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tags/tag23.xml" ContentType="application/vnd.openxmlformats-officedocument.presentationml.tags+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tags/tag45.xml" ContentType="application/vnd.openxmlformats-officedocument.presentationml.tags+xml"/>
  <Override PartName="/ppt/notesSlides/notesSlide30.xml" ContentType="application/vnd.openxmlformats-officedocument.presentationml.notesSlide+xml"/>
  <Override PartName="/ppt/charts/chart1.xml" ContentType="application/vnd.openxmlformats-officedocument.drawingml.chart+xml"/>
  <Override PartName="/ppt/notesSlides/notesSlide31.xml" ContentType="application/vnd.openxmlformats-officedocument.presentationml.notesSlide+xml"/>
  <Override PartName="/ppt/charts/chart2.xml" ContentType="application/vnd.openxmlformats-officedocument.drawingml.chart+xml"/>
  <Override PartName="/ppt/notesSlides/notesSlide32.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notesSlides/notesSlide33.xml" ContentType="application/vnd.openxmlformats-officedocument.presentationml.notesSlide+xml"/>
  <Override PartName="/ppt/charts/chart5.xml" ContentType="application/vnd.openxmlformats-officedocument.drawingml.chart+xml"/>
  <Override PartName="/ppt/notesSlides/notesSlide34.xml" ContentType="application/vnd.openxmlformats-officedocument.presentationml.notesSlide+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notesSlides/notesSlide35.xml" ContentType="application/vnd.openxmlformats-officedocument.presentationml.notesSlide+xml"/>
  <Override PartName="/ppt/charts/chart10.xml" ContentType="application/vnd.openxmlformats-officedocument.drawingml.chart+xml"/>
  <Override PartName="/ppt/notesSlides/notesSlide36.xml" ContentType="application/vnd.openxmlformats-officedocument.presentationml.notesSlide+xml"/>
  <Override PartName="/ppt/charts/chart11.xml" ContentType="application/vnd.openxmlformats-officedocument.drawingml.chart+xml"/>
  <Override PartName="/ppt/charts/chart12.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37.xml" ContentType="application/vnd.openxmlformats-officedocument.presentationml.notesSlide+xml"/>
  <Override PartName="/ppt/charts/chart13.xml" ContentType="application/vnd.openxmlformats-officedocument.drawingml.chart+xml"/>
  <Override PartName="/ppt/notesSlides/notesSlide38.xml" ContentType="application/vnd.openxmlformats-officedocument.presentationml.notesSlide+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notesSlides/notesSlide39.xml" ContentType="application/vnd.openxmlformats-officedocument.presentationml.notesSlid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40.xml" ContentType="application/vnd.openxmlformats-officedocument.presentationml.notesSlide+xml"/>
  <Override PartName="/ppt/charts/chart19.xml" ContentType="application/vnd.openxmlformats-officedocument.drawingml.chart+xml"/>
  <Override PartName="/ppt/notesSlides/notesSlide41.xml" ContentType="application/vnd.openxmlformats-officedocument.presentationml.notesSlide+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notesSlides/notesSlide42.xml" ContentType="application/vnd.openxmlformats-officedocument.presentationml.notesSlide+xml"/>
  <Override PartName="/ppt/charts/chart24.xml" ContentType="application/vnd.openxmlformats-officedocument.drawingml.chart+xml"/>
  <Override PartName="/ppt/notesSlides/notesSlide43.xml" ContentType="application/vnd.openxmlformats-officedocument.presentationml.notesSlide+xml"/>
  <Override PartName="/ppt/charts/chart25.xml" ContentType="application/vnd.openxmlformats-officedocument.drawingml.chart+xml"/>
  <Override PartName="/ppt/notesSlides/notesSlide44.xml" ContentType="application/vnd.openxmlformats-officedocument.presentationml.notesSlide+xml"/>
  <Override PartName="/ppt/charts/chart26.xml" ContentType="application/vnd.openxmlformats-officedocument.drawingml.chart+xml"/>
  <Override PartName="/ppt/notesSlides/notesSlide45.xml" ContentType="application/vnd.openxmlformats-officedocument.presentationml.notesSlide+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theme/themeOverride1.xml" ContentType="application/vnd.openxmlformats-officedocument.themeOverride+xml"/>
  <Override PartName="/ppt/notesSlides/notesSlide46.xml" ContentType="application/vnd.openxmlformats-officedocument.presentationml.notesSlide+xml"/>
  <Override PartName="/ppt/charts/chart31.xml" ContentType="application/vnd.openxmlformats-officedocument.drawingml.chart+xml"/>
  <Override PartName="/ppt/notesSlides/notesSlide47.xml" ContentType="application/vnd.openxmlformats-officedocument.presentationml.notesSlide+xml"/>
  <Override PartName="/ppt/charts/chart32.xml" ContentType="application/vnd.openxmlformats-officedocument.drawingml.chart+xml"/>
  <Override PartName="/ppt/notesSlides/notesSlide48.xml" ContentType="application/vnd.openxmlformats-officedocument.presentationml.notesSlide+xml"/>
  <Override PartName="/ppt/charts/chart33.xml" ContentType="application/vnd.openxmlformats-officedocument.drawingml.chart+xml"/>
  <Override PartName="/ppt/charts/chart34.xml" ContentType="application/vnd.openxmlformats-officedocument.drawingml.chart+xml"/>
  <Override PartName="/ppt/notesSlides/notesSlide49.xml" ContentType="application/vnd.openxmlformats-officedocument.presentationml.notesSlide+xml"/>
  <Override PartName="/ppt/charts/chart35.xml" ContentType="application/vnd.openxmlformats-officedocument.drawingml.chart+xml"/>
  <Override PartName="/ppt/charts/chart36.xml" ContentType="application/vnd.openxmlformats-officedocument.drawingml.chart+xml"/>
  <Override PartName="/ppt/notesSlides/notesSlide50.xml" ContentType="application/vnd.openxmlformats-officedocument.presentationml.notesSlide+xml"/>
  <Override PartName="/ppt/charts/chart37.xml" ContentType="application/vnd.openxmlformats-officedocument.drawingml.chart+xml"/>
  <Override PartName="/ppt/charts/chart38.xml" ContentType="application/vnd.openxmlformats-officedocument.drawingml.chart+xml"/>
  <Override PartName="/ppt/notesSlides/notesSlide51.xml" ContentType="application/vnd.openxmlformats-officedocument.presentationml.notesSlide+xml"/>
  <Override PartName="/ppt/charts/chart39.xml" ContentType="application/vnd.openxmlformats-officedocument.drawingml.chart+xml"/>
  <Override PartName="/ppt/charts/chart40.xml" ContentType="application/vnd.openxmlformats-officedocument.drawingml.chart+xml"/>
  <Override PartName="/ppt/notesSlides/notesSlide52.xml" ContentType="application/vnd.openxmlformats-officedocument.presentationml.notesSlide+xml"/>
  <Override PartName="/ppt/charts/chart41.xml" ContentType="application/vnd.openxmlformats-officedocument.drawingml.chart+xml"/>
  <Override PartName="/ppt/notesSlides/notesSlide53.xml" ContentType="application/vnd.openxmlformats-officedocument.presentationml.notesSlide+xml"/>
  <Override PartName="/ppt/charts/chart42.xml" ContentType="application/vnd.openxmlformats-officedocument.drawingml.chart+xml"/>
  <Override PartName="/ppt/theme/themeOverride2.xml" ContentType="application/vnd.openxmlformats-officedocument.themeOverride+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style3.xml" ContentType="application/vnd.ms-office.chartstyle+xml"/>
  <Override PartName="/ppt/charts/colors3.xml" ContentType="application/vnd.ms-office.chartcolorstyle+xml"/>
  <Override PartName="/ppt/charts/chart48.xml" ContentType="application/vnd.openxmlformats-officedocument.drawingml.chart+xml"/>
  <Override PartName="/ppt/charts/style4.xml" ContentType="application/vnd.ms-office.chartstyle+xml"/>
  <Override PartName="/ppt/charts/colors4.xml" ContentType="application/vnd.ms-office.chartcolorstyle+xml"/>
  <Override PartName="/ppt/charts/chart49.xml" ContentType="application/vnd.openxmlformats-officedocument.drawingml.chart+xml"/>
  <Override PartName="/ppt/charts/style5.xml" ContentType="application/vnd.ms-office.chartstyle+xml"/>
  <Override PartName="/ppt/charts/colors5.xml" ContentType="application/vnd.ms-office.chartcolorstyle+xml"/>
  <Override PartName="/ppt/charts/chart50.xml" ContentType="application/vnd.openxmlformats-officedocument.drawingml.chart+xml"/>
  <Override PartName="/ppt/charts/style6.xml" ContentType="application/vnd.ms-office.chartstyle+xml"/>
  <Override PartName="/ppt/charts/colors6.xml" ContentType="application/vnd.ms-office.chartcolorstyle+xml"/>
  <Override PartName="/ppt/charts/chart51.xml" ContentType="application/vnd.openxmlformats-officedocument.drawingml.chart+xml"/>
  <Override PartName="/ppt/charts/style7.xml" ContentType="application/vnd.ms-office.chartstyle+xml"/>
  <Override PartName="/ppt/charts/colors7.xml" ContentType="application/vnd.ms-office.chartcolorstyle+xml"/>
  <Override PartName="/ppt/charts/chart52.xml" ContentType="application/vnd.openxmlformats-officedocument.drawingml.chart+xml"/>
  <Override PartName="/ppt/charts/style8.xml" ContentType="application/vnd.ms-office.chartstyle+xml"/>
  <Override PartName="/ppt/charts/colors8.xml" ContentType="application/vnd.ms-office.chartcolorstyle+xml"/>
  <Override PartName="/ppt/charts/chart53.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54.xml" ContentType="application/vnd.openxmlformats-officedocument.presentationml.notesSlide+xml"/>
  <Override PartName="/ppt/charts/chart54.xml" ContentType="application/vnd.openxmlformats-officedocument.drawingml.chart+xml"/>
  <Override PartName="/ppt/notesSlides/notesSlide55.xml" ContentType="application/vnd.openxmlformats-officedocument.presentationml.notesSlide+xml"/>
  <Override PartName="/ppt/charts/chart55.xml" ContentType="application/vnd.openxmlformats-officedocument.drawingml.chart+xml"/>
  <Override PartName="/ppt/notesSlides/notesSlide56.xml" ContentType="application/vnd.openxmlformats-officedocument.presentationml.notesSlide+xml"/>
  <Override PartName="/ppt/charts/chart56.xml" ContentType="application/vnd.openxmlformats-officedocument.drawingml.chart+xml"/>
  <Override PartName="/ppt/charts/chart57.xml" ContentType="application/vnd.openxmlformats-officedocument.drawingml.chart+xml"/>
  <Override PartName="/ppt/notesSlides/notesSlide57.xml" ContentType="application/vnd.openxmlformats-officedocument.presentationml.notesSlide+xml"/>
  <Override PartName="/ppt/charts/chart58.xml" ContentType="application/vnd.openxmlformats-officedocument.drawingml.chart+xml"/>
  <Override PartName="/ppt/notesSlides/notesSlide58.xml" ContentType="application/vnd.openxmlformats-officedocument.presentationml.notesSlide+xml"/>
  <Override PartName="/ppt/charts/chart59.xml" ContentType="application/vnd.openxmlformats-officedocument.drawingml.chart+xml"/>
  <Override PartName="/ppt/charts/chart60.xml" ContentType="application/vnd.openxmlformats-officedocument.drawingml.chart+xml"/>
  <Override PartName="/ppt/notesSlides/notesSlide59.xml" ContentType="application/vnd.openxmlformats-officedocument.presentationml.notesSlide+xml"/>
  <Override PartName="/ppt/charts/chart61.xml" ContentType="application/vnd.openxmlformats-officedocument.drawingml.chart+xml"/>
  <Override PartName="/ppt/notesSlides/notesSlide60.xml" ContentType="application/vnd.openxmlformats-officedocument.presentationml.notesSlide+xml"/>
  <Override PartName="/ppt/charts/chart62.xml" ContentType="application/vnd.openxmlformats-officedocument.drawingml.chart+xml"/>
  <Override PartName="/ppt/notesSlides/notesSlide61.xml" ContentType="application/vnd.openxmlformats-officedocument.presentationml.notesSlide+xml"/>
  <Override PartName="/ppt/charts/chart63.xml" ContentType="application/vnd.openxmlformats-officedocument.drawingml.chart+xml"/>
  <Override PartName="/ppt/notesSlides/notesSlide62.xml" ContentType="application/vnd.openxmlformats-officedocument.presentationml.notesSlide+xml"/>
  <Override PartName="/ppt/charts/chart64.xml" ContentType="application/vnd.openxmlformats-officedocument.drawingml.chart+xml"/>
  <Override PartName="/ppt/notesSlides/notesSlide63.xml" ContentType="application/vnd.openxmlformats-officedocument.presentationml.notesSlide+xml"/>
  <Override PartName="/ppt/charts/chart65.xml" ContentType="application/vnd.openxmlformats-officedocument.drawingml.chart+xml"/>
  <Override PartName="/ppt/notesSlides/notesSlide64.xml" ContentType="application/vnd.openxmlformats-officedocument.presentationml.notesSlide+xml"/>
  <Override PartName="/ppt/charts/chart66.xml" ContentType="application/vnd.openxmlformats-officedocument.drawingml.chart+xml"/>
  <Override PartName="/ppt/notesSlides/notesSlide65.xml" ContentType="application/vnd.openxmlformats-officedocument.presentationml.notesSlide+xml"/>
  <Override PartName="/ppt/charts/chart67.xml" ContentType="application/vnd.openxmlformats-officedocument.drawingml.chart+xml"/>
  <Override PartName="/ppt/notesSlides/notesSlide66.xml" ContentType="application/vnd.openxmlformats-officedocument.presentationml.notesSlide+xml"/>
  <Override PartName="/ppt/charts/chart68.xml" ContentType="application/vnd.openxmlformats-officedocument.drawingml.chart+xml"/>
  <Override PartName="/ppt/notesSlides/notesSlide67.xml" ContentType="application/vnd.openxmlformats-officedocument.presentationml.notesSlide+xml"/>
  <Override PartName="/ppt/charts/chart69.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notesSlides/notesSlide72.xml" ContentType="application/vnd.openxmlformats-officedocument.presentationml.notesSlide+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charts/chart74.xml" ContentType="application/vnd.openxmlformats-officedocument.drawingml.chart+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charts/chart75.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76.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77.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169.xml" ContentType="application/vnd.openxmlformats-officedocument.presentationml.notesSlide+xml"/>
  <Override PartName="/ppt/charts/chart78.xml" ContentType="application/vnd.openxmlformats-officedocument.drawingml.chart+xml"/>
  <Override PartName="/ppt/tags/tag124.xml" ContentType="application/vnd.openxmlformats-officedocument.presentationml.tags+xml"/>
  <Override PartName="/ppt/notesSlides/notesSlide170.xml" ContentType="application/vnd.openxmlformats-officedocument.presentationml.notesSlide+xml"/>
  <Override PartName="/ppt/charts/chart79.xml" ContentType="application/vnd.openxmlformats-officedocument.drawingml.chart+xml"/>
  <Override PartName="/ppt/tags/tag125.xml" ContentType="application/vnd.openxmlformats-officedocument.presentationml.tags+xml"/>
  <Override PartName="/ppt/tags/tag126.xml" ContentType="application/vnd.openxmlformats-officedocument.presentationml.tags+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charts/chart80.xml" ContentType="application/vnd.openxmlformats-officedocument.drawingml.chart+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removePersonalInfoOnSave="1" saveSubsetFonts="1" autoCompressPictures="0">
  <p:sldMasterIdLst>
    <p:sldMasterId id="2147484241" r:id="rId1"/>
  </p:sldMasterIdLst>
  <p:notesMasterIdLst>
    <p:notesMasterId r:id="rId302"/>
  </p:notesMasterIdLst>
  <p:handoutMasterIdLst>
    <p:handoutMasterId r:id="rId303"/>
  </p:handoutMasterIdLst>
  <p:sldIdLst>
    <p:sldId id="1795" r:id="rId2"/>
    <p:sldId id="1796" r:id="rId3"/>
    <p:sldId id="1803" r:id="rId4"/>
    <p:sldId id="1815" r:id="rId5"/>
    <p:sldId id="1816" r:id="rId6"/>
    <p:sldId id="1817" r:id="rId7"/>
    <p:sldId id="1818" r:id="rId8"/>
    <p:sldId id="1819" r:id="rId9"/>
    <p:sldId id="1820" r:id="rId10"/>
    <p:sldId id="1806" r:id="rId11"/>
    <p:sldId id="1809" r:id="rId12"/>
    <p:sldId id="436" r:id="rId13"/>
    <p:sldId id="476" r:id="rId14"/>
    <p:sldId id="669" r:id="rId15"/>
    <p:sldId id="779" r:id="rId16"/>
    <p:sldId id="780" r:id="rId17"/>
    <p:sldId id="781" r:id="rId18"/>
    <p:sldId id="475" r:id="rId19"/>
    <p:sldId id="951" r:id="rId20"/>
    <p:sldId id="698" r:id="rId21"/>
    <p:sldId id="440" r:id="rId22"/>
    <p:sldId id="441" r:id="rId23"/>
    <p:sldId id="442" r:id="rId24"/>
    <p:sldId id="443" r:id="rId25"/>
    <p:sldId id="444" r:id="rId26"/>
    <p:sldId id="445" r:id="rId27"/>
    <p:sldId id="446" r:id="rId28"/>
    <p:sldId id="581" r:id="rId29"/>
    <p:sldId id="582" r:id="rId30"/>
    <p:sldId id="583" r:id="rId31"/>
    <p:sldId id="585" r:id="rId32"/>
    <p:sldId id="447" r:id="rId33"/>
    <p:sldId id="448" r:id="rId34"/>
    <p:sldId id="449" r:id="rId35"/>
    <p:sldId id="450" r:id="rId36"/>
    <p:sldId id="451" r:id="rId37"/>
    <p:sldId id="452" r:id="rId38"/>
    <p:sldId id="453" r:id="rId39"/>
    <p:sldId id="454" r:id="rId40"/>
    <p:sldId id="455" r:id="rId41"/>
    <p:sldId id="456" r:id="rId42"/>
    <p:sldId id="457" r:id="rId43"/>
    <p:sldId id="458" r:id="rId44"/>
    <p:sldId id="459" r:id="rId45"/>
    <p:sldId id="460" r:id="rId46"/>
    <p:sldId id="461" r:id="rId47"/>
    <p:sldId id="462" r:id="rId48"/>
    <p:sldId id="463" r:id="rId49"/>
    <p:sldId id="468" r:id="rId50"/>
    <p:sldId id="472" r:id="rId51"/>
    <p:sldId id="473" r:id="rId52"/>
    <p:sldId id="474" r:id="rId53"/>
    <p:sldId id="587" r:id="rId54"/>
    <p:sldId id="588" r:id="rId55"/>
    <p:sldId id="589" r:id="rId56"/>
    <p:sldId id="590" r:id="rId57"/>
    <p:sldId id="591" r:id="rId58"/>
    <p:sldId id="592" r:id="rId59"/>
    <p:sldId id="593" r:id="rId60"/>
    <p:sldId id="594" r:id="rId61"/>
    <p:sldId id="595" r:id="rId62"/>
    <p:sldId id="674" r:id="rId63"/>
    <p:sldId id="535" r:id="rId64"/>
    <p:sldId id="536" r:id="rId65"/>
    <p:sldId id="539" r:id="rId66"/>
    <p:sldId id="538" r:id="rId67"/>
    <p:sldId id="1792" r:id="rId68"/>
    <p:sldId id="540" r:id="rId69"/>
    <p:sldId id="541" r:id="rId70"/>
    <p:sldId id="523" r:id="rId71"/>
    <p:sldId id="524" r:id="rId72"/>
    <p:sldId id="525" r:id="rId73"/>
    <p:sldId id="526" r:id="rId74"/>
    <p:sldId id="527" r:id="rId75"/>
    <p:sldId id="528" r:id="rId76"/>
    <p:sldId id="529" r:id="rId77"/>
    <p:sldId id="530" r:id="rId78"/>
    <p:sldId id="531" r:id="rId79"/>
    <p:sldId id="532" r:id="rId80"/>
    <p:sldId id="533" r:id="rId81"/>
    <p:sldId id="534" r:id="rId82"/>
    <p:sldId id="509" r:id="rId83"/>
    <p:sldId id="510" r:id="rId84"/>
    <p:sldId id="511" r:id="rId85"/>
    <p:sldId id="675" r:id="rId86"/>
    <p:sldId id="512" r:id="rId87"/>
    <p:sldId id="515" r:id="rId88"/>
    <p:sldId id="518" r:id="rId89"/>
    <p:sldId id="519" r:id="rId90"/>
    <p:sldId id="520" r:id="rId91"/>
    <p:sldId id="522" r:id="rId92"/>
    <p:sldId id="516" r:id="rId93"/>
    <p:sldId id="517" r:id="rId94"/>
    <p:sldId id="542" r:id="rId95"/>
    <p:sldId id="544" r:id="rId96"/>
    <p:sldId id="546" r:id="rId97"/>
    <p:sldId id="547" r:id="rId98"/>
    <p:sldId id="549" r:id="rId99"/>
    <p:sldId id="550" r:id="rId100"/>
    <p:sldId id="551" r:id="rId101"/>
    <p:sldId id="552" r:id="rId102"/>
    <p:sldId id="553" r:id="rId103"/>
    <p:sldId id="554" r:id="rId104"/>
    <p:sldId id="555" r:id="rId105"/>
    <p:sldId id="556" r:id="rId106"/>
    <p:sldId id="557" r:id="rId107"/>
    <p:sldId id="621" r:id="rId108"/>
    <p:sldId id="623" r:id="rId109"/>
    <p:sldId id="624" r:id="rId110"/>
    <p:sldId id="625" r:id="rId111"/>
    <p:sldId id="626" r:id="rId112"/>
    <p:sldId id="627" r:id="rId113"/>
    <p:sldId id="628" r:id="rId114"/>
    <p:sldId id="629" r:id="rId115"/>
    <p:sldId id="630" r:id="rId116"/>
    <p:sldId id="558" r:id="rId117"/>
    <p:sldId id="1596" r:id="rId118"/>
    <p:sldId id="797" r:id="rId119"/>
    <p:sldId id="686" r:id="rId120"/>
    <p:sldId id="687" r:id="rId121"/>
    <p:sldId id="688" r:id="rId122"/>
    <p:sldId id="689" r:id="rId123"/>
    <p:sldId id="479" r:id="rId124"/>
    <p:sldId id="480" r:id="rId125"/>
    <p:sldId id="481" r:id="rId126"/>
    <p:sldId id="482" r:id="rId127"/>
    <p:sldId id="483" r:id="rId128"/>
    <p:sldId id="950" r:id="rId129"/>
    <p:sldId id="485" r:id="rId130"/>
    <p:sldId id="486" r:id="rId131"/>
    <p:sldId id="487" r:id="rId132"/>
    <p:sldId id="488" r:id="rId133"/>
    <p:sldId id="489" r:id="rId134"/>
    <p:sldId id="667" r:id="rId135"/>
    <p:sldId id="491" r:id="rId136"/>
    <p:sldId id="492" r:id="rId137"/>
    <p:sldId id="493" r:id="rId138"/>
    <p:sldId id="494" r:id="rId139"/>
    <p:sldId id="495" r:id="rId140"/>
    <p:sldId id="499" r:id="rId141"/>
    <p:sldId id="497" r:id="rId142"/>
    <p:sldId id="586" r:id="rId143"/>
    <p:sldId id="584" r:id="rId144"/>
    <p:sldId id="735" r:id="rId145"/>
    <p:sldId id="736" r:id="rId146"/>
    <p:sldId id="737" r:id="rId147"/>
    <p:sldId id="738" r:id="rId148"/>
    <p:sldId id="739" r:id="rId149"/>
    <p:sldId id="741" r:id="rId150"/>
    <p:sldId id="742" r:id="rId151"/>
    <p:sldId id="743" r:id="rId152"/>
    <p:sldId id="744" r:id="rId153"/>
    <p:sldId id="745" r:id="rId154"/>
    <p:sldId id="746" r:id="rId155"/>
    <p:sldId id="747" r:id="rId156"/>
    <p:sldId id="748" r:id="rId157"/>
    <p:sldId id="749" r:id="rId158"/>
    <p:sldId id="750" r:id="rId159"/>
    <p:sldId id="751" r:id="rId160"/>
    <p:sldId id="752" r:id="rId161"/>
    <p:sldId id="754" r:id="rId162"/>
    <p:sldId id="755" r:id="rId163"/>
    <p:sldId id="756" r:id="rId164"/>
    <p:sldId id="757" r:id="rId165"/>
    <p:sldId id="758" r:id="rId166"/>
    <p:sldId id="759" r:id="rId167"/>
    <p:sldId id="760" r:id="rId168"/>
    <p:sldId id="683" r:id="rId169"/>
    <p:sldId id="685" r:id="rId170"/>
    <p:sldId id="684" r:id="rId171"/>
    <p:sldId id="560" r:id="rId172"/>
    <p:sldId id="561" r:id="rId173"/>
    <p:sldId id="562" r:id="rId174"/>
    <p:sldId id="563" r:id="rId175"/>
    <p:sldId id="571" r:id="rId176"/>
    <p:sldId id="564" r:id="rId177"/>
    <p:sldId id="565" r:id="rId178"/>
    <p:sldId id="566" r:id="rId179"/>
    <p:sldId id="568" r:id="rId180"/>
    <p:sldId id="569" r:id="rId181"/>
    <p:sldId id="572" r:id="rId182"/>
    <p:sldId id="573" r:id="rId183"/>
    <p:sldId id="574" r:id="rId184"/>
    <p:sldId id="575" r:id="rId185"/>
    <p:sldId id="576" r:id="rId186"/>
    <p:sldId id="577" r:id="rId187"/>
    <p:sldId id="578" r:id="rId188"/>
    <p:sldId id="579" r:id="rId189"/>
    <p:sldId id="596" r:id="rId190"/>
    <p:sldId id="597" r:id="rId191"/>
    <p:sldId id="598" r:id="rId192"/>
    <p:sldId id="599" r:id="rId193"/>
    <p:sldId id="600" r:id="rId194"/>
    <p:sldId id="601" r:id="rId195"/>
    <p:sldId id="602" r:id="rId196"/>
    <p:sldId id="603" r:id="rId197"/>
    <p:sldId id="604" r:id="rId198"/>
    <p:sldId id="605" r:id="rId199"/>
    <p:sldId id="606" r:id="rId200"/>
    <p:sldId id="607" r:id="rId201"/>
    <p:sldId id="608" r:id="rId202"/>
    <p:sldId id="609" r:id="rId203"/>
    <p:sldId id="610" r:id="rId204"/>
    <p:sldId id="611" r:id="rId205"/>
    <p:sldId id="612" r:id="rId206"/>
    <p:sldId id="613" r:id="rId207"/>
    <p:sldId id="614" r:id="rId208"/>
    <p:sldId id="615" r:id="rId209"/>
    <p:sldId id="616" r:id="rId210"/>
    <p:sldId id="690" r:id="rId211"/>
    <p:sldId id="949" r:id="rId212"/>
    <p:sldId id="618" r:id="rId213"/>
    <p:sldId id="619" r:id="rId214"/>
    <p:sldId id="620" r:id="rId215"/>
    <p:sldId id="1793" r:id="rId216"/>
    <p:sldId id="765" r:id="rId217"/>
    <p:sldId id="672" r:id="rId218"/>
    <p:sldId id="281" r:id="rId219"/>
    <p:sldId id="266" r:id="rId220"/>
    <p:sldId id="267" r:id="rId221"/>
    <p:sldId id="270" r:id="rId222"/>
    <p:sldId id="273" r:id="rId223"/>
    <p:sldId id="283" r:id="rId224"/>
    <p:sldId id="271" r:id="rId225"/>
    <p:sldId id="272" r:id="rId226"/>
    <p:sldId id="284" r:id="rId227"/>
    <p:sldId id="767" r:id="rId228"/>
    <p:sldId id="769" r:id="rId229"/>
    <p:sldId id="796" r:id="rId230"/>
    <p:sldId id="770" r:id="rId231"/>
    <p:sldId id="771" r:id="rId232"/>
    <p:sldId id="772" r:id="rId233"/>
    <p:sldId id="773" r:id="rId234"/>
    <p:sldId id="774" r:id="rId235"/>
    <p:sldId id="775" r:id="rId236"/>
    <p:sldId id="766" r:id="rId237"/>
    <p:sldId id="776" r:id="rId238"/>
    <p:sldId id="777" r:id="rId239"/>
    <p:sldId id="782" r:id="rId240"/>
    <p:sldId id="783" r:id="rId241"/>
    <p:sldId id="787" r:id="rId242"/>
    <p:sldId id="294" r:id="rId243"/>
    <p:sldId id="788" r:id="rId244"/>
    <p:sldId id="789" r:id="rId245"/>
    <p:sldId id="790" r:id="rId246"/>
    <p:sldId id="791" r:id="rId247"/>
    <p:sldId id="792" r:id="rId248"/>
    <p:sldId id="363" r:id="rId249"/>
    <p:sldId id="799" r:id="rId250"/>
    <p:sldId id="800" r:id="rId251"/>
    <p:sldId id="784" r:id="rId252"/>
    <p:sldId id="794" r:id="rId253"/>
    <p:sldId id="691" r:id="rId254"/>
    <p:sldId id="692" r:id="rId255"/>
    <p:sldId id="693" r:id="rId256"/>
    <p:sldId id="694" r:id="rId257"/>
    <p:sldId id="695" r:id="rId258"/>
    <p:sldId id="696" r:id="rId259"/>
    <p:sldId id="697" r:id="rId260"/>
    <p:sldId id="699" r:id="rId261"/>
    <p:sldId id="700" r:id="rId262"/>
    <p:sldId id="701" r:id="rId263"/>
    <p:sldId id="703" r:id="rId264"/>
    <p:sldId id="704" r:id="rId265"/>
    <p:sldId id="705" r:id="rId266"/>
    <p:sldId id="706" r:id="rId267"/>
    <p:sldId id="707" r:id="rId268"/>
    <p:sldId id="708" r:id="rId269"/>
    <p:sldId id="709" r:id="rId270"/>
    <p:sldId id="710" r:id="rId271"/>
    <p:sldId id="711" r:id="rId272"/>
    <p:sldId id="712" r:id="rId273"/>
    <p:sldId id="713" r:id="rId274"/>
    <p:sldId id="715" r:id="rId275"/>
    <p:sldId id="716" r:id="rId276"/>
    <p:sldId id="717" r:id="rId277"/>
    <p:sldId id="718" r:id="rId278"/>
    <p:sldId id="719" r:id="rId279"/>
    <p:sldId id="720" r:id="rId280"/>
    <p:sldId id="721" r:id="rId281"/>
    <p:sldId id="722" r:id="rId282"/>
    <p:sldId id="723" r:id="rId283"/>
    <p:sldId id="724" r:id="rId284"/>
    <p:sldId id="725" r:id="rId285"/>
    <p:sldId id="726" r:id="rId286"/>
    <p:sldId id="727" r:id="rId287"/>
    <p:sldId id="728" r:id="rId288"/>
    <p:sldId id="729" r:id="rId289"/>
    <p:sldId id="730" r:id="rId290"/>
    <p:sldId id="731" r:id="rId291"/>
    <p:sldId id="732" r:id="rId292"/>
    <p:sldId id="733" r:id="rId293"/>
    <p:sldId id="734" r:id="rId294"/>
    <p:sldId id="801" r:id="rId295"/>
    <p:sldId id="948" r:id="rId296"/>
    <p:sldId id="947" r:id="rId297"/>
    <p:sldId id="945" r:id="rId298"/>
    <p:sldId id="1812" r:id="rId299"/>
    <p:sldId id="386" r:id="rId300"/>
    <p:sldId id="1813" r:id="rId301"/>
  </p:sldIdLst>
  <p:sldSz cx="9906000" cy="6858000" type="A4"/>
  <p:notesSz cx="7315200" cy="9601200"/>
  <p:custDataLst>
    <p:tags r:id="rId304"/>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over" id="{4B9F51E4-EF31-46E8-85F5-297F0CCC6673}">
          <p14:sldIdLst>
            <p14:sldId id="1795"/>
            <p14:sldId id="1796"/>
          </p14:sldIdLst>
        </p14:section>
        <p14:section name="Brand basics" id="{59C9CE75-A227-4758-995C-AF3DED79F87D}">
          <p14:sldIdLst>
            <p14:sldId id="1803"/>
            <p14:sldId id="1815"/>
            <p14:sldId id="1816"/>
            <p14:sldId id="1817"/>
            <p14:sldId id="1818"/>
            <p14:sldId id="1819"/>
            <p14:sldId id="1820"/>
          </p14:sldIdLst>
        </p14:section>
        <p14:section name="Covers" id="{13505C38-C272-4424-B87D-DBA6F97542FD}">
          <p14:sldIdLst>
            <p14:sldId id="1806"/>
            <p14:sldId id="1809"/>
            <p14:sldId id="436"/>
            <p14:sldId id="476"/>
          </p14:sldIdLst>
        </p14:section>
        <p14:section name="Tables and structured text" id="{CAA740A9-3465-4982-A60D-4E982C39494D}">
          <p14:sldIdLst>
            <p14:sldId id="669"/>
            <p14:sldId id="779"/>
            <p14:sldId id="780"/>
            <p14:sldId id="781"/>
            <p14:sldId id="475"/>
            <p14:sldId id="951"/>
            <p14:sldId id="698"/>
            <p14:sldId id="440"/>
            <p14:sldId id="441"/>
            <p14:sldId id="442"/>
            <p14:sldId id="443"/>
            <p14:sldId id="444"/>
            <p14:sldId id="445"/>
            <p14:sldId id="446"/>
            <p14:sldId id="581"/>
            <p14:sldId id="582"/>
            <p14:sldId id="583"/>
            <p14:sldId id="585"/>
            <p14:sldId id="447"/>
            <p14:sldId id="448"/>
            <p14:sldId id="449"/>
            <p14:sldId id="450"/>
            <p14:sldId id="451"/>
            <p14:sldId id="452"/>
            <p14:sldId id="453"/>
            <p14:sldId id="454"/>
            <p14:sldId id="455"/>
            <p14:sldId id="456"/>
            <p14:sldId id="457"/>
            <p14:sldId id="458"/>
            <p14:sldId id="459"/>
            <p14:sldId id="460"/>
            <p14:sldId id="461"/>
            <p14:sldId id="462"/>
            <p14:sldId id="463"/>
            <p14:sldId id="468"/>
            <p14:sldId id="472"/>
            <p14:sldId id="473"/>
            <p14:sldId id="474"/>
            <p14:sldId id="587"/>
            <p14:sldId id="588"/>
            <p14:sldId id="589"/>
            <p14:sldId id="590"/>
            <p14:sldId id="591"/>
            <p14:sldId id="592"/>
            <p14:sldId id="593"/>
            <p14:sldId id="594"/>
            <p14:sldId id="595"/>
          </p14:sldIdLst>
        </p14:section>
        <p14:section name="Charts and graphs" id="{0EE979DE-3CFE-42E0-9508-5A2A9D0980E0}">
          <p14:sldIdLst>
            <p14:sldId id="674"/>
            <p14:sldId id="535"/>
            <p14:sldId id="536"/>
            <p14:sldId id="539"/>
            <p14:sldId id="538"/>
            <p14:sldId id="1792"/>
            <p14:sldId id="540"/>
            <p14:sldId id="541"/>
            <p14:sldId id="523"/>
            <p14:sldId id="524"/>
            <p14:sldId id="525"/>
            <p14:sldId id="526"/>
            <p14:sldId id="527"/>
            <p14:sldId id="528"/>
            <p14:sldId id="529"/>
            <p14:sldId id="530"/>
            <p14:sldId id="531"/>
            <p14:sldId id="532"/>
            <p14:sldId id="533"/>
            <p14:sldId id="534"/>
            <p14:sldId id="509"/>
            <p14:sldId id="510"/>
            <p14:sldId id="511"/>
            <p14:sldId id="675"/>
            <p14:sldId id="512"/>
            <p14:sldId id="515"/>
            <p14:sldId id="518"/>
            <p14:sldId id="519"/>
            <p14:sldId id="520"/>
            <p14:sldId id="522"/>
            <p14:sldId id="516"/>
            <p14:sldId id="517"/>
            <p14:sldId id="542"/>
            <p14:sldId id="544"/>
            <p14:sldId id="546"/>
            <p14:sldId id="547"/>
            <p14:sldId id="549"/>
            <p14:sldId id="550"/>
            <p14:sldId id="551"/>
            <p14:sldId id="552"/>
            <p14:sldId id="553"/>
            <p14:sldId id="554"/>
            <p14:sldId id="555"/>
            <p14:sldId id="556"/>
            <p14:sldId id="557"/>
            <p14:sldId id="621"/>
            <p14:sldId id="623"/>
            <p14:sldId id="624"/>
            <p14:sldId id="625"/>
            <p14:sldId id="626"/>
            <p14:sldId id="627"/>
            <p14:sldId id="628"/>
            <p14:sldId id="629"/>
            <p14:sldId id="630"/>
            <p14:sldId id="558"/>
          </p14:sldIdLst>
        </p14:section>
        <p14:section name="Diagrams" id="{E4F9745B-A581-4FD7-9258-7970F975AAD4}">
          <p14:sldIdLst>
            <p14:sldId id="1596"/>
            <p14:sldId id="797"/>
            <p14:sldId id="686"/>
            <p14:sldId id="687"/>
            <p14:sldId id="688"/>
            <p14:sldId id="689"/>
            <p14:sldId id="479"/>
            <p14:sldId id="480"/>
            <p14:sldId id="481"/>
            <p14:sldId id="482"/>
            <p14:sldId id="483"/>
            <p14:sldId id="950"/>
            <p14:sldId id="485"/>
            <p14:sldId id="486"/>
            <p14:sldId id="487"/>
            <p14:sldId id="488"/>
            <p14:sldId id="489"/>
            <p14:sldId id="667"/>
            <p14:sldId id="491"/>
            <p14:sldId id="492"/>
            <p14:sldId id="493"/>
            <p14:sldId id="494"/>
            <p14:sldId id="495"/>
            <p14:sldId id="499"/>
            <p14:sldId id="497"/>
            <p14:sldId id="586"/>
            <p14:sldId id="584"/>
            <p14:sldId id="735"/>
            <p14:sldId id="736"/>
            <p14:sldId id="737"/>
            <p14:sldId id="738"/>
            <p14:sldId id="739"/>
            <p14:sldId id="741"/>
            <p14:sldId id="742"/>
            <p14:sldId id="743"/>
            <p14:sldId id="744"/>
            <p14:sldId id="745"/>
            <p14:sldId id="746"/>
            <p14:sldId id="747"/>
            <p14:sldId id="748"/>
            <p14:sldId id="749"/>
            <p14:sldId id="750"/>
            <p14:sldId id="751"/>
            <p14:sldId id="752"/>
            <p14:sldId id="754"/>
            <p14:sldId id="755"/>
            <p14:sldId id="756"/>
            <p14:sldId id="757"/>
            <p14:sldId id="758"/>
            <p14:sldId id="759"/>
            <p14:sldId id="760"/>
            <p14:sldId id="683"/>
            <p14:sldId id="685"/>
            <p14:sldId id="684"/>
            <p14:sldId id="560"/>
            <p14:sldId id="561"/>
            <p14:sldId id="562"/>
            <p14:sldId id="563"/>
            <p14:sldId id="571"/>
            <p14:sldId id="564"/>
            <p14:sldId id="565"/>
            <p14:sldId id="566"/>
            <p14:sldId id="568"/>
            <p14:sldId id="569"/>
            <p14:sldId id="572"/>
            <p14:sldId id="573"/>
            <p14:sldId id="574"/>
            <p14:sldId id="575"/>
            <p14:sldId id="576"/>
            <p14:sldId id="577"/>
            <p14:sldId id="578"/>
            <p14:sldId id="579"/>
            <p14:sldId id="596"/>
            <p14:sldId id="597"/>
            <p14:sldId id="598"/>
            <p14:sldId id="599"/>
            <p14:sldId id="600"/>
            <p14:sldId id="601"/>
            <p14:sldId id="602"/>
            <p14:sldId id="603"/>
            <p14:sldId id="604"/>
            <p14:sldId id="605"/>
            <p14:sldId id="606"/>
            <p14:sldId id="607"/>
            <p14:sldId id="608"/>
            <p14:sldId id="609"/>
            <p14:sldId id="610"/>
            <p14:sldId id="611"/>
            <p14:sldId id="612"/>
            <p14:sldId id="613"/>
            <p14:sldId id="614"/>
            <p14:sldId id="615"/>
            <p14:sldId id="616"/>
            <p14:sldId id="690"/>
            <p14:sldId id="949"/>
            <p14:sldId id="618"/>
            <p14:sldId id="619"/>
            <p14:sldId id="620"/>
          </p14:sldIdLst>
        </p14:section>
        <p14:section name="Illustrative graphics, charts and diagrams" id="{35566FE1-DB83-4795-B6C4-D1BE8A784735}">
          <p14:sldIdLst>
            <p14:sldId id="1793"/>
            <p14:sldId id="765"/>
            <p14:sldId id="672"/>
            <p14:sldId id="281"/>
            <p14:sldId id="266"/>
            <p14:sldId id="267"/>
            <p14:sldId id="270"/>
            <p14:sldId id="273"/>
            <p14:sldId id="283"/>
            <p14:sldId id="271"/>
            <p14:sldId id="272"/>
            <p14:sldId id="284"/>
            <p14:sldId id="767"/>
            <p14:sldId id="769"/>
            <p14:sldId id="796"/>
            <p14:sldId id="770"/>
            <p14:sldId id="771"/>
            <p14:sldId id="772"/>
            <p14:sldId id="773"/>
            <p14:sldId id="774"/>
            <p14:sldId id="775"/>
            <p14:sldId id="766"/>
            <p14:sldId id="776"/>
            <p14:sldId id="777"/>
            <p14:sldId id="782"/>
            <p14:sldId id="783"/>
            <p14:sldId id="787"/>
            <p14:sldId id="294"/>
            <p14:sldId id="788"/>
            <p14:sldId id="789"/>
            <p14:sldId id="790"/>
            <p14:sldId id="791"/>
            <p14:sldId id="792"/>
            <p14:sldId id="363"/>
            <p14:sldId id="799"/>
            <p14:sldId id="800"/>
            <p14:sldId id="784"/>
            <p14:sldId id="794"/>
            <p14:sldId id="691"/>
            <p14:sldId id="692"/>
            <p14:sldId id="693"/>
            <p14:sldId id="694"/>
            <p14:sldId id="695"/>
            <p14:sldId id="696"/>
            <p14:sldId id="697"/>
            <p14:sldId id="699"/>
            <p14:sldId id="700"/>
            <p14:sldId id="701"/>
            <p14:sldId id="703"/>
            <p14:sldId id="704"/>
            <p14:sldId id="705"/>
            <p14:sldId id="706"/>
            <p14:sldId id="707"/>
            <p14:sldId id="708"/>
            <p14:sldId id="709"/>
            <p14:sldId id="710"/>
            <p14:sldId id="711"/>
            <p14:sldId id="712"/>
            <p14:sldId id="713"/>
            <p14:sldId id="715"/>
            <p14:sldId id="716"/>
            <p14:sldId id="717"/>
            <p14:sldId id="718"/>
            <p14:sldId id="719"/>
            <p14:sldId id="720"/>
            <p14:sldId id="721"/>
            <p14:sldId id="722"/>
            <p14:sldId id="723"/>
            <p14:sldId id="724"/>
            <p14:sldId id="725"/>
            <p14:sldId id="726"/>
            <p14:sldId id="727"/>
            <p14:sldId id="728"/>
            <p14:sldId id="729"/>
            <p14:sldId id="730"/>
            <p14:sldId id="731"/>
            <p14:sldId id="732"/>
            <p14:sldId id="733"/>
            <p14:sldId id="734"/>
          </p14:sldIdLst>
        </p14:section>
        <p14:section name="Animations" id="{4B13097E-87CF-47F4-9285-A6BE27407FE4}">
          <p14:sldIdLst>
            <p14:sldId id="801"/>
            <p14:sldId id="948"/>
            <p14:sldId id="947"/>
            <p14:sldId id="945"/>
            <p14:sldId id="1812"/>
            <p14:sldId id="386"/>
            <p14:sldId id="1813"/>
          </p14:sldIdLst>
        </p14:section>
      </p14:sectionLst>
    </p:ext>
    <p:ext uri="{EFAFB233-063F-42B5-8137-9DF3F51BA10A}">
      <p15:sldGuideLst xmlns:p15="http://schemas.microsoft.com/office/powerpoint/2012/main">
        <p15:guide id="12" pos="3120" userDrawn="1">
          <p15:clr>
            <a:srgbClr val="A4A3A4"/>
          </p15:clr>
        </p15:guide>
        <p15:guide id="13" orient="horz" pos="2160">
          <p15:clr>
            <a:srgbClr val="A4A3A4"/>
          </p15:clr>
        </p15:guide>
      </p15:sldGuideLst>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3" name="Author" initials="A" lastIdx="0" clrIdx="2"/>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6890D"/>
    <a:srgbClr val="000000"/>
    <a:srgbClr val="FFCD00"/>
    <a:srgbClr val="37C4FF"/>
    <a:srgbClr val="194955"/>
    <a:srgbClr val="046A38"/>
    <a:srgbClr val="62B5E5"/>
    <a:srgbClr val="575757"/>
    <a:srgbClr val="DB291C"/>
    <a:srgbClr val="0076A8"/>
  </p:clrMru>
  <p:extLst>
    <p:ext uri="{E76CE94A-603C-4142-B9EB-6D1370010A27}">
      <p14:discardImageEditData xmlns:p14="http://schemas.microsoft.com/office/powerpoint/2010/main" val="1"/>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8C53E467-AB24-4871-BBDF-F30C2559CF9F}" v="4" dt="2025-02-11T17:27:34.299"/>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2005" autoAdjust="0"/>
    <p:restoredTop sz="73800" autoAdjust="0"/>
  </p:normalViewPr>
  <p:slideViewPr>
    <p:cSldViewPr snapToGrid="0" showGuides="1">
      <p:cViewPr varScale="1">
        <p:scale>
          <a:sx n="62" d="100"/>
          <a:sy n="62" d="100"/>
        </p:scale>
        <p:origin x="936" y="52"/>
      </p:cViewPr>
      <p:guideLst>
        <p:guide pos="3120"/>
        <p:guide orient="horz" pos="2160"/>
      </p:guideLst>
    </p:cSldViewPr>
  </p:slideViewPr>
  <p:outlineViewPr>
    <p:cViewPr>
      <p:scale>
        <a:sx n="33" d="100"/>
        <a:sy n="33" d="100"/>
      </p:scale>
      <p:origin x="0" y="-59190"/>
    </p:cViewPr>
  </p:outlineViewPr>
  <p:notesTextViewPr>
    <p:cViewPr>
      <p:scale>
        <a:sx n="100" d="100"/>
        <a:sy n="100" d="100"/>
      </p:scale>
      <p:origin x="0" y="0"/>
    </p:cViewPr>
  </p:notesTextViewPr>
  <p:sorterViewPr>
    <p:cViewPr varScale="1">
      <p:scale>
        <a:sx n="1" d="1"/>
        <a:sy n="1" d="1"/>
      </p:scale>
      <p:origin x="0" y="0"/>
    </p:cViewPr>
  </p:sorterViewPr>
  <p:notesViewPr>
    <p:cSldViewPr snapToGrid="0" showGuides="1">
      <p:cViewPr varScale="1">
        <p:scale>
          <a:sx n="27" d="100"/>
          <a:sy n="27" d="100"/>
        </p:scale>
        <p:origin x="2148" y="60"/>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tags" Target="tags/tag1.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65" Type="http://schemas.openxmlformats.org/officeDocument/2006/relationships/slide" Target="slides/slide64.xml"/><Relationship Id="rId130" Type="http://schemas.openxmlformats.org/officeDocument/2006/relationships/slide" Target="slides/slide129.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presProps" Target="presProps.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viewProps" Target="viewProps.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theme" Target="theme/theme1.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tableStyles" Target="tableStyles.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microsoft.com/office/2015/10/relationships/revisionInfo" Target="revisionInfo.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customXml" Target="../customXml/item1.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customXml" Target="../customXml/item2.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notesMaster" Target="notesMasters/notesMaster1.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customXml" Target="../customXml/item3.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handoutMaster" Target="handoutMasters/handoutMaster1.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commentAuthors" Target="commentAuthors.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xml"/><Relationship Id="rId1" Type="http://schemas.microsoft.com/office/2011/relationships/chartStyle" Target="style1.xml"/></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8.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19.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1.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Worksheet24.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Worksheet25.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Worksheet26.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Worksheet27.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Worksheet28.xlsx"/></Relationships>
</file>

<file path=ppt/charts/_rels/chart30.xml.rels><?xml version="1.0" encoding="UTF-8" standalone="yes"?>
<Relationships xmlns="http://schemas.openxmlformats.org/package/2006/relationships"><Relationship Id="rId2" Type="http://schemas.openxmlformats.org/officeDocument/2006/relationships/package" Target="../embeddings/Microsoft_Excel_Worksheet29.xlsx"/><Relationship Id="rId1" Type="http://schemas.openxmlformats.org/officeDocument/2006/relationships/themeOverride" Target="../theme/themeOverride1.xml"/></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Worksheet30.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Worksheet31.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Worksheet32.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Worksheet33.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Worksheet34.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Worksheet35.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Worksheet36.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Worksheet37.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Worksheet38.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Worksheet39.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Worksheet40.xlsx"/></Relationships>
</file>

<file path=ppt/charts/_rels/chart42.xml.rels><?xml version="1.0" encoding="UTF-8" standalone="yes"?>
<Relationships xmlns="http://schemas.openxmlformats.org/package/2006/relationships"><Relationship Id="rId2" Type="http://schemas.openxmlformats.org/officeDocument/2006/relationships/package" Target="../embeddings/Microsoft_Excel_Worksheet41.xlsx"/><Relationship Id="rId1" Type="http://schemas.openxmlformats.org/officeDocument/2006/relationships/themeOverride" Target="../theme/themeOverride2.xml"/></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Worksheet42.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Worksheet43.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Worksheet44.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Worksheet45.xlsx"/></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xml"/><Relationship Id="rId1" Type="http://schemas.microsoft.com/office/2011/relationships/chartStyle" Target="style3.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4.xml"/><Relationship Id="rId1" Type="http://schemas.microsoft.com/office/2011/relationships/chartStyle" Target="style4.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5.xml"/><Relationship Id="rId1" Type="http://schemas.microsoft.com/office/2011/relationships/chartStyle" Target="style5.xml"/></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6.xml"/><Relationship Id="rId1" Type="http://schemas.microsoft.com/office/2011/relationships/chartStyle" Target="style6.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7.xml"/><Relationship Id="rId1" Type="http://schemas.microsoft.com/office/2011/relationships/chartStyle" Target="style7.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8.xml"/><Relationship Id="rId1" Type="http://schemas.microsoft.com/office/2011/relationships/chartStyle" Target="style8.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9.xml"/><Relationship Id="rId1" Type="http://schemas.microsoft.com/office/2011/relationships/chartStyle" Target="style9.xml"/></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Worksheet53.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Worksheet54.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Worksheet55.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Worksheet56.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Worksheet57.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Worksheet58.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Worksheet59.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Worksheet60.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Worksheet61.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Worksheet62.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Worksheet63.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Worksheet64.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Worksheet65.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Worksheet66.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Worksheet67.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Worksheet68.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Worksheet69.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Worksheet70.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Worksheet71.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Worksheet72.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Worksheet73.xlsx"/></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10.xml"/><Relationship Id="rId1" Type="http://schemas.microsoft.com/office/2011/relationships/chartStyle" Target="style10.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11.xml"/><Relationship Id="rId1" Type="http://schemas.microsoft.com/office/2011/relationships/chartStyle" Target="style11.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12.xml"/><Relationship Id="rId1" Type="http://schemas.microsoft.com/office/2011/relationships/chartStyle" Target="style12.xml"/></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Worksheet77.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Worksheet78.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Worksheet79.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6849405330609804E-2"/>
          <c:y val="9.7043253686685593E-2"/>
          <c:w val="0.91531871943165699"/>
          <c:h val="0.69162027869404097"/>
        </c:manualLayout>
      </c:layout>
      <c:barChart>
        <c:barDir val="bar"/>
        <c:grouping val="clustered"/>
        <c:varyColors val="0"/>
        <c:ser>
          <c:idx val="1"/>
          <c:order val="0"/>
          <c:tx>
            <c:strRef>
              <c:f>Sheet1!$B$1</c:f>
              <c:strCache>
                <c:ptCount val="1"/>
                <c:pt idx="0">
                  <c:v>Label 1</c:v>
                </c:pt>
              </c:strCache>
            </c:strRef>
          </c:tx>
          <c:spPr>
            <a:solidFill>
              <a:schemeClr val="accent3"/>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Sheet1!$B$2:$B$5</c:f>
              <c:numCache>
                <c:formatCode>General</c:formatCode>
                <c:ptCount val="4"/>
                <c:pt idx="0">
                  <c:v>45.2</c:v>
                </c:pt>
                <c:pt idx="1">
                  <c:v>32.200000000000003</c:v>
                </c:pt>
                <c:pt idx="2">
                  <c:v>34.299999999999997</c:v>
                </c:pt>
                <c:pt idx="3">
                  <c:v>41.1</c:v>
                </c:pt>
              </c:numCache>
            </c:numRef>
          </c:val>
          <c:extLst>
            <c:ext xmlns:c16="http://schemas.microsoft.com/office/drawing/2014/chart" uri="{C3380CC4-5D6E-409C-BE32-E72D297353CC}">
              <c16:uniqueId val="{00000000-8006-47EA-89E9-3E7A2409D633}"/>
            </c:ext>
          </c:extLst>
        </c:ser>
        <c:ser>
          <c:idx val="0"/>
          <c:order val="1"/>
          <c:tx>
            <c:strRef>
              <c:f>Sheet1!$C$1</c:f>
              <c:strCache>
                <c:ptCount val="1"/>
                <c:pt idx="0">
                  <c:v>Label 2</c:v>
                </c:pt>
              </c:strCache>
            </c:strRef>
          </c:tx>
          <c:spPr>
            <a:solidFill>
              <a:schemeClr val="bg1">
                <a:lumMod val="85000"/>
              </a:schemeClr>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Sheet1!$C$2:$C$5</c:f>
              <c:numCache>
                <c:formatCode>General</c:formatCode>
                <c:ptCount val="4"/>
                <c:pt idx="0">
                  <c:v>43.9</c:v>
                </c:pt>
                <c:pt idx="1">
                  <c:v>30.4</c:v>
                </c:pt>
                <c:pt idx="2">
                  <c:v>32.6</c:v>
                </c:pt>
                <c:pt idx="3">
                  <c:v>40.299999999999997</c:v>
                </c:pt>
              </c:numCache>
            </c:numRef>
          </c:val>
          <c:extLst>
            <c:ext xmlns:c16="http://schemas.microsoft.com/office/drawing/2014/chart" uri="{C3380CC4-5D6E-409C-BE32-E72D297353CC}">
              <c16:uniqueId val="{00000001-8006-47EA-89E9-3E7A2409D633}"/>
            </c:ext>
          </c:extLst>
        </c:ser>
        <c:dLbls>
          <c:dLblPos val="outEnd"/>
          <c:showLegendKey val="0"/>
          <c:showVal val="1"/>
          <c:showCatName val="0"/>
          <c:showSerName val="0"/>
          <c:showPercent val="0"/>
          <c:showBubbleSize val="0"/>
        </c:dLbls>
        <c:gapWidth val="75"/>
        <c:axId val="117521648"/>
        <c:axId val="-389860992"/>
      </c:barChart>
      <c:catAx>
        <c:axId val="117521648"/>
        <c:scaling>
          <c:orientation val="maxMin"/>
        </c:scaling>
        <c:delete val="0"/>
        <c:axPos val="l"/>
        <c:numFmt formatCode="General" sourceLinked="0"/>
        <c:majorTickMark val="none"/>
        <c:minorTickMark val="none"/>
        <c:tickLblPos val="low"/>
        <c:spPr>
          <a:ln w="6350">
            <a:solidFill>
              <a:srgbClr val="BBBCBC"/>
            </a:solidFill>
            <a:prstDash val="solid"/>
          </a:ln>
        </c:spPr>
        <c:crossAx val="-389860992"/>
        <c:crosses val="autoZero"/>
        <c:auto val="1"/>
        <c:lblAlgn val="ctr"/>
        <c:lblOffset val="100"/>
        <c:noMultiLvlLbl val="0"/>
      </c:catAx>
      <c:valAx>
        <c:axId val="-389860992"/>
        <c:scaling>
          <c:orientation val="minMax"/>
        </c:scaling>
        <c:delete val="0"/>
        <c:axPos val="b"/>
        <c:majorGridlines>
          <c:spPr>
            <a:ln w="6350">
              <a:solidFill>
                <a:srgbClr val="BBBCBC"/>
              </a:solidFill>
            </a:ln>
          </c:spPr>
        </c:majorGridlines>
        <c:numFmt formatCode="General" sourceLinked="1"/>
        <c:majorTickMark val="out"/>
        <c:minorTickMark val="none"/>
        <c:tickLblPos val="high"/>
        <c:spPr>
          <a:ln w="6350">
            <a:solidFill>
              <a:srgbClr val="BBBCBC"/>
            </a:solidFill>
            <a:prstDash val="solid"/>
          </a:ln>
        </c:spPr>
        <c:crossAx val="117521648"/>
        <c:crosses val="max"/>
        <c:crossBetween val="between"/>
      </c:valAx>
      <c:spPr>
        <a:noFill/>
        <a:ln>
          <a:noFill/>
        </a:ln>
        <a:effectLst/>
        <a:extLst>
          <a:ext uri="{91240B29-F687-4F45-9708-019B960494DF}">
            <a14:hiddenLine xmlns:a14="http://schemas.microsoft.com/office/drawing/2010/main">
              <a:noFill/>
            </a14:hiddenLine>
          </a:ext>
        </a:extLst>
      </c:spPr>
    </c:plotArea>
    <c:legend>
      <c:legendPos val="r"/>
      <c:layout>
        <c:manualLayout>
          <c:xMode val="edge"/>
          <c:yMode val="edge"/>
          <c:x val="0.11837979172344799"/>
          <c:y val="0.90381204311973895"/>
          <c:w val="0.806196073839755"/>
          <c:h val="4.8857629775444701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txPr>
    <a:bodyPr/>
    <a:lstStyle/>
    <a:p>
      <a:pPr>
        <a:defRPr sz="900">
          <a:solidFill>
            <a:srgbClr val="53565A"/>
          </a:solidFill>
          <a:latin typeface="Aptos" panose="020B0004020202020204" pitchFamily="34" charset="0"/>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5540451970299602E-2"/>
          <c:y val="8.7783955520254198E-2"/>
          <c:w val="0.92442130024510905"/>
          <c:h val="0.73595592052184899"/>
        </c:manualLayout>
      </c:layout>
      <c:barChart>
        <c:barDir val="bar"/>
        <c:grouping val="stacked"/>
        <c:varyColors val="0"/>
        <c:ser>
          <c:idx val="0"/>
          <c:order val="0"/>
          <c:tx>
            <c:strRef>
              <c:f>Sheet1!$B$1</c:f>
              <c:strCache>
                <c:ptCount val="1"/>
                <c:pt idx="0">
                  <c:v>Series 1</c:v>
                </c:pt>
              </c:strCache>
            </c:strRef>
          </c:tx>
          <c:spPr>
            <a:solidFill>
              <a:schemeClr val="accent1"/>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North</c:v>
                </c:pt>
                <c:pt idx="1">
                  <c:v>South</c:v>
                </c:pt>
                <c:pt idx="2">
                  <c:v>East</c:v>
                </c:pt>
                <c:pt idx="3">
                  <c:v>West</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1F8-44A2-9A50-E44EFCE34424}"/>
            </c:ext>
          </c:extLst>
        </c:ser>
        <c:ser>
          <c:idx val="1"/>
          <c:order val="1"/>
          <c:tx>
            <c:strRef>
              <c:f>Sheet1!$C$1</c:f>
              <c:strCache>
                <c:ptCount val="1"/>
                <c:pt idx="0">
                  <c:v>Series 2</c:v>
                </c:pt>
              </c:strCache>
            </c:strRef>
          </c:tx>
          <c:spPr>
            <a:solidFill>
              <a:schemeClr val="accent2"/>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North</c:v>
                </c:pt>
                <c:pt idx="1">
                  <c:v>South</c:v>
                </c:pt>
                <c:pt idx="2">
                  <c:v>East</c:v>
                </c:pt>
                <c:pt idx="3">
                  <c:v>West</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1F8-44A2-9A50-E44EFCE34424}"/>
            </c:ext>
          </c:extLst>
        </c:ser>
        <c:ser>
          <c:idx val="2"/>
          <c:order val="2"/>
          <c:tx>
            <c:strRef>
              <c:f>Sheet1!$D$1</c:f>
              <c:strCache>
                <c:ptCount val="1"/>
                <c:pt idx="0">
                  <c:v>Series 3</c:v>
                </c:pt>
              </c:strCache>
            </c:strRef>
          </c:tx>
          <c:spPr>
            <a:solidFill>
              <a:schemeClr val="accent3"/>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North</c:v>
                </c:pt>
                <c:pt idx="1">
                  <c:v>South</c:v>
                </c:pt>
                <c:pt idx="2">
                  <c:v>East</c:v>
                </c:pt>
                <c:pt idx="3">
                  <c:v>West</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1F8-44A2-9A50-E44EFCE34424}"/>
            </c:ext>
          </c:extLst>
        </c:ser>
        <c:ser>
          <c:idx val="3"/>
          <c:order val="3"/>
          <c:tx>
            <c:strRef>
              <c:f>Sheet1!$E$1</c:f>
              <c:strCache>
                <c:ptCount val="1"/>
                <c:pt idx="0">
                  <c:v>Series 4</c:v>
                </c:pt>
              </c:strCache>
            </c:strRef>
          </c:tx>
          <c:spPr>
            <a:solidFill>
              <a:schemeClr val="accent4"/>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North</c:v>
                </c:pt>
                <c:pt idx="1">
                  <c:v>South</c:v>
                </c:pt>
                <c:pt idx="2">
                  <c:v>East</c:v>
                </c:pt>
                <c:pt idx="3">
                  <c:v>West</c:v>
                </c:pt>
              </c:strCache>
            </c:strRef>
          </c:cat>
          <c:val>
            <c:numRef>
              <c:f>Sheet1!$E$2:$E$5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3-D1F8-44A2-9A50-E44EFCE34424}"/>
            </c:ext>
          </c:extLst>
        </c:ser>
        <c:ser>
          <c:idx val="4"/>
          <c:order val="4"/>
          <c:tx>
            <c:strRef>
              <c:f>Sheet1!$F$1</c:f>
              <c:strCache>
                <c:ptCount val="1"/>
                <c:pt idx="0">
                  <c:v>Series 5</c:v>
                </c:pt>
              </c:strCache>
            </c:strRef>
          </c:tx>
          <c:spPr>
            <a:solidFill>
              <a:srgbClr val="00ABAB"/>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North</c:v>
                </c:pt>
                <c:pt idx="1">
                  <c:v>South</c:v>
                </c:pt>
                <c:pt idx="2">
                  <c:v>East</c:v>
                </c:pt>
                <c:pt idx="3">
                  <c:v>West</c:v>
                </c:pt>
              </c:strCache>
            </c:strRef>
          </c:cat>
          <c:val>
            <c:numRef>
              <c:f>Sheet1!$F$2:$F$5</c:f>
              <c:numCache>
                <c:formatCode>General</c:formatCode>
                <c:ptCount val="4"/>
                <c:pt idx="0">
                  <c:v>1</c:v>
                </c:pt>
                <c:pt idx="1">
                  <c:v>2</c:v>
                </c:pt>
                <c:pt idx="2">
                  <c:v>3</c:v>
                </c:pt>
                <c:pt idx="3">
                  <c:v>4</c:v>
                </c:pt>
              </c:numCache>
            </c:numRef>
          </c:val>
          <c:extLst>
            <c:ext xmlns:c16="http://schemas.microsoft.com/office/drawing/2014/chart" uri="{C3380CC4-5D6E-409C-BE32-E72D297353CC}">
              <c16:uniqueId val="{00000004-D1F8-44A2-9A50-E44EFCE34424}"/>
            </c:ext>
          </c:extLst>
        </c:ser>
        <c:ser>
          <c:idx val="5"/>
          <c:order val="5"/>
          <c:tx>
            <c:strRef>
              <c:f>Sheet1!$G$1</c:f>
              <c:strCache>
                <c:ptCount val="1"/>
                <c:pt idx="0">
                  <c:v>Series 6</c:v>
                </c:pt>
              </c:strCache>
            </c:strRef>
          </c:tx>
          <c:spPr>
            <a:solidFill>
              <a:srgbClr val="00A3E0"/>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North</c:v>
                </c:pt>
                <c:pt idx="1">
                  <c:v>South</c:v>
                </c:pt>
                <c:pt idx="2">
                  <c:v>East</c:v>
                </c:pt>
                <c:pt idx="3">
                  <c:v>West</c:v>
                </c:pt>
              </c:strCache>
            </c:strRef>
          </c:cat>
          <c:val>
            <c:numRef>
              <c:f>Sheet1!$G$2:$G$5</c:f>
              <c:numCache>
                <c:formatCode>General</c:formatCode>
                <c:ptCount val="4"/>
                <c:pt idx="0">
                  <c:v>1.1000000000000001</c:v>
                </c:pt>
                <c:pt idx="1">
                  <c:v>1</c:v>
                </c:pt>
                <c:pt idx="2">
                  <c:v>1.5</c:v>
                </c:pt>
                <c:pt idx="3">
                  <c:v>2</c:v>
                </c:pt>
              </c:numCache>
            </c:numRef>
          </c:val>
          <c:extLst>
            <c:ext xmlns:c16="http://schemas.microsoft.com/office/drawing/2014/chart" uri="{C3380CC4-5D6E-409C-BE32-E72D297353CC}">
              <c16:uniqueId val="{00000005-D1F8-44A2-9A50-E44EFCE34424}"/>
            </c:ext>
          </c:extLst>
        </c:ser>
        <c:ser>
          <c:idx val="6"/>
          <c:order val="6"/>
          <c:tx>
            <c:strRef>
              <c:f>Sheet1!$H$1</c:f>
              <c:strCache>
                <c:ptCount val="1"/>
                <c:pt idx="0">
                  <c:v>Series 7</c:v>
                </c:pt>
              </c:strCache>
            </c:strRef>
          </c:tx>
          <c:spPr>
            <a:solidFill>
              <a:schemeClr val="bg1">
                <a:lumMod val="65000"/>
              </a:schemeClr>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North</c:v>
                </c:pt>
                <c:pt idx="1">
                  <c:v>South</c:v>
                </c:pt>
                <c:pt idx="2">
                  <c:v>East</c:v>
                </c:pt>
                <c:pt idx="3">
                  <c:v>West</c:v>
                </c:pt>
              </c:strCache>
            </c:strRef>
          </c:cat>
          <c:val>
            <c:numRef>
              <c:f>Sheet1!$H$2:$H$5</c:f>
              <c:numCache>
                <c:formatCode>General</c:formatCode>
                <c:ptCount val="4"/>
                <c:pt idx="0">
                  <c:v>1.2</c:v>
                </c:pt>
                <c:pt idx="1">
                  <c:v>2.1</c:v>
                </c:pt>
                <c:pt idx="2">
                  <c:v>1.2</c:v>
                </c:pt>
                <c:pt idx="3">
                  <c:v>1.5</c:v>
                </c:pt>
              </c:numCache>
            </c:numRef>
          </c:val>
          <c:extLst>
            <c:ext xmlns:c16="http://schemas.microsoft.com/office/drawing/2014/chart" uri="{C3380CC4-5D6E-409C-BE32-E72D297353CC}">
              <c16:uniqueId val="{00000006-D1F8-44A2-9A50-E44EFCE34424}"/>
            </c:ext>
          </c:extLst>
        </c:ser>
        <c:dLbls>
          <c:dLblPos val="ctr"/>
          <c:showLegendKey val="0"/>
          <c:showVal val="1"/>
          <c:showCatName val="0"/>
          <c:showSerName val="0"/>
          <c:showPercent val="0"/>
          <c:showBubbleSize val="0"/>
        </c:dLbls>
        <c:gapWidth val="104"/>
        <c:overlap val="100"/>
        <c:axId val="316287104"/>
        <c:axId val="316287888"/>
      </c:barChart>
      <c:catAx>
        <c:axId val="316287104"/>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crossAx val="316287888"/>
        <c:crosses val="autoZero"/>
        <c:auto val="1"/>
        <c:lblAlgn val="ctr"/>
        <c:lblOffset val="100"/>
        <c:noMultiLvlLbl val="0"/>
      </c:catAx>
      <c:valAx>
        <c:axId val="316287888"/>
        <c:scaling>
          <c:orientation val="minMax"/>
        </c:scaling>
        <c:delete val="0"/>
        <c:axPos val="b"/>
        <c:majorGridlines>
          <c:spPr>
            <a:ln w="3175" cap="flat" cmpd="sng" algn="ctr">
              <a:solidFill>
                <a:schemeClr val="tx2"/>
              </a:solidFill>
              <a:round/>
            </a:ln>
            <a:effectLst/>
          </c:spPr>
        </c:majorGridlines>
        <c:numFmt formatCode="General" sourceLinked="1"/>
        <c:majorTickMark val="none"/>
        <c:minorTickMark val="none"/>
        <c:tickLblPos val="nextTo"/>
        <c:spPr>
          <a:noFill/>
          <a:ln w="3175">
            <a:solidFill>
              <a:schemeClr val="tx2"/>
            </a:solidFill>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crossAx val="316287104"/>
        <c:crosses val="autoZero"/>
        <c:crossBetween val="between"/>
      </c:valAx>
      <c:spPr>
        <a:noFill/>
        <a:ln>
          <a:noFill/>
        </a:ln>
        <a:effectLst/>
      </c:spPr>
    </c:plotArea>
    <c:legend>
      <c:legendPos val="b"/>
      <c:layout>
        <c:manualLayout>
          <c:xMode val="edge"/>
          <c:yMode val="edge"/>
          <c:x val="0.17506759203560199"/>
          <c:y val="0.90522461896393203"/>
          <c:w val="0.80189826328721503"/>
          <c:h val="5.3472759908188602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9703566465956"/>
          <c:y val="3.9118872071340099E-2"/>
          <c:w val="0.82303093273913097"/>
          <c:h val="0.749285961650627"/>
        </c:manualLayout>
      </c:layout>
      <c:barChart>
        <c:barDir val="bar"/>
        <c:grouping val="stacked"/>
        <c:varyColors val="0"/>
        <c:ser>
          <c:idx val="0"/>
          <c:order val="0"/>
          <c:tx>
            <c:strRef>
              <c:f>Sheet1!$B$1</c:f>
              <c:strCache>
                <c:ptCount val="1"/>
                <c:pt idx="0">
                  <c:v>Series 1</c:v>
                </c:pt>
              </c:strCache>
            </c:strRef>
          </c:tx>
          <c:spPr>
            <a:solidFill>
              <a:schemeClr val="bg1">
                <a:lumMod val="75000"/>
              </a:schemeClr>
            </a:solidFill>
            <a:ln w="12700">
              <a:noFill/>
            </a:ln>
          </c:spPr>
          <c:invertIfNegative val="0"/>
          <c:dLbls>
            <c:numFmt formatCode="#,##0.0" sourceLinked="0"/>
            <c:spPr>
              <a:noFill/>
              <a:ln>
                <a:noFill/>
              </a:ln>
              <a:effectLst/>
            </c:spPr>
            <c:txPr>
              <a:bodyPr/>
              <a:lstStyle/>
              <a:p>
                <a:pPr>
                  <a:defRPr sz="1000" b="0">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8A01-416A-9DB2-6393C33812A9}"/>
            </c:ext>
          </c:extLst>
        </c:ser>
        <c:ser>
          <c:idx val="1"/>
          <c:order val="1"/>
          <c:tx>
            <c:strRef>
              <c:f>Sheet1!$C$1</c:f>
              <c:strCache>
                <c:ptCount val="1"/>
                <c:pt idx="0">
                  <c:v>Series 2</c:v>
                </c:pt>
              </c:strCache>
            </c:strRef>
          </c:tx>
          <c:spPr>
            <a:solidFill>
              <a:schemeClr val="bg1">
                <a:lumMod val="85000"/>
              </a:schemeClr>
            </a:solidFill>
            <a:ln w="12700">
              <a:noFill/>
            </a:ln>
          </c:spPr>
          <c:invertIfNegative val="0"/>
          <c:dLbls>
            <c:numFmt formatCode="#,##0.0" sourceLinked="0"/>
            <c:spPr>
              <a:noFill/>
              <a:ln>
                <a:noFill/>
              </a:ln>
              <a:effectLst/>
            </c:spPr>
            <c:txPr>
              <a:bodyPr/>
              <a:lstStyle/>
              <a:p>
                <a:pPr>
                  <a:defRPr sz="1000" b="0">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8A01-416A-9DB2-6393C33812A9}"/>
            </c:ext>
          </c:extLst>
        </c:ser>
        <c:ser>
          <c:idx val="2"/>
          <c:order val="2"/>
          <c:tx>
            <c:strRef>
              <c:f>Sheet1!$D$1</c:f>
              <c:strCache>
                <c:ptCount val="1"/>
                <c:pt idx="0">
                  <c:v>Series 3</c:v>
                </c:pt>
              </c:strCache>
            </c:strRef>
          </c:tx>
          <c:spPr>
            <a:solidFill>
              <a:schemeClr val="bg1">
                <a:lumMod val="95000"/>
              </a:schemeClr>
            </a:solidFill>
            <a:ln w="12700">
              <a:noFill/>
            </a:ln>
          </c:spPr>
          <c:invertIfNegative val="0"/>
          <c:dLbls>
            <c:numFmt formatCode="#,##0.0" sourceLinked="0"/>
            <c:spPr>
              <a:noFill/>
              <a:ln>
                <a:noFill/>
              </a:ln>
              <a:effectLst/>
            </c:spPr>
            <c:txPr>
              <a:bodyPr/>
              <a:lstStyle/>
              <a:p>
                <a:pPr>
                  <a:defRPr sz="1000" b="0">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8A01-416A-9DB2-6393C33812A9}"/>
            </c:ext>
          </c:extLst>
        </c:ser>
        <c:ser>
          <c:idx val="3"/>
          <c:order val="3"/>
          <c:tx>
            <c:strRef>
              <c:f>Sheet1!$E$1</c:f>
              <c:strCache>
                <c:ptCount val="1"/>
                <c:pt idx="0">
                  <c:v>Series 4</c:v>
                </c:pt>
              </c:strCache>
            </c:strRef>
          </c:tx>
          <c:spPr>
            <a:solidFill>
              <a:schemeClr val="accent1"/>
            </a:solidFill>
            <a:ln w="12700">
              <a:noFill/>
            </a:ln>
          </c:spPr>
          <c:invertIfNegative val="0"/>
          <c:dLbls>
            <c:numFmt formatCode="#,##0.0" sourceLinked="0"/>
            <c:spPr>
              <a:noFill/>
              <a:ln>
                <a:noFill/>
              </a:ln>
              <a:effectLst/>
            </c:spPr>
            <c:txPr>
              <a:bodyPr/>
              <a:lstStyle/>
              <a:p>
                <a:pPr>
                  <a:defRPr sz="1000" b="0">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Sheet1!$E$2:$E$5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3-8A01-416A-9DB2-6393C33812A9}"/>
            </c:ext>
          </c:extLst>
        </c:ser>
        <c:dLbls>
          <c:showLegendKey val="0"/>
          <c:showVal val="0"/>
          <c:showCatName val="0"/>
          <c:showSerName val="0"/>
          <c:showPercent val="0"/>
          <c:showBubbleSize val="0"/>
        </c:dLbls>
        <c:gapWidth val="100"/>
        <c:overlap val="100"/>
        <c:axId val="121123984"/>
        <c:axId val="121125616"/>
      </c:barChart>
      <c:catAx>
        <c:axId val="121123984"/>
        <c:scaling>
          <c:orientation val="minMax"/>
        </c:scaling>
        <c:delete val="0"/>
        <c:axPos val="l"/>
        <c:numFmt formatCode="General" sourceLinked="0"/>
        <c:majorTickMark val="none"/>
        <c:minorTickMark val="none"/>
        <c:tickLblPos val="nextTo"/>
        <c:spPr>
          <a:ln w="6350">
            <a:solidFill>
              <a:srgbClr val="BBBCBC"/>
            </a:solidFill>
          </a:ln>
        </c:spPr>
        <c:txPr>
          <a:bodyPr/>
          <a:lstStyle/>
          <a:p>
            <a:pPr>
              <a:defRPr sz="1000" b="0">
                <a:solidFill>
                  <a:srgbClr val="53565A"/>
                </a:solidFill>
              </a:defRPr>
            </a:pPr>
            <a:endParaRPr lang="en-US"/>
          </a:p>
        </c:txPr>
        <c:crossAx val="121125616"/>
        <c:crosses val="autoZero"/>
        <c:auto val="1"/>
        <c:lblAlgn val="ctr"/>
        <c:lblOffset val="100"/>
        <c:noMultiLvlLbl val="0"/>
      </c:catAx>
      <c:valAx>
        <c:axId val="121125616"/>
        <c:scaling>
          <c:orientation val="minMax"/>
        </c:scaling>
        <c:delete val="0"/>
        <c:axPos val="b"/>
        <c:majorGridlines>
          <c:spPr>
            <a:ln w="6350">
              <a:solidFill>
                <a:srgbClr val="BBBCBC"/>
              </a:solidFill>
            </a:ln>
          </c:spPr>
        </c:majorGridlines>
        <c:numFmt formatCode="General" sourceLinked="1"/>
        <c:majorTickMark val="none"/>
        <c:minorTickMark val="none"/>
        <c:tickLblPos val="nextTo"/>
        <c:spPr>
          <a:ln w="6350">
            <a:solidFill>
              <a:srgbClr val="BBBCBC"/>
            </a:solidFill>
          </a:ln>
        </c:spPr>
        <c:txPr>
          <a:bodyPr/>
          <a:lstStyle/>
          <a:p>
            <a:pPr>
              <a:defRPr sz="1000" b="0">
                <a:solidFill>
                  <a:srgbClr val="53565A"/>
                </a:solidFill>
              </a:defRPr>
            </a:pPr>
            <a:endParaRPr lang="en-US"/>
          </a:p>
        </c:txPr>
        <c:crossAx val="121123984"/>
        <c:crosses val="autoZero"/>
        <c:crossBetween val="between"/>
      </c:valAx>
      <c:spPr>
        <a:ln>
          <a:noFill/>
        </a:ln>
      </c:spPr>
    </c:plotArea>
    <c:legend>
      <c:legendPos val="r"/>
      <c:legendEntry>
        <c:idx val="0"/>
        <c:txPr>
          <a:bodyPr/>
          <a:lstStyle/>
          <a:p>
            <a:pPr>
              <a:defRPr sz="1000" b="0">
                <a:solidFill>
                  <a:srgbClr val="53565A"/>
                </a:solidFill>
              </a:defRPr>
            </a:pPr>
            <a:endParaRPr lang="en-US"/>
          </a:p>
        </c:txPr>
      </c:legendEntry>
      <c:layout>
        <c:manualLayout>
          <c:xMode val="edge"/>
          <c:yMode val="edge"/>
          <c:x val="0.19434497953256599"/>
          <c:y val="0.89079811809435905"/>
          <c:w val="0.72666916924331804"/>
          <c:h val="4.7013752187226601E-2"/>
        </c:manualLayout>
      </c:layout>
      <c:overlay val="0"/>
      <c:txPr>
        <a:bodyPr/>
        <a:lstStyle/>
        <a:p>
          <a:pPr>
            <a:defRPr sz="1000" b="0">
              <a:solidFill>
                <a:srgbClr val="53565A"/>
              </a:solidFill>
            </a:defRPr>
          </a:pPr>
          <a:endParaRPr lang="en-US"/>
        </a:p>
      </c:txPr>
    </c:legend>
    <c:plotVisOnly val="1"/>
    <c:dispBlanksAs val="gap"/>
    <c:showDLblsOverMax val="0"/>
  </c:chart>
  <c:txPr>
    <a:bodyPr/>
    <a:lstStyle/>
    <a:p>
      <a:pPr>
        <a:defRPr sz="18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992602437434201"/>
          <c:y val="3.9118872071340099E-2"/>
          <c:w val="0.82274913486132695"/>
          <c:h val="0.749285961650627"/>
        </c:manualLayout>
      </c:layout>
      <c:barChart>
        <c:barDir val="bar"/>
        <c:grouping val="stacked"/>
        <c:varyColors val="0"/>
        <c:ser>
          <c:idx val="0"/>
          <c:order val="0"/>
          <c:tx>
            <c:strRef>
              <c:f>Sheet1!$B$1</c:f>
              <c:strCache>
                <c:ptCount val="1"/>
                <c:pt idx="0">
                  <c:v>Series 1</c:v>
                </c:pt>
              </c:strCache>
            </c:strRef>
          </c:tx>
          <c:spPr>
            <a:solidFill>
              <a:schemeClr val="accent1"/>
            </a:solidFill>
            <a:ln w="12700">
              <a:noFill/>
              <a:prstDash val="solid"/>
            </a:ln>
          </c:spPr>
          <c:invertIfNegative val="0"/>
          <c:dLbls>
            <c:numFmt formatCode="#,##0.0" sourceLinked="0"/>
            <c:spPr>
              <a:noFill/>
              <a:ln>
                <a:noFill/>
              </a:ln>
              <a:effectLst/>
            </c:spPr>
            <c:txPr>
              <a:bodyPr/>
              <a:lstStyle/>
              <a:p>
                <a:pPr>
                  <a:defRPr sz="1000" b="0">
                    <a:solidFill>
                      <a:schemeClr val="tx1"/>
                    </a:solidFill>
                    <a:latin typeface="+mn-lt"/>
                    <a:ea typeface="+mn-lt"/>
                    <a:cs typeface="+mn-lt"/>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015D-4790-8D71-457160CBD7EE}"/>
            </c:ext>
          </c:extLst>
        </c:ser>
        <c:ser>
          <c:idx val="1"/>
          <c:order val="1"/>
          <c:tx>
            <c:strRef>
              <c:f>Sheet1!$C$1</c:f>
              <c:strCache>
                <c:ptCount val="1"/>
                <c:pt idx="0">
                  <c:v>Series 2</c:v>
                </c:pt>
              </c:strCache>
            </c:strRef>
          </c:tx>
          <c:spPr>
            <a:solidFill>
              <a:schemeClr val="accent2"/>
            </a:solidFill>
            <a:ln w="12700">
              <a:noFill/>
              <a:prstDash val="solid"/>
            </a:ln>
          </c:spPr>
          <c:invertIfNegative val="0"/>
          <c:dLbls>
            <c:numFmt formatCode="#,##0.0" sourceLinked="0"/>
            <c:spPr>
              <a:noFill/>
              <a:ln>
                <a:noFill/>
              </a:ln>
              <a:effectLst/>
            </c:spPr>
            <c:txPr>
              <a:bodyPr/>
              <a:lstStyle/>
              <a:p>
                <a:pPr>
                  <a:defRPr sz="1000" b="0">
                    <a:solidFill>
                      <a:schemeClr val="bg1"/>
                    </a:solidFill>
                    <a:latin typeface="+mn-lt"/>
                    <a:ea typeface="+mn-lt"/>
                    <a:cs typeface="+mn-lt"/>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015D-4790-8D71-457160CBD7EE}"/>
            </c:ext>
          </c:extLst>
        </c:ser>
        <c:ser>
          <c:idx val="2"/>
          <c:order val="2"/>
          <c:tx>
            <c:strRef>
              <c:f>Sheet1!$D$1</c:f>
              <c:strCache>
                <c:ptCount val="1"/>
                <c:pt idx="0">
                  <c:v>Series 3</c:v>
                </c:pt>
              </c:strCache>
            </c:strRef>
          </c:tx>
          <c:spPr>
            <a:solidFill>
              <a:schemeClr val="hlink"/>
            </a:solidFill>
            <a:ln w="12700">
              <a:noFill/>
              <a:prstDash val="solid"/>
            </a:ln>
          </c:spPr>
          <c:invertIfNegative val="0"/>
          <c:dLbls>
            <c:numFmt formatCode="#,##0.0" sourceLinked="0"/>
            <c:spPr>
              <a:noFill/>
              <a:ln>
                <a:noFill/>
              </a:ln>
              <a:effectLst/>
            </c:spPr>
            <c:txPr>
              <a:bodyPr/>
              <a:lstStyle/>
              <a:p>
                <a:pPr>
                  <a:defRPr sz="1000" b="0">
                    <a:solidFill>
                      <a:schemeClr val="bg1"/>
                    </a:solidFill>
                    <a:latin typeface="+mn-lt"/>
                    <a:ea typeface="+mn-lt"/>
                    <a:cs typeface="+mn-lt"/>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015D-4790-8D71-457160CBD7EE}"/>
            </c:ext>
          </c:extLst>
        </c:ser>
        <c:ser>
          <c:idx val="3"/>
          <c:order val="3"/>
          <c:tx>
            <c:strRef>
              <c:f>Sheet1!$E$1</c:f>
              <c:strCache>
                <c:ptCount val="1"/>
                <c:pt idx="0">
                  <c:v>Series 4</c:v>
                </c:pt>
              </c:strCache>
            </c:strRef>
          </c:tx>
          <c:spPr>
            <a:solidFill>
              <a:schemeClr val="accent4"/>
            </a:solidFill>
            <a:ln w="12700">
              <a:noFill/>
              <a:prstDash val="solid"/>
            </a:ln>
          </c:spPr>
          <c:invertIfNegative val="0"/>
          <c:dLbls>
            <c:numFmt formatCode="#,##0.0" sourceLinked="0"/>
            <c:spPr>
              <a:noFill/>
              <a:ln>
                <a:noFill/>
              </a:ln>
              <a:effectLst/>
            </c:spPr>
            <c:txPr>
              <a:bodyPr/>
              <a:lstStyle/>
              <a:p>
                <a:pPr>
                  <a:defRPr sz="1000" b="0">
                    <a:solidFill>
                      <a:schemeClr val="bg1"/>
                    </a:solidFill>
                    <a:latin typeface="+mn-lt"/>
                    <a:ea typeface="+mn-lt"/>
                    <a:cs typeface="+mn-lt"/>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Sheet1!$E$2:$E$5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3-015D-4790-8D71-457160CBD7EE}"/>
            </c:ext>
          </c:extLst>
        </c:ser>
        <c:dLbls>
          <c:dLblPos val="ctr"/>
          <c:showLegendKey val="0"/>
          <c:showVal val="1"/>
          <c:showCatName val="0"/>
          <c:showSerName val="0"/>
          <c:showPercent val="0"/>
          <c:showBubbleSize val="0"/>
        </c:dLbls>
        <c:gapWidth val="100"/>
        <c:overlap val="100"/>
        <c:axId val="121583728"/>
        <c:axId val="121586400"/>
      </c:barChart>
      <c:catAx>
        <c:axId val="121583728"/>
        <c:scaling>
          <c:orientation val="minMax"/>
        </c:scaling>
        <c:delete val="0"/>
        <c:axPos val="l"/>
        <c:numFmt formatCode="General" sourceLinked="0"/>
        <c:majorTickMark val="none"/>
        <c:minorTickMark val="none"/>
        <c:tickLblPos val="nextTo"/>
        <c:spPr>
          <a:ln w="6350">
            <a:solidFill>
              <a:srgbClr val="BBBCBC"/>
            </a:solidFill>
            <a:prstDash val="solid"/>
          </a:ln>
        </c:spPr>
        <c:txPr>
          <a:bodyPr/>
          <a:lstStyle/>
          <a:p>
            <a:pPr>
              <a:defRPr sz="1000" b="0">
                <a:solidFill>
                  <a:srgbClr val="53565A"/>
                </a:solidFill>
                <a:latin typeface="+mn-lt"/>
                <a:ea typeface="+mn-lt"/>
                <a:cs typeface="+mn-lt"/>
              </a:defRPr>
            </a:pPr>
            <a:endParaRPr lang="en-US"/>
          </a:p>
        </c:txPr>
        <c:crossAx val="121586400"/>
        <c:crosses val="autoZero"/>
        <c:auto val="1"/>
        <c:lblAlgn val="ctr"/>
        <c:lblOffset val="100"/>
        <c:noMultiLvlLbl val="0"/>
      </c:catAx>
      <c:valAx>
        <c:axId val="121586400"/>
        <c:scaling>
          <c:orientation val="minMax"/>
        </c:scaling>
        <c:delete val="0"/>
        <c:axPos val="b"/>
        <c:majorGridlines>
          <c:spPr>
            <a:ln w="6350">
              <a:solidFill>
                <a:srgbClr val="BBBCBC"/>
              </a:solidFill>
            </a:ln>
          </c:spPr>
        </c:majorGridlines>
        <c:numFmt formatCode="General" sourceLinked="1"/>
        <c:majorTickMark val="none"/>
        <c:minorTickMark val="none"/>
        <c:tickLblPos val="low"/>
        <c:spPr>
          <a:ln w="6350">
            <a:solidFill>
              <a:srgbClr val="BBBCBC"/>
            </a:solidFill>
            <a:prstDash val="solid"/>
          </a:ln>
        </c:spPr>
        <c:txPr>
          <a:bodyPr/>
          <a:lstStyle/>
          <a:p>
            <a:pPr>
              <a:defRPr sz="1000" b="0">
                <a:solidFill>
                  <a:srgbClr val="53565A"/>
                </a:solidFill>
                <a:latin typeface="+mn-lt"/>
                <a:ea typeface="+mn-lt"/>
                <a:cs typeface="+mn-lt"/>
              </a:defRPr>
            </a:pPr>
            <a:endParaRPr lang="en-US"/>
          </a:p>
        </c:txPr>
        <c:crossAx val="121583728"/>
        <c:crosses val="autoZero"/>
        <c:crossBetween val="between"/>
      </c:valAx>
      <c:spPr>
        <a:ln>
          <a:noFill/>
        </a:ln>
      </c:spPr>
    </c:plotArea>
    <c:legend>
      <c:legendPos val="r"/>
      <c:legendEntry>
        <c:idx val="0"/>
        <c:txPr>
          <a:bodyPr/>
          <a:lstStyle/>
          <a:p>
            <a:pPr>
              <a:defRPr sz="1000" b="0">
                <a:solidFill>
                  <a:srgbClr val="53565A"/>
                </a:solidFill>
                <a:latin typeface="+mn-lt"/>
                <a:ea typeface="+mn-lt"/>
                <a:cs typeface="+mn-lt"/>
              </a:defRPr>
            </a:pPr>
            <a:endParaRPr lang="en-US"/>
          </a:p>
        </c:txPr>
      </c:legendEntry>
      <c:layout>
        <c:manualLayout>
          <c:xMode val="edge"/>
          <c:yMode val="edge"/>
          <c:x val="0.184957119213601"/>
          <c:y val="0.89079811809435905"/>
          <c:w val="0.73403714996492198"/>
          <c:h val="4.4120233668708098E-2"/>
        </c:manualLayout>
      </c:layout>
      <c:overlay val="0"/>
      <c:spPr>
        <a:noFill/>
        <a:ln>
          <a:noFill/>
          <a:round/>
        </a:ln>
        <a:effectLst/>
        <a:extLst>
          <a:ext uri="{91240B29-F687-4F45-9708-019B960494DF}">
            <a14:hiddenLine xmlns:a14="http://schemas.microsoft.com/office/drawing/2010/main">
              <a:noFill/>
              <a:round/>
            </a14:hiddenLine>
          </a:ext>
        </a:extLst>
      </c:spPr>
      <c:txPr>
        <a:bodyPr/>
        <a:lstStyle/>
        <a:p>
          <a:pPr>
            <a:defRPr sz="1000" b="0">
              <a:solidFill>
                <a:srgbClr val="53565A"/>
              </a:solidFill>
              <a:latin typeface="+mn-lt"/>
              <a:ea typeface="+mn-lt"/>
              <a:cs typeface="+mn-lt"/>
            </a:defRPr>
          </a:pPr>
          <a:endParaRPr lang="en-US"/>
        </a:p>
      </c:txPr>
    </c:legend>
    <c:plotVisOnly val="1"/>
    <c:dispBlanksAs val="gap"/>
    <c:showDLblsOverMax val="0"/>
  </c:chart>
  <c:txPr>
    <a:bodyPr/>
    <a:lstStyle/>
    <a:p>
      <a:pPr>
        <a:defRPr sz="1800"/>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4448953470637698E-2"/>
          <c:y val="5.2098143833887597E-2"/>
          <c:w val="0.88882727106889903"/>
          <c:h val="0.77301405857259298"/>
        </c:manualLayout>
      </c:layout>
      <c:barChart>
        <c:barDir val="bar"/>
        <c:grouping val="percentStacked"/>
        <c:varyColors val="0"/>
        <c:ser>
          <c:idx val="0"/>
          <c:order val="0"/>
          <c:tx>
            <c:strRef>
              <c:f>Sheet1!$B$1</c:f>
              <c:strCache>
                <c:ptCount val="1"/>
                <c:pt idx="0">
                  <c:v>Column 1</c:v>
                </c:pt>
              </c:strCache>
            </c:strRef>
          </c:tx>
          <c:spPr>
            <a:solidFill>
              <a:schemeClr val="accent1"/>
            </a:solidFill>
            <a:ln w="28575" cap="rnd">
              <a:noFill/>
              <a:round/>
            </a:ln>
            <a:effectLst/>
          </c:spPr>
          <c:invertIfNegative val="0"/>
          <c:dPt>
            <c:idx val="1"/>
            <c:invertIfNegative val="0"/>
            <c:bubble3D val="0"/>
            <c:spPr>
              <a:solidFill>
                <a:schemeClr val="accent2"/>
              </a:solidFill>
              <a:ln w="28575" cap="rnd">
                <a:noFill/>
                <a:round/>
              </a:ln>
              <a:effectLst/>
            </c:spPr>
            <c:extLst>
              <c:ext xmlns:c16="http://schemas.microsoft.com/office/drawing/2014/chart" uri="{C3380CC4-5D6E-409C-BE32-E72D297353CC}">
                <c16:uniqueId val="{00000001-6F2B-47FC-B7DE-DE38531C07A4}"/>
              </c:ext>
            </c:extLst>
          </c:dPt>
          <c:dPt>
            <c:idx val="2"/>
            <c:invertIfNegative val="0"/>
            <c:bubble3D val="0"/>
            <c:spPr>
              <a:solidFill>
                <a:schemeClr val="accent3"/>
              </a:solidFill>
              <a:ln w="28575" cap="rnd">
                <a:noFill/>
                <a:round/>
              </a:ln>
              <a:effectLst/>
            </c:spPr>
            <c:extLst>
              <c:ext xmlns:c16="http://schemas.microsoft.com/office/drawing/2014/chart" uri="{C3380CC4-5D6E-409C-BE32-E72D297353CC}">
                <c16:uniqueId val="{00000003-6F2B-47FC-B7DE-DE38531C07A4}"/>
              </c:ext>
            </c:extLst>
          </c:dPt>
          <c:dPt>
            <c:idx val="3"/>
            <c:invertIfNegative val="0"/>
            <c:bubble3D val="0"/>
            <c:spPr>
              <a:solidFill>
                <a:schemeClr val="accent4"/>
              </a:solidFill>
              <a:ln w="28575" cap="rnd">
                <a:noFill/>
                <a:round/>
              </a:ln>
              <a:effectLst/>
            </c:spPr>
            <c:extLst>
              <c:ext xmlns:c16="http://schemas.microsoft.com/office/drawing/2014/chart" uri="{C3380CC4-5D6E-409C-BE32-E72D297353CC}">
                <c16:uniqueId val="{00000005-6F2B-47FC-B7DE-DE38531C07A4}"/>
              </c:ext>
            </c:extLst>
          </c:dPt>
          <c:dPt>
            <c:idx val="4"/>
            <c:invertIfNegative val="0"/>
            <c:bubble3D val="0"/>
            <c:spPr>
              <a:solidFill>
                <a:schemeClr val="accent5"/>
              </a:solidFill>
              <a:ln w="28575" cap="rnd">
                <a:noFill/>
                <a:round/>
              </a:ln>
              <a:effectLst/>
            </c:spPr>
            <c:extLst>
              <c:ext xmlns:c16="http://schemas.microsoft.com/office/drawing/2014/chart" uri="{C3380CC4-5D6E-409C-BE32-E72D297353CC}">
                <c16:uniqueId val="{00000007-6F2B-47FC-B7DE-DE38531C07A4}"/>
              </c:ext>
            </c:extLst>
          </c:dPt>
          <c:dPt>
            <c:idx val="5"/>
            <c:invertIfNegative val="0"/>
            <c:bubble3D val="0"/>
            <c:spPr>
              <a:solidFill>
                <a:schemeClr val="accent6"/>
              </a:solidFill>
              <a:ln w="28575" cap="rnd">
                <a:noFill/>
                <a:round/>
              </a:ln>
              <a:effectLst/>
            </c:spPr>
            <c:extLst>
              <c:ext xmlns:c16="http://schemas.microsoft.com/office/drawing/2014/chart" uri="{C3380CC4-5D6E-409C-BE32-E72D297353CC}">
                <c16:uniqueId val="{00000009-3A92-4DA9-873B-66387F6B75C2}"/>
              </c:ext>
            </c:extLst>
          </c:dPt>
          <c:dPt>
            <c:idx val="6"/>
            <c:invertIfNegative val="0"/>
            <c:bubble3D val="0"/>
            <c:spPr>
              <a:solidFill>
                <a:srgbClr val="009A44"/>
              </a:solidFill>
              <a:ln w="28575" cap="rnd">
                <a:noFill/>
                <a:round/>
              </a:ln>
              <a:effectLst/>
            </c:spPr>
            <c:extLst>
              <c:ext xmlns:c16="http://schemas.microsoft.com/office/drawing/2014/chart" uri="{C3380CC4-5D6E-409C-BE32-E72D297353CC}">
                <c16:uniqueId val="{00000009-6F2B-47FC-B7DE-DE38531C07A4}"/>
              </c:ext>
            </c:extLst>
          </c:dPt>
          <c:dLbls>
            <c:dLbl>
              <c:idx val="0"/>
              <c:spPr>
                <a:noFill/>
                <a:ln>
                  <a:noFill/>
                </a:ln>
                <a:effectLst/>
              </c:spPr>
              <c:txPr>
                <a:bodyPr wrap="square" lIns="38100" tIns="19050" rIns="38100" bIns="19050" anchor="ctr">
                  <a:spAutoFit/>
                </a:bodyPr>
                <a:lstStyle/>
                <a:p>
                  <a:pPr>
                    <a:defRPr sz="1100">
                      <a:solidFill>
                        <a:schemeClr val="tx1"/>
                      </a:solidFill>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C-4751-4A2F-A70C-6DDA56E64E75}"/>
                </c:ext>
              </c:extLst>
            </c:dLbl>
            <c:dLbl>
              <c:idx val="1"/>
              <c:spPr>
                <a:noFill/>
                <a:ln>
                  <a:noFill/>
                </a:ln>
                <a:effectLst/>
              </c:spPr>
              <c:txPr>
                <a:bodyPr wrap="square" lIns="38100" tIns="19050" rIns="38100" bIns="19050" anchor="ctr">
                  <a:spAutoFit/>
                </a:bodyPr>
                <a:lstStyle/>
                <a:p>
                  <a:pPr>
                    <a:defRPr sz="1100">
                      <a:solidFill>
                        <a:schemeClr val="tx1"/>
                      </a:solidFill>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1-6F2B-47FC-B7DE-DE38531C07A4}"/>
                </c:ext>
              </c:extLst>
            </c:dLbl>
            <c:spPr>
              <a:noFill/>
              <a:ln>
                <a:noFill/>
              </a:ln>
              <a:effectLst/>
            </c:spPr>
            <c:txPr>
              <a:bodyPr wrap="square" lIns="38100" tIns="19050" rIns="38100" bIns="19050" anchor="ctr">
                <a:spAutoFit/>
              </a:bodyPr>
              <a:lstStyle/>
              <a:p>
                <a:pPr>
                  <a:defRPr sz="1100">
                    <a:solidFill>
                      <a:schemeClr val="bg1"/>
                    </a:solidFill>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Sheet1!$A$2:$A$8</c:f>
              <c:strCache>
                <c:ptCount val="7"/>
                <c:pt idx="0">
                  <c:v>Title one</c:v>
                </c:pt>
                <c:pt idx="1">
                  <c:v>Title two</c:v>
                </c:pt>
                <c:pt idx="2">
                  <c:v>Title three</c:v>
                </c:pt>
                <c:pt idx="3">
                  <c:v>Title four</c:v>
                </c:pt>
                <c:pt idx="4">
                  <c:v>Title five</c:v>
                </c:pt>
                <c:pt idx="5">
                  <c:v>Title six</c:v>
                </c:pt>
                <c:pt idx="6">
                  <c:v>Title seven</c:v>
                </c:pt>
              </c:strCache>
            </c:strRef>
          </c:cat>
          <c:val>
            <c:numRef>
              <c:f>Sheet1!$B$2:$B$8</c:f>
              <c:numCache>
                <c:formatCode>General</c:formatCode>
                <c:ptCount val="7"/>
                <c:pt idx="0">
                  <c:v>43</c:v>
                </c:pt>
                <c:pt idx="1">
                  <c:v>12</c:v>
                </c:pt>
                <c:pt idx="2">
                  <c:v>35</c:v>
                </c:pt>
                <c:pt idx="3">
                  <c:v>68</c:v>
                </c:pt>
                <c:pt idx="4">
                  <c:v>7</c:v>
                </c:pt>
                <c:pt idx="5">
                  <c:v>23</c:v>
                </c:pt>
                <c:pt idx="6">
                  <c:v>88</c:v>
                </c:pt>
              </c:numCache>
            </c:numRef>
          </c:val>
          <c:extLst>
            <c:ext xmlns:c16="http://schemas.microsoft.com/office/drawing/2014/chart" uri="{C3380CC4-5D6E-409C-BE32-E72D297353CC}">
              <c16:uniqueId val="{00000000-E557-437B-99ED-7A30380B469F}"/>
            </c:ext>
          </c:extLst>
        </c:ser>
        <c:ser>
          <c:idx val="1"/>
          <c:order val="1"/>
          <c:tx>
            <c:strRef>
              <c:f>Sheet1!$C$1</c:f>
              <c:strCache>
                <c:ptCount val="1"/>
                <c:pt idx="0">
                  <c:v>Column 2</c:v>
                </c:pt>
              </c:strCache>
            </c:strRef>
          </c:tx>
          <c:spPr>
            <a:solidFill>
              <a:schemeClr val="bg2"/>
            </a:solidFill>
          </c:spPr>
          <c:invertIfNegative val="0"/>
          <c:cat>
            <c:strRef>
              <c:f>Sheet1!$A$2:$A$8</c:f>
              <c:strCache>
                <c:ptCount val="7"/>
                <c:pt idx="0">
                  <c:v>Title one</c:v>
                </c:pt>
                <c:pt idx="1">
                  <c:v>Title two</c:v>
                </c:pt>
                <c:pt idx="2">
                  <c:v>Title three</c:v>
                </c:pt>
                <c:pt idx="3">
                  <c:v>Title four</c:v>
                </c:pt>
                <c:pt idx="4">
                  <c:v>Title five</c:v>
                </c:pt>
                <c:pt idx="5">
                  <c:v>Title six</c:v>
                </c:pt>
                <c:pt idx="6">
                  <c:v>Title seven</c:v>
                </c:pt>
              </c:strCache>
            </c:strRef>
          </c:cat>
          <c:val>
            <c:numRef>
              <c:f>Sheet1!$C$2:$C$8</c:f>
              <c:numCache>
                <c:formatCode>General</c:formatCode>
                <c:ptCount val="7"/>
                <c:pt idx="0">
                  <c:v>57</c:v>
                </c:pt>
                <c:pt idx="1">
                  <c:v>88</c:v>
                </c:pt>
                <c:pt idx="2">
                  <c:v>65</c:v>
                </c:pt>
                <c:pt idx="3">
                  <c:v>32</c:v>
                </c:pt>
                <c:pt idx="4">
                  <c:v>93</c:v>
                </c:pt>
                <c:pt idx="5">
                  <c:v>77</c:v>
                </c:pt>
                <c:pt idx="6">
                  <c:v>12</c:v>
                </c:pt>
              </c:numCache>
            </c:numRef>
          </c:val>
          <c:extLst>
            <c:ext xmlns:c16="http://schemas.microsoft.com/office/drawing/2014/chart" uri="{C3380CC4-5D6E-409C-BE32-E72D297353CC}">
              <c16:uniqueId val="{0000000A-6F2B-47FC-B7DE-DE38531C07A4}"/>
            </c:ext>
          </c:extLst>
        </c:ser>
        <c:dLbls>
          <c:showLegendKey val="0"/>
          <c:showVal val="0"/>
          <c:showCatName val="0"/>
          <c:showSerName val="0"/>
          <c:showPercent val="0"/>
          <c:showBubbleSize val="0"/>
        </c:dLbls>
        <c:gapWidth val="150"/>
        <c:overlap val="100"/>
        <c:axId val="117970768"/>
        <c:axId val="117973088"/>
      </c:barChart>
      <c:catAx>
        <c:axId val="117970768"/>
        <c:scaling>
          <c:orientation val="maxMin"/>
        </c:scaling>
        <c:delete val="0"/>
        <c:axPos val="l"/>
        <c:numFmt formatCode="General" sourceLinked="1"/>
        <c:majorTickMark val="out"/>
        <c:minorTickMark val="out"/>
        <c:tickLblPos val="nextTo"/>
        <c:spPr>
          <a:noFill/>
          <a:ln w="9525" cap="flat" cmpd="sng" algn="ctr">
            <a:noFill/>
            <a:round/>
          </a:ln>
          <a:effectLst/>
        </c:spPr>
        <c:txPr>
          <a:bodyPr rot="-60000000" vert="horz"/>
          <a:lstStyle/>
          <a:p>
            <a:pPr>
              <a:defRPr sz="1100">
                <a:solidFill>
                  <a:srgbClr val="53565A"/>
                </a:solidFill>
              </a:defRPr>
            </a:pPr>
            <a:endParaRPr lang="en-US"/>
          </a:p>
        </c:txPr>
        <c:crossAx val="117973088"/>
        <c:crosses val="autoZero"/>
        <c:auto val="1"/>
        <c:lblAlgn val="ctr"/>
        <c:lblOffset val="100"/>
        <c:noMultiLvlLbl val="0"/>
      </c:catAx>
      <c:valAx>
        <c:axId val="117973088"/>
        <c:scaling>
          <c:orientation val="minMax"/>
        </c:scaling>
        <c:delete val="1"/>
        <c:axPos val="t"/>
        <c:numFmt formatCode="0%" sourceLinked="1"/>
        <c:majorTickMark val="none"/>
        <c:minorTickMark val="none"/>
        <c:tickLblPos val="nextTo"/>
        <c:crossAx val="117970768"/>
        <c:crosses val="autoZero"/>
        <c:crossBetween val="between"/>
      </c:valAx>
      <c:spPr>
        <a:noFill/>
        <a:ln>
          <a:noFill/>
        </a:ln>
        <a:effectLst/>
      </c:spPr>
    </c:plotArea>
    <c:plotVisOnly val="1"/>
    <c:dispBlanksAs val="gap"/>
    <c:showDLblsOverMax val="0"/>
  </c:chart>
  <c:spPr>
    <a:noFill/>
    <a:ln>
      <a:noFill/>
    </a:ln>
    <a:effectLst/>
  </c:spPr>
  <c:txPr>
    <a:bodyPr/>
    <a:lstStyle/>
    <a:p>
      <a:pPr>
        <a:defRPr sz="900">
          <a:solidFill>
            <a:schemeClr val="accent6"/>
          </a:solidFill>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0735526014103"/>
          <c:y val="4.0366861694371502E-2"/>
          <c:w val="0.815843826475942"/>
          <c:h val="0.78393664333624902"/>
        </c:manualLayout>
      </c:layout>
      <c:barChart>
        <c:barDir val="bar"/>
        <c:grouping val="clustered"/>
        <c:varyColors val="0"/>
        <c:ser>
          <c:idx val="0"/>
          <c:order val="0"/>
          <c:tx>
            <c:strRef>
              <c:f>Sheet1!$B$1</c:f>
              <c:strCache>
                <c:ptCount val="1"/>
                <c:pt idx="0">
                  <c:v>A</c:v>
                </c:pt>
              </c:strCache>
            </c:strRef>
          </c:tx>
          <c:spPr>
            <a:solidFill>
              <a:schemeClr val="accent1"/>
            </a:solidFill>
            <a:ln w="12700">
              <a:solidFill>
                <a:schemeClr val="bg1"/>
              </a:solidFill>
              <a:prstDash val="solid"/>
            </a:ln>
          </c:spPr>
          <c:invertIfNegative val="0"/>
          <c:dPt>
            <c:idx val="0"/>
            <c:invertIfNegative val="0"/>
            <c:bubble3D val="0"/>
            <c:spPr>
              <a:solidFill>
                <a:schemeClr val="bg1">
                  <a:lumMod val="85000"/>
                </a:schemeClr>
              </a:solidFill>
              <a:ln w="12700">
                <a:solidFill>
                  <a:schemeClr val="bg1"/>
                </a:solidFill>
                <a:prstDash val="solid"/>
              </a:ln>
            </c:spPr>
            <c:extLst>
              <c:ext xmlns:c16="http://schemas.microsoft.com/office/drawing/2014/chart" uri="{C3380CC4-5D6E-409C-BE32-E72D297353CC}">
                <c16:uniqueId val="{00000001-6389-4923-986E-D0388C2DEFEE}"/>
              </c:ext>
            </c:extLst>
          </c:dPt>
          <c:dPt>
            <c:idx val="1"/>
            <c:invertIfNegative val="0"/>
            <c:bubble3D val="0"/>
            <c:spPr>
              <a:solidFill>
                <a:schemeClr val="bg1">
                  <a:lumMod val="75000"/>
                </a:schemeClr>
              </a:solidFill>
              <a:ln w="12700">
                <a:solidFill>
                  <a:schemeClr val="bg1"/>
                </a:solidFill>
                <a:prstDash val="solid"/>
              </a:ln>
            </c:spPr>
            <c:extLst>
              <c:ext xmlns:c16="http://schemas.microsoft.com/office/drawing/2014/chart" uri="{C3380CC4-5D6E-409C-BE32-E72D297353CC}">
                <c16:uniqueId val="{00000003-6389-4923-986E-D0388C2DEFEE}"/>
              </c:ext>
            </c:extLst>
          </c:dPt>
          <c:dPt>
            <c:idx val="2"/>
            <c:invertIfNegative val="0"/>
            <c:bubble3D val="0"/>
            <c:spPr>
              <a:solidFill>
                <a:schemeClr val="bg1">
                  <a:lumMod val="65000"/>
                </a:schemeClr>
              </a:solidFill>
              <a:ln w="12700">
                <a:solidFill>
                  <a:schemeClr val="bg1"/>
                </a:solidFill>
                <a:prstDash val="solid"/>
              </a:ln>
            </c:spPr>
            <c:extLst>
              <c:ext xmlns:c16="http://schemas.microsoft.com/office/drawing/2014/chart" uri="{C3380CC4-5D6E-409C-BE32-E72D297353CC}">
                <c16:uniqueId val="{00000005-6389-4923-986E-D0388C2DEFEE}"/>
              </c:ext>
            </c:extLst>
          </c:dPt>
          <c:dPt>
            <c:idx val="3"/>
            <c:invertIfNegative val="0"/>
            <c:bubble3D val="0"/>
            <c:spPr>
              <a:solidFill>
                <a:schemeClr val="bg1">
                  <a:lumMod val="50000"/>
                </a:schemeClr>
              </a:solidFill>
              <a:ln w="12700">
                <a:solidFill>
                  <a:schemeClr val="bg1"/>
                </a:solidFill>
                <a:prstDash val="solid"/>
              </a:ln>
            </c:spPr>
            <c:extLst>
              <c:ext xmlns:c16="http://schemas.microsoft.com/office/drawing/2014/chart" uri="{C3380CC4-5D6E-409C-BE32-E72D297353CC}">
                <c16:uniqueId val="{00000007-6389-4923-986E-D0388C2DEFEE}"/>
              </c:ext>
            </c:extLst>
          </c:dPt>
          <c:dPt>
            <c:idx val="4"/>
            <c:invertIfNegative val="0"/>
            <c:bubble3D val="0"/>
            <c:spPr>
              <a:solidFill>
                <a:schemeClr val="accent3"/>
              </a:solidFill>
              <a:ln w="12700">
                <a:solidFill>
                  <a:schemeClr val="bg1"/>
                </a:solidFill>
                <a:prstDash val="solid"/>
              </a:ln>
            </c:spPr>
            <c:extLst>
              <c:ext xmlns:c16="http://schemas.microsoft.com/office/drawing/2014/chart" uri="{C3380CC4-5D6E-409C-BE32-E72D297353CC}">
                <c16:uniqueId val="{00000009-6389-4923-986E-D0388C2DEFEE}"/>
              </c:ext>
            </c:extLst>
          </c:dPt>
          <c:dLbls>
            <c:spPr>
              <a:noFill/>
              <a:ln>
                <a:noFill/>
              </a:ln>
              <a:effectLst/>
            </c:spPr>
            <c:txPr>
              <a:bodyPr/>
              <a:lstStyle/>
              <a:p>
                <a:pPr>
                  <a:defRPr sz="1100" b="0">
                    <a:solidFill>
                      <a:srgbClr val="53565A"/>
                    </a:solidFill>
                    <a:latin typeface="+mn-lt"/>
                    <a:ea typeface="+mn-lt"/>
                    <a:cs typeface="+mn-lt"/>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A</c:v>
                </c:pt>
                <c:pt idx="1">
                  <c:v>B</c:v>
                </c:pt>
                <c:pt idx="2">
                  <c:v>C</c:v>
                </c:pt>
                <c:pt idx="3">
                  <c:v>D</c:v>
                </c:pt>
                <c:pt idx="4">
                  <c:v>E</c:v>
                </c:pt>
              </c:strCache>
            </c:strRef>
          </c:cat>
          <c:val>
            <c:numRef>
              <c:f>Sheet1!$B$2:$B$6</c:f>
              <c:numCache>
                <c:formatCode>General</c:formatCode>
                <c:ptCount val="5"/>
                <c:pt idx="0">
                  <c:v>12</c:v>
                </c:pt>
                <c:pt idx="1">
                  <c:v>20</c:v>
                </c:pt>
                <c:pt idx="2">
                  <c:v>22</c:v>
                </c:pt>
                <c:pt idx="3">
                  <c:v>25</c:v>
                </c:pt>
                <c:pt idx="4">
                  <c:v>28</c:v>
                </c:pt>
              </c:numCache>
            </c:numRef>
          </c:val>
          <c:extLst>
            <c:ext xmlns:c16="http://schemas.microsoft.com/office/drawing/2014/chart" uri="{C3380CC4-5D6E-409C-BE32-E72D297353CC}">
              <c16:uniqueId val="{0000000A-6389-4923-986E-D0388C2DEFEE}"/>
            </c:ext>
          </c:extLst>
        </c:ser>
        <c:dLbls>
          <c:dLblPos val="outEnd"/>
          <c:showLegendKey val="0"/>
          <c:showVal val="1"/>
          <c:showCatName val="0"/>
          <c:showSerName val="0"/>
          <c:showPercent val="0"/>
          <c:showBubbleSize val="0"/>
        </c:dLbls>
        <c:gapWidth val="150"/>
        <c:axId val="19871104"/>
        <c:axId val="123425568"/>
      </c:barChart>
      <c:catAx>
        <c:axId val="19871104"/>
        <c:scaling>
          <c:orientation val="minMax"/>
        </c:scaling>
        <c:delete val="0"/>
        <c:axPos val="l"/>
        <c:numFmt formatCode="General" sourceLinked="0"/>
        <c:majorTickMark val="none"/>
        <c:minorTickMark val="none"/>
        <c:tickLblPos val="nextTo"/>
        <c:spPr>
          <a:ln w="6350">
            <a:solidFill>
              <a:srgbClr val="BBBCBC"/>
            </a:solidFill>
            <a:prstDash val="solid"/>
          </a:ln>
        </c:spPr>
        <c:txPr>
          <a:bodyPr/>
          <a:lstStyle/>
          <a:p>
            <a:pPr>
              <a:defRPr sz="1000" b="0">
                <a:solidFill>
                  <a:srgbClr val="53565A"/>
                </a:solidFill>
                <a:latin typeface="+mn-lt"/>
                <a:ea typeface="+mn-lt"/>
                <a:cs typeface="+mn-lt"/>
              </a:defRPr>
            </a:pPr>
            <a:endParaRPr lang="en-US"/>
          </a:p>
        </c:txPr>
        <c:crossAx val="123425568"/>
        <c:crosses val="autoZero"/>
        <c:auto val="1"/>
        <c:lblAlgn val="ctr"/>
        <c:lblOffset val="100"/>
        <c:noMultiLvlLbl val="0"/>
      </c:catAx>
      <c:valAx>
        <c:axId val="123425568"/>
        <c:scaling>
          <c:orientation val="minMax"/>
        </c:scaling>
        <c:delete val="0"/>
        <c:axPos val="b"/>
        <c:majorGridlines>
          <c:spPr>
            <a:ln w="6350">
              <a:solidFill>
                <a:srgbClr val="BBBCBC"/>
              </a:solidFill>
            </a:ln>
          </c:spPr>
        </c:majorGridlines>
        <c:numFmt formatCode="General" sourceLinked="1"/>
        <c:majorTickMark val="none"/>
        <c:minorTickMark val="none"/>
        <c:tickLblPos val="low"/>
        <c:spPr>
          <a:ln w="9525">
            <a:noFill/>
            <a:prstDash val="solid"/>
          </a:ln>
        </c:spPr>
        <c:txPr>
          <a:bodyPr/>
          <a:lstStyle/>
          <a:p>
            <a:pPr>
              <a:defRPr sz="900" b="0">
                <a:solidFill>
                  <a:srgbClr val="53565A"/>
                </a:solidFill>
                <a:latin typeface="+mn-lt"/>
                <a:ea typeface="+mn-lt"/>
                <a:cs typeface="+mn-lt"/>
              </a:defRPr>
            </a:pPr>
            <a:endParaRPr lang="en-US"/>
          </a:p>
        </c:txPr>
        <c:crossAx val="19871104"/>
        <c:crosses val="autoZero"/>
        <c:crossBetween val="between"/>
      </c:valAx>
      <c:spPr>
        <a:noFill/>
        <a:ln>
          <a:noFill/>
        </a:ln>
        <a:effectLst/>
        <a:extLst>
          <a:ext uri="{91240B29-F687-4F45-9708-019B960494DF}">
            <a14:hiddenLine xmlns:a14="http://schemas.microsoft.com/office/drawing/2010/main">
              <a:noFill/>
            </a14:hiddenLine>
          </a:ext>
        </a:extLst>
      </c:spPr>
    </c:plotArea>
    <c:legend>
      <c:legendPos val="b"/>
      <c:layout>
        <c:manualLayout>
          <c:xMode val="edge"/>
          <c:yMode val="edge"/>
          <c:x val="0.15082707778379001"/>
          <c:y val="0.908292322834646"/>
          <c:w val="0.71326136698625697"/>
          <c:h val="4.9372767206182597E-2"/>
        </c:manualLayout>
      </c:layout>
      <c:overlay val="0"/>
      <c:spPr>
        <a:noFill/>
        <a:ln>
          <a:noFill/>
          <a:round/>
        </a:ln>
        <a:effectLst/>
        <a:extLst>
          <a:ext uri="{91240B29-F687-4F45-9708-019B960494DF}">
            <a14:hiddenLine xmlns:a14="http://schemas.microsoft.com/office/drawing/2010/main">
              <a:noFill/>
              <a:round/>
            </a14:hiddenLine>
          </a:ext>
        </a:extLst>
      </c:spPr>
      <c:txPr>
        <a:bodyPr/>
        <a:lstStyle/>
        <a:p>
          <a:pPr>
            <a:defRPr sz="1100" b="0">
              <a:solidFill>
                <a:srgbClr val="53565A"/>
              </a:solidFill>
              <a:latin typeface="+mn-lt"/>
              <a:ea typeface="+mn-lt"/>
              <a:cs typeface="+mn-lt"/>
            </a:defRPr>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0735526014103"/>
          <c:y val="4.0366861694371502E-2"/>
          <c:w val="0.815843826475942"/>
          <c:h val="0.78393664333624902"/>
        </c:manualLayout>
      </c:layout>
      <c:barChart>
        <c:barDir val="bar"/>
        <c:grouping val="clustered"/>
        <c:varyColors val="0"/>
        <c:ser>
          <c:idx val="0"/>
          <c:order val="0"/>
          <c:tx>
            <c:strRef>
              <c:f>Sheet1!$B$1</c:f>
              <c:strCache>
                <c:ptCount val="1"/>
                <c:pt idx="0">
                  <c:v>A</c:v>
                </c:pt>
              </c:strCache>
            </c:strRef>
          </c:tx>
          <c:spPr>
            <a:solidFill>
              <a:schemeClr val="accent1"/>
            </a:solidFill>
            <a:ln w="12700">
              <a:solidFill>
                <a:schemeClr val="bg1"/>
              </a:solidFill>
              <a:prstDash val="solid"/>
            </a:ln>
          </c:spPr>
          <c:invertIfNegative val="0"/>
          <c:dPt>
            <c:idx val="0"/>
            <c:invertIfNegative val="0"/>
            <c:bubble3D val="0"/>
            <c:spPr>
              <a:solidFill>
                <a:schemeClr val="bg1">
                  <a:lumMod val="85000"/>
                </a:schemeClr>
              </a:solidFill>
              <a:ln w="12700">
                <a:solidFill>
                  <a:schemeClr val="bg1"/>
                </a:solidFill>
                <a:prstDash val="solid"/>
              </a:ln>
            </c:spPr>
            <c:extLst>
              <c:ext xmlns:c16="http://schemas.microsoft.com/office/drawing/2014/chart" uri="{C3380CC4-5D6E-409C-BE32-E72D297353CC}">
                <c16:uniqueId val="{00000001-3C55-43CD-9F9B-E92CCEA873E4}"/>
              </c:ext>
            </c:extLst>
          </c:dPt>
          <c:dPt>
            <c:idx val="1"/>
            <c:invertIfNegative val="0"/>
            <c:bubble3D val="0"/>
            <c:spPr>
              <a:solidFill>
                <a:schemeClr val="bg1">
                  <a:lumMod val="75000"/>
                </a:schemeClr>
              </a:solidFill>
              <a:ln w="12700">
                <a:solidFill>
                  <a:schemeClr val="bg1"/>
                </a:solidFill>
                <a:prstDash val="solid"/>
              </a:ln>
            </c:spPr>
            <c:extLst>
              <c:ext xmlns:c16="http://schemas.microsoft.com/office/drawing/2014/chart" uri="{C3380CC4-5D6E-409C-BE32-E72D297353CC}">
                <c16:uniqueId val="{00000003-3C55-43CD-9F9B-E92CCEA873E4}"/>
              </c:ext>
            </c:extLst>
          </c:dPt>
          <c:dPt>
            <c:idx val="2"/>
            <c:invertIfNegative val="0"/>
            <c:bubble3D val="0"/>
            <c:spPr>
              <a:solidFill>
                <a:schemeClr val="bg1">
                  <a:lumMod val="65000"/>
                </a:schemeClr>
              </a:solidFill>
              <a:ln w="12700">
                <a:solidFill>
                  <a:schemeClr val="bg1"/>
                </a:solidFill>
                <a:prstDash val="solid"/>
              </a:ln>
            </c:spPr>
            <c:extLst>
              <c:ext xmlns:c16="http://schemas.microsoft.com/office/drawing/2014/chart" uri="{C3380CC4-5D6E-409C-BE32-E72D297353CC}">
                <c16:uniqueId val="{00000005-3C55-43CD-9F9B-E92CCEA873E4}"/>
              </c:ext>
            </c:extLst>
          </c:dPt>
          <c:dPt>
            <c:idx val="3"/>
            <c:invertIfNegative val="0"/>
            <c:bubble3D val="0"/>
            <c:spPr>
              <a:solidFill>
                <a:schemeClr val="bg1">
                  <a:lumMod val="50000"/>
                </a:schemeClr>
              </a:solidFill>
              <a:ln w="12700">
                <a:solidFill>
                  <a:schemeClr val="bg1"/>
                </a:solidFill>
                <a:prstDash val="solid"/>
              </a:ln>
            </c:spPr>
            <c:extLst>
              <c:ext xmlns:c16="http://schemas.microsoft.com/office/drawing/2014/chart" uri="{C3380CC4-5D6E-409C-BE32-E72D297353CC}">
                <c16:uniqueId val="{00000007-3C55-43CD-9F9B-E92CCEA873E4}"/>
              </c:ext>
            </c:extLst>
          </c:dPt>
          <c:dPt>
            <c:idx val="4"/>
            <c:invertIfNegative val="0"/>
            <c:bubble3D val="0"/>
            <c:spPr>
              <a:solidFill>
                <a:schemeClr val="accent3"/>
              </a:solidFill>
              <a:ln w="12700">
                <a:solidFill>
                  <a:schemeClr val="bg1"/>
                </a:solidFill>
                <a:prstDash val="solid"/>
              </a:ln>
            </c:spPr>
            <c:extLst>
              <c:ext xmlns:c16="http://schemas.microsoft.com/office/drawing/2014/chart" uri="{C3380CC4-5D6E-409C-BE32-E72D297353CC}">
                <c16:uniqueId val="{00000009-3C55-43CD-9F9B-E92CCEA873E4}"/>
              </c:ext>
            </c:extLst>
          </c:dPt>
          <c:dLbls>
            <c:spPr>
              <a:noFill/>
              <a:ln>
                <a:noFill/>
              </a:ln>
              <a:effectLst/>
            </c:spPr>
            <c:txPr>
              <a:bodyPr/>
              <a:lstStyle/>
              <a:p>
                <a:pPr>
                  <a:defRPr sz="1100" b="0">
                    <a:solidFill>
                      <a:srgbClr val="53565A"/>
                    </a:solidFill>
                    <a:latin typeface="+mn-lt"/>
                    <a:ea typeface="+mn-lt"/>
                    <a:cs typeface="+mn-lt"/>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A</c:v>
                </c:pt>
                <c:pt idx="1">
                  <c:v>B</c:v>
                </c:pt>
                <c:pt idx="2">
                  <c:v>C</c:v>
                </c:pt>
                <c:pt idx="3">
                  <c:v>D</c:v>
                </c:pt>
                <c:pt idx="4">
                  <c:v>E</c:v>
                </c:pt>
              </c:strCache>
            </c:strRef>
          </c:cat>
          <c:val>
            <c:numRef>
              <c:f>Sheet1!$B$2:$B$6</c:f>
              <c:numCache>
                <c:formatCode>General</c:formatCode>
                <c:ptCount val="5"/>
                <c:pt idx="0">
                  <c:v>12</c:v>
                </c:pt>
                <c:pt idx="1">
                  <c:v>20</c:v>
                </c:pt>
                <c:pt idx="2">
                  <c:v>22</c:v>
                </c:pt>
                <c:pt idx="3">
                  <c:v>25</c:v>
                </c:pt>
                <c:pt idx="4">
                  <c:v>28</c:v>
                </c:pt>
              </c:numCache>
            </c:numRef>
          </c:val>
          <c:extLst>
            <c:ext xmlns:c16="http://schemas.microsoft.com/office/drawing/2014/chart" uri="{C3380CC4-5D6E-409C-BE32-E72D297353CC}">
              <c16:uniqueId val="{0000000A-3C55-43CD-9F9B-E92CCEA873E4}"/>
            </c:ext>
          </c:extLst>
        </c:ser>
        <c:dLbls>
          <c:dLblPos val="outEnd"/>
          <c:showLegendKey val="0"/>
          <c:showVal val="1"/>
          <c:showCatName val="0"/>
          <c:showSerName val="0"/>
          <c:showPercent val="0"/>
          <c:showBubbleSize val="0"/>
        </c:dLbls>
        <c:gapWidth val="150"/>
        <c:axId val="118019424"/>
        <c:axId val="118021472"/>
      </c:barChart>
      <c:catAx>
        <c:axId val="118019424"/>
        <c:scaling>
          <c:orientation val="minMax"/>
        </c:scaling>
        <c:delete val="0"/>
        <c:axPos val="l"/>
        <c:numFmt formatCode="General" sourceLinked="0"/>
        <c:majorTickMark val="none"/>
        <c:minorTickMark val="none"/>
        <c:tickLblPos val="nextTo"/>
        <c:spPr>
          <a:ln w="6350">
            <a:solidFill>
              <a:srgbClr val="BBBCBC"/>
            </a:solidFill>
            <a:prstDash val="solid"/>
          </a:ln>
        </c:spPr>
        <c:txPr>
          <a:bodyPr/>
          <a:lstStyle/>
          <a:p>
            <a:pPr>
              <a:defRPr sz="1100" b="0">
                <a:solidFill>
                  <a:srgbClr val="53565A"/>
                </a:solidFill>
                <a:latin typeface="+mn-lt"/>
                <a:ea typeface="+mn-lt"/>
                <a:cs typeface="+mn-lt"/>
              </a:defRPr>
            </a:pPr>
            <a:endParaRPr lang="en-US"/>
          </a:p>
        </c:txPr>
        <c:crossAx val="118021472"/>
        <c:crosses val="autoZero"/>
        <c:auto val="1"/>
        <c:lblAlgn val="ctr"/>
        <c:lblOffset val="100"/>
        <c:noMultiLvlLbl val="0"/>
      </c:catAx>
      <c:valAx>
        <c:axId val="118021472"/>
        <c:scaling>
          <c:orientation val="minMax"/>
        </c:scaling>
        <c:delete val="0"/>
        <c:axPos val="b"/>
        <c:majorGridlines>
          <c:spPr>
            <a:ln w="6350">
              <a:solidFill>
                <a:srgbClr val="BBBCBC"/>
              </a:solidFill>
            </a:ln>
          </c:spPr>
        </c:majorGridlines>
        <c:numFmt formatCode="General" sourceLinked="1"/>
        <c:majorTickMark val="none"/>
        <c:minorTickMark val="none"/>
        <c:tickLblPos val="low"/>
        <c:spPr>
          <a:ln w="9525">
            <a:noFill/>
            <a:prstDash val="solid"/>
          </a:ln>
        </c:spPr>
        <c:txPr>
          <a:bodyPr/>
          <a:lstStyle/>
          <a:p>
            <a:pPr>
              <a:defRPr sz="1100" b="0">
                <a:solidFill>
                  <a:srgbClr val="53565A"/>
                </a:solidFill>
                <a:latin typeface="+mn-lt"/>
                <a:ea typeface="+mn-lt"/>
                <a:cs typeface="+mn-lt"/>
              </a:defRPr>
            </a:pPr>
            <a:endParaRPr lang="en-US"/>
          </a:p>
        </c:txPr>
        <c:crossAx val="118019424"/>
        <c:crosses val="autoZero"/>
        <c:crossBetween val="between"/>
      </c:valAx>
      <c:spPr>
        <a:noFill/>
        <a:ln>
          <a:noFill/>
        </a:ln>
        <a:effectLst/>
        <a:extLst>
          <a:ext uri="{91240B29-F687-4F45-9708-019B960494DF}">
            <a14:hiddenLine xmlns:a14="http://schemas.microsoft.com/office/drawing/2010/main">
              <a:noFill/>
            </a14:hiddenLine>
          </a:ext>
        </a:extLst>
      </c:spPr>
    </c:plotArea>
    <c:legend>
      <c:legendPos val="b"/>
      <c:layout>
        <c:manualLayout>
          <c:xMode val="edge"/>
          <c:yMode val="edge"/>
          <c:x val="0.15710818036952701"/>
          <c:y val="0.908292322834646"/>
          <c:w val="0.71326136698625697"/>
          <c:h val="4.9372767206182597E-2"/>
        </c:manualLayout>
      </c:layout>
      <c:overlay val="0"/>
      <c:spPr>
        <a:noFill/>
        <a:ln>
          <a:noFill/>
          <a:round/>
        </a:ln>
        <a:effectLst/>
        <a:extLst>
          <a:ext uri="{91240B29-F687-4F45-9708-019B960494DF}">
            <a14:hiddenLine xmlns:a14="http://schemas.microsoft.com/office/drawing/2010/main">
              <a:noFill/>
              <a:round/>
            </a14:hiddenLine>
          </a:ext>
        </a:extLst>
      </c:spPr>
      <c:txPr>
        <a:bodyPr/>
        <a:lstStyle/>
        <a:p>
          <a:pPr>
            <a:defRPr sz="1100" b="0">
              <a:solidFill>
                <a:srgbClr val="53565A"/>
              </a:solidFill>
              <a:latin typeface="+mn-lt"/>
              <a:ea typeface="+mn-lt"/>
              <a:cs typeface="+mn-lt"/>
            </a:defRPr>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0735526014103"/>
          <c:y val="4.0366861694371502E-2"/>
          <c:w val="0.815843826475942"/>
          <c:h val="0.78393664333624902"/>
        </c:manualLayout>
      </c:layout>
      <c:barChart>
        <c:barDir val="bar"/>
        <c:grouping val="clustered"/>
        <c:varyColors val="0"/>
        <c:ser>
          <c:idx val="0"/>
          <c:order val="0"/>
          <c:tx>
            <c:strRef>
              <c:f>Sheet1!$B$1</c:f>
              <c:strCache>
                <c:ptCount val="1"/>
                <c:pt idx="0">
                  <c:v>A</c:v>
                </c:pt>
              </c:strCache>
            </c:strRef>
          </c:tx>
          <c:spPr>
            <a:solidFill>
              <a:schemeClr val="accent1"/>
            </a:solidFill>
            <a:ln w="12700">
              <a:solidFill>
                <a:schemeClr val="bg1"/>
              </a:solidFill>
              <a:prstDash val="solid"/>
            </a:ln>
          </c:spPr>
          <c:invertIfNegative val="0"/>
          <c:dPt>
            <c:idx val="0"/>
            <c:invertIfNegative val="0"/>
            <c:bubble3D val="0"/>
            <c:spPr>
              <a:solidFill>
                <a:schemeClr val="bg1">
                  <a:lumMod val="85000"/>
                </a:schemeClr>
              </a:solidFill>
              <a:ln w="12700">
                <a:solidFill>
                  <a:schemeClr val="bg1"/>
                </a:solidFill>
                <a:prstDash val="solid"/>
              </a:ln>
            </c:spPr>
            <c:extLst>
              <c:ext xmlns:c16="http://schemas.microsoft.com/office/drawing/2014/chart" uri="{C3380CC4-5D6E-409C-BE32-E72D297353CC}">
                <c16:uniqueId val="{00000001-1664-491D-BFEB-EAD1143C8186}"/>
              </c:ext>
            </c:extLst>
          </c:dPt>
          <c:dPt>
            <c:idx val="1"/>
            <c:invertIfNegative val="0"/>
            <c:bubble3D val="0"/>
            <c:spPr>
              <a:solidFill>
                <a:schemeClr val="bg1">
                  <a:lumMod val="75000"/>
                </a:schemeClr>
              </a:solidFill>
              <a:ln w="12700">
                <a:solidFill>
                  <a:schemeClr val="bg1"/>
                </a:solidFill>
                <a:prstDash val="solid"/>
              </a:ln>
            </c:spPr>
            <c:extLst>
              <c:ext xmlns:c16="http://schemas.microsoft.com/office/drawing/2014/chart" uri="{C3380CC4-5D6E-409C-BE32-E72D297353CC}">
                <c16:uniqueId val="{00000003-1664-491D-BFEB-EAD1143C8186}"/>
              </c:ext>
            </c:extLst>
          </c:dPt>
          <c:dPt>
            <c:idx val="2"/>
            <c:invertIfNegative val="0"/>
            <c:bubble3D val="0"/>
            <c:spPr>
              <a:solidFill>
                <a:schemeClr val="bg1">
                  <a:lumMod val="65000"/>
                </a:schemeClr>
              </a:solidFill>
              <a:ln w="12700">
                <a:solidFill>
                  <a:schemeClr val="bg1"/>
                </a:solidFill>
                <a:prstDash val="solid"/>
              </a:ln>
            </c:spPr>
            <c:extLst>
              <c:ext xmlns:c16="http://schemas.microsoft.com/office/drawing/2014/chart" uri="{C3380CC4-5D6E-409C-BE32-E72D297353CC}">
                <c16:uniqueId val="{00000005-1664-491D-BFEB-EAD1143C8186}"/>
              </c:ext>
            </c:extLst>
          </c:dPt>
          <c:dPt>
            <c:idx val="3"/>
            <c:invertIfNegative val="0"/>
            <c:bubble3D val="0"/>
            <c:spPr>
              <a:solidFill>
                <a:schemeClr val="bg1">
                  <a:lumMod val="50000"/>
                </a:schemeClr>
              </a:solidFill>
              <a:ln w="12700">
                <a:solidFill>
                  <a:schemeClr val="bg1"/>
                </a:solidFill>
                <a:prstDash val="solid"/>
              </a:ln>
            </c:spPr>
            <c:extLst>
              <c:ext xmlns:c16="http://schemas.microsoft.com/office/drawing/2014/chart" uri="{C3380CC4-5D6E-409C-BE32-E72D297353CC}">
                <c16:uniqueId val="{00000007-1664-491D-BFEB-EAD1143C8186}"/>
              </c:ext>
            </c:extLst>
          </c:dPt>
          <c:dPt>
            <c:idx val="4"/>
            <c:invertIfNegative val="0"/>
            <c:bubble3D val="0"/>
            <c:spPr>
              <a:solidFill>
                <a:schemeClr val="accent3"/>
              </a:solidFill>
              <a:ln w="12700">
                <a:solidFill>
                  <a:schemeClr val="bg1"/>
                </a:solidFill>
                <a:prstDash val="solid"/>
              </a:ln>
            </c:spPr>
            <c:extLst>
              <c:ext xmlns:c16="http://schemas.microsoft.com/office/drawing/2014/chart" uri="{C3380CC4-5D6E-409C-BE32-E72D297353CC}">
                <c16:uniqueId val="{00000009-1664-491D-BFEB-EAD1143C8186}"/>
              </c:ext>
            </c:extLst>
          </c:dPt>
          <c:dLbls>
            <c:spPr>
              <a:noFill/>
              <a:ln>
                <a:noFill/>
              </a:ln>
              <a:effectLst/>
            </c:spPr>
            <c:txPr>
              <a:bodyPr/>
              <a:lstStyle/>
              <a:p>
                <a:pPr>
                  <a:defRPr sz="1100" b="0">
                    <a:solidFill>
                      <a:srgbClr val="53565A"/>
                    </a:solidFill>
                    <a:latin typeface="+mn-lt"/>
                    <a:ea typeface="+mn-lt"/>
                    <a:cs typeface="+mn-lt"/>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A</c:v>
                </c:pt>
                <c:pt idx="1">
                  <c:v>B</c:v>
                </c:pt>
                <c:pt idx="2">
                  <c:v>C</c:v>
                </c:pt>
                <c:pt idx="3">
                  <c:v>D</c:v>
                </c:pt>
                <c:pt idx="4">
                  <c:v>E</c:v>
                </c:pt>
              </c:strCache>
            </c:strRef>
          </c:cat>
          <c:val>
            <c:numRef>
              <c:f>Sheet1!$B$2:$B$6</c:f>
              <c:numCache>
                <c:formatCode>General</c:formatCode>
                <c:ptCount val="5"/>
                <c:pt idx="0">
                  <c:v>12</c:v>
                </c:pt>
                <c:pt idx="1">
                  <c:v>20</c:v>
                </c:pt>
                <c:pt idx="2">
                  <c:v>22</c:v>
                </c:pt>
                <c:pt idx="3">
                  <c:v>25</c:v>
                </c:pt>
                <c:pt idx="4">
                  <c:v>28</c:v>
                </c:pt>
              </c:numCache>
            </c:numRef>
          </c:val>
          <c:extLst>
            <c:ext xmlns:c16="http://schemas.microsoft.com/office/drawing/2014/chart" uri="{C3380CC4-5D6E-409C-BE32-E72D297353CC}">
              <c16:uniqueId val="{0000000A-1664-491D-BFEB-EAD1143C8186}"/>
            </c:ext>
          </c:extLst>
        </c:ser>
        <c:dLbls>
          <c:dLblPos val="outEnd"/>
          <c:showLegendKey val="0"/>
          <c:showVal val="1"/>
          <c:showCatName val="0"/>
          <c:showSerName val="0"/>
          <c:showPercent val="0"/>
          <c:showBubbleSize val="0"/>
        </c:dLbls>
        <c:gapWidth val="150"/>
        <c:axId val="17345120"/>
        <c:axId val="17538768"/>
      </c:barChart>
      <c:catAx>
        <c:axId val="17345120"/>
        <c:scaling>
          <c:orientation val="minMax"/>
        </c:scaling>
        <c:delete val="0"/>
        <c:axPos val="l"/>
        <c:numFmt formatCode="General" sourceLinked="0"/>
        <c:majorTickMark val="none"/>
        <c:minorTickMark val="none"/>
        <c:tickLblPos val="nextTo"/>
        <c:spPr>
          <a:ln w="6350">
            <a:solidFill>
              <a:srgbClr val="BBBCBC"/>
            </a:solidFill>
            <a:prstDash val="solid"/>
          </a:ln>
        </c:spPr>
        <c:txPr>
          <a:bodyPr/>
          <a:lstStyle/>
          <a:p>
            <a:pPr>
              <a:defRPr sz="1100" b="0">
                <a:solidFill>
                  <a:srgbClr val="53565A"/>
                </a:solidFill>
                <a:latin typeface="+mn-lt"/>
                <a:ea typeface="+mn-lt"/>
                <a:cs typeface="+mn-lt"/>
              </a:defRPr>
            </a:pPr>
            <a:endParaRPr lang="en-US"/>
          </a:p>
        </c:txPr>
        <c:crossAx val="17538768"/>
        <c:crosses val="autoZero"/>
        <c:auto val="1"/>
        <c:lblAlgn val="ctr"/>
        <c:lblOffset val="100"/>
        <c:noMultiLvlLbl val="0"/>
      </c:catAx>
      <c:valAx>
        <c:axId val="17538768"/>
        <c:scaling>
          <c:orientation val="minMax"/>
        </c:scaling>
        <c:delete val="0"/>
        <c:axPos val="b"/>
        <c:majorGridlines>
          <c:spPr>
            <a:ln w="6350">
              <a:solidFill>
                <a:srgbClr val="BBBCBC"/>
              </a:solidFill>
            </a:ln>
          </c:spPr>
        </c:majorGridlines>
        <c:numFmt formatCode="General" sourceLinked="1"/>
        <c:majorTickMark val="none"/>
        <c:minorTickMark val="none"/>
        <c:tickLblPos val="low"/>
        <c:spPr>
          <a:ln w="9525">
            <a:noFill/>
            <a:prstDash val="solid"/>
          </a:ln>
        </c:spPr>
        <c:txPr>
          <a:bodyPr/>
          <a:lstStyle/>
          <a:p>
            <a:pPr>
              <a:defRPr sz="1100" b="0">
                <a:solidFill>
                  <a:srgbClr val="53565A"/>
                </a:solidFill>
                <a:latin typeface="+mn-lt"/>
                <a:ea typeface="+mn-lt"/>
                <a:cs typeface="+mn-lt"/>
              </a:defRPr>
            </a:pPr>
            <a:endParaRPr lang="en-US"/>
          </a:p>
        </c:txPr>
        <c:crossAx val="17345120"/>
        <c:crosses val="autoZero"/>
        <c:crossBetween val="between"/>
      </c:valAx>
      <c:spPr>
        <a:noFill/>
        <a:ln>
          <a:noFill/>
        </a:ln>
        <a:effectLst/>
        <a:extLst>
          <a:ext uri="{91240B29-F687-4F45-9708-019B960494DF}">
            <a14:hiddenLine xmlns:a14="http://schemas.microsoft.com/office/drawing/2010/main">
              <a:noFill/>
            </a14:hiddenLine>
          </a:ext>
        </a:extLst>
      </c:spPr>
    </c:plotArea>
    <c:legend>
      <c:legendPos val="b"/>
      <c:layout>
        <c:manualLayout>
          <c:xMode val="edge"/>
          <c:yMode val="edge"/>
          <c:x val="0.15710818036952701"/>
          <c:y val="0.908292322834646"/>
          <c:w val="0.71326136698625697"/>
          <c:h val="4.9372767206182597E-2"/>
        </c:manualLayout>
      </c:layout>
      <c:overlay val="0"/>
      <c:spPr>
        <a:noFill/>
        <a:ln>
          <a:noFill/>
          <a:round/>
        </a:ln>
        <a:effectLst/>
        <a:extLst>
          <a:ext uri="{91240B29-F687-4F45-9708-019B960494DF}">
            <a14:hiddenLine xmlns:a14="http://schemas.microsoft.com/office/drawing/2010/main">
              <a:noFill/>
              <a:round/>
            </a14:hiddenLine>
          </a:ext>
        </a:extLst>
      </c:spPr>
      <c:txPr>
        <a:bodyPr/>
        <a:lstStyle/>
        <a:p>
          <a:pPr>
            <a:defRPr sz="1100" b="0">
              <a:solidFill>
                <a:srgbClr val="53565A"/>
              </a:solidFill>
              <a:latin typeface="+mn-lt"/>
              <a:ea typeface="+mn-lt"/>
              <a:cs typeface="+mn-lt"/>
            </a:defRPr>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0735526014103"/>
          <c:y val="4.0366861694371502E-2"/>
          <c:w val="0.815843826475942"/>
          <c:h val="0.78393664333624902"/>
        </c:manualLayout>
      </c:layout>
      <c:barChart>
        <c:barDir val="bar"/>
        <c:grouping val="clustered"/>
        <c:varyColors val="0"/>
        <c:ser>
          <c:idx val="0"/>
          <c:order val="0"/>
          <c:tx>
            <c:strRef>
              <c:f>Sheet1!$B$1</c:f>
              <c:strCache>
                <c:ptCount val="1"/>
                <c:pt idx="0">
                  <c:v>A</c:v>
                </c:pt>
              </c:strCache>
            </c:strRef>
          </c:tx>
          <c:spPr>
            <a:solidFill>
              <a:schemeClr val="accent1"/>
            </a:solidFill>
            <a:ln w="12700">
              <a:solidFill>
                <a:schemeClr val="bg1"/>
              </a:solidFill>
              <a:prstDash val="solid"/>
            </a:ln>
          </c:spPr>
          <c:invertIfNegative val="0"/>
          <c:dPt>
            <c:idx val="0"/>
            <c:invertIfNegative val="0"/>
            <c:bubble3D val="0"/>
            <c:spPr>
              <a:solidFill>
                <a:schemeClr val="bg1">
                  <a:lumMod val="85000"/>
                </a:schemeClr>
              </a:solidFill>
              <a:ln w="12700">
                <a:solidFill>
                  <a:schemeClr val="bg1"/>
                </a:solidFill>
                <a:prstDash val="solid"/>
              </a:ln>
            </c:spPr>
            <c:extLst>
              <c:ext xmlns:c16="http://schemas.microsoft.com/office/drawing/2014/chart" uri="{C3380CC4-5D6E-409C-BE32-E72D297353CC}">
                <c16:uniqueId val="{00000001-FF43-40D5-BD64-3638F5D1A17E}"/>
              </c:ext>
            </c:extLst>
          </c:dPt>
          <c:dPt>
            <c:idx val="1"/>
            <c:invertIfNegative val="0"/>
            <c:bubble3D val="0"/>
            <c:spPr>
              <a:solidFill>
                <a:schemeClr val="bg1">
                  <a:lumMod val="75000"/>
                </a:schemeClr>
              </a:solidFill>
              <a:ln w="12700">
                <a:solidFill>
                  <a:schemeClr val="bg1"/>
                </a:solidFill>
                <a:prstDash val="solid"/>
              </a:ln>
            </c:spPr>
            <c:extLst>
              <c:ext xmlns:c16="http://schemas.microsoft.com/office/drawing/2014/chart" uri="{C3380CC4-5D6E-409C-BE32-E72D297353CC}">
                <c16:uniqueId val="{00000003-FF43-40D5-BD64-3638F5D1A17E}"/>
              </c:ext>
            </c:extLst>
          </c:dPt>
          <c:dPt>
            <c:idx val="2"/>
            <c:invertIfNegative val="0"/>
            <c:bubble3D val="0"/>
            <c:spPr>
              <a:solidFill>
                <a:schemeClr val="bg1">
                  <a:lumMod val="65000"/>
                </a:schemeClr>
              </a:solidFill>
              <a:ln w="12700">
                <a:solidFill>
                  <a:schemeClr val="bg1"/>
                </a:solidFill>
                <a:prstDash val="solid"/>
              </a:ln>
            </c:spPr>
            <c:extLst>
              <c:ext xmlns:c16="http://schemas.microsoft.com/office/drawing/2014/chart" uri="{C3380CC4-5D6E-409C-BE32-E72D297353CC}">
                <c16:uniqueId val="{00000005-FF43-40D5-BD64-3638F5D1A17E}"/>
              </c:ext>
            </c:extLst>
          </c:dPt>
          <c:dPt>
            <c:idx val="3"/>
            <c:invertIfNegative val="0"/>
            <c:bubble3D val="0"/>
            <c:spPr>
              <a:solidFill>
                <a:schemeClr val="bg1">
                  <a:lumMod val="50000"/>
                </a:schemeClr>
              </a:solidFill>
              <a:ln w="12700">
                <a:solidFill>
                  <a:schemeClr val="bg1"/>
                </a:solidFill>
                <a:prstDash val="solid"/>
              </a:ln>
            </c:spPr>
            <c:extLst>
              <c:ext xmlns:c16="http://schemas.microsoft.com/office/drawing/2014/chart" uri="{C3380CC4-5D6E-409C-BE32-E72D297353CC}">
                <c16:uniqueId val="{00000007-FF43-40D5-BD64-3638F5D1A17E}"/>
              </c:ext>
            </c:extLst>
          </c:dPt>
          <c:dPt>
            <c:idx val="4"/>
            <c:invertIfNegative val="0"/>
            <c:bubble3D val="0"/>
            <c:spPr>
              <a:solidFill>
                <a:schemeClr val="accent3"/>
              </a:solidFill>
              <a:ln w="12700">
                <a:solidFill>
                  <a:schemeClr val="bg1"/>
                </a:solidFill>
                <a:prstDash val="solid"/>
              </a:ln>
            </c:spPr>
            <c:extLst>
              <c:ext xmlns:c16="http://schemas.microsoft.com/office/drawing/2014/chart" uri="{C3380CC4-5D6E-409C-BE32-E72D297353CC}">
                <c16:uniqueId val="{00000009-FF43-40D5-BD64-3638F5D1A17E}"/>
              </c:ext>
            </c:extLst>
          </c:dPt>
          <c:dLbls>
            <c:spPr>
              <a:noFill/>
              <a:ln>
                <a:noFill/>
              </a:ln>
              <a:effectLst/>
            </c:spPr>
            <c:txPr>
              <a:bodyPr/>
              <a:lstStyle/>
              <a:p>
                <a:pPr>
                  <a:defRPr sz="1100" b="0">
                    <a:solidFill>
                      <a:srgbClr val="53565A"/>
                    </a:solidFill>
                    <a:latin typeface="+mn-lt"/>
                    <a:ea typeface="+mn-lt"/>
                    <a:cs typeface="+mn-lt"/>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A</c:v>
                </c:pt>
                <c:pt idx="1">
                  <c:v>B</c:v>
                </c:pt>
                <c:pt idx="2">
                  <c:v>C</c:v>
                </c:pt>
                <c:pt idx="3">
                  <c:v>D</c:v>
                </c:pt>
                <c:pt idx="4">
                  <c:v>E</c:v>
                </c:pt>
              </c:strCache>
            </c:strRef>
          </c:cat>
          <c:val>
            <c:numRef>
              <c:f>Sheet1!$B$2:$B$6</c:f>
              <c:numCache>
                <c:formatCode>General</c:formatCode>
                <c:ptCount val="5"/>
                <c:pt idx="0">
                  <c:v>12</c:v>
                </c:pt>
                <c:pt idx="1">
                  <c:v>20</c:v>
                </c:pt>
                <c:pt idx="2">
                  <c:v>22</c:v>
                </c:pt>
                <c:pt idx="3">
                  <c:v>25</c:v>
                </c:pt>
                <c:pt idx="4">
                  <c:v>28</c:v>
                </c:pt>
              </c:numCache>
            </c:numRef>
          </c:val>
          <c:extLst>
            <c:ext xmlns:c16="http://schemas.microsoft.com/office/drawing/2014/chart" uri="{C3380CC4-5D6E-409C-BE32-E72D297353CC}">
              <c16:uniqueId val="{0000000A-FF43-40D5-BD64-3638F5D1A17E}"/>
            </c:ext>
          </c:extLst>
        </c:ser>
        <c:dLbls>
          <c:dLblPos val="outEnd"/>
          <c:showLegendKey val="0"/>
          <c:showVal val="1"/>
          <c:showCatName val="0"/>
          <c:showSerName val="0"/>
          <c:showPercent val="0"/>
          <c:showBubbleSize val="0"/>
        </c:dLbls>
        <c:gapWidth val="150"/>
        <c:axId val="123322672"/>
        <c:axId val="123445328"/>
      </c:barChart>
      <c:catAx>
        <c:axId val="123322672"/>
        <c:scaling>
          <c:orientation val="minMax"/>
        </c:scaling>
        <c:delete val="0"/>
        <c:axPos val="l"/>
        <c:numFmt formatCode="General" sourceLinked="0"/>
        <c:majorTickMark val="none"/>
        <c:minorTickMark val="none"/>
        <c:tickLblPos val="nextTo"/>
        <c:spPr>
          <a:ln w="6350">
            <a:solidFill>
              <a:srgbClr val="BBBCBC"/>
            </a:solidFill>
            <a:prstDash val="solid"/>
          </a:ln>
        </c:spPr>
        <c:txPr>
          <a:bodyPr/>
          <a:lstStyle/>
          <a:p>
            <a:pPr>
              <a:defRPr sz="1100" b="0">
                <a:solidFill>
                  <a:srgbClr val="53565A"/>
                </a:solidFill>
                <a:latin typeface="+mn-lt"/>
                <a:ea typeface="+mn-lt"/>
                <a:cs typeface="+mn-lt"/>
              </a:defRPr>
            </a:pPr>
            <a:endParaRPr lang="en-US"/>
          </a:p>
        </c:txPr>
        <c:crossAx val="123445328"/>
        <c:crosses val="autoZero"/>
        <c:auto val="1"/>
        <c:lblAlgn val="ctr"/>
        <c:lblOffset val="100"/>
        <c:noMultiLvlLbl val="0"/>
      </c:catAx>
      <c:valAx>
        <c:axId val="123445328"/>
        <c:scaling>
          <c:orientation val="minMax"/>
        </c:scaling>
        <c:delete val="0"/>
        <c:axPos val="b"/>
        <c:majorGridlines>
          <c:spPr>
            <a:ln w="6350">
              <a:solidFill>
                <a:srgbClr val="BBBCBC"/>
              </a:solidFill>
            </a:ln>
          </c:spPr>
        </c:majorGridlines>
        <c:numFmt formatCode="General" sourceLinked="1"/>
        <c:majorTickMark val="none"/>
        <c:minorTickMark val="none"/>
        <c:tickLblPos val="low"/>
        <c:spPr>
          <a:ln w="9525">
            <a:noFill/>
            <a:prstDash val="solid"/>
          </a:ln>
        </c:spPr>
        <c:txPr>
          <a:bodyPr/>
          <a:lstStyle/>
          <a:p>
            <a:pPr>
              <a:defRPr sz="900" b="0">
                <a:solidFill>
                  <a:srgbClr val="53565A"/>
                </a:solidFill>
                <a:latin typeface="+mn-lt"/>
                <a:ea typeface="+mn-lt"/>
                <a:cs typeface="+mn-lt"/>
              </a:defRPr>
            </a:pPr>
            <a:endParaRPr lang="en-US"/>
          </a:p>
        </c:txPr>
        <c:crossAx val="123322672"/>
        <c:crosses val="autoZero"/>
        <c:crossBetween val="between"/>
      </c:valAx>
      <c:spPr>
        <a:noFill/>
        <a:ln>
          <a:noFill/>
        </a:ln>
        <a:effectLst/>
        <a:extLst>
          <a:ext uri="{91240B29-F687-4F45-9708-019B960494DF}">
            <a14:hiddenLine xmlns:a14="http://schemas.microsoft.com/office/drawing/2010/main">
              <a:noFill/>
            </a14:hiddenLine>
          </a:ext>
        </a:extLst>
      </c:spPr>
    </c:plotArea>
    <c:legend>
      <c:legendPos val="b"/>
      <c:layout>
        <c:manualLayout>
          <c:xMode val="edge"/>
          <c:yMode val="edge"/>
          <c:x val="0.163389282955264"/>
          <c:y val="0.908292322834646"/>
          <c:w val="0.71326136698625697"/>
          <c:h val="4.9372767206182597E-2"/>
        </c:manualLayout>
      </c:layout>
      <c:overlay val="0"/>
      <c:spPr>
        <a:noFill/>
        <a:ln>
          <a:noFill/>
          <a:round/>
        </a:ln>
        <a:effectLst/>
        <a:extLst>
          <a:ext uri="{91240B29-F687-4F45-9708-019B960494DF}">
            <a14:hiddenLine xmlns:a14="http://schemas.microsoft.com/office/drawing/2010/main">
              <a:noFill/>
              <a:round/>
            </a14:hiddenLine>
          </a:ext>
        </a:extLst>
      </c:spPr>
      <c:txPr>
        <a:bodyPr/>
        <a:lstStyle/>
        <a:p>
          <a:pPr>
            <a:defRPr sz="1100" b="0">
              <a:solidFill>
                <a:srgbClr val="53565A"/>
              </a:solidFill>
              <a:latin typeface="+mn-lt"/>
              <a:ea typeface="+mn-lt"/>
              <a:cs typeface="+mn-lt"/>
            </a:defRPr>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6644573098959806E-2"/>
          <c:y val="4.0858987678623497E-2"/>
          <c:w val="0.902047244094488"/>
          <c:h val="0.74780434346748303"/>
        </c:manualLayout>
      </c:layout>
      <c:barChart>
        <c:barDir val="bar"/>
        <c:grouping val="clustered"/>
        <c:varyColors val="0"/>
        <c:ser>
          <c:idx val="1"/>
          <c:order val="0"/>
          <c:tx>
            <c:strRef>
              <c:f>Sheet1!$B$1</c:f>
              <c:strCache>
                <c:ptCount val="1"/>
                <c:pt idx="0">
                  <c:v>Label 1</c:v>
                </c:pt>
              </c:strCache>
            </c:strRef>
          </c:tx>
          <c:spPr>
            <a:solidFill>
              <a:schemeClr val="accent1"/>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Sheet1!$B$2:$B$3</c:f>
              <c:numCache>
                <c:formatCode>General</c:formatCode>
                <c:ptCount val="2"/>
                <c:pt idx="0">
                  <c:v>10</c:v>
                </c:pt>
                <c:pt idx="1">
                  <c:v>10</c:v>
                </c:pt>
              </c:numCache>
            </c:numRef>
          </c:val>
          <c:extLst>
            <c:ext xmlns:c16="http://schemas.microsoft.com/office/drawing/2014/chart" uri="{C3380CC4-5D6E-409C-BE32-E72D297353CC}">
              <c16:uniqueId val="{00000000-2645-4772-8280-6061ACA39DD8}"/>
            </c:ext>
          </c:extLst>
        </c:ser>
        <c:ser>
          <c:idx val="0"/>
          <c:order val="1"/>
          <c:tx>
            <c:strRef>
              <c:f>Sheet1!$C$1</c:f>
              <c:strCache>
                <c:ptCount val="1"/>
                <c:pt idx="0">
                  <c:v>Label 2</c:v>
                </c:pt>
              </c:strCache>
            </c:strRef>
          </c:tx>
          <c:spPr>
            <a:solidFill>
              <a:schemeClr val="accent2"/>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Sheet1!$C$2:$C$3</c:f>
              <c:numCache>
                <c:formatCode>General</c:formatCode>
                <c:ptCount val="2"/>
                <c:pt idx="0">
                  <c:v>11</c:v>
                </c:pt>
                <c:pt idx="1">
                  <c:v>11</c:v>
                </c:pt>
              </c:numCache>
            </c:numRef>
          </c:val>
          <c:extLst>
            <c:ext xmlns:c16="http://schemas.microsoft.com/office/drawing/2014/chart" uri="{C3380CC4-5D6E-409C-BE32-E72D297353CC}">
              <c16:uniqueId val="{00000001-2645-4772-8280-6061ACA39DD8}"/>
            </c:ext>
          </c:extLst>
        </c:ser>
        <c:ser>
          <c:idx val="2"/>
          <c:order val="2"/>
          <c:tx>
            <c:strRef>
              <c:f>Sheet1!$D$1</c:f>
              <c:strCache>
                <c:ptCount val="1"/>
                <c:pt idx="0">
                  <c:v>Label 3</c:v>
                </c:pt>
              </c:strCache>
            </c:strRef>
          </c:tx>
          <c:spPr>
            <a:solidFill>
              <a:schemeClr val="hlink"/>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Sheet1!$D$2:$D$3</c:f>
              <c:numCache>
                <c:formatCode>General</c:formatCode>
                <c:ptCount val="2"/>
                <c:pt idx="0">
                  <c:v>12</c:v>
                </c:pt>
                <c:pt idx="1">
                  <c:v>12</c:v>
                </c:pt>
              </c:numCache>
            </c:numRef>
          </c:val>
          <c:extLst>
            <c:ext xmlns:c16="http://schemas.microsoft.com/office/drawing/2014/chart" uri="{C3380CC4-5D6E-409C-BE32-E72D297353CC}">
              <c16:uniqueId val="{00000002-2645-4772-8280-6061ACA39DD8}"/>
            </c:ext>
          </c:extLst>
        </c:ser>
        <c:ser>
          <c:idx val="3"/>
          <c:order val="3"/>
          <c:tx>
            <c:strRef>
              <c:f>Sheet1!$E$1</c:f>
              <c:strCache>
                <c:ptCount val="1"/>
                <c:pt idx="0">
                  <c:v>Label 4</c:v>
                </c:pt>
              </c:strCache>
            </c:strRef>
          </c:tx>
          <c:spPr>
            <a:solidFill>
              <a:schemeClr val="accent4"/>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Sheet1!$E$2:$E$3</c:f>
              <c:numCache>
                <c:formatCode>General</c:formatCode>
                <c:ptCount val="2"/>
                <c:pt idx="0">
                  <c:v>13</c:v>
                </c:pt>
                <c:pt idx="1">
                  <c:v>13</c:v>
                </c:pt>
              </c:numCache>
            </c:numRef>
          </c:val>
          <c:extLst>
            <c:ext xmlns:c16="http://schemas.microsoft.com/office/drawing/2014/chart" uri="{C3380CC4-5D6E-409C-BE32-E72D297353CC}">
              <c16:uniqueId val="{00000003-2645-4772-8280-6061ACA39DD8}"/>
            </c:ext>
          </c:extLst>
        </c:ser>
        <c:ser>
          <c:idx val="4"/>
          <c:order val="4"/>
          <c:tx>
            <c:strRef>
              <c:f>Sheet1!$F$1</c:f>
              <c:strCache>
                <c:ptCount val="1"/>
                <c:pt idx="0">
                  <c:v>Label 5</c:v>
                </c:pt>
              </c:strCache>
            </c:strRef>
          </c:tx>
          <c:spPr>
            <a:solidFill>
              <a:schemeClr val="accent5"/>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Sheet1!$F$2:$F$3</c:f>
              <c:numCache>
                <c:formatCode>General</c:formatCode>
                <c:ptCount val="2"/>
                <c:pt idx="0">
                  <c:v>14</c:v>
                </c:pt>
                <c:pt idx="1">
                  <c:v>14</c:v>
                </c:pt>
              </c:numCache>
            </c:numRef>
          </c:val>
          <c:extLst>
            <c:ext xmlns:c16="http://schemas.microsoft.com/office/drawing/2014/chart" uri="{C3380CC4-5D6E-409C-BE32-E72D297353CC}">
              <c16:uniqueId val="{00000004-2645-4772-8280-6061ACA39DD8}"/>
            </c:ext>
          </c:extLst>
        </c:ser>
        <c:ser>
          <c:idx val="5"/>
          <c:order val="5"/>
          <c:tx>
            <c:strRef>
              <c:f>Sheet1!$G$1</c:f>
              <c:strCache>
                <c:ptCount val="1"/>
                <c:pt idx="0">
                  <c:v>Label 6</c:v>
                </c:pt>
              </c:strCache>
            </c:strRef>
          </c:tx>
          <c:spPr>
            <a:solidFill>
              <a:schemeClr val="accent6"/>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Sheet1!$G$2:$G$3</c:f>
              <c:numCache>
                <c:formatCode>General</c:formatCode>
                <c:ptCount val="2"/>
                <c:pt idx="0">
                  <c:v>15</c:v>
                </c:pt>
                <c:pt idx="1">
                  <c:v>15</c:v>
                </c:pt>
              </c:numCache>
            </c:numRef>
          </c:val>
          <c:extLst>
            <c:ext xmlns:c16="http://schemas.microsoft.com/office/drawing/2014/chart" uri="{C3380CC4-5D6E-409C-BE32-E72D297353CC}">
              <c16:uniqueId val="{00000005-2645-4772-8280-6061ACA39DD8}"/>
            </c:ext>
          </c:extLst>
        </c:ser>
        <c:ser>
          <c:idx val="6"/>
          <c:order val="6"/>
          <c:tx>
            <c:strRef>
              <c:f>Sheet1!$H$1</c:f>
              <c:strCache>
                <c:ptCount val="1"/>
                <c:pt idx="0">
                  <c:v>Label 7</c:v>
                </c:pt>
              </c:strCache>
            </c:strRef>
          </c:tx>
          <c:spPr>
            <a:solidFill>
              <a:schemeClr val="accent4">
                <a:lumMod val="40000"/>
                <a:lumOff val="60000"/>
              </a:schemeClr>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Sheet1!$H$2:$H$3</c:f>
              <c:numCache>
                <c:formatCode>General</c:formatCode>
                <c:ptCount val="2"/>
                <c:pt idx="0">
                  <c:v>16</c:v>
                </c:pt>
                <c:pt idx="1">
                  <c:v>16</c:v>
                </c:pt>
              </c:numCache>
            </c:numRef>
          </c:val>
          <c:extLst>
            <c:ext xmlns:c16="http://schemas.microsoft.com/office/drawing/2014/chart" uri="{C3380CC4-5D6E-409C-BE32-E72D297353CC}">
              <c16:uniqueId val="{00000006-2645-4772-8280-6061ACA39DD8}"/>
            </c:ext>
          </c:extLst>
        </c:ser>
        <c:ser>
          <c:idx val="7"/>
          <c:order val="7"/>
          <c:tx>
            <c:strRef>
              <c:f>Sheet1!$I$1</c:f>
              <c:strCache>
                <c:ptCount val="1"/>
                <c:pt idx="0">
                  <c:v>Label 8</c:v>
                </c:pt>
              </c:strCache>
            </c:strRef>
          </c:tx>
          <c:spPr>
            <a:solidFill>
              <a:schemeClr val="accent3">
                <a:lumMod val="75000"/>
              </a:schemeClr>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Sheet1!$I$2:$I$3</c:f>
              <c:numCache>
                <c:formatCode>General</c:formatCode>
                <c:ptCount val="2"/>
                <c:pt idx="0">
                  <c:v>17</c:v>
                </c:pt>
                <c:pt idx="1">
                  <c:v>17</c:v>
                </c:pt>
              </c:numCache>
            </c:numRef>
          </c:val>
          <c:extLst>
            <c:ext xmlns:c16="http://schemas.microsoft.com/office/drawing/2014/chart" uri="{C3380CC4-5D6E-409C-BE32-E72D297353CC}">
              <c16:uniqueId val="{00000007-2645-4772-8280-6061ACA39DD8}"/>
            </c:ext>
          </c:extLst>
        </c:ser>
        <c:ser>
          <c:idx val="8"/>
          <c:order val="8"/>
          <c:tx>
            <c:strRef>
              <c:f>Sheet1!$J$1</c:f>
              <c:strCache>
                <c:ptCount val="1"/>
                <c:pt idx="0">
                  <c:v>Label 9</c:v>
                </c:pt>
              </c:strCache>
            </c:strRef>
          </c:tx>
          <c:spPr>
            <a:solidFill>
              <a:schemeClr val="bg1">
                <a:lumMod val="65000"/>
              </a:schemeClr>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Sheet1!$J$2:$J$3</c:f>
              <c:numCache>
                <c:formatCode>General</c:formatCode>
                <c:ptCount val="2"/>
                <c:pt idx="0">
                  <c:v>18</c:v>
                </c:pt>
                <c:pt idx="1">
                  <c:v>18</c:v>
                </c:pt>
              </c:numCache>
            </c:numRef>
          </c:val>
          <c:extLst>
            <c:ext xmlns:c16="http://schemas.microsoft.com/office/drawing/2014/chart" uri="{C3380CC4-5D6E-409C-BE32-E72D297353CC}">
              <c16:uniqueId val="{00000008-2645-4772-8280-6061ACA39DD8}"/>
            </c:ext>
          </c:extLst>
        </c:ser>
        <c:ser>
          <c:idx val="9"/>
          <c:order val="9"/>
          <c:tx>
            <c:strRef>
              <c:f>Sheet1!$K$1</c:f>
              <c:strCache>
                <c:ptCount val="1"/>
                <c:pt idx="0">
                  <c:v>Label 10</c:v>
                </c:pt>
              </c:strCache>
            </c:strRef>
          </c:tx>
          <c:spPr>
            <a:solidFill>
              <a:schemeClr val="accent5">
                <a:lumMod val="40000"/>
                <a:lumOff val="60000"/>
              </a:schemeClr>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Sheet1!$K$2:$K$3</c:f>
              <c:numCache>
                <c:formatCode>General</c:formatCode>
                <c:ptCount val="2"/>
                <c:pt idx="0">
                  <c:v>20</c:v>
                </c:pt>
                <c:pt idx="1">
                  <c:v>20</c:v>
                </c:pt>
              </c:numCache>
            </c:numRef>
          </c:val>
          <c:extLst>
            <c:ext xmlns:c16="http://schemas.microsoft.com/office/drawing/2014/chart" uri="{C3380CC4-5D6E-409C-BE32-E72D297353CC}">
              <c16:uniqueId val="{00000009-2645-4772-8280-6061ACA39DD8}"/>
            </c:ext>
          </c:extLst>
        </c:ser>
        <c:ser>
          <c:idx val="10"/>
          <c:order val="10"/>
          <c:tx>
            <c:strRef>
              <c:f>Sheet1!$L$1</c:f>
              <c:strCache>
                <c:ptCount val="1"/>
                <c:pt idx="0">
                  <c:v>Label 11</c:v>
                </c:pt>
              </c:strCache>
            </c:strRef>
          </c:tx>
          <c:spPr>
            <a:solidFill>
              <a:schemeClr val="accent2">
                <a:lumMod val="40000"/>
                <a:lumOff val="60000"/>
              </a:schemeClr>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Sheet1!$L$2:$L$3</c:f>
              <c:numCache>
                <c:formatCode>General</c:formatCode>
                <c:ptCount val="2"/>
                <c:pt idx="0">
                  <c:v>22</c:v>
                </c:pt>
                <c:pt idx="1">
                  <c:v>22</c:v>
                </c:pt>
              </c:numCache>
            </c:numRef>
          </c:val>
          <c:extLst>
            <c:ext xmlns:c16="http://schemas.microsoft.com/office/drawing/2014/chart" uri="{C3380CC4-5D6E-409C-BE32-E72D297353CC}">
              <c16:uniqueId val="{0000000A-2645-4772-8280-6061ACA39DD8}"/>
            </c:ext>
          </c:extLst>
        </c:ser>
        <c:ser>
          <c:idx val="11"/>
          <c:order val="11"/>
          <c:tx>
            <c:strRef>
              <c:f>Sheet1!$M$1</c:f>
              <c:strCache>
                <c:ptCount val="1"/>
                <c:pt idx="0">
                  <c:v>Label 12</c:v>
                </c:pt>
              </c:strCache>
            </c:strRef>
          </c:tx>
          <c:spPr>
            <a:solidFill>
              <a:schemeClr val="accent3">
                <a:lumMod val="40000"/>
                <a:lumOff val="60000"/>
              </a:schemeClr>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Sheet1!$M$2:$M$3</c:f>
              <c:numCache>
                <c:formatCode>General</c:formatCode>
                <c:ptCount val="2"/>
                <c:pt idx="0">
                  <c:v>24</c:v>
                </c:pt>
                <c:pt idx="1">
                  <c:v>24</c:v>
                </c:pt>
              </c:numCache>
            </c:numRef>
          </c:val>
          <c:extLst>
            <c:ext xmlns:c16="http://schemas.microsoft.com/office/drawing/2014/chart" uri="{C3380CC4-5D6E-409C-BE32-E72D297353CC}">
              <c16:uniqueId val="{0000000B-2645-4772-8280-6061ACA39DD8}"/>
            </c:ext>
          </c:extLst>
        </c:ser>
        <c:ser>
          <c:idx val="12"/>
          <c:order val="12"/>
          <c:tx>
            <c:strRef>
              <c:f>Sheet1!$N$1</c:f>
              <c:strCache>
                <c:ptCount val="1"/>
                <c:pt idx="0">
                  <c:v>Label 13</c:v>
                </c:pt>
              </c:strCache>
            </c:strRef>
          </c:tx>
          <c:spPr>
            <a:solidFill>
              <a:schemeClr val="accent1">
                <a:lumMod val="40000"/>
                <a:lumOff val="60000"/>
              </a:schemeClr>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Sheet1!$N$2:$N$3</c:f>
              <c:numCache>
                <c:formatCode>General</c:formatCode>
                <c:ptCount val="2"/>
                <c:pt idx="0">
                  <c:v>26</c:v>
                </c:pt>
                <c:pt idx="1">
                  <c:v>26</c:v>
                </c:pt>
              </c:numCache>
            </c:numRef>
          </c:val>
          <c:extLst>
            <c:ext xmlns:c16="http://schemas.microsoft.com/office/drawing/2014/chart" uri="{C3380CC4-5D6E-409C-BE32-E72D297353CC}">
              <c16:uniqueId val="{0000000C-2645-4772-8280-6061ACA39DD8}"/>
            </c:ext>
          </c:extLst>
        </c:ser>
        <c:ser>
          <c:idx val="13"/>
          <c:order val="13"/>
          <c:tx>
            <c:strRef>
              <c:f>Sheet1!$O$1</c:f>
              <c:strCache>
                <c:ptCount val="1"/>
                <c:pt idx="0">
                  <c:v>Label 14</c:v>
                </c:pt>
              </c:strCache>
            </c:strRef>
          </c:tx>
          <c:spPr>
            <a:solidFill>
              <a:schemeClr val="bg2">
                <a:lumMod val="90000"/>
              </a:schemeClr>
            </a:solidFill>
            <a:ln w="12700">
              <a:solidFill>
                <a:schemeClr val="bg1"/>
              </a:solid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Label A</c:v>
                </c:pt>
                <c:pt idx="1">
                  <c:v>Label B</c:v>
                </c:pt>
              </c:strCache>
            </c:strRef>
          </c:cat>
          <c:val>
            <c:numRef>
              <c:f>Sheet1!$O$2:$O$3</c:f>
              <c:numCache>
                <c:formatCode>General</c:formatCode>
                <c:ptCount val="2"/>
                <c:pt idx="0">
                  <c:v>28</c:v>
                </c:pt>
                <c:pt idx="1">
                  <c:v>28</c:v>
                </c:pt>
              </c:numCache>
            </c:numRef>
          </c:val>
          <c:extLst>
            <c:ext xmlns:c16="http://schemas.microsoft.com/office/drawing/2014/chart" uri="{C3380CC4-5D6E-409C-BE32-E72D297353CC}">
              <c16:uniqueId val="{0000000D-2645-4772-8280-6061ACA39DD8}"/>
            </c:ext>
          </c:extLst>
        </c:ser>
        <c:dLbls>
          <c:dLblPos val="outEnd"/>
          <c:showLegendKey val="0"/>
          <c:showVal val="1"/>
          <c:showCatName val="0"/>
          <c:showSerName val="0"/>
          <c:showPercent val="0"/>
          <c:showBubbleSize val="0"/>
        </c:dLbls>
        <c:gapWidth val="75"/>
        <c:axId val="122877216"/>
        <c:axId val="123161616"/>
      </c:barChart>
      <c:catAx>
        <c:axId val="122877216"/>
        <c:scaling>
          <c:orientation val="maxMin"/>
        </c:scaling>
        <c:delete val="0"/>
        <c:axPos val="l"/>
        <c:numFmt formatCode="General" sourceLinked="0"/>
        <c:majorTickMark val="none"/>
        <c:minorTickMark val="none"/>
        <c:tickLblPos val="low"/>
        <c:spPr>
          <a:ln w="6350">
            <a:solidFill>
              <a:srgbClr val="BBBCBC"/>
            </a:solidFill>
            <a:prstDash val="solid"/>
          </a:ln>
        </c:spPr>
        <c:crossAx val="123161616"/>
        <c:crosses val="autoZero"/>
        <c:auto val="1"/>
        <c:lblAlgn val="ctr"/>
        <c:lblOffset val="100"/>
        <c:noMultiLvlLbl val="0"/>
      </c:catAx>
      <c:valAx>
        <c:axId val="123161616"/>
        <c:scaling>
          <c:orientation val="minMax"/>
        </c:scaling>
        <c:delete val="0"/>
        <c:axPos val="b"/>
        <c:majorGridlines>
          <c:spPr>
            <a:ln w="6350">
              <a:solidFill>
                <a:srgbClr val="BBBCBC"/>
              </a:solidFill>
            </a:ln>
          </c:spPr>
        </c:majorGridlines>
        <c:numFmt formatCode="General" sourceLinked="1"/>
        <c:majorTickMark val="none"/>
        <c:minorTickMark val="none"/>
        <c:tickLblPos val="high"/>
        <c:spPr>
          <a:ln w="9525">
            <a:noFill/>
            <a:prstDash val="solid"/>
          </a:ln>
        </c:spPr>
        <c:crossAx val="122877216"/>
        <c:crosses val="max"/>
        <c:crossBetween val="between"/>
      </c:valAx>
      <c:spPr>
        <a:noFill/>
        <a:ln>
          <a:noFill/>
        </a:ln>
        <a:effectLst/>
        <a:extLst>
          <a:ext uri="{91240B29-F687-4F45-9708-019B960494DF}">
            <a14:hiddenLine xmlns:a14="http://schemas.microsoft.com/office/drawing/2010/main">
              <a:noFill/>
            </a14:hiddenLine>
          </a:ext>
        </a:extLst>
      </c:spPr>
    </c:plotArea>
    <c:legend>
      <c:legendPos val="r"/>
      <c:layout>
        <c:manualLayout>
          <c:xMode val="edge"/>
          <c:yMode val="edge"/>
          <c:x val="0.12757580198031601"/>
          <c:y val="0.90982687117113303"/>
          <c:w val="0.806196073839755"/>
          <c:h val="8.06863334791484E-2"/>
        </c:manualLayout>
      </c:layout>
      <c:overlay val="1"/>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txPr>
    <a:bodyPr/>
    <a:lstStyle/>
    <a:p>
      <a:pPr>
        <a:defRPr sz="900">
          <a:solidFill>
            <a:srgbClr val="53565A"/>
          </a:solidFill>
          <a:latin typeface="Aptos" panose="020B0004020202020204" pitchFamily="34" charset="0"/>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4196123147092"/>
          <c:y val="3.41028062516808E-3"/>
          <c:w val="0.83580387685290802"/>
          <c:h val="0.80467712782923595"/>
        </c:manualLayout>
      </c:layout>
      <c:barChart>
        <c:barDir val="bar"/>
        <c:grouping val="stacked"/>
        <c:varyColors val="0"/>
        <c:ser>
          <c:idx val="0"/>
          <c:order val="0"/>
          <c:tx>
            <c:strRef>
              <c:f>Sheet1!$B$1</c:f>
              <c:strCache>
                <c:ptCount val="1"/>
                <c:pt idx="0">
                  <c:v>Left</c:v>
                </c:pt>
              </c:strCache>
            </c:strRef>
          </c:tx>
          <c:spPr>
            <a:solidFill>
              <a:schemeClr val="accent3"/>
            </a:solidFill>
            <a:ln>
              <a:noFill/>
            </a:ln>
            <a:effectLst/>
          </c:spPr>
          <c:invertIfNegative val="0"/>
          <c:dLbls>
            <c:numFmt formatCode="#,##0.0" sourceLinked="0"/>
            <c:spPr>
              <a:noFill/>
              <a:ln>
                <a:noFill/>
              </a:ln>
              <a:effectLst/>
            </c:spPr>
            <c:txPr>
              <a:bodyPr rot="0" vert="horz"/>
              <a:lstStyle/>
              <a:p>
                <a:pPr>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Series 1</c:v>
                </c:pt>
                <c:pt idx="1">
                  <c:v>Series 2</c:v>
                </c:pt>
                <c:pt idx="2">
                  <c:v>Series 3</c:v>
                </c:pt>
                <c:pt idx="3">
                  <c:v>Series 4</c:v>
                </c:pt>
                <c:pt idx="4">
                  <c:v>Series 5</c:v>
                </c:pt>
                <c:pt idx="5">
                  <c:v>Series 6</c:v>
                </c:pt>
                <c:pt idx="6">
                  <c:v>Series 7</c:v>
                </c:pt>
                <c:pt idx="7">
                  <c:v>Series 8</c:v>
                </c:pt>
              </c:strCache>
            </c:strRef>
          </c:cat>
          <c:val>
            <c:numRef>
              <c:f>Sheet1!$B$2:$B$9</c:f>
              <c:numCache>
                <c:formatCode>General</c:formatCode>
                <c:ptCount val="8"/>
                <c:pt idx="0">
                  <c:v>-5</c:v>
                </c:pt>
                <c:pt idx="1">
                  <c:v>-4.5</c:v>
                </c:pt>
                <c:pt idx="2">
                  <c:v>-4</c:v>
                </c:pt>
                <c:pt idx="3">
                  <c:v>-3.5</c:v>
                </c:pt>
                <c:pt idx="4">
                  <c:v>-3</c:v>
                </c:pt>
                <c:pt idx="5">
                  <c:v>-2.5</c:v>
                </c:pt>
                <c:pt idx="6">
                  <c:v>-2</c:v>
                </c:pt>
                <c:pt idx="7">
                  <c:v>-1.5</c:v>
                </c:pt>
              </c:numCache>
            </c:numRef>
          </c:val>
          <c:extLst>
            <c:ext xmlns:c16="http://schemas.microsoft.com/office/drawing/2014/chart" uri="{C3380CC4-5D6E-409C-BE32-E72D297353CC}">
              <c16:uniqueId val="{00000000-1272-4FA7-B762-5FE3450F1F7A}"/>
            </c:ext>
          </c:extLst>
        </c:ser>
        <c:ser>
          <c:idx val="1"/>
          <c:order val="1"/>
          <c:tx>
            <c:strRef>
              <c:f>Sheet1!$C$1</c:f>
              <c:strCache>
                <c:ptCount val="1"/>
                <c:pt idx="0">
                  <c:v>Right</c:v>
                </c:pt>
              </c:strCache>
            </c:strRef>
          </c:tx>
          <c:spPr>
            <a:solidFill>
              <a:schemeClr val="accent4"/>
            </a:solidFill>
            <a:ln>
              <a:noFill/>
            </a:ln>
            <a:effectLst/>
          </c:spPr>
          <c:invertIfNegative val="0"/>
          <c:dLbls>
            <c:numFmt formatCode="#,##0.0" sourceLinked="0"/>
            <c:spPr>
              <a:noFill/>
              <a:ln>
                <a:noFill/>
              </a:ln>
              <a:effectLst/>
            </c:spPr>
            <c:txPr>
              <a:bodyPr rot="0" vert="horz"/>
              <a:lstStyle/>
              <a:p>
                <a:pPr>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Series 1</c:v>
                </c:pt>
                <c:pt idx="1">
                  <c:v>Series 2</c:v>
                </c:pt>
                <c:pt idx="2">
                  <c:v>Series 3</c:v>
                </c:pt>
                <c:pt idx="3">
                  <c:v>Series 4</c:v>
                </c:pt>
                <c:pt idx="4">
                  <c:v>Series 5</c:v>
                </c:pt>
                <c:pt idx="5">
                  <c:v>Series 6</c:v>
                </c:pt>
                <c:pt idx="6">
                  <c:v>Series 7</c:v>
                </c:pt>
                <c:pt idx="7">
                  <c:v>Series 8</c:v>
                </c:pt>
              </c:strCache>
            </c:strRef>
          </c:cat>
          <c:val>
            <c:numRef>
              <c:f>Sheet1!$C$2:$C$9</c:f>
              <c:numCache>
                <c:formatCode>General</c:formatCode>
                <c:ptCount val="8"/>
                <c:pt idx="0">
                  <c:v>5</c:v>
                </c:pt>
                <c:pt idx="1">
                  <c:v>4.5</c:v>
                </c:pt>
                <c:pt idx="2">
                  <c:v>4</c:v>
                </c:pt>
                <c:pt idx="3">
                  <c:v>3.5</c:v>
                </c:pt>
                <c:pt idx="4">
                  <c:v>3</c:v>
                </c:pt>
                <c:pt idx="5">
                  <c:v>2.5</c:v>
                </c:pt>
                <c:pt idx="6">
                  <c:v>2</c:v>
                </c:pt>
                <c:pt idx="7">
                  <c:v>1.5</c:v>
                </c:pt>
              </c:numCache>
            </c:numRef>
          </c:val>
          <c:extLst>
            <c:ext xmlns:c16="http://schemas.microsoft.com/office/drawing/2014/chart" uri="{C3380CC4-5D6E-409C-BE32-E72D297353CC}">
              <c16:uniqueId val="{00000001-1272-4FA7-B762-5FE3450F1F7A}"/>
            </c:ext>
          </c:extLst>
        </c:ser>
        <c:dLbls>
          <c:dLblPos val="ctr"/>
          <c:showLegendKey val="0"/>
          <c:showVal val="1"/>
          <c:showCatName val="0"/>
          <c:showSerName val="0"/>
          <c:showPercent val="0"/>
          <c:showBubbleSize val="0"/>
        </c:dLbls>
        <c:gapWidth val="111"/>
        <c:overlap val="100"/>
        <c:axId val="316289064"/>
        <c:axId val="316291808"/>
      </c:barChart>
      <c:catAx>
        <c:axId val="316289064"/>
        <c:scaling>
          <c:orientation val="maxMin"/>
        </c:scaling>
        <c:delete val="0"/>
        <c:axPos val="l"/>
        <c:numFmt formatCode="General" sourceLinked="1"/>
        <c:majorTickMark val="none"/>
        <c:minorTickMark val="none"/>
        <c:tickLblPos val="none"/>
        <c:spPr>
          <a:solidFill>
            <a:schemeClr val="tx2"/>
          </a:solidFill>
          <a:ln w="9525" cap="flat" cmpd="sng" algn="ctr">
            <a:solidFill>
              <a:schemeClr val="tx2"/>
            </a:solidFill>
            <a:round/>
          </a:ln>
          <a:effectLst/>
        </c:spPr>
        <c:txPr>
          <a:bodyPr rot="0"/>
          <a:lstStyle/>
          <a:p>
            <a:pPr>
              <a:defRPr/>
            </a:pPr>
            <a:endParaRPr lang="en-US"/>
          </a:p>
        </c:txPr>
        <c:crossAx val="316291808"/>
        <c:crossesAt val="0"/>
        <c:auto val="0"/>
        <c:lblAlgn val="ctr"/>
        <c:lblOffset val="100"/>
        <c:noMultiLvlLbl val="0"/>
      </c:catAx>
      <c:valAx>
        <c:axId val="316291808"/>
        <c:scaling>
          <c:orientation val="minMax"/>
        </c:scaling>
        <c:delete val="0"/>
        <c:axPos val="b"/>
        <c:majorGridlines>
          <c:spPr>
            <a:ln w="3175" cap="flat" cmpd="sng" algn="ctr">
              <a:solidFill>
                <a:schemeClr val="tx2"/>
              </a:solidFill>
              <a:round/>
            </a:ln>
            <a:effectLst/>
          </c:spPr>
        </c:majorGridlines>
        <c:numFmt formatCode="General" sourceLinked="1"/>
        <c:majorTickMark val="none"/>
        <c:minorTickMark val="none"/>
        <c:tickLblPos val="none"/>
        <c:spPr>
          <a:noFill/>
          <a:ln w="3175">
            <a:solidFill>
              <a:schemeClr val="tx2"/>
            </a:solidFill>
          </a:ln>
          <a:effectLst/>
        </c:spPr>
        <c:txPr>
          <a:bodyPr rot="-60000000" vert="horz"/>
          <a:lstStyle/>
          <a:p>
            <a:pPr>
              <a:defRPr/>
            </a:pPr>
            <a:endParaRPr lang="en-US"/>
          </a:p>
        </c:txPr>
        <c:crossAx val="316289064"/>
        <c:crosses val="max"/>
        <c:crossBetween val="between"/>
      </c:valAx>
      <c:spPr>
        <a:noFill/>
        <a:ln>
          <a:noFill/>
        </a:ln>
        <a:effectLst/>
      </c:spPr>
    </c:plotArea>
    <c:legend>
      <c:legendPos val="b"/>
      <c:layout>
        <c:manualLayout>
          <c:xMode val="edge"/>
          <c:yMode val="edge"/>
          <c:x val="0.47597998687664039"/>
          <c:y val="0.93199521362407722"/>
          <c:w val="0.208266716238624"/>
          <c:h val="5.3472759908188602E-2"/>
        </c:manualLayout>
      </c:layout>
      <c:overlay val="0"/>
      <c:spPr>
        <a:noFill/>
        <a:ln>
          <a:noFill/>
        </a:ln>
        <a:effectLst/>
      </c:spPr>
      <c:txPr>
        <a:bodyPr rot="0" vert="horz"/>
        <a:lstStyle/>
        <a:p>
          <a:pPr>
            <a:defRPr>
              <a:solidFill>
                <a:schemeClr val="tx1"/>
              </a:solidFill>
            </a:defRPr>
          </a:pPr>
          <a:endParaRPr lang="en-US"/>
        </a:p>
      </c:txPr>
    </c:legend>
    <c:plotVisOnly val="1"/>
    <c:dispBlanksAs val="gap"/>
    <c:showDLblsOverMax val="0"/>
  </c:chart>
  <c:spPr>
    <a:noFill/>
    <a:ln>
      <a:noFill/>
    </a:ln>
    <a:effectLst/>
  </c:spPr>
  <c:txPr>
    <a:bodyPr/>
    <a:lstStyle/>
    <a:p>
      <a:pPr>
        <a:defRPr>
          <a:solidFill>
            <a:schemeClr val="bg1"/>
          </a:solidFill>
          <a:latin typeface="Aptos" panose="020B0004020202020204" pitchFamily="34" charset="0"/>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338046421836303E-2"/>
          <c:y val="3.4334768167811197E-2"/>
          <c:w val="0.95201420480782695"/>
          <c:h val="0.72384474687877998"/>
        </c:manualLayout>
      </c:layout>
      <c:barChart>
        <c:barDir val="col"/>
        <c:grouping val="clustered"/>
        <c:varyColors val="0"/>
        <c:ser>
          <c:idx val="0"/>
          <c:order val="0"/>
          <c:tx>
            <c:strRef>
              <c:f>Sheet1!$B$1</c:f>
              <c:strCache>
                <c:ptCount val="1"/>
                <c:pt idx="0">
                  <c:v>Series 1</c:v>
                </c:pt>
              </c:strCache>
            </c:strRef>
          </c:tx>
          <c:spPr>
            <a:solidFill>
              <a:schemeClr val="accent6"/>
            </a:solidFill>
            <a:ln>
              <a:noFill/>
            </a:ln>
            <a:effectLst/>
          </c:spPr>
          <c:invertIfNegative val="0"/>
          <c:dPt>
            <c:idx val="11"/>
            <c:invertIfNegative val="0"/>
            <c:bubble3D val="0"/>
            <c:spPr>
              <a:solidFill>
                <a:schemeClr val="accent1"/>
              </a:solidFill>
              <a:ln>
                <a:noFill/>
              </a:ln>
              <a:effectLst/>
            </c:spPr>
            <c:extLst>
              <c:ext xmlns:c16="http://schemas.microsoft.com/office/drawing/2014/chart" uri="{C3380CC4-5D6E-409C-BE32-E72D297353CC}">
                <c16:uniqueId val="{00000001-F24C-4FAA-9BBB-9B2C627281C3}"/>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rgbClr val="53565A"/>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Sheet1!$A$2:$A$19</c:f>
              <c:strCache>
                <c:ptCount val="18"/>
                <c:pt idx="0">
                  <c:v>Label</c:v>
                </c:pt>
                <c:pt idx="1">
                  <c:v>Label</c:v>
                </c:pt>
                <c:pt idx="2">
                  <c:v>Label</c:v>
                </c:pt>
                <c:pt idx="3">
                  <c:v>Label</c:v>
                </c:pt>
                <c:pt idx="4">
                  <c:v>Label</c:v>
                </c:pt>
                <c:pt idx="5">
                  <c:v>Label</c:v>
                </c:pt>
                <c:pt idx="6">
                  <c:v>Label</c:v>
                </c:pt>
                <c:pt idx="7">
                  <c:v>Label</c:v>
                </c:pt>
                <c:pt idx="8">
                  <c:v>Label</c:v>
                </c:pt>
                <c:pt idx="9">
                  <c:v>Label</c:v>
                </c:pt>
                <c:pt idx="10">
                  <c:v>Label</c:v>
                </c:pt>
                <c:pt idx="11">
                  <c:v>Label</c:v>
                </c:pt>
                <c:pt idx="12">
                  <c:v>Label</c:v>
                </c:pt>
                <c:pt idx="13">
                  <c:v>Label</c:v>
                </c:pt>
                <c:pt idx="14">
                  <c:v>Label</c:v>
                </c:pt>
                <c:pt idx="15">
                  <c:v>Label</c:v>
                </c:pt>
                <c:pt idx="16">
                  <c:v>Label</c:v>
                </c:pt>
                <c:pt idx="17">
                  <c:v>Label</c:v>
                </c:pt>
              </c:strCache>
            </c:strRef>
          </c:cat>
          <c:val>
            <c:numRef>
              <c:f>Sheet1!$B$2:$B$19</c:f>
              <c:numCache>
                <c:formatCode>General</c:formatCode>
                <c:ptCount val="18"/>
                <c:pt idx="0">
                  <c:v>2</c:v>
                </c:pt>
                <c:pt idx="1">
                  <c:v>2.4</c:v>
                </c:pt>
                <c:pt idx="2">
                  <c:v>3</c:v>
                </c:pt>
                <c:pt idx="3">
                  <c:v>5</c:v>
                </c:pt>
                <c:pt idx="4">
                  <c:v>1.8</c:v>
                </c:pt>
                <c:pt idx="5">
                  <c:v>2.8</c:v>
                </c:pt>
                <c:pt idx="6">
                  <c:v>4.4000000000000004</c:v>
                </c:pt>
                <c:pt idx="7">
                  <c:v>2.5</c:v>
                </c:pt>
                <c:pt idx="8">
                  <c:v>2</c:v>
                </c:pt>
                <c:pt idx="9">
                  <c:v>4.5</c:v>
                </c:pt>
                <c:pt idx="10">
                  <c:v>1.8</c:v>
                </c:pt>
                <c:pt idx="11">
                  <c:v>2.8</c:v>
                </c:pt>
                <c:pt idx="12">
                  <c:v>4.4000000000000004</c:v>
                </c:pt>
                <c:pt idx="13">
                  <c:v>2.5</c:v>
                </c:pt>
                <c:pt idx="14">
                  <c:v>2</c:v>
                </c:pt>
                <c:pt idx="15">
                  <c:v>2.4</c:v>
                </c:pt>
                <c:pt idx="16">
                  <c:v>3</c:v>
                </c:pt>
                <c:pt idx="17">
                  <c:v>5</c:v>
                </c:pt>
              </c:numCache>
            </c:numRef>
          </c:val>
          <c:extLst>
            <c:ext xmlns:c16="http://schemas.microsoft.com/office/drawing/2014/chart" uri="{C3380CC4-5D6E-409C-BE32-E72D297353CC}">
              <c16:uniqueId val="{00000002-F24C-4FAA-9BBB-9B2C627281C3}"/>
            </c:ext>
          </c:extLst>
        </c:ser>
        <c:dLbls>
          <c:showLegendKey val="0"/>
          <c:showVal val="0"/>
          <c:showCatName val="0"/>
          <c:showSerName val="0"/>
          <c:showPercent val="0"/>
          <c:showBubbleSize val="0"/>
        </c:dLbls>
        <c:gapWidth val="145"/>
        <c:overlap val="-27"/>
        <c:axId val="-74266800"/>
        <c:axId val="-74284224"/>
      </c:barChart>
      <c:catAx>
        <c:axId val="-74266800"/>
        <c:scaling>
          <c:orientation val="minMax"/>
        </c:scaling>
        <c:delete val="0"/>
        <c:axPos val="b"/>
        <c:numFmt formatCode="General" sourceLinked="1"/>
        <c:majorTickMark val="none"/>
        <c:minorTickMark val="none"/>
        <c:tickLblPos val="nextTo"/>
        <c:spPr>
          <a:noFill/>
          <a:ln w="6350" cap="flat" cmpd="sng" algn="ctr">
            <a:solidFill>
              <a:srgbClr val="BBBCBC"/>
            </a:solidFill>
            <a:round/>
          </a:ln>
          <a:effectLst/>
        </c:spPr>
        <c:txPr>
          <a:bodyPr rot="-60000000" spcFirstLastPara="1" vertOverflow="ellipsis" vert="horz" wrap="square" anchor="ctr" anchorCtr="1"/>
          <a:lstStyle/>
          <a:p>
            <a:pPr>
              <a:defRPr sz="1000" b="0" i="0" u="none" strike="noStrike" kern="1200" baseline="0">
                <a:solidFill>
                  <a:srgbClr val="53565A"/>
                </a:solidFill>
                <a:latin typeface="+mn-lt"/>
                <a:ea typeface="+mn-ea"/>
                <a:cs typeface="+mn-cs"/>
              </a:defRPr>
            </a:pPr>
            <a:endParaRPr lang="en-US"/>
          </a:p>
        </c:txPr>
        <c:crossAx val="-74284224"/>
        <c:crosses val="autoZero"/>
        <c:auto val="1"/>
        <c:lblAlgn val="ctr"/>
        <c:lblOffset val="100"/>
        <c:noMultiLvlLbl val="0"/>
      </c:catAx>
      <c:valAx>
        <c:axId val="-74284224"/>
        <c:scaling>
          <c:orientation val="minMax"/>
        </c:scaling>
        <c:delete val="0"/>
        <c:axPos val="l"/>
        <c:majorGridlines>
          <c:spPr>
            <a:ln w="6350" cap="flat" cmpd="sng" algn="ctr">
              <a:solidFill>
                <a:srgbClr val="BBBCBC"/>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rgbClr val="53565A"/>
                </a:solidFill>
                <a:latin typeface="+mn-lt"/>
                <a:ea typeface="+mn-ea"/>
                <a:cs typeface="+mn-cs"/>
              </a:defRPr>
            </a:pPr>
            <a:endParaRPr lang="en-US"/>
          </a:p>
        </c:txPr>
        <c:crossAx val="-7426680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56359862586595E-2"/>
          <c:y val="4.3014547664732498E-2"/>
          <c:w val="0.95436401374133994"/>
          <c:h val="0.75101842738407698"/>
        </c:manualLayout>
      </c:layout>
      <c:barChart>
        <c:barDir val="col"/>
        <c:grouping val="stacked"/>
        <c:varyColors val="0"/>
        <c:ser>
          <c:idx val="0"/>
          <c:order val="0"/>
          <c:tx>
            <c:strRef>
              <c:f>Sheet1!$B$1</c:f>
              <c:strCache>
                <c:ptCount val="1"/>
                <c:pt idx="0">
                  <c:v>Label 1</c:v>
                </c:pt>
              </c:strCache>
            </c:strRef>
          </c:tx>
          <c:spPr>
            <a:solidFill>
              <a:schemeClr val="accent1"/>
            </a:solidFill>
            <a:ln w="12700">
              <a:noFill/>
              <a:prstDash val="solid"/>
            </a:ln>
          </c:spPr>
          <c:invertIfNegative val="0"/>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Sheet1!$B$2:$B$4</c:f>
              <c:numCache>
                <c:formatCode>General</c:formatCode>
                <c:ptCount val="3"/>
                <c:pt idx="0">
                  <c:v>15</c:v>
                </c:pt>
                <c:pt idx="1">
                  <c:v>13</c:v>
                </c:pt>
                <c:pt idx="2">
                  <c:v>12</c:v>
                </c:pt>
              </c:numCache>
            </c:numRef>
          </c:val>
          <c:extLst>
            <c:ext xmlns:c16="http://schemas.microsoft.com/office/drawing/2014/chart" uri="{C3380CC4-5D6E-409C-BE32-E72D297353CC}">
              <c16:uniqueId val="{00000000-8843-4C4A-A58D-9BDA53EF773F}"/>
            </c:ext>
          </c:extLst>
        </c:ser>
        <c:ser>
          <c:idx val="1"/>
          <c:order val="1"/>
          <c:tx>
            <c:strRef>
              <c:f>Sheet1!$C$1</c:f>
              <c:strCache>
                <c:ptCount val="1"/>
                <c:pt idx="0">
                  <c:v>Label 2</c:v>
                </c:pt>
              </c:strCache>
            </c:strRef>
          </c:tx>
          <c:spPr>
            <a:solidFill>
              <a:schemeClr val="accent2"/>
            </a:solidFill>
            <a:ln w="12700">
              <a:noFill/>
              <a:prstDash val="solid"/>
            </a:ln>
          </c:spPr>
          <c:invertIfNegative val="0"/>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Sheet1!$C$2:$C$4</c:f>
              <c:numCache>
                <c:formatCode>General</c:formatCode>
                <c:ptCount val="3"/>
                <c:pt idx="0">
                  <c:v>15</c:v>
                </c:pt>
                <c:pt idx="1">
                  <c:v>13</c:v>
                </c:pt>
                <c:pt idx="2">
                  <c:v>12</c:v>
                </c:pt>
              </c:numCache>
            </c:numRef>
          </c:val>
          <c:extLst>
            <c:ext xmlns:c16="http://schemas.microsoft.com/office/drawing/2014/chart" uri="{C3380CC4-5D6E-409C-BE32-E72D297353CC}">
              <c16:uniqueId val="{00000001-8843-4C4A-A58D-9BDA53EF773F}"/>
            </c:ext>
          </c:extLst>
        </c:ser>
        <c:ser>
          <c:idx val="2"/>
          <c:order val="2"/>
          <c:tx>
            <c:strRef>
              <c:f>Sheet1!$D$1</c:f>
              <c:strCache>
                <c:ptCount val="1"/>
                <c:pt idx="0">
                  <c:v>Label 3</c:v>
                </c:pt>
              </c:strCache>
            </c:strRef>
          </c:tx>
          <c:spPr>
            <a:solidFill>
              <a:schemeClr val="hlink"/>
            </a:solidFill>
            <a:ln w="12700">
              <a:noFill/>
              <a:prstDash val="solid"/>
            </a:ln>
          </c:spPr>
          <c:invertIfNegative val="0"/>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Sheet1!$D$2:$D$4</c:f>
              <c:numCache>
                <c:formatCode>General</c:formatCode>
                <c:ptCount val="3"/>
                <c:pt idx="0">
                  <c:v>15</c:v>
                </c:pt>
                <c:pt idx="1">
                  <c:v>13</c:v>
                </c:pt>
                <c:pt idx="2">
                  <c:v>12</c:v>
                </c:pt>
              </c:numCache>
            </c:numRef>
          </c:val>
          <c:extLst>
            <c:ext xmlns:c16="http://schemas.microsoft.com/office/drawing/2014/chart" uri="{C3380CC4-5D6E-409C-BE32-E72D297353CC}">
              <c16:uniqueId val="{00000002-8843-4C4A-A58D-9BDA53EF773F}"/>
            </c:ext>
          </c:extLst>
        </c:ser>
        <c:ser>
          <c:idx val="3"/>
          <c:order val="3"/>
          <c:tx>
            <c:strRef>
              <c:f>Sheet1!$E$1</c:f>
              <c:strCache>
                <c:ptCount val="1"/>
                <c:pt idx="0">
                  <c:v>Label 4</c:v>
                </c:pt>
              </c:strCache>
            </c:strRef>
          </c:tx>
          <c:spPr>
            <a:solidFill>
              <a:schemeClr val="accent4"/>
            </a:solidFill>
            <a:ln w="12700">
              <a:noFill/>
              <a:prstDash val="solid"/>
            </a:ln>
          </c:spPr>
          <c:invertIfNegative val="0"/>
          <c:dLbls>
            <c:numFmt formatCode="#,##0.0" sourceLinked="0"/>
            <c:spPr>
              <a:noFill/>
              <a:ln>
                <a:noFill/>
              </a:ln>
              <a:effectLst/>
            </c:spPr>
            <c:txPr>
              <a:bodyPr/>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Sheet1!$E$2:$E$4</c:f>
              <c:numCache>
                <c:formatCode>General</c:formatCode>
                <c:ptCount val="3"/>
                <c:pt idx="0">
                  <c:v>15</c:v>
                </c:pt>
                <c:pt idx="1">
                  <c:v>13</c:v>
                </c:pt>
                <c:pt idx="2">
                  <c:v>12</c:v>
                </c:pt>
              </c:numCache>
            </c:numRef>
          </c:val>
          <c:extLst>
            <c:ext xmlns:c16="http://schemas.microsoft.com/office/drawing/2014/chart" uri="{C3380CC4-5D6E-409C-BE32-E72D297353CC}">
              <c16:uniqueId val="{00000003-8843-4C4A-A58D-9BDA53EF773F}"/>
            </c:ext>
          </c:extLst>
        </c:ser>
        <c:ser>
          <c:idx val="4"/>
          <c:order val="4"/>
          <c:tx>
            <c:strRef>
              <c:f>Sheet1!$F$1</c:f>
              <c:strCache>
                <c:ptCount val="1"/>
                <c:pt idx="0">
                  <c:v>Label 5</c:v>
                </c:pt>
              </c:strCache>
            </c:strRef>
          </c:tx>
          <c:spPr>
            <a:solidFill>
              <a:schemeClr val="accent5"/>
            </a:solidFill>
            <a:ln w="12700">
              <a:noFill/>
              <a:prstDash val="solid"/>
            </a:ln>
          </c:spPr>
          <c:invertIfNegative val="0"/>
          <c:dLbls>
            <c:numFmt formatCode="#,##0.0" sourceLinked="0"/>
            <c:spPr>
              <a:noFill/>
              <a:ln>
                <a:noFill/>
              </a:ln>
              <a:effectLst/>
            </c:spPr>
            <c:txPr>
              <a:bodyPr/>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Sheet1!$F$2:$F$4</c:f>
              <c:numCache>
                <c:formatCode>General</c:formatCode>
                <c:ptCount val="3"/>
                <c:pt idx="0">
                  <c:v>15</c:v>
                </c:pt>
                <c:pt idx="1">
                  <c:v>13</c:v>
                </c:pt>
                <c:pt idx="2">
                  <c:v>12</c:v>
                </c:pt>
              </c:numCache>
            </c:numRef>
          </c:val>
          <c:extLst>
            <c:ext xmlns:c16="http://schemas.microsoft.com/office/drawing/2014/chart" uri="{C3380CC4-5D6E-409C-BE32-E72D297353CC}">
              <c16:uniqueId val="{00000004-8843-4C4A-A58D-9BDA53EF773F}"/>
            </c:ext>
          </c:extLst>
        </c:ser>
        <c:ser>
          <c:idx val="5"/>
          <c:order val="5"/>
          <c:tx>
            <c:strRef>
              <c:f>Sheet1!$G$1</c:f>
              <c:strCache>
                <c:ptCount val="1"/>
                <c:pt idx="0">
                  <c:v>Label 6</c:v>
                </c:pt>
              </c:strCache>
            </c:strRef>
          </c:tx>
          <c:spPr>
            <a:solidFill>
              <a:schemeClr val="tx1">
                <a:lumMod val="65000"/>
                <a:lumOff val="35000"/>
              </a:schemeClr>
            </a:solidFill>
            <a:ln w="12700">
              <a:noFill/>
              <a:prstDash val="solid"/>
            </a:ln>
          </c:spPr>
          <c:invertIfNegative val="0"/>
          <c:dLbls>
            <c:numFmt formatCode="#,##0.0" sourceLinked="0"/>
            <c:spPr>
              <a:noFill/>
              <a:ln>
                <a:noFill/>
              </a:ln>
              <a:effectLst/>
            </c:spPr>
            <c:txPr>
              <a:bodyPr/>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Sheet1!$G$2:$G$4</c:f>
              <c:numCache>
                <c:formatCode>General</c:formatCode>
                <c:ptCount val="3"/>
                <c:pt idx="0">
                  <c:v>15</c:v>
                </c:pt>
                <c:pt idx="1">
                  <c:v>13</c:v>
                </c:pt>
                <c:pt idx="2">
                  <c:v>12</c:v>
                </c:pt>
              </c:numCache>
            </c:numRef>
          </c:val>
          <c:extLst>
            <c:ext xmlns:c16="http://schemas.microsoft.com/office/drawing/2014/chart" uri="{C3380CC4-5D6E-409C-BE32-E72D297353CC}">
              <c16:uniqueId val="{00000005-8843-4C4A-A58D-9BDA53EF773F}"/>
            </c:ext>
          </c:extLst>
        </c:ser>
        <c:ser>
          <c:idx val="6"/>
          <c:order val="6"/>
          <c:tx>
            <c:strRef>
              <c:f>Sheet1!$H$1</c:f>
              <c:strCache>
                <c:ptCount val="1"/>
                <c:pt idx="0">
                  <c:v>Label 7</c:v>
                </c:pt>
              </c:strCache>
            </c:strRef>
          </c:tx>
          <c:spPr>
            <a:solidFill>
              <a:schemeClr val="accent4">
                <a:lumMod val="40000"/>
                <a:lumOff val="60000"/>
              </a:schemeClr>
            </a:solidFill>
            <a:ln w="12700">
              <a:noFill/>
              <a:prstDash val="solid"/>
            </a:ln>
          </c:spPr>
          <c:invertIfNegative val="0"/>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Sheet1!$H$2:$H$4</c:f>
              <c:numCache>
                <c:formatCode>General</c:formatCode>
                <c:ptCount val="3"/>
                <c:pt idx="0">
                  <c:v>15</c:v>
                </c:pt>
                <c:pt idx="1">
                  <c:v>13</c:v>
                </c:pt>
                <c:pt idx="2">
                  <c:v>12</c:v>
                </c:pt>
              </c:numCache>
            </c:numRef>
          </c:val>
          <c:extLst>
            <c:ext xmlns:c16="http://schemas.microsoft.com/office/drawing/2014/chart" uri="{C3380CC4-5D6E-409C-BE32-E72D297353CC}">
              <c16:uniqueId val="{00000006-8843-4C4A-A58D-9BDA53EF773F}"/>
            </c:ext>
          </c:extLst>
        </c:ser>
        <c:ser>
          <c:idx val="7"/>
          <c:order val="7"/>
          <c:tx>
            <c:strRef>
              <c:f>Sheet1!$I$1</c:f>
              <c:strCache>
                <c:ptCount val="1"/>
                <c:pt idx="0">
                  <c:v>Label 8</c:v>
                </c:pt>
              </c:strCache>
            </c:strRef>
          </c:tx>
          <c:spPr>
            <a:solidFill>
              <a:schemeClr val="accent3">
                <a:lumMod val="75000"/>
              </a:schemeClr>
            </a:solidFill>
            <a:ln w="12700">
              <a:noFill/>
              <a:prstDash val="solid"/>
            </a:ln>
          </c:spPr>
          <c:invertIfNegative val="0"/>
          <c:dLbls>
            <c:numFmt formatCode="#,##0.0" sourceLinked="0"/>
            <c:spPr>
              <a:noFill/>
              <a:ln>
                <a:noFill/>
              </a:ln>
              <a:effectLst/>
            </c:spPr>
            <c:txPr>
              <a:bodyPr/>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Sheet1!$I$2:$I$4</c:f>
              <c:numCache>
                <c:formatCode>General</c:formatCode>
                <c:ptCount val="3"/>
                <c:pt idx="0">
                  <c:v>15</c:v>
                </c:pt>
                <c:pt idx="1">
                  <c:v>13</c:v>
                </c:pt>
                <c:pt idx="2">
                  <c:v>12</c:v>
                </c:pt>
              </c:numCache>
            </c:numRef>
          </c:val>
          <c:extLst>
            <c:ext xmlns:c16="http://schemas.microsoft.com/office/drawing/2014/chart" uri="{C3380CC4-5D6E-409C-BE32-E72D297353CC}">
              <c16:uniqueId val="{00000007-8843-4C4A-A58D-9BDA53EF773F}"/>
            </c:ext>
          </c:extLst>
        </c:ser>
        <c:ser>
          <c:idx val="8"/>
          <c:order val="8"/>
          <c:tx>
            <c:strRef>
              <c:f>Sheet1!$J$1</c:f>
              <c:strCache>
                <c:ptCount val="1"/>
                <c:pt idx="0">
                  <c:v>Label 9</c:v>
                </c:pt>
              </c:strCache>
            </c:strRef>
          </c:tx>
          <c:spPr>
            <a:solidFill>
              <a:schemeClr val="bg1">
                <a:lumMod val="65000"/>
              </a:schemeClr>
            </a:solidFill>
            <a:ln w="12700">
              <a:noFill/>
              <a:prstDash val="solid"/>
            </a:ln>
          </c:spPr>
          <c:invertIfNegative val="0"/>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Sheet1!$J$2:$J$4</c:f>
              <c:numCache>
                <c:formatCode>General</c:formatCode>
                <c:ptCount val="3"/>
                <c:pt idx="0">
                  <c:v>15</c:v>
                </c:pt>
                <c:pt idx="1">
                  <c:v>13</c:v>
                </c:pt>
                <c:pt idx="2">
                  <c:v>12</c:v>
                </c:pt>
              </c:numCache>
            </c:numRef>
          </c:val>
          <c:extLst>
            <c:ext xmlns:c16="http://schemas.microsoft.com/office/drawing/2014/chart" uri="{C3380CC4-5D6E-409C-BE32-E72D297353CC}">
              <c16:uniqueId val="{00000008-8843-4C4A-A58D-9BDA53EF773F}"/>
            </c:ext>
          </c:extLst>
        </c:ser>
        <c:ser>
          <c:idx val="9"/>
          <c:order val="9"/>
          <c:tx>
            <c:strRef>
              <c:f>Sheet1!$K$1</c:f>
              <c:strCache>
                <c:ptCount val="1"/>
                <c:pt idx="0">
                  <c:v>Label 10</c:v>
                </c:pt>
              </c:strCache>
            </c:strRef>
          </c:tx>
          <c:spPr>
            <a:solidFill>
              <a:schemeClr val="accent5">
                <a:lumMod val="40000"/>
                <a:lumOff val="60000"/>
              </a:schemeClr>
            </a:solidFill>
            <a:ln w="12700">
              <a:noFill/>
              <a:prstDash val="solid"/>
            </a:ln>
          </c:spPr>
          <c:invertIfNegative val="0"/>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Sheet1!$K$2:$K$4</c:f>
              <c:numCache>
                <c:formatCode>General</c:formatCode>
                <c:ptCount val="3"/>
                <c:pt idx="0">
                  <c:v>15</c:v>
                </c:pt>
                <c:pt idx="1">
                  <c:v>13</c:v>
                </c:pt>
                <c:pt idx="2">
                  <c:v>12</c:v>
                </c:pt>
              </c:numCache>
            </c:numRef>
          </c:val>
          <c:extLst>
            <c:ext xmlns:c16="http://schemas.microsoft.com/office/drawing/2014/chart" uri="{C3380CC4-5D6E-409C-BE32-E72D297353CC}">
              <c16:uniqueId val="{00000009-8843-4C4A-A58D-9BDA53EF773F}"/>
            </c:ext>
          </c:extLst>
        </c:ser>
        <c:ser>
          <c:idx val="10"/>
          <c:order val="10"/>
          <c:tx>
            <c:strRef>
              <c:f>Sheet1!$L$1</c:f>
              <c:strCache>
                <c:ptCount val="1"/>
                <c:pt idx="0">
                  <c:v>Label 11</c:v>
                </c:pt>
              </c:strCache>
            </c:strRef>
          </c:tx>
          <c:spPr>
            <a:solidFill>
              <a:srgbClr val="7BCE6C"/>
            </a:solidFill>
            <a:ln w="12700">
              <a:noFill/>
              <a:prstDash val="solid"/>
            </a:ln>
          </c:spPr>
          <c:invertIfNegative val="0"/>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Sheet1!$L$2:$L$4</c:f>
              <c:numCache>
                <c:formatCode>General</c:formatCode>
                <c:ptCount val="3"/>
                <c:pt idx="0">
                  <c:v>15</c:v>
                </c:pt>
                <c:pt idx="1">
                  <c:v>13</c:v>
                </c:pt>
                <c:pt idx="2">
                  <c:v>12</c:v>
                </c:pt>
              </c:numCache>
            </c:numRef>
          </c:val>
          <c:extLst>
            <c:ext xmlns:c16="http://schemas.microsoft.com/office/drawing/2014/chart" uri="{C3380CC4-5D6E-409C-BE32-E72D297353CC}">
              <c16:uniqueId val="{0000000A-8843-4C4A-A58D-9BDA53EF773F}"/>
            </c:ext>
          </c:extLst>
        </c:ser>
        <c:ser>
          <c:idx val="11"/>
          <c:order val="11"/>
          <c:tx>
            <c:strRef>
              <c:f>Sheet1!$M$1</c:f>
              <c:strCache>
                <c:ptCount val="1"/>
                <c:pt idx="0">
                  <c:v>Label 12</c:v>
                </c:pt>
              </c:strCache>
            </c:strRef>
          </c:tx>
          <c:spPr>
            <a:solidFill>
              <a:schemeClr val="accent3">
                <a:lumMod val="40000"/>
                <a:lumOff val="60000"/>
              </a:schemeClr>
            </a:solidFill>
            <a:ln w="12700">
              <a:noFill/>
              <a:prstDash val="solid"/>
            </a:ln>
          </c:spPr>
          <c:invertIfNegative val="0"/>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Sheet1!$M$2:$M$4</c:f>
              <c:numCache>
                <c:formatCode>General</c:formatCode>
                <c:ptCount val="3"/>
                <c:pt idx="0">
                  <c:v>15</c:v>
                </c:pt>
                <c:pt idx="1">
                  <c:v>13</c:v>
                </c:pt>
                <c:pt idx="2">
                  <c:v>12</c:v>
                </c:pt>
              </c:numCache>
            </c:numRef>
          </c:val>
          <c:extLst>
            <c:ext xmlns:c16="http://schemas.microsoft.com/office/drawing/2014/chart" uri="{C3380CC4-5D6E-409C-BE32-E72D297353CC}">
              <c16:uniqueId val="{0000000B-8843-4C4A-A58D-9BDA53EF773F}"/>
            </c:ext>
          </c:extLst>
        </c:ser>
        <c:ser>
          <c:idx val="12"/>
          <c:order val="12"/>
          <c:tx>
            <c:strRef>
              <c:f>Sheet1!$N$1</c:f>
              <c:strCache>
                <c:ptCount val="1"/>
                <c:pt idx="0">
                  <c:v>Label 13</c:v>
                </c:pt>
              </c:strCache>
            </c:strRef>
          </c:tx>
          <c:spPr>
            <a:solidFill>
              <a:schemeClr val="accent1">
                <a:lumMod val="40000"/>
                <a:lumOff val="60000"/>
              </a:schemeClr>
            </a:solidFill>
            <a:ln w="12700">
              <a:noFill/>
              <a:prstDash val="solid"/>
            </a:ln>
          </c:spPr>
          <c:invertIfNegative val="0"/>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Sheet1!$N$2:$N$4</c:f>
              <c:numCache>
                <c:formatCode>General</c:formatCode>
                <c:ptCount val="3"/>
                <c:pt idx="0">
                  <c:v>15</c:v>
                </c:pt>
                <c:pt idx="1">
                  <c:v>13</c:v>
                </c:pt>
                <c:pt idx="2">
                  <c:v>12</c:v>
                </c:pt>
              </c:numCache>
            </c:numRef>
          </c:val>
          <c:extLst>
            <c:ext xmlns:c16="http://schemas.microsoft.com/office/drawing/2014/chart" uri="{C3380CC4-5D6E-409C-BE32-E72D297353CC}">
              <c16:uniqueId val="{0000000D-8843-4C4A-A58D-9BDA53EF773F}"/>
            </c:ext>
          </c:extLst>
        </c:ser>
        <c:ser>
          <c:idx val="13"/>
          <c:order val="13"/>
          <c:tx>
            <c:strRef>
              <c:f>Sheet1!$O$1</c:f>
              <c:strCache>
                <c:ptCount val="1"/>
                <c:pt idx="0">
                  <c:v>Label 14</c:v>
                </c:pt>
              </c:strCache>
            </c:strRef>
          </c:tx>
          <c:spPr>
            <a:solidFill>
              <a:schemeClr val="bg2">
                <a:lumMod val="90000"/>
              </a:schemeClr>
            </a:solidFill>
            <a:ln w="12700">
              <a:noFill/>
              <a:prstDash val="solid"/>
            </a:ln>
          </c:spPr>
          <c:invertIfNegative val="0"/>
          <c:dLbls>
            <c:numFmt formatCode="#,##0.0" sourceLinked="0"/>
            <c:spPr>
              <a:noFill/>
              <a:ln>
                <a:noFill/>
              </a:ln>
              <a:effectLst/>
            </c:spPr>
            <c:txPr>
              <a:bodyPr/>
              <a:lstStyle/>
              <a:p>
                <a:pPr>
                  <a:defRPr>
                    <a:solidFill>
                      <a:schemeClr val="tx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Sheet1!$O$2:$O$4</c:f>
              <c:numCache>
                <c:formatCode>General</c:formatCode>
                <c:ptCount val="3"/>
                <c:pt idx="0">
                  <c:v>15</c:v>
                </c:pt>
                <c:pt idx="1">
                  <c:v>13</c:v>
                </c:pt>
                <c:pt idx="2">
                  <c:v>12</c:v>
                </c:pt>
              </c:numCache>
            </c:numRef>
          </c:val>
          <c:extLst>
            <c:ext xmlns:c16="http://schemas.microsoft.com/office/drawing/2014/chart" uri="{C3380CC4-5D6E-409C-BE32-E72D297353CC}">
              <c16:uniqueId val="{0000000E-8843-4C4A-A58D-9BDA53EF773F}"/>
            </c:ext>
          </c:extLst>
        </c:ser>
        <c:dLbls>
          <c:dLblPos val="ctr"/>
          <c:showLegendKey val="0"/>
          <c:showVal val="1"/>
          <c:showCatName val="0"/>
          <c:showSerName val="0"/>
          <c:showPercent val="0"/>
          <c:showBubbleSize val="0"/>
        </c:dLbls>
        <c:gapWidth val="150"/>
        <c:overlap val="100"/>
        <c:axId val="19563008"/>
        <c:axId val="19636112"/>
      </c:barChart>
      <c:catAx>
        <c:axId val="19563008"/>
        <c:scaling>
          <c:orientation val="minMax"/>
        </c:scaling>
        <c:delete val="0"/>
        <c:axPos val="b"/>
        <c:numFmt formatCode="General" sourceLinked="1"/>
        <c:majorTickMark val="none"/>
        <c:minorTickMark val="none"/>
        <c:tickLblPos val="low"/>
        <c:spPr>
          <a:ln w="6350">
            <a:solidFill>
              <a:srgbClr val="BBBCBC"/>
            </a:solidFill>
            <a:prstDash val="solid"/>
          </a:ln>
        </c:spPr>
        <c:crossAx val="19636112"/>
        <c:crosses val="autoZero"/>
        <c:auto val="1"/>
        <c:lblAlgn val="ctr"/>
        <c:lblOffset val="100"/>
        <c:noMultiLvlLbl val="0"/>
      </c:catAx>
      <c:valAx>
        <c:axId val="19636112"/>
        <c:scaling>
          <c:orientation val="minMax"/>
        </c:scaling>
        <c:delete val="0"/>
        <c:axPos val="l"/>
        <c:majorGridlines>
          <c:spPr>
            <a:ln w="6350">
              <a:solidFill>
                <a:srgbClr val="BBBCBC"/>
              </a:solidFill>
            </a:ln>
          </c:spPr>
        </c:majorGridlines>
        <c:numFmt formatCode="General" sourceLinked="1"/>
        <c:majorTickMark val="out"/>
        <c:minorTickMark val="none"/>
        <c:tickLblPos val="low"/>
        <c:spPr>
          <a:ln w="9525">
            <a:noFill/>
            <a:prstDash val="solid"/>
          </a:ln>
        </c:spPr>
        <c:crossAx val="19563008"/>
        <c:crosses val="autoZero"/>
        <c:crossBetween val="between"/>
        <c:majorUnit val="50"/>
      </c:valAx>
      <c:spPr>
        <a:noFill/>
        <a:ln>
          <a:noFill/>
        </a:ln>
        <a:effectLst/>
        <a:extLst>
          <a:ext uri="{91240B29-F687-4F45-9708-019B960494DF}">
            <a14:hiddenLine xmlns:a14="http://schemas.microsoft.com/office/drawing/2010/main">
              <a:noFill/>
            </a14:hiddenLine>
          </a:ext>
        </a:extLst>
      </c:spPr>
    </c:plotArea>
    <c:legend>
      <c:legendPos val="b"/>
      <c:layout>
        <c:manualLayout>
          <c:xMode val="edge"/>
          <c:yMode val="edge"/>
          <c:x val="4.5795323511529498E-2"/>
          <c:y val="0.88878216794637599"/>
          <c:w val="0.90838868842968401"/>
          <c:h val="8.6247129265091801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txPr>
    <a:bodyPr/>
    <a:lstStyle/>
    <a:p>
      <a:pPr>
        <a:defRPr sz="1200">
          <a:latin typeface="Aptos" panose="020B0004020202020204" pitchFamily="34" charset="0"/>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5097788544025495E-2"/>
          <c:y val="5.9038982369127198E-2"/>
          <c:w val="0.93490221145597396"/>
          <c:h val="0.65789697342728803"/>
        </c:manualLayout>
      </c:layout>
      <c:barChart>
        <c:barDir val="col"/>
        <c:grouping val="clustered"/>
        <c:varyColors val="0"/>
        <c:ser>
          <c:idx val="0"/>
          <c:order val="0"/>
          <c:tx>
            <c:strRef>
              <c:f>Sheet1!$B$1</c:f>
              <c:strCache>
                <c:ptCount val="1"/>
                <c:pt idx="0">
                  <c:v>Label 1</c:v>
                </c:pt>
              </c:strCache>
            </c:strRef>
          </c:tx>
          <c:spPr>
            <a:solidFill>
              <a:schemeClr val="accent1"/>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Sheet1!$B$2:$B$5</c:f>
              <c:numCache>
                <c:formatCode>General</c:formatCode>
                <c:ptCount val="4"/>
                <c:pt idx="0">
                  <c:v>2</c:v>
                </c:pt>
                <c:pt idx="1">
                  <c:v>4</c:v>
                </c:pt>
                <c:pt idx="2">
                  <c:v>6</c:v>
                </c:pt>
                <c:pt idx="3">
                  <c:v>8</c:v>
                </c:pt>
              </c:numCache>
            </c:numRef>
          </c:val>
          <c:extLst>
            <c:ext xmlns:c16="http://schemas.microsoft.com/office/drawing/2014/chart" uri="{C3380CC4-5D6E-409C-BE32-E72D297353CC}">
              <c16:uniqueId val="{00000000-967E-4867-8E7A-7FA7934D8422}"/>
            </c:ext>
          </c:extLst>
        </c:ser>
        <c:ser>
          <c:idx val="1"/>
          <c:order val="1"/>
          <c:tx>
            <c:strRef>
              <c:f>Sheet1!$C$1</c:f>
              <c:strCache>
                <c:ptCount val="1"/>
                <c:pt idx="0">
                  <c:v>Label 2</c:v>
                </c:pt>
              </c:strCache>
            </c:strRef>
          </c:tx>
          <c:spPr>
            <a:solidFill>
              <a:schemeClr val="accent2"/>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Sheet1!$C$2:$C$5</c:f>
              <c:numCache>
                <c:formatCode>General</c:formatCode>
                <c:ptCount val="4"/>
                <c:pt idx="0">
                  <c:v>1</c:v>
                </c:pt>
                <c:pt idx="1">
                  <c:v>3</c:v>
                </c:pt>
                <c:pt idx="2">
                  <c:v>5</c:v>
                </c:pt>
                <c:pt idx="3">
                  <c:v>7</c:v>
                </c:pt>
              </c:numCache>
            </c:numRef>
          </c:val>
          <c:extLst>
            <c:ext xmlns:c16="http://schemas.microsoft.com/office/drawing/2014/chart" uri="{C3380CC4-5D6E-409C-BE32-E72D297353CC}">
              <c16:uniqueId val="{00000001-967E-4867-8E7A-7FA7934D8422}"/>
            </c:ext>
          </c:extLst>
        </c:ser>
        <c:ser>
          <c:idx val="2"/>
          <c:order val="2"/>
          <c:tx>
            <c:strRef>
              <c:f>Sheet1!$D$1</c:f>
              <c:strCache>
                <c:ptCount val="1"/>
                <c:pt idx="0">
                  <c:v>Label 3</c:v>
                </c:pt>
              </c:strCache>
            </c:strRef>
          </c:tx>
          <c:spPr>
            <a:solidFill>
              <a:schemeClr val="hlink"/>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Sheet1!$D$2:$D$5</c:f>
              <c:numCache>
                <c:formatCode>General</c:formatCode>
                <c:ptCount val="4"/>
                <c:pt idx="0">
                  <c:v>2</c:v>
                </c:pt>
                <c:pt idx="1">
                  <c:v>4</c:v>
                </c:pt>
                <c:pt idx="2">
                  <c:v>6</c:v>
                </c:pt>
                <c:pt idx="3">
                  <c:v>8</c:v>
                </c:pt>
              </c:numCache>
            </c:numRef>
          </c:val>
          <c:extLst>
            <c:ext xmlns:c16="http://schemas.microsoft.com/office/drawing/2014/chart" uri="{C3380CC4-5D6E-409C-BE32-E72D297353CC}">
              <c16:uniqueId val="{00000002-967E-4867-8E7A-7FA7934D8422}"/>
            </c:ext>
          </c:extLst>
        </c:ser>
        <c:ser>
          <c:idx val="3"/>
          <c:order val="3"/>
          <c:tx>
            <c:strRef>
              <c:f>Sheet1!$E$1</c:f>
              <c:strCache>
                <c:ptCount val="1"/>
                <c:pt idx="0">
                  <c:v>Label 4</c:v>
                </c:pt>
              </c:strCache>
            </c:strRef>
          </c:tx>
          <c:spPr>
            <a:solidFill>
              <a:schemeClr val="accent4"/>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Sheet1!$E$2:$E$5</c:f>
              <c:numCache>
                <c:formatCode>General</c:formatCode>
                <c:ptCount val="4"/>
                <c:pt idx="0">
                  <c:v>1</c:v>
                </c:pt>
                <c:pt idx="1">
                  <c:v>3</c:v>
                </c:pt>
                <c:pt idx="2">
                  <c:v>5</c:v>
                </c:pt>
                <c:pt idx="3">
                  <c:v>7</c:v>
                </c:pt>
              </c:numCache>
            </c:numRef>
          </c:val>
          <c:extLst>
            <c:ext xmlns:c16="http://schemas.microsoft.com/office/drawing/2014/chart" uri="{C3380CC4-5D6E-409C-BE32-E72D297353CC}">
              <c16:uniqueId val="{00000003-967E-4867-8E7A-7FA7934D8422}"/>
            </c:ext>
          </c:extLst>
        </c:ser>
        <c:dLbls>
          <c:dLblPos val="outEnd"/>
          <c:showLegendKey val="0"/>
          <c:showVal val="1"/>
          <c:showCatName val="0"/>
          <c:showSerName val="0"/>
          <c:showPercent val="0"/>
          <c:showBubbleSize val="0"/>
        </c:dLbls>
        <c:gapWidth val="75"/>
        <c:axId val="-72453712"/>
        <c:axId val="-72451664"/>
      </c:barChart>
      <c:catAx>
        <c:axId val="-72453712"/>
        <c:scaling>
          <c:orientation val="minMax"/>
        </c:scaling>
        <c:delete val="0"/>
        <c:axPos val="b"/>
        <c:numFmt formatCode="General" sourceLinked="1"/>
        <c:majorTickMark val="none"/>
        <c:minorTickMark val="none"/>
        <c:tickLblPos val="low"/>
        <c:spPr>
          <a:ln w="6350">
            <a:solidFill>
              <a:srgbClr val="BBBCBC"/>
            </a:solidFill>
            <a:prstDash val="solid"/>
          </a:ln>
        </c:spPr>
        <c:crossAx val="-72451664"/>
        <c:crosses val="autoZero"/>
        <c:auto val="1"/>
        <c:lblAlgn val="ctr"/>
        <c:lblOffset val="100"/>
        <c:noMultiLvlLbl val="0"/>
      </c:catAx>
      <c:valAx>
        <c:axId val="-72451664"/>
        <c:scaling>
          <c:orientation val="minMax"/>
        </c:scaling>
        <c:delete val="0"/>
        <c:axPos val="l"/>
        <c:majorGridlines>
          <c:spPr>
            <a:ln w="6350">
              <a:solidFill>
                <a:srgbClr val="BBBCBC"/>
              </a:solidFill>
            </a:ln>
          </c:spPr>
        </c:majorGridlines>
        <c:numFmt formatCode="General" sourceLinked="1"/>
        <c:majorTickMark val="out"/>
        <c:minorTickMark val="none"/>
        <c:tickLblPos val="low"/>
        <c:spPr>
          <a:ln w="9525">
            <a:noFill/>
            <a:prstDash val="solid"/>
          </a:ln>
        </c:spPr>
        <c:crossAx val="-72453712"/>
        <c:crosses val="autoZero"/>
        <c:crossBetween val="between"/>
      </c:valAx>
      <c:spPr>
        <a:ln>
          <a:noFill/>
        </a:ln>
      </c:spPr>
    </c:plotArea>
    <c:legend>
      <c:legendPos val="b"/>
      <c:layout>
        <c:manualLayout>
          <c:xMode val="edge"/>
          <c:yMode val="edge"/>
          <c:x val="0.12070731925554801"/>
          <c:y val="0.88230367931938503"/>
          <c:w val="0.83118637158991504"/>
          <c:h val="8.7379166348629994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spPr>
    <a:ln>
      <a:noFill/>
    </a:ln>
  </c:spPr>
  <c:txPr>
    <a:bodyPr/>
    <a:lstStyle/>
    <a:p>
      <a:pPr>
        <a:defRPr sz="800">
          <a:latin typeface="Aptos" panose="020B0004020202020204" pitchFamily="34" charset="0"/>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5097788544025495E-2"/>
          <c:y val="5.9038982369127198E-2"/>
          <c:w val="0.93490221145597396"/>
          <c:h val="0.64414696057048504"/>
        </c:manualLayout>
      </c:layout>
      <c:barChart>
        <c:barDir val="col"/>
        <c:grouping val="clustered"/>
        <c:varyColors val="0"/>
        <c:ser>
          <c:idx val="0"/>
          <c:order val="0"/>
          <c:tx>
            <c:strRef>
              <c:f>Sheet1!$B$1</c:f>
              <c:strCache>
                <c:ptCount val="1"/>
                <c:pt idx="0">
                  <c:v>Label 1</c:v>
                </c:pt>
              </c:strCache>
            </c:strRef>
          </c:tx>
          <c:spPr>
            <a:solidFill>
              <a:schemeClr val="accent1"/>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Sheet1!$B$2:$B$5</c:f>
              <c:numCache>
                <c:formatCode>General</c:formatCode>
                <c:ptCount val="4"/>
                <c:pt idx="0">
                  <c:v>2</c:v>
                </c:pt>
                <c:pt idx="1">
                  <c:v>4</c:v>
                </c:pt>
                <c:pt idx="2">
                  <c:v>6</c:v>
                </c:pt>
                <c:pt idx="3">
                  <c:v>8</c:v>
                </c:pt>
              </c:numCache>
            </c:numRef>
          </c:val>
          <c:extLst>
            <c:ext xmlns:c16="http://schemas.microsoft.com/office/drawing/2014/chart" uri="{C3380CC4-5D6E-409C-BE32-E72D297353CC}">
              <c16:uniqueId val="{00000000-CD07-4D8F-81E9-464AAC9892AB}"/>
            </c:ext>
          </c:extLst>
        </c:ser>
        <c:ser>
          <c:idx val="1"/>
          <c:order val="1"/>
          <c:tx>
            <c:strRef>
              <c:f>Sheet1!$C$1</c:f>
              <c:strCache>
                <c:ptCount val="1"/>
                <c:pt idx="0">
                  <c:v>Label 2</c:v>
                </c:pt>
              </c:strCache>
            </c:strRef>
          </c:tx>
          <c:spPr>
            <a:solidFill>
              <a:schemeClr val="accent2"/>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Sheet1!$C$2:$C$5</c:f>
              <c:numCache>
                <c:formatCode>General</c:formatCode>
                <c:ptCount val="4"/>
                <c:pt idx="0">
                  <c:v>1</c:v>
                </c:pt>
                <c:pt idx="1">
                  <c:v>3</c:v>
                </c:pt>
                <c:pt idx="2">
                  <c:v>5</c:v>
                </c:pt>
                <c:pt idx="3">
                  <c:v>7</c:v>
                </c:pt>
              </c:numCache>
            </c:numRef>
          </c:val>
          <c:extLst>
            <c:ext xmlns:c16="http://schemas.microsoft.com/office/drawing/2014/chart" uri="{C3380CC4-5D6E-409C-BE32-E72D297353CC}">
              <c16:uniqueId val="{00000001-CD07-4D8F-81E9-464AAC9892AB}"/>
            </c:ext>
          </c:extLst>
        </c:ser>
        <c:ser>
          <c:idx val="2"/>
          <c:order val="2"/>
          <c:tx>
            <c:strRef>
              <c:f>Sheet1!$D$1</c:f>
              <c:strCache>
                <c:ptCount val="1"/>
                <c:pt idx="0">
                  <c:v>Label 3</c:v>
                </c:pt>
              </c:strCache>
            </c:strRef>
          </c:tx>
          <c:spPr>
            <a:solidFill>
              <a:schemeClr val="hlink"/>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Sheet1!$D$2:$D$5</c:f>
              <c:numCache>
                <c:formatCode>General</c:formatCode>
                <c:ptCount val="4"/>
                <c:pt idx="0">
                  <c:v>2</c:v>
                </c:pt>
                <c:pt idx="1">
                  <c:v>4</c:v>
                </c:pt>
                <c:pt idx="2">
                  <c:v>6</c:v>
                </c:pt>
                <c:pt idx="3">
                  <c:v>8</c:v>
                </c:pt>
              </c:numCache>
            </c:numRef>
          </c:val>
          <c:extLst>
            <c:ext xmlns:c16="http://schemas.microsoft.com/office/drawing/2014/chart" uri="{C3380CC4-5D6E-409C-BE32-E72D297353CC}">
              <c16:uniqueId val="{00000002-CD07-4D8F-81E9-464AAC9892AB}"/>
            </c:ext>
          </c:extLst>
        </c:ser>
        <c:ser>
          <c:idx val="3"/>
          <c:order val="3"/>
          <c:tx>
            <c:strRef>
              <c:f>Sheet1!$E$1</c:f>
              <c:strCache>
                <c:ptCount val="1"/>
                <c:pt idx="0">
                  <c:v>Label 4</c:v>
                </c:pt>
              </c:strCache>
            </c:strRef>
          </c:tx>
          <c:spPr>
            <a:solidFill>
              <a:schemeClr val="accent4"/>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Sheet1!$E$2:$E$5</c:f>
              <c:numCache>
                <c:formatCode>General</c:formatCode>
                <c:ptCount val="4"/>
                <c:pt idx="0">
                  <c:v>1</c:v>
                </c:pt>
                <c:pt idx="1">
                  <c:v>3</c:v>
                </c:pt>
                <c:pt idx="2">
                  <c:v>5</c:v>
                </c:pt>
                <c:pt idx="3">
                  <c:v>7</c:v>
                </c:pt>
              </c:numCache>
            </c:numRef>
          </c:val>
          <c:extLst>
            <c:ext xmlns:c16="http://schemas.microsoft.com/office/drawing/2014/chart" uri="{C3380CC4-5D6E-409C-BE32-E72D297353CC}">
              <c16:uniqueId val="{00000003-CD07-4D8F-81E9-464AAC9892AB}"/>
            </c:ext>
          </c:extLst>
        </c:ser>
        <c:dLbls>
          <c:dLblPos val="outEnd"/>
          <c:showLegendKey val="0"/>
          <c:showVal val="1"/>
          <c:showCatName val="0"/>
          <c:showSerName val="0"/>
          <c:showPercent val="0"/>
          <c:showBubbleSize val="0"/>
        </c:dLbls>
        <c:gapWidth val="75"/>
        <c:axId val="117623408"/>
        <c:axId val="117625456"/>
      </c:barChart>
      <c:catAx>
        <c:axId val="117623408"/>
        <c:scaling>
          <c:orientation val="minMax"/>
        </c:scaling>
        <c:delete val="0"/>
        <c:axPos val="b"/>
        <c:numFmt formatCode="General" sourceLinked="1"/>
        <c:majorTickMark val="none"/>
        <c:minorTickMark val="none"/>
        <c:tickLblPos val="low"/>
        <c:spPr>
          <a:ln w="6350">
            <a:solidFill>
              <a:srgbClr val="BBBCBC"/>
            </a:solidFill>
            <a:prstDash val="solid"/>
          </a:ln>
        </c:spPr>
        <c:crossAx val="117625456"/>
        <c:crosses val="autoZero"/>
        <c:auto val="1"/>
        <c:lblAlgn val="ctr"/>
        <c:lblOffset val="100"/>
        <c:noMultiLvlLbl val="0"/>
      </c:catAx>
      <c:valAx>
        <c:axId val="117625456"/>
        <c:scaling>
          <c:orientation val="minMax"/>
        </c:scaling>
        <c:delete val="0"/>
        <c:axPos val="l"/>
        <c:majorGridlines>
          <c:spPr>
            <a:ln w="6350">
              <a:solidFill>
                <a:srgbClr val="BBBCBC"/>
              </a:solidFill>
            </a:ln>
          </c:spPr>
        </c:majorGridlines>
        <c:numFmt formatCode="General" sourceLinked="1"/>
        <c:majorTickMark val="out"/>
        <c:minorTickMark val="none"/>
        <c:tickLblPos val="low"/>
        <c:spPr>
          <a:ln w="9525">
            <a:noFill/>
            <a:prstDash val="solid"/>
          </a:ln>
        </c:spPr>
        <c:crossAx val="117623408"/>
        <c:crosses val="autoZero"/>
        <c:crossBetween val="between"/>
      </c:valAx>
      <c:spPr>
        <a:ln>
          <a:noFill/>
        </a:ln>
      </c:spPr>
    </c:plotArea>
    <c:legend>
      <c:legendPos val="b"/>
      <c:layout>
        <c:manualLayout>
          <c:xMode val="edge"/>
          <c:yMode val="edge"/>
          <c:x val="0.12070731925554801"/>
          <c:y val="0.88230367931938503"/>
          <c:w val="0.83118637158991504"/>
          <c:h val="8.7379166348629994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spPr>
    <a:ln>
      <a:noFill/>
    </a:ln>
  </c:spPr>
  <c:txPr>
    <a:bodyPr/>
    <a:lstStyle/>
    <a:p>
      <a:pPr>
        <a:defRPr sz="800">
          <a:latin typeface="Aptos" panose="020B0004020202020204" pitchFamily="34" charset="0"/>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5097788544025495E-2"/>
          <c:y val="5.9038982369127198E-2"/>
          <c:w val="0.93490221145597396"/>
          <c:h val="0.65789697342728803"/>
        </c:manualLayout>
      </c:layout>
      <c:barChart>
        <c:barDir val="col"/>
        <c:grouping val="clustered"/>
        <c:varyColors val="0"/>
        <c:ser>
          <c:idx val="0"/>
          <c:order val="0"/>
          <c:tx>
            <c:strRef>
              <c:f>Sheet1!$B$1</c:f>
              <c:strCache>
                <c:ptCount val="1"/>
                <c:pt idx="0">
                  <c:v>Label 1</c:v>
                </c:pt>
              </c:strCache>
            </c:strRef>
          </c:tx>
          <c:spPr>
            <a:solidFill>
              <a:schemeClr val="accent1"/>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Sheet1!$B$2:$B$5</c:f>
              <c:numCache>
                <c:formatCode>General</c:formatCode>
                <c:ptCount val="4"/>
                <c:pt idx="0">
                  <c:v>2</c:v>
                </c:pt>
                <c:pt idx="1">
                  <c:v>4</c:v>
                </c:pt>
                <c:pt idx="2">
                  <c:v>6</c:v>
                </c:pt>
                <c:pt idx="3">
                  <c:v>8</c:v>
                </c:pt>
              </c:numCache>
            </c:numRef>
          </c:val>
          <c:extLst>
            <c:ext xmlns:c16="http://schemas.microsoft.com/office/drawing/2014/chart" uri="{C3380CC4-5D6E-409C-BE32-E72D297353CC}">
              <c16:uniqueId val="{00000000-4A86-4AF9-B4E0-7BDFA55E3899}"/>
            </c:ext>
          </c:extLst>
        </c:ser>
        <c:ser>
          <c:idx val="1"/>
          <c:order val="1"/>
          <c:tx>
            <c:strRef>
              <c:f>Sheet1!$C$1</c:f>
              <c:strCache>
                <c:ptCount val="1"/>
                <c:pt idx="0">
                  <c:v>Label 2</c:v>
                </c:pt>
              </c:strCache>
            </c:strRef>
          </c:tx>
          <c:spPr>
            <a:solidFill>
              <a:schemeClr val="accent2"/>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Sheet1!$C$2:$C$5</c:f>
              <c:numCache>
                <c:formatCode>General</c:formatCode>
                <c:ptCount val="4"/>
                <c:pt idx="0">
                  <c:v>1</c:v>
                </c:pt>
                <c:pt idx="1">
                  <c:v>3</c:v>
                </c:pt>
                <c:pt idx="2">
                  <c:v>5</c:v>
                </c:pt>
                <c:pt idx="3">
                  <c:v>7</c:v>
                </c:pt>
              </c:numCache>
            </c:numRef>
          </c:val>
          <c:extLst>
            <c:ext xmlns:c16="http://schemas.microsoft.com/office/drawing/2014/chart" uri="{C3380CC4-5D6E-409C-BE32-E72D297353CC}">
              <c16:uniqueId val="{00000001-4A86-4AF9-B4E0-7BDFA55E3899}"/>
            </c:ext>
          </c:extLst>
        </c:ser>
        <c:ser>
          <c:idx val="2"/>
          <c:order val="2"/>
          <c:tx>
            <c:strRef>
              <c:f>Sheet1!$D$1</c:f>
              <c:strCache>
                <c:ptCount val="1"/>
                <c:pt idx="0">
                  <c:v>Label 3</c:v>
                </c:pt>
              </c:strCache>
            </c:strRef>
          </c:tx>
          <c:spPr>
            <a:solidFill>
              <a:schemeClr val="hlink"/>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Sheet1!$D$2:$D$5</c:f>
              <c:numCache>
                <c:formatCode>General</c:formatCode>
                <c:ptCount val="4"/>
                <c:pt idx="0">
                  <c:v>2</c:v>
                </c:pt>
                <c:pt idx="1">
                  <c:v>4</c:v>
                </c:pt>
                <c:pt idx="2">
                  <c:v>6</c:v>
                </c:pt>
                <c:pt idx="3">
                  <c:v>8</c:v>
                </c:pt>
              </c:numCache>
            </c:numRef>
          </c:val>
          <c:extLst>
            <c:ext xmlns:c16="http://schemas.microsoft.com/office/drawing/2014/chart" uri="{C3380CC4-5D6E-409C-BE32-E72D297353CC}">
              <c16:uniqueId val="{00000002-4A86-4AF9-B4E0-7BDFA55E3899}"/>
            </c:ext>
          </c:extLst>
        </c:ser>
        <c:ser>
          <c:idx val="3"/>
          <c:order val="3"/>
          <c:tx>
            <c:strRef>
              <c:f>Sheet1!$E$1</c:f>
              <c:strCache>
                <c:ptCount val="1"/>
                <c:pt idx="0">
                  <c:v>Label 4</c:v>
                </c:pt>
              </c:strCache>
            </c:strRef>
          </c:tx>
          <c:spPr>
            <a:solidFill>
              <a:schemeClr val="accent4"/>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Sheet1!$E$2:$E$5</c:f>
              <c:numCache>
                <c:formatCode>General</c:formatCode>
                <c:ptCount val="4"/>
                <c:pt idx="0">
                  <c:v>1</c:v>
                </c:pt>
                <c:pt idx="1">
                  <c:v>3</c:v>
                </c:pt>
                <c:pt idx="2">
                  <c:v>5</c:v>
                </c:pt>
                <c:pt idx="3">
                  <c:v>7</c:v>
                </c:pt>
              </c:numCache>
            </c:numRef>
          </c:val>
          <c:extLst>
            <c:ext xmlns:c16="http://schemas.microsoft.com/office/drawing/2014/chart" uri="{C3380CC4-5D6E-409C-BE32-E72D297353CC}">
              <c16:uniqueId val="{00000003-4A86-4AF9-B4E0-7BDFA55E3899}"/>
            </c:ext>
          </c:extLst>
        </c:ser>
        <c:dLbls>
          <c:dLblPos val="outEnd"/>
          <c:showLegendKey val="0"/>
          <c:showVal val="1"/>
          <c:showCatName val="0"/>
          <c:showSerName val="0"/>
          <c:showPercent val="0"/>
          <c:showBubbleSize val="0"/>
        </c:dLbls>
        <c:gapWidth val="75"/>
        <c:axId val="19355664"/>
        <c:axId val="19357712"/>
      </c:barChart>
      <c:catAx>
        <c:axId val="19355664"/>
        <c:scaling>
          <c:orientation val="minMax"/>
        </c:scaling>
        <c:delete val="0"/>
        <c:axPos val="b"/>
        <c:numFmt formatCode="General" sourceLinked="1"/>
        <c:majorTickMark val="none"/>
        <c:minorTickMark val="none"/>
        <c:tickLblPos val="low"/>
        <c:spPr>
          <a:ln w="6350">
            <a:solidFill>
              <a:srgbClr val="BBBCBC"/>
            </a:solidFill>
            <a:prstDash val="solid"/>
          </a:ln>
        </c:spPr>
        <c:crossAx val="19357712"/>
        <c:crosses val="autoZero"/>
        <c:auto val="1"/>
        <c:lblAlgn val="ctr"/>
        <c:lblOffset val="100"/>
        <c:noMultiLvlLbl val="0"/>
      </c:catAx>
      <c:valAx>
        <c:axId val="19357712"/>
        <c:scaling>
          <c:orientation val="minMax"/>
        </c:scaling>
        <c:delete val="0"/>
        <c:axPos val="l"/>
        <c:majorGridlines>
          <c:spPr>
            <a:ln w="6350">
              <a:solidFill>
                <a:srgbClr val="BBBCBC"/>
              </a:solidFill>
            </a:ln>
          </c:spPr>
        </c:majorGridlines>
        <c:numFmt formatCode="General" sourceLinked="1"/>
        <c:majorTickMark val="out"/>
        <c:minorTickMark val="none"/>
        <c:tickLblPos val="low"/>
        <c:spPr>
          <a:ln w="9525">
            <a:noFill/>
            <a:prstDash val="solid"/>
          </a:ln>
        </c:spPr>
        <c:crossAx val="19355664"/>
        <c:crosses val="autoZero"/>
        <c:crossBetween val="between"/>
      </c:valAx>
      <c:spPr>
        <a:ln>
          <a:noFill/>
        </a:ln>
      </c:spPr>
    </c:plotArea>
    <c:legend>
      <c:legendPos val="b"/>
      <c:layout>
        <c:manualLayout>
          <c:xMode val="edge"/>
          <c:yMode val="edge"/>
          <c:x val="0.12070731925554801"/>
          <c:y val="0.88230367931938503"/>
          <c:w val="0.83118637158991504"/>
          <c:h val="8.7379166348629994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spPr>
    <a:ln>
      <a:noFill/>
    </a:ln>
  </c:spPr>
  <c:txPr>
    <a:bodyPr/>
    <a:lstStyle/>
    <a:p>
      <a:pPr>
        <a:defRPr sz="800">
          <a:latin typeface="Aptos" panose="020B0004020202020204" pitchFamily="34" charset="0"/>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5097788544025495E-2"/>
          <c:y val="5.9038982369127198E-2"/>
          <c:w val="0.93490221145597396"/>
          <c:h val="0.64414696057048504"/>
        </c:manualLayout>
      </c:layout>
      <c:barChart>
        <c:barDir val="col"/>
        <c:grouping val="clustered"/>
        <c:varyColors val="0"/>
        <c:ser>
          <c:idx val="0"/>
          <c:order val="0"/>
          <c:tx>
            <c:strRef>
              <c:f>Sheet1!$B$1</c:f>
              <c:strCache>
                <c:ptCount val="1"/>
                <c:pt idx="0">
                  <c:v>Label 1</c:v>
                </c:pt>
              </c:strCache>
            </c:strRef>
          </c:tx>
          <c:spPr>
            <a:solidFill>
              <a:schemeClr val="accent1"/>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Sheet1!$B$2:$B$5</c:f>
              <c:numCache>
                <c:formatCode>General</c:formatCode>
                <c:ptCount val="4"/>
                <c:pt idx="0">
                  <c:v>2</c:v>
                </c:pt>
                <c:pt idx="1">
                  <c:v>4</c:v>
                </c:pt>
                <c:pt idx="2">
                  <c:v>6</c:v>
                </c:pt>
                <c:pt idx="3">
                  <c:v>8</c:v>
                </c:pt>
              </c:numCache>
            </c:numRef>
          </c:val>
          <c:extLst>
            <c:ext xmlns:c16="http://schemas.microsoft.com/office/drawing/2014/chart" uri="{C3380CC4-5D6E-409C-BE32-E72D297353CC}">
              <c16:uniqueId val="{00000000-1AB0-4699-86E4-6CC54ED40CB6}"/>
            </c:ext>
          </c:extLst>
        </c:ser>
        <c:ser>
          <c:idx val="1"/>
          <c:order val="1"/>
          <c:tx>
            <c:strRef>
              <c:f>Sheet1!$C$1</c:f>
              <c:strCache>
                <c:ptCount val="1"/>
                <c:pt idx="0">
                  <c:v>Label 2</c:v>
                </c:pt>
              </c:strCache>
            </c:strRef>
          </c:tx>
          <c:spPr>
            <a:solidFill>
              <a:schemeClr val="accent2"/>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Sheet1!$C$2:$C$5</c:f>
              <c:numCache>
                <c:formatCode>General</c:formatCode>
                <c:ptCount val="4"/>
                <c:pt idx="0">
                  <c:v>1</c:v>
                </c:pt>
                <c:pt idx="1">
                  <c:v>3</c:v>
                </c:pt>
                <c:pt idx="2">
                  <c:v>5</c:v>
                </c:pt>
                <c:pt idx="3">
                  <c:v>7</c:v>
                </c:pt>
              </c:numCache>
            </c:numRef>
          </c:val>
          <c:extLst>
            <c:ext xmlns:c16="http://schemas.microsoft.com/office/drawing/2014/chart" uri="{C3380CC4-5D6E-409C-BE32-E72D297353CC}">
              <c16:uniqueId val="{00000001-1AB0-4699-86E4-6CC54ED40CB6}"/>
            </c:ext>
          </c:extLst>
        </c:ser>
        <c:ser>
          <c:idx val="2"/>
          <c:order val="2"/>
          <c:tx>
            <c:strRef>
              <c:f>Sheet1!$D$1</c:f>
              <c:strCache>
                <c:ptCount val="1"/>
                <c:pt idx="0">
                  <c:v>Label 3</c:v>
                </c:pt>
              </c:strCache>
            </c:strRef>
          </c:tx>
          <c:spPr>
            <a:solidFill>
              <a:schemeClr val="hlink"/>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Sheet1!$D$2:$D$5</c:f>
              <c:numCache>
                <c:formatCode>General</c:formatCode>
                <c:ptCount val="4"/>
                <c:pt idx="0">
                  <c:v>2</c:v>
                </c:pt>
                <c:pt idx="1">
                  <c:v>4</c:v>
                </c:pt>
                <c:pt idx="2">
                  <c:v>6</c:v>
                </c:pt>
                <c:pt idx="3">
                  <c:v>8</c:v>
                </c:pt>
              </c:numCache>
            </c:numRef>
          </c:val>
          <c:extLst>
            <c:ext xmlns:c16="http://schemas.microsoft.com/office/drawing/2014/chart" uri="{C3380CC4-5D6E-409C-BE32-E72D297353CC}">
              <c16:uniqueId val="{00000002-1AB0-4699-86E4-6CC54ED40CB6}"/>
            </c:ext>
          </c:extLst>
        </c:ser>
        <c:ser>
          <c:idx val="3"/>
          <c:order val="3"/>
          <c:tx>
            <c:strRef>
              <c:f>Sheet1!$E$1</c:f>
              <c:strCache>
                <c:ptCount val="1"/>
                <c:pt idx="0">
                  <c:v>Label 4</c:v>
                </c:pt>
              </c:strCache>
            </c:strRef>
          </c:tx>
          <c:spPr>
            <a:solidFill>
              <a:schemeClr val="accent4"/>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Sheet1!$E$2:$E$5</c:f>
              <c:numCache>
                <c:formatCode>General</c:formatCode>
                <c:ptCount val="4"/>
                <c:pt idx="0">
                  <c:v>1</c:v>
                </c:pt>
                <c:pt idx="1">
                  <c:v>3</c:v>
                </c:pt>
                <c:pt idx="2">
                  <c:v>5</c:v>
                </c:pt>
                <c:pt idx="3">
                  <c:v>7</c:v>
                </c:pt>
              </c:numCache>
            </c:numRef>
          </c:val>
          <c:extLst>
            <c:ext xmlns:c16="http://schemas.microsoft.com/office/drawing/2014/chart" uri="{C3380CC4-5D6E-409C-BE32-E72D297353CC}">
              <c16:uniqueId val="{00000003-1AB0-4699-86E4-6CC54ED40CB6}"/>
            </c:ext>
          </c:extLst>
        </c:ser>
        <c:dLbls>
          <c:dLblPos val="outEnd"/>
          <c:showLegendKey val="0"/>
          <c:showVal val="1"/>
          <c:showCatName val="0"/>
          <c:showSerName val="0"/>
          <c:showPercent val="0"/>
          <c:showBubbleSize val="0"/>
        </c:dLbls>
        <c:gapWidth val="75"/>
        <c:axId val="-73586512"/>
        <c:axId val="-73584880"/>
      </c:barChart>
      <c:catAx>
        <c:axId val="-73586512"/>
        <c:scaling>
          <c:orientation val="minMax"/>
        </c:scaling>
        <c:delete val="0"/>
        <c:axPos val="b"/>
        <c:numFmt formatCode="General" sourceLinked="1"/>
        <c:majorTickMark val="none"/>
        <c:minorTickMark val="none"/>
        <c:tickLblPos val="low"/>
        <c:spPr>
          <a:ln w="6350">
            <a:solidFill>
              <a:srgbClr val="BBBCBC"/>
            </a:solidFill>
            <a:prstDash val="solid"/>
          </a:ln>
        </c:spPr>
        <c:crossAx val="-73584880"/>
        <c:crosses val="autoZero"/>
        <c:auto val="1"/>
        <c:lblAlgn val="ctr"/>
        <c:lblOffset val="100"/>
        <c:noMultiLvlLbl val="0"/>
      </c:catAx>
      <c:valAx>
        <c:axId val="-73584880"/>
        <c:scaling>
          <c:orientation val="minMax"/>
        </c:scaling>
        <c:delete val="0"/>
        <c:axPos val="l"/>
        <c:majorGridlines>
          <c:spPr>
            <a:ln w="6350">
              <a:solidFill>
                <a:srgbClr val="BBBCBC"/>
              </a:solidFill>
            </a:ln>
          </c:spPr>
        </c:majorGridlines>
        <c:numFmt formatCode="General" sourceLinked="1"/>
        <c:majorTickMark val="out"/>
        <c:minorTickMark val="none"/>
        <c:tickLblPos val="low"/>
        <c:spPr>
          <a:ln w="9525">
            <a:noFill/>
            <a:prstDash val="solid"/>
          </a:ln>
        </c:spPr>
        <c:crossAx val="-73586512"/>
        <c:crosses val="autoZero"/>
        <c:crossBetween val="between"/>
      </c:valAx>
      <c:spPr>
        <a:ln>
          <a:noFill/>
        </a:ln>
      </c:spPr>
    </c:plotArea>
    <c:legend>
      <c:legendPos val="b"/>
      <c:layout>
        <c:manualLayout>
          <c:xMode val="edge"/>
          <c:yMode val="edge"/>
          <c:x val="0.12070731925554801"/>
          <c:y val="0.88230367931938503"/>
          <c:w val="0.83118637158991504"/>
          <c:h val="8.7379166348629994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spPr>
    <a:ln>
      <a:noFill/>
    </a:ln>
  </c:spPr>
  <c:txPr>
    <a:bodyPr/>
    <a:lstStyle/>
    <a:p>
      <a:pPr>
        <a:defRPr sz="800">
          <a:latin typeface="Aptos" panose="020B0004020202020204" pitchFamily="34" charset="0"/>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0"/>
    <c:plotArea>
      <c:layout>
        <c:manualLayout>
          <c:layoutTarget val="inner"/>
          <c:xMode val="edge"/>
          <c:yMode val="edge"/>
          <c:x val="3.5966850663256299E-2"/>
          <c:y val="4.6153842659460598E-2"/>
          <c:w val="0.95510331463416798"/>
          <c:h val="0.74912510936133003"/>
        </c:manualLayout>
      </c:layout>
      <c:barChart>
        <c:barDir val="col"/>
        <c:grouping val="clustered"/>
        <c:varyColors val="0"/>
        <c:ser>
          <c:idx val="0"/>
          <c:order val="0"/>
          <c:tx>
            <c:strRef>
              <c:f>Sheet1!$B$1</c:f>
              <c:strCache>
                <c:ptCount val="1"/>
                <c:pt idx="0">
                  <c:v>Label 1</c:v>
                </c:pt>
              </c:strCache>
            </c:strRef>
          </c:tx>
          <c:spPr>
            <a:solidFill>
              <a:schemeClr val="accent2">
                <a:tint val="40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Sheet1!$B$2:$B$4</c:f>
              <c:numCache>
                <c:formatCode>General</c:formatCode>
                <c:ptCount val="3"/>
                <c:pt idx="0">
                  <c:v>10</c:v>
                </c:pt>
                <c:pt idx="1">
                  <c:v>10</c:v>
                </c:pt>
                <c:pt idx="2">
                  <c:v>10</c:v>
                </c:pt>
              </c:numCache>
            </c:numRef>
          </c:val>
          <c:extLst>
            <c:ext xmlns:c16="http://schemas.microsoft.com/office/drawing/2014/chart" uri="{C3380CC4-5D6E-409C-BE32-E72D297353CC}">
              <c16:uniqueId val="{00000000-1515-4493-B149-2D6FF3D6AB6E}"/>
            </c:ext>
          </c:extLst>
        </c:ser>
        <c:ser>
          <c:idx val="1"/>
          <c:order val="1"/>
          <c:tx>
            <c:strRef>
              <c:f>Sheet1!$C$1</c:f>
              <c:strCache>
                <c:ptCount val="1"/>
                <c:pt idx="0">
                  <c:v>Label 2</c:v>
                </c:pt>
              </c:strCache>
            </c:strRef>
          </c:tx>
          <c:spPr>
            <a:solidFill>
              <a:schemeClr val="accent2">
                <a:tint val="49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Sheet1!$C$2:$C$4</c:f>
              <c:numCache>
                <c:formatCode>General</c:formatCode>
                <c:ptCount val="3"/>
                <c:pt idx="0">
                  <c:v>11</c:v>
                </c:pt>
                <c:pt idx="1">
                  <c:v>11</c:v>
                </c:pt>
                <c:pt idx="2">
                  <c:v>11</c:v>
                </c:pt>
              </c:numCache>
            </c:numRef>
          </c:val>
          <c:extLst>
            <c:ext xmlns:c16="http://schemas.microsoft.com/office/drawing/2014/chart" uri="{C3380CC4-5D6E-409C-BE32-E72D297353CC}">
              <c16:uniqueId val="{00000001-1515-4493-B149-2D6FF3D6AB6E}"/>
            </c:ext>
          </c:extLst>
        </c:ser>
        <c:ser>
          <c:idx val="2"/>
          <c:order val="2"/>
          <c:tx>
            <c:strRef>
              <c:f>Sheet1!$D$1</c:f>
              <c:strCache>
                <c:ptCount val="1"/>
                <c:pt idx="0">
                  <c:v>Label 3</c:v>
                </c:pt>
              </c:strCache>
            </c:strRef>
          </c:tx>
          <c:spPr>
            <a:solidFill>
              <a:schemeClr val="accent2">
                <a:tint val="58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Sheet1!$D$2:$D$4</c:f>
              <c:numCache>
                <c:formatCode>General</c:formatCode>
                <c:ptCount val="3"/>
                <c:pt idx="0">
                  <c:v>12</c:v>
                </c:pt>
                <c:pt idx="1">
                  <c:v>12</c:v>
                </c:pt>
                <c:pt idx="2">
                  <c:v>12</c:v>
                </c:pt>
              </c:numCache>
            </c:numRef>
          </c:val>
          <c:extLst>
            <c:ext xmlns:c16="http://schemas.microsoft.com/office/drawing/2014/chart" uri="{C3380CC4-5D6E-409C-BE32-E72D297353CC}">
              <c16:uniqueId val="{00000002-1515-4493-B149-2D6FF3D6AB6E}"/>
            </c:ext>
          </c:extLst>
        </c:ser>
        <c:ser>
          <c:idx val="3"/>
          <c:order val="3"/>
          <c:tx>
            <c:strRef>
              <c:f>Sheet1!$E$1</c:f>
              <c:strCache>
                <c:ptCount val="1"/>
                <c:pt idx="0">
                  <c:v>Label 4</c:v>
                </c:pt>
              </c:strCache>
            </c:strRef>
          </c:tx>
          <c:spPr>
            <a:solidFill>
              <a:schemeClr val="accent2">
                <a:tint val="68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Sheet1!$E$2:$E$4</c:f>
              <c:numCache>
                <c:formatCode>General</c:formatCode>
                <c:ptCount val="3"/>
                <c:pt idx="0">
                  <c:v>13</c:v>
                </c:pt>
                <c:pt idx="1">
                  <c:v>13</c:v>
                </c:pt>
                <c:pt idx="2">
                  <c:v>13</c:v>
                </c:pt>
              </c:numCache>
            </c:numRef>
          </c:val>
          <c:extLst>
            <c:ext xmlns:c16="http://schemas.microsoft.com/office/drawing/2014/chart" uri="{C3380CC4-5D6E-409C-BE32-E72D297353CC}">
              <c16:uniqueId val="{00000003-1515-4493-B149-2D6FF3D6AB6E}"/>
            </c:ext>
          </c:extLst>
        </c:ser>
        <c:ser>
          <c:idx val="4"/>
          <c:order val="4"/>
          <c:tx>
            <c:strRef>
              <c:f>Sheet1!$F$1</c:f>
              <c:strCache>
                <c:ptCount val="1"/>
                <c:pt idx="0">
                  <c:v>Label 5</c:v>
                </c:pt>
              </c:strCache>
            </c:strRef>
          </c:tx>
          <c:spPr>
            <a:solidFill>
              <a:schemeClr val="accent2">
                <a:tint val="77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Sheet1!$F$2:$F$4</c:f>
              <c:numCache>
                <c:formatCode>General</c:formatCode>
                <c:ptCount val="3"/>
                <c:pt idx="0">
                  <c:v>14</c:v>
                </c:pt>
                <c:pt idx="1">
                  <c:v>14</c:v>
                </c:pt>
                <c:pt idx="2">
                  <c:v>14</c:v>
                </c:pt>
              </c:numCache>
            </c:numRef>
          </c:val>
          <c:extLst>
            <c:ext xmlns:c16="http://schemas.microsoft.com/office/drawing/2014/chart" uri="{C3380CC4-5D6E-409C-BE32-E72D297353CC}">
              <c16:uniqueId val="{00000004-1515-4493-B149-2D6FF3D6AB6E}"/>
            </c:ext>
          </c:extLst>
        </c:ser>
        <c:ser>
          <c:idx val="5"/>
          <c:order val="5"/>
          <c:tx>
            <c:strRef>
              <c:f>Sheet1!$G$1</c:f>
              <c:strCache>
                <c:ptCount val="1"/>
                <c:pt idx="0">
                  <c:v>Label 6</c:v>
                </c:pt>
              </c:strCache>
            </c:strRef>
          </c:tx>
          <c:spPr>
            <a:solidFill>
              <a:schemeClr val="accent2">
                <a:tint val="86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Sheet1!$G$2:$G$4</c:f>
              <c:numCache>
                <c:formatCode>General</c:formatCode>
                <c:ptCount val="3"/>
                <c:pt idx="0">
                  <c:v>15</c:v>
                </c:pt>
                <c:pt idx="1">
                  <c:v>15</c:v>
                </c:pt>
                <c:pt idx="2">
                  <c:v>15</c:v>
                </c:pt>
              </c:numCache>
            </c:numRef>
          </c:val>
          <c:extLst>
            <c:ext xmlns:c16="http://schemas.microsoft.com/office/drawing/2014/chart" uri="{C3380CC4-5D6E-409C-BE32-E72D297353CC}">
              <c16:uniqueId val="{00000005-1515-4493-B149-2D6FF3D6AB6E}"/>
            </c:ext>
          </c:extLst>
        </c:ser>
        <c:ser>
          <c:idx val="6"/>
          <c:order val="6"/>
          <c:tx>
            <c:strRef>
              <c:f>Sheet1!$H$1</c:f>
              <c:strCache>
                <c:ptCount val="1"/>
                <c:pt idx="0">
                  <c:v>Label 7</c:v>
                </c:pt>
              </c:strCache>
            </c:strRef>
          </c:tx>
          <c:spPr>
            <a:solidFill>
              <a:schemeClr val="accent2">
                <a:tint val="96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Sheet1!$H$2:$H$4</c:f>
              <c:numCache>
                <c:formatCode>General</c:formatCode>
                <c:ptCount val="3"/>
                <c:pt idx="0">
                  <c:v>16</c:v>
                </c:pt>
                <c:pt idx="1">
                  <c:v>16</c:v>
                </c:pt>
                <c:pt idx="2">
                  <c:v>16</c:v>
                </c:pt>
              </c:numCache>
            </c:numRef>
          </c:val>
          <c:extLst>
            <c:ext xmlns:c16="http://schemas.microsoft.com/office/drawing/2014/chart" uri="{C3380CC4-5D6E-409C-BE32-E72D297353CC}">
              <c16:uniqueId val="{00000006-1515-4493-B149-2D6FF3D6AB6E}"/>
            </c:ext>
          </c:extLst>
        </c:ser>
        <c:ser>
          <c:idx val="7"/>
          <c:order val="7"/>
          <c:tx>
            <c:strRef>
              <c:f>Sheet1!$I$1</c:f>
              <c:strCache>
                <c:ptCount val="1"/>
                <c:pt idx="0">
                  <c:v>Label 8</c:v>
                </c:pt>
              </c:strCache>
            </c:strRef>
          </c:tx>
          <c:spPr>
            <a:solidFill>
              <a:schemeClr val="accent2">
                <a:shade val="95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Sheet1!$I$2:$I$4</c:f>
              <c:numCache>
                <c:formatCode>General</c:formatCode>
                <c:ptCount val="3"/>
                <c:pt idx="0">
                  <c:v>17</c:v>
                </c:pt>
                <c:pt idx="1">
                  <c:v>17</c:v>
                </c:pt>
                <c:pt idx="2">
                  <c:v>17</c:v>
                </c:pt>
              </c:numCache>
            </c:numRef>
          </c:val>
          <c:extLst>
            <c:ext xmlns:c16="http://schemas.microsoft.com/office/drawing/2014/chart" uri="{C3380CC4-5D6E-409C-BE32-E72D297353CC}">
              <c16:uniqueId val="{00000007-1515-4493-B149-2D6FF3D6AB6E}"/>
            </c:ext>
          </c:extLst>
        </c:ser>
        <c:ser>
          <c:idx val="8"/>
          <c:order val="8"/>
          <c:tx>
            <c:strRef>
              <c:f>Sheet1!$J$1</c:f>
              <c:strCache>
                <c:ptCount val="1"/>
                <c:pt idx="0">
                  <c:v>Label 9</c:v>
                </c:pt>
              </c:strCache>
            </c:strRef>
          </c:tx>
          <c:spPr>
            <a:solidFill>
              <a:schemeClr val="accent2">
                <a:shade val="86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Sheet1!$J$2:$J$4</c:f>
              <c:numCache>
                <c:formatCode>General</c:formatCode>
                <c:ptCount val="3"/>
                <c:pt idx="0">
                  <c:v>18</c:v>
                </c:pt>
                <c:pt idx="1">
                  <c:v>18</c:v>
                </c:pt>
                <c:pt idx="2">
                  <c:v>18</c:v>
                </c:pt>
              </c:numCache>
            </c:numRef>
          </c:val>
          <c:extLst>
            <c:ext xmlns:c16="http://schemas.microsoft.com/office/drawing/2014/chart" uri="{C3380CC4-5D6E-409C-BE32-E72D297353CC}">
              <c16:uniqueId val="{00000008-1515-4493-B149-2D6FF3D6AB6E}"/>
            </c:ext>
          </c:extLst>
        </c:ser>
        <c:ser>
          <c:idx val="9"/>
          <c:order val="9"/>
          <c:tx>
            <c:strRef>
              <c:f>Sheet1!$K$1</c:f>
              <c:strCache>
                <c:ptCount val="1"/>
                <c:pt idx="0">
                  <c:v>Label 10</c:v>
                </c:pt>
              </c:strCache>
            </c:strRef>
          </c:tx>
          <c:spPr>
            <a:solidFill>
              <a:schemeClr val="accent2">
                <a:shade val="76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Sheet1!$K$2:$K$4</c:f>
              <c:numCache>
                <c:formatCode>General</c:formatCode>
                <c:ptCount val="3"/>
                <c:pt idx="0">
                  <c:v>20</c:v>
                </c:pt>
                <c:pt idx="1">
                  <c:v>20</c:v>
                </c:pt>
                <c:pt idx="2">
                  <c:v>20</c:v>
                </c:pt>
              </c:numCache>
            </c:numRef>
          </c:val>
          <c:extLst>
            <c:ext xmlns:c16="http://schemas.microsoft.com/office/drawing/2014/chart" uri="{C3380CC4-5D6E-409C-BE32-E72D297353CC}">
              <c16:uniqueId val="{00000009-1515-4493-B149-2D6FF3D6AB6E}"/>
            </c:ext>
          </c:extLst>
        </c:ser>
        <c:ser>
          <c:idx val="10"/>
          <c:order val="10"/>
          <c:tx>
            <c:strRef>
              <c:f>Sheet1!$L$1</c:f>
              <c:strCache>
                <c:ptCount val="1"/>
                <c:pt idx="0">
                  <c:v>Label 11</c:v>
                </c:pt>
              </c:strCache>
            </c:strRef>
          </c:tx>
          <c:spPr>
            <a:solidFill>
              <a:schemeClr val="accent2">
                <a:shade val="67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Sheet1!$L$2:$L$4</c:f>
              <c:numCache>
                <c:formatCode>General</c:formatCode>
                <c:ptCount val="3"/>
                <c:pt idx="0">
                  <c:v>22</c:v>
                </c:pt>
                <c:pt idx="1">
                  <c:v>22</c:v>
                </c:pt>
                <c:pt idx="2">
                  <c:v>22</c:v>
                </c:pt>
              </c:numCache>
            </c:numRef>
          </c:val>
          <c:extLst>
            <c:ext xmlns:c16="http://schemas.microsoft.com/office/drawing/2014/chart" uri="{C3380CC4-5D6E-409C-BE32-E72D297353CC}">
              <c16:uniqueId val="{0000000A-1515-4493-B149-2D6FF3D6AB6E}"/>
            </c:ext>
          </c:extLst>
        </c:ser>
        <c:ser>
          <c:idx val="11"/>
          <c:order val="11"/>
          <c:tx>
            <c:strRef>
              <c:f>Sheet1!$M$1</c:f>
              <c:strCache>
                <c:ptCount val="1"/>
                <c:pt idx="0">
                  <c:v>Label 12</c:v>
                </c:pt>
              </c:strCache>
            </c:strRef>
          </c:tx>
          <c:spPr>
            <a:solidFill>
              <a:schemeClr val="accent2">
                <a:shade val="58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Sheet1!$M$2:$M$4</c:f>
              <c:numCache>
                <c:formatCode>General</c:formatCode>
                <c:ptCount val="3"/>
                <c:pt idx="0">
                  <c:v>24</c:v>
                </c:pt>
                <c:pt idx="1">
                  <c:v>24</c:v>
                </c:pt>
                <c:pt idx="2">
                  <c:v>24</c:v>
                </c:pt>
              </c:numCache>
            </c:numRef>
          </c:val>
          <c:extLst>
            <c:ext xmlns:c16="http://schemas.microsoft.com/office/drawing/2014/chart" uri="{C3380CC4-5D6E-409C-BE32-E72D297353CC}">
              <c16:uniqueId val="{0000000B-1515-4493-B149-2D6FF3D6AB6E}"/>
            </c:ext>
          </c:extLst>
        </c:ser>
        <c:ser>
          <c:idx val="12"/>
          <c:order val="12"/>
          <c:tx>
            <c:strRef>
              <c:f>Sheet1!$N$1</c:f>
              <c:strCache>
                <c:ptCount val="1"/>
                <c:pt idx="0">
                  <c:v>Label 13</c:v>
                </c:pt>
              </c:strCache>
            </c:strRef>
          </c:tx>
          <c:spPr>
            <a:solidFill>
              <a:schemeClr val="accent2">
                <a:shade val="48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Sheet1!$N$2:$N$4</c:f>
              <c:numCache>
                <c:formatCode>General</c:formatCode>
                <c:ptCount val="3"/>
                <c:pt idx="0">
                  <c:v>26</c:v>
                </c:pt>
                <c:pt idx="1">
                  <c:v>26</c:v>
                </c:pt>
                <c:pt idx="2">
                  <c:v>26</c:v>
                </c:pt>
              </c:numCache>
            </c:numRef>
          </c:val>
          <c:extLst>
            <c:ext xmlns:c16="http://schemas.microsoft.com/office/drawing/2014/chart" uri="{C3380CC4-5D6E-409C-BE32-E72D297353CC}">
              <c16:uniqueId val="{0000000C-1515-4493-B149-2D6FF3D6AB6E}"/>
            </c:ext>
          </c:extLst>
        </c:ser>
        <c:ser>
          <c:idx val="13"/>
          <c:order val="13"/>
          <c:tx>
            <c:strRef>
              <c:f>Sheet1!$O$1</c:f>
              <c:strCache>
                <c:ptCount val="1"/>
                <c:pt idx="0">
                  <c:v>Label 14</c:v>
                </c:pt>
              </c:strCache>
            </c:strRef>
          </c:tx>
          <c:spPr>
            <a:solidFill>
              <a:schemeClr val="accent2">
                <a:shade val="39000"/>
              </a:scheme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Sheet1!$O$2:$O$4</c:f>
              <c:numCache>
                <c:formatCode>General</c:formatCode>
                <c:ptCount val="3"/>
                <c:pt idx="0">
                  <c:v>28</c:v>
                </c:pt>
                <c:pt idx="1">
                  <c:v>28</c:v>
                </c:pt>
                <c:pt idx="2">
                  <c:v>28</c:v>
                </c:pt>
              </c:numCache>
            </c:numRef>
          </c:val>
          <c:extLst>
            <c:ext xmlns:c16="http://schemas.microsoft.com/office/drawing/2014/chart" uri="{C3380CC4-5D6E-409C-BE32-E72D297353CC}">
              <c16:uniqueId val="{0000000D-1515-4493-B149-2D6FF3D6AB6E}"/>
            </c:ext>
          </c:extLst>
        </c:ser>
        <c:dLbls>
          <c:dLblPos val="outEnd"/>
          <c:showLegendKey val="0"/>
          <c:showVal val="1"/>
          <c:showCatName val="0"/>
          <c:showSerName val="0"/>
          <c:showPercent val="0"/>
          <c:showBubbleSize val="0"/>
        </c:dLbls>
        <c:gapWidth val="150"/>
        <c:axId val="-73715056"/>
        <c:axId val="-73719952"/>
      </c:barChart>
      <c:catAx>
        <c:axId val="-73715056"/>
        <c:scaling>
          <c:orientation val="minMax"/>
        </c:scaling>
        <c:delete val="0"/>
        <c:axPos val="b"/>
        <c:numFmt formatCode="General" sourceLinked="1"/>
        <c:majorTickMark val="none"/>
        <c:minorTickMark val="none"/>
        <c:tickLblPos val="low"/>
        <c:spPr>
          <a:noFill/>
          <a:ln w="6350" cap="flat" cmpd="sng" algn="ctr">
            <a:solidFill>
              <a:srgbClr val="BBBCBC"/>
            </a:solidFill>
            <a:prstDash val="solid"/>
            <a:round/>
          </a:ln>
          <a:effectLst/>
        </c:spPr>
        <c:txPr>
          <a:bodyPr rot="-6000000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crossAx val="-73719952"/>
        <c:crosses val="autoZero"/>
        <c:auto val="1"/>
        <c:lblAlgn val="ctr"/>
        <c:lblOffset val="100"/>
        <c:noMultiLvlLbl val="0"/>
      </c:catAx>
      <c:valAx>
        <c:axId val="-73719952"/>
        <c:scaling>
          <c:orientation val="minMax"/>
        </c:scaling>
        <c:delete val="0"/>
        <c:axPos val="l"/>
        <c:majorGridlines>
          <c:spPr>
            <a:ln w="6350" cap="flat" cmpd="sng" algn="ctr">
              <a:solidFill>
                <a:srgbClr val="BBBCBC"/>
              </a:solidFill>
              <a:prstDash val="solid"/>
              <a:round/>
            </a:ln>
            <a:effectLst/>
          </c:spPr>
        </c:majorGridlines>
        <c:numFmt formatCode="General" sourceLinked="1"/>
        <c:majorTickMark val="out"/>
        <c:minorTickMark val="none"/>
        <c:tickLblPos val="low"/>
        <c:spPr>
          <a:noFill/>
          <a:ln w="9525" cap="flat" cmpd="sng" algn="ctr">
            <a:noFill/>
            <a:prstDash val="solid"/>
            <a:round/>
          </a:ln>
          <a:effectLst/>
        </c:spPr>
        <c:txPr>
          <a:bodyPr rot="-6000000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crossAx val="-73715056"/>
        <c:crosses val="autoZero"/>
        <c:crossBetween val="between"/>
      </c:valAx>
      <c:spPr>
        <a:noFill/>
        <a:ln>
          <a:noFill/>
        </a:ln>
        <a:effectLst/>
        <a:extLst>
          <a:ext uri="{91240B29-F687-4F45-9708-019B960494DF}">
            <a14:hiddenLine xmlns:a14="http://schemas.microsoft.com/office/drawing/2010/main">
              <a:noFill/>
            </a14:hiddenLine>
          </a:ext>
        </a:extLst>
      </c:spPr>
    </c:plotArea>
    <c:legend>
      <c:legendPos val="b"/>
      <c:layout>
        <c:manualLayout>
          <c:xMode val="edge"/>
          <c:yMode val="edge"/>
          <c:x val="4.7819146227870202E-2"/>
          <c:y val="0.88675034648122797"/>
          <c:w val="0.90763035252909996"/>
          <c:h val="6.7796505905511797E-2"/>
        </c:manualLayout>
      </c:layout>
      <c:overlay val="0"/>
      <c:spPr>
        <a:noFill/>
        <a:ln>
          <a:noFill/>
          <a:round/>
        </a:ln>
        <a:effectLst/>
        <a:extLst>
          <a:ext uri="{91240B29-F687-4F45-9708-019B960494DF}">
            <a14:hiddenLine xmlns:a14="http://schemas.microsoft.com/office/drawing/2010/main">
              <a:noFill/>
              <a:round/>
            </a14:hiddenLine>
          </a:ext>
        </a:extLst>
      </c:spPr>
      <c:txPr>
        <a:bodyPr rot="0" spcFirstLastPara="1" vertOverflow="ellipsis" vert="horz" wrap="square" anchor="ctr" anchorCtr="1"/>
        <a:lstStyle/>
        <a:p>
          <a:pPr>
            <a:defRPr sz="900" b="0" i="0" u="none" strike="noStrike" kern="1200" baseline="0">
              <a:solidFill>
                <a:srgbClr val="53565A"/>
              </a:solidFill>
              <a:latin typeface="Aptos" panose="020B0004020202020204" pitchFamily="34" charset="0"/>
              <a:ea typeface="+mn-ea"/>
              <a:cs typeface="+mn-cs"/>
            </a:defRPr>
          </a:pPr>
          <a:endParaRPr lang="en-US"/>
        </a:p>
      </c:txPr>
    </c:legend>
    <c:plotVisOnly val="1"/>
    <c:dispBlanksAs val="gap"/>
    <c:showDLblsOverMax val="0"/>
  </c:chart>
  <c:spPr>
    <a:noFill/>
    <a:ln w="9525" cap="flat" cmpd="sng" algn="ctr">
      <a:noFill/>
      <a:prstDash val="solid"/>
    </a:ln>
    <a:effectLst/>
  </c:spPr>
  <c:txPr>
    <a:bodyPr/>
    <a:lstStyle/>
    <a:p>
      <a:pPr>
        <a:defRPr sz="900">
          <a:solidFill>
            <a:srgbClr val="53565A"/>
          </a:solidFill>
          <a:latin typeface="Aptos" panose="020B0004020202020204" pitchFamily="34" charset="0"/>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2600401937205599E-2"/>
          <c:y val="4.6153842659460598E-2"/>
          <c:w val="0.96739959806279396"/>
          <c:h val="0.78345998525841898"/>
        </c:manualLayout>
      </c:layout>
      <c:barChart>
        <c:barDir val="col"/>
        <c:grouping val="clustered"/>
        <c:varyColors val="0"/>
        <c:ser>
          <c:idx val="0"/>
          <c:order val="0"/>
          <c:tx>
            <c:strRef>
              <c:f>Sheet1!$B$1</c:f>
              <c:strCache>
                <c:ptCount val="1"/>
                <c:pt idx="0">
                  <c:v>Label 1</c:v>
                </c:pt>
              </c:strCache>
            </c:strRef>
          </c:tx>
          <c:spPr>
            <a:solidFill>
              <a:schemeClr val="accent2"/>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Sheet1!$B$2:$B$4</c:f>
              <c:numCache>
                <c:formatCode>General</c:formatCode>
                <c:ptCount val="3"/>
                <c:pt idx="0">
                  <c:v>15</c:v>
                </c:pt>
                <c:pt idx="1">
                  <c:v>8</c:v>
                </c:pt>
                <c:pt idx="2">
                  <c:v>13</c:v>
                </c:pt>
              </c:numCache>
            </c:numRef>
          </c:val>
          <c:extLst>
            <c:ext xmlns:c16="http://schemas.microsoft.com/office/drawing/2014/chart" uri="{C3380CC4-5D6E-409C-BE32-E72D297353CC}">
              <c16:uniqueId val="{00000000-32BB-4C42-9FE2-5058F6ED6E88}"/>
            </c:ext>
          </c:extLst>
        </c:ser>
        <c:ser>
          <c:idx val="1"/>
          <c:order val="1"/>
          <c:tx>
            <c:strRef>
              <c:f>Sheet1!$C$1</c:f>
              <c:strCache>
                <c:ptCount val="1"/>
                <c:pt idx="0">
                  <c:v>Label 2</c:v>
                </c:pt>
              </c:strCache>
            </c:strRef>
          </c:tx>
          <c:spPr>
            <a:solidFill>
              <a:schemeClr val="tx2">
                <a:lumMod val="40000"/>
                <a:lumOff val="60000"/>
              </a:schemeClr>
            </a:solidFill>
            <a:ln w="12700">
              <a:noFill/>
              <a:prstDash val="solid"/>
            </a:ln>
          </c:spPr>
          <c:invertIfNegative val="0"/>
          <c:dLbls>
            <c:numFmt formatCode="#,##0.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Sheet1!$C$2:$C$4</c:f>
              <c:numCache>
                <c:formatCode>General</c:formatCode>
                <c:ptCount val="3"/>
                <c:pt idx="0">
                  <c:v>10</c:v>
                </c:pt>
                <c:pt idx="1">
                  <c:v>6</c:v>
                </c:pt>
                <c:pt idx="2">
                  <c:v>11</c:v>
                </c:pt>
              </c:numCache>
            </c:numRef>
          </c:val>
          <c:extLst>
            <c:ext xmlns:c16="http://schemas.microsoft.com/office/drawing/2014/chart" uri="{C3380CC4-5D6E-409C-BE32-E72D297353CC}">
              <c16:uniqueId val="{00000001-32BB-4C42-9FE2-5058F6ED6E88}"/>
            </c:ext>
          </c:extLst>
        </c:ser>
        <c:dLbls>
          <c:dLblPos val="outEnd"/>
          <c:showLegendKey val="0"/>
          <c:showVal val="1"/>
          <c:showCatName val="0"/>
          <c:showSerName val="0"/>
          <c:showPercent val="0"/>
          <c:showBubbleSize val="0"/>
        </c:dLbls>
        <c:gapWidth val="150"/>
        <c:axId val="21872976"/>
        <c:axId val="21864256"/>
      </c:barChart>
      <c:catAx>
        <c:axId val="21872976"/>
        <c:scaling>
          <c:orientation val="minMax"/>
        </c:scaling>
        <c:delete val="0"/>
        <c:axPos val="b"/>
        <c:numFmt formatCode="General" sourceLinked="1"/>
        <c:majorTickMark val="none"/>
        <c:minorTickMark val="none"/>
        <c:tickLblPos val="low"/>
        <c:spPr>
          <a:ln w="6350">
            <a:solidFill>
              <a:srgbClr val="BBBCBC"/>
            </a:solidFill>
            <a:prstDash val="solid"/>
          </a:ln>
        </c:spPr>
        <c:crossAx val="21864256"/>
        <c:crosses val="autoZero"/>
        <c:auto val="1"/>
        <c:lblAlgn val="ctr"/>
        <c:lblOffset val="100"/>
        <c:noMultiLvlLbl val="0"/>
      </c:catAx>
      <c:valAx>
        <c:axId val="21864256"/>
        <c:scaling>
          <c:orientation val="minMax"/>
        </c:scaling>
        <c:delete val="0"/>
        <c:axPos val="l"/>
        <c:majorGridlines>
          <c:spPr>
            <a:ln w="6350">
              <a:solidFill>
                <a:srgbClr val="BBBCBC"/>
              </a:solidFill>
            </a:ln>
          </c:spPr>
        </c:majorGridlines>
        <c:numFmt formatCode="General" sourceLinked="1"/>
        <c:majorTickMark val="out"/>
        <c:minorTickMark val="none"/>
        <c:tickLblPos val="low"/>
        <c:spPr>
          <a:ln w="9525">
            <a:noFill/>
            <a:prstDash val="solid"/>
          </a:ln>
        </c:spPr>
        <c:crossAx val="21872976"/>
        <c:crosses val="autoZero"/>
        <c:crossBetween val="between"/>
      </c:valAx>
      <c:spPr>
        <a:noFill/>
        <a:ln>
          <a:noFill/>
        </a:ln>
        <a:effectLst/>
      </c:spPr>
    </c:plotArea>
    <c:legend>
      <c:legendPos val="b"/>
      <c:layout>
        <c:manualLayout>
          <c:xMode val="edge"/>
          <c:yMode val="edge"/>
          <c:x val="4.7819135948090903E-2"/>
          <c:y val="0.91484238298337694"/>
          <c:w val="0.90763035252909996"/>
          <c:h val="6.7796505905511797E-2"/>
        </c:manualLayout>
      </c:layout>
      <c:overlay val="0"/>
      <c:spPr>
        <a:noFill/>
        <a:ln>
          <a:noFill/>
          <a:round/>
        </a:ln>
        <a:effectLst/>
      </c:spPr>
    </c:legend>
    <c:plotVisOnly val="1"/>
    <c:dispBlanksAs val="gap"/>
    <c:showDLblsOverMax val="0"/>
  </c:chart>
  <c:txPr>
    <a:bodyPr/>
    <a:lstStyle/>
    <a:p>
      <a:pPr>
        <a:defRPr sz="900">
          <a:solidFill>
            <a:srgbClr val="53565A"/>
          </a:solidFill>
          <a:latin typeface="Aptos" panose="020B0004020202020204" pitchFamily="34" charset="0"/>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7329898788551"/>
          <c:y val="4.0366861694371502E-2"/>
          <c:w val="0.85640186981484301"/>
          <c:h val="0.78683016185476795"/>
        </c:manualLayout>
      </c:layout>
      <c:barChart>
        <c:barDir val="col"/>
        <c:grouping val="clustered"/>
        <c:varyColors val="0"/>
        <c:ser>
          <c:idx val="0"/>
          <c:order val="0"/>
          <c:tx>
            <c:strRef>
              <c:f>Sheet1!$B$1</c:f>
              <c:strCache>
                <c:ptCount val="1"/>
                <c:pt idx="0">
                  <c:v>Label 1</c:v>
                </c:pt>
              </c:strCache>
            </c:strRef>
          </c:tx>
          <c:spPr>
            <a:solidFill>
              <a:schemeClr val="accent2"/>
            </a:solidFill>
            <a:ln w="12700">
              <a:noFill/>
              <a:prstDash val="solid"/>
            </a:ln>
          </c:spPr>
          <c:invertIfNegative val="0"/>
          <c:dPt>
            <c:idx val="0"/>
            <c:invertIfNegative val="0"/>
            <c:bubble3D val="0"/>
            <c:extLst>
              <c:ext xmlns:c16="http://schemas.microsoft.com/office/drawing/2014/chart" uri="{C3380CC4-5D6E-409C-BE32-E72D297353CC}">
                <c16:uniqueId val="{00000000-03BA-4404-85AF-46E0B47BE899}"/>
              </c:ext>
            </c:extLst>
          </c:dPt>
          <c:dPt>
            <c:idx val="1"/>
            <c:invertIfNegative val="0"/>
            <c:bubble3D val="0"/>
            <c:extLst>
              <c:ext xmlns:c16="http://schemas.microsoft.com/office/drawing/2014/chart" uri="{C3380CC4-5D6E-409C-BE32-E72D297353CC}">
                <c16:uniqueId val="{00000001-03BA-4404-85AF-46E0B47BE899}"/>
              </c:ext>
            </c:extLst>
          </c:dPt>
          <c:dPt>
            <c:idx val="2"/>
            <c:invertIfNegative val="0"/>
            <c:bubble3D val="0"/>
            <c:extLst>
              <c:ext xmlns:c16="http://schemas.microsoft.com/office/drawing/2014/chart" uri="{C3380CC4-5D6E-409C-BE32-E72D297353CC}">
                <c16:uniqueId val="{00000002-03BA-4404-85AF-46E0B47BE899}"/>
              </c:ext>
            </c:extLst>
          </c:dPt>
          <c:dPt>
            <c:idx val="3"/>
            <c:invertIfNegative val="0"/>
            <c:bubble3D val="0"/>
            <c:extLst>
              <c:ext xmlns:c16="http://schemas.microsoft.com/office/drawing/2014/chart" uri="{C3380CC4-5D6E-409C-BE32-E72D297353CC}">
                <c16:uniqueId val="{00000003-03BA-4404-85AF-46E0B47BE899}"/>
              </c:ext>
            </c:extLst>
          </c:dPt>
          <c:dPt>
            <c:idx val="4"/>
            <c:invertIfNegative val="0"/>
            <c:bubble3D val="0"/>
            <c:extLst>
              <c:ext xmlns:c16="http://schemas.microsoft.com/office/drawing/2014/chart" uri="{C3380CC4-5D6E-409C-BE32-E72D297353CC}">
                <c16:uniqueId val="{00000004-03BA-4404-85AF-46E0B47BE899}"/>
              </c:ext>
            </c:extLst>
          </c:dPt>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Sheet1!$B$2:$B$4</c:f>
              <c:numCache>
                <c:formatCode>General</c:formatCode>
                <c:ptCount val="3"/>
                <c:pt idx="0">
                  <c:v>12</c:v>
                </c:pt>
                <c:pt idx="1">
                  <c:v>20</c:v>
                </c:pt>
                <c:pt idx="2">
                  <c:v>22</c:v>
                </c:pt>
              </c:numCache>
            </c:numRef>
          </c:val>
          <c:extLst>
            <c:ext xmlns:c16="http://schemas.microsoft.com/office/drawing/2014/chart" uri="{C3380CC4-5D6E-409C-BE32-E72D297353CC}">
              <c16:uniqueId val="{00000005-03BA-4404-85AF-46E0B47BE899}"/>
            </c:ext>
          </c:extLst>
        </c:ser>
        <c:ser>
          <c:idx val="1"/>
          <c:order val="1"/>
          <c:tx>
            <c:strRef>
              <c:f>Sheet1!$C$1</c:f>
              <c:strCache>
                <c:ptCount val="1"/>
                <c:pt idx="0">
                  <c:v>Label 2</c:v>
                </c:pt>
              </c:strCache>
            </c:strRef>
          </c:tx>
          <c:spPr>
            <a:solidFill>
              <a:schemeClr val="tx2">
                <a:lumMod val="40000"/>
                <a:lumOff val="60000"/>
              </a:schemeClr>
            </a:solidFill>
            <a:ln w="12700">
              <a:noFill/>
              <a:prstDash val="solid"/>
            </a:ln>
          </c:spPr>
          <c:invertIfNegative val="0"/>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Sheet1!$C$2:$C$4</c:f>
              <c:numCache>
                <c:formatCode>General</c:formatCode>
                <c:ptCount val="3"/>
                <c:pt idx="0">
                  <c:v>10</c:v>
                </c:pt>
                <c:pt idx="1">
                  <c:v>18</c:v>
                </c:pt>
                <c:pt idx="2">
                  <c:v>20</c:v>
                </c:pt>
              </c:numCache>
            </c:numRef>
          </c:val>
          <c:extLst>
            <c:ext xmlns:c16="http://schemas.microsoft.com/office/drawing/2014/chart" uri="{C3380CC4-5D6E-409C-BE32-E72D297353CC}">
              <c16:uniqueId val="{00000006-03BA-4404-85AF-46E0B47BE899}"/>
            </c:ext>
          </c:extLst>
        </c:ser>
        <c:dLbls>
          <c:dLblPos val="outEnd"/>
          <c:showLegendKey val="0"/>
          <c:showVal val="1"/>
          <c:showCatName val="0"/>
          <c:showSerName val="0"/>
          <c:showPercent val="0"/>
          <c:showBubbleSize val="0"/>
        </c:dLbls>
        <c:gapWidth val="150"/>
        <c:axId val="115020944"/>
        <c:axId val="115022992"/>
      </c:barChart>
      <c:catAx>
        <c:axId val="115020944"/>
        <c:scaling>
          <c:orientation val="minMax"/>
        </c:scaling>
        <c:delete val="0"/>
        <c:axPos val="b"/>
        <c:numFmt formatCode="General" sourceLinked="0"/>
        <c:majorTickMark val="none"/>
        <c:minorTickMark val="none"/>
        <c:tickLblPos val="low"/>
        <c:spPr>
          <a:ln w="6350">
            <a:solidFill>
              <a:srgbClr val="BBBCBC"/>
            </a:solidFill>
            <a:prstDash val="solid"/>
          </a:ln>
        </c:spPr>
        <c:crossAx val="115022992"/>
        <c:crosses val="autoZero"/>
        <c:auto val="1"/>
        <c:lblAlgn val="ctr"/>
        <c:lblOffset val="100"/>
        <c:noMultiLvlLbl val="0"/>
      </c:catAx>
      <c:valAx>
        <c:axId val="115022992"/>
        <c:scaling>
          <c:orientation val="minMax"/>
        </c:scaling>
        <c:delete val="0"/>
        <c:axPos val="l"/>
        <c:majorGridlines>
          <c:spPr>
            <a:ln w="6350">
              <a:solidFill>
                <a:srgbClr val="BBBCBC"/>
              </a:solidFill>
            </a:ln>
          </c:spPr>
        </c:majorGridlines>
        <c:numFmt formatCode="General" sourceLinked="1"/>
        <c:majorTickMark val="out"/>
        <c:minorTickMark val="none"/>
        <c:tickLblPos val="low"/>
        <c:spPr>
          <a:ln w="9525">
            <a:noFill/>
            <a:prstDash val="solid"/>
          </a:ln>
        </c:spPr>
        <c:crossAx val="115020944"/>
        <c:crosses val="autoZero"/>
        <c:crossBetween val="between"/>
      </c:valAx>
      <c:spPr>
        <a:noFill/>
        <a:ln>
          <a:noFill/>
        </a:ln>
        <a:effectLst/>
        <a:extLst>
          <a:ext uri="{91240B29-F687-4F45-9708-019B960494DF}">
            <a14:hiddenLine xmlns:a14="http://schemas.microsoft.com/office/drawing/2010/main">
              <a:noFill/>
            </a14:hiddenLine>
          </a:ext>
        </a:extLst>
      </c:spPr>
    </c:plotArea>
    <c:legend>
      <c:legendPos val="b"/>
      <c:layout>
        <c:manualLayout>
          <c:xMode val="edge"/>
          <c:yMode val="edge"/>
          <c:x val="0.22409094524848999"/>
          <c:y val="0.91011797353455803"/>
          <c:w val="0.70038322781700502"/>
          <c:h val="4.9372767206182597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txPr>
    <a:bodyPr/>
    <a:lstStyle/>
    <a:p>
      <a:pPr>
        <a:defRPr sz="900">
          <a:solidFill>
            <a:srgbClr val="53565A"/>
          </a:solidFill>
          <a:latin typeface="Aptos" panose="020B0004020202020204" pitchFamily="34" charset="0"/>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7329898788551"/>
          <c:y val="4.0366861694371502E-2"/>
          <c:w val="0.85640186981484301"/>
          <c:h val="0.78683016185476795"/>
        </c:manualLayout>
      </c:layout>
      <c:barChart>
        <c:barDir val="col"/>
        <c:grouping val="clustered"/>
        <c:varyColors val="0"/>
        <c:ser>
          <c:idx val="0"/>
          <c:order val="0"/>
          <c:tx>
            <c:strRef>
              <c:f>Sheet1!$B$1</c:f>
              <c:strCache>
                <c:ptCount val="1"/>
                <c:pt idx="0">
                  <c:v>Label 1</c:v>
                </c:pt>
              </c:strCache>
            </c:strRef>
          </c:tx>
          <c:spPr>
            <a:solidFill>
              <a:schemeClr val="accent2"/>
            </a:solidFill>
            <a:ln w="12700">
              <a:noFill/>
              <a:prstDash val="solid"/>
            </a:ln>
          </c:spPr>
          <c:invertIfNegative val="0"/>
          <c:dPt>
            <c:idx val="0"/>
            <c:invertIfNegative val="0"/>
            <c:bubble3D val="0"/>
            <c:extLst>
              <c:ext xmlns:c16="http://schemas.microsoft.com/office/drawing/2014/chart" uri="{C3380CC4-5D6E-409C-BE32-E72D297353CC}">
                <c16:uniqueId val="{00000000-51FC-4495-89DA-9E7001E19CC5}"/>
              </c:ext>
            </c:extLst>
          </c:dPt>
          <c:dPt>
            <c:idx val="1"/>
            <c:invertIfNegative val="0"/>
            <c:bubble3D val="0"/>
            <c:extLst>
              <c:ext xmlns:c16="http://schemas.microsoft.com/office/drawing/2014/chart" uri="{C3380CC4-5D6E-409C-BE32-E72D297353CC}">
                <c16:uniqueId val="{00000001-51FC-4495-89DA-9E7001E19CC5}"/>
              </c:ext>
            </c:extLst>
          </c:dPt>
          <c:dPt>
            <c:idx val="2"/>
            <c:invertIfNegative val="0"/>
            <c:bubble3D val="0"/>
            <c:extLst>
              <c:ext xmlns:c16="http://schemas.microsoft.com/office/drawing/2014/chart" uri="{C3380CC4-5D6E-409C-BE32-E72D297353CC}">
                <c16:uniqueId val="{00000002-51FC-4495-89DA-9E7001E19CC5}"/>
              </c:ext>
            </c:extLst>
          </c:dPt>
          <c:dPt>
            <c:idx val="3"/>
            <c:invertIfNegative val="0"/>
            <c:bubble3D val="0"/>
            <c:extLst>
              <c:ext xmlns:c16="http://schemas.microsoft.com/office/drawing/2014/chart" uri="{C3380CC4-5D6E-409C-BE32-E72D297353CC}">
                <c16:uniqueId val="{00000003-51FC-4495-89DA-9E7001E19CC5}"/>
              </c:ext>
            </c:extLst>
          </c:dPt>
          <c:dPt>
            <c:idx val="4"/>
            <c:invertIfNegative val="0"/>
            <c:bubble3D val="0"/>
            <c:extLst>
              <c:ext xmlns:c16="http://schemas.microsoft.com/office/drawing/2014/chart" uri="{C3380CC4-5D6E-409C-BE32-E72D297353CC}">
                <c16:uniqueId val="{00000004-51FC-4495-89DA-9E7001E19CC5}"/>
              </c:ext>
            </c:extLst>
          </c:dPt>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Sheet1!$B$2:$B$4</c:f>
              <c:numCache>
                <c:formatCode>General</c:formatCode>
                <c:ptCount val="3"/>
                <c:pt idx="0">
                  <c:v>12</c:v>
                </c:pt>
                <c:pt idx="1">
                  <c:v>20</c:v>
                </c:pt>
                <c:pt idx="2">
                  <c:v>22</c:v>
                </c:pt>
              </c:numCache>
            </c:numRef>
          </c:val>
          <c:extLst>
            <c:ext xmlns:c16="http://schemas.microsoft.com/office/drawing/2014/chart" uri="{C3380CC4-5D6E-409C-BE32-E72D297353CC}">
              <c16:uniqueId val="{00000005-51FC-4495-89DA-9E7001E19CC5}"/>
            </c:ext>
          </c:extLst>
        </c:ser>
        <c:ser>
          <c:idx val="1"/>
          <c:order val="1"/>
          <c:tx>
            <c:strRef>
              <c:f>Sheet1!$C$1</c:f>
              <c:strCache>
                <c:ptCount val="1"/>
                <c:pt idx="0">
                  <c:v>Label 2</c:v>
                </c:pt>
              </c:strCache>
            </c:strRef>
          </c:tx>
          <c:spPr>
            <a:solidFill>
              <a:schemeClr val="tx2">
                <a:lumMod val="40000"/>
                <a:lumOff val="60000"/>
              </a:schemeClr>
            </a:solidFill>
            <a:ln w="12700">
              <a:noFill/>
              <a:prstDash val="solid"/>
            </a:ln>
          </c:spPr>
          <c:invertIfNegative val="0"/>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Sheet1!$C$2:$C$4</c:f>
              <c:numCache>
                <c:formatCode>General</c:formatCode>
                <c:ptCount val="3"/>
                <c:pt idx="0">
                  <c:v>10</c:v>
                </c:pt>
                <c:pt idx="1">
                  <c:v>18</c:v>
                </c:pt>
                <c:pt idx="2">
                  <c:v>20</c:v>
                </c:pt>
              </c:numCache>
            </c:numRef>
          </c:val>
          <c:extLst>
            <c:ext xmlns:c16="http://schemas.microsoft.com/office/drawing/2014/chart" uri="{C3380CC4-5D6E-409C-BE32-E72D297353CC}">
              <c16:uniqueId val="{00000006-51FC-4495-89DA-9E7001E19CC5}"/>
            </c:ext>
          </c:extLst>
        </c:ser>
        <c:dLbls>
          <c:dLblPos val="outEnd"/>
          <c:showLegendKey val="0"/>
          <c:showVal val="1"/>
          <c:showCatName val="0"/>
          <c:showSerName val="0"/>
          <c:showPercent val="0"/>
          <c:showBubbleSize val="0"/>
        </c:dLbls>
        <c:gapWidth val="150"/>
        <c:axId val="110764944"/>
        <c:axId val="21741024"/>
      </c:barChart>
      <c:catAx>
        <c:axId val="110764944"/>
        <c:scaling>
          <c:orientation val="minMax"/>
        </c:scaling>
        <c:delete val="0"/>
        <c:axPos val="b"/>
        <c:numFmt formatCode="General" sourceLinked="0"/>
        <c:majorTickMark val="none"/>
        <c:minorTickMark val="none"/>
        <c:tickLblPos val="low"/>
        <c:spPr>
          <a:ln w="6350">
            <a:solidFill>
              <a:srgbClr val="BBBCBC"/>
            </a:solidFill>
            <a:prstDash val="solid"/>
          </a:ln>
        </c:spPr>
        <c:crossAx val="21741024"/>
        <c:crosses val="autoZero"/>
        <c:auto val="1"/>
        <c:lblAlgn val="ctr"/>
        <c:lblOffset val="100"/>
        <c:noMultiLvlLbl val="0"/>
      </c:catAx>
      <c:valAx>
        <c:axId val="21741024"/>
        <c:scaling>
          <c:orientation val="minMax"/>
        </c:scaling>
        <c:delete val="0"/>
        <c:axPos val="l"/>
        <c:majorGridlines>
          <c:spPr>
            <a:ln w="6350">
              <a:solidFill>
                <a:srgbClr val="BBBCBC"/>
              </a:solidFill>
            </a:ln>
          </c:spPr>
        </c:majorGridlines>
        <c:numFmt formatCode="General" sourceLinked="1"/>
        <c:majorTickMark val="out"/>
        <c:minorTickMark val="none"/>
        <c:tickLblPos val="low"/>
        <c:spPr>
          <a:ln w="9525">
            <a:noFill/>
            <a:prstDash val="solid"/>
          </a:ln>
        </c:spPr>
        <c:crossAx val="110764944"/>
        <c:crosses val="autoZero"/>
        <c:crossBetween val="between"/>
      </c:valAx>
      <c:spPr>
        <a:noFill/>
        <a:ln>
          <a:noFill/>
        </a:ln>
        <a:effectLst/>
        <a:extLst>
          <a:ext uri="{91240B29-F687-4F45-9708-019B960494DF}">
            <a14:hiddenLine xmlns:a14="http://schemas.microsoft.com/office/drawing/2010/main">
              <a:noFill/>
            </a14:hiddenLine>
          </a:ext>
        </a:extLst>
      </c:spPr>
    </c:plotArea>
    <c:legend>
      <c:legendPos val="b"/>
      <c:layout>
        <c:manualLayout>
          <c:xMode val="edge"/>
          <c:yMode val="edge"/>
          <c:x val="0.22409094524848999"/>
          <c:y val="0.91011797353455803"/>
          <c:w val="0.70038322781700502"/>
          <c:h val="4.9372767206182597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txPr>
    <a:bodyPr/>
    <a:lstStyle/>
    <a:p>
      <a:pPr>
        <a:defRPr sz="900">
          <a:solidFill>
            <a:srgbClr val="53565A"/>
          </a:solidFill>
          <a:latin typeface="Aptos" panose="020B0004020202020204" pitchFamily="34" charset="0"/>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7329898788551"/>
          <c:y val="4.0366861694371502E-2"/>
          <c:w val="0.85640186981484301"/>
          <c:h val="0.78683016185476795"/>
        </c:manualLayout>
      </c:layout>
      <c:barChart>
        <c:barDir val="col"/>
        <c:grouping val="clustered"/>
        <c:varyColors val="0"/>
        <c:ser>
          <c:idx val="0"/>
          <c:order val="0"/>
          <c:tx>
            <c:strRef>
              <c:f>Sheet1!$B$1</c:f>
              <c:strCache>
                <c:ptCount val="1"/>
                <c:pt idx="0">
                  <c:v>Label 1</c:v>
                </c:pt>
              </c:strCache>
            </c:strRef>
          </c:tx>
          <c:spPr>
            <a:solidFill>
              <a:schemeClr val="accent2"/>
            </a:solidFill>
            <a:ln w="12700">
              <a:noFill/>
              <a:prstDash val="solid"/>
            </a:ln>
          </c:spPr>
          <c:invertIfNegative val="0"/>
          <c:dPt>
            <c:idx val="0"/>
            <c:invertIfNegative val="0"/>
            <c:bubble3D val="0"/>
            <c:extLst>
              <c:ext xmlns:c16="http://schemas.microsoft.com/office/drawing/2014/chart" uri="{C3380CC4-5D6E-409C-BE32-E72D297353CC}">
                <c16:uniqueId val="{00000000-A6F4-4AC5-AF20-F58C2D1ED1F7}"/>
              </c:ext>
            </c:extLst>
          </c:dPt>
          <c:dPt>
            <c:idx val="1"/>
            <c:invertIfNegative val="0"/>
            <c:bubble3D val="0"/>
            <c:extLst>
              <c:ext xmlns:c16="http://schemas.microsoft.com/office/drawing/2014/chart" uri="{C3380CC4-5D6E-409C-BE32-E72D297353CC}">
                <c16:uniqueId val="{00000001-A6F4-4AC5-AF20-F58C2D1ED1F7}"/>
              </c:ext>
            </c:extLst>
          </c:dPt>
          <c:dPt>
            <c:idx val="2"/>
            <c:invertIfNegative val="0"/>
            <c:bubble3D val="0"/>
            <c:extLst>
              <c:ext xmlns:c16="http://schemas.microsoft.com/office/drawing/2014/chart" uri="{C3380CC4-5D6E-409C-BE32-E72D297353CC}">
                <c16:uniqueId val="{00000002-A6F4-4AC5-AF20-F58C2D1ED1F7}"/>
              </c:ext>
            </c:extLst>
          </c:dPt>
          <c:dPt>
            <c:idx val="3"/>
            <c:invertIfNegative val="0"/>
            <c:bubble3D val="0"/>
            <c:extLst>
              <c:ext xmlns:c16="http://schemas.microsoft.com/office/drawing/2014/chart" uri="{C3380CC4-5D6E-409C-BE32-E72D297353CC}">
                <c16:uniqueId val="{00000003-A6F4-4AC5-AF20-F58C2D1ED1F7}"/>
              </c:ext>
            </c:extLst>
          </c:dPt>
          <c:dPt>
            <c:idx val="4"/>
            <c:invertIfNegative val="0"/>
            <c:bubble3D val="0"/>
            <c:extLst>
              <c:ext xmlns:c16="http://schemas.microsoft.com/office/drawing/2014/chart" uri="{C3380CC4-5D6E-409C-BE32-E72D297353CC}">
                <c16:uniqueId val="{00000004-A6F4-4AC5-AF20-F58C2D1ED1F7}"/>
              </c:ext>
            </c:extLst>
          </c:dPt>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Sheet1!$B$2:$B$4</c:f>
              <c:numCache>
                <c:formatCode>General</c:formatCode>
                <c:ptCount val="3"/>
                <c:pt idx="0">
                  <c:v>12</c:v>
                </c:pt>
                <c:pt idx="1">
                  <c:v>20</c:v>
                </c:pt>
                <c:pt idx="2">
                  <c:v>22</c:v>
                </c:pt>
              </c:numCache>
            </c:numRef>
          </c:val>
          <c:extLst>
            <c:ext xmlns:c16="http://schemas.microsoft.com/office/drawing/2014/chart" uri="{C3380CC4-5D6E-409C-BE32-E72D297353CC}">
              <c16:uniqueId val="{00000005-A6F4-4AC5-AF20-F58C2D1ED1F7}"/>
            </c:ext>
          </c:extLst>
        </c:ser>
        <c:ser>
          <c:idx val="1"/>
          <c:order val="1"/>
          <c:tx>
            <c:strRef>
              <c:f>Sheet1!$C$1</c:f>
              <c:strCache>
                <c:ptCount val="1"/>
                <c:pt idx="0">
                  <c:v>Label 2</c:v>
                </c:pt>
              </c:strCache>
            </c:strRef>
          </c:tx>
          <c:spPr>
            <a:solidFill>
              <a:schemeClr val="tx2">
                <a:lumMod val="40000"/>
                <a:lumOff val="60000"/>
              </a:schemeClr>
            </a:solidFill>
            <a:ln w="12700">
              <a:noFill/>
              <a:prstDash val="solid"/>
            </a:ln>
          </c:spPr>
          <c:invertIfNegative val="0"/>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Sheet1!$C$2:$C$4</c:f>
              <c:numCache>
                <c:formatCode>General</c:formatCode>
                <c:ptCount val="3"/>
                <c:pt idx="0">
                  <c:v>10</c:v>
                </c:pt>
                <c:pt idx="1">
                  <c:v>18</c:v>
                </c:pt>
                <c:pt idx="2">
                  <c:v>20</c:v>
                </c:pt>
              </c:numCache>
            </c:numRef>
          </c:val>
          <c:extLst>
            <c:ext xmlns:c16="http://schemas.microsoft.com/office/drawing/2014/chart" uri="{C3380CC4-5D6E-409C-BE32-E72D297353CC}">
              <c16:uniqueId val="{00000006-A6F4-4AC5-AF20-F58C2D1ED1F7}"/>
            </c:ext>
          </c:extLst>
        </c:ser>
        <c:dLbls>
          <c:dLblPos val="outEnd"/>
          <c:showLegendKey val="0"/>
          <c:showVal val="1"/>
          <c:showCatName val="0"/>
          <c:showSerName val="0"/>
          <c:showPercent val="0"/>
          <c:showBubbleSize val="0"/>
        </c:dLbls>
        <c:gapWidth val="150"/>
        <c:axId val="114912176"/>
        <c:axId val="114914224"/>
      </c:barChart>
      <c:catAx>
        <c:axId val="114912176"/>
        <c:scaling>
          <c:orientation val="minMax"/>
        </c:scaling>
        <c:delete val="0"/>
        <c:axPos val="b"/>
        <c:numFmt formatCode="General" sourceLinked="0"/>
        <c:majorTickMark val="none"/>
        <c:minorTickMark val="none"/>
        <c:tickLblPos val="low"/>
        <c:spPr>
          <a:ln w="6350">
            <a:solidFill>
              <a:srgbClr val="BBBCBC"/>
            </a:solidFill>
            <a:prstDash val="solid"/>
          </a:ln>
        </c:spPr>
        <c:crossAx val="114914224"/>
        <c:crosses val="autoZero"/>
        <c:auto val="1"/>
        <c:lblAlgn val="ctr"/>
        <c:lblOffset val="100"/>
        <c:noMultiLvlLbl val="0"/>
      </c:catAx>
      <c:valAx>
        <c:axId val="114914224"/>
        <c:scaling>
          <c:orientation val="minMax"/>
        </c:scaling>
        <c:delete val="0"/>
        <c:axPos val="l"/>
        <c:majorGridlines>
          <c:spPr>
            <a:ln w="6350">
              <a:solidFill>
                <a:srgbClr val="BBBCBC"/>
              </a:solidFill>
            </a:ln>
          </c:spPr>
        </c:majorGridlines>
        <c:numFmt formatCode="General" sourceLinked="1"/>
        <c:majorTickMark val="out"/>
        <c:minorTickMark val="none"/>
        <c:tickLblPos val="low"/>
        <c:spPr>
          <a:ln w="9525">
            <a:noFill/>
            <a:prstDash val="solid"/>
          </a:ln>
        </c:spPr>
        <c:crossAx val="114912176"/>
        <c:crosses val="autoZero"/>
        <c:crossBetween val="between"/>
      </c:valAx>
      <c:spPr>
        <a:noFill/>
        <a:ln>
          <a:noFill/>
        </a:ln>
        <a:effectLst/>
        <a:extLst>
          <a:ext uri="{91240B29-F687-4F45-9708-019B960494DF}">
            <a14:hiddenLine xmlns:a14="http://schemas.microsoft.com/office/drawing/2010/main">
              <a:noFill/>
            </a14:hiddenLine>
          </a:ext>
        </a:extLst>
      </c:spPr>
    </c:plotArea>
    <c:legend>
      <c:legendPos val="b"/>
      <c:layout>
        <c:manualLayout>
          <c:xMode val="edge"/>
          <c:yMode val="edge"/>
          <c:x val="0.22409094524848999"/>
          <c:y val="0.91011797353455803"/>
          <c:w val="0.70038322781700502"/>
          <c:h val="4.9372767206182597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txPr>
    <a:bodyPr/>
    <a:lstStyle/>
    <a:p>
      <a:pPr>
        <a:defRPr sz="900">
          <a:solidFill>
            <a:srgbClr val="53565A"/>
          </a:solidFill>
          <a:latin typeface="Aptos" panose="020B0004020202020204" pitchFamily="34" charset="0"/>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7329898788551"/>
          <c:y val="4.0366861694371502E-2"/>
          <c:w val="0.85640186981484301"/>
          <c:h val="0.78683016185476795"/>
        </c:manualLayout>
      </c:layout>
      <c:barChart>
        <c:barDir val="col"/>
        <c:grouping val="clustered"/>
        <c:varyColors val="0"/>
        <c:ser>
          <c:idx val="0"/>
          <c:order val="0"/>
          <c:tx>
            <c:strRef>
              <c:f>Sheet1!$B$1</c:f>
              <c:strCache>
                <c:ptCount val="1"/>
                <c:pt idx="0">
                  <c:v>Label 1</c:v>
                </c:pt>
              </c:strCache>
            </c:strRef>
          </c:tx>
          <c:spPr>
            <a:solidFill>
              <a:schemeClr val="accent2"/>
            </a:solidFill>
            <a:ln w="12700">
              <a:noFill/>
              <a:prstDash val="solid"/>
            </a:ln>
          </c:spPr>
          <c:invertIfNegative val="0"/>
          <c:dPt>
            <c:idx val="0"/>
            <c:invertIfNegative val="0"/>
            <c:bubble3D val="0"/>
            <c:extLst>
              <c:ext xmlns:c16="http://schemas.microsoft.com/office/drawing/2014/chart" uri="{C3380CC4-5D6E-409C-BE32-E72D297353CC}">
                <c16:uniqueId val="{00000000-AD22-4562-917A-68FA379CCF25}"/>
              </c:ext>
            </c:extLst>
          </c:dPt>
          <c:dPt>
            <c:idx val="1"/>
            <c:invertIfNegative val="0"/>
            <c:bubble3D val="0"/>
            <c:extLst>
              <c:ext xmlns:c16="http://schemas.microsoft.com/office/drawing/2014/chart" uri="{C3380CC4-5D6E-409C-BE32-E72D297353CC}">
                <c16:uniqueId val="{00000001-AD22-4562-917A-68FA379CCF25}"/>
              </c:ext>
            </c:extLst>
          </c:dPt>
          <c:dPt>
            <c:idx val="2"/>
            <c:invertIfNegative val="0"/>
            <c:bubble3D val="0"/>
            <c:extLst>
              <c:ext xmlns:c16="http://schemas.microsoft.com/office/drawing/2014/chart" uri="{C3380CC4-5D6E-409C-BE32-E72D297353CC}">
                <c16:uniqueId val="{00000002-AD22-4562-917A-68FA379CCF25}"/>
              </c:ext>
            </c:extLst>
          </c:dPt>
          <c:dPt>
            <c:idx val="3"/>
            <c:invertIfNegative val="0"/>
            <c:bubble3D val="0"/>
            <c:extLst>
              <c:ext xmlns:c16="http://schemas.microsoft.com/office/drawing/2014/chart" uri="{C3380CC4-5D6E-409C-BE32-E72D297353CC}">
                <c16:uniqueId val="{00000003-AD22-4562-917A-68FA379CCF25}"/>
              </c:ext>
            </c:extLst>
          </c:dPt>
          <c:dPt>
            <c:idx val="4"/>
            <c:invertIfNegative val="0"/>
            <c:bubble3D val="0"/>
            <c:extLst>
              <c:ext xmlns:c16="http://schemas.microsoft.com/office/drawing/2014/chart" uri="{C3380CC4-5D6E-409C-BE32-E72D297353CC}">
                <c16:uniqueId val="{00000004-AD22-4562-917A-68FA379CCF25}"/>
              </c:ext>
            </c:extLst>
          </c:dPt>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Sheet1!$B$2:$B$4</c:f>
              <c:numCache>
                <c:formatCode>General</c:formatCode>
                <c:ptCount val="3"/>
                <c:pt idx="0">
                  <c:v>12</c:v>
                </c:pt>
                <c:pt idx="1">
                  <c:v>20</c:v>
                </c:pt>
                <c:pt idx="2">
                  <c:v>22</c:v>
                </c:pt>
              </c:numCache>
            </c:numRef>
          </c:val>
          <c:extLst>
            <c:ext xmlns:c16="http://schemas.microsoft.com/office/drawing/2014/chart" uri="{C3380CC4-5D6E-409C-BE32-E72D297353CC}">
              <c16:uniqueId val="{00000005-AD22-4562-917A-68FA379CCF25}"/>
            </c:ext>
          </c:extLst>
        </c:ser>
        <c:ser>
          <c:idx val="1"/>
          <c:order val="1"/>
          <c:tx>
            <c:strRef>
              <c:f>Sheet1!$C$1</c:f>
              <c:strCache>
                <c:ptCount val="1"/>
                <c:pt idx="0">
                  <c:v>Label 2</c:v>
                </c:pt>
              </c:strCache>
            </c:strRef>
          </c:tx>
          <c:spPr>
            <a:solidFill>
              <a:schemeClr val="tx2">
                <a:lumMod val="40000"/>
                <a:lumOff val="60000"/>
              </a:schemeClr>
            </a:solidFill>
            <a:ln w="12700">
              <a:noFill/>
              <a:prstDash val="solid"/>
            </a:ln>
          </c:spPr>
          <c:invertIfNegative val="0"/>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Sheet1!$A$2:$A$4</c:f>
              <c:strCache>
                <c:ptCount val="3"/>
                <c:pt idx="0">
                  <c:v>Label A</c:v>
                </c:pt>
                <c:pt idx="1">
                  <c:v>Label B</c:v>
                </c:pt>
                <c:pt idx="2">
                  <c:v>Label C</c:v>
                </c:pt>
              </c:strCache>
            </c:strRef>
          </c:cat>
          <c:val>
            <c:numRef>
              <c:f>Sheet1!$C$2:$C$4</c:f>
              <c:numCache>
                <c:formatCode>General</c:formatCode>
                <c:ptCount val="3"/>
                <c:pt idx="0">
                  <c:v>10</c:v>
                </c:pt>
                <c:pt idx="1">
                  <c:v>18</c:v>
                </c:pt>
                <c:pt idx="2">
                  <c:v>20</c:v>
                </c:pt>
              </c:numCache>
            </c:numRef>
          </c:val>
          <c:extLst>
            <c:ext xmlns:c16="http://schemas.microsoft.com/office/drawing/2014/chart" uri="{C3380CC4-5D6E-409C-BE32-E72D297353CC}">
              <c16:uniqueId val="{00000006-AD22-4562-917A-68FA379CCF25}"/>
            </c:ext>
          </c:extLst>
        </c:ser>
        <c:dLbls>
          <c:dLblPos val="outEnd"/>
          <c:showLegendKey val="0"/>
          <c:showVal val="1"/>
          <c:showCatName val="0"/>
          <c:showSerName val="0"/>
          <c:showPercent val="0"/>
          <c:showBubbleSize val="0"/>
        </c:dLbls>
        <c:gapWidth val="150"/>
        <c:axId val="110844768"/>
        <c:axId val="110846816"/>
      </c:barChart>
      <c:catAx>
        <c:axId val="110844768"/>
        <c:scaling>
          <c:orientation val="minMax"/>
        </c:scaling>
        <c:delete val="0"/>
        <c:axPos val="b"/>
        <c:numFmt formatCode="General" sourceLinked="0"/>
        <c:majorTickMark val="none"/>
        <c:minorTickMark val="none"/>
        <c:tickLblPos val="low"/>
        <c:spPr>
          <a:ln w="6350">
            <a:solidFill>
              <a:srgbClr val="BBBCBC"/>
            </a:solidFill>
            <a:prstDash val="solid"/>
          </a:ln>
        </c:spPr>
        <c:crossAx val="110846816"/>
        <c:crosses val="autoZero"/>
        <c:auto val="1"/>
        <c:lblAlgn val="ctr"/>
        <c:lblOffset val="100"/>
        <c:noMultiLvlLbl val="0"/>
      </c:catAx>
      <c:valAx>
        <c:axId val="110846816"/>
        <c:scaling>
          <c:orientation val="minMax"/>
        </c:scaling>
        <c:delete val="0"/>
        <c:axPos val="l"/>
        <c:majorGridlines>
          <c:spPr>
            <a:ln w="6350">
              <a:solidFill>
                <a:srgbClr val="BBBCBC"/>
              </a:solidFill>
            </a:ln>
          </c:spPr>
        </c:majorGridlines>
        <c:numFmt formatCode="General" sourceLinked="1"/>
        <c:majorTickMark val="out"/>
        <c:minorTickMark val="none"/>
        <c:tickLblPos val="low"/>
        <c:spPr>
          <a:ln w="9525">
            <a:noFill/>
            <a:prstDash val="solid"/>
          </a:ln>
        </c:spPr>
        <c:crossAx val="110844768"/>
        <c:crosses val="autoZero"/>
        <c:crossBetween val="between"/>
      </c:valAx>
      <c:spPr>
        <a:noFill/>
        <a:ln>
          <a:noFill/>
        </a:ln>
        <a:effectLst/>
        <a:extLst>
          <a:ext uri="{91240B29-F687-4F45-9708-019B960494DF}">
            <a14:hiddenLine xmlns:a14="http://schemas.microsoft.com/office/drawing/2010/main">
              <a:noFill/>
            </a14:hiddenLine>
          </a:ext>
        </a:extLst>
      </c:spPr>
    </c:plotArea>
    <c:legend>
      <c:legendPos val="b"/>
      <c:layout>
        <c:manualLayout>
          <c:xMode val="edge"/>
          <c:yMode val="edge"/>
          <c:x val="0.22409094524848999"/>
          <c:y val="0.91011797353455803"/>
          <c:w val="0.70038322781700502"/>
          <c:h val="4.9372767206182597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txPr>
    <a:bodyPr/>
    <a:lstStyle/>
    <a:p>
      <a:pPr>
        <a:defRPr sz="900">
          <a:solidFill>
            <a:srgbClr val="53565A"/>
          </a:solidFill>
          <a:latin typeface="Aptos" panose="020B0004020202020204" pitchFamily="34" charset="0"/>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2550876070229197E-2"/>
          <c:y val="4.7126758894721503E-2"/>
          <c:w val="0.967449123929771"/>
          <c:h val="0.72695011406417998"/>
        </c:manualLayout>
      </c:layout>
      <c:barChart>
        <c:barDir val="col"/>
        <c:grouping val="stacked"/>
        <c:varyColors val="0"/>
        <c:ser>
          <c:idx val="0"/>
          <c:order val="0"/>
          <c:tx>
            <c:strRef>
              <c:f>Sheet1!$A$2</c:f>
              <c:strCache>
                <c:ptCount val="1"/>
                <c:pt idx="0">
                  <c:v>Label 1</c:v>
                </c:pt>
              </c:strCache>
            </c:strRef>
          </c:tx>
          <c:spPr>
            <a:solidFill>
              <a:schemeClr val="tx2">
                <a:lumMod val="60000"/>
                <a:lumOff val="40000"/>
              </a:schemeClr>
            </a:solidFill>
            <a:ln w="12700">
              <a:noFill/>
              <a:prstDash val="solid"/>
            </a:ln>
          </c:spPr>
          <c:invertIfNegative val="0"/>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Sheet1!$B$1:$Q$1</c:f>
              <c:strCache>
                <c:ptCount val="16"/>
                <c:pt idx="0">
                  <c:v>  </c:v>
                </c:pt>
                <c:pt idx="1">
                  <c:v>Series 1</c:v>
                </c:pt>
                <c:pt idx="2">
                  <c:v>Series 1 </c:v>
                </c:pt>
                <c:pt idx="3">
                  <c:v>   </c:v>
                </c:pt>
                <c:pt idx="4">
                  <c:v>Series 2</c:v>
                </c:pt>
                <c:pt idx="5">
                  <c:v>Series 2 </c:v>
                </c:pt>
                <c:pt idx="6">
                  <c:v>    </c:v>
                </c:pt>
                <c:pt idx="7">
                  <c:v>Series 3</c:v>
                </c:pt>
                <c:pt idx="8">
                  <c:v>Series 3 </c:v>
                </c:pt>
                <c:pt idx="9">
                  <c:v>     </c:v>
                </c:pt>
                <c:pt idx="10">
                  <c:v>Series 4</c:v>
                </c:pt>
                <c:pt idx="11">
                  <c:v>Series 4 </c:v>
                </c:pt>
                <c:pt idx="12">
                  <c:v>      </c:v>
                </c:pt>
                <c:pt idx="13">
                  <c:v>Series 5</c:v>
                </c:pt>
                <c:pt idx="14">
                  <c:v>Series 5  </c:v>
                </c:pt>
                <c:pt idx="15">
                  <c:v>       </c:v>
                </c:pt>
              </c:strCache>
            </c:strRef>
          </c:cat>
          <c:val>
            <c:numRef>
              <c:f>Sheet1!$B$2:$Q$2</c:f>
              <c:numCache>
                <c:formatCode>0.0</c:formatCode>
                <c:ptCount val="16"/>
                <c:pt idx="1">
                  <c:v>4.3</c:v>
                </c:pt>
                <c:pt idx="2">
                  <c:v>2.4</c:v>
                </c:pt>
                <c:pt idx="4">
                  <c:v>4.3</c:v>
                </c:pt>
                <c:pt idx="5">
                  <c:v>2.4</c:v>
                </c:pt>
                <c:pt idx="7">
                  <c:v>4.3</c:v>
                </c:pt>
                <c:pt idx="8">
                  <c:v>2.4</c:v>
                </c:pt>
                <c:pt idx="10">
                  <c:v>4.3</c:v>
                </c:pt>
                <c:pt idx="11">
                  <c:v>2.4</c:v>
                </c:pt>
                <c:pt idx="13">
                  <c:v>4.3</c:v>
                </c:pt>
                <c:pt idx="14">
                  <c:v>2.4</c:v>
                </c:pt>
              </c:numCache>
            </c:numRef>
          </c:val>
          <c:extLst>
            <c:ext xmlns:c16="http://schemas.microsoft.com/office/drawing/2014/chart" uri="{C3380CC4-5D6E-409C-BE32-E72D297353CC}">
              <c16:uniqueId val="{00000000-C598-42BB-B885-001011CB1329}"/>
            </c:ext>
          </c:extLst>
        </c:ser>
        <c:ser>
          <c:idx val="1"/>
          <c:order val="1"/>
          <c:tx>
            <c:strRef>
              <c:f>Sheet1!$A$3</c:f>
              <c:strCache>
                <c:ptCount val="1"/>
                <c:pt idx="0">
                  <c:v>Label 2</c:v>
                </c:pt>
              </c:strCache>
            </c:strRef>
          </c:tx>
          <c:spPr>
            <a:solidFill>
              <a:schemeClr val="tx2">
                <a:lumMod val="40000"/>
                <a:lumOff val="60000"/>
              </a:schemeClr>
            </a:solidFill>
            <a:ln w="12700">
              <a:noFill/>
              <a:prstDash val="solid"/>
            </a:ln>
          </c:spPr>
          <c:invertIfNegative val="0"/>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Sheet1!$B$1:$Q$1</c:f>
              <c:strCache>
                <c:ptCount val="16"/>
                <c:pt idx="0">
                  <c:v>  </c:v>
                </c:pt>
                <c:pt idx="1">
                  <c:v>Series 1</c:v>
                </c:pt>
                <c:pt idx="2">
                  <c:v>Series 1 </c:v>
                </c:pt>
                <c:pt idx="3">
                  <c:v>   </c:v>
                </c:pt>
                <c:pt idx="4">
                  <c:v>Series 2</c:v>
                </c:pt>
                <c:pt idx="5">
                  <c:v>Series 2 </c:v>
                </c:pt>
                <c:pt idx="6">
                  <c:v>    </c:v>
                </c:pt>
                <c:pt idx="7">
                  <c:v>Series 3</c:v>
                </c:pt>
                <c:pt idx="8">
                  <c:v>Series 3 </c:v>
                </c:pt>
                <c:pt idx="9">
                  <c:v>     </c:v>
                </c:pt>
                <c:pt idx="10">
                  <c:v>Series 4</c:v>
                </c:pt>
                <c:pt idx="11">
                  <c:v>Series 4 </c:v>
                </c:pt>
                <c:pt idx="12">
                  <c:v>      </c:v>
                </c:pt>
                <c:pt idx="13">
                  <c:v>Series 5</c:v>
                </c:pt>
                <c:pt idx="14">
                  <c:v>Series 5  </c:v>
                </c:pt>
                <c:pt idx="15">
                  <c:v>       </c:v>
                </c:pt>
              </c:strCache>
            </c:strRef>
          </c:cat>
          <c:val>
            <c:numRef>
              <c:f>Sheet1!$B$3:$Q$3</c:f>
              <c:numCache>
                <c:formatCode>0.0</c:formatCode>
                <c:ptCount val="16"/>
                <c:pt idx="1">
                  <c:v>2.5</c:v>
                </c:pt>
                <c:pt idx="2">
                  <c:v>4.4000000000000004</c:v>
                </c:pt>
                <c:pt idx="4">
                  <c:v>2.5</c:v>
                </c:pt>
                <c:pt idx="5">
                  <c:v>4.4000000000000004</c:v>
                </c:pt>
                <c:pt idx="7">
                  <c:v>2.5</c:v>
                </c:pt>
                <c:pt idx="8">
                  <c:v>4.4000000000000004</c:v>
                </c:pt>
                <c:pt idx="10">
                  <c:v>2.5</c:v>
                </c:pt>
                <c:pt idx="11">
                  <c:v>4.4000000000000004</c:v>
                </c:pt>
                <c:pt idx="13">
                  <c:v>2.5</c:v>
                </c:pt>
                <c:pt idx="14">
                  <c:v>4.4000000000000004</c:v>
                </c:pt>
              </c:numCache>
            </c:numRef>
          </c:val>
          <c:extLst>
            <c:ext xmlns:c16="http://schemas.microsoft.com/office/drawing/2014/chart" uri="{C3380CC4-5D6E-409C-BE32-E72D297353CC}">
              <c16:uniqueId val="{00000001-C598-42BB-B885-001011CB1329}"/>
            </c:ext>
          </c:extLst>
        </c:ser>
        <c:ser>
          <c:idx val="2"/>
          <c:order val="2"/>
          <c:tx>
            <c:strRef>
              <c:f>Sheet1!$A$4</c:f>
              <c:strCache>
                <c:ptCount val="1"/>
                <c:pt idx="0">
                  <c:v>Label 3</c:v>
                </c:pt>
              </c:strCache>
            </c:strRef>
          </c:tx>
          <c:spPr>
            <a:solidFill>
              <a:schemeClr val="tx2">
                <a:lumMod val="20000"/>
                <a:lumOff val="80000"/>
              </a:schemeClr>
            </a:solidFill>
            <a:ln w="12700">
              <a:noFill/>
              <a:prstDash val="solid"/>
            </a:ln>
          </c:spPr>
          <c:invertIfNegative val="0"/>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Sheet1!$B$1:$Q$1</c:f>
              <c:strCache>
                <c:ptCount val="16"/>
                <c:pt idx="0">
                  <c:v>  </c:v>
                </c:pt>
                <c:pt idx="1">
                  <c:v>Series 1</c:v>
                </c:pt>
                <c:pt idx="2">
                  <c:v>Series 1 </c:v>
                </c:pt>
                <c:pt idx="3">
                  <c:v>   </c:v>
                </c:pt>
                <c:pt idx="4">
                  <c:v>Series 2</c:v>
                </c:pt>
                <c:pt idx="5">
                  <c:v>Series 2 </c:v>
                </c:pt>
                <c:pt idx="6">
                  <c:v>    </c:v>
                </c:pt>
                <c:pt idx="7">
                  <c:v>Series 3</c:v>
                </c:pt>
                <c:pt idx="8">
                  <c:v>Series 3 </c:v>
                </c:pt>
                <c:pt idx="9">
                  <c:v>     </c:v>
                </c:pt>
                <c:pt idx="10">
                  <c:v>Series 4</c:v>
                </c:pt>
                <c:pt idx="11">
                  <c:v>Series 4 </c:v>
                </c:pt>
                <c:pt idx="12">
                  <c:v>      </c:v>
                </c:pt>
                <c:pt idx="13">
                  <c:v>Series 5</c:v>
                </c:pt>
                <c:pt idx="14">
                  <c:v>Series 5  </c:v>
                </c:pt>
                <c:pt idx="15">
                  <c:v>       </c:v>
                </c:pt>
              </c:strCache>
            </c:strRef>
          </c:cat>
          <c:val>
            <c:numRef>
              <c:f>Sheet1!$B$4:$Q$4</c:f>
              <c:numCache>
                <c:formatCode>0.0</c:formatCode>
                <c:ptCount val="16"/>
                <c:pt idx="1">
                  <c:v>1.5</c:v>
                </c:pt>
                <c:pt idx="2">
                  <c:v>3.4</c:v>
                </c:pt>
                <c:pt idx="4">
                  <c:v>1.5</c:v>
                </c:pt>
                <c:pt idx="5">
                  <c:v>3.4</c:v>
                </c:pt>
                <c:pt idx="7">
                  <c:v>1.5</c:v>
                </c:pt>
                <c:pt idx="8">
                  <c:v>3.4</c:v>
                </c:pt>
                <c:pt idx="10">
                  <c:v>1.5</c:v>
                </c:pt>
                <c:pt idx="11">
                  <c:v>3.4</c:v>
                </c:pt>
                <c:pt idx="13">
                  <c:v>1.5</c:v>
                </c:pt>
                <c:pt idx="14">
                  <c:v>3.4</c:v>
                </c:pt>
              </c:numCache>
            </c:numRef>
          </c:val>
          <c:extLst>
            <c:ext xmlns:c16="http://schemas.microsoft.com/office/drawing/2014/chart" uri="{C3380CC4-5D6E-409C-BE32-E72D297353CC}">
              <c16:uniqueId val="{00000002-C598-42BB-B885-001011CB1329}"/>
            </c:ext>
          </c:extLst>
        </c:ser>
        <c:ser>
          <c:idx val="3"/>
          <c:order val="3"/>
          <c:tx>
            <c:strRef>
              <c:f>Sheet1!$A$5</c:f>
              <c:strCache>
                <c:ptCount val="1"/>
                <c:pt idx="0">
                  <c:v>Label 4</c:v>
                </c:pt>
              </c:strCache>
            </c:strRef>
          </c:tx>
          <c:spPr>
            <a:solidFill>
              <a:schemeClr val="accent2"/>
            </a:solidFill>
            <a:ln w="12700">
              <a:noFill/>
              <a:prstDash val="solid"/>
            </a:ln>
          </c:spPr>
          <c:invertIfNegative val="0"/>
          <c:dLbls>
            <c:spPr>
              <a:noFill/>
              <a:ln>
                <a:noFill/>
              </a:ln>
              <a:effectLst/>
            </c:spPr>
            <c:txPr>
              <a:bodyPr/>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Sheet1!$B$1:$Q$1</c:f>
              <c:strCache>
                <c:ptCount val="16"/>
                <c:pt idx="0">
                  <c:v>  </c:v>
                </c:pt>
                <c:pt idx="1">
                  <c:v>Series 1</c:v>
                </c:pt>
                <c:pt idx="2">
                  <c:v>Series 1 </c:v>
                </c:pt>
                <c:pt idx="3">
                  <c:v>   </c:v>
                </c:pt>
                <c:pt idx="4">
                  <c:v>Series 2</c:v>
                </c:pt>
                <c:pt idx="5">
                  <c:v>Series 2 </c:v>
                </c:pt>
                <c:pt idx="6">
                  <c:v>    </c:v>
                </c:pt>
                <c:pt idx="7">
                  <c:v>Series 3</c:v>
                </c:pt>
                <c:pt idx="8">
                  <c:v>Series 3 </c:v>
                </c:pt>
                <c:pt idx="9">
                  <c:v>     </c:v>
                </c:pt>
                <c:pt idx="10">
                  <c:v>Series 4</c:v>
                </c:pt>
                <c:pt idx="11">
                  <c:v>Series 4 </c:v>
                </c:pt>
                <c:pt idx="12">
                  <c:v>      </c:v>
                </c:pt>
                <c:pt idx="13">
                  <c:v>Series 5</c:v>
                </c:pt>
                <c:pt idx="14">
                  <c:v>Series 5  </c:v>
                </c:pt>
                <c:pt idx="15">
                  <c:v>       </c:v>
                </c:pt>
              </c:strCache>
            </c:strRef>
          </c:cat>
          <c:val>
            <c:numRef>
              <c:f>Sheet1!$B$5:$Q$5</c:f>
              <c:numCache>
                <c:formatCode>0.0</c:formatCode>
                <c:ptCount val="16"/>
                <c:pt idx="1">
                  <c:v>2.5</c:v>
                </c:pt>
                <c:pt idx="2">
                  <c:v>2.4</c:v>
                </c:pt>
                <c:pt idx="4">
                  <c:v>2.5</c:v>
                </c:pt>
                <c:pt idx="5">
                  <c:v>2.4</c:v>
                </c:pt>
                <c:pt idx="7">
                  <c:v>2.5</c:v>
                </c:pt>
                <c:pt idx="8">
                  <c:v>2.4</c:v>
                </c:pt>
                <c:pt idx="10">
                  <c:v>2.5</c:v>
                </c:pt>
                <c:pt idx="11">
                  <c:v>2.4</c:v>
                </c:pt>
                <c:pt idx="13">
                  <c:v>2.5</c:v>
                </c:pt>
                <c:pt idx="14">
                  <c:v>2.4</c:v>
                </c:pt>
              </c:numCache>
            </c:numRef>
          </c:val>
          <c:extLst>
            <c:ext xmlns:c16="http://schemas.microsoft.com/office/drawing/2014/chart" uri="{C3380CC4-5D6E-409C-BE32-E72D297353CC}">
              <c16:uniqueId val="{00000003-C598-42BB-B885-001011CB1329}"/>
            </c:ext>
          </c:extLst>
        </c:ser>
        <c:dLbls>
          <c:dLblPos val="ctr"/>
          <c:showLegendKey val="0"/>
          <c:showVal val="1"/>
          <c:showCatName val="0"/>
          <c:showSerName val="0"/>
          <c:showPercent val="0"/>
          <c:showBubbleSize val="0"/>
        </c:dLbls>
        <c:gapWidth val="5"/>
        <c:overlap val="100"/>
        <c:axId val="110626256"/>
        <c:axId val="110628304"/>
      </c:barChart>
      <c:catAx>
        <c:axId val="110626256"/>
        <c:scaling>
          <c:orientation val="minMax"/>
        </c:scaling>
        <c:delete val="0"/>
        <c:axPos val="b"/>
        <c:numFmt formatCode="General" sourceLinked="0"/>
        <c:majorTickMark val="none"/>
        <c:minorTickMark val="none"/>
        <c:tickLblPos val="none"/>
        <c:spPr>
          <a:ln w="6350">
            <a:solidFill>
              <a:srgbClr val="BBBCBC"/>
            </a:solidFill>
            <a:prstDash val="solid"/>
          </a:ln>
        </c:spPr>
        <c:crossAx val="110628304"/>
        <c:crosses val="autoZero"/>
        <c:auto val="1"/>
        <c:lblAlgn val="ctr"/>
        <c:lblOffset val="100"/>
        <c:noMultiLvlLbl val="0"/>
      </c:catAx>
      <c:valAx>
        <c:axId val="110628304"/>
        <c:scaling>
          <c:orientation val="minMax"/>
        </c:scaling>
        <c:delete val="0"/>
        <c:axPos val="l"/>
        <c:majorGridlines>
          <c:spPr>
            <a:ln w="6350">
              <a:solidFill>
                <a:srgbClr val="BBBCBC"/>
              </a:solidFill>
            </a:ln>
          </c:spPr>
        </c:majorGridlines>
        <c:numFmt formatCode="0" sourceLinked="0"/>
        <c:majorTickMark val="out"/>
        <c:minorTickMark val="none"/>
        <c:tickLblPos val="low"/>
        <c:spPr>
          <a:ln w="9525">
            <a:noFill/>
            <a:prstDash val="solid"/>
          </a:ln>
        </c:spPr>
        <c:crossAx val="110626256"/>
        <c:crosses val="autoZero"/>
        <c:crossBetween val="between"/>
      </c:valAx>
      <c:spPr>
        <a:noFill/>
        <a:ln w="25400">
          <a:noFill/>
        </a:ln>
      </c:spPr>
    </c:plotArea>
    <c:legend>
      <c:legendPos val="b"/>
      <c:layout>
        <c:manualLayout>
          <c:xMode val="edge"/>
          <c:yMode val="edge"/>
          <c:x val="4.67653835509639E-2"/>
          <c:y val="0.91590501057159601"/>
          <c:w val="0.90965128700990505"/>
          <c:h val="4.9372767206182597E-2"/>
        </c:manualLayout>
      </c:layout>
      <c:overlay val="0"/>
      <c:spPr>
        <a:noFill/>
        <a:ln>
          <a:noFill/>
          <a:round/>
        </a:ln>
        <a:effectLst/>
      </c:spPr>
    </c:legend>
    <c:plotVisOnly val="1"/>
    <c:dispBlanksAs val="gap"/>
    <c:showDLblsOverMax val="0"/>
  </c:chart>
  <c:txPr>
    <a:bodyPr/>
    <a:lstStyle/>
    <a:p>
      <a:pPr>
        <a:defRPr sz="900">
          <a:solidFill>
            <a:srgbClr val="53565A"/>
          </a:solidFill>
          <a:latin typeface="Aptos" panose="020B0004020202020204" pitchFamily="34" charset="0"/>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3861168512310401E-2"/>
          <c:y val="4.4835868694955899E-2"/>
          <c:w val="0.97613883148768998"/>
          <c:h val="0.78060033985767596"/>
        </c:manualLayout>
      </c:layout>
      <c:barChart>
        <c:barDir val="col"/>
        <c:grouping val="clustered"/>
        <c:varyColors val="0"/>
        <c:ser>
          <c:idx val="0"/>
          <c:order val="0"/>
          <c:tx>
            <c:strRef>
              <c:f>Sheet1!$B$1</c:f>
              <c:strCache>
                <c:ptCount val="1"/>
                <c:pt idx="0">
                  <c:v>Label 1</c:v>
                </c:pt>
              </c:strCache>
            </c:strRef>
          </c:tx>
          <c:spPr>
            <a:solidFill>
              <a:schemeClr val="accent1"/>
            </a:solidFill>
            <a:ln>
              <a:noFill/>
            </a:ln>
            <a:effectLst/>
          </c:spPr>
          <c:invertIfNegative val="0"/>
          <c:dLbls>
            <c:numFmt formatCode="#,##0.0" sourceLinked="0"/>
            <c:spPr>
              <a:noFill/>
              <a:ln>
                <a:noFill/>
              </a:ln>
              <a:effectLst/>
            </c:spPr>
            <c:txPr>
              <a:bodyPr rot="0" vert="horz"/>
              <a:lstStyle/>
              <a:p>
                <a:pPr>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Label</c:v>
                </c:pt>
                <c:pt idx="1">
                  <c:v>Label</c:v>
                </c:pt>
              </c:strCache>
            </c:strRef>
          </c:cat>
          <c:val>
            <c:numRef>
              <c:f>Sheet1!$B$2:$B$3</c:f>
              <c:numCache>
                <c:formatCode>General</c:formatCode>
                <c:ptCount val="2"/>
                <c:pt idx="0">
                  <c:v>1</c:v>
                </c:pt>
                <c:pt idx="1">
                  <c:v>2</c:v>
                </c:pt>
              </c:numCache>
            </c:numRef>
          </c:val>
          <c:extLst>
            <c:ext xmlns:c16="http://schemas.microsoft.com/office/drawing/2014/chart" uri="{C3380CC4-5D6E-409C-BE32-E72D297353CC}">
              <c16:uniqueId val="{00000000-24EA-4AF0-93AF-C5819FC8B045}"/>
            </c:ext>
          </c:extLst>
        </c:ser>
        <c:ser>
          <c:idx val="1"/>
          <c:order val="1"/>
          <c:tx>
            <c:strRef>
              <c:f>Sheet1!$C$1</c:f>
              <c:strCache>
                <c:ptCount val="1"/>
                <c:pt idx="0">
                  <c:v>Label 2</c:v>
                </c:pt>
              </c:strCache>
            </c:strRef>
          </c:tx>
          <c:spPr>
            <a:solidFill>
              <a:schemeClr val="accent2"/>
            </a:solidFill>
            <a:ln>
              <a:noFill/>
            </a:ln>
            <a:effectLst/>
          </c:spPr>
          <c:invertIfNegative val="0"/>
          <c:dLbls>
            <c:numFmt formatCode="#,##0.0" sourceLinked="0"/>
            <c:spPr>
              <a:noFill/>
              <a:ln>
                <a:noFill/>
              </a:ln>
              <a:effectLst/>
            </c:spPr>
            <c:txPr>
              <a:bodyPr rot="0" vert="horz"/>
              <a:lstStyle/>
              <a:p>
                <a:pPr>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Label</c:v>
                </c:pt>
                <c:pt idx="1">
                  <c:v>Label</c:v>
                </c:pt>
              </c:strCache>
            </c:strRef>
          </c:cat>
          <c:val>
            <c:numRef>
              <c:f>Sheet1!$C$2:$C$3</c:f>
              <c:numCache>
                <c:formatCode>General</c:formatCode>
                <c:ptCount val="2"/>
                <c:pt idx="0">
                  <c:v>2</c:v>
                </c:pt>
                <c:pt idx="1">
                  <c:v>3</c:v>
                </c:pt>
              </c:numCache>
            </c:numRef>
          </c:val>
          <c:extLst>
            <c:ext xmlns:c16="http://schemas.microsoft.com/office/drawing/2014/chart" uri="{C3380CC4-5D6E-409C-BE32-E72D297353CC}">
              <c16:uniqueId val="{00000001-24EA-4AF0-93AF-C5819FC8B045}"/>
            </c:ext>
          </c:extLst>
        </c:ser>
        <c:ser>
          <c:idx val="2"/>
          <c:order val="2"/>
          <c:tx>
            <c:strRef>
              <c:f>Sheet1!$D$1</c:f>
              <c:strCache>
                <c:ptCount val="1"/>
                <c:pt idx="0">
                  <c:v>Label 3</c:v>
                </c:pt>
              </c:strCache>
            </c:strRef>
          </c:tx>
          <c:spPr>
            <a:solidFill>
              <a:schemeClr val="accent3"/>
            </a:solidFill>
            <a:ln>
              <a:noFill/>
            </a:ln>
            <a:effectLst/>
          </c:spPr>
          <c:invertIfNegative val="0"/>
          <c:dLbls>
            <c:spPr>
              <a:noFill/>
              <a:ln>
                <a:noFill/>
              </a:ln>
              <a:effectLst/>
            </c:spPr>
            <c:txPr>
              <a:bodyPr rot="0" vert="horz"/>
              <a:lstStyle/>
              <a:p>
                <a:pPr>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Label</c:v>
                </c:pt>
                <c:pt idx="1">
                  <c:v>Label</c:v>
                </c:pt>
              </c:strCache>
            </c:strRef>
          </c:cat>
          <c:val>
            <c:numRef>
              <c:f>Sheet1!$D$2:$D$3</c:f>
              <c:numCache>
                <c:formatCode>General</c:formatCode>
                <c:ptCount val="2"/>
                <c:pt idx="0">
                  <c:v>3</c:v>
                </c:pt>
                <c:pt idx="1">
                  <c:v>4</c:v>
                </c:pt>
              </c:numCache>
            </c:numRef>
          </c:val>
          <c:extLst>
            <c:ext xmlns:c16="http://schemas.microsoft.com/office/drawing/2014/chart" uri="{C3380CC4-5D6E-409C-BE32-E72D297353CC}">
              <c16:uniqueId val="{00000002-24EA-4AF0-93AF-C5819FC8B045}"/>
            </c:ext>
          </c:extLst>
        </c:ser>
        <c:ser>
          <c:idx val="3"/>
          <c:order val="3"/>
          <c:tx>
            <c:strRef>
              <c:f>Sheet1!$E$1</c:f>
              <c:strCache>
                <c:ptCount val="1"/>
                <c:pt idx="0">
                  <c:v>Label 4</c:v>
                </c:pt>
              </c:strCache>
            </c:strRef>
          </c:tx>
          <c:spPr>
            <a:solidFill>
              <a:schemeClr val="accent4"/>
            </a:solidFill>
            <a:ln>
              <a:noFill/>
            </a:ln>
            <a:effectLst/>
          </c:spPr>
          <c:invertIfNegative val="0"/>
          <c:dLbls>
            <c:numFmt formatCode="#,##0.0" sourceLinked="0"/>
            <c:spPr>
              <a:noFill/>
              <a:ln>
                <a:noFill/>
              </a:ln>
              <a:effectLst/>
            </c:spPr>
            <c:txPr>
              <a:bodyPr rot="0" vert="horz"/>
              <a:lstStyle/>
              <a:p>
                <a:pPr>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Label</c:v>
                </c:pt>
                <c:pt idx="1">
                  <c:v>Label</c:v>
                </c:pt>
              </c:strCache>
            </c:strRef>
          </c:cat>
          <c:val>
            <c:numRef>
              <c:f>Sheet1!$E$2:$E$3</c:f>
              <c:numCache>
                <c:formatCode>General</c:formatCode>
                <c:ptCount val="2"/>
                <c:pt idx="0">
                  <c:v>4</c:v>
                </c:pt>
                <c:pt idx="1">
                  <c:v>5</c:v>
                </c:pt>
              </c:numCache>
            </c:numRef>
          </c:val>
          <c:extLst>
            <c:ext xmlns:c16="http://schemas.microsoft.com/office/drawing/2014/chart" uri="{C3380CC4-5D6E-409C-BE32-E72D297353CC}">
              <c16:uniqueId val="{00000003-24EA-4AF0-93AF-C5819FC8B045}"/>
            </c:ext>
          </c:extLst>
        </c:ser>
        <c:ser>
          <c:idx val="4"/>
          <c:order val="4"/>
          <c:tx>
            <c:strRef>
              <c:f>Sheet1!$F$1</c:f>
              <c:strCache>
                <c:ptCount val="1"/>
                <c:pt idx="0">
                  <c:v>Label 5</c:v>
                </c:pt>
              </c:strCache>
            </c:strRef>
          </c:tx>
          <c:spPr>
            <a:solidFill>
              <a:schemeClr val="accent5"/>
            </a:solidFill>
            <a:ln>
              <a:noFill/>
            </a:ln>
            <a:effectLst/>
          </c:spPr>
          <c:invertIfNegative val="0"/>
          <c:dLbls>
            <c:numFmt formatCode="#,##0.0" sourceLinked="0"/>
            <c:spPr>
              <a:noFill/>
              <a:ln>
                <a:noFill/>
              </a:ln>
              <a:effectLst/>
            </c:spPr>
            <c:txPr>
              <a:bodyPr rot="0" vert="horz"/>
              <a:lstStyle/>
              <a:p>
                <a:pPr>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Label</c:v>
                </c:pt>
                <c:pt idx="1">
                  <c:v>Label</c:v>
                </c:pt>
              </c:strCache>
            </c:strRef>
          </c:cat>
          <c:val>
            <c:numRef>
              <c:f>Sheet1!$F$2:$F$3</c:f>
              <c:numCache>
                <c:formatCode>General</c:formatCode>
                <c:ptCount val="2"/>
                <c:pt idx="0">
                  <c:v>5</c:v>
                </c:pt>
                <c:pt idx="1">
                  <c:v>6</c:v>
                </c:pt>
              </c:numCache>
            </c:numRef>
          </c:val>
          <c:extLst>
            <c:ext xmlns:c16="http://schemas.microsoft.com/office/drawing/2014/chart" uri="{C3380CC4-5D6E-409C-BE32-E72D297353CC}">
              <c16:uniqueId val="{00000004-24EA-4AF0-93AF-C5819FC8B045}"/>
            </c:ext>
          </c:extLst>
        </c:ser>
        <c:ser>
          <c:idx val="5"/>
          <c:order val="5"/>
          <c:tx>
            <c:strRef>
              <c:f>Sheet1!$G$1</c:f>
              <c:strCache>
                <c:ptCount val="1"/>
                <c:pt idx="0">
                  <c:v>Label 6</c:v>
                </c:pt>
              </c:strCache>
            </c:strRef>
          </c:tx>
          <c:spPr>
            <a:solidFill>
              <a:schemeClr val="accent6"/>
            </a:solidFill>
            <a:ln>
              <a:noFill/>
            </a:ln>
            <a:effectLst/>
          </c:spPr>
          <c:invertIfNegative val="0"/>
          <c:dLbls>
            <c:numFmt formatCode="#,##0.0" sourceLinked="0"/>
            <c:spPr>
              <a:noFill/>
              <a:ln>
                <a:noFill/>
              </a:ln>
              <a:effectLst/>
            </c:spPr>
            <c:txPr>
              <a:bodyPr rot="0" vert="horz"/>
              <a:lstStyle/>
              <a:p>
                <a:pPr>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Label</c:v>
                </c:pt>
                <c:pt idx="1">
                  <c:v>Label</c:v>
                </c:pt>
              </c:strCache>
            </c:strRef>
          </c:cat>
          <c:val>
            <c:numRef>
              <c:f>Sheet1!$G$2:$G$3</c:f>
              <c:numCache>
                <c:formatCode>General</c:formatCode>
                <c:ptCount val="2"/>
                <c:pt idx="0">
                  <c:v>6</c:v>
                </c:pt>
                <c:pt idx="1">
                  <c:v>7</c:v>
                </c:pt>
              </c:numCache>
            </c:numRef>
          </c:val>
          <c:extLst>
            <c:ext xmlns:c16="http://schemas.microsoft.com/office/drawing/2014/chart" uri="{C3380CC4-5D6E-409C-BE32-E72D297353CC}">
              <c16:uniqueId val="{00000005-24EA-4AF0-93AF-C5819FC8B045}"/>
            </c:ext>
          </c:extLst>
        </c:ser>
        <c:ser>
          <c:idx val="6"/>
          <c:order val="6"/>
          <c:tx>
            <c:strRef>
              <c:f>Sheet1!$H$1</c:f>
              <c:strCache>
                <c:ptCount val="1"/>
                <c:pt idx="0">
                  <c:v>Label 7</c:v>
                </c:pt>
              </c:strCache>
            </c:strRef>
          </c:tx>
          <c:spPr>
            <a:solidFill>
              <a:schemeClr val="bg2"/>
            </a:solidFill>
            <a:ln>
              <a:noFill/>
            </a:ln>
            <a:effectLst/>
          </c:spPr>
          <c:invertIfNegative val="0"/>
          <c:dLbls>
            <c:numFmt formatCode="#,##0.0" sourceLinked="0"/>
            <c:spPr>
              <a:noFill/>
              <a:ln>
                <a:noFill/>
              </a:ln>
              <a:effectLst/>
            </c:spPr>
            <c:txPr>
              <a:bodyPr rot="0" vert="horz"/>
              <a:lstStyle/>
              <a:p>
                <a:pPr>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Label</c:v>
                </c:pt>
                <c:pt idx="1">
                  <c:v>Label</c:v>
                </c:pt>
              </c:strCache>
            </c:strRef>
          </c:cat>
          <c:val>
            <c:numRef>
              <c:f>Sheet1!$H$2:$H$3</c:f>
              <c:numCache>
                <c:formatCode>General</c:formatCode>
                <c:ptCount val="2"/>
                <c:pt idx="0">
                  <c:v>7</c:v>
                </c:pt>
                <c:pt idx="1">
                  <c:v>8</c:v>
                </c:pt>
              </c:numCache>
            </c:numRef>
          </c:val>
          <c:extLst>
            <c:ext xmlns:c16="http://schemas.microsoft.com/office/drawing/2014/chart" uri="{C3380CC4-5D6E-409C-BE32-E72D297353CC}">
              <c16:uniqueId val="{00000006-24EA-4AF0-93AF-C5819FC8B045}"/>
            </c:ext>
          </c:extLst>
        </c:ser>
        <c:dLbls>
          <c:dLblPos val="outEnd"/>
          <c:showLegendKey val="0"/>
          <c:showVal val="1"/>
          <c:showCatName val="0"/>
          <c:showSerName val="0"/>
          <c:showPercent val="0"/>
          <c:showBubbleSize val="0"/>
        </c:dLbls>
        <c:gapWidth val="100"/>
        <c:overlap val="-97"/>
        <c:axId val="111908896"/>
        <c:axId val="111911216"/>
      </c:barChart>
      <c:catAx>
        <c:axId val="111908896"/>
        <c:scaling>
          <c:orientation val="minMax"/>
        </c:scaling>
        <c:delete val="0"/>
        <c:axPos val="b"/>
        <c:numFmt formatCode="General" sourceLinked="1"/>
        <c:majorTickMark val="none"/>
        <c:minorTickMark val="none"/>
        <c:tickLblPos val="nextTo"/>
        <c:spPr>
          <a:noFill/>
          <a:ln w="6350" cap="flat" cmpd="sng" algn="ctr">
            <a:solidFill>
              <a:srgbClr val="BBBCBC"/>
            </a:solidFill>
            <a:round/>
          </a:ln>
          <a:effectLst/>
        </c:spPr>
        <c:txPr>
          <a:bodyPr rot="-60000000" vert="horz"/>
          <a:lstStyle/>
          <a:p>
            <a:pPr>
              <a:defRPr/>
            </a:pPr>
            <a:endParaRPr lang="en-US"/>
          </a:p>
        </c:txPr>
        <c:crossAx val="111911216"/>
        <c:crosses val="autoZero"/>
        <c:auto val="1"/>
        <c:lblAlgn val="ctr"/>
        <c:lblOffset val="100"/>
        <c:noMultiLvlLbl val="0"/>
      </c:catAx>
      <c:valAx>
        <c:axId val="111911216"/>
        <c:scaling>
          <c:orientation val="minMax"/>
        </c:scaling>
        <c:delete val="0"/>
        <c:axPos val="l"/>
        <c:majorGridlines>
          <c:spPr>
            <a:ln w="6350" cap="flat" cmpd="sng" algn="ctr">
              <a:solidFill>
                <a:srgbClr val="BBBCBC"/>
              </a:solidFill>
              <a:round/>
            </a:ln>
            <a:effectLst/>
          </c:spPr>
        </c:majorGridlines>
        <c:numFmt formatCode="General" sourceLinked="1"/>
        <c:majorTickMark val="none"/>
        <c:minorTickMark val="none"/>
        <c:tickLblPos val="nextTo"/>
        <c:spPr>
          <a:noFill/>
          <a:ln>
            <a:noFill/>
          </a:ln>
          <a:effectLst/>
        </c:spPr>
        <c:txPr>
          <a:bodyPr rot="-60000000" vert="horz"/>
          <a:lstStyle/>
          <a:p>
            <a:pPr>
              <a:defRPr/>
            </a:pPr>
            <a:endParaRPr lang="en-US"/>
          </a:p>
        </c:txPr>
        <c:crossAx val="111908896"/>
        <c:crosses val="autoZero"/>
        <c:crossBetween val="between"/>
      </c:valAx>
      <c:spPr>
        <a:noFill/>
        <a:ln>
          <a:noFill/>
        </a:ln>
        <a:effectLst/>
      </c:spPr>
    </c:plotArea>
    <c:legend>
      <c:legendPos val="b"/>
      <c:layout>
        <c:manualLayout>
          <c:xMode val="edge"/>
          <c:yMode val="edge"/>
          <c:x val="8.5852576226143507E-2"/>
          <c:y val="0.89379951205058605"/>
          <c:w val="0.82188177023252595"/>
          <c:h val="0.10299792589977499"/>
        </c:manualLayout>
      </c:layout>
      <c:overlay val="0"/>
      <c:spPr>
        <a:noFill/>
        <a:ln>
          <a:noFill/>
        </a:ln>
        <a:effectLst/>
      </c:spPr>
      <c:txPr>
        <a:bodyPr rot="0" vert="horz"/>
        <a:lstStyle/>
        <a:p>
          <a:pPr>
            <a:defRPr/>
          </a:pPr>
          <a:endParaRPr lang="en-US"/>
        </a:p>
      </c:txPr>
    </c:legend>
    <c:plotVisOnly val="1"/>
    <c:dispBlanksAs val="gap"/>
    <c:showDLblsOverMax val="0"/>
  </c:chart>
  <c:spPr>
    <a:noFill/>
    <a:ln>
      <a:noFill/>
    </a:ln>
    <a:effectLst/>
  </c:spPr>
  <c:txPr>
    <a:bodyPr/>
    <a:lstStyle/>
    <a:p>
      <a:pPr>
        <a:defRPr sz="900">
          <a:solidFill>
            <a:srgbClr val="53565A"/>
          </a:solidFill>
          <a:latin typeface="Aptos" panose="020B0004020202020204" pitchFamily="34" charset="0"/>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1908974243419202E-2"/>
          <c:y val="2.5057145678002601E-2"/>
          <c:w val="0.85889639324047895"/>
          <c:h val="0.74014616062734195"/>
        </c:manualLayout>
      </c:layout>
      <c:barChart>
        <c:barDir val="col"/>
        <c:grouping val="stacked"/>
        <c:varyColors val="0"/>
        <c:ser>
          <c:idx val="0"/>
          <c:order val="0"/>
          <c:tx>
            <c:strRef>
              <c:f>Sheet1!$B$1</c:f>
              <c:strCache>
                <c:ptCount val="1"/>
                <c:pt idx="0">
                  <c:v>Label 1</c:v>
                </c:pt>
              </c:strCache>
            </c:strRef>
          </c:tx>
          <c:spPr>
            <a:solidFill>
              <a:schemeClr val="bg1">
                <a:lumMod val="50000"/>
              </a:schemeClr>
            </a:solidFill>
            <a:ln>
              <a:noFill/>
            </a:ln>
            <a:effectLst/>
          </c:spPr>
          <c:invertIfNegative val="0"/>
          <c:dLbls>
            <c:spPr>
              <a:noFill/>
              <a:ln>
                <a:noFill/>
              </a:ln>
              <a:effectLst/>
            </c:spPr>
            <c:txPr>
              <a:bodyPr rot="0" vert="horz"/>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Sheet1!$B$2:$B$6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0-3B00-44D2-A51B-86C3B429C84C}"/>
            </c:ext>
          </c:extLst>
        </c:ser>
        <c:ser>
          <c:idx val="1"/>
          <c:order val="1"/>
          <c:tx>
            <c:strRef>
              <c:f>Sheet1!$C$1</c:f>
              <c:strCache>
                <c:ptCount val="1"/>
                <c:pt idx="0">
                  <c:v>Label 2</c:v>
                </c:pt>
              </c:strCache>
            </c:strRef>
          </c:tx>
          <c:spPr>
            <a:solidFill>
              <a:schemeClr val="bg1">
                <a:lumMod val="65000"/>
              </a:schemeClr>
            </a:solidFill>
            <a:ln>
              <a:noFill/>
            </a:ln>
            <a:effectLst/>
          </c:spPr>
          <c:invertIfNegative val="0"/>
          <c:dLbls>
            <c:spPr>
              <a:noFill/>
              <a:ln>
                <a:noFill/>
              </a:ln>
              <a:effectLst/>
            </c:spPr>
            <c:txPr>
              <a:bodyPr rot="0" vert="horz"/>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Sheet1!$C$2:$C$6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1-3B00-44D2-A51B-86C3B429C84C}"/>
            </c:ext>
          </c:extLst>
        </c:ser>
        <c:ser>
          <c:idx val="2"/>
          <c:order val="2"/>
          <c:tx>
            <c:strRef>
              <c:f>Sheet1!$D$1</c:f>
              <c:strCache>
                <c:ptCount val="1"/>
                <c:pt idx="0">
                  <c:v>Label 3</c:v>
                </c:pt>
              </c:strCache>
            </c:strRef>
          </c:tx>
          <c:spPr>
            <a:solidFill>
              <a:schemeClr val="bg1">
                <a:lumMod val="75000"/>
              </a:schemeClr>
            </a:solidFill>
            <a:ln>
              <a:noFill/>
            </a:ln>
            <a:effectLst/>
          </c:spPr>
          <c:invertIfNegative val="0"/>
          <c:dLbls>
            <c:spPr>
              <a:noFill/>
              <a:ln>
                <a:noFill/>
              </a:ln>
              <a:effectLst/>
            </c:spPr>
            <c:txPr>
              <a:bodyPr rot="0" vert="horz"/>
              <a:lstStyle/>
              <a:p>
                <a:pPr>
                  <a:defRPr>
                    <a:solidFill>
                      <a:schemeClr val="tx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Sheet1!$D$2:$D$6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2-3B00-44D2-A51B-86C3B429C84C}"/>
            </c:ext>
          </c:extLst>
        </c:ser>
        <c:ser>
          <c:idx val="3"/>
          <c:order val="3"/>
          <c:tx>
            <c:strRef>
              <c:f>Sheet1!$E$1</c:f>
              <c:strCache>
                <c:ptCount val="1"/>
                <c:pt idx="0">
                  <c:v>Label 4</c:v>
                </c:pt>
              </c:strCache>
            </c:strRef>
          </c:tx>
          <c:spPr>
            <a:solidFill>
              <a:schemeClr val="bg1">
                <a:lumMod val="85000"/>
              </a:schemeClr>
            </a:solidFill>
            <a:ln>
              <a:noFill/>
            </a:ln>
            <a:effectLst/>
          </c:spPr>
          <c:invertIfNegative val="0"/>
          <c:dLbls>
            <c:spPr>
              <a:noFill/>
              <a:ln>
                <a:noFill/>
              </a:ln>
              <a:effectLst/>
            </c:spPr>
            <c:txPr>
              <a:bodyPr rot="0" vert="horz"/>
              <a:lstStyle/>
              <a:p>
                <a:pPr>
                  <a:defRPr>
                    <a:solidFill>
                      <a:schemeClr val="tx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Sheet1!$E$2:$E$6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3-3B00-44D2-A51B-86C3B429C84C}"/>
            </c:ext>
          </c:extLst>
        </c:ser>
        <c:ser>
          <c:idx val="4"/>
          <c:order val="4"/>
          <c:tx>
            <c:strRef>
              <c:f>Sheet1!$F$1</c:f>
              <c:strCache>
                <c:ptCount val="1"/>
                <c:pt idx="0">
                  <c:v>Label 5</c:v>
                </c:pt>
              </c:strCache>
            </c:strRef>
          </c:tx>
          <c:spPr>
            <a:solidFill>
              <a:schemeClr val="bg1">
                <a:lumMod val="95000"/>
              </a:schemeClr>
            </a:solidFill>
            <a:ln>
              <a:noFill/>
            </a:ln>
            <a:effectLst/>
          </c:spPr>
          <c:invertIfNegative val="0"/>
          <c:dLbls>
            <c:spPr>
              <a:noFill/>
              <a:ln>
                <a:noFill/>
              </a:ln>
              <a:effectLst/>
            </c:spPr>
            <c:txPr>
              <a:bodyPr rot="0" vert="horz"/>
              <a:lstStyle/>
              <a:p>
                <a:pPr>
                  <a:defRPr>
                    <a:solidFill>
                      <a:schemeClr val="tx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Sheet1!$F$2:$F$6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4-3B00-44D2-A51B-86C3B429C84C}"/>
            </c:ext>
          </c:extLst>
        </c:ser>
        <c:ser>
          <c:idx val="5"/>
          <c:order val="5"/>
          <c:tx>
            <c:strRef>
              <c:f>Sheet1!$G$1</c:f>
              <c:strCache>
                <c:ptCount val="1"/>
                <c:pt idx="0">
                  <c:v>Label 6</c:v>
                </c:pt>
              </c:strCache>
            </c:strRef>
          </c:tx>
          <c:spPr>
            <a:solidFill>
              <a:schemeClr val="accent3"/>
            </a:solidFill>
            <a:ln>
              <a:noFill/>
            </a:ln>
            <a:effectLst/>
          </c:spPr>
          <c:invertIfNegative val="0"/>
          <c:dLbls>
            <c:spPr>
              <a:noFill/>
              <a:ln>
                <a:noFill/>
              </a:ln>
              <a:effectLst/>
            </c:spPr>
            <c:txPr>
              <a:bodyPr rot="0" vert="horz"/>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Sheet1!$G$2:$G$6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5-3B00-44D2-A51B-86C3B429C84C}"/>
            </c:ext>
          </c:extLst>
        </c:ser>
        <c:dLbls>
          <c:dLblPos val="ctr"/>
          <c:showLegendKey val="0"/>
          <c:showVal val="1"/>
          <c:showCatName val="0"/>
          <c:showSerName val="0"/>
          <c:showPercent val="0"/>
          <c:showBubbleSize val="0"/>
        </c:dLbls>
        <c:gapWidth val="85"/>
        <c:overlap val="100"/>
        <c:axId val="22213360"/>
        <c:axId val="22208096"/>
      </c:barChart>
      <c:catAx>
        <c:axId val="22213360"/>
        <c:scaling>
          <c:orientation val="minMax"/>
        </c:scaling>
        <c:delete val="0"/>
        <c:axPos val="b"/>
        <c:numFmt formatCode="General" sourceLinked="1"/>
        <c:majorTickMark val="none"/>
        <c:minorTickMark val="none"/>
        <c:tickLblPos val="nextTo"/>
        <c:spPr>
          <a:noFill/>
          <a:ln w="6350" cap="flat" cmpd="sng" algn="ctr">
            <a:solidFill>
              <a:srgbClr val="BBBCBC"/>
            </a:solidFill>
            <a:round/>
          </a:ln>
          <a:effectLst/>
        </c:spPr>
        <c:txPr>
          <a:bodyPr rot="-60000000" vert="horz"/>
          <a:lstStyle/>
          <a:p>
            <a:pPr>
              <a:defRPr sz="1000"/>
            </a:pPr>
            <a:endParaRPr lang="en-US"/>
          </a:p>
        </c:txPr>
        <c:crossAx val="22208096"/>
        <c:crosses val="autoZero"/>
        <c:auto val="1"/>
        <c:lblAlgn val="ctr"/>
        <c:lblOffset val="100"/>
        <c:noMultiLvlLbl val="0"/>
      </c:catAx>
      <c:valAx>
        <c:axId val="22208096"/>
        <c:scaling>
          <c:orientation val="minMax"/>
        </c:scaling>
        <c:delete val="0"/>
        <c:axPos val="l"/>
        <c:majorGridlines>
          <c:spPr>
            <a:ln w="6350" cap="flat" cmpd="sng" algn="ctr">
              <a:solidFill>
                <a:srgbClr val="BBBCBC"/>
              </a:solidFill>
              <a:round/>
            </a:ln>
            <a:effectLst/>
          </c:spPr>
        </c:majorGridlines>
        <c:numFmt formatCode="General" sourceLinked="1"/>
        <c:majorTickMark val="none"/>
        <c:minorTickMark val="none"/>
        <c:tickLblPos val="nextTo"/>
        <c:spPr>
          <a:noFill/>
          <a:ln>
            <a:noFill/>
          </a:ln>
          <a:effectLst/>
        </c:spPr>
        <c:txPr>
          <a:bodyPr rot="-60000000" vert="horz"/>
          <a:lstStyle/>
          <a:p>
            <a:pPr>
              <a:defRPr sz="1000"/>
            </a:pPr>
            <a:endParaRPr lang="en-US"/>
          </a:p>
        </c:txPr>
        <c:crossAx val="22213360"/>
        <c:crosses val="autoZero"/>
        <c:crossBetween val="between"/>
      </c:valAx>
      <c:spPr>
        <a:noFill/>
        <a:ln>
          <a:noFill/>
        </a:ln>
        <a:effectLst/>
      </c:spPr>
    </c:plotArea>
    <c:legend>
      <c:legendPos val="b"/>
      <c:layout>
        <c:manualLayout>
          <c:xMode val="edge"/>
          <c:yMode val="edge"/>
          <c:x val="0.14298610762826622"/>
          <c:y val="0.82239181102362202"/>
          <c:w val="0.71402790285731699"/>
          <c:h val="0.120203857260876"/>
        </c:manualLayout>
      </c:layout>
      <c:overlay val="0"/>
      <c:spPr>
        <a:noFill/>
        <a:ln>
          <a:noFill/>
        </a:ln>
        <a:effectLst/>
      </c:spPr>
      <c:txPr>
        <a:bodyPr rot="0" vert="horz"/>
        <a:lstStyle/>
        <a:p>
          <a:pPr>
            <a:defRPr sz="1000"/>
          </a:pPr>
          <a:endParaRPr lang="en-US"/>
        </a:p>
      </c:txPr>
    </c:legend>
    <c:plotVisOnly val="1"/>
    <c:dispBlanksAs val="gap"/>
    <c:showDLblsOverMax val="0"/>
  </c:chart>
  <c:spPr>
    <a:noFill/>
    <a:ln>
      <a:noFill/>
    </a:ln>
    <a:effectLst/>
  </c:spPr>
  <c:txPr>
    <a:bodyPr/>
    <a:lstStyle/>
    <a:p>
      <a:pPr>
        <a:defRPr sz="900">
          <a:solidFill>
            <a:srgbClr val="53565A"/>
          </a:solidFill>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1908974243419202E-2"/>
          <c:y val="2.5057145678002601E-2"/>
          <c:w val="0.85889639324047895"/>
          <c:h val="0.74014616062734195"/>
        </c:manualLayout>
      </c:layout>
      <c:barChart>
        <c:barDir val="col"/>
        <c:grouping val="stacked"/>
        <c:varyColors val="0"/>
        <c:ser>
          <c:idx val="0"/>
          <c:order val="0"/>
          <c:tx>
            <c:strRef>
              <c:f>Sheet1!$B$1</c:f>
              <c:strCache>
                <c:ptCount val="1"/>
                <c:pt idx="0">
                  <c:v>Label 1</c:v>
                </c:pt>
              </c:strCache>
            </c:strRef>
          </c:tx>
          <c:spPr>
            <a:solidFill>
              <a:schemeClr val="bg1">
                <a:lumMod val="50000"/>
              </a:schemeClr>
            </a:solidFill>
            <a:ln>
              <a:noFill/>
            </a:ln>
            <a:effectLst/>
          </c:spPr>
          <c:invertIfNegative val="0"/>
          <c:dLbls>
            <c:spPr>
              <a:noFill/>
              <a:ln>
                <a:noFill/>
              </a:ln>
              <a:effectLst/>
            </c:spPr>
            <c:txPr>
              <a:bodyPr rot="0" vert="horz"/>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Sheet1!$B$2:$B$6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0-3B00-44D2-A51B-86C3B429C84C}"/>
            </c:ext>
          </c:extLst>
        </c:ser>
        <c:ser>
          <c:idx val="1"/>
          <c:order val="1"/>
          <c:tx>
            <c:strRef>
              <c:f>Sheet1!$C$1</c:f>
              <c:strCache>
                <c:ptCount val="1"/>
                <c:pt idx="0">
                  <c:v>Label 2</c:v>
                </c:pt>
              </c:strCache>
            </c:strRef>
          </c:tx>
          <c:spPr>
            <a:solidFill>
              <a:schemeClr val="bg1">
                <a:lumMod val="65000"/>
              </a:schemeClr>
            </a:solidFill>
            <a:ln>
              <a:noFill/>
            </a:ln>
            <a:effectLst/>
          </c:spPr>
          <c:invertIfNegative val="0"/>
          <c:dLbls>
            <c:spPr>
              <a:noFill/>
              <a:ln>
                <a:noFill/>
              </a:ln>
              <a:effectLst/>
            </c:spPr>
            <c:txPr>
              <a:bodyPr rot="0" vert="horz"/>
              <a:lstStyle/>
              <a:p>
                <a:pPr>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Sheet1!$C$2:$C$6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1-3B00-44D2-A51B-86C3B429C84C}"/>
            </c:ext>
          </c:extLst>
        </c:ser>
        <c:ser>
          <c:idx val="2"/>
          <c:order val="2"/>
          <c:tx>
            <c:strRef>
              <c:f>Sheet1!$D$1</c:f>
              <c:strCache>
                <c:ptCount val="1"/>
                <c:pt idx="0">
                  <c:v>Label 3</c:v>
                </c:pt>
              </c:strCache>
            </c:strRef>
          </c:tx>
          <c:spPr>
            <a:solidFill>
              <a:schemeClr val="bg1">
                <a:lumMod val="75000"/>
              </a:schemeClr>
            </a:solidFill>
            <a:ln>
              <a:noFill/>
            </a:ln>
            <a:effectLst/>
          </c:spPr>
          <c:invertIfNegative val="0"/>
          <c:dLbls>
            <c:spPr>
              <a:noFill/>
              <a:ln>
                <a:noFill/>
              </a:ln>
              <a:effectLst/>
            </c:spPr>
            <c:txPr>
              <a:bodyPr rot="0" vert="horz"/>
              <a:lstStyle/>
              <a:p>
                <a:pPr>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Sheet1!$D$2:$D$6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2-3B00-44D2-A51B-86C3B429C84C}"/>
            </c:ext>
          </c:extLst>
        </c:ser>
        <c:ser>
          <c:idx val="3"/>
          <c:order val="3"/>
          <c:tx>
            <c:strRef>
              <c:f>Sheet1!$E$1</c:f>
              <c:strCache>
                <c:ptCount val="1"/>
                <c:pt idx="0">
                  <c:v>Label 4</c:v>
                </c:pt>
              </c:strCache>
            </c:strRef>
          </c:tx>
          <c:spPr>
            <a:solidFill>
              <a:schemeClr val="bg1">
                <a:lumMod val="85000"/>
              </a:schemeClr>
            </a:solidFill>
            <a:ln>
              <a:noFill/>
            </a:ln>
            <a:effectLst/>
          </c:spPr>
          <c:invertIfNegative val="0"/>
          <c:dLbls>
            <c:spPr>
              <a:noFill/>
              <a:ln>
                <a:noFill/>
              </a:ln>
              <a:effectLst/>
            </c:spPr>
            <c:txPr>
              <a:bodyPr rot="0" vert="horz"/>
              <a:lstStyle/>
              <a:p>
                <a:pPr>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Sheet1!$E$2:$E$6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3-3B00-44D2-A51B-86C3B429C84C}"/>
            </c:ext>
          </c:extLst>
        </c:ser>
        <c:ser>
          <c:idx val="4"/>
          <c:order val="4"/>
          <c:tx>
            <c:strRef>
              <c:f>Sheet1!$F$1</c:f>
              <c:strCache>
                <c:ptCount val="1"/>
                <c:pt idx="0">
                  <c:v>Label 5</c:v>
                </c:pt>
              </c:strCache>
            </c:strRef>
          </c:tx>
          <c:spPr>
            <a:solidFill>
              <a:schemeClr val="bg1">
                <a:lumMod val="95000"/>
              </a:schemeClr>
            </a:solidFill>
            <a:ln>
              <a:noFill/>
            </a:ln>
            <a:effectLst/>
          </c:spPr>
          <c:invertIfNegative val="0"/>
          <c:dLbls>
            <c:spPr>
              <a:noFill/>
              <a:ln>
                <a:noFill/>
              </a:ln>
              <a:effectLst/>
            </c:spPr>
            <c:txPr>
              <a:bodyPr rot="0" vert="horz"/>
              <a:lstStyle/>
              <a:p>
                <a:pPr>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Sheet1!$F$2:$F$6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4-3B00-44D2-A51B-86C3B429C84C}"/>
            </c:ext>
          </c:extLst>
        </c:ser>
        <c:ser>
          <c:idx val="5"/>
          <c:order val="5"/>
          <c:tx>
            <c:strRef>
              <c:f>Sheet1!$G$1</c:f>
              <c:strCache>
                <c:ptCount val="1"/>
                <c:pt idx="0">
                  <c:v>Label 6</c:v>
                </c:pt>
              </c:strCache>
            </c:strRef>
          </c:tx>
          <c:spPr>
            <a:solidFill>
              <a:schemeClr val="accent3"/>
            </a:solidFill>
            <a:ln>
              <a:noFill/>
            </a:ln>
            <a:effectLst/>
          </c:spPr>
          <c:invertIfNegative val="0"/>
          <c:dLbls>
            <c:spPr>
              <a:noFill/>
              <a:ln>
                <a:noFill/>
              </a:ln>
              <a:effectLst/>
            </c:spPr>
            <c:txPr>
              <a:bodyPr rot="0" vert="horz"/>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Sheet1!$G$2:$G$6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5-3B00-44D2-A51B-86C3B429C84C}"/>
            </c:ext>
          </c:extLst>
        </c:ser>
        <c:dLbls>
          <c:dLblPos val="ctr"/>
          <c:showLegendKey val="0"/>
          <c:showVal val="1"/>
          <c:showCatName val="0"/>
          <c:showSerName val="0"/>
          <c:showPercent val="0"/>
          <c:showBubbleSize val="0"/>
        </c:dLbls>
        <c:gapWidth val="85"/>
        <c:overlap val="100"/>
        <c:axId val="115588384"/>
        <c:axId val="115558144"/>
      </c:barChart>
      <c:catAx>
        <c:axId val="115588384"/>
        <c:scaling>
          <c:orientation val="minMax"/>
        </c:scaling>
        <c:delete val="0"/>
        <c:axPos val="b"/>
        <c:numFmt formatCode="General" sourceLinked="1"/>
        <c:majorTickMark val="none"/>
        <c:minorTickMark val="none"/>
        <c:tickLblPos val="nextTo"/>
        <c:spPr>
          <a:noFill/>
          <a:ln w="6350" cap="flat" cmpd="sng" algn="ctr">
            <a:solidFill>
              <a:srgbClr val="BBBCBC"/>
            </a:solidFill>
            <a:round/>
          </a:ln>
          <a:effectLst/>
        </c:spPr>
        <c:txPr>
          <a:bodyPr rot="-60000000" vert="horz"/>
          <a:lstStyle/>
          <a:p>
            <a:pPr>
              <a:defRPr/>
            </a:pPr>
            <a:endParaRPr lang="en-US"/>
          </a:p>
        </c:txPr>
        <c:crossAx val="115558144"/>
        <c:crosses val="autoZero"/>
        <c:auto val="1"/>
        <c:lblAlgn val="ctr"/>
        <c:lblOffset val="100"/>
        <c:noMultiLvlLbl val="0"/>
      </c:catAx>
      <c:valAx>
        <c:axId val="115558144"/>
        <c:scaling>
          <c:orientation val="minMax"/>
        </c:scaling>
        <c:delete val="0"/>
        <c:axPos val="l"/>
        <c:majorGridlines>
          <c:spPr>
            <a:ln w="6350" cap="flat" cmpd="sng" algn="ctr">
              <a:solidFill>
                <a:srgbClr val="BBBCBC"/>
              </a:solidFill>
              <a:round/>
            </a:ln>
            <a:effectLst/>
          </c:spPr>
        </c:majorGridlines>
        <c:numFmt formatCode="General" sourceLinked="1"/>
        <c:majorTickMark val="none"/>
        <c:minorTickMark val="none"/>
        <c:tickLblPos val="nextTo"/>
        <c:spPr>
          <a:noFill/>
          <a:ln>
            <a:noFill/>
          </a:ln>
          <a:effectLst/>
        </c:spPr>
        <c:txPr>
          <a:bodyPr rot="-60000000" vert="horz"/>
          <a:lstStyle/>
          <a:p>
            <a:pPr>
              <a:defRPr/>
            </a:pPr>
            <a:endParaRPr lang="en-US"/>
          </a:p>
        </c:txPr>
        <c:crossAx val="115588384"/>
        <c:crosses val="autoZero"/>
        <c:crossBetween val="between"/>
      </c:valAx>
      <c:spPr>
        <a:noFill/>
        <a:ln>
          <a:noFill/>
        </a:ln>
        <a:effectLst/>
      </c:spPr>
    </c:plotArea>
    <c:legend>
      <c:legendPos val="b"/>
      <c:layout>
        <c:manualLayout>
          <c:xMode val="edge"/>
          <c:yMode val="edge"/>
          <c:x val="0.14298605174353207"/>
          <c:y val="0.84896630124544548"/>
          <c:w val="0.71402790285731699"/>
          <c:h val="0.10392717094254068"/>
        </c:manualLayout>
      </c:layout>
      <c:overlay val="0"/>
      <c:spPr>
        <a:noFill/>
        <a:ln>
          <a:noFill/>
        </a:ln>
        <a:effectLst/>
      </c:spPr>
      <c:txPr>
        <a:bodyPr rot="0" vert="horz"/>
        <a:lstStyle/>
        <a:p>
          <a:pPr>
            <a:defRPr/>
          </a:pPr>
          <a:endParaRPr lang="en-US"/>
        </a:p>
      </c:txPr>
    </c:legend>
    <c:plotVisOnly val="1"/>
    <c:dispBlanksAs val="gap"/>
    <c:showDLblsOverMax val="0"/>
  </c:chart>
  <c:spPr>
    <a:noFill/>
    <a:ln>
      <a:noFill/>
    </a:ln>
    <a:effectLst/>
  </c:spPr>
  <c:txPr>
    <a:bodyPr/>
    <a:lstStyle/>
    <a:p>
      <a:pPr>
        <a:defRPr>
          <a:latin typeface="Aptos" panose="020B0004020202020204" pitchFamily="34" charset="0"/>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8730117636658705E-2"/>
          <c:y val="2.54169976171565E-2"/>
          <c:w val="0.87994670674185005"/>
          <c:h val="0.73660385382724702"/>
        </c:manualLayout>
      </c:layout>
      <c:barChart>
        <c:barDir val="col"/>
        <c:grouping val="stacked"/>
        <c:varyColors val="0"/>
        <c:ser>
          <c:idx val="0"/>
          <c:order val="0"/>
          <c:tx>
            <c:strRef>
              <c:f>Sheet1!$B$1</c:f>
              <c:strCache>
                <c:ptCount val="1"/>
                <c:pt idx="0">
                  <c:v>Label 1</c:v>
                </c:pt>
              </c:strCache>
            </c:strRef>
          </c:tx>
          <c:spPr>
            <a:solidFill>
              <a:schemeClr val="accent1"/>
            </a:solidFill>
            <a:ln>
              <a:noFill/>
            </a:ln>
            <a:effectLst/>
          </c:spPr>
          <c:invertIfNegative val="0"/>
          <c:dLbls>
            <c:spPr>
              <a:noFill/>
              <a:ln>
                <a:noFill/>
              </a:ln>
              <a:effectLst/>
            </c:spPr>
            <c:txPr>
              <a:bodyPr rot="0" vert="horz"/>
              <a:lstStyle/>
              <a:p>
                <a:pPr>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Sheet1!$B$2:$B$6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0-E187-46E1-9369-C92BF07A20DA}"/>
            </c:ext>
          </c:extLst>
        </c:ser>
        <c:ser>
          <c:idx val="1"/>
          <c:order val="1"/>
          <c:tx>
            <c:strRef>
              <c:f>Sheet1!$C$1</c:f>
              <c:strCache>
                <c:ptCount val="1"/>
                <c:pt idx="0">
                  <c:v>Label 2</c:v>
                </c:pt>
              </c:strCache>
            </c:strRef>
          </c:tx>
          <c:spPr>
            <a:solidFill>
              <a:schemeClr val="accent2"/>
            </a:solidFill>
            <a:ln>
              <a:noFill/>
            </a:ln>
            <a:effectLst/>
          </c:spPr>
          <c:invertIfNegative val="0"/>
          <c:dLbls>
            <c:spPr>
              <a:noFill/>
              <a:ln>
                <a:noFill/>
              </a:ln>
              <a:effectLst/>
            </c:spPr>
            <c:txPr>
              <a:bodyPr rot="0" vert="horz"/>
              <a:lstStyle/>
              <a:p>
                <a:pPr>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Sheet1!$C$2:$C$6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1-E187-46E1-9369-C92BF07A20DA}"/>
            </c:ext>
          </c:extLst>
        </c:ser>
        <c:ser>
          <c:idx val="2"/>
          <c:order val="2"/>
          <c:tx>
            <c:strRef>
              <c:f>Sheet1!$D$1</c:f>
              <c:strCache>
                <c:ptCount val="1"/>
                <c:pt idx="0">
                  <c:v>Label 3</c:v>
                </c:pt>
              </c:strCache>
            </c:strRef>
          </c:tx>
          <c:spPr>
            <a:solidFill>
              <a:schemeClr val="accent3"/>
            </a:solidFill>
            <a:ln>
              <a:noFill/>
            </a:ln>
            <a:effectLst/>
          </c:spPr>
          <c:invertIfNegative val="0"/>
          <c:dLbls>
            <c:spPr>
              <a:noFill/>
              <a:ln>
                <a:noFill/>
              </a:ln>
              <a:effectLst/>
            </c:spPr>
            <c:txPr>
              <a:bodyPr rot="0" vert="horz"/>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Sheet1!$D$2:$D$6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2-E187-46E1-9369-C92BF07A20DA}"/>
            </c:ext>
          </c:extLst>
        </c:ser>
        <c:ser>
          <c:idx val="3"/>
          <c:order val="3"/>
          <c:tx>
            <c:strRef>
              <c:f>Sheet1!$E$1</c:f>
              <c:strCache>
                <c:ptCount val="1"/>
                <c:pt idx="0">
                  <c:v>Label 4</c:v>
                </c:pt>
              </c:strCache>
            </c:strRef>
          </c:tx>
          <c:spPr>
            <a:solidFill>
              <a:schemeClr val="accent4"/>
            </a:solidFill>
            <a:ln>
              <a:noFill/>
            </a:ln>
            <a:effectLst/>
          </c:spPr>
          <c:invertIfNegative val="0"/>
          <c:dLbls>
            <c:spPr>
              <a:noFill/>
              <a:ln>
                <a:noFill/>
              </a:ln>
              <a:effectLst/>
            </c:spPr>
            <c:txPr>
              <a:bodyPr rot="0" vert="horz"/>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Sheet1!$E$2:$E$6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3-E187-46E1-9369-C92BF07A20DA}"/>
            </c:ext>
          </c:extLst>
        </c:ser>
        <c:ser>
          <c:idx val="4"/>
          <c:order val="4"/>
          <c:tx>
            <c:strRef>
              <c:f>Sheet1!$F$1</c:f>
              <c:strCache>
                <c:ptCount val="1"/>
                <c:pt idx="0">
                  <c:v>Label 5</c:v>
                </c:pt>
              </c:strCache>
            </c:strRef>
          </c:tx>
          <c:spPr>
            <a:solidFill>
              <a:schemeClr val="accent5"/>
            </a:solidFill>
            <a:ln>
              <a:noFill/>
            </a:ln>
            <a:effectLst/>
          </c:spPr>
          <c:invertIfNegative val="0"/>
          <c:dLbls>
            <c:spPr>
              <a:noFill/>
              <a:ln>
                <a:noFill/>
              </a:ln>
              <a:effectLst/>
            </c:spPr>
            <c:txPr>
              <a:bodyPr rot="0" vert="horz"/>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Sheet1!$F$2:$F$6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4-E187-46E1-9369-C92BF07A20DA}"/>
            </c:ext>
          </c:extLst>
        </c:ser>
        <c:ser>
          <c:idx val="5"/>
          <c:order val="5"/>
          <c:tx>
            <c:strRef>
              <c:f>Sheet1!$G$1</c:f>
              <c:strCache>
                <c:ptCount val="1"/>
                <c:pt idx="0">
                  <c:v>Label 6</c:v>
                </c:pt>
              </c:strCache>
            </c:strRef>
          </c:tx>
          <c:spPr>
            <a:solidFill>
              <a:schemeClr val="accent6"/>
            </a:solidFill>
            <a:ln>
              <a:noFill/>
            </a:ln>
            <a:effectLst/>
          </c:spPr>
          <c:invertIfNegative val="0"/>
          <c:dLbls>
            <c:spPr>
              <a:noFill/>
              <a:ln>
                <a:noFill/>
              </a:ln>
              <a:effectLst/>
            </c:spPr>
            <c:txPr>
              <a:bodyPr rot="0" vert="horz"/>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Sheet1!$G$2:$G$6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5-E187-46E1-9369-C92BF07A20DA}"/>
            </c:ext>
          </c:extLst>
        </c:ser>
        <c:dLbls>
          <c:dLblPos val="ctr"/>
          <c:showLegendKey val="0"/>
          <c:showVal val="1"/>
          <c:showCatName val="0"/>
          <c:showSerName val="0"/>
          <c:showPercent val="0"/>
          <c:showBubbleSize val="0"/>
        </c:dLbls>
        <c:gapWidth val="85"/>
        <c:overlap val="100"/>
        <c:axId val="111827184"/>
        <c:axId val="111829744"/>
      </c:barChart>
      <c:catAx>
        <c:axId val="111827184"/>
        <c:scaling>
          <c:orientation val="minMax"/>
        </c:scaling>
        <c:delete val="0"/>
        <c:axPos val="b"/>
        <c:numFmt formatCode="General" sourceLinked="1"/>
        <c:majorTickMark val="none"/>
        <c:minorTickMark val="none"/>
        <c:tickLblPos val="nextTo"/>
        <c:spPr>
          <a:noFill/>
          <a:ln w="6350" cap="flat" cmpd="sng" algn="ctr">
            <a:solidFill>
              <a:srgbClr val="BBBCBC"/>
            </a:solidFill>
            <a:round/>
          </a:ln>
          <a:effectLst/>
        </c:spPr>
        <c:txPr>
          <a:bodyPr rot="-60000000" vert="horz"/>
          <a:lstStyle/>
          <a:p>
            <a:pPr>
              <a:defRPr/>
            </a:pPr>
            <a:endParaRPr lang="en-US"/>
          </a:p>
        </c:txPr>
        <c:crossAx val="111829744"/>
        <c:crosses val="autoZero"/>
        <c:auto val="1"/>
        <c:lblAlgn val="ctr"/>
        <c:lblOffset val="100"/>
        <c:noMultiLvlLbl val="0"/>
      </c:catAx>
      <c:valAx>
        <c:axId val="111829744"/>
        <c:scaling>
          <c:orientation val="minMax"/>
        </c:scaling>
        <c:delete val="0"/>
        <c:axPos val="l"/>
        <c:majorGridlines>
          <c:spPr>
            <a:ln w="6350" cap="flat" cmpd="sng" algn="ctr">
              <a:solidFill>
                <a:srgbClr val="BBBCBC"/>
              </a:solidFill>
              <a:round/>
            </a:ln>
            <a:effectLst/>
          </c:spPr>
        </c:majorGridlines>
        <c:numFmt formatCode="General" sourceLinked="1"/>
        <c:majorTickMark val="none"/>
        <c:minorTickMark val="none"/>
        <c:tickLblPos val="nextTo"/>
        <c:spPr>
          <a:noFill/>
          <a:ln>
            <a:noFill/>
          </a:ln>
          <a:effectLst/>
        </c:spPr>
        <c:txPr>
          <a:bodyPr rot="-60000000" vert="horz"/>
          <a:lstStyle/>
          <a:p>
            <a:pPr>
              <a:defRPr/>
            </a:pPr>
            <a:endParaRPr lang="en-US"/>
          </a:p>
        </c:txPr>
        <c:crossAx val="111827184"/>
        <c:crosses val="autoZero"/>
        <c:crossBetween val="between"/>
      </c:valAx>
      <c:spPr>
        <a:noFill/>
        <a:ln>
          <a:noFill/>
        </a:ln>
        <a:effectLst/>
      </c:spPr>
    </c:plotArea>
    <c:legend>
      <c:legendPos val="b"/>
      <c:layout>
        <c:manualLayout>
          <c:xMode val="edge"/>
          <c:yMode val="edge"/>
          <c:x val="0.16566096737907762"/>
          <c:y val="0.83857826210104458"/>
          <c:w val="0.63678469331460996"/>
          <c:h val="0.11385208786264001"/>
        </c:manualLayout>
      </c:layout>
      <c:overlay val="0"/>
      <c:spPr>
        <a:noFill/>
        <a:ln>
          <a:noFill/>
        </a:ln>
        <a:effectLst/>
      </c:spPr>
      <c:txPr>
        <a:bodyPr rot="0" vert="horz"/>
        <a:lstStyle/>
        <a:p>
          <a:pPr>
            <a:defRPr/>
          </a:pPr>
          <a:endParaRPr lang="en-US"/>
        </a:p>
      </c:txPr>
    </c:legend>
    <c:plotVisOnly val="1"/>
    <c:dispBlanksAs val="gap"/>
    <c:showDLblsOverMax val="0"/>
  </c:chart>
  <c:spPr>
    <a:noFill/>
    <a:ln>
      <a:noFill/>
    </a:ln>
    <a:effectLst/>
  </c:spPr>
  <c:txPr>
    <a:bodyPr/>
    <a:lstStyle/>
    <a:p>
      <a:pPr>
        <a:defRPr>
          <a:latin typeface="Aptos" panose="020B0004020202020204" pitchFamily="34" charset="0"/>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1908974243419202E-2"/>
          <c:y val="2.5057145678002601E-2"/>
          <c:w val="0.85889639324047895"/>
          <c:h val="0.74014616062734195"/>
        </c:manualLayout>
      </c:layout>
      <c:barChart>
        <c:barDir val="col"/>
        <c:grouping val="stacked"/>
        <c:varyColors val="0"/>
        <c:ser>
          <c:idx val="0"/>
          <c:order val="0"/>
          <c:tx>
            <c:strRef>
              <c:f>Sheet1!$B$1</c:f>
              <c:strCache>
                <c:ptCount val="1"/>
                <c:pt idx="0">
                  <c:v>Label 1</c:v>
                </c:pt>
              </c:strCache>
            </c:strRef>
          </c:tx>
          <c:spPr>
            <a:solidFill>
              <a:schemeClr val="bg1">
                <a:lumMod val="50000"/>
              </a:schemeClr>
            </a:solidFill>
            <a:ln>
              <a:noFill/>
            </a:ln>
            <a:effectLst/>
          </c:spPr>
          <c:invertIfNegative val="0"/>
          <c:dLbls>
            <c:spPr>
              <a:noFill/>
              <a:ln>
                <a:noFill/>
              </a:ln>
              <a:effectLst/>
            </c:spPr>
            <c:txPr>
              <a:bodyPr rot="0" vert="horz"/>
              <a:lstStyle/>
              <a:p>
                <a:pPr>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Sheet1!$B$2:$B$6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0-3B00-44D2-A51B-86C3B429C84C}"/>
            </c:ext>
          </c:extLst>
        </c:ser>
        <c:ser>
          <c:idx val="1"/>
          <c:order val="1"/>
          <c:tx>
            <c:strRef>
              <c:f>Sheet1!$C$1</c:f>
              <c:strCache>
                <c:ptCount val="1"/>
                <c:pt idx="0">
                  <c:v>Label 2</c:v>
                </c:pt>
              </c:strCache>
            </c:strRef>
          </c:tx>
          <c:spPr>
            <a:solidFill>
              <a:schemeClr val="bg1">
                <a:lumMod val="65000"/>
              </a:schemeClr>
            </a:solidFill>
            <a:ln>
              <a:noFill/>
            </a:ln>
            <a:effectLst/>
          </c:spPr>
          <c:invertIfNegative val="0"/>
          <c:dLbls>
            <c:spPr>
              <a:noFill/>
              <a:ln>
                <a:noFill/>
              </a:ln>
              <a:effectLst/>
            </c:spPr>
            <c:txPr>
              <a:bodyPr rot="0" vert="horz"/>
              <a:lstStyle/>
              <a:p>
                <a:pPr>
                  <a:defRPr>
                    <a:solidFill>
                      <a:schemeClr val="tx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Sheet1!$C$2:$C$6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1-3B00-44D2-A51B-86C3B429C84C}"/>
            </c:ext>
          </c:extLst>
        </c:ser>
        <c:ser>
          <c:idx val="2"/>
          <c:order val="2"/>
          <c:tx>
            <c:strRef>
              <c:f>Sheet1!$D$1</c:f>
              <c:strCache>
                <c:ptCount val="1"/>
                <c:pt idx="0">
                  <c:v>Label 3</c:v>
                </c:pt>
              </c:strCache>
            </c:strRef>
          </c:tx>
          <c:spPr>
            <a:solidFill>
              <a:schemeClr val="bg1">
                <a:lumMod val="75000"/>
              </a:schemeClr>
            </a:solidFill>
            <a:ln>
              <a:noFill/>
            </a:ln>
            <a:effectLst/>
          </c:spPr>
          <c:invertIfNegative val="0"/>
          <c:dLbls>
            <c:spPr>
              <a:noFill/>
              <a:ln>
                <a:noFill/>
              </a:ln>
              <a:effectLst/>
            </c:spPr>
            <c:txPr>
              <a:bodyPr rot="0" vert="horz"/>
              <a:lstStyle/>
              <a:p>
                <a:pPr>
                  <a:defRPr>
                    <a:solidFill>
                      <a:schemeClr val="tx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Sheet1!$D$2:$D$6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2-3B00-44D2-A51B-86C3B429C84C}"/>
            </c:ext>
          </c:extLst>
        </c:ser>
        <c:ser>
          <c:idx val="3"/>
          <c:order val="3"/>
          <c:tx>
            <c:strRef>
              <c:f>Sheet1!$E$1</c:f>
              <c:strCache>
                <c:ptCount val="1"/>
                <c:pt idx="0">
                  <c:v>Label 4</c:v>
                </c:pt>
              </c:strCache>
            </c:strRef>
          </c:tx>
          <c:spPr>
            <a:solidFill>
              <a:schemeClr val="bg1">
                <a:lumMod val="85000"/>
              </a:schemeClr>
            </a:solidFill>
            <a:ln>
              <a:noFill/>
            </a:ln>
            <a:effectLst/>
          </c:spPr>
          <c:invertIfNegative val="0"/>
          <c:dLbls>
            <c:spPr>
              <a:noFill/>
              <a:ln>
                <a:noFill/>
              </a:ln>
              <a:effectLst/>
            </c:spPr>
            <c:txPr>
              <a:bodyPr rot="0" vert="horz"/>
              <a:lstStyle/>
              <a:p>
                <a:pPr>
                  <a:defRPr>
                    <a:solidFill>
                      <a:schemeClr val="tx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Sheet1!$E$2:$E$6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3-3B00-44D2-A51B-86C3B429C84C}"/>
            </c:ext>
          </c:extLst>
        </c:ser>
        <c:ser>
          <c:idx val="4"/>
          <c:order val="4"/>
          <c:tx>
            <c:strRef>
              <c:f>Sheet1!$F$1</c:f>
              <c:strCache>
                <c:ptCount val="1"/>
                <c:pt idx="0">
                  <c:v>Label 5</c:v>
                </c:pt>
              </c:strCache>
            </c:strRef>
          </c:tx>
          <c:spPr>
            <a:solidFill>
              <a:schemeClr val="bg1">
                <a:lumMod val="95000"/>
              </a:schemeClr>
            </a:solidFill>
            <a:ln>
              <a:noFill/>
            </a:ln>
            <a:effectLst/>
          </c:spPr>
          <c:invertIfNegative val="0"/>
          <c:dPt>
            <c:idx val="4"/>
            <c:invertIfNegative val="0"/>
            <c:bubble3D val="0"/>
            <c:extLst>
              <c:ext xmlns:c16="http://schemas.microsoft.com/office/drawing/2014/chart" uri="{C3380CC4-5D6E-409C-BE32-E72D297353CC}">
                <c16:uniqueId val="{00000001-8B2F-45F2-94A0-D32DD46233CB}"/>
              </c:ext>
            </c:extLst>
          </c:dPt>
          <c:dLbls>
            <c:spPr>
              <a:noFill/>
              <a:ln>
                <a:noFill/>
              </a:ln>
              <a:effectLst/>
            </c:spPr>
            <c:txPr>
              <a:bodyPr rot="0" vert="horz"/>
              <a:lstStyle/>
              <a:p>
                <a:pPr>
                  <a:defRPr>
                    <a:solidFill>
                      <a:schemeClr val="tx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Sheet1!$F$2:$F$6</c:f>
              <c:numCache>
                <c:formatCode>General</c:formatCode>
                <c:ptCount val="5"/>
                <c:pt idx="0">
                  <c:v>1</c:v>
                </c:pt>
                <c:pt idx="1">
                  <c:v>1.5</c:v>
                </c:pt>
                <c:pt idx="2">
                  <c:v>2</c:v>
                </c:pt>
                <c:pt idx="3">
                  <c:v>2.5</c:v>
                </c:pt>
                <c:pt idx="4">
                  <c:v>3</c:v>
                </c:pt>
              </c:numCache>
            </c:numRef>
          </c:val>
          <c:extLst>
            <c:ext xmlns:c16="http://schemas.microsoft.com/office/drawing/2014/chart" uri="{C3380CC4-5D6E-409C-BE32-E72D297353CC}">
              <c16:uniqueId val="{00000004-3B00-44D2-A51B-86C3B429C84C}"/>
            </c:ext>
          </c:extLst>
        </c:ser>
        <c:ser>
          <c:idx val="5"/>
          <c:order val="5"/>
          <c:tx>
            <c:strRef>
              <c:f>Sheet1!$G$1</c:f>
              <c:strCache>
                <c:ptCount val="1"/>
                <c:pt idx="0">
                  <c:v>Label 6</c:v>
                </c:pt>
              </c:strCache>
            </c:strRef>
          </c:tx>
          <c:spPr>
            <a:solidFill>
              <a:schemeClr val="accent3"/>
            </a:solidFill>
            <a:ln>
              <a:noFill/>
            </a:ln>
            <a:effectLst/>
          </c:spPr>
          <c:invertIfNegative val="0"/>
          <c:dLbls>
            <c:spPr>
              <a:noFill/>
              <a:ln>
                <a:noFill/>
              </a:ln>
              <a:effectLst/>
            </c:spPr>
            <c:txPr>
              <a:bodyPr rot="0" vert="horz"/>
              <a:lstStyle/>
              <a:p>
                <a:pPr>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Sheet1!$G$2:$G$6</c:f>
              <c:numCache>
                <c:formatCode>General</c:formatCode>
                <c:ptCount val="5"/>
                <c:pt idx="0">
                  <c:v>1.1000000000000001</c:v>
                </c:pt>
                <c:pt idx="1">
                  <c:v>1.6</c:v>
                </c:pt>
                <c:pt idx="2">
                  <c:v>2.1</c:v>
                </c:pt>
                <c:pt idx="3">
                  <c:v>2.6</c:v>
                </c:pt>
                <c:pt idx="4">
                  <c:v>3.1</c:v>
                </c:pt>
              </c:numCache>
            </c:numRef>
          </c:val>
          <c:extLst>
            <c:ext xmlns:c16="http://schemas.microsoft.com/office/drawing/2014/chart" uri="{C3380CC4-5D6E-409C-BE32-E72D297353CC}">
              <c16:uniqueId val="{00000005-3B00-44D2-A51B-86C3B429C84C}"/>
            </c:ext>
          </c:extLst>
        </c:ser>
        <c:dLbls>
          <c:dLblPos val="ctr"/>
          <c:showLegendKey val="0"/>
          <c:showVal val="1"/>
          <c:showCatName val="0"/>
          <c:showSerName val="0"/>
          <c:showPercent val="0"/>
          <c:showBubbleSize val="0"/>
        </c:dLbls>
        <c:gapWidth val="85"/>
        <c:overlap val="100"/>
        <c:axId val="22263824"/>
        <c:axId val="22293856"/>
      </c:barChart>
      <c:catAx>
        <c:axId val="22263824"/>
        <c:scaling>
          <c:orientation val="minMax"/>
        </c:scaling>
        <c:delete val="0"/>
        <c:axPos val="b"/>
        <c:numFmt formatCode="General" sourceLinked="1"/>
        <c:majorTickMark val="none"/>
        <c:minorTickMark val="none"/>
        <c:tickLblPos val="nextTo"/>
        <c:spPr>
          <a:noFill/>
          <a:ln w="6350" cap="flat" cmpd="sng" algn="ctr">
            <a:solidFill>
              <a:srgbClr val="53565A"/>
            </a:solidFill>
            <a:round/>
          </a:ln>
          <a:effectLst/>
        </c:spPr>
        <c:txPr>
          <a:bodyPr rot="-60000000" vert="horz"/>
          <a:lstStyle/>
          <a:p>
            <a:pPr>
              <a:defRPr/>
            </a:pPr>
            <a:endParaRPr lang="en-US"/>
          </a:p>
        </c:txPr>
        <c:crossAx val="22293856"/>
        <c:crosses val="autoZero"/>
        <c:auto val="1"/>
        <c:lblAlgn val="ctr"/>
        <c:lblOffset val="100"/>
        <c:noMultiLvlLbl val="0"/>
      </c:catAx>
      <c:valAx>
        <c:axId val="22293856"/>
        <c:scaling>
          <c:orientation val="minMax"/>
        </c:scaling>
        <c:delete val="0"/>
        <c:axPos val="l"/>
        <c:majorGridlines>
          <c:spPr>
            <a:ln w="6350" cap="flat" cmpd="sng" algn="ctr">
              <a:solidFill>
                <a:srgbClr val="53565A"/>
              </a:solidFill>
              <a:round/>
            </a:ln>
            <a:effectLst/>
          </c:spPr>
        </c:majorGridlines>
        <c:numFmt formatCode="General" sourceLinked="1"/>
        <c:majorTickMark val="none"/>
        <c:minorTickMark val="none"/>
        <c:tickLblPos val="nextTo"/>
        <c:spPr>
          <a:noFill/>
          <a:ln>
            <a:noFill/>
          </a:ln>
          <a:effectLst/>
        </c:spPr>
        <c:txPr>
          <a:bodyPr rot="-60000000" vert="horz"/>
          <a:lstStyle/>
          <a:p>
            <a:pPr>
              <a:defRPr/>
            </a:pPr>
            <a:endParaRPr lang="en-US"/>
          </a:p>
        </c:txPr>
        <c:crossAx val="22263824"/>
        <c:crosses val="autoZero"/>
        <c:crossBetween val="between"/>
      </c:valAx>
      <c:spPr>
        <a:noFill/>
        <a:ln>
          <a:noFill/>
        </a:ln>
        <a:effectLst/>
      </c:spPr>
    </c:plotArea>
    <c:legend>
      <c:legendPos val="b"/>
      <c:layout>
        <c:manualLayout>
          <c:xMode val="edge"/>
          <c:yMode val="edge"/>
          <c:x val="0.1429861171964"/>
          <c:y val="0.85439181808011899"/>
          <c:w val="0.71402790285731699"/>
          <c:h val="0.120203857260876"/>
        </c:manualLayout>
      </c:layout>
      <c:overlay val="0"/>
      <c:spPr>
        <a:noFill/>
        <a:ln>
          <a:noFill/>
        </a:ln>
        <a:effectLst/>
      </c:spPr>
      <c:txPr>
        <a:bodyPr rot="0" vert="horz"/>
        <a:lstStyle/>
        <a:p>
          <a:pPr>
            <a:defRPr/>
          </a:pPr>
          <a:endParaRPr lang="en-US"/>
        </a:p>
      </c:txPr>
    </c:legend>
    <c:plotVisOnly val="1"/>
    <c:dispBlanksAs val="gap"/>
    <c:showDLblsOverMax val="0"/>
  </c:chart>
  <c:spPr>
    <a:noFill/>
    <a:ln>
      <a:noFill/>
    </a:ln>
    <a:effectLst/>
  </c:spPr>
  <c:txPr>
    <a:bodyPr/>
    <a:lstStyle/>
    <a:p>
      <a:pPr>
        <a:defRPr>
          <a:solidFill>
            <a:schemeClr val="bg1"/>
          </a:solidFill>
          <a:latin typeface="Aptos" panose="020B0004020202020204" pitchFamily="34" charset="0"/>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dk1" tx1="lt1" bg2="dk2" tx2="lt2" accent1="accent1" accent2="accent2" accent3="accent3" accent4="accent4" accent5="accent5" accent6="accent6" hlink="hlink" folHlink="folHlink"/>
  <c:chart>
    <c:autoTitleDeleted val="1"/>
    <c:plotArea>
      <c:layout>
        <c:manualLayout>
          <c:layoutTarget val="inner"/>
          <c:xMode val="edge"/>
          <c:yMode val="edge"/>
          <c:x val="5.9263648865359543E-2"/>
          <c:y val="1.9783970717028587E-2"/>
          <c:w val="0.93440271505400496"/>
          <c:h val="0.74202881721194403"/>
        </c:manualLayout>
      </c:layout>
      <c:areaChart>
        <c:grouping val="stacked"/>
        <c:varyColors val="0"/>
        <c:ser>
          <c:idx val="0"/>
          <c:order val="0"/>
          <c:tx>
            <c:strRef>
              <c:f>Sheet1!$B$1</c:f>
              <c:strCache>
                <c:ptCount val="1"/>
                <c:pt idx="0">
                  <c:v>Construction</c:v>
                </c:pt>
              </c:strCache>
            </c:strRef>
          </c:tx>
          <c:spPr>
            <a:ln w="28575" cap="rnd">
              <a:solidFill>
                <a:schemeClr val="accent1"/>
              </a:solidFill>
              <a:round/>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38</c:v>
                </c:pt>
                <c:pt idx="1">
                  <c:v>46</c:v>
                </c:pt>
                <c:pt idx="2">
                  <c:v>48</c:v>
                </c:pt>
                <c:pt idx="3">
                  <c:v>68</c:v>
                </c:pt>
                <c:pt idx="4">
                  <c:v>50</c:v>
                </c:pt>
                <c:pt idx="5">
                  <c:v>49</c:v>
                </c:pt>
                <c:pt idx="6">
                  <c:v>48</c:v>
                </c:pt>
                <c:pt idx="7">
                  <c:v>57</c:v>
                </c:pt>
                <c:pt idx="8">
                  <c:v>52</c:v>
                </c:pt>
                <c:pt idx="9">
                  <c:v>87</c:v>
                </c:pt>
                <c:pt idx="10">
                  <c:v>85</c:v>
                </c:pt>
                <c:pt idx="11">
                  <c:v>82</c:v>
                </c:pt>
              </c:numCache>
            </c:numRef>
          </c:val>
          <c:extLst>
            <c:ext xmlns:c16="http://schemas.microsoft.com/office/drawing/2014/chart" uri="{C3380CC4-5D6E-409C-BE32-E72D297353CC}">
              <c16:uniqueId val="{00000000-E557-437B-99ED-7A30380B469F}"/>
            </c:ext>
          </c:extLst>
        </c:ser>
        <c:ser>
          <c:idx val="1"/>
          <c:order val="1"/>
          <c:tx>
            <c:strRef>
              <c:f>Sheet1!$C$1</c:f>
              <c:strCache>
                <c:ptCount val="1"/>
                <c:pt idx="0">
                  <c:v>Financial Services</c:v>
                </c:pt>
              </c:strCache>
            </c:strRef>
          </c:tx>
          <c:spPr>
            <a:ln w="28575" cap="rnd">
              <a:solidFill>
                <a:schemeClr val="accent2"/>
              </a:solidFill>
              <a:round/>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20</c:v>
                </c:pt>
                <c:pt idx="1">
                  <c:v>23</c:v>
                </c:pt>
                <c:pt idx="2">
                  <c:v>28</c:v>
                </c:pt>
                <c:pt idx="3">
                  <c:v>21</c:v>
                </c:pt>
                <c:pt idx="4">
                  <c:v>30</c:v>
                </c:pt>
                <c:pt idx="5">
                  <c:v>28</c:v>
                </c:pt>
                <c:pt idx="6">
                  <c:v>26</c:v>
                </c:pt>
                <c:pt idx="7">
                  <c:v>40</c:v>
                </c:pt>
                <c:pt idx="8">
                  <c:v>32</c:v>
                </c:pt>
                <c:pt idx="9">
                  <c:v>38</c:v>
                </c:pt>
                <c:pt idx="10">
                  <c:v>37</c:v>
                </c:pt>
                <c:pt idx="11">
                  <c:v>36</c:v>
                </c:pt>
              </c:numCache>
            </c:numRef>
          </c:val>
          <c:extLst>
            <c:ext xmlns:c16="http://schemas.microsoft.com/office/drawing/2014/chart" uri="{C3380CC4-5D6E-409C-BE32-E72D297353CC}">
              <c16:uniqueId val="{00000001-E557-437B-99ED-7A30380B469F}"/>
            </c:ext>
          </c:extLst>
        </c:ser>
        <c:ser>
          <c:idx val="2"/>
          <c:order val="2"/>
          <c:tx>
            <c:strRef>
              <c:f>Sheet1!$D$1</c:f>
              <c:strCache>
                <c:ptCount val="1"/>
                <c:pt idx="0">
                  <c:v>Healthcare</c:v>
                </c:pt>
              </c:strCache>
            </c:strRef>
          </c:tx>
          <c:spPr>
            <a:solidFill>
              <a:srgbClr val="00A3E0"/>
            </a:solidFill>
            <a:ln w="28575" cap="rnd">
              <a:solidFill>
                <a:srgbClr val="00A3E0"/>
              </a:solidFill>
              <a:round/>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Sheet1!$D$2:$D$13</c:f>
              <c:numCache>
                <c:formatCode>General</c:formatCode>
                <c:ptCount val="12"/>
                <c:pt idx="0">
                  <c:v>18</c:v>
                </c:pt>
                <c:pt idx="1">
                  <c:v>25</c:v>
                </c:pt>
                <c:pt idx="2">
                  <c:v>34</c:v>
                </c:pt>
                <c:pt idx="3">
                  <c:v>97</c:v>
                </c:pt>
                <c:pt idx="4">
                  <c:v>40</c:v>
                </c:pt>
                <c:pt idx="5">
                  <c:v>37</c:v>
                </c:pt>
                <c:pt idx="6">
                  <c:v>36</c:v>
                </c:pt>
                <c:pt idx="7">
                  <c:v>60</c:v>
                </c:pt>
                <c:pt idx="8">
                  <c:v>39</c:v>
                </c:pt>
                <c:pt idx="9">
                  <c:v>44</c:v>
                </c:pt>
                <c:pt idx="10">
                  <c:v>61</c:v>
                </c:pt>
                <c:pt idx="11">
                  <c:v>62</c:v>
                </c:pt>
              </c:numCache>
            </c:numRef>
          </c:val>
          <c:extLst>
            <c:ext xmlns:c16="http://schemas.microsoft.com/office/drawing/2014/chart" uri="{C3380CC4-5D6E-409C-BE32-E72D297353CC}">
              <c16:uniqueId val="{00000002-E557-437B-99ED-7A30380B469F}"/>
            </c:ext>
          </c:extLst>
        </c:ser>
        <c:ser>
          <c:idx val="3"/>
          <c:order val="3"/>
          <c:tx>
            <c:strRef>
              <c:f>Sheet1!$E$1</c:f>
              <c:strCache>
                <c:ptCount val="1"/>
                <c:pt idx="0">
                  <c:v>Transportation</c:v>
                </c:pt>
              </c:strCache>
            </c:strRef>
          </c:tx>
          <c:spPr>
            <a:solidFill>
              <a:srgbClr val="007CB0">
                <a:lumMod val="75000"/>
              </a:srgbClr>
            </a:solidFill>
            <a:ln w="28575">
              <a:solidFill>
                <a:srgbClr val="007CB0">
                  <a:lumMod val="75000"/>
                </a:srgbClr>
              </a:solidFill>
            </a:ln>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Sheet1!$E$2:$E$13</c:f>
              <c:numCache>
                <c:formatCode>General</c:formatCode>
                <c:ptCount val="12"/>
                <c:pt idx="0">
                  <c:v>14</c:v>
                </c:pt>
                <c:pt idx="1">
                  <c:v>16</c:v>
                </c:pt>
                <c:pt idx="2">
                  <c:v>18</c:v>
                </c:pt>
                <c:pt idx="3">
                  <c:v>10</c:v>
                </c:pt>
                <c:pt idx="4">
                  <c:v>18</c:v>
                </c:pt>
                <c:pt idx="5">
                  <c:v>20</c:v>
                </c:pt>
                <c:pt idx="6">
                  <c:v>24</c:v>
                </c:pt>
                <c:pt idx="7">
                  <c:v>26</c:v>
                </c:pt>
                <c:pt idx="8">
                  <c:v>24</c:v>
                </c:pt>
                <c:pt idx="9">
                  <c:v>30</c:v>
                </c:pt>
                <c:pt idx="10">
                  <c:v>17</c:v>
                </c:pt>
                <c:pt idx="11">
                  <c:v>19</c:v>
                </c:pt>
              </c:numCache>
            </c:numRef>
          </c:val>
          <c:extLst>
            <c:ext xmlns:c16="http://schemas.microsoft.com/office/drawing/2014/chart" uri="{C3380CC4-5D6E-409C-BE32-E72D297353CC}">
              <c16:uniqueId val="{00000003-E557-437B-99ED-7A30380B469F}"/>
            </c:ext>
          </c:extLst>
        </c:ser>
        <c:dLbls>
          <c:showLegendKey val="0"/>
          <c:showVal val="0"/>
          <c:showCatName val="0"/>
          <c:showSerName val="0"/>
          <c:showPercent val="0"/>
          <c:showBubbleSize val="0"/>
        </c:dLbls>
        <c:axId val="111293184"/>
        <c:axId val="111296016"/>
      </c:areaChart>
      <c:catAx>
        <c:axId val="111293184"/>
        <c:scaling>
          <c:orientation val="minMax"/>
        </c:scaling>
        <c:delete val="0"/>
        <c:axPos val="b"/>
        <c:numFmt formatCode="General" sourceLinked="1"/>
        <c:majorTickMark val="none"/>
        <c:minorTickMark val="none"/>
        <c:tickLblPos val="nextTo"/>
        <c:spPr>
          <a:noFill/>
          <a:ln w="6350" cap="flat" cmpd="sng" algn="ctr">
            <a:solidFill>
              <a:srgbClr val="53565A"/>
            </a:solidFill>
            <a:round/>
          </a:ln>
          <a:effectLst/>
        </c:spPr>
        <c:txPr>
          <a:bodyPr rot="-60000000" vert="horz"/>
          <a:lstStyle/>
          <a:p>
            <a:pPr>
              <a:defRPr>
                <a:solidFill>
                  <a:schemeClr val="accent1"/>
                </a:solidFill>
              </a:defRPr>
            </a:pPr>
            <a:endParaRPr lang="en-US"/>
          </a:p>
        </c:txPr>
        <c:crossAx val="111296016"/>
        <c:crosses val="autoZero"/>
        <c:auto val="1"/>
        <c:lblAlgn val="ctr"/>
        <c:lblOffset val="100"/>
        <c:noMultiLvlLbl val="0"/>
      </c:catAx>
      <c:valAx>
        <c:axId val="111296016"/>
        <c:scaling>
          <c:orientation val="minMax"/>
        </c:scaling>
        <c:delete val="0"/>
        <c:axPos val="l"/>
        <c:majorGridlines>
          <c:spPr>
            <a:ln w="6350" cap="flat" cmpd="sng" algn="ctr">
              <a:solidFill>
                <a:srgbClr val="53565A"/>
              </a:solidFill>
              <a:round/>
            </a:ln>
            <a:effectLst/>
          </c:spPr>
        </c:majorGridlines>
        <c:numFmt formatCode="General" sourceLinked="1"/>
        <c:majorTickMark val="none"/>
        <c:minorTickMark val="none"/>
        <c:tickLblPos val="nextTo"/>
        <c:spPr>
          <a:noFill/>
          <a:ln>
            <a:noFill/>
          </a:ln>
          <a:effectLst/>
        </c:spPr>
        <c:txPr>
          <a:bodyPr rot="-60000000" vert="horz"/>
          <a:lstStyle/>
          <a:p>
            <a:pPr>
              <a:defRPr>
                <a:solidFill>
                  <a:schemeClr val="accent1"/>
                </a:solidFill>
              </a:defRPr>
            </a:pPr>
            <a:endParaRPr lang="en-US"/>
          </a:p>
        </c:txPr>
        <c:crossAx val="111293184"/>
        <c:crosses val="autoZero"/>
        <c:crossBetween val="midCat"/>
      </c:valAx>
      <c:spPr>
        <a:noFill/>
        <a:ln>
          <a:noFill/>
        </a:ln>
        <a:effectLst/>
      </c:spPr>
    </c:plotArea>
    <c:legend>
      <c:legendPos val="b"/>
      <c:legendEntry>
        <c:idx val="2"/>
        <c:txPr>
          <a:bodyPr rot="0" vert="horz"/>
          <a:lstStyle/>
          <a:p>
            <a:pPr>
              <a:defRPr>
                <a:solidFill>
                  <a:schemeClr val="accent1"/>
                </a:solidFill>
              </a:defRPr>
            </a:pPr>
            <a:endParaRPr lang="en-US"/>
          </a:p>
        </c:txPr>
      </c:legendEntry>
      <c:layout>
        <c:manualLayout>
          <c:xMode val="edge"/>
          <c:yMode val="edge"/>
          <c:x val="8.7209536307961522E-2"/>
          <c:y val="0.87553084700019046"/>
          <c:w val="0.78324212598425202"/>
          <c:h val="0.11175560353446699"/>
        </c:manualLayout>
      </c:layout>
      <c:overlay val="0"/>
      <c:spPr>
        <a:noFill/>
        <a:ln>
          <a:noFill/>
        </a:ln>
        <a:effectLst/>
      </c:spPr>
      <c:txPr>
        <a:bodyPr rot="0" vert="horz"/>
        <a:lstStyle/>
        <a:p>
          <a:pPr>
            <a:defRPr>
              <a:solidFill>
                <a:schemeClr val="accent1"/>
              </a:solidFill>
            </a:defRPr>
          </a:pPr>
          <a:endParaRPr lang="en-US"/>
        </a:p>
      </c:txPr>
    </c:legend>
    <c:plotVisOnly val="1"/>
    <c:dispBlanksAs val="gap"/>
    <c:showDLblsOverMax val="0"/>
  </c:chart>
  <c:spPr>
    <a:noFill/>
    <a:ln>
      <a:noFill/>
    </a:ln>
    <a:effectLst/>
  </c:spPr>
  <c:txPr>
    <a:bodyPr/>
    <a:lstStyle/>
    <a:p>
      <a:pPr>
        <a:defRPr sz="900">
          <a:solidFill>
            <a:schemeClr val="bg1"/>
          </a:solidFill>
          <a:latin typeface="Aptos" panose="020B0004020202020204" pitchFamily="34" charset="0"/>
        </a:defRPr>
      </a:pPr>
      <a:endParaRPr lang="en-US"/>
    </a:p>
  </c:txPr>
  <c:externalData r:id="rId2">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873605736569098E-2"/>
          <c:y val="9.5796999827576307E-2"/>
          <c:w val="0.93440271505400496"/>
          <c:h val="0.72931524800275904"/>
        </c:manualLayout>
      </c:layout>
      <c:areaChart>
        <c:grouping val="stacked"/>
        <c:varyColors val="0"/>
        <c:ser>
          <c:idx val="0"/>
          <c:order val="0"/>
          <c:tx>
            <c:strRef>
              <c:f>Sheet1!$B$1</c:f>
              <c:strCache>
                <c:ptCount val="1"/>
                <c:pt idx="0">
                  <c:v>Construction</c:v>
                </c:pt>
              </c:strCache>
            </c:strRef>
          </c:tx>
          <c:spPr>
            <a:ln w="28575" cap="rnd">
              <a:solidFill>
                <a:schemeClr val="accent1"/>
              </a:solidFill>
              <a:round/>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38</c:v>
                </c:pt>
                <c:pt idx="1">
                  <c:v>46</c:v>
                </c:pt>
                <c:pt idx="2">
                  <c:v>48</c:v>
                </c:pt>
                <c:pt idx="3">
                  <c:v>68</c:v>
                </c:pt>
                <c:pt idx="4">
                  <c:v>50</c:v>
                </c:pt>
                <c:pt idx="5">
                  <c:v>49</c:v>
                </c:pt>
                <c:pt idx="6">
                  <c:v>48</c:v>
                </c:pt>
                <c:pt idx="7">
                  <c:v>57</c:v>
                </c:pt>
                <c:pt idx="8">
                  <c:v>52</c:v>
                </c:pt>
                <c:pt idx="9">
                  <c:v>87</c:v>
                </c:pt>
                <c:pt idx="10">
                  <c:v>85</c:v>
                </c:pt>
                <c:pt idx="11">
                  <c:v>82</c:v>
                </c:pt>
              </c:numCache>
            </c:numRef>
          </c:val>
          <c:extLst>
            <c:ext xmlns:c16="http://schemas.microsoft.com/office/drawing/2014/chart" uri="{C3380CC4-5D6E-409C-BE32-E72D297353CC}">
              <c16:uniqueId val="{00000000-E557-437B-99ED-7A30380B469F}"/>
            </c:ext>
          </c:extLst>
        </c:ser>
        <c:ser>
          <c:idx val="1"/>
          <c:order val="1"/>
          <c:tx>
            <c:strRef>
              <c:f>Sheet1!$C$1</c:f>
              <c:strCache>
                <c:ptCount val="1"/>
                <c:pt idx="0">
                  <c:v>Financial Services</c:v>
                </c:pt>
              </c:strCache>
            </c:strRef>
          </c:tx>
          <c:spPr>
            <a:ln w="28575" cap="rnd">
              <a:solidFill>
                <a:schemeClr val="accent2"/>
              </a:solidFill>
              <a:round/>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20</c:v>
                </c:pt>
                <c:pt idx="1">
                  <c:v>23</c:v>
                </c:pt>
                <c:pt idx="2">
                  <c:v>28</c:v>
                </c:pt>
                <c:pt idx="3">
                  <c:v>21</c:v>
                </c:pt>
                <c:pt idx="4">
                  <c:v>30</c:v>
                </c:pt>
                <c:pt idx="5">
                  <c:v>28</c:v>
                </c:pt>
                <c:pt idx="6">
                  <c:v>26</c:v>
                </c:pt>
                <c:pt idx="7">
                  <c:v>40</c:v>
                </c:pt>
                <c:pt idx="8">
                  <c:v>32</c:v>
                </c:pt>
                <c:pt idx="9">
                  <c:v>38</c:v>
                </c:pt>
                <c:pt idx="10">
                  <c:v>37</c:v>
                </c:pt>
                <c:pt idx="11">
                  <c:v>36</c:v>
                </c:pt>
              </c:numCache>
            </c:numRef>
          </c:val>
          <c:extLst>
            <c:ext xmlns:c16="http://schemas.microsoft.com/office/drawing/2014/chart" uri="{C3380CC4-5D6E-409C-BE32-E72D297353CC}">
              <c16:uniqueId val="{00000001-E557-437B-99ED-7A30380B469F}"/>
            </c:ext>
          </c:extLst>
        </c:ser>
        <c:ser>
          <c:idx val="2"/>
          <c:order val="2"/>
          <c:tx>
            <c:strRef>
              <c:f>Sheet1!$D$1</c:f>
              <c:strCache>
                <c:ptCount val="1"/>
                <c:pt idx="0">
                  <c:v>Healthcare</c:v>
                </c:pt>
              </c:strCache>
            </c:strRef>
          </c:tx>
          <c:spPr>
            <a:ln w="28575" cap="rnd">
              <a:solidFill>
                <a:schemeClr val="accent3"/>
              </a:solidFill>
              <a:round/>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Sheet1!$D$2:$D$13</c:f>
              <c:numCache>
                <c:formatCode>General</c:formatCode>
                <c:ptCount val="12"/>
                <c:pt idx="0">
                  <c:v>18</c:v>
                </c:pt>
                <c:pt idx="1">
                  <c:v>25</c:v>
                </c:pt>
                <c:pt idx="2">
                  <c:v>34</c:v>
                </c:pt>
                <c:pt idx="3">
                  <c:v>97</c:v>
                </c:pt>
                <c:pt idx="4">
                  <c:v>40</c:v>
                </c:pt>
                <c:pt idx="5">
                  <c:v>37</c:v>
                </c:pt>
                <c:pt idx="6">
                  <c:v>36</c:v>
                </c:pt>
                <c:pt idx="7">
                  <c:v>60</c:v>
                </c:pt>
                <c:pt idx="8">
                  <c:v>39</c:v>
                </c:pt>
                <c:pt idx="9">
                  <c:v>44</c:v>
                </c:pt>
                <c:pt idx="10">
                  <c:v>61</c:v>
                </c:pt>
                <c:pt idx="11">
                  <c:v>62</c:v>
                </c:pt>
              </c:numCache>
            </c:numRef>
          </c:val>
          <c:extLst>
            <c:ext xmlns:c16="http://schemas.microsoft.com/office/drawing/2014/chart" uri="{C3380CC4-5D6E-409C-BE32-E72D297353CC}">
              <c16:uniqueId val="{00000002-E557-437B-99ED-7A30380B469F}"/>
            </c:ext>
          </c:extLst>
        </c:ser>
        <c:ser>
          <c:idx val="3"/>
          <c:order val="3"/>
          <c:tx>
            <c:strRef>
              <c:f>Sheet1!$E$1</c:f>
              <c:strCache>
                <c:ptCount val="1"/>
                <c:pt idx="0">
                  <c:v>Transportation</c:v>
                </c:pt>
              </c:strCache>
            </c:strRef>
          </c:tx>
          <c:spPr>
            <a:ln w="28575"/>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Sheet1!$E$2:$E$13</c:f>
              <c:numCache>
                <c:formatCode>General</c:formatCode>
                <c:ptCount val="12"/>
                <c:pt idx="0">
                  <c:v>14</c:v>
                </c:pt>
                <c:pt idx="1">
                  <c:v>16</c:v>
                </c:pt>
                <c:pt idx="2">
                  <c:v>18</c:v>
                </c:pt>
                <c:pt idx="3">
                  <c:v>10</c:v>
                </c:pt>
                <c:pt idx="4">
                  <c:v>18</c:v>
                </c:pt>
                <c:pt idx="5">
                  <c:v>20</c:v>
                </c:pt>
                <c:pt idx="6">
                  <c:v>24</c:v>
                </c:pt>
                <c:pt idx="7">
                  <c:v>26</c:v>
                </c:pt>
                <c:pt idx="8">
                  <c:v>24</c:v>
                </c:pt>
                <c:pt idx="9">
                  <c:v>30</c:v>
                </c:pt>
                <c:pt idx="10">
                  <c:v>17</c:v>
                </c:pt>
                <c:pt idx="11">
                  <c:v>19</c:v>
                </c:pt>
              </c:numCache>
            </c:numRef>
          </c:val>
          <c:extLst>
            <c:ext xmlns:c16="http://schemas.microsoft.com/office/drawing/2014/chart" uri="{C3380CC4-5D6E-409C-BE32-E72D297353CC}">
              <c16:uniqueId val="{00000003-E557-437B-99ED-7A30380B469F}"/>
            </c:ext>
          </c:extLst>
        </c:ser>
        <c:dLbls>
          <c:showLegendKey val="0"/>
          <c:showVal val="0"/>
          <c:showCatName val="0"/>
          <c:showSerName val="0"/>
          <c:showPercent val="0"/>
          <c:showBubbleSize val="0"/>
        </c:dLbls>
        <c:axId val="22172496"/>
        <c:axId val="22175328"/>
      </c:areaChart>
      <c:catAx>
        <c:axId val="22172496"/>
        <c:scaling>
          <c:orientation val="minMax"/>
        </c:scaling>
        <c:delete val="0"/>
        <c:axPos val="b"/>
        <c:numFmt formatCode="General" sourceLinked="1"/>
        <c:majorTickMark val="none"/>
        <c:minorTickMark val="none"/>
        <c:tickLblPos val="nextTo"/>
        <c:spPr>
          <a:noFill/>
          <a:ln w="6350" cap="flat" cmpd="sng" algn="ctr">
            <a:solidFill>
              <a:srgbClr val="BBBCBC"/>
            </a:solidFill>
            <a:round/>
          </a:ln>
          <a:effectLst/>
        </c:spPr>
        <c:txPr>
          <a:bodyPr rot="-60000000" vert="horz"/>
          <a:lstStyle/>
          <a:p>
            <a:pPr>
              <a:defRPr/>
            </a:pPr>
            <a:endParaRPr lang="en-US"/>
          </a:p>
        </c:txPr>
        <c:crossAx val="22175328"/>
        <c:crosses val="autoZero"/>
        <c:auto val="1"/>
        <c:lblAlgn val="ctr"/>
        <c:lblOffset val="100"/>
        <c:noMultiLvlLbl val="0"/>
      </c:catAx>
      <c:valAx>
        <c:axId val="22175328"/>
        <c:scaling>
          <c:orientation val="minMax"/>
        </c:scaling>
        <c:delete val="0"/>
        <c:axPos val="l"/>
        <c:majorGridlines>
          <c:spPr>
            <a:ln w="6350" cap="flat" cmpd="sng" algn="ctr">
              <a:solidFill>
                <a:srgbClr val="BBBCBC"/>
              </a:solidFill>
              <a:round/>
            </a:ln>
            <a:effectLst/>
          </c:spPr>
        </c:majorGridlines>
        <c:numFmt formatCode="General" sourceLinked="1"/>
        <c:majorTickMark val="none"/>
        <c:minorTickMark val="none"/>
        <c:tickLblPos val="nextTo"/>
        <c:spPr>
          <a:noFill/>
          <a:ln>
            <a:noFill/>
          </a:ln>
          <a:effectLst/>
        </c:spPr>
        <c:txPr>
          <a:bodyPr rot="-60000000" vert="horz"/>
          <a:lstStyle/>
          <a:p>
            <a:pPr>
              <a:defRPr/>
            </a:pPr>
            <a:endParaRPr lang="en-US"/>
          </a:p>
        </c:txPr>
        <c:crossAx val="22172496"/>
        <c:crosses val="autoZero"/>
        <c:crossBetween val="midCat"/>
      </c:valAx>
      <c:spPr>
        <a:noFill/>
        <a:ln>
          <a:noFill/>
        </a:ln>
        <a:effectLst/>
      </c:spPr>
    </c:plotArea>
    <c:legend>
      <c:legendPos val="b"/>
      <c:layout>
        <c:manualLayout>
          <c:xMode val="edge"/>
          <c:yMode val="edge"/>
          <c:x val="0.18549039896408701"/>
          <c:y val="0.92873802891395396"/>
          <c:w val="0.61382740564189797"/>
          <c:h val="5.2533915721784702E-2"/>
        </c:manualLayout>
      </c:layout>
      <c:overlay val="0"/>
      <c:spPr>
        <a:noFill/>
        <a:ln>
          <a:noFill/>
        </a:ln>
        <a:effectLst/>
      </c:spPr>
      <c:txPr>
        <a:bodyPr rot="0" vert="horz"/>
        <a:lstStyle/>
        <a:p>
          <a:pPr>
            <a:defRPr/>
          </a:pPr>
          <a:endParaRPr lang="en-US"/>
        </a:p>
      </c:txPr>
    </c:legend>
    <c:plotVisOnly val="1"/>
    <c:dispBlanksAs val="gap"/>
    <c:showDLblsOverMax val="0"/>
  </c:chart>
  <c:spPr>
    <a:noFill/>
    <a:ln>
      <a:noFill/>
    </a:ln>
    <a:effectLst/>
  </c:spPr>
  <c:txPr>
    <a:bodyPr/>
    <a:lstStyle/>
    <a:p>
      <a:pPr>
        <a:defRPr sz="1000">
          <a:solidFill>
            <a:srgbClr val="53565A"/>
          </a:solidFill>
          <a:latin typeface="Aptos" panose="020B0004020202020204" pitchFamily="34" charset="0"/>
        </a:defRPr>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6481450456991"/>
          <c:y val="0.10969202898550701"/>
          <c:w val="0.67871270080601598"/>
          <c:h val="0.69346732473658201"/>
        </c:manualLayout>
      </c:layout>
      <c:pieChart>
        <c:varyColors val="1"/>
        <c:ser>
          <c:idx val="0"/>
          <c:order val="0"/>
          <c:tx>
            <c:strRef>
              <c:f>Sheet1!$B$1</c:f>
              <c:strCache>
                <c:ptCount val="1"/>
                <c:pt idx="0">
                  <c:v>Q1</c:v>
                </c:pt>
              </c:strCache>
            </c:strRef>
          </c:tx>
          <c:spPr>
            <a:ln w="12700">
              <a:noFill/>
            </a:ln>
          </c:spPr>
          <c:dPt>
            <c:idx val="0"/>
            <c:bubble3D val="0"/>
            <c:spPr>
              <a:solidFill>
                <a:schemeClr val="accent1"/>
              </a:solidFill>
              <a:ln w="12700">
                <a:noFill/>
              </a:ln>
            </c:spPr>
            <c:extLst>
              <c:ext xmlns:c16="http://schemas.microsoft.com/office/drawing/2014/chart" uri="{C3380CC4-5D6E-409C-BE32-E72D297353CC}">
                <c16:uniqueId val="{00000001-F73F-4B86-86DE-AE81C59B1B75}"/>
              </c:ext>
            </c:extLst>
          </c:dPt>
          <c:dPt>
            <c:idx val="1"/>
            <c:bubble3D val="0"/>
            <c:spPr>
              <a:solidFill>
                <a:schemeClr val="accent2"/>
              </a:solidFill>
              <a:ln w="12700">
                <a:noFill/>
              </a:ln>
            </c:spPr>
            <c:extLst>
              <c:ext xmlns:c16="http://schemas.microsoft.com/office/drawing/2014/chart" uri="{C3380CC4-5D6E-409C-BE32-E72D297353CC}">
                <c16:uniqueId val="{00000003-F73F-4B86-86DE-AE81C59B1B75}"/>
              </c:ext>
            </c:extLst>
          </c:dPt>
          <c:dPt>
            <c:idx val="2"/>
            <c:bubble3D val="0"/>
            <c:spPr>
              <a:solidFill>
                <a:schemeClr val="accent3"/>
              </a:solidFill>
              <a:ln w="12700">
                <a:noFill/>
              </a:ln>
            </c:spPr>
            <c:extLst>
              <c:ext xmlns:c16="http://schemas.microsoft.com/office/drawing/2014/chart" uri="{C3380CC4-5D6E-409C-BE32-E72D297353CC}">
                <c16:uniqueId val="{00000005-F73F-4B86-86DE-AE81C59B1B75}"/>
              </c:ext>
            </c:extLst>
          </c:dPt>
          <c:dPt>
            <c:idx val="3"/>
            <c:bubble3D val="0"/>
            <c:spPr>
              <a:solidFill>
                <a:schemeClr val="accent4"/>
              </a:solidFill>
              <a:ln w="12700">
                <a:noFill/>
              </a:ln>
            </c:spPr>
            <c:extLst>
              <c:ext xmlns:c16="http://schemas.microsoft.com/office/drawing/2014/chart" uri="{C3380CC4-5D6E-409C-BE32-E72D297353CC}">
                <c16:uniqueId val="{00000007-F73F-4B86-86DE-AE81C59B1B75}"/>
              </c:ext>
            </c:extLst>
          </c:dPt>
          <c:dPt>
            <c:idx val="4"/>
            <c:bubble3D val="0"/>
            <c:spPr>
              <a:solidFill>
                <a:schemeClr val="accent5"/>
              </a:solidFill>
              <a:ln w="12700">
                <a:noFill/>
              </a:ln>
            </c:spPr>
            <c:extLst>
              <c:ext xmlns:c16="http://schemas.microsoft.com/office/drawing/2014/chart" uri="{C3380CC4-5D6E-409C-BE32-E72D297353CC}">
                <c16:uniqueId val="{00000009-F73F-4B86-86DE-AE81C59B1B75}"/>
              </c:ext>
            </c:extLst>
          </c:dPt>
          <c:dPt>
            <c:idx val="5"/>
            <c:bubble3D val="0"/>
            <c:spPr>
              <a:solidFill>
                <a:schemeClr val="tx2"/>
              </a:solidFill>
              <a:ln w="12700">
                <a:noFill/>
              </a:ln>
            </c:spPr>
            <c:extLst>
              <c:ext xmlns:c16="http://schemas.microsoft.com/office/drawing/2014/chart" uri="{C3380CC4-5D6E-409C-BE32-E72D297353CC}">
                <c16:uniqueId val="{0000000B-F73F-4B86-86DE-AE81C59B1B75}"/>
              </c:ext>
            </c:extLst>
          </c:dPt>
          <c:dPt>
            <c:idx val="6"/>
            <c:bubble3D val="0"/>
            <c:spPr>
              <a:solidFill>
                <a:schemeClr val="tx2">
                  <a:lumMod val="60000"/>
                  <a:lumOff val="40000"/>
                </a:schemeClr>
              </a:solidFill>
              <a:ln w="12700">
                <a:noFill/>
              </a:ln>
            </c:spPr>
            <c:extLst>
              <c:ext xmlns:c16="http://schemas.microsoft.com/office/drawing/2014/chart" uri="{C3380CC4-5D6E-409C-BE32-E72D297353CC}">
                <c16:uniqueId val="{0000000D-F73F-4B86-86DE-AE81C59B1B75}"/>
              </c:ext>
            </c:extLst>
          </c:dPt>
          <c:dPt>
            <c:idx val="7"/>
            <c:bubble3D val="0"/>
            <c:spPr>
              <a:solidFill>
                <a:schemeClr val="accent6"/>
              </a:solidFill>
              <a:ln w="12700">
                <a:noFill/>
              </a:ln>
            </c:spPr>
            <c:extLst>
              <c:ext xmlns:c16="http://schemas.microsoft.com/office/drawing/2014/chart" uri="{C3380CC4-5D6E-409C-BE32-E72D297353CC}">
                <c16:uniqueId val="{0000000F-F73F-4B86-86DE-AE81C59B1B75}"/>
              </c:ext>
            </c:extLst>
          </c:dPt>
          <c:dPt>
            <c:idx val="8"/>
            <c:bubble3D val="0"/>
            <c:spPr>
              <a:solidFill>
                <a:schemeClr val="accent6">
                  <a:lumMod val="60000"/>
                  <a:lumOff val="40000"/>
                </a:schemeClr>
              </a:solidFill>
              <a:ln w="12700">
                <a:noFill/>
              </a:ln>
            </c:spPr>
            <c:extLst>
              <c:ext xmlns:c16="http://schemas.microsoft.com/office/drawing/2014/chart" uri="{C3380CC4-5D6E-409C-BE32-E72D297353CC}">
                <c16:uniqueId val="{00000011-F73F-4B86-86DE-AE81C59B1B75}"/>
              </c:ext>
            </c:extLst>
          </c:dPt>
          <c:dLbls>
            <c:numFmt formatCode="#,##0.0" sourceLinked="0"/>
            <c:spPr>
              <a:noFill/>
              <a:ln>
                <a:noFill/>
              </a:ln>
              <a:effectLst/>
            </c:spPr>
            <c:dLblPos val="outEnd"/>
            <c:showLegendKey val="0"/>
            <c:showVal val="1"/>
            <c:showCatName val="1"/>
            <c:showSerName val="0"/>
            <c:showPercent val="0"/>
            <c:showBubbleSize val="0"/>
            <c:separator>
</c:separator>
            <c:showLeaderLines val="1"/>
            <c:extLst>
              <c:ext xmlns:c15="http://schemas.microsoft.com/office/drawing/2012/chart" uri="{CE6537A1-D6FC-4f65-9D91-7224C49458BB}"/>
            </c:extLst>
          </c:dLbls>
          <c:cat>
            <c:strRef>
              <c:f>Sheet1!$A$2:$A$10</c:f>
              <c:strCache>
                <c:ptCount val="9"/>
                <c:pt idx="0">
                  <c:v>Label A</c:v>
                </c:pt>
                <c:pt idx="1">
                  <c:v>Label B</c:v>
                </c:pt>
                <c:pt idx="2">
                  <c:v>Label C</c:v>
                </c:pt>
                <c:pt idx="3">
                  <c:v>Label D</c:v>
                </c:pt>
                <c:pt idx="4">
                  <c:v>Label E</c:v>
                </c:pt>
                <c:pt idx="5">
                  <c:v>Label F</c:v>
                </c:pt>
                <c:pt idx="6">
                  <c:v>Label G</c:v>
                </c:pt>
                <c:pt idx="7">
                  <c:v>Label H</c:v>
                </c:pt>
                <c:pt idx="8">
                  <c:v>Label I</c:v>
                </c:pt>
              </c:strCache>
            </c:strRef>
          </c:cat>
          <c:val>
            <c:numRef>
              <c:f>Sheet1!$B$2:$B$10</c:f>
              <c:numCache>
                <c:formatCode>General</c:formatCode>
                <c:ptCount val="9"/>
                <c:pt idx="0">
                  <c:v>10</c:v>
                </c:pt>
                <c:pt idx="1">
                  <c:v>10</c:v>
                </c:pt>
                <c:pt idx="2">
                  <c:v>10</c:v>
                </c:pt>
                <c:pt idx="3">
                  <c:v>10</c:v>
                </c:pt>
                <c:pt idx="4">
                  <c:v>10</c:v>
                </c:pt>
                <c:pt idx="5">
                  <c:v>10</c:v>
                </c:pt>
                <c:pt idx="6">
                  <c:v>10</c:v>
                </c:pt>
                <c:pt idx="7">
                  <c:v>10</c:v>
                </c:pt>
                <c:pt idx="8">
                  <c:v>10</c:v>
                </c:pt>
              </c:numCache>
            </c:numRef>
          </c:val>
          <c:extLst>
            <c:ext xmlns:c16="http://schemas.microsoft.com/office/drawing/2014/chart" uri="{C3380CC4-5D6E-409C-BE32-E72D297353CC}">
              <c16:uniqueId val="{00000012-F73F-4B86-86DE-AE81C59B1B75}"/>
            </c:ext>
          </c:extLst>
        </c:ser>
        <c:dLbls>
          <c:showLegendKey val="0"/>
          <c:showVal val="1"/>
          <c:showCatName val="0"/>
          <c:showSerName val="0"/>
          <c:showPercent val="0"/>
          <c:showBubbleSize val="0"/>
          <c:showLeaderLines val="1"/>
        </c:dLbls>
        <c:firstSliceAng val="0"/>
      </c:pieChart>
    </c:plotArea>
    <c:plotVisOnly val="1"/>
    <c:dispBlanksAs val="zero"/>
    <c:showDLblsOverMax val="0"/>
  </c:chart>
  <c:txPr>
    <a:bodyPr/>
    <a:lstStyle/>
    <a:p>
      <a:pPr>
        <a:defRPr sz="1000" b="0">
          <a:solidFill>
            <a:schemeClr val="tx1"/>
          </a:solidFill>
          <a:latin typeface="Aptos" panose="020B0004020202020204" pitchFamily="34" charset="0"/>
        </a:defRPr>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6481450456991"/>
          <c:y val="0.10969202898550701"/>
          <c:w val="0.67871270080601598"/>
          <c:h val="0.69346732473658201"/>
        </c:manualLayout>
      </c:layout>
      <c:pieChart>
        <c:varyColors val="1"/>
        <c:ser>
          <c:idx val="0"/>
          <c:order val="0"/>
          <c:tx>
            <c:strRef>
              <c:f>Sheet1!$B$1</c:f>
              <c:strCache>
                <c:ptCount val="1"/>
                <c:pt idx="0">
                  <c:v>Q1</c:v>
                </c:pt>
              </c:strCache>
            </c:strRef>
          </c:tx>
          <c:spPr>
            <a:ln w="12700">
              <a:noFill/>
            </a:ln>
          </c:spPr>
          <c:dPt>
            <c:idx val="0"/>
            <c:bubble3D val="0"/>
            <c:spPr>
              <a:solidFill>
                <a:schemeClr val="accent3"/>
              </a:solidFill>
              <a:ln w="12700">
                <a:noFill/>
              </a:ln>
            </c:spPr>
            <c:extLst>
              <c:ext xmlns:c16="http://schemas.microsoft.com/office/drawing/2014/chart" uri="{C3380CC4-5D6E-409C-BE32-E72D297353CC}">
                <c16:uniqueId val="{00000001-7759-4074-B793-964AC8BD614F}"/>
              </c:ext>
            </c:extLst>
          </c:dPt>
          <c:dPt>
            <c:idx val="1"/>
            <c:bubble3D val="0"/>
            <c:spPr>
              <a:solidFill>
                <a:schemeClr val="tx2">
                  <a:lumMod val="20000"/>
                  <a:lumOff val="80000"/>
                </a:schemeClr>
              </a:solidFill>
              <a:ln w="12700">
                <a:noFill/>
              </a:ln>
            </c:spPr>
            <c:extLst>
              <c:ext xmlns:c16="http://schemas.microsoft.com/office/drawing/2014/chart" uri="{C3380CC4-5D6E-409C-BE32-E72D297353CC}">
                <c16:uniqueId val="{00000003-7759-4074-B793-964AC8BD614F}"/>
              </c:ext>
            </c:extLst>
          </c:dPt>
          <c:dPt>
            <c:idx val="2"/>
            <c:bubble3D val="0"/>
            <c:spPr>
              <a:solidFill>
                <a:schemeClr val="tx2">
                  <a:lumMod val="40000"/>
                  <a:lumOff val="60000"/>
                </a:schemeClr>
              </a:solidFill>
              <a:ln w="12700">
                <a:noFill/>
              </a:ln>
            </c:spPr>
            <c:extLst>
              <c:ext xmlns:c16="http://schemas.microsoft.com/office/drawing/2014/chart" uri="{C3380CC4-5D6E-409C-BE32-E72D297353CC}">
                <c16:uniqueId val="{00000005-7759-4074-B793-964AC8BD614F}"/>
              </c:ext>
            </c:extLst>
          </c:dPt>
          <c:dPt>
            <c:idx val="3"/>
            <c:bubble3D val="0"/>
            <c:spPr>
              <a:solidFill>
                <a:schemeClr val="tx2">
                  <a:lumMod val="60000"/>
                  <a:lumOff val="40000"/>
                </a:schemeClr>
              </a:solidFill>
              <a:ln w="12700">
                <a:noFill/>
              </a:ln>
            </c:spPr>
            <c:extLst>
              <c:ext xmlns:c16="http://schemas.microsoft.com/office/drawing/2014/chart" uri="{C3380CC4-5D6E-409C-BE32-E72D297353CC}">
                <c16:uniqueId val="{00000007-7759-4074-B793-964AC8BD614F}"/>
              </c:ext>
            </c:extLst>
          </c:dPt>
          <c:dPt>
            <c:idx val="4"/>
            <c:bubble3D val="0"/>
            <c:spPr>
              <a:solidFill>
                <a:schemeClr val="tx2">
                  <a:lumMod val="75000"/>
                </a:schemeClr>
              </a:solidFill>
              <a:ln w="12700">
                <a:noFill/>
              </a:ln>
            </c:spPr>
            <c:extLst>
              <c:ext xmlns:c16="http://schemas.microsoft.com/office/drawing/2014/chart" uri="{C3380CC4-5D6E-409C-BE32-E72D297353CC}">
                <c16:uniqueId val="{00000009-7759-4074-B793-964AC8BD614F}"/>
              </c:ext>
            </c:extLst>
          </c:dPt>
          <c:dPt>
            <c:idx val="5"/>
            <c:bubble3D val="0"/>
            <c:spPr>
              <a:solidFill>
                <a:schemeClr val="tx2">
                  <a:lumMod val="50000"/>
                </a:schemeClr>
              </a:solidFill>
              <a:ln w="12700">
                <a:noFill/>
              </a:ln>
            </c:spPr>
            <c:extLst>
              <c:ext xmlns:c16="http://schemas.microsoft.com/office/drawing/2014/chart" uri="{C3380CC4-5D6E-409C-BE32-E72D297353CC}">
                <c16:uniqueId val="{0000000B-7759-4074-B793-964AC8BD614F}"/>
              </c:ext>
            </c:extLst>
          </c:dPt>
          <c:dPt>
            <c:idx val="6"/>
            <c:bubble3D val="0"/>
            <c:spPr>
              <a:solidFill>
                <a:schemeClr val="tx2">
                  <a:lumMod val="75000"/>
                  <a:lumOff val="25000"/>
                </a:schemeClr>
              </a:solidFill>
              <a:ln w="12700">
                <a:noFill/>
              </a:ln>
            </c:spPr>
            <c:extLst>
              <c:ext xmlns:c16="http://schemas.microsoft.com/office/drawing/2014/chart" uri="{C3380CC4-5D6E-409C-BE32-E72D297353CC}">
                <c16:uniqueId val="{0000000D-7759-4074-B793-964AC8BD614F}"/>
              </c:ext>
            </c:extLst>
          </c:dPt>
          <c:dPt>
            <c:idx val="7"/>
            <c:bubble3D val="0"/>
            <c:spPr>
              <a:solidFill>
                <a:schemeClr val="tx2">
                  <a:lumMod val="50000"/>
                  <a:lumOff val="50000"/>
                </a:schemeClr>
              </a:solidFill>
              <a:ln w="12700">
                <a:noFill/>
              </a:ln>
            </c:spPr>
            <c:extLst>
              <c:ext xmlns:c16="http://schemas.microsoft.com/office/drawing/2014/chart" uri="{C3380CC4-5D6E-409C-BE32-E72D297353CC}">
                <c16:uniqueId val="{0000000F-7759-4074-B793-964AC8BD614F}"/>
              </c:ext>
            </c:extLst>
          </c:dPt>
          <c:dPt>
            <c:idx val="8"/>
            <c:bubble3D val="0"/>
            <c:spPr>
              <a:solidFill>
                <a:schemeClr val="tx2">
                  <a:lumMod val="25000"/>
                  <a:lumOff val="75000"/>
                </a:schemeClr>
              </a:solidFill>
              <a:ln w="12700">
                <a:noFill/>
              </a:ln>
            </c:spPr>
            <c:extLst>
              <c:ext xmlns:c16="http://schemas.microsoft.com/office/drawing/2014/chart" uri="{C3380CC4-5D6E-409C-BE32-E72D297353CC}">
                <c16:uniqueId val="{00000011-7759-4074-B793-964AC8BD614F}"/>
              </c:ext>
            </c:extLst>
          </c:dPt>
          <c:dLbls>
            <c:numFmt formatCode="#,##0.0" sourceLinked="0"/>
            <c:spPr>
              <a:noFill/>
              <a:ln>
                <a:noFill/>
              </a:ln>
              <a:effectLst/>
            </c:spPr>
            <c:txPr>
              <a:bodyPr/>
              <a:lstStyle/>
              <a:p>
                <a:pPr>
                  <a:defRPr sz="1000" b="0">
                    <a:solidFill>
                      <a:srgbClr val="53565A"/>
                    </a:solidFill>
                    <a:latin typeface="Aptos" panose="020B0004020202020204" pitchFamily="34" charset="0"/>
                  </a:defRPr>
                </a:pPr>
                <a:endParaRPr lang="en-US"/>
              </a:p>
            </c:txPr>
            <c:dLblPos val="outEnd"/>
            <c:showLegendKey val="0"/>
            <c:showVal val="1"/>
            <c:showCatName val="1"/>
            <c:showSerName val="0"/>
            <c:showPercent val="0"/>
            <c:showBubbleSize val="0"/>
            <c:separator>
</c:separator>
            <c:showLeaderLines val="1"/>
            <c:extLst>
              <c:ext xmlns:c15="http://schemas.microsoft.com/office/drawing/2012/chart" uri="{CE6537A1-D6FC-4f65-9D91-7224C49458BB}"/>
            </c:extLst>
          </c:dLbls>
          <c:cat>
            <c:strRef>
              <c:f>Sheet1!$A$2:$A$7</c:f>
              <c:strCache>
                <c:ptCount val="6"/>
                <c:pt idx="0">
                  <c:v>Label A</c:v>
                </c:pt>
                <c:pt idx="1">
                  <c:v>Label B</c:v>
                </c:pt>
                <c:pt idx="2">
                  <c:v>Label C</c:v>
                </c:pt>
                <c:pt idx="3">
                  <c:v>Label D</c:v>
                </c:pt>
                <c:pt idx="4">
                  <c:v>Label E</c:v>
                </c:pt>
                <c:pt idx="5">
                  <c:v>Label F</c:v>
                </c:pt>
              </c:strCache>
            </c:strRef>
          </c:cat>
          <c:val>
            <c:numRef>
              <c:f>Sheet1!$B$2:$B$7</c:f>
              <c:numCache>
                <c:formatCode>General</c:formatCode>
                <c:ptCount val="6"/>
                <c:pt idx="0">
                  <c:v>10</c:v>
                </c:pt>
                <c:pt idx="1">
                  <c:v>10</c:v>
                </c:pt>
                <c:pt idx="2">
                  <c:v>10</c:v>
                </c:pt>
                <c:pt idx="3">
                  <c:v>10</c:v>
                </c:pt>
                <c:pt idx="4">
                  <c:v>10</c:v>
                </c:pt>
                <c:pt idx="5">
                  <c:v>10</c:v>
                </c:pt>
              </c:numCache>
            </c:numRef>
          </c:val>
          <c:extLst>
            <c:ext xmlns:c16="http://schemas.microsoft.com/office/drawing/2014/chart" uri="{C3380CC4-5D6E-409C-BE32-E72D297353CC}">
              <c16:uniqueId val="{00000012-7759-4074-B793-964AC8BD614F}"/>
            </c:ext>
          </c:extLst>
        </c:ser>
        <c:dLbls>
          <c:showLegendKey val="0"/>
          <c:showVal val="1"/>
          <c:showCatName val="0"/>
          <c:showSerName val="0"/>
          <c:showPercent val="0"/>
          <c:showBubbleSize val="0"/>
          <c:showLeaderLines val="1"/>
        </c:dLbls>
        <c:firstSliceAng val="0"/>
      </c:pieChart>
    </c:plotArea>
    <c:plotVisOnly val="1"/>
    <c:dispBlanksAs val="zero"/>
    <c:showDLblsOverMax val="0"/>
  </c:chart>
  <c:txPr>
    <a:bodyPr/>
    <a:lstStyle/>
    <a:p>
      <a:pPr>
        <a:defRPr sz="1000" b="1">
          <a:solidFill>
            <a:schemeClr val="bg1"/>
          </a:solidFill>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6481450456991"/>
          <c:y val="0.10969202898550701"/>
          <c:w val="0.67871270080601598"/>
          <c:h val="0.69346732473658201"/>
        </c:manualLayout>
      </c:layout>
      <c:pieChart>
        <c:varyColors val="1"/>
        <c:ser>
          <c:idx val="0"/>
          <c:order val="0"/>
          <c:tx>
            <c:strRef>
              <c:f>Sheet1!$B$1</c:f>
              <c:strCache>
                <c:ptCount val="1"/>
                <c:pt idx="0">
                  <c:v>Q1</c:v>
                </c:pt>
              </c:strCache>
            </c:strRef>
          </c:tx>
          <c:spPr>
            <a:ln w="12700">
              <a:noFill/>
            </a:ln>
          </c:spPr>
          <c:dPt>
            <c:idx val="0"/>
            <c:bubble3D val="0"/>
            <c:spPr>
              <a:solidFill>
                <a:schemeClr val="accent1"/>
              </a:solidFill>
              <a:ln w="12700">
                <a:noFill/>
              </a:ln>
            </c:spPr>
            <c:extLst>
              <c:ext xmlns:c16="http://schemas.microsoft.com/office/drawing/2014/chart" uri="{C3380CC4-5D6E-409C-BE32-E72D297353CC}">
                <c16:uniqueId val="{00000001-E9CF-4C5D-B38F-038E7E59A9E7}"/>
              </c:ext>
            </c:extLst>
          </c:dPt>
          <c:dPt>
            <c:idx val="1"/>
            <c:bubble3D val="0"/>
            <c:spPr>
              <a:solidFill>
                <a:schemeClr val="accent2"/>
              </a:solidFill>
              <a:ln w="12700">
                <a:noFill/>
              </a:ln>
            </c:spPr>
            <c:extLst>
              <c:ext xmlns:c16="http://schemas.microsoft.com/office/drawing/2014/chart" uri="{C3380CC4-5D6E-409C-BE32-E72D297353CC}">
                <c16:uniqueId val="{00000003-E9CF-4C5D-B38F-038E7E59A9E7}"/>
              </c:ext>
            </c:extLst>
          </c:dPt>
          <c:dPt>
            <c:idx val="2"/>
            <c:bubble3D val="0"/>
            <c:spPr>
              <a:solidFill>
                <a:schemeClr val="accent3"/>
              </a:solidFill>
              <a:ln w="12700">
                <a:noFill/>
              </a:ln>
            </c:spPr>
            <c:extLst>
              <c:ext xmlns:c16="http://schemas.microsoft.com/office/drawing/2014/chart" uri="{C3380CC4-5D6E-409C-BE32-E72D297353CC}">
                <c16:uniqueId val="{00000005-E9CF-4C5D-B38F-038E7E59A9E7}"/>
              </c:ext>
            </c:extLst>
          </c:dPt>
          <c:dPt>
            <c:idx val="3"/>
            <c:bubble3D val="0"/>
            <c:spPr>
              <a:solidFill>
                <a:schemeClr val="accent4"/>
              </a:solidFill>
              <a:ln w="12700">
                <a:noFill/>
              </a:ln>
            </c:spPr>
            <c:extLst>
              <c:ext xmlns:c16="http://schemas.microsoft.com/office/drawing/2014/chart" uri="{C3380CC4-5D6E-409C-BE32-E72D297353CC}">
                <c16:uniqueId val="{00000007-E9CF-4C5D-B38F-038E7E59A9E7}"/>
              </c:ext>
            </c:extLst>
          </c:dPt>
          <c:dPt>
            <c:idx val="4"/>
            <c:bubble3D val="0"/>
            <c:spPr>
              <a:solidFill>
                <a:schemeClr val="accent5"/>
              </a:solidFill>
              <a:ln w="12700">
                <a:noFill/>
              </a:ln>
            </c:spPr>
            <c:extLst>
              <c:ext xmlns:c16="http://schemas.microsoft.com/office/drawing/2014/chart" uri="{C3380CC4-5D6E-409C-BE32-E72D297353CC}">
                <c16:uniqueId val="{00000009-E9CF-4C5D-B38F-038E7E59A9E7}"/>
              </c:ext>
            </c:extLst>
          </c:dPt>
          <c:dPt>
            <c:idx val="5"/>
            <c:bubble3D val="0"/>
            <c:spPr>
              <a:solidFill>
                <a:schemeClr val="accent6"/>
              </a:solidFill>
              <a:ln w="12700">
                <a:noFill/>
              </a:ln>
            </c:spPr>
            <c:extLst>
              <c:ext xmlns:c16="http://schemas.microsoft.com/office/drawing/2014/chart" uri="{C3380CC4-5D6E-409C-BE32-E72D297353CC}">
                <c16:uniqueId val="{0000000B-E9CF-4C5D-B38F-038E7E59A9E7}"/>
              </c:ext>
            </c:extLst>
          </c:dPt>
          <c:dPt>
            <c:idx val="6"/>
            <c:bubble3D val="0"/>
            <c:spPr>
              <a:solidFill>
                <a:schemeClr val="tx2">
                  <a:lumMod val="75000"/>
                  <a:lumOff val="25000"/>
                </a:schemeClr>
              </a:solidFill>
              <a:ln w="12700">
                <a:noFill/>
              </a:ln>
            </c:spPr>
            <c:extLst>
              <c:ext xmlns:c16="http://schemas.microsoft.com/office/drawing/2014/chart" uri="{C3380CC4-5D6E-409C-BE32-E72D297353CC}">
                <c16:uniqueId val="{0000000D-E9CF-4C5D-B38F-038E7E59A9E7}"/>
              </c:ext>
            </c:extLst>
          </c:dPt>
          <c:dPt>
            <c:idx val="7"/>
            <c:bubble3D val="0"/>
            <c:spPr>
              <a:solidFill>
                <a:schemeClr val="tx2">
                  <a:lumMod val="50000"/>
                  <a:lumOff val="50000"/>
                </a:schemeClr>
              </a:solidFill>
              <a:ln w="12700">
                <a:noFill/>
              </a:ln>
            </c:spPr>
            <c:extLst>
              <c:ext xmlns:c16="http://schemas.microsoft.com/office/drawing/2014/chart" uri="{C3380CC4-5D6E-409C-BE32-E72D297353CC}">
                <c16:uniqueId val="{0000000F-E9CF-4C5D-B38F-038E7E59A9E7}"/>
              </c:ext>
            </c:extLst>
          </c:dPt>
          <c:dPt>
            <c:idx val="8"/>
            <c:bubble3D val="0"/>
            <c:spPr>
              <a:solidFill>
                <a:schemeClr val="tx2">
                  <a:lumMod val="25000"/>
                  <a:lumOff val="75000"/>
                </a:schemeClr>
              </a:solidFill>
              <a:ln w="12700">
                <a:noFill/>
              </a:ln>
            </c:spPr>
            <c:extLst>
              <c:ext xmlns:c16="http://schemas.microsoft.com/office/drawing/2014/chart" uri="{C3380CC4-5D6E-409C-BE32-E72D297353CC}">
                <c16:uniqueId val="{00000011-E9CF-4C5D-B38F-038E7E59A9E7}"/>
              </c:ext>
            </c:extLst>
          </c:dPt>
          <c:dLbls>
            <c:numFmt formatCode="#,##0.0" sourceLinked="0"/>
            <c:spPr>
              <a:noFill/>
              <a:ln>
                <a:noFill/>
              </a:ln>
              <a:effectLst/>
            </c:spPr>
            <c:txPr>
              <a:bodyPr/>
              <a:lstStyle/>
              <a:p>
                <a:pPr>
                  <a:defRPr sz="1000" b="0">
                    <a:solidFill>
                      <a:srgbClr val="53565A"/>
                    </a:solidFill>
                    <a:latin typeface="Aptos" panose="020B0004020202020204" pitchFamily="34" charset="0"/>
                  </a:defRPr>
                </a:pPr>
                <a:endParaRPr lang="en-US"/>
              </a:p>
            </c:txPr>
            <c:dLblPos val="outEnd"/>
            <c:showLegendKey val="0"/>
            <c:showVal val="1"/>
            <c:showCatName val="1"/>
            <c:showSerName val="0"/>
            <c:showPercent val="0"/>
            <c:showBubbleSize val="0"/>
            <c:separator>
</c:separator>
            <c:showLeaderLines val="1"/>
            <c:extLst>
              <c:ext xmlns:c15="http://schemas.microsoft.com/office/drawing/2012/chart" uri="{CE6537A1-D6FC-4f65-9D91-7224C49458BB}"/>
            </c:extLst>
          </c:dLbls>
          <c:cat>
            <c:strRef>
              <c:f>Sheet1!$A$2:$A$7</c:f>
              <c:strCache>
                <c:ptCount val="6"/>
                <c:pt idx="0">
                  <c:v>Label A</c:v>
                </c:pt>
                <c:pt idx="1">
                  <c:v>Label B</c:v>
                </c:pt>
                <c:pt idx="2">
                  <c:v>Label C</c:v>
                </c:pt>
                <c:pt idx="3">
                  <c:v>Label D</c:v>
                </c:pt>
                <c:pt idx="4">
                  <c:v>Label E</c:v>
                </c:pt>
                <c:pt idx="5">
                  <c:v>Label F</c:v>
                </c:pt>
              </c:strCache>
            </c:strRef>
          </c:cat>
          <c:val>
            <c:numRef>
              <c:f>Sheet1!$B$2:$B$7</c:f>
              <c:numCache>
                <c:formatCode>General</c:formatCode>
                <c:ptCount val="6"/>
                <c:pt idx="0">
                  <c:v>10</c:v>
                </c:pt>
                <c:pt idx="1">
                  <c:v>10</c:v>
                </c:pt>
                <c:pt idx="2">
                  <c:v>10</c:v>
                </c:pt>
                <c:pt idx="3">
                  <c:v>10</c:v>
                </c:pt>
                <c:pt idx="4">
                  <c:v>10</c:v>
                </c:pt>
                <c:pt idx="5">
                  <c:v>10</c:v>
                </c:pt>
              </c:numCache>
            </c:numRef>
          </c:val>
          <c:extLst>
            <c:ext xmlns:c16="http://schemas.microsoft.com/office/drawing/2014/chart" uri="{C3380CC4-5D6E-409C-BE32-E72D297353CC}">
              <c16:uniqueId val="{00000012-E9CF-4C5D-B38F-038E7E59A9E7}"/>
            </c:ext>
          </c:extLst>
        </c:ser>
        <c:dLbls>
          <c:showLegendKey val="0"/>
          <c:showVal val="1"/>
          <c:showCatName val="0"/>
          <c:showSerName val="0"/>
          <c:showPercent val="0"/>
          <c:showBubbleSize val="0"/>
          <c:showLeaderLines val="1"/>
        </c:dLbls>
        <c:firstSliceAng val="0"/>
      </c:pieChart>
    </c:plotArea>
    <c:plotVisOnly val="1"/>
    <c:dispBlanksAs val="zero"/>
    <c:showDLblsOverMax val="0"/>
  </c:chart>
  <c:txPr>
    <a:bodyPr/>
    <a:lstStyle/>
    <a:p>
      <a:pPr>
        <a:defRPr sz="1000" b="1">
          <a:solidFill>
            <a:schemeClr val="bg1"/>
          </a:solidFill>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6481450456991"/>
          <c:y val="0.10969202898550701"/>
          <c:w val="0.67871270080601598"/>
          <c:h val="0.69346732473658201"/>
        </c:manualLayout>
      </c:layout>
      <c:pieChart>
        <c:varyColors val="1"/>
        <c:ser>
          <c:idx val="0"/>
          <c:order val="0"/>
          <c:tx>
            <c:strRef>
              <c:f>Sheet1!$B$1</c:f>
              <c:strCache>
                <c:ptCount val="1"/>
                <c:pt idx="0">
                  <c:v>Q1</c:v>
                </c:pt>
              </c:strCache>
            </c:strRef>
          </c:tx>
          <c:spPr>
            <a:ln w="12700">
              <a:noFill/>
            </a:ln>
          </c:spPr>
          <c:dPt>
            <c:idx val="0"/>
            <c:bubble3D val="0"/>
            <c:spPr>
              <a:solidFill>
                <a:schemeClr val="bg2">
                  <a:lumMod val="60000"/>
                  <a:lumOff val="40000"/>
                </a:schemeClr>
              </a:solidFill>
              <a:ln w="9525">
                <a:noFill/>
                <a:prstDash val="solid"/>
              </a:ln>
            </c:spPr>
            <c:extLst>
              <c:ext xmlns:c16="http://schemas.microsoft.com/office/drawing/2014/chart" uri="{C3380CC4-5D6E-409C-BE32-E72D297353CC}">
                <c16:uniqueId val="{00000001-CBF1-4850-B8B6-083D53293C4A}"/>
              </c:ext>
            </c:extLst>
          </c:dPt>
          <c:dPt>
            <c:idx val="1"/>
            <c:bubble3D val="0"/>
            <c:spPr>
              <a:solidFill>
                <a:schemeClr val="bg2">
                  <a:lumMod val="75000"/>
                </a:schemeClr>
              </a:solidFill>
              <a:ln w="9525">
                <a:noFill/>
                <a:prstDash val="solid"/>
              </a:ln>
            </c:spPr>
            <c:extLst>
              <c:ext xmlns:c16="http://schemas.microsoft.com/office/drawing/2014/chart" uri="{C3380CC4-5D6E-409C-BE32-E72D297353CC}">
                <c16:uniqueId val="{00000003-CBF1-4850-B8B6-083D53293C4A}"/>
              </c:ext>
            </c:extLst>
          </c:dPt>
          <c:dPt>
            <c:idx val="2"/>
            <c:bubble3D val="0"/>
            <c:spPr>
              <a:solidFill>
                <a:schemeClr val="accent4"/>
              </a:solidFill>
              <a:ln w="9525">
                <a:noFill/>
                <a:prstDash val="solid"/>
              </a:ln>
            </c:spPr>
            <c:extLst>
              <c:ext xmlns:c16="http://schemas.microsoft.com/office/drawing/2014/chart" uri="{C3380CC4-5D6E-409C-BE32-E72D297353CC}">
                <c16:uniqueId val="{00000005-CBF1-4850-B8B6-083D53293C4A}"/>
              </c:ext>
            </c:extLst>
          </c:dPt>
          <c:dPt>
            <c:idx val="3"/>
            <c:bubble3D val="0"/>
            <c:spPr>
              <a:solidFill>
                <a:schemeClr val="bg2">
                  <a:lumMod val="40000"/>
                  <a:lumOff val="60000"/>
                </a:schemeClr>
              </a:solidFill>
              <a:ln w="12700">
                <a:noFill/>
              </a:ln>
            </c:spPr>
            <c:extLst>
              <c:ext xmlns:c16="http://schemas.microsoft.com/office/drawing/2014/chart" uri="{C3380CC4-5D6E-409C-BE32-E72D297353CC}">
                <c16:uniqueId val="{00000007-CBF1-4850-B8B6-083D53293C4A}"/>
              </c:ext>
            </c:extLst>
          </c:dPt>
          <c:dPt>
            <c:idx val="4"/>
            <c:bubble3D val="0"/>
            <c:spPr>
              <a:solidFill>
                <a:schemeClr val="accent5"/>
              </a:solidFill>
              <a:ln w="12700">
                <a:noFill/>
              </a:ln>
            </c:spPr>
            <c:extLst>
              <c:ext xmlns:c16="http://schemas.microsoft.com/office/drawing/2014/chart" uri="{C3380CC4-5D6E-409C-BE32-E72D297353CC}">
                <c16:uniqueId val="{00000009-CBF1-4850-B8B6-083D53293C4A}"/>
              </c:ext>
            </c:extLst>
          </c:dPt>
          <c:dPt>
            <c:idx val="5"/>
            <c:bubble3D val="0"/>
            <c:spPr>
              <a:solidFill>
                <a:schemeClr val="accent6"/>
              </a:solidFill>
              <a:ln w="12700">
                <a:noFill/>
              </a:ln>
            </c:spPr>
            <c:extLst>
              <c:ext xmlns:c16="http://schemas.microsoft.com/office/drawing/2014/chart" uri="{C3380CC4-5D6E-409C-BE32-E72D297353CC}">
                <c16:uniqueId val="{0000000B-CBF1-4850-B8B6-083D53293C4A}"/>
              </c:ext>
            </c:extLst>
          </c:dPt>
          <c:dPt>
            <c:idx val="6"/>
            <c:bubble3D val="0"/>
            <c:spPr>
              <a:solidFill>
                <a:schemeClr val="tx2">
                  <a:lumMod val="75000"/>
                  <a:lumOff val="25000"/>
                </a:schemeClr>
              </a:solidFill>
              <a:ln w="12700">
                <a:noFill/>
              </a:ln>
            </c:spPr>
            <c:extLst>
              <c:ext xmlns:c16="http://schemas.microsoft.com/office/drawing/2014/chart" uri="{C3380CC4-5D6E-409C-BE32-E72D297353CC}">
                <c16:uniqueId val="{0000000D-CBF1-4850-B8B6-083D53293C4A}"/>
              </c:ext>
            </c:extLst>
          </c:dPt>
          <c:dPt>
            <c:idx val="7"/>
            <c:bubble3D val="0"/>
            <c:spPr>
              <a:solidFill>
                <a:schemeClr val="tx2">
                  <a:lumMod val="50000"/>
                  <a:lumOff val="50000"/>
                </a:schemeClr>
              </a:solidFill>
              <a:ln w="12700">
                <a:noFill/>
              </a:ln>
            </c:spPr>
            <c:extLst>
              <c:ext xmlns:c16="http://schemas.microsoft.com/office/drawing/2014/chart" uri="{C3380CC4-5D6E-409C-BE32-E72D297353CC}">
                <c16:uniqueId val="{0000000F-CBF1-4850-B8B6-083D53293C4A}"/>
              </c:ext>
            </c:extLst>
          </c:dPt>
          <c:dPt>
            <c:idx val="8"/>
            <c:bubble3D val="0"/>
            <c:spPr>
              <a:solidFill>
                <a:schemeClr val="tx2">
                  <a:lumMod val="25000"/>
                  <a:lumOff val="75000"/>
                </a:schemeClr>
              </a:solidFill>
              <a:ln w="12700">
                <a:noFill/>
              </a:ln>
            </c:spPr>
            <c:extLst>
              <c:ext xmlns:c16="http://schemas.microsoft.com/office/drawing/2014/chart" uri="{C3380CC4-5D6E-409C-BE32-E72D297353CC}">
                <c16:uniqueId val="{00000011-CBF1-4850-B8B6-083D53293C4A}"/>
              </c:ext>
            </c:extLst>
          </c:dPt>
          <c:dLbls>
            <c:dLbl>
              <c:idx val="0"/>
              <c:numFmt formatCode="#,##0.0" sourceLinked="0"/>
              <c:spPr>
                <a:noFill/>
                <a:ln>
                  <a:noFill/>
                </a:ln>
                <a:effectLst/>
              </c:spPr>
              <c:txPr>
                <a:bodyPr/>
                <a:lstStyle/>
                <a:p>
                  <a:pPr>
                    <a:defRPr sz="1000" b="0">
                      <a:solidFill>
                        <a:schemeClr val="tx1"/>
                      </a:solidFill>
                      <a:latin typeface="Aptos" panose="020B0004020202020204" pitchFamily="34" charset="0"/>
                      <a:ea typeface="+mn-lt"/>
                      <a:cs typeface="+mn-lt"/>
                    </a:defRPr>
                  </a:pPr>
                  <a:endParaRPr lang="en-US"/>
                </a:p>
              </c:txPr>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BF1-4850-B8B6-083D53293C4A}"/>
                </c:ext>
              </c:extLst>
            </c:dLbl>
            <c:dLbl>
              <c:idx val="1"/>
              <c:numFmt formatCode="#,##0.0" sourceLinked="0"/>
              <c:spPr>
                <a:noFill/>
                <a:ln>
                  <a:noFill/>
                </a:ln>
                <a:effectLst/>
              </c:spPr>
              <c:txPr>
                <a:bodyPr/>
                <a:lstStyle/>
                <a:p>
                  <a:pPr>
                    <a:defRPr sz="1000" b="0">
                      <a:solidFill>
                        <a:schemeClr val="tx1"/>
                      </a:solidFill>
                      <a:latin typeface="Aptos" panose="020B0004020202020204" pitchFamily="34" charset="0"/>
                      <a:ea typeface="+mn-lt"/>
                      <a:cs typeface="+mn-lt"/>
                    </a:defRPr>
                  </a:pPr>
                  <a:endParaRPr lang="en-US"/>
                </a:p>
              </c:txPr>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BF1-4850-B8B6-083D53293C4A}"/>
                </c:ext>
              </c:extLst>
            </c:dLbl>
            <c:dLbl>
              <c:idx val="2"/>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BF1-4850-B8B6-083D53293C4A}"/>
                </c:ext>
              </c:extLst>
            </c:dLbl>
            <c:dLbl>
              <c:idx val="3"/>
              <c:numFmt formatCode="#,##0.0" sourceLinked="0"/>
              <c:spPr/>
              <c:txPr>
                <a:bodyPr/>
                <a:lstStyle/>
                <a:p>
                  <a:pPr>
                    <a:defRPr sz="1000" b="0">
                      <a:solidFill>
                        <a:schemeClr val="tx1"/>
                      </a:solidFill>
                      <a:latin typeface="Aptos" panose="020B0004020202020204" pitchFamily="34" charset="0"/>
                      <a:ea typeface="+mn-lt"/>
                      <a:cs typeface="+mn-lt"/>
                    </a:defRPr>
                  </a:pPr>
                  <a:endParaRPr lang="en-US"/>
                </a:p>
              </c:txPr>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BF1-4850-B8B6-083D53293C4A}"/>
                </c:ext>
              </c:extLst>
            </c:dLbl>
            <c:numFmt formatCode="#,##0.0" sourceLinked="0"/>
            <c:spPr>
              <a:noFill/>
              <a:ln>
                <a:noFill/>
              </a:ln>
              <a:effectLst/>
            </c:spPr>
            <c:txPr>
              <a:bodyPr/>
              <a:lstStyle/>
              <a:p>
                <a:pPr>
                  <a:defRPr sz="1000" b="0">
                    <a:solidFill>
                      <a:schemeClr val="bg1"/>
                    </a:solidFill>
                    <a:latin typeface="Aptos" panose="020B0004020202020204" pitchFamily="34" charset="0"/>
                    <a:ea typeface="+mn-lt"/>
                    <a:cs typeface="+mn-lt"/>
                  </a:defRPr>
                </a:pPr>
                <a:endParaRPr lang="en-US"/>
              </a:p>
            </c:txPr>
            <c:dLblPos val="inEnd"/>
            <c:showLegendKey val="0"/>
            <c:showVal val="1"/>
            <c:showCatName val="1"/>
            <c:showSerName val="0"/>
            <c:showPercent val="0"/>
            <c:showBubbleSize val="0"/>
            <c:separator>
</c:separator>
            <c:showLeaderLines val="1"/>
            <c:extLst>
              <c:ext xmlns:c15="http://schemas.microsoft.com/office/drawing/2012/chart" uri="{CE6537A1-D6FC-4f65-9D91-7224C49458BB}"/>
            </c:extLst>
          </c:dLbls>
          <c:cat>
            <c:strRef>
              <c:f>Sheet1!$A$2:$A$5</c:f>
              <c:strCache>
                <c:ptCount val="4"/>
                <c:pt idx="0">
                  <c:v>Client A</c:v>
                </c:pt>
                <c:pt idx="1">
                  <c:v>Client B</c:v>
                </c:pt>
                <c:pt idx="2">
                  <c:v>Client C</c:v>
                </c:pt>
                <c:pt idx="3">
                  <c:v>Client D</c:v>
                </c:pt>
              </c:strCache>
            </c:strRef>
          </c:cat>
          <c:val>
            <c:numRef>
              <c:f>Sheet1!$B$2:$B$5</c:f>
              <c:numCache>
                <c:formatCode>General</c:formatCode>
                <c:ptCount val="4"/>
                <c:pt idx="0">
                  <c:v>13</c:v>
                </c:pt>
                <c:pt idx="1">
                  <c:v>13</c:v>
                </c:pt>
                <c:pt idx="2">
                  <c:v>57</c:v>
                </c:pt>
                <c:pt idx="3">
                  <c:v>13</c:v>
                </c:pt>
              </c:numCache>
            </c:numRef>
          </c:val>
          <c:extLst>
            <c:ext xmlns:c16="http://schemas.microsoft.com/office/drawing/2014/chart" uri="{C3380CC4-5D6E-409C-BE32-E72D297353CC}">
              <c16:uniqueId val="{00000012-CBF1-4850-B8B6-083D53293C4A}"/>
            </c:ext>
          </c:extLst>
        </c:ser>
        <c:dLbls>
          <c:showLegendKey val="0"/>
          <c:showVal val="1"/>
          <c:showCatName val="0"/>
          <c:showSerName val="0"/>
          <c:showPercent val="0"/>
          <c:showBubbleSize val="0"/>
          <c:showLeaderLines val="1"/>
        </c:dLbls>
        <c:firstSliceAng val="65"/>
      </c:pieChart>
      <c:spPr>
        <a:noFill/>
        <a:ln>
          <a:noFill/>
          <a:round/>
        </a:ln>
        <a:effectLst/>
        <a:extLst>
          <a:ext uri="{91240B29-F687-4F45-9708-019B960494DF}">
            <a14:hiddenLine xmlns:a14="http://schemas.microsoft.com/office/drawing/2010/main">
              <a:noFill/>
              <a:round/>
            </a14:hiddenLine>
          </a:ext>
        </a:extLst>
      </c:spPr>
    </c:plotArea>
    <c:plotVisOnly val="1"/>
    <c:dispBlanksAs val="zero"/>
    <c:showDLblsOverMax val="0"/>
  </c:chart>
  <c:txPr>
    <a:bodyPr/>
    <a:lstStyle/>
    <a:p>
      <a:pPr>
        <a:defRPr sz="1000" b="1">
          <a:solidFill>
            <a:schemeClr val="bg1"/>
          </a:solidFill>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6481450456991"/>
          <c:y val="0.10969202898550701"/>
          <c:w val="0.67871270080601598"/>
          <c:h val="0.69346732473658201"/>
        </c:manualLayout>
      </c:layout>
      <c:pieChart>
        <c:varyColors val="1"/>
        <c:ser>
          <c:idx val="0"/>
          <c:order val="0"/>
          <c:tx>
            <c:strRef>
              <c:f>Sheet1!$B$1</c:f>
              <c:strCache>
                <c:ptCount val="1"/>
                <c:pt idx="0">
                  <c:v>Q1</c:v>
                </c:pt>
              </c:strCache>
            </c:strRef>
          </c:tx>
          <c:spPr>
            <a:ln w="12700">
              <a:noFill/>
            </a:ln>
          </c:spPr>
          <c:dPt>
            <c:idx val="0"/>
            <c:bubble3D val="0"/>
            <c:spPr>
              <a:solidFill>
                <a:schemeClr val="accent4"/>
              </a:solidFill>
              <a:ln w="9525">
                <a:noFill/>
                <a:prstDash val="solid"/>
              </a:ln>
            </c:spPr>
            <c:extLst>
              <c:ext xmlns:c16="http://schemas.microsoft.com/office/drawing/2014/chart" uri="{C3380CC4-5D6E-409C-BE32-E72D297353CC}">
                <c16:uniqueId val="{00000001-DBA7-44FB-9DE2-1B9155BCD27A}"/>
              </c:ext>
            </c:extLst>
          </c:dPt>
          <c:dPt>
            <c:idx val="1"/>
            <c:bubble3D val="0"/>
            <c:spPr>
              <a:solidFill>
                <a:schemeClr val="accent1"/>
              </a:solidFill>
              <a:ln w="9525">
                <a:noFill/>
                <a:prstDash val="solid"/>
              </a:ln>
            </c:spPr>
            <c:extLst>
              <c:ext xmlns:c16="http://schemas.microsoft.com/office/drawing/2014/chart" uri="{C3380CC4-5D6E-409C-BE32-E72D297353CC}">
                <c16:uniqueId val="{00000003-DBA7-44FB-9DE2-1B9155BCD27A}"/>
              </c:ext>
            </c:extLst>
          </c:dPt>
          <c:dPt>
            <c:idx val="2"/>
            <c:bubble3D val="0"/>
            <c:spPr>
              <a:solidFill>
                <a:schemeClr val="accent3"/>
              </a:solidFill>
              <a:ln w="9525">
                <a:noFill/>
                <a:prstDash val="solid"/>
              </a:ln>
            </c:spPr>
            <c:extLst>
              <c:ext xmlns:c16="http://schemas.microsoft.com/office/drawing/2014/chart" uri="{C3380CC4-5D6E-409C-BE32-E72D297353CC}">
                <c16:uniqueId val="{00000005-DBA7-44FB-9DE2-1B9155BCD27A}"/>
              </c:ext>
            </c:extLst>
          </c:dPt>
          <c:dPt>
            <c:idx val="3"/>
            <c:bubble3D val="0"/>
            <c:spPr>
              <a:solidFill>
                <a:schemeClr val="accent2"/>
              </a:solidFill>
              <a:ln w="12700">
                <a:noFill/>
              </a:ln>
            </c:spPr>
            <c:extLst>
              <c:ext xmlns:c16="http://schemas.microsoft.com/office/drawing/2014/chart" uri="{C3380CC4-5D6E-409C-BE32-E72D297353CC}">
                <c16:uniqueId val="{00000007-DBA7-44FB-9DE2-1B9155BCD27A}"/>
              </c:ext>
            </c:extLst>
          </c:dPt>
          <c:dPt>
            <c:idx val="4"/>
            <c:bubble3D val="0"/>
            <c:spPr>
              <a:solidFill>
                <a:schemeClr val="accent5"/>
              </a:solidFill>
              <a:ln w="12700">
                <a:noFill/>
              </a:ln>
            </c:spPr>
            <c:extLst>
              <c:ext xmlns:c16="http://schemas.microsoft.com/office/drawing/2014/chart" uri="{C3380CC4-5D6E-409C-BE32-E72D297353CC}">
                <c16:uniqueId val="{00000009-DBA7-44FB-9DE2-1B9155BCD27A}"/>
              </c:ext>
            </c:extLst>
          </c:dPt>
          <c:dPt>
            <c:idx val="5"/>
            <c:bubble3D val="0"/>
            <c:spPr>
              <a:solidFill>
                <a:schemeClr val="accent6"/>
              </a:solidFill>
              <a:ln w="12700">
                <a:noFill/>
              </a:ln>
            </c:spPr>
            <c:extLst>
              <c:ext xmlns:c16="http://schemas.microsoft.com/office/drawing/2014/chart" uri="{C3380CC4-5D6E-409C-BE32-E72D297353CC}">
                <c16:uniqueId val="{0000000B-DBA7-44FB-9DE2-1B9155BCD27A}"/>
              </c:ext>
            </c:extLst>
          </c:dPt>
          <c:dPt>
            <c:idx val="6"/>
            <c:bubble3D val="0"/>
            <c:spPr>
              <a:solidFill>
                <a:schemeClr val="tx2">
                  <a:lumMod val="75000"/>
                  <a:lumOff val="25000"/>
                </a:schemeClr>
              </a:solidFill>
              <a:ln w="12700">
                <a:noFill/>
              </a:ln>
            </c:spPr>
            <c:extLst>
              <c:ext xmlns:c16="http://schemas.microsoft.com/office/drawing/2014/chart" uri="{C3380CC4-5D6E-409C-BE32-E72D297353CC}">
                <c16:uniqueId val="{0000000D-DBA7-44FB-9DE2-1B9155BCD27A}"/>
              </c:ext>
            </c:extLst>
          </c:dPt>
          <c:dPt>
            <c:idx val="7"/>
            <c:bubble3D val="0"/>
            <c:spPr>
              <a:solidFill>
                <a:schemeClr val="tx2">
                  <a:lumMod val="50000"/>
                  <a:lumOff val="50000"/>
                </a:schemeClr>
              </a:solidFill>
              <a:ln w="12700">
                <a:noFill/>
              </a:ln>
            </c:spPr>
            <c:extLst>
              <c:ext xmlns:c16="http://schemas.microsoft.com/office/drawing/2014/chart" uri="{C3380CC4-5D6E-409C-BE32-E72D297353CC}">
                <c16:uniqueId val="{0000000F-DBA7-44FB-9DE2-1B9155BCD27A}"/>
              </c:ext>
            </c:extLst>
          </c:dPt>
          <c:dPt>
            <c:idx val="8"/>
            <c:bubble3D val="0"/>
            <c:spPr>
              <a:solidFill>
                <a:schemeClr val="tx2">
                  <a:lumMod val="25000"/>
                  <a:lumOff val="75000"/>
                </a:schemeClr>
              </a:solidFill>
              <a:ln w="12700">
                <a:noFill/>
              </a:ln>
            </c:spPr>
            <c:extLst>
              <c:ext xmlns:c16="http://schemas.microsoft.com/office/drawing/2014/chart" uri="{C3380CC4-5D6E-409C-BE32-E72D297353CC}">
                <c16:uniqueId val="{00000011-DBA7-44FB-9DE2-1B9155BCD27A}"/>
              </c:ext>
            </c:extLst>
          </c:dPt>
          <c:dLbls>
            <c:dLbl>
              <c:idx val="0"/>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BA7-44FB-9DE2-1B9155BCD27A}"/>
                </c:ext>
              </c:extLst>
            </c:dLbl>
            <c:dLbl>
              <c:idx val="1"/>
              <c:tx>
                <c:rich>
                  <a:bodyPr/>
                  <a:lstStyle/>
                  <a:p>
                    <a:fld id="{688539AF-F74F-4B2B-A1E1-F9E1EE9A66B2}" type="CATEGORYNAME">
                      <a:rPr lang="en-US">
                        <a:solidFill>
                          <a:schemeClr val="tx1"/>
                        </a:solidFill>
                      </a:rPr>
                      <a:pPr/>
                      <a:t>[CATEGORY NAME]</a:t>
                    </a:fld>
                    <a:r>
                      <a:rPr lang="en-US" baseline="0" dirty="0">
                        <a:solidFill>
                          <a:schemeClr val="tx1"/>
                        </a:solidFill>
                      </a:rPr>
                      <a:t>
</a:t>
                    </a:r>
                    <a:fld id="{4376AB01-89A5-4B6D-A731-6DBC0F0CC369}" type="VALUE">
                      <a:rPr lang="en-US" baseline="0">
                        <a:solidFill>
                          <a:schemeClr val="tx1"/>
                        </a:solidFill>
                      </a:rPr>
                      <a:pPr/>
                      <a:t>[VALUE]</a:t>
                    </a:fld>
                    <a:endParaRPr lang="en-US" baseline="0" dirty="0">
                      <a:solidFill>
                        <a:schemeClr val="tx1"/>
                      </a:solidFill>
                    </a:endParaRPr>
                  </a:p>
                </c:rich>
              </c:tx>
              <c:dLblPos val="inEnd"/>
              <c:showLegendKey val="0"/>
              <c:showVal val="1"/>
              <c:showCatName val="1"/>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DBA7-44FB-9DE2-1B9155BCD27A}"/>
                </c:ext>
              </c:extLst>
            </c:dLbl>
            <c:dLbl>
              <c:idx val="2"/>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BA7-44FB-9DE2-1B9155BCD27A}"/>
                </c:ext>
              </c:extLst>
            </c:dLbl>
            <c:dLbl>
              <c:idx val="3"/>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BA7-44FB-9DE2-1B9155BCD27A}"/>
                </c:ext>
              </c:extLst>
            </c:dLbl>
            <c:numFmt formatCode="#,##0.0" sourceLinked="0"/>
            <c:spPr>
              <a:noFill/>
              <a:ln>
                <a:noFill/>
              </a:ln>
              <a:effectLst/>
            </c:spPr>
            <c:txPr>
              <a:bodyPr/>
              <a:lstStyle/>
              <a:p>
                <a:pPr>
                  <a:defRPr b="0"/>
                </a:pPr>
                <a:endParaRPr lang="en-US"/>
              </a:p>
            </c:txPr>
            <c:dLblPos val="inEnd"/>
            <c:showLegendKey val="0"/>
            <c:showVal val="1"/>
            <c:showCatName val="1"/>
            <c:showSerName val="0"/>
            <c:showPercent val="0"/>
            <c:showBubbleSize val="0"/>
            <c:separator>
</c:separator>
            <c:showLeaderLines val="1"/>
            <c:extLst>
              <c:ext xmlns:c15="http://schemas.microsoft.com/office/drawing/2012/chart" uri="{CE6537A1-D6FC-4f65-9D91-7224C49458BB}"/>
            </c:extLst>
          </c:dLbls>
          <c:cat>
            <c:strRef>
              <c:f>Sheet1!$A$2:$A$5</c:f>
              <c:strCache>
                <c:ptCount val="4"/>
                <c:pt idx="0">
                  <c:v>Client A</c:v>
                </c:pt>
                <c:pt idx="1">
                  <c:v>Client B</c:v>
                </c:pt>
                <c:pt idx="2">
                  <c:v>Client C</c:v>
                </c:pt>
                <c:pt idx="3">
                  <c:v>Client D</c:v>
                </c:pt>
              </c:strCache>
            </c:strRef>
          </c:cat>
          <c:val>
            <c:numRef>
              <c:f>Sheet1!$B$2:$B$5</c:f>
              <c:numCache>
                <c:formatCode>General</c:formatCode>
                <c:ptCount val="4"/>
                <c:pt idx="0">
                  <c:v>13</c:v>
                </c:pt>
                <c:pt idx="1">
                  <c:v>13</c:v>
                </c:pt>
                <c:pt idx="2">
                  <c:v>57</c:v>
                </c:pt>
                <c:pt idx="3">
                  <c:v>13</c:v>
                </c:pt>
              </c:numCache>
            </c:numRef>
          </c:val>
          <c:extLst>
            <c:ext xmlns:c16="http://schemas.microsoft.com/office/drawing/2014/chart" uri="{C3380CC4-5D6E-409C-BE32-E72D297353CC}">
              <c16:uniqueId val="{00000012-DBA7-44FB-9DE2-1B9155BCD27A}"/>
            </c:ext>
          </c:extLst>
        </c:ser>
        <c:dLbls>
          <c:showLegendKey val="0"/>
          <c:showVal val="1"/>
          <c:showCatName val="0"/>
          <c:showSerName val="0"/>
          <c:showPercent val="0"/>
          <c:showBubbleSize val="0"/>
          <c:showLeaderLines val="1"/>
        </c:dLbls>
        <c:firstSliceAng val="65"/>
      </c:pieChart>
      <c:spPr>
        <a:noFill/>
        <a:ln>
          <a:noFill/>
          <a:round/>
        </a:ln>
        <a:effectLst/>
        <a:extLst>
          <a:ext uri="{91240B29-F687-4F45-9708-019B960494DF}">
            <a14:hiddenLine xmlns:a14="http://schemas.microsoft.com/office/drawing/2010/main">
              <a:noFill/>
              <a:round/>
            </a14:hiddenLine>
          </a:ext>
        </a:extLst>
      </c:spPr>
    </c:plotArea>
    <c:plotVisOnly val="1"/>
    <c:dispBlanksAs val="zero"/>
    <c:showDLblsOverMax val="0"/>
  </c:chart>
  <c:txPr>
    <a:bodyPr/>
    <a:lstStyle/>
    <a:p>
      <a:pPr>
        <a:defRPr sz="1000" b="1">
          <a:solidFill>
            <a:schemeClr val="bg1"/>
          </a:solidFill>
          <a:latin typeface="Aptos" panose="020B0004020202020204" pitchFamily="34" charset="0"/>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6481450456991"/>
          <c:y val="0.10969202898550701"/>
          <c:w val="0.67871270080601598"/>
          <c:h val="0.69346732473658201"/>
        </c:manualLayout>
      </c:layout>
      <c:pieChart>
        <c:varyColors val="1"/>
        <c:ser>
          <c:idx val="0"/>
          <c:order val="0"/>
          <c:tx>
            <c:strRef>
              <c:f>Sheet1!$B$1</c:f>
              <c:strCache>
                <c:ptCount val="1"/>
                <c:pt idx="0">
                  <c:v>Q1</c:v>
                </c:pt>
              </c:strCache>
            </c:strRef>
          </c:tx>
          <c:spPr>
            <a:ln w="12700">
              <a:noFill/>
            </a:ln>
          </c:spPr>
          <c:dPt>
            <c:idx val="0"/>
            <c:bubble3D val="0"/>
            <c:spPr>
              <a:solidFill>
                <a:schemeClr val="bg2">
                  <a:lumMod val="60000"/>
                  <a:lumOff val="40000"/>
                </a:schemeClr>
              </a:solidFill>
              <a:ln w="9525">
                <a:noFill/>
                <a:prstDash val="solid"/>
              </a:ln>
            </c:spPr>
            <c:extLst>
              <c:ext xmlns:c16="http://schemas.microsoft.com/office/drawing/2014/chart" uri="{C3380CC4-5D6E-409C-BE32-E72D297353CC}">
                <c16:uniqueId val="{00000001-2BF0-45A6-A060-FFB4D4D18C2E}"/>
              </c:ext>
            </c:extLst>
          </c:dPt>
          <c:dPt>
            <c:idx val="1"/>
            <c:bubble3D val="0"/>
            <c:spPr>
              <a:solidFill>
                <a:schemeClr val="bg2">
                  <a:lumMod val="75000"/>
                </a:schemeClr>
              </a:solidFill>
              <a:ln w="9525">
                <a:noFill/>
                <a:prstDash val="solid"/>
              </a:ln>
            </c:spPr>
            <c:extLst>
              <c:ext xmlns:c16="http://schemas.microsoft.com/office/drawing/2014/chart" uri="{C3380CC4-5D6E-409C-BE32-E72D297353CC}">
                <c16:uniqueId val="{00000003-2BF0-45A6-A060-FFB4D4D18C2E}"/>
              </c:ext>
            </c:extLst>
          </c:dPt>
          <c:dPt>
            <c:idx val="2"/>
            <c:bubble3D val="0"/>
            <c:spPr>
              <a:solidFill>
                <a:schemeClr val="accent4"/>
              </a:solidFill>
              <a:ln w="9525">
                <a:noFill/>
                <a:prstDash val="solid"/>
              </a:ln>
            </c:spPr>
            <c:extLst>
              <c:ext xmlns:c16="http://schemas.microsoft.com/office/drawing/2014/chart" uri="{C3380CC4-5D6E-409C-BE32-E72D297353CC}">
                <c16:uniqueId val="{00000005-2BF0-45A6-A060-FFB4D4D18C2E}"/>
              </c:ext>
            </c:extLst>
          </c:dPt>
          <c:dPt>
            <c:idx val="3"/>
            <c:bubble3D val="0"/>
            <c:spPr>
              <a:solidFill>
                <a:schemeClr val="bg2">
                  <a:lumMod val="40000"/>
                  <a:lumOff val="60000"/>
                </a:schemeClr>
              </a:solidFill>
              <a:ln w="12700">
                <a:noFill/>
              </a:ln>
            </c:spPr>
            <c:extLst>
              <c:ext xmlns:c16="http://schemas.microsoft.com/office/drawing/2014/chart" uri="{C3380CC4-5D6E-409C-BE32-E72D297353CC}">
                <c16:uniqueId val="{00000007-2BF0-45A6-A060-FFB4D4D18C2E}"/>
              </c:ext>
            </c:extLst>
          </c:dPt>
          <c:dPt>
            <c:idx val="4"/>
            <c:bubble3D val="0"/>
            <c:spPr>
              <a:solidFill>
                <a:schemeClr val="accent5"/>
              </a:solidFill>
              <a:ln w="12700">
                <a:noFill/>
              </a:ln>
            </c:spPr>
            <c:extLst>
              <c:ext xmlns:c16="http://schemas.microsoft.com/office/drawing/2014/chart" uri="{C3380CC4-5D6E-409C-BE32-E72D297353CC}">
                <c16:uniqueId val="{00000009-2BF0-45A6-A060-FFB4D4D18C2E}"/>
              </c:ext>
            </c:extLst>
          </c:dPt>
          <c:dPt>
            <c:idx val="5"/>
            <c:bubble3D val="0"/>
            <c:spPr>
              <a:solidFill>
                <a:schemeClr val="accent6"/>
              </a:solidFill>
              <a:ln w="12700">
                <a:noFill/>
              </a:ln>
            </c:spPr>
            <c:extLst>
              <c:ext xmlns:c16="http://schemas.microsoft.com/office/drawing/2014/chart" uri="{C3380CC4-5D6E-409C-BE32-E72D297353CC}">
                <c16:uniqueId val="{0000000B-2BF0-45A6-A060-FFB4D4D18C2E}"/>
              </c:ext>
            </c:extLst>
          </c:dPt>
          <c:dPt>
            <c:idx val="6"/>
            <c:bubble3D val="0"/>
            <c:spPr>
              <a:solidFill>
                <a:schemeClr val="tx2">
                  <a:lumMod val="75000"/>
                  <a:lumOff val="25000"/>
                </a:schemeClr>
              </a:solidFill>
              <a:ln w="12700">
                <a:noFill/>
              </a:ln>
            </c:spPr>
            <c:extLst>
              <c:ext xmlns:c16="http://schemas.microsoft.com/office/drawing/2014/chart" uri="{C3380CC4-5D6E-409C-BE32-E72D297353CC}">
                <c16:uniqueId val="{0000000D-2BF0-45A6-A060-FFB4D4D18C2E}"/>
              </c:ext>
            </c:extLst>
          </c:dPt>
          <c:dPt>
            <c:idx val="7"/>
            <c:bubble3D val="0"/>
            <c:spPr>
              <a:solidFill>
                <a:schemeClr val="tx2">
                  <a:lumMod val="50000"/>
                  <a:lumOff val="50000"/>
                </a:schemeClr>
              </a:solidFill>
              <a:ln w="12700">
                <a:noFill/>
              </a:ln>
            </c:spPr>
            <c:extLst>
              <c:ext xmlns:c16="http://schemas.microsoft.com/office/drawing/2014/chart" uri="{C3380CC4-5D6E-409C-BE32-E72D297353CC}">
                <c16:uniqueId val="{0000000F-2BF0-45A6-A060-FFB4D4D18C2E}"/>
              </c:ext>
            </c:extLst>
          </c:dPt>
          <c:dPt>
            <c:idx val="8"/>
            <c:bubble3D val="0"/>
            <c:spPr>
              <a:solidFill>
                <a:schemeClr val="tx2">
                  <a:lumMod val="25000"/>
                  <a:lumOff val="75000"/>
                </a:schemeClr>
              </a:solidFill>
              <a:ln w="12700">
                <a:noFill/>
              </a:ln>
            </c:spPr>
            <c:extLst>
              <c:ext xmlns:c16="http://schemas.microsoft.com/office/drawing/2014/chart" uri="{C3380CC4-5D6E-409C-BE32-E72D297353CC}">
                <c16:uniqueId val="{00000011-2BF0-45A6-A060-FFB4D4D18C2E}"/>
              </c:ext>
            </c:extLst>
          </c:dPt>
          <c:dLbls>
            <c:dLbl>
              <c:idx val="0"/>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BF0-45A6-A060-FFB4D4D18C2E}"/>
                </c:ext>
              </c:extLst>
            </c:dLbl>
            <c:dLbl>
              <c:idx val="1"/>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BF0-45A6-A060-FFB4D4D18C2E}"/>
                </c:ext>
              </c:extLst>
            </c:dLbl>
            <c:dLbl>
              <c:idx val="2"/>
              <c:numFmt formatCode="#,##0.0" sourceLinked="0"/>
              <c:spPr>
                <a:noFill/>
                <a:ln>
                  <a:noFill/>
                </a:ln>
                <a:effectLst/>
              </c:spPr>
              <c:txPr>
                <a:bodyPr/>
                <a:lstStyle/>
                <a:p>
                  <a:pPr>
                    <a:defRPr sz="1000" b="0">
                      <a:solidFill>
                        <a:schemeClr val="bg1"/>
                      </a:solidFill>
                      <a:latin typeface="Aptos" panose="020B0004020202020204" pitchFamily="34" charset="0"/>
                      <a:ea typeface="+mn-lt"/>
                      <a:cs typeface="+mn-lt"/>
                    </a:defRPr>
                  </a:pPr>
                  <a:endParaRPr lang="en-US"/>
                </a:p>
              </c:txPr>
              <c:dLblPos val="inEnd"/>
              <c:showLegendKey val="0"/>
              <c:showVal val="1"/>
              <c:showCatName val="1"/>
              <c:showSerName val="0"/>
              <c:showPercent val="0"/>
              <c:showBubbleSize val="0"/>
              <c:extLst>
                <c:ext xmlns:c15="http://schemas.microsoft.com/office/drawing/2012/chart" uri="{CE6537A1-D6FC-4f65-9D91-7224C49458BB}">
                  <c15:layout>
                    <c:manualLayout>
                      <c:w val="0.23428140023705266"/>
                      <c:h val="0.13460716283447957"/>
                    </c:manualLayout>
                  </c15:layout>
                </c:ext>
                <c:ext xmlns:c16="http://schemas.microsoft.com/office/drawing/2014/chart" uri="{C3380CC4-5D6E-409C-BE32-E72D297353CC}">
                  <c16:uniqueId val="{00000005-2BF0-45A6-A060-FFB4D4D18C2E}"/>
                </c:ext>
              </c:extLst>
            </c:dLbl>
            <c:dLbl>
              <c:idx val="3"/>
              <c:tx>
                <c:rich>
                  <a:bodyPr/>
                  <a:lstStyle/>
                  <a:p>
                    <a:pPr>
                      <a:defRPr sz="1000" b="0">
                        <a:solidFill>
                          <a:schemeClr val="bg1"/>
                        </a:solidFill>
                        <a:latin typeface="Aptos" panose="020B0004020202020204" pitchFamily="34" charset="0"/>
                        <a:ea typeface="+mn-lt"/>
                        <a:cs typeface="+mn-lt"/>
                      </a:defRPr>
                    </a:pPr>
                    <a:fld id="{BDD11469-6CBF-432C-BDFA-3003FBEE22D7}" type="CATEGORYNAME">
                      <a:rPr lang="en-US">
                        <a:solidFill>
                          <a:schemeClr val="tx1"/>
                        </a:solidFill>
                        <a:latin typeface="Aptos" panose="020B0004020202020204" pitchFamily="34" charset="0"/>
                      </a:rPr>
                      <a:pPr>
                        <a:defRPr sz="1000" b="0">
                          <a:solidFill>
                            <a:schemeClr val="bg1"/>
                          </a:solidFill>
                          <a:latin typeface="Aptos" panose="020B0004020202020204" pitchFamily="34" charset="0"/>
                          <a:ea typeface="+mn-lt"/>
                          <a:cs typeface="+mn-lt"/>
                        </a:defRPr>
                      </a:pPr>
                      <a:t>[CATEGORY NAME]</a:t>
                    </a:fld>
                    <a:r>
                      <a:rPr lang="en-US" baseline="0" dirty="0">
                        <a:solidFill>
                          <a:schemeClr val="tx1"/>
                        </a:solidFill>
                        <a:latin typeface="Aptos" panose="020B0004020202020204" pitchFamily="34" charset="0"/>
                      </a:rPr>
                      <a:t>
</a:t>
                    </a:r>
                    <a:fld id="{F0549AF1-880A-42FB-9376-A5D308B7536B}" type="VALUE">
                      <a:rPr lang="en-US" baseline="0">
                        <a:solidFill>
                          <a:schemeClr val="tx1"/>
                        </a:solidFill>
                        <a:latin typeface="Aptos" panose="020B0004020202020204" pitchFamily="34" charset="0"/>
                      </a:rPr>
                      <a:pPr>
                        <a:defRPr sz="1000" b="0">
                          <a:solidFill>
                            <a:schemeClr val="bg1"/>
                          </a:solidFill>
                          <a:latin typeface="Aptos" panose="020B0004020202020204" pitchFamily="34" charset="0"/>
                          <a:ea typeface="+mn-lt"/>
                          <a:cs typeface="+mn-lt"/>
                        </a:defRPr>
                      </a:pPr>
                      <a:t>[VALUE]</a:t>
                    </a:fld>
                    <a:endParaRPr lang="en-US" baseline="0" dirty="0">
                      <a:solidFill>
                        <a:schemeClr val="tx1"/>
                      </a:solidFill>
                      <a:latin typeface="Aptos" panose="020B0004020202020204" pitchFamily="34" charset="0"/>
                    </a:endParaRPr>
                  </a:p>
                </c:rich>
              </c:tx>
              <c:numFmt formatCode="#,##0.0" sourceLinked="0"/>
              <c:spPr/>
              <c:dLblPos val="inEnd"/>
              <c:showLegendKey val="0"/>
              <c:showVal val="1"/>
              <c:showCatName val="1"/>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7-2BF0-45A6-A060-FFB4D4D18C2E}"/>
                </c:ext>
              </c:extLst>
            </c:dLbl>
            <c:numFmt formatCode="#,##0.0" sourceLinked="0"/>
            <c:spPr>
              <a:noFill/>
              <a:ln>
                <a:noFill/>
              </a:ln>
              <a:effectLst/>
            </c:spPr>
            <c:txPr>
              <a:bodyPr/>
              <a:lstStyle/>
              <a:p>
                <a:pPr>
                  <a:defRPr sz="1000" b="0">
                    <a:solidFill>
                      <a:schemeClr val="tx1"/>
                    </a:solidFill>
                    <a:latin typeface="Aptos" panose="020B0004020202020204" pitchFamily="34" charset="0"/>
                    <a:ea typeface="+mn-lt"/>
                    <a:cs typeface="+mn-lt"/>
                  </a:defRPr>
                </a:pPr>
                <a:endParaRPr lang="en-US"/>
              </a:p>
            </c:txPr>
            <c:dLblPos val="inEnd"/>
            <c:showLegendKey val="0"/>
            <c:showVal val="1"/>
            <c:showCatName val="1"/>
            <c:showSerName val="0"/>
            <c:showPercent val="0"/>
            <c:showBubbleSize val="0"/>
            <c:separator>
</c:separator>
            <c:showLeaderLines val="1"/>
            <c:extLst>
              <c:ext xmlns:c15="http://schemas.microsoft.com/office/drawing/2012/chart" uri="{CE6537A1-D6FC-4f65-9D91-7224C49458BB}"/>
            </c:extLst>
          </c:dLbls>
          <c:cat>
            <c:strRef>
              <c:f>Sheet1!$A$2:$A$5</c:f>
              <c:strCache>
                <c:ptCount val="4"/>
                <c:pt idx="0">
                  <c:v>Client A</c:v>
                </c:pt>
                <c:pt idx="1">
                  <c:v>Client B</c:v>
                </c:pt>
                <c:pt idx="2">
                  <c:v>Client C</c:v>
                </c:pt>
                <c:pt idx="3">
                  <c:v>Client D</c:v>
                </c:pt>
              </c:strCache>
            </c:strRef>
          </c:cat>
          <c:val>
            <c:numRef>
              <c:f>Sheet1!$B$2:$B$5</c:f>
              <c:numCache>
                <c:formatCode>General</c:formatCode>
                <c:ptCount val="4"/>
                <c:pt idx="0">
                  <c:v>13</c:v>
                </c:pt>
                <c:pt idx="1">
                  <c:v>13</c:v>
                </c:pt>
                <c:pt idx="2">
                  <c:v>57</c:v>
                </c:pt>
                <c:pt idx="3">
                  <c:v>13</c:v>
                </c:pt>
              </c:numCache>
            </c:numRef>
          </c:val>
          <c:extLst>
            <c:ext xmlns:c16="http://schemas.microsoft.com/office/drawing/2014/chart" uri="{C3380CC4-5D6E-409C-BE32-E72D297353CC}">
              <c16:uniqueId val="{00000012-2BF0-45A6-A060-FFB4D4D18C2E}"/>
            </c:ext>
          </c:extLst>
        </c:ser>
        <c:dLbls>
          <c:showLegendKey val="0"/>
          <c:showVal val="1"/>
          <c:showCatName val="0"/>
          <c:showSerName val="0"/>
          <c:showPercent val="0"/>
          <c:showBubbleSize val="0"/>
          <c:showLeaderLines val="1"/>
        </c:dLbls>
        <c:firstSliceAng val="65"/>
      </c:pieChart>
      <c:spPr>
        <a:noFill/>
        <a:ln>
          <a:noFill/>
          <a:round/>
        </a:ln>
        <a:effectLst/>
        <a:extLst>
          <a:ext uri="{91240B29-F687-4F45-9708-019B960494DF}">
            <a14:hiddenLine xmlns:a14="http://schemas.microsoft.com/office/drawing/2010/main">
              <a:noFill/>
              <a:round/>
            </a14:hiddenLine>
          </a:ext>
        </a:extLst>
      </c:spPr>
    </c:plotArea>
    <c:plotVisOnly val="1"/>
    <c:dispBlanksAs val="zero"/>
    <c:showDLblsOverMax val="0"/>
  </c:chart>
  <c:txPr>
    <a:bodyPr/>
    <a:lstStyle/>
    <a:p>
      <a:pPr>
        <a:defRPr sz="1000" b="1">
          <a:solidFill>
            <a:schemeClr val="bg1"/>
          </a:solidFill>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6481450456991"/>
          <c:y val="0.10969202898550701"/>
          <c:w val="0.67871270080601598"/>
          <c:h val="0.69346732473658201"/>
        </c:manualLayout>
      </c:layout>
      <c:pieChart>
        <c:varyColors val="1"/>
        <c:ser>
          <c:idx val="0"/>
          <c:order val="0"/>
          <c:tx>
            <c:strRef>
              <c:f>Sheet1!$B$1</c:f>
              <c:strCache>
                <c:ptCount val="1"/>
                <c:pt idx="0">
                  <c:v>Q1</c:v>
                </c:pt>
              </c:strCache>
            </c:strRef>
          </c:tx>
          <c:spPr>
            <a:ln w="12700">
              <a:noFill/>
            </a:ln>
          </c:spPr>
          <c:dPt>
            <c:idx val="0"/>
            <c:bubble3D val="0"/>
            <c:spPr>
              <a:solidFill>
                <a:schemeClr val="accent4"/>
              </a:solidFill>
              <a:ln w="9525">
                <a:noFill/>
                <a:prstDash val="solid"/>
              </a:ln>
            </c:spPr>
            <c:extLst>
              <c:ext xmlns:c16="http://schemas.microsoft.com/office/drawing/2014/chart" uri="{C3380CC4-5D6E-409C-BE32-E72D297353CC}">
                <c16:uniqueId val="{00000001-4EAC-443C-8BF3-3A19581AD412}"/>
              </c:ext>
            </c:extLst>
          </c:dPt>
          <c:dPt>
            <c:idx val="1"/>
            <c:bubble3D val="0"/>
            <c:spPr>
              <a:solidFill>
                <a:schemeClr val="accent1"/>
              </a:solidFill>
              <a:ln w="9525">
                <a:noFill/>
                <a:prstDash val="solid"/>
              </a:ln>
            </c:spPr>
            <c:extLst>
              <c:ext xmlns:c16="http://schemas.microsoft.com/office/drawing/2014/chart" uri="{C3380CC4-5D6E-409C-BE32-E72D297353CC}">
                <c16:uniqueId val="{00000003-4EAC-443C-8BF3-3A19581AD412}"/>
              </c:ext>
            </c:extLst>
          </c:dPt>
          <c:dPt>
            <c:idx val="2"/>
            <c:bubble3D val="0"/>
            <c:spPr>
              <a:solidFill>
                <a:schemeClr val="accent3"/>
              </a:solidFill>
              <a:ln w="9525">
                <a:noFill/>
                <a:prstDash val="solid"/>
              </a:ln>
            </c:spPr>
            <c:extLst>
              <c:ext xmlns:c16="http://schemas.microsoft.com/office/drawing/2014/chart" uri="{C3380CC4-5D6E-409C-BE32-E72D297353CC}">
                <c16:uniqueId val="{00000005-4EAC-443C-8BF3-3A19581AD412}"/>
              </c:ext>
            </c:extLst>
          </c:dPt>
          <c:dPt>
            <c:idx val="3"/>
            <c:bubble3D val="0"/>
            <c:spPr>
              <a:solidFill>
                <a:schemeClr val="accent2"/>
              </a:solidFill>
              <a:ln w="12700">
                <a:noFill/>
              </a:ln>
            </c:spPr>
            <c:extLst>
              <c:ext xmlns:c16="http://schemas.microsoft.com/office/drawing/2014/chart" uri="{C3380CC4-5D6E-409C-BE32-E72D297353CC}">
                <c16:uniqueId val="{00000007-4EAC-443C-8BF3-3A19581AD412}"/>
              </c:ext>
            </c:extLst>
          </c:dPt>
          <c:dPt>
            <c:idx val="4"/>
            <c:bubble3D val="0"/>
            <c:spPr>
              <a:solidFill>
                <a:schemeClr val="accent5"/>
              </a:solidFill>
              <a:ln w="12700">
                <a:noFill/>
              </a:ln>
            </c:spPr>
            <c:extLst>
              <c:ext xmlns:c16="http://schemas.microsoft.com/office/drawing/2014/chart" uri="{C3380CC4-5D6E-409C-BE32-E72D297353CC}">
                <c16:uniqueId val="{00000009-4EAC-443C-8BF3-3A19581AD412}"/>
              </c:ext>
            </c:extLst>
          </c:dPt>
          <c:dPt>
            <c:idx val="5"/>
            <c:bubble3D val="0"/>
            <c:spPr>
              <a:solidFill>
                <a:schemeClr val="accent6"/>
              </a:solidFill>
              <a:ln w="12700">
                <a:noFill/>
              </a:ln>
            </c:spPr>
            <c:extLst>
              <c:ext xmlns:c16="http://schemas.microsoft.com/office/drawing/2014/chart" uri="{C3380CC4-5D6E-409C-BE32-E72D297353CC}">
                <c16:uniqueId val="{0000000B-4EAC-443C-8BF3-3A19581AD412}"/>
              </c:ext>
            </c:extLst>
          </c:dPt>
          <c:dPt>
            <c:idx val="6"/>
            <c:bubble3D val="0"/>
            <c:spPr>
              <a:solidFill>
                <a:schemeClr val="tx2">
                  <a:lumMod val="75000"/>
                  <a:lumOff val="25000"/>
                </a:schemeClr>
              </a:solidFill>
              <a:ln w="12700">
                <a:noFill/>
              </a:ln>
            </c:spPr>
            <c:extLst>
              <c:ext xmlns:c16="http://schemas.microsoft.com/office/drawing/2014/chart" uri="{C3380CC4-5D6E-409C-BE32-E72D297353CC}">
                <c16:uniqueId val="{0000000D-4EAC-443C-8BF3-3A19581AD412}"/>
              </c:ext>
            </c:extLst>
          </c:dPt>
          <c:dPt>
            <c:idx val="7"/>
            <c:bubble3D val="0"/>
            <c:spPr>
              <a:solidFill>
                <a:schemeClr val="tx2">
                  <a:lumMod val="50000"/>
                  <a:lumOff val="50000"/>
                </a:schemeClr>
              </a:solidFill>
              <a:ln w="12700">
                <a:noFill/>
              </a:ln>
            </c:spPr>
            <c:extLst>
              <c:ext xmlns:c16="http://schemas.microsoft.com/office/drawing/2014/chart" uri="{C3380CC4-5D6E-409C-BE32-E72D297353CC}">
                <c16:uniqueId val="{0000000F-4EAC-443C-8BF3-3A19581AD412}"/>
              </c:ext>
            </c:extLst>
          </c:dPt>
          <c:dPt>
            <c:idx val="8"/>
            <c:bubble3D val="0"/>
            <c:spPr>
              <a:solidFill>
                <a:schemeClr val="tx2">
                  <a:lumMod val="25000"/>
                  <a:lumOff val="75000"/>
                </a:schemeClr>
              </a:solidFill>
              <a:ln w="12700">
                <a:noFill/>
              </a:ln>
            </c:spPr>
            <c:extLst>
              <c:ext xmlns:c16="http://schemas.microsoft.com/office/drawing/2014/chart" uri="{C3380CC4-5D6E-409C-BE32-E72D297353CC}">
                <c16:uniqueId val="{00000011-4EAC-443C-8BF3-3A19581AD412}"/>
              </c:ext>
            </c:extLst>
          </c:dPt>
          <c:dLbls>
            <c:dLbl>
              <c:idx val="0"/>
              <c:tx>
                <c:rich>
                  <a:bodyPr/>
                  <a:lstStyle/>
                  <a:p>
                    <a:fld id="{C1C29F62-B301-4C40-809F-C120DA00DAFB}" type="CATEGORYNAME">
                      <a:rPr lang="en-US">
                        <a:solidFill>
                          <a:schemeClr val="bg1"/>
                        </a:solidFill>
                      </a:rPr>
                      <a:pPr/>
                      <a:t>[CATEGORY NAME]</a:t>
                    </a:fld>
                    <a:r>
                      <a:rPr lang="en-US" baseline="0" dirty="0">
                        <a:solidFill>
                          <a:schemeClr val="bg1"/>
                        </a:solidFill>
                      </a:rPr>
                      <a:t>
</a:t>
                    </a:r>
                    <a:fld id="{004B2633-E4C1-48F6-AB3C-355B21C496B9}" type="VALUE">
                      <a:rPr lang="en-US" baseline="0">
                        <a:solidFill>
                          <a:schemeClr val="bg1"/>
                        </a:solidFill>
                      </a:rPr>
                      <a:pPr/>
                      <a:t>[VALUE]</a:t>
                    </a:fld>
                    <a:endParaRPr lang="en-US" baseline="0" dirty="0">
                      <a:solidFill>
                        <a:schemeClr val="bg1"/>
                      </a:solidFill>
                    </a:endParaRPr>
                  </a:p>
                </c:rich>
              </c:tx>
              <c:dLblPos val="inEnd"/>
              <c:showLegendKey val="0"/>
              <c:showVal val="1"/>
              <c:showCatName val="1"/>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4EAC-443C-8BF3-3A19581AD412}"/>
                </c:ext>
              </c:extLst>
            </c:dLbl>
            <c:dLbl>
              <c:idx val="1"/>
              <c:tx>
                <c:rich>
                  <a:bodyPr/>
                  <a:lstStyle/>
                  <a:p>
                    <a:pPr>
                      <a:defRPr sz="1000" b="0">
                        <a:solidFill>
                          <a:schemeClr val="bg1"/>
                        </a:solidFill>
                        <a:latin typeface="Aptos" panose="020B0004020202020204" pitchFamily="34" charset="0"/>
                        <a:ea typeface="+mn-lt"/>
                        <a:cs typeface="+mn-lt"/>
                      </a:defRPr>
                    </a:pPr>
                    <a:fld id="{7B94E65A-86C3-4AFA-9B7E-07816B1ED2B3}" type="CATEGORYNAME">
                      <a:rPr lang="en-US">
                        <a:solidFill>
                          <a:schemeClr val="tx1"/>
                        </a:solidFill>
                        <a:latin typeface="Aptos" panose="020B0004020202020204" pitchFamily="34" charset="0"/>
                      </a:rPr>
                      <a:pPr>
                        <a:defRPr sz="1000" b="0">
                          <a:solidFill>
                            <a:schemeClr val="bg1"/>
                          </a:solidFill>
                          <a:latin typeface="Aptos" panose="020B0004020202020204" pitchFamily="34" charset="0"/>
                          <a:ea typeface="+mn-lt"/>
                          <a:cs typeface="+mn-lt"/>
                        </a:defRPr>
                      </a:pPr>
                      <a:t>[CATEGORY NAME]</a:t>
                    </a:fld>
                    <a:r>
                      <a:rPr lang="en-US" baseline="0" dirty="0">
                        <a:solidFill>
                          <a:schemeClr val="tx1"/>
                        </a:solidFill>
                        <a:latin typeface="Aptos" panose="020B0004020202020204" pitchFamily="34" charset="0"/>
                      </a:rPr>
                      <a:t>
</a:t>
                    </a:r>
                    <a:fld id="{911D6C3F-B2BB-4271-BF07-5E507F7205EB}" type="VALUE">
                      <a:rPr lang="en-US" baseline="0">
                        <a:solidFill>
                          <a:schemeClr val="tx1"/>
                        </a:solidFill>
                        <a:latin typeface="Aptos" panose="020B0004020202020204" pitchFamily="34" charset="0"/>
                      </a:rPr>
                      <a:pPr>
                        <a:defRPr sz="1000" b="0">
                          <a:solidFill>
                            <a:schemeClr val="bg1"/>
                          </a:solidFill>
                          <a:latin typeface="Aptos" panose="020B0004020202020204" pitchFamily="34" charset="0"/>
                          <a:ea typeface="+mn-lt"/>
                          <a:cs typeface="+mn-lt"/>
                        </a:defRPr>
                      </a:pPr>
                      <a:t>[VALUE]</a:t>
                    </a:fld>
                    <a:endParaRPr lang="en-US" baseline="0" dirty="0">
                      <a:solidFill>
                        <a:schemeClr val="tx1"/>
                      </a:solidFill>
                      <a:latin typeface="Aptos" panose="020B0004020202020204" pitchFamily="34" charset="0"/>
                    </a:endParaRPr>
                  </a:p>
                </c:rich>
              </c:tx>
              <c:numFmt formatCode="#,##0.0" sourceLinked="0"/>
              <c:spPr>
                <a:noFill/>
                <a:ln>
                  <a:noFill/>
                </a:ln>
                <a:effectLst/>
              </c:spPr>
              <c:dLblPos val="inEnd"/>
              <c:showLegendKey val="0"/>
              <c:showVal val="1"/>
              <c:showCatName val="1"/>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4EAC-443C-8BF3-3A19581AD412}"/>
                </c:ext>
              </c:extLst>
            </c:dLbl>
            <c:dLbl>
              <c:idx val="2"/>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EAC-443C-8BF3-3A19581AD412}"/>
                </c:ext>
              </c:extLst>
            </c:dLbl>
            <c:dLbl>
              <c:idx val="3"/>
              <c:numFmt formatCode="#,##0.0" sourceLinked="0"/>
              <c:spPr>
                <a:noFill/>
                <a:ln>
                  <a:noFill/>
                </a:ln>
                <a:effectLst/>
              </c:spPr>
              <c:txPr>
                <a:bodyPr/>
                <a:lstStyle/>
                <a:p>
                  <a:pPr>
                    <a:defRPr sz="1000" b="0">
                      <a:solidFill>
                        <a:schemeClr val="bg1"/>
                      </a:solidFill>
                      <a:latin typeface="Aptos" panose="020B0004020202020204" pitchFamily="34" charset="0"/>
                      <a:ea typeface="+mn-lt"/>
                      <a:cs typeface="+mn-lt"/>
                    </a:defRPr>
                  </a:pPr>
                  <a:endParaRPr lang="en-US"/>
                </a:p>
              </c:txPr>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EAC-443C-8BF3-3A19581AD412}"/>
                </c:ext>
              </c:extLst>
            </c:dLbl>
            <c:numFmt formatCode="#,##0.0" sourceLinked="0"/>
            <c:spPr>
              <a:noFill/>
              <a:ln>
                <a:noFill/>
              </a:ln>
              <a:effectLst/>
            </c:spPr>
            <c:txPr>
              <a:bodyPr/>
              <a:lstStyle/>
              <a:p>
                <a:pPr>
                  <a:defRPr sz="1000" b="0">
                    <a:solidFill>
                      <a:schemeClr val="tx1"/>
                    </a:solidFill>
                    <a:latin typeface="Aptos" panose="020B0004020202020204" pitchFamily="34" charset="0"/>
                    <a:ea typeface="+mn-lt"/>
                    <a:cs typeface="+mn-lt"/>
                  </a:defRPr>
                </a:pPr>
                <a:endParaRPr lang="en-US"/>
              </a:p>
            </c:txPr>
            <c:dLblPos val="inEnd"/>
            <c:showLegendKey val="0"/>
            <c:showVal val="1"/>
            <c:showCatName val="1"/>
            <c:showSerName val="0"/>
            <c:showPercent val="0"/>
            <c:showBubbleSize val="0"/>
            <c:separator>
</c:separator>
            <c:showLeaderLines val="1"/>
            <c:extLst>
              <c:ext xmlns:c15="http://schemas.microsoft.com/office/drawing/2012/chart" uri="{CE6537A1-D6FC-4f65-9D91-7224C49458BB}"/>
            </c:extLst>
          </c:dLbls>
          <c:cat>
            <c:strRef>
              <c:f>Sheet1!$A$2:$A$5</c:f>
              <c:strCache>
                <c:ptCount val="4"/>
                <c:pt idx="0">
                  <c:v>Client A</c:v>
                </c:pt>
                <c:pt idx="1">
                  <c:v>Client B</c:v>
                </c:pt>
                <c:pt idx="2">
                  <c:v>Client C</c:v>
                </c:pt>
                <c:pt idx="3">
                  <c:v>Client D</c:v>
                </c:pt>
              </c:strCache>
            </c:strRef>
          </c:cat>
          <c:val>
            <c:numRef>
              <c:f>Sheet1!$B$2:$B$5</c:f>
              <c:numCache>
                <c:formatCode>General</c:formatCode>
                <c:ptCount val="4"/>
                <c:pt idx="0">
                  <c:v>13</c:v>
                </c:pt>
                <c:pt idx="1">
                  <c:v>13</c:v>
                </c:pt>
                <c:pt idx="2">
                  <c:v>57</c:v>
                </c:pt>
                <c:pt idx="3">
                  <c:v>13</c:v>
                </c:pt>
              </c:numCache>
            </c:numRef>
          </c:val>
          <c:extLst>
            <c:ext xmlns:c16="http://schemas.microsoft.com/office/drawing/2014/chart" uri="{C3380CC4-5D6E-409C-BE32-E72D297353CC}">
              <c16:uniqueId val="{00000012-4EAC-443C-8BF3-3A19581AD412}"/>
            </c:ext>
          </c:extLst>
        </c:ser>
        <c:dLbls>
          <c:showLegendKey val="0"/>
          <c:showVal val="1"/>
          <c:showCatName val="0"/>
          <c:showSerName val="0"/>
          <c:showPercent val="0"/>
          <c:showBubbleSize val="0"/>
          <c:showLeaderLines val="1"/>
        </c:dLbls>
        <c:firstSliceAng val="65"/>
      </c:pieChart>
      <c:spPr>
        <a:noFill/>
        <a:ln>
          <a:noFill/>
          <a:round/>
        </a:ln>
        <a:effectLst/>
        <a:extLst>
          <a:ext uri="{91240B29-F687-4F45-9708-019B960494DF}">
            <a14:hiddenLine xmlns:a14="http://schemas.microsoft.com/office/drawing/2010/main">
              <a:noFill/>
              <a:round/>
            </a14:hiddenLine>
          </a:ext>
        </a:extLst>
      </c:spPr>
    </c:plotArea>
    <c:plotVisOnly val="1"/>
    <c:dispBlanksAs val="zero"/>
    <c:showDLblsOverMax val="0"/>
  </c:chart>
  <c:txPr>
    <a:bodyPr/>
    <a:lstStyle/>
    <a:p>
      <a:pPr>
        <a:defRPr sz="1000" b="1">
          <a:solidFill>
            <a:schemeClr val="bg1"/>
          </a:solidFill>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6112675070028001"/>
          <c:y val="4.6153842659460598E-2"/>
          <c:w val="0.51126215501855199"/>
          <c:h val="0.74067278991117402"/>
        </c:manualLayout>
      </c:layout>
      <c:barChart>
        <c:barDir val="col"/>
        <c:grouping val="stacked"/>
        <c:varyColors val="0"/>
        <c:ser>
          <c:idx val="0"/>
          <c:order val="0"/>
          <c:tx>
            <c:strRef>
              <c:f>Sheet1!$B$1</c:f>
              <c:strCache>
                <c:ptCount val="1"/>
                <c:pt idx="0">
                  <c:v>Label 1</c:v>
                </c:pt>
              </c:strCache>
            </c:strRef>
          </c:tx>
          <c:spPr>
            <a:solidFill>
              <a:schemeClr val="accent6"/>
            </a:solidFill>
            <a:ln w="12700">
              <a:noFill/>
              <a:prstDash val="solid"/>
            </a:ln>
          </c:spPr>
          <c:invertIfNegative val="0"/>
          <c:dLbls>
            <c:spPr>
              <a:noFill/>
              <a:ln>
                <a:noFill/>
              </a:ln>
              <a:effectLst/>
            </c:spPr>
            <c:txPr>
              <a:bodyPr/>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Label A</c:v>
                </c:pt>
              </c:strCache>
            </c:strRef>
          </c:cat>
          <c:val>
            <c:numRef>
              <c:f>Sheet1!$B$2</c:f>
              <c:numCache>
                <c:formatCode>General</c:formatCode>
                <c:ptCount val="1"/>
                <c:pt idx="0">
                  <c:v>45.9</c:v>
                </c:pt>
              </c:numCache>
            </c:numRef>
          </c:val>
          <c:extLst>
            <c:ext xmlns:c16="http://schemas.microsoft.com/office/drawing/2014/chart" uri="{C3380CC4-5D6E-409C-BE32-E72D297353CC}">
              <c16:uniqueId val="{00000000-CE7C-4D6B-BE0C-486F30E9CE22}"/>
            </c:ext>
          </c:extLst>
        </c:ser>
        <c:ser>
          <c:idx val="1"/>
          <c:order val="1"/>
          <c:tx>
            <c:strRef>
              <c:f>Sheet1!$C$1</c:f>
              <c:strCache>
                <c:ptCount val="1"/>
                <c:pt idx="0">
                  <c:v>Label 2</c:v>
                </c:pt>
              </c:strCache>
            </c:strRef>
          </c:tx>
          <c:spPr>
            <a:solidFill>
              <a:schemeClr val="accent5"/>
            </a:solidFill>
            <a:ln w="12700">
              <a:noFill/>
              <a:prstDash val="solid"/>
            </a:ln>
          </c:spPr>
          <c:invertIfNegative val="0"/>
          <c:dLbls>
            <c:spPr>
              <a:noFill/>
              <a:ln>
                <a:noFill/>
              </a:ln>
              <a:effectLst/>
            </c:spPr>
            <c:txPr>
              <a:bodyPr/>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Label A</c:v>
                </c:pt>
              </c:strCache>
            </c:strRef>
          </c:cat>
          <c:val>
            <c:numRef>
              <c:f>Sheet1!$C$2</c:f>
              <c:numCache>
                <c:formatCode>General</c:formatCode>
                <c:ptCount val="1"/>
                <c:pt idx="0">
                  <c:v>46.9</c:v>
                </c:pt>
              </c:numCache>
            </c:numRef>
          </c:val>
          <c:extLst>
            <c:ext xmlns:c16="http://schemas.microsoft.com/office/drawing/2014/chart" uri="{C3380CC4-5D6E-409C-BE32-E72D297353CC}">
              <c16:uniqueId val="{00000001-CE7C-4D6B-BE0C-486F30E9CE22}"/>
            </c:ext>
          </c:extLst>
        </c:ser>
        <c:ser>
          <c:idx val="2"/>
          <c:order val="2"/>
          <c:tx>
            <c:strRef>
              <c:f>Sheet1!$D$1</c:f>
              <c:strCache>
                <c:ptCount val="1"/>
                <c:pt idx="0">
                  <c:v>Label 3</c:v>
                </c:pt>
              </c:strCache>
            </c:strRef>
          </c:tx>
          <c:spPr>
            <a:solidFill>
              <a:schemeClr val="accent3"/>
            </a:solidFill>
            <a:ln w="12700">
              <a:noFill/>
              <a:prstDash val="solid"/>
            </a:ln>
          </c:spPr>
          <c:invertIfNegative val="0"/>
          <c:dPt>
            <c:idx val="0"/>
            <c:invertIfNegative val="0"/>
            <c:bubble3D val="0"/>
            <c:spPr>
              <a:solidFill>
                <a:schemeClr val="accent1"/>
              </a:solidFill>
              <a:ln w="12700">
                <a:noFill/>
                <a:prstDash val="solid"/>
              </a:ln>
            </c:spPr>
            <c:extLst>
              <c:ext xmlns:c16="http://schemas.microsoft.com/office/drawing/2014/chart" uri="{C3380CC4-5D6E-409C-BE32-E72D297353CC}">
                <c16:uniqueId val="{00000003-CE7C-4D6B-BE0C-486F30E9CE22}"/>
              </c:ext>
            </c:extLst>
          </c:dPt>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Label A</c:v>
                </c:pt>
              </c:strCache>
            </c:strRef>
          </c:cat>
          <c:val>
            <c:numRef>
              <c:f>Sheet1!$D$2</c:f>
              <c:numCache>
                <c:formatCode>General</c:formatCode>
                <c:ptCount val="1"/>
                <c:pt idx="0">
                  <c:v>45</c:v>
                </c:pt>
              </c:numCache>
            </c:numRef>
          </c:val>
          <c:extLst>
            <c:ext xmlns:c16="http://schemas.microsoft.com/office/drawing/2014/chart" uri="{C3380CC4-5D6E-409C-BE32-E72D297353CC}">
              <c16:uniqueId val="{00000004-CE7C-4D6B-BE0C-486F30E9CE22}"/>
            </c:ext>
          </c:extLst>
        </c:ser>
        <c:ser>
          <c:idx val="3"/>
          <c:order val="3"/>
          <c:tx>
            <c:strRef>
              <c:f>Sheet1!$E$1</c:f>
              <c:strCache>
                <c:ptCount val="1"/>
                <c:pt idx="0">
                  <c:v>Label 4</c:v>
                </c:pt>
              </c:strCache>
            </c:strRef>
          </c:tx>
          <c:spPr>
            <a:solidFill>
              <a:schemeClr val="accent1"/>
            </a:solidFill>
            <a:ln w="12700">
              <a:noFill/>
              <a:prstDash val="solid"/>
            </a:ln>
          </c:spPr>
          <c:invertIfNegative val="0"/>
          <c:dPt>
            <c:idx val="0"/>
            <c:invertIfNegative val="0"/>
            <c:bubble3D val="0"/>
            <c:spPr>
              <a:solidFill>
                <a:schemeClr val="accent4"/>
              </a:solidFill>
              <a:ln w="12700">
                <a:noFill/>
                <a:prstDash val="solid"/>
              </a:ln>
            </c:spPr>
            <c:extLst>
              <c:ext xmlns:c16="http://schemas.microsoft.com/office/drawing/2014/chart" uri="{C3380CC4-5D6E-409C-BE32-E72D297353CC}">
                <c16:uniqueId val="{00000006-CE7C-4D6B-BE0C-486F30E9CE22}"/>
              </c:ext>
            </c:extLst>
          </c:dPt>
          <c:dLbls>
            <c:spPr>
              <a:noFill/>
              <a:ln>
                <a:noFill/>
              </a:ln>
              <a:effectLst/>
            </c:spPr>
            <c:txPr>
              <a:bodyPr/>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Label A</c:v>
                </c:pt>
              </c:strCache>
            </c:strRef>
          </c:cat>
          <c:val>
            <c:numRef>
              <c:f>Sheet1!$E$2</c:f>
              <c:numCache>
                <c:formatCode>General</c:formatCode>
                <c:ptCount val="1"/>
                <c:pt idx="0">
                  <c:v>43.9</c:v>
                </c:pt>
              </c:numCache>
            </c:numRef>
          </c:val>
          <c:extLst>
            <c:ext xmlns:c16="http://schemas.microsoft.com/office/drawing/2014/chart" uri="{C3380CC4-5D6E-409C-BE32-E72D297353CC}">
              <c16:uniqueId val="{00000007-CE7C-4D6B-BE0C-486F30E9CE22}"/>
            </c:ext>
          </c:extLst>
        </c:ser>
        <c:dLbls>
          <c:dLblPos val="ctr"/>
          <c:showLegendKey val="0"/>
          <c:showVal val="1"/>
          <c:showCatName val="0"/>
          <c:showSerName val="0"/>
          <c:showPercent val="0"/>
          <c:showBubbleSize val="0"/>
        </c:dLbls>
        <c:gapWidth val="150"/>
        <c:overlap val="100"/>
        <c:axId val="-73871408"/>
        <c:axId val="-74368816"/>
      </c:barChart>
      <c:catAx>
        <c:axId val="-73871408"/>
        <c:scaling>
          <c:orientation val="minMax"/>
        </c:scaling>
        <c:delete val="0"/>
        <c:axPos val="b"/>
        <c:numFmt formatCode="General" sourceLinked="0"/>
        <c:majorTickMark val="none"/>
        <c:minorTickMark val="none"/>
        <c:tickLblPos val="low"/>
        <c:spPr>
          <a:ln w="6350">
            <a:solidFill>
              <a:srgbClr val="BBBCBC"/>
            </a:solidFill>
            <a:prstDash val="solid"/>
          </a:ln>
        </c:spPr>
        <c:crossAx val="-74368816"/>
        <c:crosses val="autoZero"/>
        <c:auto val="1"/>
        <c:lblAlgn val="ctr"/>
        <c:lblOffset val="100"/>
        <c:noMultiLvlLbl val="0"/>
      </c:catAx>
      <c:valAx>
        <c:axId val="-74368816"/>
        <c:scaling>
          <c:orientation val="minMax"/>
        </c:scaling>
        <c:delete val="0"/>
        <c:axPos val="l"/>
        <c:majorGridlines>
          <c:spPr>
            <a:ln w="6350">
              <a:solidFill>
                <a:srgbClr val="BBBCBC"/>
              </a:solidFill>
            </a:ln>
          </c:spPr>
        </c:majorGridlines>
        <c:numFmt formatCode="General" sourceLinked="1"/>
        <c:majorTickMark val="out"/>
        <c:minorTickMark val="none"/>
        <c:tickLblPos val="low"/>
        <c:spPr>
          <a:ln w="9525">
            <a:noFill/>
            <a:prstDash val="solid"/>
          </a:ln>
        </c:spPr>
        <c:crossAx val="-73871408"/>
        <c:crosses val="autoZero"/>
        <c:crossBetween val="between"/>
        <c:majorUnit val="50"/>
      </c:valAx>
      <c:spPr>
        <a:noFill/>
        <a:ln>
          <a:solidFill>
            <a:prstClr val="white"/>
          </a:solidFill>
        </a:ln>
        <a:effectLst/>
      </c:spPr>
    </c:plotArea>
    <c:legend>
      <c:legendPos val="b"/>
      <c:layout>
        <c:manualLayout>
          <c:xMode val="edge"/>
          <c:yMode val="edge"/>
          <c:x val="0.16344710931703399"/>
          <c:y val="0.88325884558884604"/>
          <c:w val="0.50030868836471498"/>
          <c:h val="8.2900438173818605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txPr>
    <a:bodyPr/>
    <a:lstStyle/>
    <a:p>
      <a:pPr>
        <a:defRPr sz="1200">
          <a:latin typeface="Aptos" panose="020B0004020202020204" pitchFamily="34" charset="0"/>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6481518631827"/>
          <c:y val="8.6380810348629003E-2"/>
          <c:w val="0.67871270080601598"/>
          <c:h val="0.69346732473658201"/>
        </c:manualLayout>
      </c:layout>
      <c:pieChart>
        <c:varyColors val="1"/>
        <c:ser>
          <c:idx val="0"/>
          <c:order val="0"/>
          <c:tx>
            <c:strRef>
              <c:f>Sheet1!$B$1</c:f>
              <c:strCache>
                <c:ptCount val="1"/>
                <c:pt idx="0">
                  <c:v>Q1</c:v>
                </c:pt>
              </c:strCache>
            </c:strRef>
          </c:tx>
          <c:spPr>
            <a:ln w="12700">
              <a:noFill/>
            </a:ln>
          </c:spPr>
          <c:dPt>
            <c:idx val="0"/>
            <c:bubble3D val="0"/>
            <c:spPr>
              <a:solidFill>
                <a:schemeClr val="accent4"/>
              </a:solidFill>
              <a:ln w="9525">
                <a:noFill/>
                <a:prstDash val="solid"/>
              </a:ln>
            </c:spPr>
            <c:extLst>
              <c:ext xmlns:c16="http://schemas.microsoft.com/office/drawing/2014/chart" uri="{C3380CC4-5D6E-409C-BE32-E72D297353CC}">
                <c16:uniqueId val="{00000001-FC50-4FDF-B901-9D44BF8B16A4}"/>
              </c:ext>
            </c:extLst>
          </c:dPt>
          <c:dPt>
            <c:idx val="1"/>
            <c:bubble3D val="0"/>
            <c:spPr>
              <a:solidFill>
                <a:schemeClr val="tx2">
                  <a:lumMod val="40000"/>
                  <a:lumOff val="60000"/>
                </a:schemeClr>
              </a:solidFill>
              <a:ln w="9525">
                <a:noFill/>
                <a:prstDash val="solid"/>
              </a:ln>
            </c:spPr>
            <c:extLst>
              <c:ext xmlns:c16="http://schemas.microsoft.com/office/drawing/2014/chart" uri="{C3380CC4-5D6E-409C-BE32-E72D297353CC}">
                <c16:uniqueId val="{00000003-FC50-4FDF-B901-9D44BF8B16A4}"/>
              </c:ext>
            </c:extLst>
          </c:dPt>
          <c:dPt>
            <c:idx val="2"/>
            <c:bubble3D val="0"/>
            <c:spPr>
              <a:solidFill>
                <a:schemeClr val="tx2">
                  <a:lumMod val="60000"/>
                  <a:lumOff val="40000"/>
                </a:schemeClr>
              </a:solidFill>
              <a:ln w="9525">
                <a:noFill/>
                <a:prstDash val="solid"/>
              </a:ln>
            </c:spPr>
            <c:extLst>
              <c:ext xmlns:c16="http://schemas.microsoft.com/office/drawing/2014/chart" uri="{C3380CC4-5D6E-409C-BE32-E72D297353CC}">
                <c16:uniqueId val="{00000005-FC50-4FDF-B901-9D44BF8B16A4}"/>
              </c:ext>
            </c:extLst>
          </c:dPt>
          <c:dPt>
            <c:idx val="3"/>
            <c:bubble3D val="0"/>
            <c:spPr>
              <a:solidFill>
                <a:schemeClr val="tx2">
                  <a:lumMod val="20000"/>
                  <a:lumOff val="80000"/>
                </a:schemeClr>
              </a:solidFill>
              <a:ln w="12700">
                <a:noFill/>
              </a:ln>
            </c:spPr>
            <c:extLst>
              <c:ext xmlns:c16="http://schemas.microsoft.com/office/drawing/2014/chart" uri="{C3380CC4-5D6E-409C-BE32-E72D297353CC}">
                <c16:uniqueId val="{00000007-FC50-4FDF-B901-9D44BF8B16A4}"/>
              </c:ext>
            </c:extLst>
          </c:dPt>
          <c:dPt>
            <c:idx val="4"/>
            <c:bubble3D val="0"/>
            <c:spPr>
              <a:solidFill>
                <a:schemeClr val="accent5"/>
              </a:solidFill>
              <a:ln w="12700">
                <a:noFill/>
              </a:ln>
            </c:spPr>
            <c:extLst>
              <c:ext xmlns:c16="http://schemas.microsoft.com/office/drawing/2014/chart" uri="{C3380CC4-5D6E-409C-BE32-E72D297353CC}">
                <c16:uniqueId val="{00000009-FC50-4FDF-B901-9D44BF8B16A4}"/>
              </c:ext>
            </c:extLst>
          </c:dPt>
          <c:dPt>
            <c:idx val="5"/>
            <c:bubble3D val="0"/>
            <c:spPr>
              <a:solidFill>
                <a:schemeClr val="accent6"/>
              </a:solidFill>
              <a:ln w="12700">
                <a:noFill/>
              </a:ln>
            </c:spPr>
            <c:extLst>
              <c:ext xmlns:c16="http://schemas.microsoft.com/office/drawing/2014/chart" uri="{C3380CC4-5D6E-409C-BE32-E72D297353CC}">
                <c16:uniqueId val="{0000000B-FC50-4FDF-B901-9D44BF8B16A4}"/>
              </c:ext>
            </c:extLst>
          </c:dPt>
          <c:dPt>
            <c:idx val="6"/>
            <c:bubble3D val="0"/>
            <c:spPr>
              <a:solidFill>
                <a:schemeClr val="tx2">
                  <a:lumMod val="75000"/>
                  <a:lumOff val="25000"/>
                </a:schemeClr>
              </a:solidFill>
              <a:ln w="12700">
                <a:noFill/>
              </a:ln>
            </c:spPr>
            <c:extLst>
              <c:ext xmlns:c16="http://schemas.microsoft.com/office/drawing/2014/chart" uri="{C3380CC4-5D6E-409C-BE32-E72D297353CC}">
                <c16:uniqueId val="{0000000D-FC50-4FDF-B901-9D44BF8B16A4}"/>
              </c:ext>
            </c:extLst>
          </c:dPt>
          <c:dPt>
            <c:idx val="7"/>
            <c:bubble3D val="0"/>
            <c:spPr>
              <a:solidFill>
                <a:schemeClr val="tx2">
                  <a:lumMod val="50000"/>
                  <a:lumOff val="50000"/>
                </a:schemeClr>
              </a:solidFill>
              <a:ln w="12700">
                <a:noFill/>
              </a:ln>
            </c:spPr>
            <c:extLst>
              <c:ext xmlns:c16="http://schemas.microsoft.com/office/drawing/2014/chart" uri="{C3380CC4-5D6E-409C-BE32-E72D297353CC}">
                <c16:uniqueId val="{0000000F-FC50-4FDF-B901-9D44BF8B16A4}"/>
              </c:ext>
            </c:extLst>
          </c:dPt>
          <c:dPt>
            <c:idx val="8"/>
            <c:bubble3D val="0"/>
            <c:spPr>
              <a:solidFill>
                <a:schemeClr val="tx2">
                  <a:lumMod val="25000"/>
                  <a:lumOff val="75000"/>
                </a:schemeClr>
              </a:solidFill>
              <a:ln w="12700">
                <a:noFill/>
              </a:ln>
            </c:spPr>
            <c:extLst>
              <c:ext xmlns:c16="http://schemas.microsoft.com/office/drawing/2014/chart" uri="{C3380CC4-5D6E-409C-BE32-E72D297353CC}">
                <c16:uniqueId val="{00000011-FC50-4FDF-B901-9D44BF8B16A4}"/>
              </c:ext>
            </c:extLst>
          </c:dPt>
          <c:dLbls>
            <c:dLbl>
              <c:idx val="0"/>
              <c:numFmt formatCode="#,##0.0" sourceLinked="0"/>
              <c:spPr>
                <a:noFill/>
                <a:ln>
                  <a:noFill/>
                </a:ln>
                <a:effectLst/>
              </c:spPr>
              <c:txPr>
                <a:bodyPr/>
                <a:lstStyle/>
                <a:p>
                  <a:pPr>
                    <a:defRPr>
                      <a:solidFill>
                        <a:schemeClr val="bg1"/>
                      </a:solidFill>
                    </a:defRPr>
                  </a:pPr>
                  <a:endParaRPr lang="en-US"/>
                </a:p>
              </c:txPr>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C50-4FDF-B901-9D44BF8B16A4}"/>
                </c:ext>
              </c:extLst>
            </c:dLbl>
            <c:dLbl>
              <c:idx val="1"/>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C50-4FDF-B901-9D44BF8B16A4}"/>
                </c:ext>
              </c:extLst>
            </c:dLbl>
            <c:dLbl>
              <c:idx val="2"/>
              <c:numFmt formatCode="#,##0.0" sourceLinked="0"/>
              <c:spPr>
                <a:noFill/>
                <a:ln>
                  <a:noFill/>
                </a:ln>
                <a:effectLst/>
              </c:spPr>
              <c:txPr>
                <a:bodyPr/>
                <a:lstStyle/>
                <a:p>
                  <a:pPr>
                    <a:defRPr>
                      <a:solidFill>
                        <a:schemeClr val="bg1"/>
                      </a:solidFill>
                    </a:defRPr>
                  </a:pPr>
                  <a:endParaRPr lang="en-US"/>
                </a:p>
              </c:txPr>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C50-4FDF-B901-9D44BF8B16A4}"/>
                </c:ext>
              </c:extLst>
            </c:dLbl>
            <c:dLbl>
              <c:idx val="3"/>
              <c:numFmt formatCode="#,##0.0" sourceLinked="0"/>
              <c:spPr/>
              <c:txPr>
                <a:bodyPr/>
                <a:lstStyle/>
                <a:p>
                  <a:pPr>
                    <a:defRPr>
                      <a:solidFill>
                        <a:schemeClr val="tx1"/>
                      </a:solidFill>
                    </a:defRPr>
                  </a:pPr>
                  <a:endParaRPr lang="en-US"/>
                </a:p>
              </c:txPr>
              <c:dLblPos val="inEnd"/>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C50-4FDF-B901-9D44BF8B16A4}"/>
                </c:ext>
              </c:extLst>
            </c:dLbl>
            <c:numFmt formatCode="#,##0.0" sourceLinked="0"/>
            <c:spPr>
              <a:noFill/>
              <a:ln>
                <a:noFill/>
              </a:ln>
              <a:effectLst/>
            </c:spPr>
            <c:txPr>
              <a:bodyPr/>
              <a:lstStyle/>
              <a:p>
                <a:pPr>
                  <a:defRPr>
                    <a:solidFill>
                      <a:schemeClr val="tx1"/>
                    </a:solidFill>
                  </a:defRPr>
                </a:pPr>
                <a:endParaRPr lang="en-US"/>
              </a:p>
            </c:txPr>
            <c:dLblPos val="inEnd"/>
            <c:showLegendKey val="0"/>
            <c:showVal val="1"/>
            <c:showCatName val="1"/>
            <c:showSerName val="0"/>
            <c:showPercent val="0"/>
            <c:showBubbleSize val="0"/>
            <c:separator>
</c:separator>
            <c:showLeaderLines val="1"/>
            <c:extLst>
              <c:ext xmlns:c15="http://schemas.microsoft.com/office/drawing/2012/chart" uri="{CE6537A1-D6FC-4f65-9D91-7224C49458BB}"/>
            </c:extLst>
          </c:dLbls>
          <c:cat>
            <c:strRef>
              <c:f>Sheet1!$A$2:$A$5</c:f>
              <c:strCache>
                <c:ptCount val="4"/>
                <c:pt idx="0">
                  <c:v>Client A</c:v>
                </c:pt>
                <c:pt idx="1">
                  <c:v>Client B</c:v>
                </c:pt>
                <c:pt idx="2">
                  <c:v>Client C</c:v>
                </c:pt>
                <c:pt idx="3">
                  <c:v>Client D</c:v>
                </c:pt>
              </c:strCache>
            </c:strRef>
          </c:cat>
          <c:val>
            <c:numRef>
              <c:f>Sheet1!$B$2:$B$5</c:f>
              <c:numCache>
                <c:formatCode>General</c:formatCode>
                <c:ptCount val="4"/>
                <c:pt idx="0">
                  <c:v>13</c:v>
                </c:pt>
                <c:pt idx="1">
                  <c:v>13</c:v>
                </c:pt>
                <c:pt idx="2">
                  <c:v>57</c:v>
                </c:pt>
                <c:pt idx="3">
                  <c:v>13</c:v>
                </c:pt>
              </c:numCache>
            </c:numRef>
          </c:val>
          <c:extLst>
            <c:ext xmlns:c16="http://schemas.microsoft.com/office/drawing/2014/chart" uri="{C3380CC4-5D6E-409C-BE32-E72D297353CC}">
              <c16:uniqueId val="{00000012-FC50-4FDF-B901-9D44BF8B16A4}"/>
            </c:ext>
          </c:extLst>
        </c:ser>
        <c:dLbls>
          <c:showLegendKey val="0"/>
          <c:showVal val="1"/>
          <c:showCatName val="0"/>
          <c:showSerName val="0"/>
          <c:showPercent val="0"/>
          <c:showBubbleSize val="0"/>
          <c:showLeaderLines val="1"/>
        </c:dLbls>
        <c:firstSliceAng val="65"/>
      </c:pieChart>
      <c:spPr>
        <a:noFill/>
        <a:ln>
          <a:noFill/>
          <a:round/>
        </a:ln>
        <a:effectLst/>
        <a:extLst>
          <a:ext uri="{91240B29-F687-4F45-9708-019B960494DF}">
            <a14:hiddenLine xmlns:a14="http://schemas.microsoft.com/office/drawing/2010/main">
              <a:noFill/>
              <a:round/>
            </a14:hiddenLine>
          </a:ext>
        </a:extLst>
      </c:spPr>
    </c:plotArea>
    <c:plotVisOnly val="1"/>
    <c:dispBlanksAs val="zero"/>
    <c:showDLblsOverMax val="0"/>
  </c:chart>
  <c:txPr>
    <a:bodyPr/>
    <a:lstStyle/>
    <a:p>
      <a:pPr>
        <a:defRPr sz="1000" b="0">
          <a:solidFill>
            <a:schemeClr val="bg1"/>
          </a:solidFill>
          <a:latin typeface="Aptos" panose="020B0004020202020204" pitchFamily="34" charset="0"/>
        </a:defRPr>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225409530821099"/>
          <c:y val="8.8486789431545199E-2"/>
          <c:w val="0.69228539696269398"/>
          <c:h val="0.69145407664714498"/>
        </c:manualLayout>
      </c:layout>
      <c:doughnutChart>
        <c:varyColors val="1"/>
        <c:ser>
          <c:idx val="0"/>
          <c:order val="0"/>
          <c:tx>
            <c:strRef>
              <c:f>Sheet1!$B$1</c:f>
              <c:strCache>
                <c:ptCount val="1"/>
                <c:pt idx="0">
                  <c:v>Q1</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1FE2-4744-9B96-2BCF90A7FD04}"/>
              </c:ext>
            </c:extLst>
          </c:dPt>
          <c:dPt>
            <c:idx val="1"/>
            <c:bubble3D val="0"/>
            <c:spPr>
              <a:solidFill>
                <a:schemeClr val="accent2"/>
              </a:solidFill>
              <a:ln w="19050">
                <a:noFill/>
              </a:ln>
              <a:effectLst/>
            </c:spPr>
            <c:extLst>
              <c:ext xmlns:c16="http://schemas.microsoft.com/office/drawing/2014/chart" uri="{C3380CC4-5D6E-409C-BE32-E72D297353CC}">
                <c16:uniqueId val="{00000003-1FE2-4744-9B96-2BCF90A7FD04}"/>
              </c:ext>
            </c:extLst>
          </c:dPt>
          <c:dPt>
            <c:idx val="2"/>
            <c:bubble3D val="0"/>
            <c:spPr>
              <a:solidFill>
                <a:schemeClr val="accent3"/>
              </a:solidFill>
              <a:ln w="19050">
                <a:noFill/>
              </a:ln>
              <a:effectLst/>
            </c:spPr>
            <c:extLst>
              <c:ext xmlns:c16="http://schemas.microsoft.com/office/drawing/2014/chart" uri="{C3380CC4-5D6E-409C-BE32-E72D297353CC}">
                <c16:uniqueId val="{00000005-1FE2-4744-9B96-2BCF90A7FD04}"/>
              </c:ext>
            </c:extLst>
          </c:dPt>
          <c:dPt>
            <c:idx val="3"/>
            <c:bubble3D val="0"/>
            <c:spPr>
              <a:solidFill>
                <a:schemeClr val="accent4"/>
              </a:solidFill>
              <a:ln w="19050">
                <a:noFill/>
              </a:ln>
              <a:effectLst/>
            </c:spPr>
            <c:extLst>
              <c:ext xmlns:c16="http://schemas.microsoft.com/office/drawing/2014/chart" uri="{C3380CC4-5D6E-409C-BE32-E72D297353CC}">
                <c16:uniqueId val="{00000007-1FE2-4744-9B96-2BCF90A7FD04}"/>
              </c:ext>
            </c:extLst>
          </c:dPt>
          <c:dPt>
            <c:idx val="4"/>
            <c:bubble3D val="0"/>
            <c:spPr>
              <a:solidFill>
                <a:schemeClr val="accent5"/>
              </a:solidFill>
              <a:ln w="19050">
                <a:noFill/>
              </a:ln>
              <a:effectLst/>
            </c:spPr>
            <c:extLst>
              <c:ext xmlns:c16="http://schemas.microsoft.com/office/drawing/2014/chart" uri="{C3380CC4-5D6E-409C-BE32-E72D297353CC}">
                <c16:uniqueId val="{00000009-1FE2-4744-9B96-2BCF90A7FD04}"/>
              </c:ext>
            </c:extLst>
          </c:dPt>
          <c:dPt>
            <c:idx val="5"/>
            <c:bubble3D val="0"/>
            <c:spPr>
              <a:solidFill>
                <a:schemeClr val="tx2">
                  <a:lumMod val="75000"/>
                </a:schemeClr>
              </a:solidFill>
              <a:ln w="19050">
                <a:noFill/>
              </a:ln>
              <a:effectLst/>
            </c:spPr>
            <c:extLst>
              <c:ext xmlns:c16="http://schemas.microsoft.com/office/drawing/2014/chart" uri="{C3380CC4-5D6E-409C-BE32-E72D297353CC}">
                <c16:uniqueId val="{0000000B-1FE2-4744-9B96-2BCF90A7FD04}"/>
              </c:ext>
            </c:extLst>
          </c:dPt>
          <c:dPt>
            <c:idx val="6"/>
            <c:bubble3D val="0"/>
            <c:spPr>
              <a:solidFill>
                <a:schemeClr val="tx2">
                  <a:lumMod val="60000"/>
                  <a:lumOff val="40000"/>
                </a:schemeClr>
              </a:solidFill>
              <a:ln w="19050">
                <a:noFill/>
              </a:ln>
              <a:effectLst/>
            </c:spPr>
            <c:extLst>
              <c:ext xmlns:c16="http://schemas.microsoft.com/office/drawing/2014/chart" uri="{C3380CC4-5D6E-409C-BE32-E72D297353CC}">
                <c16:uniqueId val="{0000000D-1FE2-4744-9B96-2BCF90A7FD04}"/>
              </c:ext>
            </c:extLst>
          </c:dPt>
          <c:dPt>
            <c:idx val="7"/>
            <c:bubble3D val="0"/>
            <c:spPr>
              <a:solidFill>
                <a:schemeClr val="bg1">
                  <a:lumMod val="50000"/>
                </a:schemeClr>
              </a:solidFill>
              <a:ln w="19050">
                <a:noFill/>
              </a:ln>
              <a:effectLst/>
            </c:spPr>
            <c:extLst>
              <c:ext xmlns:c16="http://schemas.microsoft.com/office/drawing/2014/chart" uri="{C3380CC4-5D6E-409C-BE32-E72D297353CC}">
                <c16:uniqueId val="{0000000F-1FE2-4744-9B96-2BCF90A7FD04}"/>
              </c:ext>
            </c:extLst>
          </c:dPt>
          <c:dPt>
            <c:idx val="8"/>
            <c:bubble3D val="0"/>
            <c:spPr>
              <a:solidFill>
                <a:schemeClr val="bg1">
                  <a:lumMod val="75000"/>
                </a:schemeClr>
              </a:solidFill>
              <a:ln w="19050">
                <a:noFill/>
              </a:ln>
              <a:effectLst/>
            </c:spPr>
            <c:extLst>
              <c:ext xmlns:c16="http://schemas.microsoft.com/office/drawing/2014/chart" uri="{C3380CC4-5D6E-409C-BE32-E72D297353CC}">
                <c16:uniqueId val="{00000011-1FE2-4744-9B96-2BCF90A7FD04}"/>
              </c:ext>
            </c:extLst>
          </c:dPt>
          <c:dLbls>
            <c:dLbl>
              <c:idx val="0"/>
              <c:layout>
                <c:manualLayout>
                  <c:x val="4.7417304891578999E-2"/>
                  <c:y val="-0.11529231741743599"/>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1-1FE2-4744-9B96-2BCF90A7FD04}"/>
                </c:ext>
              </c:extLst>
            </c:dLbl>
            <c:dLbl>
              <c:idx val="1"/>
              <c:layout>
                <c:manualLayout>
                  <c:x val="7.79555669859536E-2"/>
                  <c:y val="-7.7186377576275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3-1FE2-4744-9B96-2BCF90A7FD04}"/>
                </c:ext>
              </c:extLst>
            </c:dLbl>
            <c:dLbl>
              <c:idx val="2"/>
              <c:layout>
                <c:manualLayout>
                  <c:x val="7.0863749323396896E-2"/>
                  <c:y val="1.67436679756643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5-1FE2-4744-9B96-2BCF90A7FD04}"/>
                </c:ext>
              </c:extLst>
            </c:dLbl>
            <c:dLbl>
              <c:idx val="3"/>
              <c:layout>
                <c:manualLayout>
                  <c:x val="5.7702031454195897E-2"/>
                  <c:y val="9.3199110687722603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7-1FE2-4744-9B96-2BCF90A7FD04}"/>
                </c:ext>
              </c:extLst>
            </c:dLbl>
            <c:dLbl>
              <c:idx val="4"/>
              <c:layout>
                <c:manualLayout>
                  <c:x val="-5.8783548643642105E-17"/>
                  <c:y val="0.131305044035228"/>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9-1FE2-4744-9B96-2BCF90A7FD04}"/>
                </c:ext>
              </c:extLst>
            </c:dLbl>
            <c:dLbl>
              <c:idx val="5"/>
              <c:layout>
                <c:manualLayout>
                  <c:x val="-5.5167872341061797E-2"/>
                  <c:y val="0.10544091790082601"/>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B-1FE2-4744-9B96-2BCF90A7FD04}"/>
                </c:ext>
              </c:extLst>
            </c:dLbl>
            <c:dLbl>
              <c:idx val="6"/>
              <c:layout>
                <c:manualLayout>
                  <c:x val="-7.96359949879034E-2"/>
                  <c:y val="2.6026589906217201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D-1FE2-4744-9B96-2BCF90A7FD04}"/>
                </c:ext>
              </c:extLst>
            </c:dLbl>
            <c:dLbl>
              <c:idx val="7"/>
              <c:layout>
                <c:manualLayout>
                  <c:x val="-7.5078456058925006E-2"/>
                  <c:y val="-8.8778355676739001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F-1FE2-4744-9B96-2BCF90A7FD04}"/>
                </c:ext>
              </c:extLst>
            </c:dLbl>
            <c:dLbl>
              <c:idx val="8"/>
              <c:layout>
                <c:manualLayout>
                  <c:x val="-3.5767948300043997E-2"/>
                  <c:y val="-0.124574993572984"/>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11-1FE2-4744-9B96-2BCF90A7FD04}"/>
                </c:ext>
              </c:extLst>
            </c:dLbl>
            <c:spPr>
              <a:noFill/>
              <a:ln>
                <a:noFill/>
              </a:ln>
              <a:effectLst/>
            </c:spPr>
            <c:txPr>
              <a:bodyPr rot="0" spcFirstLastPara="1" vertOverflow="clip" horzOverflow="clip" vert="horz" wrap="square" lIns="38100" tIns="19050" rIns="38100" bIns="19050" anchor="ctr" anchorCtr="1">
                <a:spAutoFit/>
              </a:bodyPr>
              <a:lstStyle/>
              <a:p>
                <a:pPr>
                  <a:defRPr sz="1100" b="0" i="0" u="none" strike="noStrike" kern="1200" baseline="0">
                    <a:solidFill>
                      <a:srgbClr val="53565A"/>
                    </a:solidFill>
                    <a:latin typeface="Aptos" panose="020B0004020202020204" pitchFamily="34" charset="0"/>
                    <a:ea typeface="+mn-ea"/>
                    <a:cs typeface="+mn-cs"/>
                  </a:defRPr>
                </a:pPr>
                <a:endParaRPr lang="en-US"/>
              </a:p>
            </c:txPr>
            <c:showLegendKey val="0"/>
            <c:showVal val="0"/>
            <c:showCatName val="1"/>
            <c:showSerName val="0"/>
            <c:showPercent val="1"/>
            <c:showBubbleSize val="0"/>
            <c:showLeaderLines val="0"/>
            <c:extLst>
              <c:ext xmlns:c15="http://schemas.microsoft.com/office/drawing/2012/chart" uri="{CE6537A1-D6FC-4f65-9D91-7224C49458BB}">
                <c15:spPr xmlns:c15="http://schemas.microsoft.com/office/drawing/2012/chart">
                  <a:prstGeom prst="wedgeRectCallout">
                    <a:avLst/>
                  </a:prstGeom>
                </c15:spPr>
              </c:ext>
            </c:extLst>
          </c:dLbls>
          <c:cat>
            <c:strRef>
              <c:f>Sheet1!$A$2:$A$10</c:f>
              <c:strCache>
                <c:ptCount val="9"/>
                <c:pt idx="0">
                  <c:v>Label A</c:v>
                </c:pt>
                <c:pt idx="1">
                  <c:v>Label B</c:v>
                </c:pt>
                <c:pt idx="2">
                  <c:v>Label C</c:v>
                </c:pt>
                <c:pt idx="3">
                  <c:v>Label D</c:v>
                </c:pt>
                <c:pt idx="4">
                  <c:v>Label E</c:v>
                </c:pt>
                <c:pt idx="5">
                  <c:v>Label F</c:v>
                </c:pt>
                <c:pt idx="6">
                  <c:v>Label G</c:v>
                </c:pt>
                <c:pt idx="7">
                  <c:v>Label H</c:v>
                </c:pt>
                <c:pt idx="8">
                  <c:v>Label I</c:v>
                </c:pt>
              </c:strCache>
            </c:strRef>
          </c:cat>
          <c:val>
            <c:numRef>
              <c:f>Sheet1!$B$2:$B$10</c:f>
              <c:numCache>
                <c:formatCode>General</c:formatCode>
                <c:ptCount val="9"/>
                <c:pt idx="0">
                  <c:v>10</c:v>
                </c:pt>
                <c:pt idx="1">
                  <c:v>10</c:v>
                </c:pt>
                <c:pt idx="2">
                  <c:v>10</c:v>
                </c:pt>
                <c:pt idx="3">
                  <c:v>10</c:v>
                </c:pt>
                <c:pt idx="4">
                  <c:v>10</c:v>
                </c:pt>
                <c:pt idx="5">
                  <c:v>10</c:v>
                </c:pt>
                <c:pt idx="6">
                  <c:v>10</c:v>
                </c:pt>
                <c:pt idx="7">
                  <c:v>10</c:v>
                </c:pt>
                <c:pt idx="8">
                  <c:v>10</c:v>
                </c:pt>
              </c:numCache>
            </c:numRef>
          </c:val>
          <c:extLst>
            <c:ext xmlns:c16="http://schemas.microsoft.com/office/drawing/2014/chart" uri="{C3380CC4-5D6E-409C-BE32-E72D297353CC}">
              <c16:uniqueId val="{00000012-1FE2-4744-9B96-2BCF90A7FD04}"/>
            </c:ext>
          </c:extLst>
        </c:ser>
        <c:dLbls>
          <c:showLegendKey val="0"/>
          <c:showVal val="0"/>
          <c:showCatName val="0"/>
          <c:showSerName val="0"/>
          <c:showPercent val="0"/>
          <c:showBubbleSize val="0"/>
          <c:showLeaderLines val="0"/>
        </c:dLbls>
        <c:firstSliceAng val="0"/>
        <c:holeSize val="61"/>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dk1" tx1="lt1" bg2="dk2" tx2="lt2" accent1="accent1" accent2="accent2" accent3="accent3" accent4="accent4" accent5="accent5" accent6="accent6" hlink="hlink" folHlink="folHlink"/>
  <c:chart>
    <c:autoTitleDeleted val="1"/>
    <c:plotArea>
      <c:layout>
        <c:manualLayout>
          <c:layoutTarget val="inner"/>
          <c:xMode val="edge"/>
          <c:yMode val="edge"/>
          <c:x val="0.12838504590499999"/>
          <c:y val="9.9166636193433202E-2"/>
          <c:w val="0.78756398194330601"/>
          <c:h val="0.81717898401498801"/>
        </c:manualLayout>
      </c:layout>
      <c:doughnutChart>
        <c:varyColors val="1"/>
        <c:ser>
          <c:idx val="0"/>
          <c:order val="0"/>
          <c:tx>
            <c:strRef>
              <c:f>Sheet1!$B$1</c:f>
              <c:strCache>
                <c:ptCount val="1"/>
                <c:pt idx="0">
                  <c:v>Q1</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01-9BE8-409E-A793-4ABF9313B5AD}"/>
              </c:ext>
            </c:extLst>
          </c:dPt>
          <c:dPt>
            <c:idx val="1"/>
            <c:bubble3D val="0"/>
            <c:spPr>
              <a:noFill/>
              <a:ln w="63500">
                <a:solidFill>
                  <a:schemeClr val="bg1"/>
                </a:solidFill>
              </a:ln>
              <a:effectLst/>
            </c:spPr>
            <c:extLst>
              <c:ext xmlns:c16="http://schemas.microsoft.com/office/drawing/2014/chart" uri="{C3380CC4-5D6E-409C-BE32-E72D297353CC}">
                <c16:uniqueId val="{00000003-9BE8-409E-A793-4ABF9313B5AD}"/>
              </c:ext>
            </c:extLst>
          </c:dPt>
          <c:dPt>
            <c:idx val="2"/>
            <c:bubble3D val="0"/>
            <c:spPr>
              <a:solidFill>
                <a:schemeClr val="accent6"/>
              </a:solidFill>
              <a:ln w="63500">
                <a:solidFill>
                  <a:schemeClr val="bg1"/>
                </a:solidFill>
              </a:ln>
              <a:effectLst/>
            </c:spPr>
            <c:extLst>
              <c:ext xmlns:c16="http://schemas.microsoft.com/office/drawing/2014/chart" uri="{C3380CC4-5D6E-409C-BE32-E72D297353CC}">
                <c16:uniqueId val="{00000005-9BE8-409E-A793-4ABF9313B5AD}"/>
              </c:ext>
            </c:extLst>
          </c:dPt>
          <c:dPt>
            <c:idx val="3"/>
            <c:bubble3D val="0"/>
            <c:spPr>
              <a:solidFill>
                <a:schemeClr val="accent2">
                  <a:lumMod val="60000"/>
                </a:schemeClr>
              </a:solidFill>
              <a:ln w="63500">
                <a:solidFill>
                  <a:schemeClr val="bg1"/>
                </a:solidFill>
              </a:ln>
              <a:effectLst/>
            </c:spPr>
            <c:extLst>
              <c:ext xmlns:c16="http://schemas.microsoft.com/office/drawing/2014/chart" uri="{C3380CC4-5D6E-409C-BE32-E72D297353CC}">
                <c16:uniqueId val="{00000007-9BE8-409E-A793-4ABF9313B5AD}"/>
              </c:ext>
            </c:extLst>
          </c:dPt>
          <c:dPt>
            <c:idx val="4"/>
            <c:bubble3D val="0"/>
            <c:spPr>
              <a:solidFill>
                <a:schemeClr val="accent4">
                  <a:lumMod val="60000"/>
                </a:schemeClr>
              </a:solidFill>
              <a:ln w="63500">
                <a:solidFill>
                  <a:schemeClr val="bg1"/>
                </a:solidFill>
              </a:ln>
              <a:effectLst/>
            </c:spPr>
            <c:extLst>
              <c:ext xmlns:c16="http://schemas.microsoft.com/office/drawing/2014/chart" uri="{C3380CC4-5D6E-409C-BE32-E72D297353CC}">
                <c16:uniqueId val="{00000009-9BE8-409E-A793-4ABF9313B5AD}"/>
              </c:ext>
            </c:extLst>
          </c:dPt>
          <c:dPt>
            <c:idx val="5"/>
            <c:bubble3D val="0"/>
            <c:spPr>
              <a:solidFill>
                <a:schemeClr val="accent6">
                  <a:lumMod val="60000"/>
                </a:schemeClr>
              </a:solidFill>
              <a:ln w="63500">
                <a:solidFill>
                  <a:schemeClr val="bg1"/>
                </a:solidFill>
              </a:ln>
              <a:effectLst/>
            </c:spPr>
            <c:extLst>
              <c:ext xmlns:c16="http://schemas.microsoft.com/office/drawing/2014/chart" uri="{C3380CC4-5D6E-409C-BE32-E72D297353CC}">
                <c16:uniqueId val="{0000000B-9BE8-409E-A793-4ABF9313B5AD}"/>
              </c:ext>
            </c:extLst>
          </c:dPt>
          <c:dPt>
            <c:idx val="6"/>
            <c:bubble3D val="0"/>
            <c:spPr>
              <a:solidFill>
                <a:schemeClr val="accent2">
                  <a:lumMod val="80000"/>
                  <a:lumOff val="20000"/>
                </a:schemeClr>
              </a:solidFill>
              <a:ln w="63500">
                <a:solidFill>
                  <a:schemeClr val="bg1"/>
                </a:solidFill>
              </a:ln>
              <a:effectLst/>
            </c:spPr>
            <c:extLst>
              <c:ext xmlns:c16="http://schemas.microsoft.com/office/drawing/2014/chart" uri="{C3380CC4-5D6E-409C-BE32-E72D297353CC}">
                <c16:uniqueId val="{0000000D-9BE8-409E-A793-4ABF9313B5AD}"/>
              </c:ext>
            </c:extLst>
          </c:dPt>
          <c:dPt>
            <c:idx val="7"/>
            <c:bubble3D val="0"/>
            <c:spPr>
              <a:solidFill>
                <a:schemeClr val="accent4">
                  <a:lumMod val="80000"/>
                  <a:lumOff val="20000"/>
                </a:schemeClr>
              </a:solidFill>
              <a:ln w="63500">
                <a:solidFill>
                  <a:schemeClr val="bg1"/>
                </a:solidFill>
              </a:ln>
              <a:effectLst/>
            </c:spPr>
            <c:extLst>
              <c:ext xmlns:c16="http://schemas.microsoft.com/office/drawing/2014/chart" uri="{C3380CC4-5D6E-409C-BE32-E72D297353CC}">
                <c16:uniqueId val="{0000000F-9BE8-409E-A793-4ABF9313B5AD}"/>
              </c:ext>
            </c:extLst>
          </c:dPt>
          <c:dPt>
            <c:idx val="8"/>
            <c:bubble3D val="0"/>
            <c:spPr>
              <a:solidFill>
                <a:schemeClr val="accent6">
                  <a:lumMod val="80000"/>
                  <a:lumOff val="20000"/>
                </a:schemeClr>
              </a:solidFill>
              <a:ln w="63500">
                <a:solidFill>
                  <a:schemeClr val="bg1"/>
                </a:solidFill>
              </a:ln>
              <a:effectLst/>
            </c:spPr>
            <c:extLst>
              <c:ext xmlns:c16="http://schemas.microsoft.com/office/drawing/2014/chart" uri="{C3380CC4-5D6E-409C-BE32-E72D297353CC}">
                <c16:uniqueId val="{00000011-9BE8-409E-A793-4ABF9313B5AD}"/>
              </c:ext>
            </c:extLst>
          </c:dPt>
          <c:cat>
            <c:strRef>
              <c:f>Sheet1!$A$2:$A$4</c:f>
              <c:strCache>
                <c:ptCount val="3"/>
                <c:pt idx="0">
                  <c:v> </c:v>
                </c:pt>
                <c:pt idx="1">
                  <c:v>Label A</c:v>
                </c:pt>
                <c:pt idx="2">
                  <c:v>Label A</c:v>
                </c:pt>
              </c:strCache>
            </c:strRef>
          </c:cat>
          <c:val>
            <c:numRef>
              <c:f>Sheet1!$B$2:$B$4</c:f>
              <c:numCache>
                <c:formatCode>General</c:formatCode>
                <c:ptCount val="3"/>
                <c:pt idx="0">
                  <c:v>0</c:v>
                </c:pt>
                <c:pt idx="1">
                  <c:v>90</c:v>
                </c:pt>
                <c:pt idx="2">
                  <c:v>100</c:v>
                </c:pt>
              </c:numCache>
            </c:numRef>
          </c:val>
          <c:extLst>
            <c:ext xmlns:c16="http://schemas.microsoft.com/office/drawing/2014/chart" uri="{C3380CC4-5D6E-409C-BE32-E72D297353CC}">
              <c16:uniqueId val="{00000012-9BE8-409E-A793-4ABF9313B5AD}"/>
            </c:ext>
          </c:extLst>
        </c:ser>
        <c:ser>
          <c:idx val="1"/>
          <c:order val="1"/>
          <c:tx>
            <c:strRef>
              <c:f>Sheet1!$C$1</c:f>
              <c:strCache>
                <c:ptCount val="1"/>
                <c:pt idx="0">
                  <c:v>Q2</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14-9BE8-409E-A793-4ABF9313B5AD}"/>
              </c:ext>
            </c:extLst>
          </c:dPt>
          <c:dPt>
            <c:idx val="1"/>
            <c:bubble3D val="0"/>
            <c:spPr>
              <a:noFill/>
              <a:ln w="63500">
                <a:solidFill>
                  <a:schemeClr val="bg1"/>
                </a:solidFill>
              </a:ln>
              <a:effectLst/>
            </c:spPr>
            <c:extLst>
              <c:ext xmlns:c16="http://schemas.microsoft.com/office/drawing/2014/chart" uri="{C3380CC4-5D6E-409C-BE32-E72D297353CC}">
                <c16:uniqueId val="{00000016-9BE8-409E-A793-4ABF9313B5AD}"/>
              </c:ext>
            </c:extLst>
          </c:dPt>
          <c:dPt>
            <c:idx val="2"/>
            <c:bubble3D val="0"/>
            <c:spPr>
              <a:solidFill>
                <a:schemeClr val="accent6"/>
              </a:solidFill>
              <a:ln w="63500">
                <a:solidFill>
                  <a:schemeClr val="bg1"/>
                </a:solidFill>
              </a:ln>
              <a:effectLst/>
            </c:spPr>
            <c:extLst>
              <c:ext xmlns:c16="http://schemas.microsoft.com/office/drawing/2014/chart" uri="{C3380CC4-5D6E-409C-BE32-E72D297353CC}">
                <c16:uniqueId val="{00000018-9BE8-409E-A793-4ABF9313B5AD}"/>
              </c:ext>
            </c:extLst>
          </c:dPt>
          <c:cat>
            <c:strRef>
              <c:f>Sheet1!$A$2:$A$4</c:f>
              <c:strCache>
                <c:ptCount val="3"/>
                <c:pt idx="0">
                  <c:v> </c:v>
                </c:pt>
                <c:pt idx="1">
                  <c:v>Label A</c:v>
                </c:pt>
                <c:pt idx="2">
                  <c:v>Label A</c:v>
                </c:pt>
              </c:strCache>
            </c:strRef>
          </c:cat>
          <c:val>
            <c:numRef>
              <c:f>Sheet1!$C$2:$C$4</c:f>
              <c:numCache>
                <c:formatCode>General</c:formatCode>
                <c:ptCount val="3"/>
                <c:pt idx="0">
                  <c:v>0</c:v>
                </c:pt>
                <c:pt idx="1">
                  <c:v>80</c:v>
                </c:pt>
                <c:pt idx="2">
                  <c:v>100</c:v>
                </c:pt>
              </c:numCache>
            </c:numRef>
          </c:val>
          <c:extLst>
            <c:ext xmlns:c16="http://schemas.microsoft.com/office/drawing/2014/chart" uri="{C3380CC4-5D6E-409C-BE32-E72D297353CC}">
              <c16:uniqueId val="{00000019-9BE8-409E-A793-4ABF9313B5AD}"/>
            </c:ext>
          </c:extLst>
        </c:ser>
        <c:ser>
          <c:idx val="2"/>
          <c:order val="2"/>
          <c:tx>
            <c:strRef>
              <c:f>Sheet1!$D$1</c:f>
              <c:strCache>
                <c:ptCount val="1"/>
                <c:pt idx="0">
                  <c:v>Q3</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1B-9BE8-409E-A793-4ABF9313B5AD}"/>
              </c:ext>
            </c:extLst>
          </c:dPt>
          <c:dPt>
            <c:idx val="1"/>
            <c:bubble3D val="0"/>
            <c:spPr>
              <a:noFill/>
              <a:ln w="63500">
                <a:solidFill>
                  <a:schemeClr val="bg1"/>
                </a:solidFill>
              </a:ln>
              <a:effectLst/>
            </c:spPr>
            <c:extLst>
              <c:ext xmlns:c16="http://schemas.microsoft.com/office/drawing/2014/chart" uri="{C3380CC4-5D6E-409C-BE32-E72D297353CC}">
                <c16:uniqueId val="{0000001D-9BE8-409E-A793-4ABF9313B5AD}"/>
              </c:ext>
            </c:extLst>
          </c:dPt>
          <c:dPt>
            <c:idx val="2"/>
            <c:bubble3D val="0"/>
            <c:spPr>
              <a:solidFill>
                <a:schemeClr val="accent6"/>
              </a:solidFill>
              <a:ln w="63500">
                <a:solidFill>
                  <a:schemeClr val="bg1"/>
                </a:solidFill>
              </a:ln>
              <a:effectLst/>
            </c:spPr>
            <c:extLst>
              <c:ext xmlns:c16="http://schemas.microsoft.com/office/drawing/2014/chart" uri="{C3380CC4-5D6E-409C-BE32-E72D297353CC}">
                <c16:uniqueId val="{0000001F-9BE8-409E-A793-4ABF9313B5AD}"/>
              </c:ext>
            </c:extLst>
          </c:dPt>
          <c:cat>
            <c:strRef>
              <c:f>Sheet1!$A$2:$A$4</c:f>
              <c:strCache>
                <c:ptCount val="3"/>
                <c:pt idx="0">
                  <c:v> </c:v>
                </c:pt>
                <c:pt idx="1">
                  <c:v>Label A</c:v>
                </c:pt>
                <c:pt idx="2">
                  <c:v>Label A</c:v>
                </c:pt>
              </c:strCache>
            </c:strRef>
          </c:cat>
          <c:val>
            <c:numRef>
              <c:f>Sheet1!$D$2:$D$4</c:f>
              <c:numCache>
                <c:formatCode>General</c:formatCode>
                <c:ptCount val="3"/>
                <c:pt idx="0">
                  <c:v>0</c:v>
                </c:pt>
                <c:pt idx="1">
                  <c:v>70</c:v>
                </c:pt>
                <c:pt idx="2">
                  <c:v>100</c:v>
                </c:pt>
              </c:numCache>
            </c:numRef>
          </c:val>
          <c:extLst>
            <c:ext xmlns:c16="http://schemas.microsoft.com/office/drawing/2014/chart" uri="{C3380CC4-5D6E-409C-BE32-E72D297353CC}">
              <c16:uniqueId val="{00000020-9BE8-409E-A793-4ABF9313B5AD}"/>
            </c:ext>
          </c:extLst>
        </c:ser>
        <c:ser>
          <c:idx val="3"/>
          <c:order val="3"/>
          <c:tx>
            <c:strRef>
              <c:f>Sheet1!$E$1</c:f>
              <c:strCache>
                <c:ptCount val="1"/>
                <c:pt idx="0">
                  <c:v>Q4</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22-9BE8-409E-A793-4ABF9313B5AD}"/>
              </c:ext>
            </c:extLst>
          </c:dPt>
          <c:dPt>
            <c:idx val="1"/>
            <c:bubble3D val="0"/>
            <c:spPr>
              <a:noFill/>
              <a:ln w="63500">
                <a:solidFill>
                  <a:schemeClr val="bg1"/>
                </a:solidFill>
              </a:ln>
              <a:effectLst/>
            </c:spPr>
            <c:extLst>
              <c:ext xmlns:c16="http://schemas.microsoft.com/office/drawing/2014/chart" uri="{C3380CC4-5D6E-409C-BE32-E72D297353CC}">
                <c16:uniqueId val="{00000024-9BE8-409E-A793-4ABF9313B5AD}"/>
              </c:ext>
            </c:extLst>
          </c:dPt>
          <c:dPt>
            <c:idx val="2"/>
            <c:bubble3D val="0"/>
            <c:spPr>
              <a:solidFill>
                <a:schemeClr val="accent6"/>
              </a:solidFill>
              <a:ln w="63500">
                <a:solidFill>
                  <a:schemeClr val="bg1"/>
                </a:solidFill>
              </a:ln>
              <a:effectLst/>
            </c:spPr>
            <c:extLst>
              <c:ext xmlns:c16="http://schemas.microsoft.com/office/drawing/2014/chart" uri="{C3380CC4-5D6E-409C-BE32-E72D297353CC}">
                <c16:uniqueId val="{00000026-9BE8-409E-A793-4ABF9313B5AD}"/>
              </c:ext>
            </c:extLst>
          </c:dPt>
          <c:cat>
            <c:strRef>
              <c:f>Sheet1!$A$2:$A$4</c:f>
              <c:strCache>
                <c:ptCount val="3"/>
                <c:pt idx="0">
                  <c:v> </c:v>
                </c:pt>
                <c:pt idx="1">
                  <c:v>Label A</c:v>
                </c:pt>
                <c:pt idx="2">
                  <c:v>Label A</c:v>
                </c:pt>
              </c:strCache>
            </c:strRef>
          </c:cat>
          <c:val>
            <c:numRef>
              <c:f>Sheet1!$E$2:$E$4</c:f>
              <c:numCache>
                <c:formatCode>General</c:formatCode>
                <c:ptCount val="3"/>
                <c:pt idx="0">
                  <c:v>0</c:v>
                </c:pt>
                <c:pt idx="1">
                  <c:v>60</c:v>
                </c:pt>
                <c:pt idx="2">
                  <c:v>100</c:v>
                </c:pt>
              </c:numCache>
            </c:numRef>
          </c:val>
          <c:extLst>
            <c:ext xmlns:c16="http://schemas.microsoft.com/office/drawing/2014/chart" uri="{C3380CC4-5D6E-409C-BE32-E72D297353CC}">
              <c16:uniqueId val="{00000027-9BE8-409E-A793-4ABF9313B5AD}"/>
            </c:ext>
          </c:extLst>
        </c:ser>
        <c:ser>
          <c:idx val="4"/>
          <c:order val="4"/>
          <c:tx>
            <c:strRef>
              <c:f>Sheet1!$F$1</c:f>
              <c:strCache>
                <c:ptCount val="1"/>
                <c:pt idx="0">
                  <c:v>Q42</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29-9BE8-409E-A793-4ABF9313B5AD}"/>
              </c:ext>
            </c:extLst>
          </c:dPt>
          <c:dPt>
            <c:idx val="1"/>
            <c:bubble3D val="0"/>
            <c:spPr>
              <a:noFill/>
              <a:ln w="63500">
                <a:solidFill>
                  <a:schemeClr val="bg1"/>
                </a:solidFill>
              </a:ln>
              <a:effectLst/>
            </c:spPr>
            <c:extLst>
              <c:ext xmlns:c16="http://schemas.microsoft.com/office/drawing/2014/chart" uri="{C3380CC4-5D6E-409C-BE32-E72D297353CC}">
                <c16:uniqueId val="{0000002B-9BE8-409E-A793-4ABF9313B5AD}"/>
              </c:ext>
            </c:extLst>
          </c:dPt>
          <c:dPt>
            <c:idx val="2"/>
            <c:bubble3D val="0"/>
            <c:spPr>
              <a:solidFill>
                <a:schemeClr val="accent6"/>
              </a:solidFill>
              <a:ln w="63500">
                <a:solidFill>
                  <a:schemeClr val="bg1"/>
                </a:solidFill>
              </a:ln>
              <a:effectLst/>
            </c:spPr>
            <c:extLst>
              <c:ext xmlns:c16="http://schemas.microsoft.com/office/drawing/2014/chart" uri="{C3380CC4-5D6E-409C-BE32-E72D297353CC}">
                <c16:uniqueId val="{0000002D-9BE8-409E-A793-4ABF9313B5AD}"/>
              </c:ext>
            </c:extLst>
          </c:dPt>
          <c:cat>
            <c:strRef>
              <c:f>Sheet1!$A$2:$A$4</c:f>
              <c:strCache>
                <c:ptCount val="3"/>
                <c:pt idx="0">
                  <c:v> </c:v>
                </c:pt>
                <c:pt idx="1">
                  <c:v>Label A</c:v>
                </c:pt>
                <c:pt idx="2">
                  <c:v>Label A</c:v>
                </c:pt>
              </c:strCache>
            </c:strRef>
          </c:cat>
          <c:val>
            <c:numRef>
              <c:f>Sheet1!$F$2:$F$4</c:f>
              <c:numCache>
                <c:formatCode>General</c:formatCode>
                <c:ptCount val="3"/>
                <c:pt idx="0">
                  <c:v>0</c:v>
                </c:pt>
                <c:pt idx="1">
                  <c:v>50</c:v>
                </c:pt>
                <c:pt idx="2">
                  <c:v>100</c:v>
                </c:pt>
              </c:numCache>
            </c:numRef>
          </c:val>
          <c:extLst>
            <c:ext xmlns:c16="http://schemas.microsoft.com/office/drawing/2014/chart" uri="{C3380CC4-5D6E-409C-BE32-E72D297353CC}">
              <c16:uniqueId val="{0000002E-9BE8-409E-A793-4ABF9313B5AD}"/>
            </c:ext>
          </c:extLst>
        </c:ser>
        <c:ser>
          <c:idx val="5"/>
          <c:order val="5"/>
          <c:tx>
            <c:strRef>
              <c:f>Sheet1!$G$1</c:f>
              <c:strCache>
                <c:ptCount val="1"/>
                <c:pt idx="0">
                  <c:v>Q43</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30-9BE8-409E-A793-4ABF9313B5AD}"/>
              </c:ext>
            </c:extLst>
          </c:dPt>
          <c:dPt>
            <c:idx val="1"/>
            <c:bubble3D val="0"/>
            <c:spPr>
              <a:noFill/>
              <a:ln w="63500">
                <a:solidFill>
                  <a:schemeClr val="bg1"/>
                </a:solidFill>
              </a:ln>
              <a:effectLst/>
            </c:spPr>
            <c:extLst>
              <c:ext xmlns:c16="http://schemas.microsoft.com/office/drawing/2014/chart" uri="{C3380CC4-5D6E-409C-BE32-E72D297353CC}">
                <c16:uniqueId val="{00000032-9BE8-409E-A793-4ABF9313B5AD}"/>
              </c:ext>
            </c:extLst>
          </c:dPt>
          <c:dPt>
            <c:idx val="2"/>
            <c:bubble3D val="0"/>
            <c:spPr>
              <a:solidFill>
                <a:schemeClr val="accent1"/>
              </a:solidFill>
              <a:ln w="63500">
                <a:solidFill>
                  <a:schemeClr val="bg1"/>
                </a:solidFill>
              </a:ln>
              <a:effectLst/>
            </c:spPr>
            <c:extLst>
              <c:ext xmlns:c16="http://schemas.microsoft.com/office/drawing/2014/chart" uri="{C3380CC4-5D6E-409C-BE32-E72D297353CC}">
                <c16:uniqueId val="{00000034-9BE8-409E-A793-4ABF9313B5AD}"/>
              </c:ext>
            </c:extLst>
          </c:dPt>
          <c:cat>
            <c:strRef>
              <c:f>Sheet1!$A$2:$A$4</c:f>
              <c:strCache>
                <c:ptCount val="3"/>
                <c:pt idx="0">
                  <c:v> </c:v>
                </c:pt>
                <c:pt idx="1">
                  <c:v>Label A</c:v>
                </c:pt>
                <c:pt idx="2">
                  <c:v>Label A</c:v>
                </c:pt>
              </c:strCache>
            </c:strRef>
          </c:cat>
          <c:val>
            <c:numRef>
              <c:f>Sheet1!$G$2:$G$4</c:f>
              <c:numCache>
                <c:formatCode>General</c:formatCode>
                <c:ptCount val="3"/>
                <c:pt idx="0">
                  <c:v>0</c:v>
                </c:pt>
                <c:pt idx="1">
                  <c:v>40</c:v>
                </c:pt>
                <c:pt idx="2">
                  <c:v>100</c:v>
                </c:pt>
              </c:numCache>
            </c:numRef>
          </c:val>
          <c:extLst>
            <c:ext xmlns:c16="http://schemas.microsoft.com/office/drawing/2014/chart" uri="{C3380CC4-5D6E-409C-BE32-E72D297353CC}">
              <c16:uniqueId val="{00000035-9BE8-409E-A793-4ABF9313B5AD}"/>
            </c:ext>
          </c:extLst>
        </c:ser>
        <c:ser>
          <c:idx val="6"/>
          <c:order val="6"/>
          <c:tx>
            <c:strRef>
              <c:f>Sheet1!$H$1</c:f>
              <c:strCache>
                <c:ptCount val="1"/>
                <c:pt idx="0">
                  <c:v>Q44</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37-9BE8-409E-A793-4ABF9313B5AD}"/>
              </c:ext>
            </c:extLst>
          </c:dPt>
          <c:dPt>
            <c:idx val="1"/>
            <c:bubble3D val="0"/>
            <c:spPr>
              <a:noFill/>
              <a:ln w="63500">
                <a:solidFill>
                  <a:schemeClr val="bg1"/>
                </a:solidFill>
              </a:ln>
              <a:effectLst/>
            </c:spPr>
            <c:extLst>
              <c:ext xmlns:c16="http://schemas.microsoft.com/office/drawing/2014/chart" uri="{C3380CC4-5D6E-409C-BE32-E72D297353CC}">
                <c16:uniqueId val="{00000039-9BE8-409E-A793-4ABF9313B5AD}"/>
              </c:ext>
            </c:extLst>
          </c:dPt>
          <c:dPt>
            <c:idx val="2"/>
            <c:bubble3D val="0"/>
            <c:spPr>
              <a:solidFill>
                <a:schemeClr val="accent6"/>
              </a:solidFill>
              <a:ln w="63500">
                <a:solidFill>
                  <a:schemeClr val="bg1"/>
                </a:solidFill>
              </a:ln>
              <a:effectLst/>
            </c:spPr>
            <c:extLst>
              <c:ext xmlns:c16="http://schemas.microsoft.com/office/drawing/2014/chart" uri="{C3380CC4-5D6E-409C-BE32-E72D297353CC}">
                <c16:uniqueId val="{0000003B-9BE8-409E-A793-4ABF9313B5AD}"/>
              </c:ext>
            </c:extLst>
          </c:dPt>
          <c:cat>
            <c:strRef>
              <c:f>Sheet1!$A$2:$A$4</c:f>
              <c:strCache>
                <c:ptCount val="3"/>
                <c:pt idx="0">
                  <c:v> </c:v>
                </c:pt>
                <c:pt idx="1">
                  <c:v>Label A</c:v>
                </c:pt>
                <c:pt idx="2">
                  <c:v>Label A</c:v>
                </c:pt>
              </c:strCache>
            </c:strRef>
          </c:cat>
          <c:val>
            <c:numRef>
              <c:f>Sheet1!$H$2:$H$4</c:f>
              <c:numCache>
                <c:formatCode>General</c:formatCode>
                <c:ptCount val="3"/>
                <c:pt idx="0">
                  <c:v>0</c:v>
                </c:pt>
                <c:pt idx="1">
                  <c:v>30</c:v>
                </c:pt>
                <c:pt idx="2">
                  <c:v>100</c:v>
                </c:pt>
              </c:numCache>
            </c:numRef>
          </c:val>
          <c:extLst>
            <c:ext xmlns:c16="http://schemas.microsoft.com/office/drawing/2014/chart" uri="{C3380CC4-5D6E-409C-BE32-E72D297353CC}">
              <c16:uniqueId val="{0000003C-9BE8-409E-A793-4ABF9313B5AD}"/>
            </c:ext>
          </c:extLst>
        </c:ser>
        <c:ser>
          <c:idx val="7"/>
          <c:order val="7"/>
          <c:tx>
            <c:strRef>
              <c:f>Sheet1!$I$1</c:f>
              <c:strCache>
                <c:ptCount val="1"/>
                <c:pt idx="0">
                  <c:v>Q45</c:v>
                </c:pt>
              </c:strCache>
            </c:strRef>
          </c:tx>
          <c:spPr>
            <a:ln>
              <a:solidFill>
                <a:schemeClr val="bg1"/>
              </a:solidFill>
            </a:ln>
          </c:spPr>
          <c:dPt>
            <c:idx val="0"/>
            <c:bubble3D val="0"/>
            <c:spPr>
              <a:solidFill>
                <a:schemeClr val="accent2"/>
              </a:solidFill>
              <a:ln>
                <a:solidFill>
                  <a:schemeClr val="bg1"/>
                </a:solidFill>
              </a:ln>
              <a:effectLst/>
            </c:spPr>
            <c:extLst>
              <c:ext xmlns:c16="http://schemas.microsoft.com/office/drawing/2014/chart" uri="{C3380CC4-5D6E-409C-BE32-E72D297353CC}">
                <c16:uniqueId val="{0000003E-9BE8-409E-A793-4ABF9313B5AD}"/>
              </c:ext>
            </c:extLst>
          </c:dPt>
          <c:dPt>
            <c:idx val="1"/>
            <c:bubble3D val="0"/>
            <c:spPr>
              <a:noFill/>
              <a:ln>
                <a:solidFill>
                  <a:schemeClr val="bg1"/>
                </a:solidFill>
              </a:ln>
              <a:effectLst/>
            </c:spPr>
            <c:extLst>
              <c:ext xmlns:c16="http://schemas.microsoft.com/office/drawing/2014/chart" uri="{C3380CC4-5D6E-409C-BE32-E72D297353CC}">
                <c16:uniqueId val="{00000040-9BE8-409E-A793-4ABF9313B5AD}"/>
              </c:ext>
            </c:extLst>
          </c:dPt>
          <c:dPt>
            <c:idx val="2"/>
            <c:bubble3D val="0"/>
            <c:spPr>
              <a:solidFill>
                <a:schemeClr val="accent6"/>
              </a:solidFill>
              <a:ln w="63500">
                <a:solidFill>
                  <a:schemeClr val="bg1"/>
                </a:solidFill>
              </a:ln>
              <a:effectLst/>
            </c:spPr>
            <c:extLst>
              <c:ext xmlns:c16="http://schemas.microsoft.com/office/drawing/2014/chart" uri="{C3380CC4-5D6E-409C-BE32-E72D297353CC}">
                <c16:uniqueId val="{00000042-9BE8-409E-A793-4ABF9313B5AD}"/>
              </c:ext>
            </c:extLst>
          </c:dPt>
          <c:cat>
            <c:strRef>
              <c:f>Sheet1!$A$2:$A$4</c:f>
              <c:strCache>
                <c:ptCount val="3"/>
                <c:pt idx="0">
                  <c:v> </c:v>
                </c:pt>
                <c:pt idx="1">
                  <c:v>Label A</c:v>
                </c:pt>
                <c:pt idx="2">
                  <c:v>Label A</c:v>
                </c:pt>
              </c:strCache>
            </c:strRef>
          </c:cat>
          <c:val>
            <c:numRef>
              <c:f>Sheet1!$I$2:$I$4</c:f>
              <c:numCache>
                <c:formatCode>General</c:formatCode>
                <c:ptCount val="3"/>
                <c:pt idx="0">
                  <c:v>0</c:v>
                </c:pt>
                <c:pt idx="1">
                  <c:v>20</c:v>
                </c:pt>
                <c:pt idx="2">
                  <c:v>100</c:v>
                </c:pt>
              </c:numCache>
            </c:numRef>
          </c:val>
          <c:extLst>
            <c:ext xmlns:c16="http://schemas.microsoft.com/office/drawing/2014/chart" uri="{C3380CC4-5D6E-409C-BE32-E72D297353CC}">
              <c16:uniqueId val="{00000043-9BE8-409E-A793-4ABF9313B5AD}"/>
            </c:ext>
          </c:extLst>
        </c:ser>
        <c:dLbls>
          <c:showLegendKey val="0"/>
          <c:showVal val="0"/>
          <c:showCatName val="0"/>
          <c:showSerName val="0"/>
          <c:showPercent val="0"/>
          <c:showBubbleSize val="0"/>
          <c:showLeaderLines val="0"/>
        </c:dLbls>
        <c:firstSliceAng val="0"/>
        <c:holeSize val="50"/>
      </c:doughnutChart>
      <c:spPr>
        <a:noFill/>
        <a:ln>
          <a:noFill/>
        </a:ln>
        <a:effectLst/>
      </c:spPr>
    </c:plotArea>
    <c:plotVisOnly val="1"/>
    <c:dispBlanksAs val="gap"/>
    <c:showDLblsOverMax val="0"/>
  </c:chart>
  <c:spPr>
    <a:noFill/>
    <a:ln w="9525" cap="flat" cmpd="sng" algn="ctr">
      <a:noFill/>
      <a:prstDash val="solid"/>
    </a:ln>
    <a:effectLst/>
  </c:spPr>
  <c:txPr>
    <a:bodyPr/>
    <a:lstStyle/>
    <a:p>
      <a:pPr>
        <a:defRPr>
          <a:latin typeface="Aptos" panose="020B0004020202020204" pitchFamily="34" charset="0"/>
        </a:defRPr>
      </a:pPr>
      <a:endParaRPr lang="en-US"/>
    </a:p>
  </c:txPr>
  <c:externalData r:id="rId2">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611111111111098E-2"/>
          <c:y val="5.6865757633954302E-2"/>
          <c:w val="0.90277777777777801"/>
          <c:h val="0.66056910569105698"/>
        </c:manualLayout>
      </c:layout>
      <c:doughnutChart>
        <c:varyColors val="1"/>
        <c:dLbls>
          <c:showLegendKey val="0"/>
          <c:showVal val="0"/>
          <c:showCatName val="0"/>
          <c:showSerName val="0"/>
          <c:showPercent val="0"/>
          <c:showBubbleSize val="0"/>
          <c:showLeaderLines val="0"/>
        </c:dLbls>
        <c:firstSliceAng val="0"/>
        <c:holeSize val="65"/>
      </c:doughnutChart>
    </c:plotArea>
    <c:legend>
      <c:legendPos val="b"/>
      <c:layout>
        <c:manualLayout>
          <c:xMode val="edge"/>
          <c:yMode val="edge"/>
          <c:x val="0.100157031238525"/>
          <c:y val="0.80626178466557097"/>
          <c:w val="0.79062787850604999"/>
          <c:h val="0.120220377138643"/>
        </c:manualLayout>
      </c:layout>
      <c:overlay val="0"/>
      <c:txPr>
        <a:bodyPr/>
        <a:lstStyle/>
        <a:p>
          <a:pPr>
            <a:defRPr sz="900">
              <a:solidFill>
                <a:schemeClr val="accent6"/>
              </a:solidFill>
            </a:defRPr>
          </a:pPr>
          <a:endParaRPr lang="en-US"/>
        </a:p>
      </c:txPr>
    </c:legend>
    <c:plotVisOnly val="1"/>
    <c:dispBlanksAs val="gap"/>
    <c:showDLblsOverMax val="0"/>
  </c:chart>
  <c:txPr>
    <a:bodyPr/>
    <a:lstStyle/>
    <a:p>
      <a:pPr>
        <a:defRPr sz="1800"/>
      </a:pPr>
      <a:endParaRPr lang="en-U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491723187439802E-3"/>
          <c:y val="0"/>
          <c:w val="0.975812078514109"/>
          <c:h val="0.63658134833150704"/>
        </c:manualLayout>
      </c:layout>
      <c:doughnutChart>
        <c:varyColors val="1"/>
        <c:ser>
          <c:idx val="0"/>
          <c:order val="0"/>
          <c:tx>
            <c:strRef>
              <c:f>Sheet1!$B$1</c:f>
              <c:strCache>
                <c:ptCount val="1"/>
                <c:pt idx="0">
                  <c:v>Title</c:v>
                </c:pt>
              </c:strCache>
            </c:strRef>
          </c:tx>
          <c:spPr>
            <a:ln>
              <a:noFill/>
            </a:ln>
          </c:spPr>
          <c:dPt>
            <c:idx val="0"/>
            <c:bubble3D val="0"/>
            <c:spPr>
              <a:solidFill>
                <a:schemeClr val="bg1">
                  <a:lumMod val="85000"/>
                </a:schemeClr>
              </a:solidFill>
              <a:ln w="19050">
                <a:noFill/>
              </a:ln>
              <a:effectLst/>
            </c:spPr>
            <c:extLst>
              <c:ext xmlns:c16="http://schemas.microsoft.com/office/drawing/2014/chart" uri="{C3380CC4-5D6E-409C-BE32-E72D297353CC}">
                <c16:uniqueId val="{00000001-FD56-4916-9D2B-C5B89C13E604}"/>
              </c:ext>
            </c:extLst>
          </c:dPt>
          <c:dPt>
            <c:idx val="1"/>
            <c:bubble3D val="0"/>
            <c:spPr>
              <a:solidFill>
                <a:schemeClr val="bg1">
                  <a:lumMod val="75000"/>
                </a:schemeClr>
              </a:solidFill>
              <a:ln w="19050">
                <a:noFill/>
              </a:ln>
              <a:effectLst/>
            </c:spPr>
            <c:extLst>
              <c:ext xmlns:c16="http://schemas.microsoft.com/office/drawing/2014/chart" uri="{C3380CC4-5D6E-409C-BE32-E72D297353CC}">
                <c16:uniqueId val="{00000003-FD56-4916-9D2B-C5B89C13E604}"/>
              </c:ext>
            </c:extLst>
          </c:dPt>
          <c:dPt>
            <c:idx val="2"/>
            <c:bubble3D val="0"/>
            <c:spPr>
              <a:solidFill>
                <a:schemeClr val="bg1">
                  <a:lumMod val="65000"/>
                </a:schemeClr>
              </a:solidFill>
              <a:ln w="19050">
                <a:noFill/>
              </a:ln>
              <a:effectLst/>
            </c:spPr>
            <c:extLst>
              <c:ext xmlns:c16="http://schemas.microsoft.com/office/drawing/2014/chart" uri="{C3380CC4-5D6E-409C-BE32-E72D297353CC}">
                <c16:uniqueId val="{00000005-FD56-4916-9D2B-C5B89C13E604}"/>
              </c:ext>
            </c:extLst>
          </c:dPt>
          <c:dPt>
            <c:idx val="3"/>
            <c:bubble3D val="0"/>
            <c:spPr>
              <a:solidFill>
                <a:schemeClr val="bg1">
                  <a:lumMod val="50000"/>
                </a:schemeClr>
              </a:solidFill>
              <a:ln w="19050">
                <a:noFill/>
              </a:ln>
              <a:effectLst/>
            </c:spPr>
            <c:extLst>
              <c:ext xmlns:c16="http://schemas.microsoft.com/office/drawing/2014/chart" uri="{C3380CC4-5D6E-409C-BE32-E72D297353CC}">
                <c16:uniqueId val="{00000007-FD56-4916-9D2B-C5B89C13E604}"/>
              </c:ext>
            </c:extLst>
          </c:dPt>
          <c:dPt>
            <c:idx val="4"/>
            <c:bubble3D val="0"/>
            <c:spPr>
              <a:solidFill>
                <a:schemeClr val="accent3"/>
              </a:solidFill>
              <a:ln w="19050">
                <a:noFill/>
              </a:ln>
              <a:effectLst/>
            </c:spPr>
            <c:extLst>
              <c:ext xmlns:c16="http://schemas.microsoft.com/office/drawing/2014/chart" uri="{C3380CC4-5D6E-409C-BE32-E72D297353CC}">
                <c16:uniqueId val="{00000009-FD56-4916-9D2B-C5B89C13E604}"/>
              </c:ext>
            </c:extLst>
          </c:dPt>
          <c:dPt>
            <c:idx val="5"/>
            <c:bubble3D val="0"/>
            <c:spPr>
              <a:solidFill>
                <a:schemeClr val="bg1">
                  <a:lumMod val="95000"/>
                </a:schemeClr>
              </a:solidFill>
              <a:ln w="19050">
                <a:noFill/>
              </a:ln>
              <a:effectLst/>
            </c:spPr>
            <c:extLst>
              <c:ext xmlns:c16="http://schemas.microsoft.com/office/drawing/2014/chart" uri="{C3380CC4-5D6E-409C-BE32-E72D297353CC}">
                <c16:uniqueId val="{0000000B-FD56-4916-9D2B-C5B89C13E604}"/>
              </c:ext>
            </c:extLst>
          </c:dPt>
          <c:dPt>
            <c:idx val="6"/>
            <c:bubble3D val="0"/>
            <c:spPr>
              <a:solidFill>
                <a:schemeClr val="accent1">
                  <a:lumMod val="60000"/>
                </a:schemeClr>
              </a:solidFill>
              <a:ln w="19050">
                <a:noFill/>
              </a:ln>
              <a:effectLst/>
            </c:spPr>
            <c:extLst>
              <c:ext xmlns:c16="http://schemas.microsoft.com/office/drawing/2014/chart" uri="{C3380CC4-5D6E-409C-BE32-E72D297353CC}">
                <c16:uniqueId val="{0000000D-FD56-4916-9D2B-C5B89C13E604}"/>
              </c:ext>
            </c:extLst>
          </c:dPt>
          <c:dLbls>
            <c:dLbl>
              <c:idx val="0"/>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tx1"/>
                      </a:solidFill>
                      <a:latin typeface="Aptos" panose="020B0004020202020204" pitchFamily="34" charset="0"/>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1-FD56-4916-9D2B-C5B89C13E604}"/>
                </c:ext>
              </c:extLst>
            </c:dLbl>
            <c:dLbl>
              <c:idx val="1"/>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tx1"/>
                      </a:solidFill>
                      <a:latin typeface="Aptos" panose="020B0004020202020204" pitchFamily="34" charset="0"/>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3-FD56-4916-9D2B-C5B89C13E604}"/>
                </c:ext>
              </c:extLst>
            </c:dLbl>
            <c:dLbl>
              <c:idx val="5"/>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tx1"/>
                      </a:solidFill>
                      <a:latin typeface="Aptos" panose="020B0004020202020204" pitchFamily="34" charset="0"/>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B-FD56-4916-9D2B-C5B89C13E604}"/>
                </c:ext>
              </c:extLst>
            </c:dLbl>
            <c:dLbl>
              <c:idx val="6"/>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FD56-4916-9D2B-C5B89C13E604}"/>
                </c:ext>
              </c:extLst>
            </c:dLbl>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bg1"/>
                    </a:solidFill>
                    <a:latin typeface="Aptos" panose="020B00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wedgeRectCallout">
                    <a:avLst/>
                  </a:prstGeom>
                </c15:spPr>
              </c:ext>
            </c:extLst>
          </c:dLbls>
          <c:cat>
            <c:strRef>
              <c:f>Sheet1!$A$2:$A$8</c:f>
              <c:strCache>
                <c:ptCount val="6"/>
                <c:pt idx="0">
                  <c:v>Label 1</c:v>
                </c:pt>
                <c:pt idx="1">
                  <c:v>Label 2</c:v>
                </c:pt>
                <c:pt idx="2">
                  <c:v>Label 3</c:v>
                </c:pt>
                <c:pt idx="3">
                  <c:v>Label 4</c:v>
                </c:pt>
                <c:pt idx="4">
                  <c:v>Label 5</c:v>
                </c:pt>
                <c:pt idx="5">
                  <c:v>Label 6</c:v>
                </c:pt>
              </c:strCache>
            </c:strRef>
          </c:cat>
          <c:val>
            <c:numRef>
              <c:f>Sheet1!$B$2:$B$8</c:f>
              <c:numCache>
                <c:formatCode>General</c:formatCode>
                <c:ptCount val="7"/>
                <c:pt idx="0">
                  <c:v>15</c:v>
                </c:pt>
                <c:pt idx="1">
                  <c:v>27</c:v>
                </c:pt>
                <c:pt idx="2">
                  <c:v>21</c:v>
                </c:pt>
                <c:pt idx="3">
                  <c:v>5</c:v>
                </c:pt>
                <c:pt idx="4">
                  <c:v>21</c:v>
                </c:pt>
                <c:pt idx="5">
                  <c:v>11</c:v>
                </c:pt>
              </c:numCache>
            </c:numRef>
          </c:val>
          <c:extLst>
            <c:ext xmlns:c16="http://schemas.microsoft.com/office/drawing/2014/chart" uri="{C3380CC4-5D6E-409C-BE32-E72D297353CC}">
              <c16:uniqueId val="{0000000E-FD56-4916-9D2B-C5B89C13E604}"/>
            </c:ext>
          </c:extLst>
        </c:ser>
        <c:dLbls>
          <c:showLegendKey val="0"/>
          <c:showVal val="0"/>
          <c:showCatName val="0"/>
          <c:showSerName val="0"/>
          <c:showPercent val="0"/>
          <c:showBubbleSize val="0"/>
          <c:showLeaderLines val="0"/>
        </c:dLbls>
        <c:firstSliceAng val="0"/>
        <c:holeSize val="67"/>
      </c:doughnutChart>
      <c:spPr>
        <a:noFill/>
        <a:ln>
          <a:noFill/>
        </a:ln>
        <a:effectLst/>
      </c:spPr>
    </c:plotArea>
    <c:legend>
      <c:legendPos val="b"/>
      <c:legendEntry>
        <c:idx val="6"/>
        <c:delete val="1"/>
      </c:legendEntry>
      <c:layout>
        <c:manualLayout>
          <c:xMode val="edge"/>
          <c:yMode val="edge"/>
          <c:x val="0"/>
          <c:y val="0.68970120468967999"/>
          <c:w val="0.99451393095093898"/>
          <c:h val="0.13131031249476799"/>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lumMod val="65000"/>
                  <a:lumOff val="35000"/>
                </a:schemeClr>
              </a:solidFill>
              <a:latin typeface="Aptos" panose="020B0004020202020204" pitchFamily="34" charset="0"/>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8564593301435399"/>
          <c:h val="0.64299656750628298"/>
        </c:manualLayout>
      </c:layout>
      <c:doughnutChart>
        <c:varyColors val="1"/>
        <c:ser>
          <c:idx val="0"/>
          <c:order val="0"/>
          <c:tx>
            <c:strRef>
              <c:f>Sheet1!$B$1</c:f>
              <c:strCache>
                <c:ptCount val="1"/>
                <c:pt idx="0">
                  <c:v>Title</c:v>
                </c:pt>
              </c:strCache>
            </c:strRef>
          </c:tx>
          <c:spPr>
            <a:ln>
              <a:noFill/>
            </a:ln>
          </c:spPr>
          <c:dPt>
            <c:idx val="0"/>
            <c:bubble3D val="0"/>
            <c:spPr>
              <a:solidFill>
                <a:schemeClr val="bg1">
                  <a:lumMod val="85000"/>
                </a:schemeClr>
              </a:solidFill>
              <a:ln w="19050">
                <a:noFill/>
              </a:ln>
              <a:effectLst/>
            </c:spPr>
            <c:extLst>
              <c:ext xmlns:c16="http://schemas.microsoft.com/office/drawing/2014/chart" uri="{C3380CC4-5D6E-409C-BE32-E72D297353CC}">
                <c16:uniqueId val="{00000001-215F-4AC4-9FBC-FE4A51EA6EA3}"/>
              </c:ext>
            </c:extLst>
          </c:dPt>
          <c:dPt>
            <c:idx val="1"/>
            <c:bubble3D val="0"/>
            <c:spPr>
              <a:solidFill>
                <a:schemeClr val="accent5"/>
              </a:solidFill>
              <a:ln w="19050">
                <a:noFill/>
              </a:ln>
              <a:effectLst/>
            </c:spPr>
            <c:extLst>
              <c:ext xmlns:c16="http://schemas.microsoft.com/office/drawing/2014/chart" uri="{C3380CC4-5D6E-409C-BE32-E72D297353CC}">
                <c16:uniqueId val="{00000003-215F-4AC4-9FBC-FE4A51EA6EA3}"/>
              </c:ext>
            </c:extLst>
          </c:dPt>
          <c:dPt>
            <c:idx val="2"/>
            <c:bubble3D val="0"/>
            <c:spPr>
              <a:solidFill>
                <a:schemeClr val="bg1">
                  <a:lumMod val="65000"/>
                </a:schemeClr>
              </a:solidFill>
              <a:ln w="19050">
                <a:noFill/>
              </a:ln>
              <a:effectLst/>
            </c:spPr>
            <c:extLst>
              <c:ext xmlns:c16="http://schemas.microsoft.com/office/drawing/2014/chart" uri="{C3380CC4-5D6E-409C-BE32-E72D297353CC}">
                <c16:uniqueId val="{00000005-215F-4AC4-9FBC-FE4A51EA6EA3}"/>
              </c:ext>
            </c:extLst>
          </c:dPt>
          <c:dPt>
            <c:idx val="3"/>
            <c:bubble3D val="0"/>
            <c:spPr>
              <a:solidFill>
                <a:schemeClr val="bg1">
                  <a:lumMod val="50000"/>
                </a:schemeClr>
              </a:solidFill>
              <a:ln w="19050">
                <a:noFill/>
              </a:ln>
              <a:effectLst/>
            </c:spPr>
            <c:extLst>
              <c:ext xmlns:c16="http://schemas.microsoft.com/office/drawing/2014/chart" uri="{C3380CC4-5D6E-409C-BE32-E72D297353CC}">
                <c16:uniqueId val="{00000007-215F-4AC4-9FBC-FE4A51EA6EA3}"/>
              </c:ext>
            </c:extLst>
          </c:dPt>
          <c:dPt>
            <c:idx val="4"/>
            <c:bubble3D val="0"/>
            <c:spPr>
              <a:solidFill>
                <a:schemeClr val="accent6">
                  <a:lumMod val="75000"/>
                </a:schemeClr>
              </a:solidFill>
              <a:ln w="19050">
                <a:noFill/>
              </a:ln>
              <a:effectLst/>
            </c:spPr>
            <c:extLst>
              <c:ext xmlns:c16="http://schemas.microsoft.com/office/drawing/2014/chart" uri="{C3380CC4-5D6E-409C-BE32-E72D297353CC}">
                <c16:uniqueId val="{00000009-215F-4AC4-9FBC-FE4A51EA6EA3}"/>
              </c:ext>
            </c:extLst>
          </c:dPt>
          <c:dPt>
            <c:idx val="5"/>
            <c:bubble3D val="0"/>
            <c:spPr>
              <a:solidFill>
                <a:schemeClr val="bg1">
                  <a:lumMod val="95000"/>
                </a:schemeClr>
              </a:solidFill>
              <a:ln w="19050">
                <a:noFill/>
              </a:ln>
              <a:effectLst/>
            </c:spPr>
            <c:extLst>
              <c:ext xmlns:c16="http://schemas.microsoft.com/office/drawing/2014/chart" uri="{C3380CC4-5D6E-409C-BE32-E72D297353CC}">
                <c16:uniqueId val="{0000000B-215F-4AC4-9FBC-FE4A51EA6EA3}"/>
              </c:ext>
            </c:extLst>
          </c:dPt>
          <c:dLbls>
            <c:dLbl>
              <c:idx val="1"/>
              <c:numFmt formatCode="General" sourceLinked="0"/>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bg1"/>
                      </a:solidFill>
                      <a:latin typeface="Aptos" panose="020B0004020202020204" pitchFamily="34" charset="0"/>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3-215F-4AC4-9FBC-FE4A51EA6EA3}"/>
                </c:ext>
              </c:extLst>
            </c:dLbl>
            <c:dLbl>
              <c:idx val="2"/>
              <c:numFmt formatCode="General" sourceLinked="0"/>
              <c:spPr>
                <a:noFill/>
                <a:ln>
                  <a:noFill/>
                </a:ln>
                <a:effectLst/>
              </c:spPr>
              <c:txPr>
                <a:bodyPr rot="0" spcFirstLastPara="1" vertOverflow="clip" horzOverflow="clip" vert="horz" wrap="square" lIns="38100" tIns="19050" rIns="38100" bIns="19050" anchor="ctr" anchorCtr="0">
                  <a:spAutoFit/>
                </a:bodyPr>
                <a:lstStyle/>
                <a:p>
                  <a:pPr algn="l">
                    <a:defRPr sz="1000" b="0" i="0" u="none" strike="noStrike" kern="1200" baseline="0">
                      <a:solidFill>
                        <a:schemeClr val="bg1"/>
                      </a:solidFill>
                      <a:latin typeface="Aptos" panose="020B0004020202020204" pitchFamily="34" charset="0"/>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5-215F-4AC4-9FBC-FE4A51EA6EA3}"/>
                </c:ext>
              </c:extLst>
            </c:dLbl>
            <c:dLbl>
              <c:idx val="3"/>
              <c:numFmt formatCode="General" sourceLinked="0"/>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bg1"/>
                      </a:solidFill>
                      <a:latin typeface="Aptos" panose="020B0004020202020204" pitchFamily="34" charset="0"/>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7-215F-4AC4-9FBC-FE4A51EA6EA3}"/>
                </c:ext>
              </c:extLst>
            </c:dLbl>
            <c:dLbl>
              <c:idx val="4"/>
              <c:numFmt formatCode="General" sourceLinked="0"/>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bg1"/>
                      </a:solidFill>
                      <a:latin typeface="Aptos" panose="020B0004020202020204" pitchFamily="34" charset="0"/>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9-215F-4AC4-9FBC-FE4A51EA6EA3}"/>
                </c:ext>
              </c:extLst>
            </c:dLbl>
            <c:numFmt formatCode="General" sourceLinked="0"/>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dk1">
                        <a:lumMod val="65000"/>
                        <a:lumOff val="35000"/>
                      </a:schemeClr>
                    </a:solidFill>
                    <a:latin typeface="Aptos" panose="020B00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wedgeRectCallout">
                    <a:avLst/>
                  </a:prstGeom>
                </c15:spPr>
              </c:ext>
            </c:extLst>
          </c:dLbls>
          <c:cat>
            <c:strRef>
              <c:f>Sheet1!$A$2:$A$7</c:f>
              <c:strCache>
                <c:ptCount val="6"/>
                <c:pt idx="0">
                  <c:v>Label 1</c:v>
                </c:pt>
                <c:pt idx="1">
                  <c:v>Label 2</c:v>
                </c:pt>
                <c:pt idx="2">
                  <c:v>Label 3</c:v>
                </c:pt>
                <c:pt idx="3">
                  <c:v>Label 4</c:v>
                </c:pt>
                <c:pt idx="4">
                  <c:v>Label 5</c:v>
                </c:pt>
                <c:pt idx="5">
                  <c:v>Label 6</c:v>
                </c:pt>
              </c:strCache>
            </c:strRef>
          </c:cat>
          <c:val>
            <c:numRef>
              <c:f>Sheet1!$B$2:$B$7</c:f>
              <c:numCache>
                <c:formatCode>General</c:formatCode>
                <c:ptCount val="6"/>
                <c:pt idx="0">
                  <c:v>15</c:v>
                </c:pt>
                <c:pt idx="1">
                  <c:v>27</c:v>
                </c:pt>
                <c:pt idx="2">
                  <c:v>21</c:v>
                </c:pt>
                <c:pt idx="3">
                  <c:v>5</c:v>
                </c:pt>
                <c:pt idx="4">
                  <c:v>21</c:v>
                </c:pt>
                <c:pt idx="5">
                  <c:v>11</c:v>
                </c:pt>
              </c:numCache>
            </c:numRef>
          </c:val>
          <c:extLst>
            <c:ext xmlns:c16="http://schemas.microsoft.com/office/drawing/2014/chart" uri="{C3380CC4-5D6E-409C-BE32-E72D297353CC}">
              <c16:uniqueId val="{0000000C-215F-4AC4-9FBC-FE4A51EA6EA3}"/>
            </c:ext>
          </c:extLst>
        </c:ser>
        <c:dLbls>
          <c:showLegendKey val="0"/>
          <c:showVal val="0"/>
          <c:showCatName val="0"/>
          <c:showSerName val="0"/>
          <c:showPercent val="0"/>
          <c:showBubbleSize val="0"/>
          <c:showLeaderLines val="0"/>
        </c:dLbls>
        <c:firstSliceAng val="0"/>
        <c:holeSize val="67"/>
      </c:doughnutChart>
      <c:spPr>
        <a:noFill/>
        <a:ln>
          <a:noFill/>
        </a:ln>
        <a:effectLst/>
      </c:spPr>
    </c:plotArea>
    <c:legend>
      <c:legendPos val="b"/>
      <c:layout>
        <c:manualLayout>
          <c:xMode val="edge"/>
          <c:yMode val="edge"/>
          <c:x val="0"/>
          <c:y val="0.69936693285896001"/>
          <c:w val="0.99535508420299101"/>
          <c:h val="0.113285885855107"/>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lumMod val="65000"/>
                  <a:lumOff val="35000"/>
                </a:schemeClr>
              </a:solidFill>
              <a:latin typeface="Aptos" panose="020B0004020202020204" pitchFamily="34" charset="0"/>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3.22190938976021E-3"/>
          <c:w val="0.99043062200956899"/>
          <c:h val="0.64611791006699304"/>
        </c:manualLayout>
      </c:layout>
      <c:doughnutChart>
        <c:varyColors val="1"/>
        <c:ser>
          <c:idx val="0"/>
          <c:order val="0"/>
          <c:tx>
            <c:strRef>
              <c:f>Sheet1!$B$1</c:f>
              <c:strCache>
                <c:ptCount val="1"/>
                <c:pt idx="0">
                  <c:v>Title</c:v>
                </c:pt>
              </c:strCache>
            </c:strRef>
          </c:tx>
          <c:spPr>
            <a:ln>
              <a:noFill/>
            </a:ln>
          </c:spPr>
          <c:dPt>
            <c:idx val="0"/>
            <c:bubble3D val="0"/>
            <c:spPr>
              <a:solidFill>
                <a:schemeClr val="accent6"/>
              </a:solidFill>
              <a:ln w="19050">
                <a:noFill/>
              </a:ln>
              <a:effectLst/>
            </c:spPr>
            <c:extLst>
              <c:ext xmlns:c16="http://schemas.microsoft.com/office/drawing/2014/chart" uri="{C3380CC4-5D6E-409C-BE32-E72D297353CC}">
                <c16:uniqueId val="{00000001-15AC-45E9-885E-6BD74623B93F}"/>
              </c:ext>
            </c:extLst>
          </c:dPt>
          <c:dPt>
            <c:idx val="1"/>
            <c:bubble3D val="0"/>
            <c:spPr>
              <a:solidFill>
                <a:schemeClr val="bg1">
                  <a:lumMod val="75000"/>
                </a:schemeClr>
              </a:solidFill>
              <a:ln w="19050">
                <a:noFill/>
              </a:ln>
              <a:effectLst/>
            </c:spPr>
            <c:extLst>
              <c:ext xmlns:c16="http://schemas.microsoft.com/office/drawing/2014/chart" uri="{C3380CC4-5D6E-409C-BE32-E72D297353CC}">
                <c16:uniqueId val="{00000003-15AC-45E9-885E-6BD74623B93F}"/>
              </c:ext>
            </c:extLst>
          </c:dPt>
          <c:dPt>
            <c:idx val="2"/>
            <c:bubble3D val="0"/>
            <c:spPr>
              <a:solidFill>
                <a:schemeClr val="bg1">
                  <a:lumMod val="65000"/>
                </a:schemeClr>
              </a:solidFill>
              <a:ln w="19050">
                <a:noFill/>
              </a:ln>
              <a:effectLst/>
            </c:spPr>
            <c:extLst>
              <c:ext xmlns:c16="http://schemas.microsoft.com/office/drawing/2014/chart" uri="{C3380CC4-5D6E-409C-BE32-E72D297353CC}">
                <c16:uniqueId val="{00000005-15AC-45E9-885E-6BD74623B93F}"/>
              </c:ext>
            </c:extLst>
          </c:dPt>
          <c:dPt>
            <c:idx val="3"/>
            <c:bubble3D val="0"/>
            <c:spPr>
              <a:solidFill>
                <a:schemeClr val="bg1">
                  <a:lumMod val="50000"/>
                </a:schemeClr>
              </a:solidFill>
              <a:ln w="19050">
                <a:noFill/>
              </a:ln>
              <a:effectLst/>
            </c:spPr>
            <c:extLst>
              <c:ext xmlns:c16="http://schemas.microsoft.com/office/drawing/2014/chart" uri="{C3380CC4-5D6E-409C-BE32-E72D297353CC}">
                <c16:uniqueId val="{00000007-15AC-45E9-885E-6BD74623B93F}"/>
              </c:ext>
            </c:extLst>
          </c:dPt>
          <c:dPt>
            <c:idx val="4"/>
            <c:bubble3D val="0"/>
            <c:spPr>
              <a:solidFill>
                <a:schemeClr val="accent6">
                  <a:lumMod val="75000"/>
                </a:schemeClr>
              </a:solidFill>
              <a:ln w="19050">
                <a:noFill/>
              </a:ln>
              <a:effectLst/>
            </c:spPr>
            <c:extLst>
              <c:ext xmlns:c16="http://schemas.microsoft.com/office/drawing/2014/chart" uri="{C3380CC4-5D6E-409C-BE32-E72D297353CC}">
                <c16:uniqueId val="{00000009-15AC-45E9-885E-6BD74623B93F}"/>
              </c:ext>
            </c:extLst>
          </c:dPt>
          <c:dPt>
            <c:idx val="5"/>
            <c:bubble3D val="0"/>
            <c:spPr>
              <a:solidFill>
                <a:schemeClr val="bg1">
                  <a:lumMod val="95000"/>
                </a:schemeClr>
              </a:solidFill>
              <a:ln w="19050">
                <a:noFill/>
              </a:ln>
              <a:effectLst/>
            </c:spPr>
            <c:extLst>
              <c:ext xmlns:c16="http://schemas.microsoft.com/office/drawing/2014/chart" uri="{C3380CC4-5D6E-409C-BE32-E72D297353CC}">
                <c16:uniqueId val="{0000000B-15AC-45E9-885E-6BD74623B93F}"/>
              </c:ext>
            </c:extLst>
          </c:dPt>
          <c:dLbls>
            <c:dLbl>
              <c:idx val="0"/>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bg1"/>
                      </a:solidFill>
                      <a:latin typeface="Aptos" panose="020B0004020202020204" pitchFamily="34" charset="0"/>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1-15AC-45E9-885E-6BD74623B93F}"/>
                </c:ext>
              </c:extLst>
            </c:dLbl>
            <c:dLbl>
              <c:idx val="2"/>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bg1"/>
                      </a:solidFill>
                      <a:latin typeface="Aptos" panose="020B0004020202020204" pitchFamily="34" charset="0"/>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5-15AC-45E9-885E-6BD74623B93F}"/>
                </c:ext>
              </c:extLst>
            </c:dLbl>
            <c:dLbl>
              <c:idx val="3"/>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bg1"/>
                      </a:solidFill>
                      <a:latin typeface="Aptos" panose="020B0004020202020204" pitchFamily="34" charset="0"/>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7-15AC-45E9-885E-6BD74623B93F}"/>
                </c:ext>
              </c:extLst>
            </c:dLbl>
            <c:dLbl>
              <c:idx val="4"/>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bg1"/>
                      </a:solidFill>
                      <a:latin typeface="Aptos" panose="020B0004020202020204" pitchFamily="34" charset="0"/>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9-15AC-45E9-885E-6BD74623B93F}"/>
                </c:ext>
              </c:extLst>
            </c:dLbl>
            <c:spPr>
              <a:noFill/>
              <a:ln>
                <a:no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dk1">
                        <a:lumMod val="65000"/>
                        <a:lumOff val="35000"/>
                      </a:schemeClr>
                    </a:solidFill>
                    <a:latin typeface="Aptos" panose="020B00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wedgeRectCallout">
                    <a:avLst/>
                  </a:prstGeom>
                </c15:spPr>
              </c:ext>
            </c:extLst>
          </c:dLbls>
          <c:cat>
            <c:strRef>
              <c:f>Sheet1!$A$2:$A$7</c:f>
              <c:strCache>
                <c:ptCount val="6"/>
                <c:pt idx="0">
                  <c:v>Label 1</c:v>
                </c:pt>
                <c:pt idx="1">
                  <c:v>Label 2</c:v>
                </c:pt>
                <c:pt idx="2">
                  <c:v>Label 3</c:v>
                </c:pt>
                <c:pt idx="3">
                  <c:v>Label 4</c:v>
                </c:pt>
                <c:pt idx="4">
                  <c:v>Label 5</c:v>
                </c:pt>
                <c:pt idx="5">
                  <c:v>Label 6</c:v>
                </c:pt>
              </c:strCache>
            </c:strRef>
          </c:cat>
          <c:val>
            <c:numRef>
              <c:f>Sheet1!$B$2:$B$7</c:f>
              <c:numCache>
                <c:formatCode>General</c:formatCode>
                <c:ptCount val="6"/>
                <c:pt idx="0">
                  <c:v>15</c:v>
                </c:pt>
                <c:pt idx="1">
                  <c:v>27</c:v>
                </c:pt>
                <c:pt idx="2">
                  <c:v>21</c:v>
                </c:pt>
                <c:pt idx="3">
                  <c:v>5</c:v>
                </c:pt>
                <c:pt idx="4">
                  <c:v>21</c:v>
                </c:pt>
                <c:pt idx="5">
                  <c:v>11</c:v>
                </c:pt>
              </c:numCache>
            </c:numRef>
          </c:val>
          <c:extLst>
            <c:ext xmlns:c16="http://schemas.microsoft.com/office/drawing/2014/chart" uri="{C3380CC4-5D6E-409C-BE32-E72D297353CC}">
              <c16:uniqueId val="{0000000C-15AC-45E9-885E-6BD74623B93F}"/>
            </c:ext>
          </c:extLst>
        </c:ser>
        <c:dLbls>
          <c:showLegendKey val="0"/>
          <c:showVal val="0"/>
          <c:showCatName val="0"/>
          <c:showSerName val="0"/>
          <c:showPercent val="0"/>
          <c:showBubbleSize val="0"/>
          <c:showLeaderLines val="0"/>
        </c:dLbls>
        <c:firstSliceAng val="0"/>
        <c:holeSize val="67"/>
      </c:doughnutChart>
      <c:spPr>
        <a:noFill/>
        <a:ln>
          <a:noFill/>
        </a:ln>
        <a:effectLst/>
      </c:spPr>
    </c:plotArea>
    <c:legend>
      <c:legendPos val="b"/>
      <c:layout>
        <c:manualLayout>
          <c:xMode val="edge"/>
          <c:yMode val="edge"/>
          <c:x val="0"/>
          <c:y val="0.70258884224871998"/>
          <c:w val="0.99534751665657195"/>
          <c:h val="0.103620157685827"/>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lumMod val="65000"/>
                  <a:lumOff val="35000"/>
                </a:schemeClr>
              </a:solidFill>
              <a:latin typeface="Aptos" panose="020B0004020202020204" pitchFamily="34" charset="0"/>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00" b="0" i="0" u="none" strike="noStrike" kern="1200" spc="0" baseline="0">
                <a:solidFill>
                  <a:srgbClr val="BBBCBC"/>
                </a:solidFill>
                <a:latin typeface="Aptos" panose="020B0004020202020204" pitchFamily="34" charset="0"/>
                <a:ea typeface="+mn-ea"/>
                <a:cs typeface="+mn-cs"/>
              </a:defRPr>
            </a:pPr>
            <a:r>
              <a:rPr lang="en-US" sz="1800" dirty="0">
                <a:solidFill>
                  <a:srgbClr val="BBBCBC"/>
                </a:solidFill>
                <a:latin typeface="Aptos" panose="020B0004020202020204" pitchFamily="34" charset="0"/>
              </a:rPr>
              <a:t>Title</a:t>
            </a:r>
            <a:r>
              <a:rPr lang="en-US" sz="1800" baseline="0" dirty="0">
                <a:solidFill>
                  <a:srgbClr val="BBBCBC"/>
                </a:solidFill>
                <a:latin typeface="Aptos" panose="020B0004020202020204" pitchFamily="34" charset="0"/>
              </a:rPr>
              <a:t> 01</a:t>
            </a:r>
            <a:endParaRPr lang="en-US" sz="1800" dirty="0">
              <a:solidFill>
                <a:srgbClr val="BBBCBC"/>
              </a:solidFill>
              <a:latin typeface="Aptos" panose="020B0004020202020204" pitchFamily="34" charset="0"/>
            </a:endParaRPr>
          </a:p>
        </c:rich>
      </c:tx>
      <c:layout>
        <c:manualLayout>
          <c:xMode val="edge"/>
          <c:yMode val="edge"/>
          <c:x val="0.38724411403340897"/>
          <c:y val="0.71790873872090866"/>
        </c:manualLayout>
      </c:layout>
      <c:overlay val="0"/>
      <c:spPr>
        <a:noFill/>
        <a:ln>
          <a:noFill/>
        </a:ln>
        <a:effectLst/>
      </c:spPr>
      <c:txPr>
        <a:bodyPr rot="0" spcFirstLastPara="1" vertOverflow="ellipsis" vert="horz" wrap="square" anchor="ctr" anchorCtr="1"/>
        <a:lstStyle/>
        <a:p>
          <a:pPr>
            <a:defRPr sz="1800" b="0" i="0" u="none" strike="noStrike" kern="1200" spc="0" baseline="0">
              <a:solidFill>
                <a:srgbClr val="BBBCBC"/>
              </a:solidFill>
              <a:latin typeface="Aptos" panose="020B0004020202020204" pitchFamily="34" charset="0"/>
              <a:ea typeface="+mn-ea"/>
              <a:cs typeface="+mn-cs"/>
            </a:defRPr>
          </a:pPr>
          <a:endParaRPr lang="en-US"/>
        </a:p>
      </c:txPr>
    </c:title>
    <c:autoTitleDeleted val="0"/>
    <c:plotArea>
      <c:layout>
        <c:manualLayout>
          <c:layoutTarget val="inner"/>
          <c:xMode val="edge"/>
          <c:yMode val="edge"/>
          <c:x val="5.2884615384615398E-2"/>
          <c:y val="0.102380773316306"/>
          <c:w val="0.89423076923076905"/>
          <c:h val="0.58056971629208098"/>
        </c:manualLayout>
      </c:layout>
      <c:doughnutChart>
        <c:varyColors val="1"/>
        <c:ser>
          <c:idx val="0"/>
          <c:order val="0"/>
          <c:tx>
            <c:strRef>
              <c:f>Sheet1!$B$1</c:f>
              <c:strCache>
                <c:ptCount val="1"/>
                <c:pt idx="0">
                  <c:v>Sales</c:v>
                </c:pt>
              </c:strCache>
            </c:strRef>
          </c:tx>
          <c:spPr>
            <a:ln>
              <a:noFill/>
            </a:ln>
          </c:spPr>
          <c:dPt>
            <c:idx val="0"/>
            <c:bubble3D val="0"/>
            <c:spPr>
              <a:solidFill>
                <a:schemeClr val="accent3"/>
              </a:solidFill>
              <a:ln w="19050">
                <a:noFill/>
              </a:ln>
              <a:effectLst/>
            </c:spPr>
            <c:extLst>
              <c:ext xmlns:c16="http://schemas.microsoft.com/office/drawing/2014/chart" uri="{C3380CC4-5D6E-409C-BE32-E72D297353CC}">
                <c16:uniqueId val="{00000001-95F1-4260-B279-E552471124F2}"/>
              </c:ext>
            </c:extLst>
          </c:dPt>
          <c:dPt>
            <c:idx val="1"/>
            <c:bubble3D val="0"/>
            <c:spPr>
              <a:solidFill>
                <a:schemeClr val="tx2"/>
              </a:solidFill>
              <a:ln w="19050">
                <a:noFill/>
              </a:ln>
              <a:effectLst/>
            </c:spPr>
            <c:extLst>
              <c:ext xmlns:c16="http://schemas.microsoft.com/office/drawing/2014/chart" uri="{C3380CC4-5D6E-409C-BE32-E72D297353CC}">
                <c16:uniqueId val="{00000003-95F1-4260-B279-E552471124F2}"/>
              </c:ext>
            </c:extLst>
          </c:dPt>
          <c:cat>
            <c:strRef>
              <c:f>Sheet1!$A$2:$A$3</c:f>
              <c:strCache>
                <c:ptCount val="2"/>
                <c:pt idx="0">
                  <c:v>1st Qtr</c:v>
                </c:pt>
                <c:pt idx="1">
                  <c:v>2nd Qtr</c:v>
                </c:pt>
              </c:strCache>
            </c:strRef>
          </c:cat>
          <c:val>
            <c:numRef>
              <c:f>Sheet1!$B$2:$B$3</c:f>
              <c:numCache>
                <c:formatCode>General</c:formatCode>
                <c:ptCount val="2"/>
                <c:pt idx="0">
                  <c:v>68</c:v>
                </c:pt>
                <c:pt idx="1">
                  <c:v>32</c:v>
                </c:pt>
              </c:numCache>
            </c:numRef>
          </c:val>
          <c:extLst>
            <c:ext xmlns:c16="http://schemas.microsoft.com/office/drawing/2014/chart" uri="{C3380CC4-5D6E-409C-BE32-E72D297353CC}">
              <c16:uniqueId val="{00000004-95F1-4260-B279-E552471124F2}"/>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00" b="0" i="0" u="none" strike="noStrike" kern="1200" spc="0" baseline="0">
                <a:solidFill>
                  <a:srgbClr val="BBBCBC"/>
                </a:solidFill>
                <a:latin typeface="Aptos" panose="020B0004020202020204" pitchFamily="34" charset="0"/>
                <a:ea typeface="+mn-ea"/>
                <a:cs typeface="+mn-cs"/>
              </a:defRPr>
            </a:pPr>
            <a:r>
              <a:rPr lang="en-US" sz="1800" dirty="0">
                <a:solidFill>
                  <a:srgbClr val="BBBCBC"/>
                </a:solidFill>
                <a:latin typeface="Aptos" panose="020B0004020202020204" pitchFamily="34" charset="0"/>
              </a:rPr>
              <a:t>Title 03</a:t>
            </a:r>
          </a:p>
        </c:rich>
      </c:tx>
      <c:layout>
        <c:manualLayout>
          <c:xMode val="edge"/>
          <c:yMode val="edge"/>
          <c:x val="0.36693110421367819"/>
          <c:y val="0.71790873872090866"/>
        </c:manualLayout>
      </c:layout>
      <c:overlay val="0"/>
      <c:spPr>
        <a:noFill/>
        <a:ln>
          <a:noFill/>
        </a:ln>
        <a:effectLst/>
      </c:spPr>
      <c:txPr>
        <a:bodyPr rot="0" spcFirstLastPara="1" vertOverflow="ellipsis" vert="horz" wrap="square" anchor="ctr" anchorCtr="1"/>
        <a:lstStyle/>
        <a:p>
          <a:pPr>
            <a:defRPr sz="1800" b="0" i="0" u="none" strike="noStrike" kern="1200" spc="0" baseline="0">
              <a:solidFill>
                <a:srgbClr val="BBBCBC"/>
              </a:solidFill>
              <a:latin typeface="Aptos" panose="020B0004020202020204" pitchFamily="34" charset="0"/>
              <a:ea typeface="+mn-ea"/>
              <a:cs typeface="+mn-cs"/>
            </a:defRPr>
          </a:pPr>
          <a:endParaRPr lang="en-US"/>
        </a:p>
      </c:txPr>
    </c:title>
    <c:autoTitleDeleted val="0"/>
    <c:plotArea>
      <c:layout>
        <c:manualLayout>
          <c:layoutTarget val="inner"/>
          <c:xMode val="edge"/>
          <c:yMode val="edge"/>
          <c:x val="5.2884615384615398E-2"/>
          <c:y val="0.102380773316306"/>
          <c:w val="0.89423076923076905"/>
          <c:h val="0.58056971629208098"/>
        </c:manualLayout>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083A-45E8-8D86-E86E15E2B93D}"/>
              </c:ext>
            </c:extLst>
          </c:dPt>
          <c:dPt>
            <c:idx val="1"/>
            <c:bubble3D val="0"/>
            <c:spPr>
              <a:solidFill>
                <a:schemeClr val="tx2"/>
              </a:solidFill>
              <a:ln w="19050">
                <a:noFill/>
              </a:ln>
              <a:effectLst/>
            </c:spPr>
            <c:extLst>
              <c:ext xmlns:c16="http://schemas.microsoft.com/office/drawing/2014/chart" uri="{C3380CC4-5D6E-409C-BE32-E72D297353CC}">
                <c16:uniqueId val="{00000003-083A-45E8-8D86-E86E15E2B93D}"/>
              </c:ext>
            </c:extLst>
          </c:dPt>
          <c:cat>
            <c:strRef>
              <c:f>Sheet1!$A$2:$A$3</c:f>
              <c:strCache>
                <c:ptCount val="2"/>
                <c:pt idx="0">
                  <c:v>1st Qtr</c:v>
                </c:pt>
                <c:pt idx="1">
                  <c:v>2nd Qtr</c:v>
                </c:pt>
              </c:strCache>
            </c:strRef>
          </c:cat>
          <c:val>
            <c:numRef>
              <c:f>Sheet1!$B$2:$B$3</c:f>
              <c:numCache>
                <c:formatCode>General</c:formatCode>
                <c:ptCount val="2"/>
                <c:pt idx="0">
                  <c:v>18</c:v>
                </c:pt>
                <c:pt idx="1">
                  <c:v>82</c:v>
                </c:pt>
              </c:numCache>
            </c:numRef>
          </c:val>
          <c:extLst>
            <c:ext xmlns:c16="http://schemas.microsoft.com/office/drawing/2014/chart" uri="{C3380CC4-5D6E-409C-BE32-E72D297353CC}">
              <c16:uniqueId val="{00000004-083A-45E8-8D86-E86E15E2B93D}"/>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00" b="0" i="0" u="none" strike="noStrike" kern="1200" spc="0" baseline="0">
                <a:solidFill>
                  <a:srgbClr val="BBBCBC"/>
                </a:solidFill>
                <a:latin typeface="Aptos" panose="020B0004020202020204" pitchFamily="34" charset="0"/>
                <a:ea typeface="+mn-ea"/>
                <a:cs typeface="+mn-cs"/>
              </a:defRPr>
            </a:pPr>
            <a:r>
              <a:rPr lang="en-US" sz="1800" dirty="0">
                <a:solidFill>
                  <a:srgbClr val="BBBCBC"/>
                </a:solidFill>
                <a:latin typeface="Aptos" panose="020B0004020202020204" pitchFamily="34" charset="0"/>
              </a:rPr>
              <a:t>Title 02</a:t>
            </a:r>
          </a:p>
        </c:rich>
      </c:tx>
      <c:layout>
        <c:manualLayout>
          <c:xMode val="edge"/>
          <c:yMode val="edge"/>
          <c:x val="0.41031074156340452"/>
          <c:y val="0.71790873872090866"/>
        </c:manualLayout>
      </c:layout>
      <c:overlay val="0"/>
      <c:spPr>
        <a:noFill/>
        <a:ln>
          <a:noFill/>
        </a:ln>
        <a:effectLst/>
      </c:spPr>
      <c:txPr>
        <a:bodyPr rot="0" spcFirstLastPara="1" vertOverflow="ellipsis" vert="horz" wrap="square" anchor="ctr" anchorCtr="1"/>
        <a:lstStyle/>
        <a:p>
          <a:pPr>
            <a:defRPr sz="1800" b="0" i="0" u="none" strike="noStrike" kern="1200" spc="0" baseline="0">
              <a:solidFill>
                <a:srgbClr val="BBBCBC"/>
              </a:solidFill>
              <a:latin typeface="Aptos" panose="020B0004020202020204" pitchFamily="34" charset="0"/>
              <a:ea typeface="+mn-ea"/>
              <a:cs typeface="+mn-cs"/>
            </a:defRPr>
          </a:pPr>
          <a:endParaRPr lang="en-US"/>
        </a:p>
      </c:txPr>
    </c:title>
    <c:autoTitleDeleted val="0"/>
    <c:plotArea>
      <c:layout>
        <c:manualLayout>
          <c:layoutTarget val="inner"/>
          <c:xMode val="edge"/>
          <c:yMode val="edge"/>
          <c:x val="5.2884615384615398E-2"/>
          <c:y val="0.102380773316306"/>
          <c:w val="0.89423076923076905"/>
          <c:h val="0.58056971629208098"/>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BA8A-476E-93F0-BAC6FC5A37DF}"/>
              </c:ext>
            </c:extLst>
          </c:dPt>
          <c:dPt>
            <c:idx val="1"/>
            <c:bubble3D val="0"/>
            <c:spPr>
              <a:solidFill>
                <a:schemeClr val="tx2"/>
              </a:solidFill>
              <a:ln w="19050">
                <a:noFill/>
              </a:ln>
              <a:effectLst/>
            </c:spPr>
            <c:extLst>
              <c:ext xmlns:c16="http://schemas.microsoft.com/office/drawing/2014/chart" uri="{C3380CC4-5D6E-409C-BE32-E72D297353CC}">
                <c16:uniqueId val="{00000003-BA8A-476E-93F0-BAC6FC5A37DF}"/>
              </c:ext>
            </c:extLst>
          </c:dPt>
          <c:cat>
            <c:strRef>
              <c:f>Sheet1!$A$2:$A$3</c:f>
              <c:strCache>
                <c:ptCount val="2"/>
                <c:pt idx="0">
                  <c:v>1st Qtr</c:v>
                </c:pt>
                <c:pt idx="1">
                  <c:v>2nd Qtr</c:v>
                </c:pt>
              </c:strCache>
            </c:strRef>
          </c:cat>
          <c:val>
            <c:numRef>
              <c:f>Sheet1!$B$2:$B$3</c:f>
              <c:numCache>
                <c:formatCode>General</c:formatCode>
                <c:ptCount val="2"/>
                <c:pt idx="0">
                  <c:v>32</c:v>
                </c:pt>
                <c:pt idx="1">
                  <c:v>68</c:v>
                </c:pt>
              </c:numCache>
            </c:numRef>
          </c:val>
          <c:extLst>
            <c:ext xmlns:c16="http://schemas.microsoft.com/office/drawing/2014/chart" uri="{C3380CC4-5D6E-409C-BE32-E72D297353CC}">
              <c16:uniqueId val="{00000004-BA8A-476E-93F0-BAC6FC5A37DF}"/>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rgbClr val="53565A"/>
                </a:solidFill>
                <a:latin typeface="+mn-lt"/>
                <a:ea typeface="+mn-ea"/>
                <a:cs typeface="+mn-cs"/>
              </a:defRPr>
            </a:pPr>
            <a:r>
              <a:rPr lang="en-US" dirty="0">
                <a:solidFill>
                  <a:srgbClr val="53565A"/>
                </a:solidFill>
                <a:latin typeface="Aptos" panose="020B0004020202020204" pitchFamily="34" charset="0"/>
              </a:rPr>
              <a:t>Title</a:t>
            </a:r>
            <a:r>
              <a:rPr lang="en-US" baseline="0" dirty="0">
                <a:solidFill>
                  <a:srgbClr val="53565A"/>
                </a:solidFill>
                <a:latin typeface="Aptos" panose="020B0004020202020204" pitchFamily="34" charset="0"/>
              </a:rPr>
              <a:t> 01</a:t>
            </a:r>
            <a:endParaRPr lang="en-US" dirty="0">
              <a:solidFill>
                <a:srgbClr val="53565A"/>
              </a:solidFill>
              <a:latin typeface="Aptos" panose="020B0004020202020204" pitchFamily="34" charset="0"/>
            </a:endParaRPr>
          </a:p>
        </c:rich>
      </c:tx>
      <c:layout>
        <c:manualLayout>
          <c:xMode val="edge"/>
          <c:yMode val="edge"/>
          <c:x val="0.36097116715340816"/>
          <c:y val="0.72064378175045773"/>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rgbClr val="53565A"/>
              </a:solidFill>
              <a:latin typeface="+mn-lt"/>
              <a:ea typeface="+mn-ea"/>
              <a:cs typeface="+mn-cs"/>
            </a:defRPr>
          </a:pPr>
          <a:endParaRPr lang="en-US"/>
        </a:p>
      </c:txPr>
    </c:title>
    <c:autoTitleDeleted val="0"/>
    <c:plotArea>
      <c:layout>
        <c:manualLayout>
          <c:layoutTarget val="inner"/>
          <c:xMode val="edge"/>
          <c:yMode val="edge"/>
          <c:x val="5.2884615384615398E-2"/>
          <c:y val="0.102380773316306"/>
          <c:w val="0.89423076923076905"/>
          <c:h val="0.58056971629208098"/>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E1F6-4805-94EC-311C6944E4CC}"/>
              </c:ext>
            </c:extLst>
          </c:dPt>
          <c:dPt>
            <c:idx val="1"/>
            <c:bubble3D val="0"/>
            <c:spPr>
              <a:solidFill>
                <a:schemeClr val="bg2"/>
              </a:solidFill>
              <a:ln w="19050">
                <a:noFill/>
              </a:ln>
              <a:effectLst/>
            </c:spPr>
            <c:extLst>
              <c:ext xmlns:c16="http://schemas.microsoft.com/office/drawing/2014/chart" uri="{C3380CC4-5D6E-409C-BE32-E72D297353CC}">
                <c16:uniqueId val="{00000003-E1F6-4805-94EC-311C6944E4CC}"/>
              </c:ext>
            </c:extLst>
          </c:dPt>
          <c:cat>
            <c:strRef>
              <c:f>Sheet1!$A$2:$A$3</c:f>
              <c:strCache>
                <c:ptCount val="2"/>
                <c:pt idx="0">
                  <c:v>1st Qtr</c:v>
                </c:pt>
                <c:pt idx="1">
                  <c:v>2nd Qtr</c:v>
                </c:pt>
              </c:strCache>
            </c:strRef>
          </c:cat>
          <c:val>
            <c:numRef>
              <c:f>Sheet1!$B$2:$B$3</c:f>
              <c:numCache>
                <c:formatCode>General</c:formatCode>
                <c:ptCount val="2"/>
                <c:pt idx="0">
                  <c:v>68</c:v>
                </c:pt>
                <c:pt idx="1">
                  <c:v>32</c:v>
                </c:pt>
              </c:numCache>
            </c:numRef>
          </c:val>
          <c:extLst>
            <c:ext xmlns:c16="http://schemas.microsoft.com/office/drawing/2014/chart" uri="{C3380CC4-5D6E-409C-BE32-E72D297353CC}">
              <c16:uniqueId val="{00000004-E1F6-4805-94EC-311C6944E4CC}"/>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t" anchorCtr="0"/>
          <a:lstStyle/>
          <a:p>
            <a:pPr>
              <a:defRPr sz="1862" b="0" i="0" u="none" strike="noStrike" kern="1200" spc="0" baseline="0">
                <a:solidFill>
                  <a:srgbClr val="53565A"/>
                </a:solidFill>
                <a:latin typeface="+mn-lt"/>
                <a:ea typeface="+mn-ea"/>
                <a:cs typeface="+mn-cs"/>
              </a:defRPr>
            </a:pPr>
            <a:r>
              <a:rPr lang="en-US" dirty="0">
                <a:solidFill>
                  <a:srgbClr val="53565A"/>
                </a:solidFill>
                <a:latin typeface="Aptos" panose="020B0004020202020204" pitchFamily="34" charset="0"/>
              </a:rPr>
              <a:t>Title 02</a:t>
            </a:r>
          </a:p>
        </c:rich>
      </c:tx>
      <c:layout>
        <c:manualLayout>
          <c:xMode val="edge"/>
          <c:yMode val="edge"/>
          <c:x val="0.35798982626720105"/>
          <c:y val="0.71790873872090866"/>
        </c:manualLayout>
      </c:layout>
      <c:overlay val="0"/>
      <c:spPr>
        <a:noFill/>
        <a:ln>
          <a:noFill/>
        </a:ln>
        <a:effectLst/>
      </c:spPr>
      <c:txPr>
        <a:bodyPr rot="0" spcFirstLastPara="1" vertOverflow="ellipsis" vert="horz" wrap="square" anchor="t" anchorCtr="0"/>
        <a:lstStyle/>
        <a:p>
          <a:pPr>
            <a:defRPr sz="1862" b="0" i="0" u="none" strike="noStrike" kern="1200" spc="0" baseline="0">
              <a:solidFill>
                <a:srgbClr val="53565A"/>
              </a:solidFill>
              <a:latin typeface="+mn-lt"/>
              <a:ea typeface="+mn-ea"/>
              <a:cs typeface="+mn-cs"/>
            </a:defRPr>
          </a:pPr>
          <a:endParaRPr lang="en-US"/>
        </a:p>
      </c:txPr>
    </c:title>
    <c:autoTitleDeleted val="0"/>
    <c:plotArea>
      <c:layout>
        <c:manualLayout>
          <c:layoutTarget val="inner"/>
          <c:xMode val="edge"/>
          <c:yMode val="edge"/>
          <c:x val="5.2884615384615398E-2"/>
          <c:y val="0.102380773316306"/>
          <c:w val="0.89423076923076905"/>
          <c:h val="0.58056971629208098"/>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C555-480E-987A-AA3D45A4E5E8}"/>
              </c:ext>
            </c:extLst>
          </c:dPt>
          <c:dPt>
            <c:idx val="1"/>
            <c:bubble3D val="0"/>
            <c:spPr>
              <a:solidFill>
                <a:schemeClr val="bg2"/>
              </a:solidFill>
              <a:ln w="19050">
                <a:noFill/>
              </a:ln>
              <a:effectLst/>
            </c:spPr>
            <c:extLst>
              <c:ext xmlns:c16="http://schemas.microsoft.com/office/drawing/2014/chart" uri="{C3380CC4-5D6E-409C-BE32-E72D297353CC}">
                <c16:uniqueId val="{00000003-C555-480E-987A-AA3D45A4E5E8}"/>
              </c:ext>
            </c:extLst>
          </c:dPt>
          <c:cat>
            <c:strRef>
              <c:f>Sheet1!$A$2:$A$3</c:f>
              <c:strCache>
                <c:ptCount val="2"/>
                <c:pt idx="0">
                  <c:v>1st Qtr</c:v>
                </c:pt>
                <c:pt idx="1">
                  <c:v>2nd Qtr</c:v>
                </c:pt>
              </c:strCache>
            </c:strRef>
          </c:cat>
          <c:val>
            <c:numRef>
              <c:f>Sheet1!$B$2:$B$3</c:f>
              <c:numCache>
                <c:formatCode>General</c:formatCode>
                <c:ptCount val="2"/>
                <c:pt idx="0">
                  <c:v>32</c:v>
                </c:pt>
                <c:pt idx="1">
                  <c:v>68</c:v>
                </c:pt>
              </c:numCache>
            </c:numRef>
          </c:val>
          <c:extLst>
            <c:ext xmlns:c16="http://schemas.microsoft.com/office/drawing/2014/chart" uri="{C3380CC4-5D6E-409C-BE32-E72D297353CC}">
              <c16:uniqueId val="{00000004-C555-480E-987A-AA3D45A4E5E8}"/>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rgbClr val="53565A"/>
                </a:solidFill>
                <a:latin typeface="+mn-lt"/>
                <a:ea typeface="+mn-ea"/>
                <a:cs typeface="+mn-cs"/>
              </a:defRPr>
            </a:pPr>
            <a:r>
              <a:rPr lang="en-US" dirty="0">
                <a:solidFill>
                  <a:srgbClr val="53565A"/>
                </a:solidFill>
                <a:latin typeface="Aptos" panose="020B0004020202020204" pitchFamily="34" charset="0"/>
              </a:rPr>
              <a:t>Title 03</a:t>
            </a:r>
          </a:p>
        </c:rich>
      </c:tx>
      <c:layout>
        <c:manualLayout>
          <c:xMode val="edge"/>
          <c:yMode val="edge"/>
          <c:x val="0.336982889158086"/>
          <c:y val="0.71790878896332599"/>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rgbClr val="53565A"/>
              </a:solidFill>
              <a:latin typeface="+mn-lt"/>
              <a:ea typeface="+mn-ea"/>
              <a:cs typeface="+mn-cs"/>
            </a:defRPr>
          </a:pPr>
          <a:endParaRPr lang="en-US"/>
        </a:p>
      </c:txPr>
    </c:title>
    <c:autoTitleDeleted val="0"/>
    <c:plotArea>
      <c:layout>
        <c:manualLayout>
          <c:layoutTarget val="inner"/>
          <c:xMode val="edge"/>
          <c:yMode val="edge"/>
          <c:x val="5.2884615384615398E-2"/>
          <c:y val="0.102380773316306"/>
          <c:w val="0.89423076923076905"/>
          <c:h val="0.58056971629208098"/>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C085-4FBD-B2D9-4026AA363DDE}"/>
              </c:ext>
            </c:extLst>
          </c:dPt>
          <c:dPt>
            <c:idx val="1"/>
            <c:bubble3D val="0"/>
            <c:spPr>
              <a:solidFill>
                <a:schemeClr val="bg2"/>
              </a:solidFill>
              <a:ln w="19050">
                <a:noFill/>
              </a:ln>
              <a:effectLst/>
            </c:spPr>
            <c:extLst>
              <c:ext xmlns:c16="http://schemas.microsoft.com/office/drawing/2014/chart" uri="{C3380CC4-5D6E-409C-BE32-E72D297353CC}">
                <c16:uniqueId val="{00000003-C085-4FBD-B2D9-4026AA363DDE}"/>
              </c:ext>
            </c:extLst>
          </c:dPt>
          <c:cat>
            <c:strRef>
              <c:f>Sheet1!$A$2:$A$3</c:f>
              <c:strCache>
                <c:ptCount val="2"/>
                <c:pt idx="0">
                  <c:v>1st Qtr</c:v>
                </c:pt>
                <c:pt idx="1">
                  <c:v>2nd Qtr</c:v>
                </c:pt>
              </c:strCache>
            </c:strRef>
          </c:cat>
          <c:val>
            <c:numRef>
              <c:f>Sheet1!$B$2:$B$3</c:f>
              <c:numCache>
                <c:formatCode>General</c:formatCode>
                <c:ptCount val="2"/>
                <c:pt idx="0">
                  <c:v>18</c:v>
                </c:pt>
                <c:pt idx="1">
                  <c:v>82</c:v>
                </c:pt>
              </c:numCache>
            </c:numRef>
          </c:val>
          <c:extLst>
            <c:ext xmlns:c16="http://schemas.microsoft.com/office/drawing/2014/chart" uri="{C3380CC4-5D6E-409C-BE32-E72D297353CC}">
              <c16:uniqueId val="{00000004-C085-4FBD-B2D9-4026AA363DDE}"/>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067624505793397"/>
          <c:y val="0.16052580488424301"/>
          <c:w val="0.45976502544412901"/>
          <c:h val="0.66728757761824198"/>
        </c:manualLayout>
      </c:layout>
      <c:radarChart>
        <c:radarStyle val="marker"/>
        <c:varyColors val="0"/>
        <c:ser>
          <c:idx val="0"/>
          <c:order val="0"/>
          <c:tx>
            <c:strRef>
              <c:f>Sheet1!$B$1</c:f>
              <c:strCache>
                <c:ptCount val="1"/>
                <c:pt idx="0">
                  <c:v>XXXX</c:v>
                </c:pt>
              </c:strCache>
            </c:strRef>
          </c:tx>
          <c:spPr>
            <a:ln w="28575" cap="rnd">
              <a:solidFill>
                <a:schemeClr val="accent1"/>
              </a:solidFill>
              <a:round/>
            </a:ln>
            <a:effectLst/>
          </c:spPr>
          <c:marker>
            <c:symbol val="circle"/>
            <c:size val="5"/>
            <c:spPr>
              <a:noFill/>
              <a:ln w="9525">
                <a:noFill/>
              </a:ln>
              <a:effectLst/>
            </c:spPr>
          </c:marker>
          <c:cat>
            <c:strRef>
              <c:f>Sheet1!$A$2:$A$10</c:f>
              <c:strCache>
                <c:ptCount val="9"/>
                <c:pt idx="0">
                  <c:v>Corporate Strategy</c:v>
                </c:pt>
                <c:pt idx="1">
                  <c:v>Integration</c:v>
                </c:pt>
                <c:pt idx="2">
                  <c:v>Community Management </c:v>
                </c:pt>
                <c:pt idx="3">
                  <c:v>Environment Management</c:v>
                </c:pt>
                <c:pt idx="4">
                  <c:v>Marketplace Management</c:v>
                </c:pt>
                <c:pt idx="5">
                  <c:v>Workplace Management</c:v>
                </c:pt>
                <c:pt idx="6">
                  <c:v>Environmental Impact</c:v>
                </c:pt>
                <c:pt idx="7">
                  <c:v>Social Impact</c:v>
                </c:pt>
                <c:pt idx="8">
                  <c:v>Disclosure</c:v>
                </c:pt>
              </c:strCache>
            </c:strRef>
          </c:cat>
          <c:val>
            <c:numRef>
              <c:f>Sheet1!$B$2:$B$10</c:f>
              <c:numCache>
                <c:formatCode>0.00%</c:formatCode>
                <c:ptCount val="9"/>
                <c:pt idx="0">
                  <c:v>0.9</c:v>
                </c:pt>
                <c:pt idx="1">
                  <c:v>0.95</c:v>
                </c:pt>
                <c:pt idx="2">
                  <c:v>0.98</c:v>
                </c:pt>
                <c:pt idx="3">
                  <c:v>1</c:v>
                </c:pt>
                <c:pt idx="4">
                  <c:v>0.8</c:v>
                </c:pt>
                <c:pt idx="5">
                  <c:v>0.8</c:v>
                </c:pt>
                <c:pt idx="6">
                  <c:v>0.95</c:v>
                </c:pt>
                <c:pt idx="7">
                  <c:v>0.97</c:v>
                </c:pt>
                <c:pt idx="8">
                  <c:v>1</c:v>
                </c:pt>
              </c:numCache>
            </c:numRef>
          </c:val>
          <c:extLst>
            <c:ext xmlns:c16="http://schemas.microsoft.com/office/drawing/2014/chart" uri="{C3380CC4-5D6E-409C-BE32-E72D297353CC}">
              <c16:uniqueId val="{00000000-EE2C-455A-9954-7EB7248DE2C2}"/>
            </c:ext>
          </c:extLst>
        </c:ser>
        <c:ser>
          <c:idx val="1"/>
          <c:order val="1"/>
          <c:tx>
            <c:strRef>
              <c:f>Sheet1!$C$1</c:f>
              <c:strCache>
                <c:ptCount val="1"/>
                <c:pt idx="0">
                  <c:v>XXXX2</c:v>
                </c:pt>
              </c:strCache>
            </c:strRef>
          </c:tx>
          <c:spPr>
            <a:ln w="28575" cap="flat">
              <a:solidFill>
                <a:schemeClr val="accent2"/>
              </a:solidFill>
              <a:round/>
            </a:ln>
            <a:effectLst/>
          </c:spPr>
          <c:marker>
            <c:symbol val="none"/>
          </c:marker>
          <c:cat>
            <c:strRef>
              <c:f>Sheet1!$A$2:$A$10</c:f>
              <c:strCache>
                <c:ptCount val="9"/>
                <c:pt idx="0">
                  <c:v>Corporate Strategy</c:v>
                </c:pt>
                <c:pt idx="1">
                  <c:v>Integration</c:v>
                </c:pt>
                <c:pt idx="2">
                  <c:v>Community Management </c:v>
                </c:pt>
                <c:pt idx="3">
                  <c:v>Environment Management</c:v>
                </c:pt>
                <c:pt idx="4">
                  <c:v>Marketplace Management</c:v>
                </c:pt>
                <c:pt idx="5">
                  <c:v>Workplace Management</c:v>
                </c:pt>
                <c:pt idx="6">
                  <c:v>Environmental Impact</c:v>
                </c:pt>
                <c:pt idx="7">
                  <c:v>Social Impact</c:v>
                </c:pt>
                <c:pt idx="8">
                  <c:v>Disclosure</c:v>
                </c:pt>
              </c:strCache>
            </c:strRef>
          </c:cat>
          <c:val>
            <c:numRef>
              <c:f>Sheet1!$C$2:$C$10</c:f>
              <c:numCache>
                <c:formatCode>0.00%</c:formatCode>
                <c:ptCount val="9"/>
                <c:pt idx="0">
                  <c:v>0.9</c:v>
                </c:pt>
                <c:pt idx="1">
                  <c:v>0.9</c:v>
                </c:pt>
                <c:pt idx="2">
                  <c:v>0.95</c:v>
                </c:pt>
                <c:pt idx="3">
                  <c:v>1</c:v>
                </c:pt>
                <c:pt idx="4">
                  <c:v>0.75</c:v>
                </c:pt>
                <c:pt idx="5">
                  <c:v>0.75</c:v>
                </c:pt>
                <c:pt idx="6">
                  <c:v>0.62</c:v>
                </c:pt>
                <c:pt idx="7">
                  <c:v>0.8</c:v>
                </c:pt>
                <c:pt idx="8">
                  <c:v>0.9</c:v>
                </c:pt>
              </c:numCache>
            </c:numRef>
          </c:val>
          <c:extLst>
            <c:ext xmlns:c16="http://schemas.microsoft.com/office/drawing/2014/chart" uri="{C3380CC4-5D6E-409C-BE32-E72D297353CC}">
              <c16:uniqueId val="{00000001-EE2C-455A-9954-7EB7248DE2C2}"/>
            </c:ext>
          </c:extLst>
        </c:ser>
        <c:dLbls>
          <c:showLegendKey val="0"/>
          <c:showVal val="0"/>
          <c:showCatName val="0"/>
          <c:showSerName val="0"/>
          <c:showPercent val="0"/>
          <c:showBubbleSize val="0"/>
        </c:dLbls>
        <c:axId val="21732416"/>
        <c:axId val="21734464"/>
      </c:radarChart>
      <c:catAx>
        <c:axId val="21732416"/>
        <c:scaling>
          <c:orientation val="minMax"/>
        </c:scaling>
        <c:delete val="0"/>
        <c:axPos val="b"/>
        <c:numFmt formatCode="General" sourceLinked="0"/>
        <c:majorTickMark val="none"/>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marL="0" defTabSz="0">
              <a:lnSpc>
                <a:spcPct val="100000"/>
              </a:lnSpc>
              <a:spcBef>
                <a:spcPts val="500"/>
              </a:spcBef>
              <a:spcAft>
                <a:spcPts val="500"/>
              </a:spcAft>
              <a:tabLst/>
              <a:defRPr sz="900" b="0" i="0" u="none" strike="noStrike" kern="1200" baseline="0">
                <a:solidFill>
                  <a:srgbClr val="53565A"/>
                </a:solidFill>
                <a:effectLst/>
                <a:latin typeface="Aptos" panose="020B0004020202020204" pitchFamily="34" charset="0"/>
                <a:ea typeface="+mn-ea"/>
                <a:cs typeface="+mn-cs"/>
              </a:defRPr>
            </a:pPr>
            <a:endParaRPr lang="en-US"/>
          </a:p>
        </c:txPr>
        <c:crossAx val="21734464"/>
        <c:crosses val="autoZero"/>
        <c:auto val="1"/>
        <c:lblAlgn val="ctr"/>
        <c:lblOffset val="100"/>
        <c:noMultiLvlLbl val="0"/>
      </c:catAx>
      <c:valAx>
        <c:axId val="21734464"/>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rgbClr val="53565A"/>
                </a:solidFill>
                <a:latin typeface="Aptos" panose="020B0004020202020204" pitchFamily="34" charset="0"/>
                <a:ea typeface="+mn-ea"/>
                <a:cs typeface="+mn-cs"/>
              </a:defRPr>
            </a:pPr>
            <a:endParaRPr lang="en-US"/>
          </a:p>
        </c:txPr>
        <c:crossAx val="21732416"/>
        <c:crosses val="autoZero"/>
        <c:crossBetween val="between"/>
        <c:majorUnit val="0.2"/>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rgbClr val="53565A"/>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838504590499999"/>
          <c:y val="9.9166636193433202E-2"/>
          <c:w val="0.78756398194330601"/>
          <c:h val="0.81717898401498801"/>
        </c:manualLayout>
      </c:layout>
      <c:doughnutChart>
        <c:varyColors val="1"/>
        <c:ser>
          <c:idx val="0"/>
          <c:order val="0"/>
          <c:tx>
            <c:strRef>
              <c:f>Sheet1!$B$1</c:f>
              <c:strCache>
                <c:ptCount val="1"/>
                <c:pt idx="0">
                  <c:v>Q1</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01-33D8-4856-9C31-9FA277874691}"/>
              </c:ext>
            </c:extLst>
          </c:dPt>
          <c:dPt>
            <c:idx val="1"/>
            <c:bubble3D val="0"/>
            <c:spPr>
              <a:noFill/>
              <a:ln w="63500">
                <a:solidFill>
                  <a:schemeClr val="bg1"/>
                </a:solidFill>
              </a:ln>
              <a:effectLst/>
            </c:spPr>
            <c:extLst>
              <c:ext xmlns:c16="http://schemas.microsoft.com/office/drawing/2014/chart" uri="{C3380CC4-5D6E-409C-BE32-E72D297353CC}">
                <c16:uniqueId val="{00000003-33D8-4856-9C31-9FA277874691}"/>
              </c:ext>
            </c:extLst>
          </c:dPt>
          <c:dPt>
            <c:idx val="2"/>
            <c:bubble3D val="0"/>
            <c:spPr>
              <a:solidFill>
                <a:srgbClr val="DDEFE8"/>
              </a:solidFill>
              <a:ln w="63500">
                <a:solidFill>
                  <a:schemeClr val="bg1"/>
                </a:solidFill>
              </a:ln>
              <a:effectLst/>
            </c:spPr>
            <c:extLst>
              <c:ext xmlns:c16="http://schemas.microsoft.com/office/drawing/2014/chart" uri="{C3380CC4-5D6E-409C-BE32-E72D297353CC}">
                <c16:uniqueId val="{00000005-33D8-4856-9C31-9FA277874691}"/>
              </c:ext>
            </c:extLst>
          </c:dPt>
          <c:dPt>
            <c:idx val="3"/>
            <c:bubble3D val="0"/>
            <c:spPr>
              <a:solidFill>
                <a:schemeClr val="accent2">
                  <a:lumMod val="60000"/>
                </a:schemeClr>
              </a:solidFill>
              <a:ln w="63500">
                <a:solidFill>
                  <a:schemeClr val="bg1"/>
                </a:solidFill>
              </a:ln>
              <a:effectLst/>
            </c:spPr>
            <c:extLst>
              <c:ext xmlns:c16="http://schemas.microsoft.com/office/drawing/2014/chart" uri="{C3380CC4-5D6E-409C-BE32-E72D297353CC}">
                <c16:uniqueId val="{00000007-33D8-4856-9C31-9FA277874691}"/>
              </c:ext>
            </c:extLst>
          </c:dPt>
          <c:dPt>
            <c:idx val="4"/>
            <c:bubble3D val="0"/>
            <c:spPr>
              <a:solidFill>
                <a:schemeClr val="accent4">
                  <a:lumMod val="60000"/>
                </a:schemeClr>
              </a:solidFill>
              <a:ln w="63500">
                <a:solidFill>
                  <a:schemeClr val="bg1"/>
                </a:solidFill>
              </a:ln>
              <a:effectLst/>
            </c:spPr>
            <c:extLst>
              <c:ext xmlns:c16="http://schemas.microsoft.com/office/drawing/2014/chart" uri="{C3380CC4-5D6E-409C-BE32-E72D297353CC}">
                <c16:uniqueId val="{00000009-33D8-4856-9C31-9FA277874691}"/>
              </c:ext>
            </c:extLst>
          </c:dPt>
          <c:dPt>
            <c:idx val="5"/>
            <c:bubble3D val="0"/>
            <c:spPr>
              <a:solidFill>
                <a:schemeClr val="accent6">
                  <a:lumMod val="60000"/>
                </a:schemeClr>
              </a:solidFill>
              <a:ln w="63500">
                <a:solidFill>
                  <a:schemeClr val="bg1"/>
                </a:solidFill>
              </a:ln>
              <a:effectLst/>
            </c:spPr>
            <c:extLst>
              <c:ext xmlns:c16="http://schemas.microsoft.com/office/drawing/2014/chart" uri="{C3380CC4-5D6E-409C-BE32-E72D297353CC}">
                <c16:uniqueId val="{0000000B-33D8-4856-9C31-9FA277874691}"/>
              </c:ext>
            </c:extLst>
          </c:dPt>
          <c:dPt>
            <c:idx val="6"/>
            <c:bubble3D val="0"/>
            <c:spPr>
              <a:solidFill>
                <a:schemeClr val="accent2">
                  <a:lumMod val="80000"/>
                  <a:lumOff val="20000"/>
                </a:schemeClr>
              </a:solidFill>
              <a:ln w="63500">
                <a:solidFill>
                  <a:schemeClr val="bg1"/>
                </a:solidFill>
              </a:ln>
              <a:effectLst/>
            </c:spPr>
            <c:extLst>
              <c:ext xmlns:c16="http://schemas.microsoft.com/office/drawing/2014/chart" uri="{C3380CC4-5D6E-409C-BE32-E72D297353CC}">
                <c16:uniqueId val="{0000000D-33D8-4856-9C31-9FA277874691}"/>
              </c:ext>
            </c:extLst>
          </c:dPt>
          <c:dPt>
            <c:idx val="7"/>
            <c:bubble3D val="0"/>
            <c:spPr>
              <a:solidFill>
                <a:schemeClr val="accent4">
                  <a:lumMod val="80000"/>
                  <a:lumOff val="20000"/>
                </a:schemeClr>
              </a:solidFill>
              <a:ln w="63500">
                <a:solidFill>
                  <a:schemeClr val="bg1"/>
                </a:solidFill>
              </a:ln>
              <a:effectLst/>
            </c:spPr>
            <c:extLst>
              <c:ext xmlns:c16="http://schemas.microsoft.com/office/drawing/2014/chart" uri="{C3380CC4-5D6E-409C-BE32-E72D297353CC}">
                <c16:uniqueId val="{0000000F-33D8-4856-9C31-9FA277874691}"/>
              </c:ext>
            </c:extLst>
          </c:dPt>
          <c:dPt>
            <c:idx val="8"/>
            <c:bubble3D val="0"/>
            <c:spPr>
              <a:solidFill>
                <a:schemeClr val="accent6">
                  <a:lumMod val="80000"/>
                  <a:lumOff val="20000"/>
                </a:schemeClr>
              </a:solidFill>
              <a:ln w="63500">
                <a:solidFill>
                  <a:schemeClr val="bg1"/>
                </a:solidFill>
              </a:ln>
              <a:effectLst/>
            </c:spPr>
            <c:extLst>
              <c:ext xmlns:c16="http://schemas.microsoft.com/office/drawing/2014/chart" uri="{C3380CC4-5D6E-409C-BE32-E72D297353CC}">
                <c16:uniqueId val="{00000011-33D8-4856-9C31-9FA277874691}"/>
              </c:ext>
            </c:extLst>
          </c:dPt>
          <c:cat>
            <c:strRef>
              <c:f>Sheet1!$A$2:$A$4</c:f>
              <c:strCache>
                <c:ptCount val="3"/>
                <c:pt idx="0">
                  <c:v> </c:v>
                </c:pt>
                <c:pt idx="1">
                  <c:v>Label A</c:v>
                </c:pt>
                <c:pt idx="2">
                  <c:v>Label A</c:v>
                </c:pt>
              </c:strCache>
            </c:strRef>
          </c:cat>
          <c:val>
            <c:numRef>
              <c:f>Sheet1!$B$2:$B$4</c:f>
              <c:numCache>
                <c:formatCode>General</c:formatCode>
                <c:ptCount val="3"/>
                <c:pt idx="0">
                  <c:v>0</c:v>
                </c:pt>
                <c:pt idx="1">
                  <c:v>90</c:v>
                </c:pt>
                <c:pt idx="2">
                  <c:v>100</c:v>
                </c:pt>
              </c:numCache>
            </c:numRef>
          </c:val>
          <c:extLst>
            <c:ext xmlns:c16="http://schemas.microsoft.com/office/drawing/2014/chart" uri="{C3380CC4-5D6E-409C-BE32-E72D297353CC}">
              <c16:uniqueId val="{00000012-33D8-4856-9C31-9FA277874691}"/>
            </c:ext>
          </c:extLst>
        </c:ser>
        <c:ser>
          <c:idx val="1"/>
          <c:order val="1"/>
          <c:tx>
            <c:strRef>
              <c:f>Sheet1!$C$1</c:f>
              <c:strCache>
                <c:ptCount val="1"/>
                <c:pt idx="0">
                  <c:v>Q2</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14-33D8-4856-9C31-9FA277874691}"/>
              </c:ext>
            </c:extLst>
          </c:dPt>
          <c:dPt>
            <c:idx val="1"/>
            <c:bubble3D val="0"/>
            <c:spPr>
              <a:noFill/>
              <a:ln w="63500">
                <a:solidFill>
                  <a:schemeClr val="bg1"/>
                </a:solidFill>
              </a:ln>
              <a:effectLst/>
            </c:spPr>
            <c:extLst>
              <c:ext xmlns:c16="http://schemas.microsoft.com/office/drawing/2014/chart" uri="{C3380CC4-5D6E-409C-BE32-E72D297353CC}">
                <c16:uniqueId val="{00000016-33D8-4856-9C31-9FA277874691}"/>
              </c:ext>
            </c:extLst>
          </c:dPt>
          <c:dPt>
            <c:idx val="2"/>
            <c:bubble3D val="0"/>
            <c:spPr>
              <a:solidFill>
                <a:srgbClr val="DDEFE8"/>
              </a:solidFill>
              <a:ln w="63500">
                <a:solidFill>
                  <a:schemeClr val="bg1"/>
                </a:solidFill>
              </a:ln>
              <a:effectLst/>
            </c:spPr>
            <c:extLst>
              <c:ext xmlns:c16="http://schemas.microsoft.com/office/drawing/2014/chart" uri="{C3380CC4-5D6E-409C-BE32-E72D297353CC}">
                <c16:uniqueId val="{00000018-33D8-4856-9C31-9FA277874691}"/>
              </c:ext>
            </c:extLst>
          </c:dPt>
          <c:cat>
            <c:strRef>
              <c:f>Sheet1!$A$2:$A$4</c:f>
              <c:strCache>
                <c:ptCount val="3"/>
                <c:pt idx="0">
                  <c:v> </c:v>
                </c:pt>
                <c:pt idx="1">
                  <c:v>Label A</c:v>
                </c:pt>
                <c:pt idx="2">
                  <c:v>Label A</c:v>
                </c:pt>
              </c:strCache>
            </c:strRef>
          </c:cat>
          <c:val>
            <c:numRef>
              <c:f>Sheet1!$C$2:$C$4</c:f>
              <c:numCache>
                <c:formatCode>General</c:formatCode>
                <c:ptCount val="3"/>
                <c:pt idx="0">
                  <c:v>0</c:v>
                </c:pt>
                <c:pt idx="1">
                  <c:v>80</c:v>
                </c:pt>
                <c:pt idx="2">
                  <c:v>100</c:v>
                </c:pt>
              </c:numCache>
            </c:numRef>
          </c:val>
          <c:extLst>
            <c:ext xmlns:c16="http://schemas.microsoft.com/office/drawing/2014/chart" uri="{C3380CC4-5D6E-409C-BE32-E72D297353CC}">
              <c16:uniqueId val="{00000019-33D8-4856-9C31-9FA277874691}"/>
            </c:ext>
          </c:extLst>
        </c:ser>
        <c:ser>
          <c:idx val="2"/>
          <c:order val="2"/>
          <c:tx>
            <c:strRef>
              <c:f>Sheet1!$D$1</c:f>
              <c:strCache>
                <c:ptCount val="1"/>
                <c:pt idx="0">
                  <c:v>Q3</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1B-33D8-4856-9C31-9FA277874691}"/>
              </c:ext>
            </c:extLst>
          </c:dPt>
          <c:dPt>
            <c:idx val="1"/>
            <c:bubble3D val="0"/>
            <c:spPr>
              <a:noFill/>
              <a:ln w="63500">
                <a:solidFill>
                  <a:schemeClr val="bg1"/>
                </a:solidFill>
              </a:ln>
              <a:effectLst/>
            </c:spPr>
            <c:extLst>
              <c:ext xmlns:c16="http://schemas.microsoft.com/office/drawing/2014/chart" uri="{C3380CC4-5D6E-409C-BE32-E72D297353CC}">
                <c16:uniqueId val="{0000001D-33D8-4856-9C31-9FA277874691}"/>
              </c:ext>
            </c:extLst>
          </c:dPt>
          <c:dPt>
            <c:idx val="2"/>
            <c:bubble3D val="0"/>
            <c:spPr>
              <a:solidFill>
                <a:schemeClr val="accent3"/>
              </a:solidFill>
              <a:ln w="63500">
                <a:solidFill>
                  <a:schemeClr val="bg1"/>
                </a:solidFill>
              </a:ln>
              <a:effectLst/>
            </c:spPr>
            <c:extLst>
              <c:ext xmlns:c16="http://schemas.microsoft.com/office/drawing/2014/chart" uri="{C3380CC4-5D6E-409C-BE32-E72D297353CC}">
                <c16:uniqueId val="{0000001F-33D8-4856-9C31-9FA277874691}"/>
              </c:ext>
            </c:extLst>
          </c:dPt>
          <c:cat>
            <c:strRef>
              <c:f>Sheet1!$A$2:$A$4</c:f>
              <c:strCache>
                <c:ptCount val="3"/>
                <c:pt idx="0">
                  <c:v> </c:v>
                </c:pt>
                <c:pt idx="1">
                  <c:v>Label A</c:v>
                </c:pt>
                <c:pt idx="2">
                  <c:v>Label A</c:v>
                </c:pt>
              </c:strCache>
            </c:strRef>
          </c:cat>
          <c:val>
            <c:numRef>
              <c:f>Sheet1!$D$2:$D$4</c:f>
              <c:numCache>
                <c:formatCode>General</c:formatCode>
                <c:ptCount val="3"/>
                <c:pt idx="0">
                  <c:v>0</c:v>
                </c:pt>
                <c:pt idx="1">
                  <c:v>70</c:v>
                </c:pt>
                <c:pt idx="2">
                  <c:v>100</c:v>
                </c:pt>
              </c:numCache>
            </c:numRef>
          </c:val>
          <c:extLst>
            <c:ext xmlns:c16="http://schemas.microsoft.com/office/drawing/2014/chart" uri="{C3380CC4-5D6E-409C-BE32-E72D297353CC}">
              <c16:uniqueId val="{00000020-33D8-4856-9C31-9FA277874691}"/>
            </c:ext>
          </c:extLst>
        </c:ser>
        <c:ser>
          <c:idx val="3"/>
          <c:order val="3"/>
          <c:tx>
            <c:strRef>
              <c:f>Sheet1!$E$1</c:f>
              <c:strCache>
                <c:ptCount val="1"/>
                <c:pt idx="0">
                  <c:v>Q4</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22-33D8-4856-9C31-9FA277874691}"/>
              </c:ext>
            </c:extLst>
          </c:dPt>
          <c:dPt>
            <c:idx val="1"/>
            <c:bubble3D val="0"/>
            <c:spPr>
              <a:noFill/>
              <a:ln w="63500">
                <a:solidFill>
                  <a:schemeClr val="bg1"/>
                </a:solidFill>
              </a:ln>
              <a:effectLst/>
            </c:spPr>
            <c:extLst>
              <c:ext xmlns:c16="http://schemas.microsoft.com/office/drawing/2014/chart" uri="{C3380CC4-5D6E-409C-BE32-E72D297353CC}">
                <c16:uniqueId val="{00000024-33D8-4856-9C31-9FA277874691}"/>
              </c:ext>
            </c:extLst>
          </c:dPt>
          <c:dPt>
            <c:idx val="2"/>
            <c:bubble3D val="0"/>
            <c:spPr>
              <a:solidFill>
                <a:srgbClr val="DDEFE8"/>
              </a:solidFill>
              <a:ln w="63500">
                <a:solidFill>
                  <a:schemeClr val="bg1"/>
                </a:solidFill>
              </a:ln>
              <a:effectLst/>
            </c:spPr>
            <c:extLst>
              <c:ext xmlns:c16="http://schemas.microsoft.com/office/drawing/2014/chart" uri="{C3380CC4-5D6E-409C-BE32-E72D297353CC}">
                <c16:uniqueId val="{00000026-33D8-4856-9C31-9FA277874691}"/>
              </c:ext>
            </c:extLst>
          </c:dPt>
          <c:cat>
            <c:strRef>
              <c:f>Sheet1!$A$2:$A$4</c:f>
              <c:strCache>
                <c:ptCount val="3"/>
                <c:pt idx="0">
                  <c:v> </c:v>
                </c:pt>
                <c:pt idx="1">
                  <c:v>Label A</c:v>
                </c:pt>
                <c:pt idx="2">
                  <c:v>Label A</c:v>
                </c:pt>
              </c:strCache>
            </c:strRef>
          </c:cat>
          <c:val>
            <c:numRef>
              <c:f>Sheet1!$E$2:$E$4</c:f>
              <c:numCache>
                <c:formatCode>General</c:formatCode>
                <c:ptCount val="3"/>
                <c:pt idx="0">
                  <c:v>0</c:v>
                </c:pt>
                <c:pt idx="1">
                  <c:v>60</c:v>
                </c:pt>
                <c:pt idx="2">
                  <c:v>100</c:v>
                </c:pt>
              </c:numCache>
            </c:numRef>
          </c:val>
          <c:extLst>
            <c:ext xmlns:c16="http://schemas.microsoft.com/office/drawing/2014/chart" uri="{C3380CC4-5D6E-409C-BE32-E72D297353CC}">
              <c16:uniqueId val="{00000027-33D8-4856-9C31-9FA277874691}"/>
            </c:ext>
          </c:extLst>
        </c:ser>
        <c:ser>
          <c:idx val="4"/>
          <c:order val="4"/>
          <c:tx>
            <c:strRef>
              <c:f>Sheet1!$F$1</c:f>
              <c:strCache>
                <c:ptCount val="1"/>
                <c:pt idx="0">
                  <c:v>Q42</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29-33D8-4856-9C31-9FA277874691}"/>
              </c:ext>
            </c:extLst>
          </c:dPt>
          <c:dPt>
            <c:idx val="1"/>
            <c:bubble3D val="0"/>
            <c:spPr>
              <a:noFill/>
              <a:ln w="63500">
                <a:solidFill>
                  <a:schemeClr val="bg1"/>
                </a:solidFill>
              </a:ln>
              <a:effectLst/>
            </c:spPr>
            <c:extLst>
              <c:ext xmlns:c16="http://schemas.microsoft.com/office/drawing/2014/chart" uri="{C3380CC4-5D6E-409C-BE32-E72D297353CC}">
                <c16:uniqueId val="{0000002B-33D8-4856-9C31-9FA277874691}"/>
              </c:ext>
            </c:extLst>
          </c:dPt>
          <c:dPt>
            <c:idx val="2"/>
            <c:bubble3D val="0"/>
            <c:spPr>
              <a:solidFill>
                <a:srgbClr val="DDEFE8"/>
              </a:solidFill>
              <a:ln w="63500">
                <a:solidFill>
                  <a:schemeClr val="bg1"/>
                </a:solidFill>
              </a:ln>
              <a:effectLst/>
            </c:spPr>
            <c:extLst>
              <c:ext xmlns:c16="http://schemas.microsoft.com/office/drawing/2014/chart" uri="{C3380CC4-5D6E-409C-BE32-E72D297353CC}">
                <c16:uniqueId val="{0000002D-33D8-4856-9C31-9FA277874691}"/>
              </c:ext>
            </c:extLst>
          </c:dPt>
          <c:cat>
            <c:strRef>
              <c:f>Sheet1!$A$2:$A$4</c:f>
              <c:strCache>
                <c:ptCount val="3"/>
                <c:pt idx="0">
                  <c:v> </c:v>
                </c:pt>
                <c:pt idx="1">
                  <c:v>Label A</c:v>
                </c:pt>
                <c:pt idx="2">
                  <c:v>Label A</c:v>
                </c:pt>
              </c:strCache>
            </c:strRef>
          </c:cat>
          <c:val>
            <c:numRef>
              <c:f>Sheet1!$F$2:$F$4</c:f>
              <c:numCache>
                <c:formatCode>General</c:formatCode>
                <c:ptCount val="3"/>
                <c:pt idx="0">
                  <c:v>0</c:v>
                </c:pt>
                <c:pt idx="1">
                  <c:v>50</c:v>
                </c:pt>
                <c:pt idx="2">
                  <c:v>100</c:v>
                </c:pt>
              </c:numCache>
            </c:numRef>
          </c:val>
          <c:extLst>
            <c:ext xmlns:c16="http://schemas.microsoft.com/office/drawing/2014/chart" uri="{C3380CC4-5D6E-409C-BE32-E72D297353CC}">
              <c16:uniqueId val="{0000002E-33D8-4856-9C31-9FA277874691}"/>
            </c:ext>
          </c:extLst>
        </c:ser>
        <c:ser>
          <c:idx val="5"/>
          <c:order val="5"/>
          <c:tx>
            <c:strRef>
              <c:f>Sheet1!$G$1</c:f>
              <c:strCache>
                <c:ptCount val="1"/>
                <c:pt idx="0">
                  <c:v>Q43</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30-33D8-4856-9C31-9FA277874691}"/>
              </c:ext>
            </c:extLst>
          </c:dPt>
          <c:dPt>
            <c:idx val="1"/>
            <c:bubble3D val="0"/>
            <c:spPr>
              <a:noFill/>
              <a:ln w="63500">
                <a:solidFill>
                  <a:schemeClr val="bg1"/>
                </a:solidFill>
              </a:ln>
              <a:effectLst/>
            </c:spPr>
            <c:extLst>
              <c:ext xmlns:c16="http://schemas.microsoft.com/office/drawing/2014/chart" uri="{C3380CC4-5D6E-409C-BE32-E72D297353CC}">
                <c16:uniqueId val="{00000032-33D8-4856-9C31-9FA277874691}"/>
              </c:ext>
            </c:extLst>
          </c:dPt>
          <c:dPt>
            <c:idx val="2"/>
            <c:bubble3D val="0"/>
            <c:spPr>
              <a:solidFill>
                <a:srgbClr val="DDEFE8"/>
              </a:solidFill>
              <a:ln w="63500">
                <a:solidFill>
                  <a:schemeClr val="bg1"/>
                </a:solidFill>
              </a:ln>
              <a:effectLst/>
            </c:spPr>
            <c:extLst>
              <c:ext xmlns:c16="http://schemas.microsoft.com/office/drawing/2014/chart" uri="{C3380CC4-5D6E-409C-BE32-E72D297353CC}">
                <c16:uniqueId val="{00000034-33D8-4856-9C31-9FA277874691}"/>
              </c:ext>
            </c:extLst>
          </c:dPt>
          <c:cat>
            <c:strRef>
              <c:f>Sheet1!$A$2:$A$4</c:f>
              <c:strCache>
                <c:ptCount val="3"/>
                <c:pt idx="0">
                  <c:v> </c:v>
                </c:pt>
                <c:pt idx="1">
                  <c:v>Label A</c:v>
                </c:pt>
                <c:pt idx="2">
                  <c:v>Label A</c:v>
                </c:pt>
              </c:strCache>
            </c:strRef>
          </c:cat>
          <c:val>
            <c:numRef>
              <c:f>Sheet1!$G$2:$G$4</c:f>
              <c:numCache>
                <c:formatCode>General</c:formatCode>
                <c:ptCount val="3"/>
                <c:pt idx="0">
                  <c:v>0</c:v>
                </c:pt>
                <c:pt idx="1">
                  <c:v>40</c:v>
                </c:pt>
                <c:pt idx="2">
                  <c:v>100</c:v>
                </c:pt>
              </c:numCache>
            </c:numRef>
          </c:val>
          <c:extLst>
            <c:ext xmlns:c16="http://schemas.microsoft.com/office/drawing/2014/chart" uri="{C3380CC4-5D6E-409C-BE32-E72D297353CC}">
              <c16:uniqueId val="{00000035-33D8-4856-9C31-9FA277874691}"/>
            </c:ext>
          </c:extLst>
        </c:ser>
        <c:ser>
          <c:idx val="6"/>
          <c:order val="6"/>
          <c:tx>
            <c:strRef>
              <c:f>Sheet1!$H$1</c:f>
              <c:strCache>
                <c:ptCount val="1"/>
                <c:pt idx="0">
                  <c:v>Q44</c:v>
                </c:pt>
              </c:strCache>
            </c:strRef>
          </c:tx>
          <c:spPr>
            <a:ln w="63500">
              <a:solidFill>
                <a:schemeClr val="bg1"/>
              </a:solidFill>
            </a:ln>
          </c:spPr>
          <c:dPt>
            <c:idx val="0"/>
            <c:bubble3D val="0"/>
            <c:spPr>
              <a:solidFill>
                <a:schemeClr val="accent2"/>
              </a:solidFill>
              <a:ln w="63500">
                <a:solidFill>
                  <a:schemeClr val="bg1"/>
                </a:solidFill>
              </a:ln>
              <a:effectLst/>
            </c:spPr>
            <c:extLst>
              <c:ext xmlns:c16="http://schemas.microsoft.com/office/drawing/2014/chart" uri="{C3380CC4-5D6E-409C-BE32-E72D297353CC}">
                <c16:uniqueId val="{00000037-33D8-4856-9C31-9FA277874691}"/>
              </c:ext>
            </c:extLst>
          </c:dPt>
          <c:dPt>
            <c:idx val="1"/>
            <c:bubble3D val="0"/>
            <c:spPr>
              <a:noFill/>
              <a:ln w="63500">
                <a:solidFill>
                  <a:schemeClr val="bg1"/>
                </a:solidFill>
              </a:ln>
              <a:effectLst/>
            </c:spPr>
            <c:extLst>
              <c:ext xmlns:c16="http://schemas.microsoft.com/office/drawing/2014/chart" uri="{C3380CC4-5D6E-409C-BE32-E72D297353CC}">
                <c16:uniqueId val="{00000039-33D8-4856-9C31-9FA277874691}"/>
              </c:ext>
            </c:extLst>
          </c:dPt>
          <c:dPt>
            <c:idx val="2"/>
            <c:bubble3D val="0"/>
            <c:spPr>
              <a:solidFill>
                <a:srgbClr val="DDEFE8"/>
              </a:solidFill>
              <a:ln w="63500">
                <a:solidFill>
                  <a:schemeClr val="bg1"/>
                </a:solidFill>
              </a:ln>
              <a:effectLst/>
            </c:spPr>
            <c:extLst>
              <c:ext xmlns:c16="http://schemas.microsoft.com/office/drawing/2014/chart" uri="{C3380CC4-5D6E-409C-BE32-E72D297353CC}">
                <c16:uniqueId val="{0000003B-33D8-4856-9C31-9FA277874691}"/>
              </c:ext>
            </c:extLst>
          </c:dPt>
          <c:cat>
            <c:strRef>
              <c:f>Sheet1!$A$2:$A$4</c:f>
              <c:strCache>
                <c:ptCount val="3"/>
                <c:pt idx="0">
                  <c:v> </c:v>
                </c:pt>
                <c:pt idx="1">
                  <c:v>Label A</c:v>
                </c:pt>
                <c:pt idx="2">
                  <c:v>Label A</c:v>
                </c:pt>
              </c:strCache>
            </c:strRef>
          </c:cat>
          <c:val>
            <c:numRef>
              <c:f>Sheet1!$H$2:$H$4</c:f>
              <c:numCache>
                <c:formatCode>General</c:formatCode>
                <c:ptCount val="3"/>
                <c:pt idx="0">
                  <c:v>0</c:v>
                </c:pt>
                <c:pt idx="1">
                  <c:v>30</c:v>
                </c:pt>
                <c:pt idx="2">
                  <c:v>100</c:v>
                </c:pt>
              </c:numCache>
            </c:numRef>
          </c:val>
          <c:extLst>
            <c:ext xmlns:c16="http://schemas.microsoft.com/office/drawing/2014/chart" uri="{C3380CC4-5D6E-409C-BE32-E72D297353CC}">
              <c16:uniqueId val="{0000003C-33D8-4856-9C31-9FA277874691}"/>
            </c:ext>
          </c:extLst>
        </c:ser>
        <c:ser>
          <c:idx val="7"/>
          <c:order val="7"/>
          <c:tx>
            <c:strRef>
              <c:f>Sheet1!$I$1</c:f>
              <c:strCache>
                <c:ptCount val="1"/>
                <c:pt idx="0">
                  <c:v>Q45</c:v>
                </c:pt>
              </c:strCache>
            </c:strRef>
          </c:tx>
          <c:spPr>
            <a:ln>
              <a:solidFill>
                <a:schemeClr val="bg1"/>
              </a:solidFill>
            </a:ln>
          </c:spPr>
          <c:dPt>
            <c:idx val="0"/>
            <c:bubble3D val="0"/>
            <c:spPr>
              <a:solidFill>
                <a:schemeClr val="accent2"/>
              </a:solidFill>
              <a:ln>
                <a:solidFill>
                  <a:schemeClr val="bg1"/>
                </a:solidFill>
              </a:ln>
              <a:effectLst/>
            </c:spPr>
            <c:extLst>
              <c:ext xmlns:c16="http://schemas.microsoft.com/office/drawing/2014/chart" uri="{C3380CC4-5D6E-409C-BE32-E72D297353CC}">
                <c16:uniqueId val="{0000003E-33D8-4856-9C31-9FA277874691}"/>
              </c:ext>
            </c:extLst>
          </c:dPt>
          <c:dPt>
            <c:idx val="1"/>
            <c:bubble3D val="0"/>
            <c:spPr>
              <a:noFill/>
              <a:ln>
                <a:solidFill>
                  <a:schemeClr val="bg1"/>
                </a:solidFill>
              </a:ln>
              <a:effectLst/>
            </c:spPr>
            <c:extLst>
              <c:ext xmlns:c16="http://schemas.microsoft.com/office/drawing/2014/chart" uri="{C3380CC4-5D6E-409C-BE32-E72D297353CC}">
                <c16:uniqueId val="{00000040-33D8-4856-9C31-9FA277874691}"/>
              </c:ext>
            </c:extLst>
          </c:dPt>
          <c:dPt>
            <c:idx val="2"/>
            <c:bubble3D val="0"/>
            <c:spPr>
              <a:solidFill>
                <a:srgbClr val="DDEFE8"/>
              </a:solidFill>
              <a:ln w="63500">
                <a:solidFill>
                  <a:schemeClr val="bg1"/>
                </a:solidFill>
              </a:ln>
              <a:effectLst/>
            </c:spPr>
            <c:extLst>
              <c:ext xmlns:c16="http://schemas.microsoft.com/office/drawing/2014/chart" uri="{C3380CC4-5D6E-409C-BE32-E72D297353CC}">
                <c16:uniqueId val="{00000042-33D8-4856-9C31-9FA277874691}"/>
              </c:ext>
            </c:extLst>
          </c:dPt>
          <c:cat>
            <c:strRef>
              <c:f>Sheet1!$A$2:$A$4</c:f>
              <c:strCache>
                <c:ptCount val="3"/>
                <c:pt idx="0">
                  <c:v> </c:v>
                </c:pt>
                <c:pt idx="1">
                  <c:v>Label A</c:v>
                </c:pt>
                <c:pt idx="2">
                  <c:v>Label A</c:v>
                </c:pt>
              </c:strCache>
            </c:strRef>
          </c:cat>
          <c:val>
            <c:numRef>
              <c:f>Sheet1!$I$2:$I$4</c:f>
              <c:numCache>
                <c:formatCode>General</c:formatCode>
                <c:ptCount val="3"/>
                <c:pt idx="0">
                  <c:v>0</c:v>
                </c:pt>
                <c:pt idx="1">
                  <c:v>20</c:v>
                </c:pt>
                <c:pt idx="2">
                  <c:v>100</c:v>
                </c:pt>
              </c:numCache>
            </c:numRef>
          </c:val>
          <c:extLst>
            <c:ext xmlns:c16="http://schemas.microsoft.com/office/drawing/2014/chart" uri="{C3380CC4-5D6E-409C-BE32-E72D297353CC}">
              <c16:uniqueId val="{00000043-33D8-4856-9C31-9FA277874691}"/>
            </c:ext>
          </c:extLst>
        </c:ser>
        <c:dLbls>
          <c:showLegendKey val="0"/>
          <c:showVal val="0"/>
          <c:showCatName val="0"/>
          <c:showSerName val="0"/>
          <c:showPercent val="0"/>
          <c:showBubbleSize val="0"/>
          <c:showLeaderLines val="0"/>
        </c:dLbls>
        <c:firstSliceAng val="0"/>
        <c:holeSize val="50"/>
      </c:doughnutChart>
      <c:spPr>
        <a:noFill/>
        <a:ln>
          <a:noFill/>
        </a:ln>
        <a:effectLst/>
      </c:spPr>
    </c:plotArea>
    <c:plotVisOnly val="1"/>
    <c:dispBlanksAs val="gap"/>
    <c:showDLblsOverMax val="0"/>
  </c:chart>
  <c:spPr>
    <a:noFill/>
    <a:ln w="9525" cap="flat" cmpd="sng" algn="ctr">
      <a:noFill/>
      <a:prstDash val="solid"/>
    </a:ln>
    <a:effectLst/>
  </c:spPr>
  <c:txPr>
    <a:bodyPr/>
    <a:lstStyle/>
    <a:p>
      <a:pPr>
        <a:defRPr/>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873605736569098E-2"/>
          <c:y val="9.5796999827576307E-2"/>
          <c:w val="0.93440271505400496"/>
          <c:h val="0.72931524800275904"/>
        </c:manualLayout>
      </c:layout>
      <c:lineChart>
        <c:grouping val="standard"/>
        <c:varyColors val="0"/>
        <c:ser>
          <c:idx val="0"/>
          <c:order val="0"/>
          <c:tx>
            <c:strRef>
              <c:f>Sheet1!$B$1</c:f>
              <c:strCache>
                <c:ptCount val="1"/>
                <c:pt idx="0">
                  <c:v>Construction</c:v>
                </c:pt>
              </c:strCache>
            </c:strRef>
          </c:tx>
          <c:spPr>
            <a:ln w="28575" cap="rnd">
              <a:solidFill>
                <a:schemeClr val="accent1"/>
              </a:solidFill>
              <a:round/>
            </a:ln>
            <a:effectLst/>
          </c:spPr>
          <c:marker>
            <c:symbol val="none"/>
          </c:marke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38</c:v>
                </c:pt>
                <c:pt idx="1">
                  <c:v>46</c:v>
                </c:pt>
                <c:pt idx="2">
                  <c:v>48</c:v>
                </c:pt>
                <c:pt idx="3">
                  <c:v>68</c:v>
                </c:pt>
                <c:pt idx="4">
                  <c:v>50</c:v>
                </c:pt>
                <c:pt idx="5">
                  <c:v>49</c:v>
                </c:pt>
                <c:pt idx="6">
                  <c:v>48</c:v>
                </c:pt>
                <c:pt idx="7">
                  <c:v>57</c:v>
                </c:pt>
                <c:pt idx="8">
                  <c:v>52</c:v>
                </c:pt>
                <c:pt idx="9">
                  <c:v>87</c:v>
                </c:pt>
                <c:pt idx="10">
                  <c:v>85</c:v>
                </c:pt>
                <c:pt idx="11">
                  <c:v>82</c:v>
                </c:pt>
              </c:numCache>
            </c:numRef>
          </c:val>
          <c:smooth val="0"/>
          <c:extLst>
            <c:ext xmlns:c16="http://schemas.microsoft.com/office/drawing/2014/chart" uri="{C3380CC4-5D6E-409C-BE32-E72D297353CC}">
              <c16:uniqueId val="{00000000-24BB-4E2E-A74B-C14A9A4645C3}"/>
            </c:ext>
          </c:extLst>
        </c:ser>
        <c:ser>
          <c:idx val="1"/>
          <c:order val="1"/>
          <c:tx>
            <c:strRef>
              <c:f>Sheet1!$C$1</c:f>
              <c:strCache>
                <c:ptCount val="1"/>
                <c:pt idx="0">
                  <c:v>Financial Services</c:v>
                </c:pt>
              </c:strCache>
            </c:strRef>
          </c:tx>
          <c:spPr>
            <a:ln w="28575" cap="rnd">
              <a:solidFill>
                <a:schemeClr val="accent2"/>
              </a:solidFill>
              <a:round/>
            </a:ln>
            <a:effectLst/>
          </c:spPr>
          <c:marker>
            <c:symbol val="none"/>
          </c:marke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20</c:v>
                </c:pt>
                <c:pt idx="1">
                  <c:v>23</c:v>
                </c:pt>
                <c:pt idx="2">
                  <c:v>28</c:v>
                </c:pt>
                <c:pt idx="3">
                  <c:v>21</c:v>
                </c:pt>
                <c:pt idx="4">
                  <c:v>30</c:v>
                </c:pt>
                <c:pt idx="5">
                  <c:v>28</c:v>
                </c:pt>
                <c:pt idx="6">
                  <c:v>26</c:v>
                </c:pt>
                <c:pt idx="7">
                  <c:v>40</c:v>
                </c:pt>
                <c:pt idx="8">
                  <c:v>32</c:v>
                </c:pt>
                <c:pt idx="9">
                  <c:v>38</c:v>
                </c:pt>
                <c:pt idx="10">
                  <c:v>37</c:v>
                </c:pt>
                <c:pt idx="11">
                  <c:v>36</c:v>
                </c:pt>
              </c:numCache>
            </c:numRef>
          </c:val>
          <c:smooth val="0"/>
          <c:extLst>
            <c:ext xmlns:c16="http://schemas.microsoft.com/office/drawing/2014/chart" uri="{C3380CC4-5D6E-409C-BE32-E72D297353CC}">
              <c16:uniqueId val="{00000001-24BB-4E2E-A74B-C14A9A4645C3}"/>
            </c:ext>
          </c:extLst>
        </c:ser>
        <c:ser>
          <c:idx val="2"/>
          <c:order val="2"/>
          <c:tx>
            <c:strRef>
              <c:f>Sheet1!$D$1</c:f>
              <c:strCache>
                <c:ptCount val="1"/>
                <c:pt idx="0">
                  <c:v>Healthcare</c:v>
                </c:pt>
              </c:strCache>
            </c:strRef>
          </c:tx>
          <c:spPr>
            <a:ln w="28575" cap="rnd">
              <a:solidFill>
                <a:schemeClr val="accent3"/>
              </a:solidFill>
              <a:round/>
            </a:ln>
            <a:effectLst/>
          </c:spPr>
          <c:marker>
            <c:symbol val="none"/>
          </c:marke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Sheet1!$D$2:$D$13</c:f>
              <c:numCache>
                <c:formatCode>General</c:formatCode>
                <c:ptCount val="12"/>
                <c:pt idx="0">
                  <c:v>18</c:v>
                </c:pt>
                <c:pt idx="1">
                  <c:v>25</c:v>
                </c:pt>
                <c:pt idx="2">
                  <c:v>34</c:v>
                </c:pt>
                <c:pt idx="3">
                  <c:v>97</c:v>
                </c:pt>
                <c:pt idx="4">
                  <c:v>40</c:v>
                </c:pt>
                <c:pt idx="5">
                  <c:v>37</c:v>
                </c:pt>
                <c:pt idx="6">
                  <c:v>36</c:v>
                </c:pt>
                <c:pt idx="7">
                  <c:v>60</c:v>
                </c:pt>
                <c:pt idx="8">
                  <c:v>39</c:v>
                </c:pt>
                <c:pt idx="9">
                  <c:v>44</c:v>
                </c:pt>
                <c:pt idx="10">
                  <c:v>61</c:v>
                </c:pt>
                <c:pt idx="11">
                  <c:v>62</c:v>
                </c:pt>
              </c:numCache>
            </c:numRef>
          </c:val>
          <c:smooth val="0"/>
          <c:extLst>
            <c:ext xmlns:c16="http://schemas.microsoft.com/office/drawing/2014/chart" uri="{C3380CC4-5D6E-409C-BE32-E72D297353CC}">
              <c16:uniqueId val="{00000002-24BB-4E2E-A74B-C14A9A4645C3}"/>
            </c:ext>
          </c:extLst>
        </c:ser>
        <c:ser>
          <c:idx val="3"/>
          <c:order val="3"/>
          <c:tx>
            <c:strRef>
              <c:f>Sheet1!$E$1</c:f>
              <c:strCache>
                <c:ptCount val="1"/>
                <c:pt idx="0">
                  <c:v>Transportation</c:v>
                </c:pt>
              </c:strCache>
            </c:strRef>
          </c:tx>
          <c:spPr>
            <a:ln w="28575"/>
          </c:spPr>
          <c:marker>
            <c:symbol val="none"/>
          </c:marke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Sheet1!$E$2:$E$13</c:f>
              <c:numCache>
                <c:formatCode>General</c:formatCode>
                <c:ptCount val="12"/>
                <c:pt idx="0">
                  <c:v>14</c:v>
                </c:pt>
                <c:pt idx="1">
                  <c:v>16</c:v>
                </c:pt>
                <c:pt idx="2">
                  <c:v>18</c:v>
                </c:pt>
                <c:pt idx="3">
                  <c:v>10</c:v>
                </c:pt>
                <c:pt idx="4">
                  <c:v>18</c:v>
                </c:pt>
                <c:pt idx="5">
                  <c:v>20</c:v>
                </c:pt>
                <c:pt idx="6">
                  <c:v>24</c:v>
                </c:pt>
                <c:pt idx="7">
                  <c:v>26</c:v>
                </c:pt>
                <c:pt idx="8">
                  <c:v>24</c:v>
                </c:pt>
                <c:pt idx="9">
                  <c:v>30</c:v>
                </c:pt>
                <c:pt idx="10">
                  <c:v>17</c:v>
                </c:pt>
                <c:pt idx="11">
                  <c:v>19</c:v>
                </c:pt>
              </c:numCache>
            </c:numRef>
          </c:val>
          <c:smooth val="0"/>
          <c:extLst>
            <c:ext xmlns:c16="http://schemas.microsoft.com/office/drawing/2014/chart" uri="{C3380CC4-5D6E-409C-BE32-E72D297353CC}">
              <c16:uniqueId val="{00000003-24BB-4E2E-A74B-C14A9A4645C3}"/>
            </c:ext>
          </c:extLst>
        </c:ser>
        <c:dLbls>
          <c:showLegendKey val="0"/>
          <c:showVal val="0"/>
          <c:showCatName val="0"/>
          <c:showSerName val="0"/>
          <c:showPercent val="0"/>
          <c:showBubbleSize val="0"/>
        </c:dLbls>
        <c:smooth val="0"/>
        <c:axId val="316290632"/>
        <c:axId val="316289456"/>
      </c:lineChart>
      <c:catAx>
        <c:axId val="316290632"/>
        <c:scaling>
          <c:orientation val="minMax"/>
        </c:scaling>
        <c:delete val="0"/>
        <c:axPos val="b"/>
        <c:numFmt formatCode="General" sourceLinked="1"/>
        <c:majorTickMark val="none"/>
        <c:minorTickMark val="out"/>
        <c:tickLblPos val="nextTo"/>
        <c:spPr>
          <a:noFill/>
          <a:ln w="3175" cap="flat" cmpd="sng" algn="ctr">
            <a:solidFill>
              <a:schemeClr val="tx2"/>
            </a:solidFill>
            <a:round/>
          </a:ln>
          <a:effectLst/>
        </c:spPr>
        <c:txPr>
          <a:bodyPr rot="-60000000" vert="horz"/>
          <a:lstStyle/>
          <a:p>
            <a:pPr>
              <a:defRPr/>
            </a:pPr>
            <a:endParaRPr lang="en-US"/>
          </a:p>
        </c:txPr>
        <c:crossAx val="316289456"/>
        <c:crosses val="autoZero"/>
        <c:auto val="1"/>
        <c:lblAlgn val="ctr"/>
        <c:lblOffset val="100"/>
        <c:noMultiLvlLbl val="0"/>
      </c:catAx>
      <c:valAx>
        <c:axId val="316289456"/>
        <c:scaling>
          <c:orientation val="minMax"/>
        </c:scaling>
        <c:delete val="0"/>
        <c:axPos val="l"/>
        <c:majorGridlines>
          <c:spPr>
            <a:ln w="3175" cap="flat" cmpd="sng" algn="ctr">
              <a:solidFill>
                <a:schemeClr val="tx2"/>
              </a:solidFill>
              <a:round/>
            </a:ln>
            <a:effectLst/>
          </c:spPr>
        </c:majorGridlines>
        <c:numFmt formatCode="General" sourceLinked="1"/>
        <c:majorTickMark val="none"/>
        <c:minorTickMark val="none"/>
        <c:tickLblPos val="nextTo"/>
        <c:spPr>
          <a:noFill/>
          <a:ln>
            <a:noFill/>
          </a:ln>
          <a:effectLst/>
        </c:spPr>
        <c:txPr>
          <a:bodyPr rot="-60000000" vert="horz"/>
          <a:lstStyle/>
          <a:p>
            <a:pPr>
              <a:defRPr/>
            </a:pPr>
            <a:endParaRPr lang="en-US"/>
          </a:p>
        </c:txPr>
        <c:crossAx val="316290632"/>
        <c:crosses val="autoZero"/>
        <c:crossBetween val="between"/>
      </c:valAx>
      <c:spPr>
        <a:noFill/>
        <a:ln>
          <a:noFill/>
        </a:ln>
        <a:effectLst/>
      </c:spPr>
    </c:plotArea>
    <c:legend>
      <c:legendPos val="b"/>
      <c:overlay val="0"/>
      <c:spPr>
        <a:noFill/>
        <a:ln>
          <a:noFill/>
        </a:ln>
        <a:effectLst/>
      </c:spPr>
      <c:txPr>
        <a:bodyPr rot="0" vert="horz"/>
        <a:lstStyle/>
        <a:p>
          <a:pPr>
            <a:defRPr/>
          </a:pPr>
          <a:endParaRPr lang="en-US"/>
        </a:p>
      </c:txPr>
    </c:legend>
    <c:plotVisOnly val="1"/>
    <c:dispBlanksAs val="gap"/>
    <c:showDLblsOverMax val="0"/>
  </c:chart>
  <c:spPr>
    <a:noFill/>
    <a:ln>
      <a:noFill/>
    </a:ln>
    <a:effectLst/>
  </c:spPr>
  <c:txPr>
    <a:bodyPr/>
    <a:lstStyle/>
    <a:p>
      <a:pPr>
        <a:defRPr sz="900">
          <a:solidFill>
            <a:schemeClr val="tx1"/>
          </a:solidFill>
          <a:latin typeface="Aptos" panose="020B0004020202020204" pitchFamily="34" charset="0"/>
        </a:defRPr>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1866604909680401E-2"/>
          <c:y val="3.97666312872944E-2"/>
          <c:w val="0.88650360418429197"/>
          <c:h val="0.74014562831367503"/>
        </c:manualLayout>
      </c:layout>
      <c:lineChart>
        <c:grouping val="standard"/>
        <c:varyColors val="0"/>
        <c:ser>
          <c:idx val="0"/>
          <c:order val="0"/>
          <c:tx>
            <c:strRef>
              <c:f>Sheet1!$A$2</c:f>
              <c:strCache>
                <c:ptCount val="1"/>
                <c:pt idx="0">
                  <c:v>Line 1</c:v>
                </c:pt>
              </c:strCache>
            </c:strRef>
          </c:tx>
          <c:spPr>
            <a:ln w="28575" cap="rnd">
              <a:solidFill>
                <a:schemeClr val="accent3"/>
              </a:solidFill>
              <a:round/>
            </a:ln>
            <a:effectLst/>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Sheet1!$B$2:$H$2</c:f>
              <c:numCache>
                <c:formatCode>General</c:formatCode>
                <c:ptCount val="7"/>
                <c:pt idx="0">
                  <c:v>4.3</c:v>
                </c:pt>
                <c:pt idx="1">
                  <c:v>2.5</c:v>
                </c:pt>
                <c:pt idx="2">
                  <c:v>3.5</c:v>
                </c:pt>
                <c:pt idx="3">
                  <c:v>4.5</c:v>
                </c:pt>
                <c:pt idx="4">
                  <c:v>6</c:v>
                </c:pt>
                <c:pt idx="5">
                  <c:v>4</c:v>
                </c:pt>
                <c:pt idx="6">
                  <c:v>3</c:v>
                </c:pt>
              </c:numCache>
            </c:numRef>
          </c:val>
          <c:smooth val="0"/>
          <c:extLst>
            <c:ext xmlns:c16="http://schemas.microsoft.com/office/drawing/2014/chart" uri="{C3380CC4-5D6E-409C-BE32-E72D297353CC}">
              <c16:uniqueId val="{00000000-AA91-431D-AE34-2F2A4DEC22BA}"/>
            </c:ext>
          </c:extLst>
        </c:ser>
        <c:ser>
          <c:idx val="1"/>
          <c:order val="1"/>
          <c:tx>
            <c:strRef>
              <c:f>Sheet1!$A$3</c:f>
              <c:strCache>
                <c:ptCount val="1"/>
                <c:pt idx="0">
                  <c:v>Line 2</c:v>
                </c:pt>
              </c:strCache>
            </c:strRef>
          </c:tx>
          <c:spPr>
            <a:ln w="28575" cap="rnd">
              <a:solidFill>
                <a:schemeClr val="bg2"/>
              </a:solidFill>
              <a:round/>
            </a:ln>
            <a:effectLst/>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Sheet1!$B$3:$H$3</c:f>
              <c:numCache>
                <c:formatCode>General</c:formatCode>
                <c:ptCount val="7"/>
                <c:pt idx="0">
                  <c:v>2.4</c:v>
                </c:pt>
                <c:pt idx="1">
                  <c:v>4.4000000000000004</c:v>
                </c:pt>
                <c:pt idx="2">
                  <c:v>1.8</c:v>
                </c:pt>
                <c:pt idx="3">
                  <c:v>2.8</c:v>
                </c:pt>
                <c:pt idx="4">
                  <c:v>2.5</c:v>
                </c:pt>
                <c:pt idx="5">
                  <c:v>2.2000000000000002</c:v>
                </c:pt>
                <c:pt idx="6">
                  <c:v>1.6</c:v>
                </c:pt>
              </c:numCache>
            </c:numRef>
          </c:val>
          <c:smooth val="0"/>
          <c:extLst>
            <c:ext xmlns:c16="http://schemas.microsoft.com/office/drawing/2014/chart" uri="{C3380CC4-5D6E-409C-BE32-E72D297353CC}">
              <c16:uniqueId val="{00000001-AA91-431D-AE34-2F2A4DEC22BA}"/>
            </c:ext>
          </c:extLst>
        </c:ser>
        <c:ser>
          <c:idx val="2"/>
          <c:order val="2"/>
          <c:tx>
            <c:strRef>
              <c:f>Sheet1!$A$4</c:f>
              <c:strCache>
                <c:ptCount val="1"/>
                <c:pt idx="0">
                  <c:v>Line 3</c:v>
                </c:pt>
              </c:strCache>
            </c:strRef>
          </c:tx>
          <c:spPr>
            <a:ln w="28575" cap="rnd">
              <a:solidFill>
                <a:schemeClr val="tx2">
                  <a:lumMod val="40000"/>
                  <a:lumOff val="60000"/>
                </a:schemeClr>
              </a:solidFill>
              <a:round/>
            </a:ln>
            <a:effectLst/>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Sheet1!$B$4:$H$4</c:f>
              <c:numCache>
                <c:formatCode>General</c:formatCode>
                <c:ptCount val="7"/>
                <c:pt idx="0">
                  <c:v>2</c:v>
                </c:pt>
                <c:pt idx="1">
                  <c:v>2</c:v>
                </c:pt>
                <c:pt idx="2">
                  <c:v>3</c:v>
                </c:pt>
                <c:pt idx="3">
                  <c:v>5</c:v>
                </c:pt>
                <c:pt idx="4">
                  <c:v>4.5</c:v>
                </c:pt>
                <c:pt idx="5">
                  <c:v>5</c:v>
                </c:pt>
                <c:pt idx="6">
                  <c:v>4.5</c:v>
                </c:pt>
              </c:numCache>
            </c:numRef>
          </c:val>
          <c:smooth val="0"/>
          <c:extLst>
            <c:ext xmlns:c16="http://schemas.microsoft.com/office/drawing/2014/chart" uri="{C3380CC4-5D6E-409C-BE32-E72D297353CC}">
              <c16:uniqueId val="{00000002-AA91-431D-AE34-2F2A4DEC22BA}"/>
            </c:ext>
          </c:extLst>
        </c:ser>
        <c:ser>
          <c:idx val="3"/>
          <c:order val="3"/>
          <c:tx>
            <c:strRef>
              <c:f>Sheet1!$A$5</c:f>
              <c:strCache>
                <c:ptCount val="1"/>
                <c:pt idx="0">
                  <c:v>Line 4</c:v>
                </c:pt>
              </c:strCache>
            </c:strRef>
          </c:tx>
          <c:spPr>
            <a:ln w="28575" cap="rnd">
              <a:solidFill>
                <a:schemeClr val="bg1">
                  <a:lumMod val="75000"/>
                </a:schemeClr>
              </a:solidFill>
              <a:round/>
            </a:ln>
            <a:effectLst/>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Sheet1!$B$5:$H$5</c:f>
              <c:numCache>
                <c:formatCode>General</c:formatCode>
                <c:ptCount val="7"/>
                <c:pt idx="0">
                  <c:v>3</c:v>
                </c:pt>
                <c:pt idx="1">
                  <c:v>2.5</c:v>
                </c:pt>
                <c:pt idx="2">
                  <c:v>3.5</c:v>
                </c:pt>
                <c:pt idx="3">
                  <c:v>4</c:v>
                </c:pt>
                <c:pt idx="4">
                  <c:v>4.25</c:v>
                </c:pt>
                <c:pt idx="5">
                  <c:v>4.75</c:v>
                </c:pt>
                <c:pt idx="6">
                  <c:v>3</c:v>
                </c:pt>
              </c:numCache>
            </c:numRef>
          </c:val>
          <c:smooth val="0"/>
          <c:extLst>
            <c:ext xmlns:c16="http://schemas.microsoft.com/office/drawing/2014/chart" uri="{C3380CC4-5D6E-409C-BE32-E72D297353CC}">
              <c16:uniqueId val="{00000003-AA91-431D-AE34-2F2A4DEC22BA}"/>
            </c:ext>
          </c:extLst>
        </c:ser>
        <c:ser>
          <c:idx val="4"/>
          <c:order val="4"/>
          <c:tx>
            <c:strRef>
              <c:f>Sheet1!$A$6</c:f>
              <c:strCache>
                <c:ptCount val="1"/>
                <c:pt idx="0">
                  <c:v>Line 5</c:v>
                </c:pt>
              </c:strCache>
            </c:strRef>
          </c:tx>
          <c:spPr>
            <a:ln w="28575" cap="rnd">
              <a:solidFill>
                <a:schemeClr val="bg1">
                  <a:lumMod val="65000"/>
                </a:schemeClr>
              </a:solidFill>
              <a:round/>
            </a:ln>
            <a:effectLst/>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Sheet1!$B$6:$H$6</c:f>
              <c:numCache>
                <c:formatCode>General</c:formatCode>
                <c:ptCount val="7"/>
                <c:pt idx="0">
                  <c:v>4.25</c:v>
                </c:pt>
                <c:pt idx="1">
                  <c:v>4</c:v>
                </c:pt>
                <c:pt idx="2">
                  <c:v>3.5</c:v>
                </c:pt>
                <c:pt idx="3">
                  <c:v>2.75</c:v>
                </c:pt>
                <c:pt idx="4">
                  <c:v>3</c:v>
                </c:pt>
                <c:pt idx="5">
                  <c:v>3.5</c:v>
                </c:pt>
                <c:pt idx="6">
                  <c:v>4</c:v>
                </c:pt>
              </c:numCache>
            </c:numRef>
          </c:val>
          <c:smooth val="0"/>
          <c:extLst>
            <c:ext xmlns:c16="http://schemas.microsoft.com/office/drawing/2014/chart" uri="{C3380CC4-5D6E-409C-BE32-E72D297353CC}">
              <c16:uniqueId val="{00000004-AA91-431D-AE34-2F2A4DEC22BA}"/>
            </c:ext>
          </c:extLst>
        </c:ser>
        <c:ser>
          <c:idx val="5"/>
          <c:order val="5"/>
          <c:tx>
            <c:strRef>
              <c:f>Sheet1!$A$7</c:f>
              <c:strCache>
                <c:ptCount val="1"/>
                <c:pt idx="0">
                  <c:v>Line 6</c:v>
                </c:pt>
              </c:strCache>
            </c:strRef>
          </c:tx>
          <c:spPr>
            <a:ln w="28575" cap="rnd">
              <a:solidFill>
                <a:schemeClr val="bg1">
                  <a:lumMod val="50000"/>
                </a:schemeClr>
              </a:solidFill>
              <a:round/>
            </a:ln>
            <a:effectLst/>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Sheet1!$B$7:$H$7</c:f>
              <c:numCache>
                <c:formatCode>General</c:formatCode>
                <c:ptCount val="7"/>
                <c:pt idx="0">
                  <c:v>5</c:v>
                </c:pt>
                <c:pt idx="1">
                  <c:v>4.5999999999999996</c:v>
                </c:pt>
                <c:pt idx="2">
                  <c:v>4</c:v>
                </c:pt>
                <c:pt idx="3">
                  <c:v>3.5</c:v>
                </c:pt>
                <c:pt idx="4">
                  <c:v>2.75</c:v>
                </c:pt>
                <c:pt idx="5">
                  <c:v>3</c:v>
                </c:pt>
                <c:pt idx="6">
                  <c:v>3.5</c:v>
                </c:pt>
              </c:numCache>
            </c:numRef>
          </c:val>
          <c:smooth val="0"/>
          <c:extLst>
            <c:ext xmlns:c16="http://schemas.microsoft.com/office/drawing/2014/chart" uri="{C3380CC4-5D6E-409C-BE32-E72D297353CC}">
              <c16:uniqueId val="{00000005-AA91-431D-AE34-2F2A4DEC22BA}"/>
            </c:ext>
          </c:extLst>
        </c:ser>
        <c:ser>
          <c:idx val="6"/>
          <c:order val="6"/>
          <c:tx>
            <c:strRef>
              <c:f>Sheet1!$A$8</c:f>
              <c:strCache>
                <c:ptCount val="1"/>
                <c:pt idx="0">
                  <c:v>Line 7</c:v>
                </c:pt>
              </c:strCache>
            </c:strRef>
          </c:tx>
          <c:spPr>
            <a:ln w="28575" cap="rnd">
              <a:solidFill>
                <a:schemeClr val="tx2">
                  <a:lumMod val="60000"/>
                  <a:lumOff val="40000"/>
                </a:schemeClr>
              </a:solidFill>
              <a:round/>
            </a:ln>
            <a:effectLst/>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Sheet1!$B$8:$H$8</c:f>
              <c:numCache>
                <c:formatCode>General</c:formatCode>
                <c:ptCount val="7"/>
                <c:pt idx="0">
                  <c:v>3.5</c:v>
                </c:pt>
                <c:pt idx="1">
                  <c:v>3.7</c:v>
                </c:pt>
                <c:pt idx="2">
                  <c:v>3.2</c:v>
                </c:pt>
                <c:pt idx="3">
                  <c:v>3</c:v>
                </c:pt>
                <c:pt idx="4">
                  <c:v>4</c:v>
                </c:pt>
                <c:pt idx="5">
                  <c:v>2.8</c:v>
                </c:pt>
                <c:pt idx="6">
                  <c:v>4.2</c:v>
                </c:pt>
              </c:numCache>
            </c:numRef>
          </c:val>
          <c:smooth val="0"/>
          <c:extLst>
            <c:ext xmlns:c16="http://schemas.microsoft.com/office/drawing/2014/chart" uri="{C3380CC4-5D6E-409C-BE32-E72D297353CC}">
              <c16:uniqueId val="{00000006-AA91-431D-AE34-2F2A4DEC22BA}"/>
            </c:ext>
          </c:extLst>
        </c:ser>
        <c:dLbls>
          <c:showLegendKey val="0"/>
          <c:showVal val="0"/>
          <c:showCatName val="0"/>
          <c:showSerName val="0"/>
          <c:showPercent val="0"/>
          <c:showBubbleSize val="0"/>
        </c:dLbls>
        <c:smooth val="0"/>
        <c:axId val="-120861312"/>
        <c:axId val="21656192"/>
      </c:lineChart>
      <c:catAx>
        <c:axId val="-120861312"/>
        <c:scaling>
          <c:orientation val="minMax"/>
        </c:scaling>
        <c:delete val="0"/>
        <c:axPos val="b"/>
        <c:numFmt formatCode="General" sourceLinked="1"/>
        <c:majorTickMark val="none"/>
        <c:minorTickMark val="none"/>
        <c:tickLblPos val="nextTo"/>
        <c:spPr>
          <a:noFill/>
          <a:ln w="6350" cap="flat" cmpd="sng" algn="ctr">
            <a:solidFill>
              <a:srgbClr val="BBBCBC"/>
            </a:solidFill>
            <a:round/>
          </a:ln>
          <a:effectLst/>
        </c:spPr>
        <c:txPr>
          <a:bodyPr rot="-60000000" vert="horz"/>
          <a:lstStyle/>
          <a:p>
            <a:pPr>
              <a:defRPr/>
            </a:pPr>
            <a:endParaRPr lang="en-US"/>
          </a:p>
        </c:txPr>
        <c:crossAx val="21656192"/>
        <c:crosses val="autoZero"/>
        <c:auto val="1"/>
        <c:lblAlgn val="ctr"/>
        <c:lblOffset val="100"/>
        <c:noMultiLvlLbl val="0"/>
      </c:catAx>
      <c:valAx>
        <c:axId val="21656192"/>
        <c:scaling>
          <c:orientation val="minMax"/>
        </c:scaling>
        <c:delete val="0"/>
        <c:axPos val="l"/>
        <c:majorGridlines>
          <c:spPr>
            <a:ln w="6350" cap="flat" cmpd="sng" algn="ctr">
              <a:solidFill>
                <a:srgbClr val="BBBCBC"/>
              </a:solidFill>
              <a:round/>
            </a:ln>
            <a:effectLst/>
          </c:spPr>
        </c:majorGridlines>
        <c:numFmt formatCode="General" sourceLinked="1"/>
        <c:majorTickMark val="none"/>
        <c:minorTickMark val="none"/>
        <c:tickLblPos val="nextTo"/>
        <c:spPr>
          <a:noFill/>
          <a:ln>
            <a:noFill/>
          </a:ln>
          <a:effectLst/>
        </c:spPr>
        <c:txPr>
          <a:bodyPr rot="-60000000" vert="horz"/>
          <a:lstStyle/>
          <a:p>
            <a:pPr>
              <a:defRPr/>
            </a:pPr>
            <a:endParaRPr lang="en-US"/>
          </a:p>
        </c:txPr>
        <c:crossAx val="-120861312"/>
        <c:crosses val="autoZero"/>
        <c:crossBetween val="between"/>
      </c:valAx>
      <c:spPr>
        <a:noFill/>
        <a:ln>
          <a:noFill/>
        </a:ln>
        <a:effectLst/>
      </c:spPr>
    </c:plotArea>
    <c:legend>
      <c:legendPos val="b"/>
      <c:layout>
        <c:manualLayout>
          <c:xMode val="edge"/>
          <c:yMode val="edge"/>
          <c:x val="7.7266001527233605E-2"/>
          <c:y val="0.89050030069546604"/>
          <c:w val="0.85188066187421596"/>
          <c:h val="7.7377429502657302E-2"/>
        </c:manualLayout>
      </c:layout>
      <c:overlay val="0"/>
      <c:spPr>
        <a:noFill/>
        <a:ln>
          <a:noFill/>
        </a:ln>
        <a:effectLst/>
      </c:spPr>
      <c:txPr>
        <a:bodyPr rot="0" vert="horz"/>
        <a:lstStyle/>
        <a:p>
          <a:pPr>
            <a:defRPr/>
          </a:pPr>
          <a:endParaRPr lang="en-US"/>
        </a:p>
      </c:txPr>
    </c:legend>
    <c:plotVisOnly val="1"/>
    <c:dispBlanksAs val="gap"/>
    <c:showDLblsOverMax val="0"/>
  </c:chart>
  <c:spPr>
    <a:noFill/>
    <a:ln>
      <a:noFill/>
    </a:ln>
    <a:effectLst/>
  </c:spPr>
  <c:txPr>
    <a:bodyPr/>
    <a:lstStyle/>
    <a:p>
      <a:pPr>
        <a:defRPr>
          <a:latin typeface="Aptos" panose="020B0004020202020204" pitchFamily="34" charset="0"/>
        </a:defRPr>
      </a:pPr>
      <a:endParaRPr lang="en-U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1866604909680401E-2"/>
          <c:y val="3.97666312872944E-2"/>
          <c:w val="0.88650360418429197"/>
          <c:h val="0.74014562831367503"/>
        </c:manualLayout>
      </c:layout>
      <c:lineChart>
        <c:grouping val="standard"/>
        <c:varyColors val="0"/>
        <c:ser>
          <c:idx val="0"/>
          <c:order val="0"/>
          <c:tx>
            <c:strRef>
              <c:f>Sheet1!$A$2</c:f>
              <c:strCache>
                <c:ptCount val="1"/>
                <c:pt idx="0">
                  <c:v>Line 1</c:v>
                </c:pt>
              </c:strCache>
            </c:strRef>
          </c:tx>
          <c:spPr>
            <a:ln w="28575" cap="rnd">
              <a:solidFill>
                <a:schemeClr val="accent1"/>
              </a:solidFill>
              <a:round/>
            </a:ln>
            <a:effectLst/>
          </c:spPr>
          <c:marker>
            <c:symbol val="none"/>
          </c:marker>
          <c:cat>
            <c:strRef>
              <c:f>Sheet1!$B$1:$H$1</c:f>
              <c:strCache>
                <c:ptCount val="7"/>
                <c:pt idx="0">
                  <c:v>Label 1</c:v>
                </c:pt>
                <c:pt idx="1">
                  <c:v>Label 2</c:v>
                </c:pt>
                <c:pt idx="2">
                  <c:v>Label 3</c:v>
                </c:pt>
                <c:pt idx="3">
                  <c:v>Label 4</c:v>
                </c:pt>
                <c:pt idx="4">
                  <c:v>Label 5</c:v>
                </c:pt>
                <c:pt idx="5">
                  <c:v>Label 6</c:v>
                </c:pt>
                <c:pt idx="6">
                  <c:v>Label 7</c:v>
                </c:pt>
              </c:strCache>
            </c:strRef>
          </c:cat>
          <c:val>
            <c:numRef>
              <c:f>Sheet1!$B$2:$H$2</c:f>
              <c:numCache>
                <c:formatCode>General</c:formatCode>
                <c:ptCount val="7"/>
                <c:pt idx="0">
                  <c:v>4.3</c:v>
                </c:pt>
                <c:pt idx="1">
                  <c:v>2.5</c:v>
                </c:pt>
                <c:pt idx="2">
                  <c:v>3.5</c:v>
                </c:pt>
                <c:pt idx="3">
                  <c:v>4.5</c:v>
                </c:pt>
                <c:pt idx="4">
                  <c:v>6</c:v>
                </c:pt>
                <c:pt idx="5">
                  <c:v>4</c:v>
                </c:pt>
                <c:pt idx="6">
                  <c:v>3</c:v>
                </c:pt>
              </c:numCache>
            </c:numRef>
          </c:val>
          <c:smooth val="0"/>
          <c:extLst>
            <c:ext xmlns:c16="http://schemas.microsoft.com/office/drawing/2014/chart" uri="{C3380CC4-5D6E-409C-BE32-E72D297353CC}">
              <c16:uniqueId val="{00000000-AA91-431D-AE34-2F2A4DEC22BA}"/>
            </c:ext>
          </c:extLst>
        </c:ser>
        <c:ser>
          <c:idx val="1"/>
          <c:order val="1"/>
          <c:tx>
            <c:strRef>
              <c:f>Sheet1!$A$3</c:f>
              <c:strCache>
                <c:ptCount val="1"/>
                <c:pt idx="0">
                  <c:v>Line 2</c:v>
                </c:pt>
              </c:strCache>
            </c:strRef>
          </c:tx>
          <c:spPr>
            <a:ln w="28575" cap="rnd">
              <a:solidFill>
                <a:schemeClr val="accent2"/>
              </a:solidFill>
              <a:round/>
            </a:ln>
            <a:effectLst/>
          </c:spPr>
          <c:marker>
            <c:symbol val="none"/>
          </c:marker>
          <c:cat>
            <c:strRef>
              <c:f>Sheet1!$B$1:$H$1</c:f>
              <c:strCache>
                <c:ptCount val="7"/>
                <c:pt idx="0">
                  <c:v>Label 1</c:v>
                </c:pt>
                <c:pt idx="1">
                  <c:v>Label 2</c:v>
                </c:pt>
                <c:pt idx="2">
                  <c:v>Label 3</c:v>
                </c:pt>
                <c:pt idx="3">
                  <c:v>Label 4</c:v>
                </c:pt>
                <c:pt idx="4">
                  <c:v>Label 5</c:v>
                </c:pt>
                <c:pt idx="5">
                  <c:v>Label 6</c:v>
                </c:pt>
                <c:pt idx="6">
                  <c:v>Label 7</c:v>
                </c:pt>
              </c:strCache>
            </c:strRef>
          </c:cat>
          <c:val>
            <c:numRef>
              <c:f>Sheet1!$B$3:$H$3</c:f>
              <c:numCache>
                <c:formatCode>General</c:formatCode>
                <c:ptCount val="7"/>
                <c:pt idx="0">
                  <c:v>2.4</c:v>
                </c:pt>
                <c:pt idx="1">
                  <c:v>4.4000000000000004</c:v>
                </c:pt>
                <c:pt idx="2">
                  <c:v>1.8</c:v>
                </c:pt>
                <c:pt idx="3">
                  <c:v>2.8</c:v>
                </c:pt>
                <c:pt idx="4">
                  <c:v>2.5</c:v>
                </c:pt>
                <c:pt idx="5">
                  <c:v>2.2000000000000002</c:v>
                </c:pt>
                <c:pt idx="6">
                  <c:v>1.6</c:v>
                </c:pt>
              </c:numCache>
            </c:numRef>
          </c:val>
          <c:smooth val="0"/>
          <c:extLst>
            <c:ext xmlns:c16="http://schemas.microsoft.com/office/drawing/2014/chart" uri="{C3380CC4-5D6E-409C-BE32-E72D297353CC}">
              <c16:uniqueId val="{00000001-AA91-431D-AE34-2F2A4DEC22BA}"/>
            </c:ext>
          </c:extLst>
        </c:ser>
        <c:ser>
          <c:idx val="2"/>
          <c:order val="2"/>
          <c:tx>
            <c:strRef>
              <c:f>Sheet1!$A$4</c:f>
              <c:strCache>
                <c:ptCount val="1"/>
                <c:pt idx="0">
                  <c:v>Line 3</c:v>
                </c:pt>
              </c:strCache>
            </c:strRef>
          </c:tx>
          <c:spPr>
            <a:ln w="28575" cap="rnd">
              <a:solidFill>
                <a:schemeClr val="accent3"/>
              </a:solidFill>
              <a:round/>
            </a:ln>
            <a:effectLst/>
          </c:spPr>
          <c:marker>
            <c:symbol val="none"/>
          </c:marker>
          <c:cat>
            <c:strRef>
              <c:f>Sheet1!$B$1:$H$1</c:f>
              <c:strCache>
                <c:ptCount val="7"/>
                <c:pt idx="0">
                  <c:v>Label 1</c:v>
                </c:pt>
                <c:pt idx="1">
                  <c:v>Label 2</c:v>
                </c:pt>
                <c:pt idx="2">
                  <c:v>Label 3</c:v>
                </c:pt>
                <c:pt idx="3">
                  <c:v>Label 4</c:v>
                </c:pt>
                <c:pt idx="4">
                  <c:v>Label 5</c:v>
                </c:pt>
                <c:pt idx="5">
                  <c:v>Label 6</c:v>
                </c:pt>
                <c:pt idx="6">
                  <c:v>Label 7</c:v>
                </c:pt>
              </c:strCache>
            </c:strRef>
          </c:cat>
          <c:val>
            <c:numRef>
              <c:f>Sheet1!$B$4:$H$4</c:f>
              <c:numCache>
                <c:formatCode>General</c:formatCode>
                <c:ptCount val="7"/>
                <c:pt idx="0">
                  <c:v>2</c:v>
                </c:pt>
                <c:pt idx="1">
                  <c:v>2</c:v>
                </c:pt>
                <c:pt idx="2">
                  <c:v>3</c:v>
                </c:pt>
                <c:pt idx="3">
                  <c:v>5</c:v>
                </c:pt>
                <c:pt idx="4">
                  <c:v>4.5</c:v>
                </c:pt>
                <c:pt idx="5">
                  <c:v>5</c:v>
                </c:pt>
                <c:pt idx="6">
                  <c:v>4.5</c:v>
                </c:pt>
              </c:numCache>
            </c:numRef>
          </c:val>
          <c:smooth val="0"/>
          <c:extLst>
            <c:ext xmlns:c16="http://schemas.microsoft.com/office/drawing/2014/chart" uri="{C3380CC4-5D6E-409C-BE32-E72D297353CC}">
              <c16:uniqueId val="{00000002-AA91-431D-AE34-2F2A4DEC22BA}"/>
            </c:ext>
          </c:extLst>
        </c:ser>
        <c:ser>
          <c:idx val="3"/>
          <c:order val="3"/>
          <c:tx>
            <c:strRef>
              <c:f>Sheet1!$A$5</c:f>
              <c:strCache>
                <c:ptCount val="1"/>
                <c:pt idx="0">
                  <c:v>Line 4</c:v>
                </c:pt>
              </c:strCache>
            </c:strRef>
          </c:tx>
          <c:spPr>
            <a:ln w="28575" cap="rnd">
              <a:solidFill>
                <a:schemeClr val="accent4"/>
              </a:solidFill>
              <a:round/>
            </a:ln>
            <a:effectLst/>
          </c:spPr>
          <c:marker>
            <c:symbol val="none"/>
          </c:marker>
          <c:cat>
            <c:strRef>
              <c:f>Sheet1!$B$1:$H$1</c:f>
              <c:strCache>
                <c:ptCount val="7"/>
                <c:pt idx="0">
                  <c:v>Label 1</c:v>
                </c:pt>
                <c:pt idx="1">
                  <c:v>Label 2</c:v>
                </c:pt>
                <c:pt idx="2">
                  <c:v>Label 3</c:v>
                </c:pt>
                <c:pt idx="3">
                  <c:v>Label 4</c:v>
                </c:pt>
                <c:pt idx="4">
                  <c:v>Label 5</c:v>
                </c:pt>
                <c:pt idx="5">
                  <c:v>Label 6</c:v>
                </c:pt>
                <c:pt idx="6">
                  <c:v>Label 7</c:v>
                </c:pt>
              </c:strCache>
            </c:strRef>
          </c:cat>
          <c:val>
            <c:numRef>
              <c:f>Sheet1!$B$5:$H$5</c:f>
              <c:numCache>
                <c:formatCode>General</c:formatCode>
                <c:ptCount val="7"/>
                <c:pt idx="0">
                  <c:v>3</c:v>
                </c:pt>
                <c:pt idx="1">
                  <c:v>2.5</c:v>
                </c:pt>
                <c:pt idx="2">
                  <c:v>3.5</c:v>
                </c:pt>
                <c:pt idx="3">
                  <c:v>4</c:v>
                </c:pt>
                <c:pt idx="4">
                  <c:v>4.25</c:v>
                </c:pt>
                <c:pt idx="5">
                  <c:v>4.75</c:v>
                </c:pt>
                <c:pt idx="6">
                  <c:v>3</c:v>
                </c:pt>
              </c:numCache>
            </c:numRef>
          </c:val>
          <c:smooth val="0"/>
          <c:extLst>
            <c:ext xmlns:c16="http://schemas.microsoft.com/office/drawing/2014/chart" uri="{C3380CC4-5D6E-409C-BE32-E72D297353CC}">
              <c16:uniqueId val="{00000003-AA91-431D-AE34-2F2A4DEC22BA}"/>
            </c:ext>
          </c:extLst>
        </c:ser>
        <c:ser>
          <c:idx val="4"/>
          <c:order val="4"/>
          <c:tx>
            <c:strRef>
              <c:f>Sheet1!$A$6</c:f>
              <c:strCache>
                <c:ptCount val="1"/>
                <c:pt idx="0">
                  <c:v>Line 5</c:v>
                </c:pt>
              </c:strCache>
            </c:strRef>
          </c:tx>
          <c:spPr>
            <a:ln w="28575" cap="rnd">
              <a:solidFill>
                <a:schemeClr val="accent5"/>
              </a:solidFill>
              <a:round/>
            </a:ln>
            <a:effectLst/>
          </c:spPr>
          <c:marker>
            <c:symbol val="none"/>
          </c:marker>
          <c:cat>
            <c:strRef>
              <c:f>Sheet1!$B$1:$H$1</c:f>
              <c:strCache>
                <c:ptCount val="7"/>
                <c:pt idx="0">
                  <c:v>Label 1</c:v>
                </c:pt>
                <c:pt idx="1">
                  <c:v>Label 2</c:v>
                </c:pt>
                <c:pt idx="2">
                  <c:v>Label 3</c:v>
                </c:pt>
                <c:pt idx="3">
                  <c:v>Label 4</c:v>
                </c:pt>
                <c:pt idx="4">
                  <c:v>Label 5</c:v>
                </c:pt>
                <c:pt idx="5">
                  <c:v>Label 6</c:v>
                </c:pt>
                <c:pt idx="6">
                  <c:v>Label 7</c:v>
                </c:pt>
              </c:strCache>
            </c:strRef>
          </c:cat>
          <c:val>
            <c:numRef>
              <c:f>Sheet1!$B$6:$H$6</c:f>
              <c:numCache>
                <c:formatCode>General</c:formatCode>
                <c:ptCount val="7"/>
                <c:pt idx="0">
                  <c:v>4.25</c:v>
                </c:pt>
                <c:pt idx="1">
                  <c:v>4</c:v>
                </c:pt>
                <c:pt idx="2">
                  <c:v>3.5</c:v>
                </c:pt>
                <c:pt idx="3">
                  <c:v>2.75</c:v>
                </c:pt>
                <c:pt idx="4">
                  <c:v>3</c:v>
                </c:pt>
                <c:pt idx="5">
                  <c:v>3.5</c:v>
                </c:pt>
                <c:pt idx="6">
                  <c:v>4</c:v>
                </c:pt>
              </c:numCache>
            </c:numRef>
          </c:val>
          <c:smooth val="0"/>
          <c:extLst>
            <c:ext xmlns:c16="http://schemas.microsoft.com/office/drawing/2014/chart" uri="{C3380CC4-5D6E-409C-BE32-E72D297353CC}">
              <c16:uniqueId val="{00000004-AA91-431D-AE34-2F2A4DEC22BA}"/>
            </c:ext>
          </c:extLst>
        </c:ser>
        <c:ser>
          <c:idx val="5"/>
          <c:order val="5"/>
          <c:tx>
            <c:strRef>
              <c:f>Sheet1!$A$7</c:f>
              <c:strCache>
                <c:ptCount val="1"/>
                <c:pt idx="0">
                  <c:v>Line 6</c:v>
                </c:pt>
              </c:strCache>
            </c:strRef>
          </c:tx>
          <c:spPr>
            <a:ln w="28575" cap="rnd">
              <a:solidFill>
                <a:schemeClr val="accent6"/>
              </a:solidFill>
              <a:round/>
            </a:ln>
            <a:effectLst/>
          </c:spPr>
          <c:marker>
            <c:symbol val="none"/>
          </c:marker>
          <c:cat>
            <c:strRef>
              <c:f>Sheet1!$B$1:$H$1</c:f>
              <c:strCache>
                <c:ptCount val="7"/>
                <c:pt idx="0">
                  <c:v>Label 1</c:v>
                </c:pt>
                <c:pt idx="1">
                  <c:v>Label 2</c:v>
                </c:pt>
                <c:pt idx="2">
                  <c:v>Label 3</c:v>
                </c:pt>
                <c:pt idx="3">
                  <c:v>Label 4</c:v>
                </c:pt>
                <c:pt idx="4">
                  <c:v>Label 5</c:v>
                </c:pt>
                <c:pt idx="5">
                  <c:v>Label 6</c:v>
                </c:pt>
                <c:pt idx="6">
                  <c:v>Label 7</c:v>
                </c:pt>
              </c:strCache>
            </c:strRef>
          </c:cat>
          <c:val>
            <c:numRef>
              <c:f>Sheet1!$B$7:$H$7</c:f>
              <c:numCache>
                <c:formatCode>General</c:formatCode>
                <c:ptCount val="7"/>
                <c:pt idx="0">
                  <c:v>5</c:v>
                </c:pt>
                <c:pt idx="1">
                  <c:v>4.5999999999999996</c:v>
                </c:pt>
                <c:pt idx="2">
                  <c:v>4</c:v>
                </c:pt>
                <c:pt idx="3">
                  <c:v>3.5</c:v>
                </c:pt>
                <c:pt idx="4">
                  <c:v>2.75</c:v>
                </c:pt>
                <c:pt idx="5">
                  <c:v>3</c:v>
                </c:pt>
                <c:pt idx="6">
                  <c:v>3.5</c:v>
                </c:pt>
              </c:numCache>
            </c:numRef>
          </c:val>
          <c:smooth val="0"/>
          <c:extLst>
            <c:ext xmlns:c16="http://schemas.microsoft.com/office/drawing/2014/chart" uri="{C3380CC4-5D6E-409C-BE32-E72D297353CC}">
              <c16:uniqueId val="{00000005-AA91-431D-AE34-2F2A4DEC22BA}"/>
            </c:ext>
          </c:extLst>
        </c:ser>
        <c:ser>
          <c:idx val="6"/>
          <c:order val="6"/>
          <c:tx>
            <c:strRef>
              <c:f>Sheet1!$A$8</c:f>
              <c:strCache>
                <c:ptCount val="1"/>
                <c:pt idx="0">
                  <c:v>Line 7</c:v>
                </c:pt>
              </c:strCache>
            </c:strRef>
          </c:tx>
          <c:spPr>
            <a:ln w="28575" cap="rnd">
              <a:solidFill>
                <a:schemeClr val="accent1">
                  <a:lumMod val="60000"/>
                </a:schemeClr>
              </a:solidFill>
              <a:round/>
            </a:ln>
            <a:effectLst/>
          </c:spPr>
          <c:marker>
            <c:symbol val="none"/>
          </c:marker>
          <c:cat>
            <c:strRef>
              <c:f>Sheet1!$B$1:$H$1</c:f>
              <c:strCache>
                <c:ptCount val="7"/>
                <c:pt idx="0">
                  <c:v>Label 1</c:v>
                </c:pt>
                <c:pt idx="1">
                  <c:v>Label 2</c:v>
                </c:pt>
                <c:pt idx="2">
                  <c:v>Label 3</c:v>
                </c:pt>
                <c:pt idx="3">
                  <c:v>Label 4</c:v>
                </c:pt>
                <c:pt idx="4">
                  <c:v>Label 5</c:v>
                </c:pt>
                <c:pt idx="5">
                  <c:v>Label 6</c:v>
                </c:pt>
                <c:pt idx="6">
                  <c:v>Label 7</c:v>
                </c:pt>
              </c:strCache>
            </c:strRef>
          </c:cat>
          <c:val>
            <c:numRef>
              <c:f>Sheet1!$B$8:$H$8</c:f>
              <c:numCache>
                <c:formatCode>General</c:formatCode>
                <c:ptCount val="7"/>
                <c:pt idx="0">
                  <c:v>3.5</c:v>
                </c:pt>
                <c:pt idx="1">
                  <c:v>3.7</c:v>
                </c:pt>
                <c:pt idx="2">
                  <c:v>3.2</c:v>
                </c:pt>
                <c:pt idx="3">
                  <c:v>3</c:v>
                </c:pt>
                <c:pt idx="4">
                  <c:v>4</c:v>
                </c:pt>
                <c:pt idx="5">
                  <c:v>2.8</c:v>
                </c:pt>
                <c:pt idx="6">
                  <c:v>4.2</c:v>
                </c:pt>
              </c:numCache>
            </c:numRef>
          </c:val>
          <c:smooth val="0"/>
          <c:extLst>
            <c:ext xmlns:c16="http://schemas.microsoft.com/office/drawing/2014/chart" uri="{C3380CC4-5D6E-409C-BE32-E72D297353CC}">
              <c16:uniqueId val="{00000006-AA91-431D-AE34-2F2A4DEC22BA}"/>
            </c:ext>
          </c:extLst>
        </c:ser>
        <c:dLbls>
          <c:showLegendKey val="0"/>
          <c:showVal val="0"/>
          <c:showCatName val="0"/>
          <c:showSerName val="0"/>
          <c:showPercent val="0"/>
          <c:showBubbleSize val="0"/>
        </c:dLbls>
        <c:smooth val="0"/>
        <c:axId val="110462928"/>
        <c:axId val="110219568"/>
      </c:lineChart>
      <c:catAx>
        <c:axId val="110462928"/>
        <c:scaling>
          <c:orientation val="minMax"/>
        </c:scaling>
        <c:delete val="0"/>
        <c:axPos val="b"/>
        <c:numFmt formatCode="General" sourceLinked="1"/>
        <c:majorTickMark val="none"/>
        <c:minorTickMark val="none"/>
        <c:tickLblPos val="nextTo"/>
        <c:spPr>
          <a:noFill/>
          <a:ln w="6350" cap="flat" cmpd="sng" algn="ctr">
            <a:solidFill>
              <a:srgbClr val="BBBCBC"/>
            </a:solidFill>
            <a:round/>
          </a:ln>
          <a:effectLst/>
        </c:spPr>
        <c:txPr>
          <a:bodyPr rot="-60000000" vert="horz"/>
          <a:lstStyle/>
          <a:p>
            <a:pPr>
              <a:defRPr/>
            </a:pPr>
            <a:endParaRPr lang="en-US"/>
          </a:p>
        </c:txPr>
        <c:crossAx val="110219568"/>
        <c:crosses val="autoZero"/>
        <c:auto val="1"/>
        <c:lblAlgn val="ctr"/>
        <c:lblOffset val="100"/>
        <c:noMultiLvlLbl val="0"/>
      </c:catAx>
      <c:valAx>
        <c:axId val="110219568"/>
        <c:scaling>
          <c:orientation val="minMax"/>
        </c:scaling>
        <c:delete val="0"/>
        <c:axPos val="l"/>
        <c:majorGridlines>
          <c:spPr>
            <a:ln w="6350" cap="flat" cmpd="sng" algn="ctr">
              <a:solidFill>
                <a:srgbClr val="BBBCBC"/>
              </a:solidFill>
              <a:round/>
            </a:ln>
            <a:effectLst/>
          </c:spPr>
        </c:majorGridlines>
        <c:numFmt formatCode="General" sourceLinked="1"/>
        <c:majorTickMark val="none"/>
        <c:minorTickMark val="none"/>
        <c:tickLblPos val="nextTo"/>
        <c:spPr>
          <a:noFill/>
          <a:ln>
            <a:noFill/>
          </a:ln>
          <a:effectLst/>
        </c:spPr>
        <c:txPr>
          <a:bodyPr rot="-60000000" vert="horz"/>
          <a:lstStyle/>
          <a:p>
            <a:pPr>
              <a:defRPr/>
            </a:pPr>
            <a:endParaRPr lang="en-US"/>
          </a:p>
        </c:txPr>
        <c:crossAx val="110462928"/>
        <c:crosses val="autoZero"/>
        <c:crossBetween val="between"/>
      </c:valAx>
      <c:spPr>
        <a:noFill/>
        <a:ln>
          <a:noFill/>
        </a:ln>
        <a:effectLst/>
      </c:spPr>
    </c:plotArea>
    <c:legend>
      <c:legendPos val="b"/>
      <c:layout>
        <c:manualLayout>
          <c:xMode val="edge"/>
          <c:yMode val="edge"/>
          <c:x val="7.7265911028637405E-2"/>
          <c:y val="0.89050030069546604"/>
          <c:w val="0.85188066187421596"/>
          <c:h val="7.7377429502657302E-2"/>
        </c:manualLayout>
      </c:layout>
      <c:overlay val="0"/>
      <c:spPr>
        <a:noFill/>
        <a:ln>
          <a:noFill/>
        </a:ln>
        <a:effectLst/>
      </c:spPr>
      <c:txPr>
        <a:bodyPr rot="0" vert="horz"/>
        <a:lstStyle/>
        <a:p>
          <a:pPr>
            <a:defRPr/>
          </a:pPr>
          <a:endParaRPr lang="en-US"/>
        </a:p>
      </c:txPr>
    </c:legend>
    <c:plotVisOnly val="1"/>
    <c:dispBlanksAs val="gap"/>
    <c:showDLblsOverMax val="0"/>
  </c:chart>
  <c:spPr>
    <a:noFill/>
    <a:ln>
      <a:noFill/>
    </a:ln>
    <a:effectLst/>
  </c:spPr>
  <c:txPr>
    <a:bodyPr/>
    <a:lstStyle/>
    <a:p>
      <a:pPr>
        <a:defRPr>
          <a:latin typeface="Aptos" panose="020B0004020202020204" pitchFamily="34" charset="0"/>
        </a:defRPr>
      </a:pPr>
      <a:endParaRPr lang="en-U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6394248959515702E-2"/>
          <c:y val="5.8252102666092799E-2"/>
          <c:w val="0.94721150208096805"/>
          <c:h val="0.73712944204417896"/>
        </c:manualLayout>
      </c:layout>
      <c:lineChart>
        <c:grouping val="standard"/>
        <c:varyColors val="0"/>
        <c:ser>
          <c:idx val="0"/>
          <c:order val="0"/>
          <c:tx>
            <c:strRef>
              <c:f>Sheet1!$A$2</c:f>
              <c:strCache>
                <c:ptCount val="1"/>
                <c:pt idx="0">
                  <c:v>Line 1</c:v>
                </c:pt>
              </c:strCache>
            </c:strRef>
          </c:tx>
          <c:spPr>
            <a:ln w="28575">
              <a:solidFill>
                <a:schemeClr val="accent1"/>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Sheet1!$B$2:$H$2</c:f>
              <c:numCache>
                <c:formatCode>General</c:formatCode>
                <c:ptCount val="7"/>
                <c:pt idx="0">
                  <c:v>4.3</c:v>
                </c:pt>
                <c:pt idx="1">
                  <c:v>2.5</c:v>
                </c:pt>
                <c:pt idx="2">
                  <c:v>3.5</c:v>
                </c:pt>
                <c:pt idx="3">
                  <c:v>4.5</c:v>
                </c:pt>
                <c:pt idx="4">
                  <c:v>6</c:v>
                </c:pt>
                <c:pt idx="5">
                  <c:v>4</c:v>
                </c:pt>
                <c:pt idx="6">
                  <c:v>3</c:v>
                </c:pt>
              </c:numCache>
            </c:numRef>
          </c:val>
          <c:smooth val="1"/>
          <c:extLst>
            <c:ext xmlns:c16="http://schemas.microsoft.com/office/drawing/2014/chart" uri="{C3380CC4-5D6E-409C-BE32-E72D297353CC}">
              <c16:uniqueId val="{00000000-48EE-4119-8012-483F137AD0AE}"/>
            </c:ext>
          </c:extLst>
        </c:ser>
        <c:ser>
          <c:idx val="1"/>
          <c:order val="1"/>
          <c:tx>
            <c:strRef>
              <c:f>Sheet1!$A$3</c:f>
              <c:strCache>
                <c:ptCount val="1"/>
                <c:pt idx="0">
                  <c:v>Line 2</c:v>
                </c:pt>
              </c:strCache>
            </c:strRef>
          </c:tx>
          <c:spPr>
            <a:ln w="28575">
              <a:solidFill>
                <a:schemeClr val="accent2"/>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Sheet1!$B$3:$H$3</c:f>
              <c:numCache>
                <c:formatCode>General</c:formatCode>
                <c:ptCount val="7"/>
                <c:pt idx="0">
                  <c:v>2.4</c:v>
                </c:pt>
                <c:pt idx="1">
                  <c:v>4.4000000000000004</c:v>
                </c:pt>
                <c:pt idx="2">
                  <c:v>1.8</c:v>
                </c:pt>
                <c:pt idx="3">
                  <c:v>2.8</c:v>
                </c:pt>
                <c:pt idx="4">
                  <c:v>2.5</c:v>
                </c:pt>
                <c:pt idx="5">
                  <c:v>2.2000000000000002</c:v>
                </c:pt>
                <c:pt idx="6">
                  <c:v>1.6</c:v>
                </c:pt>
              </c:numCache>
            </c:numRef>
          </c:val>
          <c:smooth val="1"/>
          <c:extLst>
            <c:ext xmlns:c16="http://schemas.microsoft.com/office/drawing/2014/chart" uri="{C3380CC4-5D6E-409C-BE32-E72D297353CC}">
              <c16:uniqueId val="{00000001-48EE-4119-8012-483F137AD0AE}"/>
            </c:ext>
          </c:extLst>
        </c:ser>
        <c:ser>
          <c:idx val="2"/>
          <c:order val="2"/>
          <c:tx>
            <c:strRef>
              <c:f>Sheet1!$A$4</c:f>
              <c:strCache>
                <c:ptCount val="1"/>
                <c:pt idx="0">
                  <c:v>Line 3</c:v>
                </c:pt>
              </c:strCache>
            </c:strRef>
          </c:tx>
          <c:spPr>
            <a:ln w="28575">
              <a:solidFill>
                <a:schemeClr val="hlink"/>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Sheet1!$B$4:$H$4</c:f>
              <c:numCache>
                <c:formatCode>General</c:formatCode>
                <c:ptCount val="7"/>
                <c:pt idx="0">
                  <c:v>2</c:v>
                </c:pt>
                <c:pt idx="1">
                  <c:v>2</c:v>
                </c:pt>
                <c:pt idx="2">
                  <c:v>3</c:v>
                </c:pt>
                <c:pt idx="3">
                  <c:v>5</c:v>
                </c:pt>
                <c:pt idx="4">
                  <c:v>4.5</c:v>
                </c:pt>
                <c:pt idx="5">
                  <c:v>5</c:v>
                </c:pt>
                <c:pt idx="6">
                  <c:v>4.5</c:v>
                </c:pt>
              </c:numCache>
            </c:numRef>
          </c:val>
          <c:smooth val="1"/>
          <c:extLst>
            <c:ext xmlns:c16="http://schemas.microsoft.com/office/drawing/2014/chart" uri="{C3380CC4-5D6E-409C-BE32-E72D297353CC}">
              <c16:uniqueId val="{00000002-48EE-4119-8012-483F137AD0AE}"/>
            </c:ext>
          </c:extLst>
        </c:ser>
        <c:ser>
          <c:idx val="3"/>
          <c:order val="3"/>
          <c:tx>
            <c:strRef>
              <c:f>Sheet1!$A$5</c:f>
              <c:strCache>
                <c:ptCount val="1"/>
                <c:pt idx="0">
                  <c:v>Line 4</c:v>
                </c:pt>
              </c:strCache>
            </c:strRef>
          </c:tx>
          <c:spPr>
            <a:ln w="28575">
              <a:solidFill>
                <a:schemeClr val="accent4"/>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Sheet1!$B$5:$H$5</c:f>
              <c:numCache>
                <c:formatCode>General</c:formatCode>
                <c:ptCount val="7"/>
                <c:pt idx="0">
                  <c:v>3</c:v>
                </c:pt>
                <c:pt idx="1">
                  <c:v>2.5</c:v>
                </c:pt>
                <c:pt idx="2">
                  <c:v>3.5</c:v>
                </c:pt>
                <c:pt idx="3">
                  <c:v>4</c:v>
                </c:pt>
                <c:pt idx="4">
                  <c:v>4.25</c:v>
                </c:pt>
                <c:pt idx="5">
                  <c:v>4.75</c:v>
                </c:pt>
                <c:pt idx="6">
                  <c:v>3</c:v>
                </c:pt>
              </c:numCache>
            </c:numRef>
          </c:val>
          <c:smooth val="1"/>
          <c:extLst>
            <c:ext xmlns:c16="http://schemas.microsoft.com/office/drawing/2014/chart" uri="{C3380CC4-5D6E-409C-BE32-E72D297353CC}">
              <c16:uniqueId val="{00000003-48EE-4119-8012-483F137AD0AE}"/>
            </c:ext>
          </c:extLst>
        </c:ser>
        <c:ser>
          <c:idx val="4"/>
          <c:order val="4"/>
          <c:tx>
            <c:strRef>
              <c:f>Sheet1!$A$6</c:f>
              <c:strCache>
                <c:ptCount val="1"/>
                <c:pt idx="0">
                  <c:v>Line 5</c:v>
                </c:pt>
              </c:strCache>
            </c:strRef>
          </c:tx>
          <c:spPr>
            <a:ln w="28575">
              <a:solidFill>
                <a:schemeClr val="folHlink"/>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Sheet1!$B$6:$H$6</c:f>
              <c:numCache>
                <c:formatCode>General</c:formatCode>
                <c:ptCount val="7"/>
                <c:pt idx="0">
                  <c:v>4.25</c:v>
                </c:pt>
                <c:pt idx="1">
                  <c:v>4</c:v>
                </c:pt>
                <c:pt idx="2">
                  <c:v>3.5</c:v>
                </c:pt>
                <c:pt idx="3">
                  <c:v>2.75</c:v>
                </c:pt>
                <c:pt idx="4">
                  <c:v>3</c:v>
                </c:pt>
                <c:pt idx="5">
                  <c:v>3.5</c:v>
                </c:pt>
                <c:pt idx="6">
                  <c:v>4</c:v>
                </c:pt>
              </c:numCache>
            </c:numRef>
          </c:val>
          <c:smooth val="0"/>
          <c:extLst>
            <c:ext xmlns:c16="http://schemas.microsoft.com/office/drawing/2014/chart" uri="{C3380CC4-5D6E-409C-BE32-E72D297353CC}">
              <c16:uniqueId val="{00000004-48EE-4119-8012-483F137AD0AE}"/>
            </c:ext>
          </c:extLst>
        </c:ser>
        <c:ser>
          <c:idx val="5"/>
          <c:order val="5"/>
          <c:tx>
            <c:strRef>
              <c:f>Sheet1!$A$7</c:f>
              <c:strCache>
                <c:ptCount val="1"/>
                <c:pt idx="0">
                  <c:v>Line 6</c:v>
                </c:pt>
              </c:strCache>
            </c:strRef>
          </c:tx>
          <c:spPr>
            <a:ln w="28575">
              <a:solidFill>
                <a:schemeClr val="accent6"/>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Sheet1!$B$7:$H$7</c:f>
              <c:numCache>
                <c:formatCode>General</c:formatCode>
                <c:ptCount val="7"/>
                <c:pt idx="0">
                  <c:v>5</c:v>
                </c:pt>
                <c:pt idx="1">
                  <c:v>4.5999999999999996</c:v>
                </c:pt>
                <c:pt idx="2">
                  <c:v>4</c:v>
                </c:pt>
                <c:pt idx="3">
                  <c:v>3.5</c:v>
                </c:pt>
                <c:pt idx="4">
                  <c:v>2.75</c:v>
                </c:pt>
                <c:pt idx="5">
                  <c:v>3</c:v>
                </c:pt>
                <c:pt idx="6">
                  <c:v>3.5</c:v>
                </c:pt>
              </c:numCache>
            </c:numRef>
          </c:val>
          <c:smooth val="1"/>
          <c:extLst>
            <c:ext xmlns:c16="http://schemas.microsoft.com/office/drawing/2014/chart" uri="{C3380CC4-5D6E-409C-BE32-E72D297353CC}">
              <c16:uniqueId val="{00000005-48EE-4119-8012-483F137AD0AE}"/>
            </c:ext>
          </c:extLst>
        </c:ser>
        <c:ser>
          <c:idx val="6"/>
          <c:order val="6"/>
          <c:tx>
            <c:strRef>
              <c:f>Sheet1!$A$8</c:f>
              <c:strCache>
                <c:ptCount val="1"/>
                <c:pt idx="0">
                  <c:v>Line 7</c:v>
                </c:pt>
              </c:strCache>
            </c:strRef>
          </c:tx>
          <c:spPr>
            <a:ln w="28575">
              <a:solidFill>
                <a:schemeClr val="bg2"/>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Sheet1!$B$8:$H$8</c:f>
              <c:numCache>
                <c:formatCode>General</c:formatCode>
                <c:ptCount val="7"/>
                <c:pt idx="0">
                  <c:v>3.5</c:v>
                </c:pt>
                <c:pt idx="1">
                  <c:v>3.7</c:v>
                </c:pt>
                <c:pt idx="2">
                  <c:v>3.2</c:v>
                </c:pt>
                <c:pt idx="3">
                  <c:v>3</c:v>
                </c:pt>
                <c:pt idx="4">
                  <c:v>4</c:v>
                </c:pt>
                <c:pt idx="5">
                  <c:v>2.8</c:v>
                </c:pt>
                <c:pt idx="6">
                  <c:v>4.2</c:v>
                </c:pt>
              </c:numCache>
            </c:numRef>
          </c:val>
          <c:smooth val="1"/>
          <c:extLst>
            <c:ext xmlns:c16="http://schemas.microsoft.com/office/drawing/2014/chart" uri="{C3380CC4-5D6E-409C-BE32-E72D297353CC}">
              <c16:uniqueId val="{00000006-48EE-4119-8012-483F137AD0AE}"/>
            </c:ext>
          </c:extLst>
        </c:ser>
        <c:ser>
          <c:idx val="7"/>
          <c:order val="7"/>
          <c:tx>
            <c:strRef>
              <c:f>Sheet1!$A$9</c:f>
              <c:strCache>
                <c:ptCount val="1"/>
                <c:pt idx="0">
                  <c:v>Line 8</c:v>
                </c:pt>
              </c:strCache>
            </c:strRef>
          </c:tx>
          <c:spPr>
            <a:ln w="28575">
              <a:solidFill>
                <a:srgbClr val="005587"/>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Sheet1!$B$9:$H$9</c:f>
              <c:numCache>
                <c:formatCode>General</c:formatCode>
                <c:ptCount val="7"/>
                <c:pt idx="0">
                  <c:v>3.7</c:v>
                </c:pt>
                <c:pt idx="1">
                  <c:v>3.9</c:v>
                </c:pt>
                <c:pt idx="2">
                  <c:v>1.5</c:v>
                </c:pt>
                <c:pt idx="3">
                  <c:v>2</c:v>
                </c:pt>
                <c:pt idx="4">
                  <c:v>5</c:v>
                </c:pt>
                <c:pt idx="5">
                  <c:v>4.0999999999999996</c:v>
                </c:pt>
                <c:pt idx="6">
                  <c:v>3.6</c:v>
                </c:pt>
              </c:numCache>
            </c:numRef>
          </c:val>
          <c:smooth val="1"/>
          <c:extLst>
            <c:ext xmlns:c16="http://schemas.microsoft.com/office/drawing/2014/chart" uri="{C3380CC4-5D6E-409C-BE32-E72D297353CC}">
              <c16:uniqueId val="{00000007-48EE-4119-8012-483F137AD0AE}"/>
            </c:ext>
          </c:extLst>
        </c:ser>
        <c:ser>
          <c:idx val="8"/>
          <c:order val="8"/>
          <c:tx>
            <c:strRef>
              <c:f>Sheet1!$A$10</c:f>
              <c:strCache>
                <c:ptCount val="1"/>
                <c:pt idx="0">
                  <c:v>Line 9</c:v>
                </c:pt>
              </c:strCache>
            </c:strRef>
          </c:tx>
          <c:spPr>
            <a:ln w="28575">
              <a:solidFill>
                <a:srgbClr val="C2FF3E"/>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Sheet1!$B$10:$H$10</c:f>
              <c:numCache>
                <c:formatCode>General</c:formatCode>
                <c:ptCount val="7"/>
                <c:pt idx="0">
                  <c:v>3.9</c:v>
                </c:pt>
                <c:pt idx="1">
                  <c:v>1.8</c:v>
                </c:pt>
                <c:pt idx="2">
                  <c:v>2</c:v>
                </c:pt>
                <c:pt idx="3">
                  <c:v>2.2000000000000002</c:v>
                </c:pt>
                <c:pt idx="4">
                  <c:v>4.7</c:v>
                </c:pt>
                <c:pt idx="5">
                  <c:v>4.5</c:v>
                </c:pt>
                <c:pt idx="6">
                  <c:v>2.5</c:v>
                </c:pt>
              </c:numCache>
            </c:numRef>
          </c:val>
          <c:smooth val="1"/>
          <c:extLst>
            <c:ext xmlns:c16="http://schemas.microsoft.com/office/drawing/2014/chart" uri="{C3380CC4-5D6E-409C-BE32-E72D297353CC}">
              <c16:uniqueId val="{00000008-48EE-4119-8012-483F137AD0AE}"/>
            </c:ext>
          </c:extLst>
        </c:ser>
        <c:ser>
          <c:idx val="9"/>
          <c:order val="9"/>
          <c:tx>
            <c:strRef>
              <c:f>Sheet1!$A$11</c:f>
              <c:strCache>
                <c:ptCount val="1"/>
                <c:pt idx="0">
                  <c:v>Line 10</c:v>
                </c:pt>
              </c:strCache>
            </c:strRef>
          </c:tx>
          <c:spPr>
            <a:ln w="28575">
              <a:solidFill>
                <a:srgbClr val="52D0FF"/>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Sheet1!$B$11:$H$11</c:f>
              <c:numCache>
                <c:formatCode>General</c:formatCode>
                <c:ptCount val="7"/>
                <c:pt idx="0">
                  <c:v>1.8</c:v>
                </c:pt>
                <c:pt idx="1">
                  <c:v>2.2000000000000002</c:v>
                </c:pt>
                <c:pt idx="2">
                  <c:v>2.5</c:v>
                </c:pt>
                <c:pt idx="3">
                  <c:v>2.4</c:v>
                </c:pt>
                <c:pt idx="4">
                  <c:v>4.2</c:v>
                </c:pt>
                <c:pt idx="5">
                  <c:v>3.2</c:v>
                </c:pt>
                <c:pt idx="6">
                  <c:v>2.6</c:v>
                </c:pt>
              </c:numCache>
            </c:numRef>
          </c:val>
          <c:smooth val="1"/>
          <c:extLst>
            <c:ext xmlns:c16="http://schemas.microsoft.com/office/drawing/2014/chart" uri="{C3380CC4-5D6E-409C-BE32-E72D297353CC}">
              <c16:uniqueId val="{00000009-48EE-4119-8012-483F137AD0AE}"/>
            </c:ext>
          </c:extLst>
        </c:ser>
        <c:ser>
          <c:idx val="10"/>
          <c:order val="10"/>
          <c:tx>
            <c:strRef>
              <c:f>Sheet1!$A$12</c:f>
              <c:strCache>
                <c:ptCount val="1"/>
                <c:pt idx="0">
                  <c:v>Line 11</c:v>
                </c:pt>
              </c:strCache>
            </c:strRef>
          </c:tx>
          <c:spPr>
            <a:ln w="28575">
              <a:solidFill>
                <a:srgbClr val="7BCE6C"/>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Sheet1!$B$12:$H$12</c:f>
              <c:numCache>
                <c:formatCode>General</c:formatCode>
                <c:ptCount val="7"/>
                <c:pt idx="0">
                  <c:v>2.2000000000000002</c:v>
                </c:pt>
                <c:pt idx="1">
                  <c:v>4.0999999999999996</c:v>
                </c:pt>
                <c:pt idx="2">
                  <c:v>2.2000000000000002</c:v>
                </c:pt>
                <c:pt idx="3">
                  <c:v>3.2</c:v>
                </c:pt>
                <c:pt idx="4">
                  <c:v>3.1</c:v>
                </c:pt>
                <c:pt idx="5">
                  <c:v>3.8</c:v>
                </c:pt>
                <c:pt idx="6">
                  <c:v>2.8</c:v>
                </c:pt>
              </c:numCache>
            </c:numRef>
          </c:val>
          <c:smooth val="1"/>
          <c:extLst>
            <c:ext xmlns:c16="http://schemas.microsoft.com/office/drawing/2014/chart" uri="{C3380CC4-5D6E-409C-BE32-E72D297353CC}">
              <c16:uniqueId val="{0000000A-48EE-4119-8012-483F137AD0AE}"/>
            </c:ext>
          </c:extLst>
        </c:ser>
        <c:ser>
          <c:idx val="11"/>
          <c:order val="11"/>
          <c:tx>
            <c:strRef>
              <c:f>Sheet1!$A$13</c:f>
              <c:strCache>
                <c:ptCount val="1"/>
                <c:pt idx="0">
                  <c:v>Line 12</c:v>
                </c:pt>
              </c:strCache>
            </c:strRef>
          </c:tx>
          <c:spPr>
            <a:ln w="28575">
              <a:solidFill>
                <a:srgbClr val="AADDF1"/>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Sheet1!$B$13:$H$13</c:f>
              <c:numCache>
                <c:formatCode>General</c:formatCode>
                <c:ptCount val="7"/>
                <c:pt idx="0">
                  <c:v>4.0999999999999996</c:v>
                </c:pt>
                <c:pt idx="1">
                  <c:v>2.8</c:v>
                </c:pt>
                <c:pt idx="2">
                  <c:v>3.3</c:v>
                </c:pt>
                <c:pt idx="3">
                  <c:v>3.1</c:v>
                </c:pt>
                <c:pt idx="4">
                  <c:v>4.4000000000000004</c:v>
                </c:pt>
                <c:pt idx="5">
                  <c:v>3.7</c:v>
                </c:pt>
                <c:pt idx="6">
                  <c:v>3.4</c:v>
                </c:pt>
              </c:numCache>
            </c:numRef>
          </c:val>
          <c:smooth val="1"/>
          <c:extLst>
            <c:ext xmlns:c16="http://schemas.microsoft.com/office/drawing/2014/chart" uri="{C3380CC4-5D6E-409C-BE32-E72D297353CC}">
              <c16:uniqueId val="{0000000B-48EE-4119-8012-483F137AD0AE}"/>
            </c:ext>
          </c:extLst>
        </c:ser>
        <c:ser>
          <c:idx val="12"/>
          <c:order val="12"/>
          <c:tx>
            <c:strRef>
              <c:f>Sheet1!$A$14</c:f>
              <c:strCache>
                <c:ptCount val="1"/>
                <c:pt idx="0">
                  <c:v>Line 13</c:v>
                </c:pt>
              </c:strCache>
            </c:strRef>
          </c:tx>
          <c:spPr>
            <a:ln w="28575">
              <a:solidFill>
                <a:schemeClr val="accent1">
                  <a:lumMod val="60000"/>
                  <a:lumOff val="40000"/>
                </a:schemeClr>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Sheet1!$B$14:$H$14</c:f>
              <c:numCache>
                <c:formatCode>General</c:formatCode>
                <c:ptCount val="7"/>
                <c:pt idx="0">
                  <c:v>2.8</c:v>
                </c:pt>
                <c:pt idx="1">
                  <c:v>1.6</c:v>
                </c:pt>
                <c:pt idx="2">
                  <c:v>1.7</c:v>
                </c:pt>
                <c:pt idx="3">
                  <c:v>2.9</c:v>
                </c:pt>
                <c:pt idx="4">
                  <c:v>2.1</c:v>
                </c:pt>
                <c:pt idx="5">
                  <c:v>2.5</c:v>
                </c:pt>
                <c:pt idx="6">
                  <c:v>2</c:v>
                </c:pt>
              </c:numCache>
            </c:numRef>
          </c:val>
          <c:smooth val="1"/>
          <c:extLst>
            <c:ext xmlns:c16="http://schemas.microsoft.com/office/drawing/2014/chart" uri="{C3380CC4-5D6E-409C-BE32-E72D297353CC}">
              <c16:uniqueId val="{0000000C-48EE-4119-8012-483F137AD0AE}"/>
            </c:ext>
          </c:extLst>
        </c:ser>
        <c:ser>
          <c:idx val="13"/>
          <c:order val="13"/>
          <c:tx>
            <c:strRef>
              <c:f>Sheet1!$A$15</c:f>
              <c:strCache>
                <c:ptCount val="1"/>
                <c:pt idx="0">
                  <c:v>Line 14</c:v>
                </c:pt>
              </c:strCache>
            </c:strRef>
          </c:tx>
          <c:spPr>
            <a:ln w="28575">
              <a:solidFill>
                <a:srgbClr val="BABABA"/>
              </a:solidFill>
              <a:prstDash val="solid"/>
            </a:ln>
          </c:spPr>
          <c:marker>
            <c:symbol val="none"/>
          </c:marker>
          <c:cat>
            <c:strRef>
              <c:f>Sheet1!$B$1:$H$1</c:f>
              <c:strCache>
                <c:ptCount val="7"/>
                <c:pt idx="0">
                  <c:v>Label</c:v>
                </c:pt>
                <c:pt idx="1">
                  <c:v>Label 1</c:v>
                </c:pt>
                <c:pt idx="2">
                  <c:v>Label 2</c:v>
                </c:pt>
                <c:pt idx="3">
                  <c:v>Label 3</c:v>
                </c:pt>
                <c:pt idx="4">
                  <c:v>Label 4</c:v>
                </c:pt>
                <c:pt idx="5">
                  <c:v>Label 6</c:v>
                </c:pt>
                <c:pt idx="6">
                  <c:v>Label 7</c:v>
                </c:pt>
              </c:strCache>
            </c:strRef>
          </c:cat>
          <c:val>
            <c:numRef>
              <c:f>Sheet1!$B$15:$H$15</c:f>
              <c:numCache>
                <c:formatCode>General</c:formatCode>
                <c:ptCount val="7"/>
                <c:pt idx="0">
                  <c:v>1.6</c:v>
                </c:pt>
                <c:pt idx="1">
                  <c:v>3.5</c:v>
                </c:pt>
                <c:pt idx="2">
                  <c:v>2</c:v>
                </c:pt>
                <c:pt idx="3">
                  <c:v>3.3</c:v>
                </c:pt>
                <c:pt idx="4">
                  <c:v>2.6</c:v>
                </c:pt>
                <c:pt idx="5">
                  <c:v>2.7</c:v>
                </c:pt>
                <c:pt idx="6">
                  <c:v>3.1</c:v>
                </c:pt>
              </c:numCache>
            </c:numRef>
          </c:val>
          <c:smooth val="1"/>
          <c:extLst>
            <c:ext xmlns:c16="http://schemas.microsoft.com/office/drawing/2014/chart" uri="{C3380CC4-5D6E-409C-BE32-E72D297353CC}">
              <c16:uniqueId val="{0000000D-48EE-4119-8012-483F137AD0AE}"/>
            </c:ext>
          </c:extLst>
        </c:ser>
        <c:dLbls>
          <c:showLegendKey val="0"/>
          <c:showVal val="0"/>
          <c:showCatName val="0"/>
          <c:showSerName val="0"/>
          <c:showPercent val="0"/>
          <c:showBubbleSize val="0"/>
        </c:dLbls>
        <c:smooth val="0"/>
        <c:axId val="21771872"/>
        <c:axId val="21774816"/>
      </c:lineChart>
      <c:catAx>
        <c:axId val="21771872"/>
        <c:scaling>
          <c:orientation val="minMax"/>
        </c:scaling>
        <c:delete val="0"/>
        <c:axPos val="b"/>
        <c:numFmt formatCode="General" sourceLinked="0"/>
        <c:majorTickMark val="none"/>
        <c:minorTickMark val="none"/>
        <c:tickLblPos val="nextTo"/>
        <c:spPr>
          <a:ln w="6350">
            <a:solidFill>
              <a:srgbClr val="BBBCBC"/>
            </a:solidFill>
            <a:prstDash val="solid"/>
          </a:ln>
        </c:spPr>
        <c:crossAx val="21774816"/>
        <c:crosses val="autoZero"/>
        <c:auto val="1"/>
        <c:lblAlgn val="ctr"/>
        <c:lblOffset val="100"/>
        <c:noMultiLvlLbl val="0"/>
      </c:catAx>
      <c:valAx>
        <c:axId val="21774816"/>
        <c:scaling>
          <c:orientation val="minMax"/>
        </c:scaling>
        <c:delete val="0"/>
        <c:axPos val="l"/>
        <c:majorGridlines>
          <c:spPr>
            <a:ln w="6350">
              <a:solidFill>
                <a:srgbClr val="BBBCBC"/>
              </a:solidFill>
            </a:ln>
          </c:spPr>
        </c:majorGridlines>
        <c:numFmt formatCode="General" sourceLinked="1"/>
        <c:majorTickMark val="none"/>
        <c:minorTickMark val="none"/>
        <c:tickLblPos val="nextTo"/>
        <c:spPr>
          <a:ln w="9525">
            <a:noFill/>
            <a:prstDash val="solid"/>
          </a:ln>
        </c:spPr>
        <c:crossAx val="21771872"/>
        <c:crosses val="autoZero"/>
        <c:crossBetween val="midCat"/>
      </c:valAx>
      <c:spPr>
        <a:noFill/>
        <a:ln w="25400">
          <a:noFill/>
        </a:ln>
      </c:spPr>
    </c:plotArea>
    <c:legend>
      <c:legendPos val="r"/>
      <c:layout>
        <c:manualLayout>
          <c:xMode val="edge"/>
          <c:yMode val="edge"/>
          <c:x val="4.6704144865117397E-2"/>
          <c:y val="0.89474982937074499"/>
          <c:w val="0.90819399918641397"/>
          <c:h val="8.6522127442402993E-2"/>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txPr>
    <a:bodyPr/>
    <a:lstStyle/>
    <a:p>
      <a:pPr>
        <a:defRPr sz="1200">
          <a:latin typeface="Aptos" panose="020B0004020202020204" pitchFamily="34" charset="0"/>
        </a:defRPr>
      </a:pPr>
      <a:endParaRPr lang="en-U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5453100158982499E-2"/>
          <c:y val="4.2645222732575101E-2"/>
          <c:w val="0.88909379968203495"/>
          <c:h val="0.75273608377077905"/>
        </c:manualLayout>
      </c:layout>
      <c:lineChart>
        <c:grouping val="standard"/>
        <c:varyColors val="0"/>
        <c:ser>
          <c:idx val="0"/>
          <c:order val="0"/>
          <c:tx>
            <c:strRef>
              <c:f>Sheet1!$A$2</c:f>
              <c:strCache>
                <c:ptCount val="1"/>
                <c:pt idx="0">
                  <c:v>Line 1</c:v>
                </c:pt>
              </c:strCache>
            </c:strRef>
          </c:tx>
          <c:spPr>
            <a:ln w="28575">
              <a:solidFill>
                <a:schemeClr val="accent1"/>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Sheet1!$B$2:$H$2</c:f>
              <c:numCache>
                <c:formatCode>General</c:formatCode>
                <c:ptCount val="7"/>
                <c:pt idx="0">
                  <c:v>4.3</c:v>
                </c:pt>
                <c:pt idx="1">
                  <c:v>2.5</c:v>
                </c:pt>
                <c:pt idx="2">
                  <c:v>3.5</c:v>
                </c:pt>
                <c:pt idx="3">
                  <c:v>4.5</c:v>
                </c:pt>
                <c:pt idx="4">
                  <c:v>6</c:v>
                </c:pt>
                <c:pt idx="5">
                  <c:v>4</c:v>
                </c:pt>
                <c:pt idx="6">
                  <c:v>3</c:v>
                </c:pt>
              </c:numCache>
            </c:numRef>
          </c:val>
          <c:smooth val="1"/>
          <c:extLst>
            <c:ext xmlns:c16="http://schemas.microsoft.com/office/drawing/2014/chart" uri="{C3380CC4-5D6E-409C-BE32-E72D297353CC}">
              <c16:uniqueId val="{00000000-82C2-4865-A6C4-581CFC313D1E}"/>
            </c:ext>
          </c:extLst>
        </c:ser>
        <c:ser>
          <c:idx val="1"/>
          <c:order val="1"/>
          <c:tx>
            <c:strRef>
              <c:f>Sheet1!$A$3</c:f>
              <c:strCache>
                <c:ptCount val="1"/>
                <c:pt idx="0">
                  <c:v>Line 2</c:v>
                </c:pt>
              </c:strCache>
            </c:strRef>
          </c:tx>
          <c:spPr>
            <a:ln w="28575">
              <a:solidFill>
                <a:schemeClr val="accent2"/>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Sheet1!$B$3:$H$3</c:f>
              <c:numCache>
                <c:formatCode>General</c:formatCode>
                <c:ptCount val="7"/>
                <c:pt idx="0">
                  <c:v>2.4</c:v>
                </c:pt>
                <c:pt idx="1">
                  <c:v>4.4000000000000004</c:v>
                </c:pt>
                <c:pt idx="2">
                  <c:v>1.8</c:v>
                </c:pt>
                <c:pt idx="3">
                  <c:v>2.8</c:v>
                </c:pt>
                <c:pt idx="4">
                  <c:v>2.5</c:v>
                </c:pt>
                <c:pt idx="5">
                  <c:v>2.2000000000000002</c:v>
                </c:pt>
                <c:pt idx="6">
                  <c:v>1.6</c:v>
                </c:pt>
              </c:numCache>
            </c:numRef>
          </c:val>
          <c:smooth val="1"/>
          <c:extLst>
            <c:ext xmlns:c16="http://schemas.microsoft.com/office/drawing/2014/chart" uri="{C3380CC4-5D6E-409C-BE32-E72D297353CC}">
              <c16:uniqueId val="{00000001-82C2-4865-A6C4-581CFC313D1E}"/>
            </c:ext>
          </c:extLst>
        </c:ser>
        <c:ser>
          <c:idx val="2"/>
          <c:order val="2"/>
          <c:tx>
            <c:strRef>
              <c:f>Sheet1!$A$4</c:f>
              <c:strCache>
                <c:ptCount val="1"/>
                <c:pt idx="0">
                  <c:v>Line 3</c:v>
                </c:pt>
              </c:strCache>
            </c:strRef>
          </c:tx>
          <c:spPr>
            <a:ln w="28575">
              <a:solidFill>
                <a:schemeClr val="accent3"/>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Sheet1!$B$4:$H$4</c:f>
              <c:numCache>
                <c:formatCode>General</c:formatCode>
                <c:ptCount val="7"/>
                <c:pt idx="0">
                  <c:v>2</c:v>
                </c:pt>
                <c:pt idx="1">
                  <c:v>2</c:v>
                </c:pt>
                <c:pt idx="2">
                  <c:v>3</c:v>
                </c:pt>
                <c:pt idx="3">
                  <c:v>5</c:v>
                </c:pt>
                <c:pt idx="4">
                  <c:v>4.5</c:v>
                </c:pt>
                <c:pt idx="5">
                  <c:v>5</c:v>
                </c:pt>
                <c:pt idx="6">
                  <c:v>4.5</c:v>
                </c:pt>
              </c:numCache>
            </c:numRef>
          </c:val>
          <c:smooth val="1"/>
          <c:extLst>
            <c:ext xmlns:c16="http://schemas.microsoft.com/office/drawing/2014/chart" uri="{C3380CC4-5D6E-409C-BE32-E72D297353CC}">
              <c16:uniqueId val="{00000002-82C2-4865-A6C4-581CFC313D1E}"/>
            </c:ext>
          </c:extLst>
        </c:ser>
        <c:ser>
          <c:idx val="3"/>
          <c:order val="3"/>
          <c:tx>
            <c:strRef>
              <c:f>Sheet1!$A$5</c:f>
              <c:strCache>
                <c:ptCount val="1"/>
                <c:pt idx="0">
                  <c:v>Line 4</c:v>
                </c:pt>
              </c:strCache>
            </c:strRef>
          </c:tx>
          <c:spPr>
            <a:ln w="28575">
              <a:solidFill>
                <a:schemeClr val="accent4"/>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Sheet1!$B$5:$H$5</c:f>
              <c:numCache>
                <c:formatCode>General</c:formatCode>
                <c:ptCount val="7"/>
                <c:pt idx="0">
                  <c:v>3</c:v>
                </c:pt>
                <c:pt idx="1">
                  <c:v>2.5</c:v>
                </c:pt>
                <c:pt idx="2">
                  <c:v>3.5</c:v>
                </c:pt>
                <c:pt idx="3">
                  <c:v>4</c:v>
                </c:pt>
                <c:pt idx="4">
                  <c:v>4.25</c:v>
                </c:pt>
                <c:pt idx="5">
                  <c:v>4.75</c:v>
                </c:pt>
                <c:pt idx="6">
                  <c:v>3</c:v>
                </c:pt>
              </c:numCache>
            </c:numRef>
          </c:val>
          <c:smooth val="1"/>
          <c:extLst>
            <c:ext xmlns:c16="http://schemas.microsoft.com/office/drawing/2014/chart" uri="{C3380CC4-5D6E-409C-BE32-E72D297353CC}">
              <c16:uniqueId val="{00000003-82C2-4865-A6C4-581CFC313D1E}"/>
            </c:ext>
          </c:extLst>
        </c:ser>
        <c:ser>
          <c:idx val="4"/>
          <c:order val="4"/>
          <c:tx>
            <c:strRef>
              <c:f>Sheet1!$A$6</c:f>
              <c:strCache>
                <c:ptCount val="1"/>
                <c:pt idx="0">
                  <c:v>Line 5</c:v>
                </c:pt>
              </c:strCache>
            </c:strRef>
          </c:tx>
          <c:spPr>
            <a:ln w="28575">
              <a:solidFill>
                <a:schemeClr val="accent5"/>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Sheet1!$B$6:$H$6</c:f>
              <c:numCache>
                <c:formatCode>General</c:formatCode>
                <c:ptCount val="7"/>
                <c:pt idx="0">
                  <c:v>4.25</c:v>
                </c:pt>
                <c:pt idx="1">
                  <c:v>4</c:v>
                </c:pt>
                <c:pt idx="2">
                  <c:v>3.5</c:v>
                </c:pt>
                <c:pt idx="3">
                  <c:v>2.75</c:v>
                </c:pt>
                <c:pt idx="4">
                  <c:v>3</c:v>
                </c:pt>
                <c:pt idx="5">
                  <c:v>3.5</c:v>
                </c:pt>
                <c:pt idx="6">
                  <c:v>4</c:v>
                </c:pt>
              </c:numCache>
            </c:numRef>
          </c:val>
          <c:smooth val="1"/>
          <c:extLst>
            <c:ext xmlns:c16="http://schemas.microsoft.com/office/drawing/2014/chart" uri="{C3380CC4-5D6E-409C-BE32-E72D297353CC}">
              <c16:uniqueId val="{00000004-82C2-4865-A6C4-581CFC313D1E}"/>
            </c:ext>
          </c:extLst>
        </c:ser>
        <c:ser>
          <c:idx val="5"/>
          <c:order val="5"/>
          <c:tx>
            <c:strRef>
              <c:f>Sheet1!$A$7</c:f>
              <c:strCache>
                <c:ptCount val="1"/>
                <c:pt idx="0">
                  <c:v>Line 6</c:v>
                </c:pt>
              </c:strCache>
            </c:strRef>
          </c:tx>
          <c:spPr>
            <a:ln w="28575">
              <a:solidFill>
                <a:schemeClr val="accent6"/>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Sheet1!$B$7:$H$7</c:f>
              <c:numCache>
                <c:formatCode>General</c:formatCode>
                <c:ptCount val="7"/>
                <c:pt idx="0">
                  <c:v>5</c:v>
                </c:pt>
                <c:pt idx="1">
                  <c:v>4.5999999999999996</c:v>
                </c:pt>
                <c:pt idx="2">
                  <c:v>4</c:v>
                </c:pt>
                <c:pt idx="3">
                  <c:v>3.5</c:v>
                </c:pt>
                <c:pt idx="4">
                  <c:v>2.75</c:v>
                </c:pt>
                <c:pt idx="5">
                  <c:v>3</c:v>
                </c:pt>
                <c:pt idx="6">
                  <c:v>3.5</c:v>
                </c:pt>
              </c:numCache>
            </c:numRef>
          </c:val>
          <c:smooth val="1"/>
          <c:extLst>
            <c:ext xmlns:c16="http://schemas.microsoft.com/office/drawing/2014/chart" uri="{C3380CC4-5D6E-409C-BE32-E72D297353CC}">
              <c16:uniqueId val="{00000005-82C2-4865-A6C4-581CFC313D1E}"/>
            </c:ext>
          </c:extLst>
        </c:ser>
        <c:ser>
          <c:idx val="6"/>
          <c:order val="6"/>
          <c:tx>
            <c:strRef>
              <c:f>Sheet1!$A$8</c:f>
              <c:strCache>
                <c:ptCount val="1"/>
                <c:pt idx="0">
                  <c:v>Line 7</c:v>
                </c:pt>
              </c:strCache>
            </c:strRef>
          </c:tx>
          <c:spPr>
            <a:ln>
              <a:solidFill>
                <a:schemeClr val="bg2"/>
              </a:solidFill>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Sheet1!$B$8:$H$8</c:f>
              <c:numCache>
                <c:formatCode>General</c:formatCode>
                <c:ptCount val="7"/>
                <c:pt idx="0">
                  <c:v>3.5</c:v>
                </c:pt>
                <c:pt idx="1">
                  <c:v>3.7</c:v>
                </c:pt>
                <c:pt idx="2">
                  <c:v>3.2</c:v>
                </c:pt>
                <c:pt idx="3">
                  <c:v>3</c:v>
                </c:pt>
                <c:pt idx="4">
                  <c:v>4</c:v>
                </c:pt>
                <c:pt idx="5">
                  <c:v>2.8</c:v>
                </c:pt>
                <c:pt idx="6">
                  <c:v>4.2</c:v>
                </c:pt>
              </c:numCache>
            </c:numRef>
          </c:val>
          <c:smooth val="1"/>
          <c:extLst>
            <c:ext xmlns:c16="http://schemas.microsoft.com/office/drawing/2014/chart" uri="{C3380CC4-5D6E-409C-BE32-E72D297353CC}">
              <c16:uniqueId val="{00000006-82C2-4865-A6C4-581CFC313D1E}"/>
            </c:ext>
          </c:extLst>
        </c:ser>
        <c:dLbls>
          <c:showLegendKey val="0"/>
          <c:showVal val="0"/>
          <c:showCatName val="0"/>
          <c:showSerName val="0"/>
          <c:showPercent val="0"/>
          <c:showBubbleSize val="0"/>
        </c:dLbls>
        <c:smooth val="0"/>
        <c:axId val="114729968"/>
        <c:axId val="114681632"/>
      </c:lineChart>
      <c:catAx>
        <c:axId val="114729968"/>
        <c:scaling>
          <c:orientation val="minMax"/>
        </c:scaling>
        <c:delete val="0"/>
        <c:axPos val="b"/>
        <c:numFmt formatCode="General" sourceLinked="0"/>
        <c:majorTickMark val="none"/>
        <c:minorTickMark val="none"/>
        <c:tickLblPos val="nextTo"/>
        <c:spPr>
          <a:ln w="6350">
            <a:solidFill>
              <a:srgbClr val="BBBCBC"/>
            </a:solidFill>
            <a:prstDash val="solid"/>
          </a:ln>
        </c:spPr>
        <c:crossAx val="114681632"/>
        <c:crosses val="autoZero"/>
        <c:auto val="1"/>
        <c:lblAlgn val="ctr"/>
        <c:lblOffset val="100"/>
        <c:noMultiLvlLbl val="0"/>
      </c:catAx>
      <c:valAx>
        <c:axId val="114681632"/>
        <c:scaling>
          <c:orientation val="minMax"/>
        </c:scaling>
        <c:delete val="0"/>
        <c:axPos val="l"/>
        <c:majorGridlines>
          <c:spPr>
            <a:ln w="6350">
              <a:solidFill>
                <a:srgbClr val="BBBCBC"/>
              </a:solidFill>
            </a:ln>
          </c:spPr>
        </c:majorGridlines>
        <c:numFmt formatCode="General" sourceLinked="1"/>
        <c:majorTickMark val="none"/>
        <c:minorTickMark val="none"/>
        <c:tickLblPos val="nextTo"/>
        <c:spPr>
          <a:ln w="9525">
            <a:noFill/>
            <a:prstDash val="solid"/>
          </a:ln>
        </c:spPr>
        <c:crossAx val="114729968"/>
        <c:crosses val="autoZero"/>
        <c:crossBetween val="midCat"/>
      </c:valAx>
      <c:spPr>
        <a:noFill/>
        <a:ln w="25400">
          <a:noFill/>
        </a:ln>
      </c:spPr>
    </c:plotArea>
    <c:legend>
      <c:legendPos val="r"/>
      <c:layout>
        <c:manualLayout>
          <c:xMode val="edge"/>
          <c:yMode val="edge"/>
          <c:x val="7.5996645093449194E-2"/>
          <c:y val="0.88805069002289205"/>
          <c:w val="0.85239992168207201"/>
          <c:h val="0.11054431260115469"/>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txPr>
    <a:bodyPr/>
    <a:lstStyle/>
    <a:p>
      <a:pPr>
        <a:defRPr sz="1000">
          <a:latin typeface="Aptos" panose="020B0004020202020204" pitchFamily="34" charset="0"/>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5321173671689101E-2"/>
          <c:y val="4.2645334226838701E-2"/>
          <c:w val="0.88935765265662203"/>
          <c:h val="0.75273608377077905"/>
        </c:manualLayout>
      </c:layout>
      <c:lineChart>
        <c:grouping val="standard"/>
        <c:varyColors val="0"/>
        <c:ser>
          <c:idx val="0"/>
          <c:order val="0"/>
          <c:tx>
            <c:strRef>
              <c:f>Sheet1!$A$2</c:f>
              <c:strCache>
                <c:ptCount val="1"/>
                <c:pt idx="0">
                  <c:v>Line 1</c:v>
                </c:pt>
              </c:strCache>
            </c:strRef>
          </c:tx>
          <c:spPr>
            <a:ln w="28575">
              <a:solidFill>
                <a:schemeClr val="accent1"/>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Sheet1!$B$2:$H$2</c:f>
              <c:numCache>
                <c:formatCode>General</c:formatCode>
                <c:ptCount val="7"/>
                <c:pt idx="0">
                  <c:v>4.3</c:v>
                </c:pt>
                <c:pt idx="1">
                  <c:v>2.5</c:v>
                </c:pt>
                <c:pt idx="2">
                  <c:v>3.5</c:v>
                </c:pt>
                <c:pt idx="3">
                  <c:v>4.5</c:v>
                </c:pt>
                <c:pt idx="4">
                  <c:v>6</c:v>
                </c:pt>
                <c:pt idx="5">
                  <c:v>4</c:v>
                </c:pt>
                <c:pt idx="6">
                  <c:v>3</c:v>
                </c:pt>
              </c:numCache>
            </c:numRef>
          </c:val>
          <c:smooth val="1"/>
          <c:extLst>
            <c:ext xmlns:c16="http://schemas.microsoft.com/office/drawing/2014/chart" uri="{C3380CC4-5D6E-409C-BE32-E72D297353CC}">
              <c16:uniqueId val="{00000000-C285-471D-B4A7-3705FEB23857}"/>
            </c:ext>
          </c:extLst>
        </c:ser>
        <c:ser>
          <c:idx val="1"/>
          <c:order val="1"/>
          <c:tx>
            <c:strRef>
              <c:f>Sheet1!$A$3</c:f>
              <c:strCache>
                <c:ptCount val="1"/>
                <c:pt idx="0">
                  <c:v>Line 2</c:v>
                </c:pt>
              </c:strCache>
            </c:strRef>
          </c:tx>
          <c:spPr>
            <a:ln w="28575">
              <a:solidFill>
                <a:schemeClr val="accent2"/>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Sheet1!$B$3:$H$3</c:f>
              <c:numCache>
                <c:formatCode>General</c:formatCode>
                <c:ptCount val="7"/>
                <c:pt idx="0">
                  <c:v>2.4</c:v>
                </c:pt>
                <c:pt idx="1">
                  <c:v>4.4000000000000004</c:v>
                </c:pt>
                <c:pt idx="2">
                  <c:v>1.8</c:v>
                </c:pt>
                <c:pt idx="3">
                  <c:v>2.8</c:v>
                </c:pt>
                <c:pt idx="4">
                  <c:v>2.5</c:v>
                </c:pt>
                <c:pt idx="5">
                  <c:v>2.2000000000000002</c:v>
                </c:pt>
                <c:pt idx="6">
                  <c:v>1.6</c:v>
                </c:pt>
              </c:numCache>
            </c:numRef>
          </c:val>
          <c:smooth val="1"/>
          <c:extLst>
            <c:ext xmlns:c16="http://schemas.microsoft.com/office/drawing/2014/chart" uri="{C3380CC4-5D6E-409C-BE32-E72D297353CC}">
              <c16:uniqueId val="{00000001-C285-471D-B4A7-3705FEB23857}"/>
            </c:ext>
          </c:extLst>
        </c:ser>
        <c:ser>
          <c:idx val="2"/>
          <c:order val="2"/>
          <c:tx>
            <c:strRef>
              <c:f>Sheet1!$A$4</c:f>
              <c:strCache>
                <c:ptCount val="1"/>
                <c:pt idx="0">
                  <c:v>Line 3</c:v>
                </c:pt>
              </c:strCache>
            </c:strRef>
          </c:tx>
          <c:spPr>
            <a:ln w="28575">
              <a:solidFill>
                <a:schemeClr val="accent3"/>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Sheet1!$B$4:$H$4</c:f>
              <c:numCache>
                <c:formatCode>General</c:formatCode>
                <c:ptCount val="7"/>
                <c:pt idx="0">
                  <c:v>2</c:v>
                </c:pt>
                <c:pt idx="1">
                  <c:v>2</c:v>
                </c:pt>
                <c:pt idx="2">
                  <c:v>3</c:v>
                </c:pt>
                <c:pt idx="3">
                  <c:v>5</c:v>
                </c:pt>
                <c:pt idx="4">
                  <c:v>4.5</c:v>
                </c:pt>
                <c:pt idx="5">
                  <c:v>5</c:v>
                </c:pt>
                <c:pt idx="6">
                  <c:v>4.5</c:v>
                </c:pt>
              </c:numCache>
            </c:numRef>
          </c:val>
          <c:smooth val="1"/>
          <c:extLst>
            <c:ext xmlns:c16="http://schemas.microsoft.com/office/drawing/2014/chart" uri="{C3380CC4-5D6E-409C-BE32-E72D297353CC}">
              <c16:uniqueId val="{00000002-C285-471D-B4A7-3705FEB23857}"/>
            </c:ext>
          </c:extLst>
        </c:ser>
        <c:ser>
          <c:idx val="3"/>
          <c:order val="3"/>
          <c:tx>
            <c:strRef>
              <c:f>Sheet1!$A$5</c:f>
              <c:strCache>
                <c:ptCount val="1"/>
                <c:pt idx="0">
                  <c:v>Line 4</c:v>
                </c:pt>
              </c:strCache>
            </c:strRef>
          </c:tx>
          <c:spPr>
            <a:ln w="28575">
              <a:solidFill>
                <a:schemeClr val="accent4"/>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Sheet1!$B$5:$H$5</c:f>
              <c:numCache>
                <c:formatCode>General</c:formatCode>
                <c:ptCount val="7"/>
                <c:pt idx="0">
                  <c:v>3</c:v>
                </c:pt>
                <c:pt idx="1">
                  <c:v>2.5</c:v>
                </c:pt>
                <c:pt idx="2">
                  <c:v>3.5</c:v>
                </c:pt>
                <c:pt idx="3">
                  <c:v>4</c:v>
                </c:pt>
                <c:pt idx="4">
                  <c:v>4.25</c:v>
                </c:pt>
                <c:pt idx="5">
                  <c:v>4.75</c:v>
                </c:pt>
                <c:pt idx="6">
                  <c:v>3</c:v>
                </c:pt>
              </c:numCache>
            </c:numRef>
          </c:val>
          <c:smooth val="1"/>
          <c:extLst>
            <c:ext xmlns:c16="http://schemas.microsoft.com/office/drawing/2014/chart" uri="{C3380CC4-5D6E-409C-BE32-E72D297353CC}">
              <c16:uniqueId val="{00000003-C285-471D-B4A7-3705FEB23857}"/>
            </c:ext>
          </c:extLst>
        </c:ser>
        <c:ser>
          <c:idx val="4"/>
          <c:order val="4"/>
          <c:tx>
            <c:strRef>
              <c:f>Sheet1!$A$6</c:f>
              <c:strCache>
                <c:ptCount val="1"/>
                <c:pt idx="0">
                  <c:v>Line 5</c:v>
                </c:pt>
              </c:strCache>
            </c:strRef>
          </c:tx>
          <c:spPr>
            <a:ln w="28575">
              <a:solidFill>
                <a:schemeClr val="accent5"/>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Sheet1!$B$6:$H$6</c:f>
              <c:numCache>
                <c:formatCode>General</c:formatCode>
                <c:ptCount val="7"/>
                <c:pt idx="0">
                  <c:v>4.25</c:v>
                </c:pt>
                <c:pt idx="1">
                  <c:v>4</c:v>
                </c:pt>
                <c:pt idx="2">
                  <c:v>3.5</c:v>
                </c:pt>
                <c:pt idx="3">
                  <c:v>2.75</c:v>
                </c:pt>
                <c:pt idx="4">
                  <c:v>3</c:v>
                </c:pt>
                <c:pt idx="5">
                  <c:v>3.5</c:v>
                </c:pt>
                <c:pt idx="6">
                  <c:v>4</c:v>
                </c:pt>
              </c:numCache>
            </c:numRef>
          </c:val>
          <c:smooth val="1"/>
          <c:extLst>
            <c:ext xmlns:c16="http://schemas.microsoft.com/office/drawing/2014/chart" uri="{C3380CC4-5D6E-409C-BE32-E72D297353CC}">
              <c16:uniqueId val="{00000004-C285-471D-B4A7-3705FEB23857}"/>
            </c:ext>
          </c:extLst>
        </c:ser>
        <c:ser>
          <c:idx val="5"/>
          <c:order val="5"/>
          <c:tx>
            <c:strRef>
              <c:f>Sheet1!$A$7</c:f>
              <c:strCache>
                <c:ptCount val="1"/>
                <c:pt idx="0">
                  <c:v>Line 6</c:v>
                </c:pt>
              </c:strCache>
            </c:strRef>
          </c:tx>
          <c:spPr>
            <a:ln w="28575">
              <a:solidFill>
                <a:schemeClr val="accent6"/>
              </a:solidFill>
              <a:prstDash val="solid"/>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Sheet1!$B$7:$H$7</c:f>
              <c:numCache>
                <c:formatCode>General</c:formatCode>
                <c:ptCount val="7"/>
                <c:pt idx="0">
                  <c:v>5</c:v>
                </c:pt>
                <c:pt idx="1">
                  <c:v>4.5999999999999996</c:v>
                </c:pt>
                <c:pt idx="2">
                  <c:v>4</c:v>
                </c:pt>
                <c:pt idx="3">
                  <c:v>3.5</c:v>
                </c:pt>
                <c:pt idx="4">
                  <c:v>2.75</c:v>
                </c:pt>
                <c:pt idx="5">
                  <c:v>3</c:v>
                </c:pt>
                <c:pt idx="6">
                  <c:v>3.5</c:v>
                </c:pt>
              </c:numCache>
            </c:numRef>
          </c:val>
          <c:smooth val="1"/>
          <c:extLst>
            <c:ext xmlns:c16="http://schemas.microsoft.com/office/drawing/2014/chart" uri="{C3380CC4-5D6E-409C-BE32-E72D297353CC}">
              <c16:uniqueId val="{00000005-C285-471D-B4A7-3705FEB23857}"/>
            </c:ext>
          </c:extLst>
        </c:ser>
        <c:ser>
          <c:idx val="6"/>
          <c:order val="6"/>
          <c:tx>
            <c:strRef>
              <c:f>Sheet1!$A$8</c:f>
              <c:strCache>
                <c:ptCount val="1"/>
                <c:pt idx="0">
                  <c:v>Line 7</c:v>
                </c:pt>
              </c:strCache>
            </c:strRef>
          </c:tx>
          <c:spPr>
            <a:ln>
              <a:solidFill>
                <a:schemeClr val="bg2"/>
              </a:solidFill>
            </a:ln>
          </c:spPr>
          <c:marker>
            <c:symbol val="none"/>
          </c:marker>
          <c:cat>
            <c:strRef>
              <c:f>Sheet1!$B$1:$H$1</c:f>
              <c:strCache>
                <c:ptCount val="7"/>
                <c:pt idx="0">
                  <c:v>Label</c:v>
                </c:pt>
                <c:pt idx="1">
                  <c:v>Label 1</c:v>
                </c:pt>
                <c:pt idx="2">
                  <c:v>Label 2</c:v>
                </c:pt>
                <c:pt idx="3">
                  <c:v>Label 3</c:v>
                </c:pt>
                <c:pt idx="4">
                  <c:v>Label 4</c:v>
                </c:pt>
                <c:pt idx="5">
                  <c:v>Label 5</c:v>
                </c:pt>
                <c:pt idx="6">
                  <c:v>Label 6</c:v>
                </c:pt>
              </c:strCache>
            </c:strRef>
          </c:cat>
          <c:val>
            <c:numRef>
              <c:f>Sheet1!$B$8:$H$8</c:f>
              <c:numCache>
                <c:formatCode>General</c:formatCode>
                <c:ptCount val="7"/>
                <c:pt idx="0">
                  <c:v>3.5</c:v>
                </c:pt>
                <c:pt idx="1">
                  <c:v>3.7</c:v>
                </c:pt>
                <c:pt idx="2">
                  <c:v>3.2</c:v>
                </c:pt>
                <c:pt idx="3">
                  <c:v>3</c:v>
                </c:pt>
                <c:pt idx="4">
                  <c:v>4</c:v>
                </c:pt>
                <c:pt idx="5">
                  <c:v>2.8</c:v>
                </c:pt>
                <c:pt idx="6">
                  <c:v>4.2</c:v>
                </c:pt>
              </c:numCache>
            </c:numRef>
          </c:val>
          <c:smooth val="1"/>
          <c:extLst>
            <c:ext xmlns:c16="http://schemas.microsoft.com/office/drawing/2014/chart" uri="{C3380CC4-5D6E-409C-BE32-E72D297353CC}">
              <c16:uniqueId val="{00000006-C285-471D-B4A7-3705FEB23857}"/>
            </c:ext>
          </c:extLst>
        </c:ser>
        <c:dLbls>
          <c:showLegendKey val="0"/>
          <c:showVal val="0"/>
          <c:showCatName val="0"/>
          <c:showSerName val="0"/>
          <c:showPercent val="0"/>
          <c:showBubbleSize val="0"/>
        </c:dLbls>
        <c:smooth val="0"/>
        <c:axId val="110554688"/>
        <c:axId val="110556464"/>
      </c:lineChart>
      <c:catAx>
        <c:axId val="110554688"/>
        <c:scaling>
          <c:orientation val="minMax"/>
        </c:scaling>
        <c:delete val="0"/>
        <c:axPos val="b"/>
        <c:numFmt formatCode="General" sourceLinked="0"/>
        <c:majorTickMark val="none"/>
        <c:minorTickMark val="none"/>
        <c:tickLblPos val="nextTo"/>
        <c:spPr>
          <a:ln w="6350">
            <a:solidFill>
              <a:srgbClr val="BBBCBC"/>
            </a:solidFill>
            <a:prstDash val="solid"/>
          </a:ln>
        </c:spPr>
        <c:crossAx val="110556464"/>
        <c:crosses val="autoZero"/>
        <c:auto val="1"/>
        <c:lblAlgn val="ctr"/>
        <c:lblOffset val="100"/>
        <c:noMultiLvlLbl val="0"/>
      </c:catAx>
      <c:valAx>
        <c:axId val="110556464"/>
        <c:scaling>
          <c:orientation val="minMax"/>
        </c:scaling>
        <c:delete val="0"/>
        <c:axPos val="l"/>
        <c:majorGridlines>
          <c:spPr>
            <a:ln w="6350">
              <a:solidFill>
                <a:srgbClr val="BBBCBC"/>
              </a:solidFill>
            </a:ln>
          </c:spPr>
        </c:majorGridlines>
        <c:numFmt formatCode="General" sourceLinked="1"/>
        <c:majorTickMark val="none"/>
        <c:minorTickMark val="none"/>
        <c:tickLblPos val="nextTo"/>
        <c:spPr>
          <a:ln w="9525">
            <a:noFill/>
            <a:prstDash val="solid"/>
          </a:ln>
        </c:spPr>
        <c:crossAx val="110554688"/>
        <c:crosses val="autoZero"/>
        <c:crossBetween val="midCat"/>
      </c:valAx>
      <c:spPr>
        <a:noFill/>
        <a:ln w="25400">
          <a:noFill/>
        </a:ln>
      </c:spPr>
    </c:plotArea>
    <c:legend>
      <c:legendPos val="r"/>
      <c:layout>
        <c:manualLayout>
          <c:xMode val="edge"/>
          <c:yMode val="edge"/>
          <c:x val="7.5996539445308195E-2"/>
          <c:y val="0.89122907738922796"/>
          <c:w val="0.85239992168207201"/>
          <c:h val="0.10736592523481901"/>
        </c:manualLayout>
      </c:layout>
      <c:overlay val="0"/>
      <c:spPr>
        <a:noFill/>
        <a:ln>
          <a:noFill/>
          <a:round/>
        </a:ln>
        <a:effectLst/>
        <a:extLst>
          <a:ext uri="{91240B29-F687-4F45-9708-019B960494DF}">
            <a14:hiddenLine xmlns:a14="http://schemas.microsoft.com/office/drawing/2010/main">
              <a:noFill/>
              <a:round/>
            </a14:hiddenLine>
          </a:ext>
        </a:extLst>
      </c:spPr>
    </c:legend>
    <c:plotVisOnly val="1"/>
    <c:dispBlanksAs val="gap"/>
    <c:showDLblsOverMax val="0"/>
  </c:chart>
  <c:txPr>
    <a:bodyPr/>
    <a:lstStyle/>
    <a:p>
      <a:pPr>
        <a:defRPr sz="1000">
          <a:latin typeface="Aptos" panose="020B0004020202020204" pitchFamily="34" charset="0"/>
        </a:defRPr>
      </a:pPr>
      <a:endParaRPr lang="en-U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2600401937205599E-2"/>
          <c:y val="5.8867031576919103E-2"/>
          <c:w val="0.96739959806279396"/>
          <c:h val="0.74005170613279803"/>
        </c:manualLayout>
      </c:layout>
      <c:barChart>
        <c:barDir val="col"/>
        <c:grouping val="stacked"/>
        <c:varyColors val="0"/>
        <c:ser>
          <c:idx val="0"/>
          <c:order val="0"/>
          <c:tx>
            <c:strRef>
              <c:f>Sheet1!$B$1</c:f>
              <c:strCache>
                <c:ptCount val="1"/>
                <c:pt idx="0">
                  <c:v>Invisible</c:v>
                </c:pt>
              </c:strCache>
            </c:strRef>
          </c:tx>
          <c:spPr>
            <a:noFill/>
            <a:ln>
              <a:noFill/>
            </a:ln>
          </c:spPr>
          <c:invertIfNegative val="0"/>
          <c:dLbls>
            <c:delete val="1"/>
          </c:dLbls>
          <c:cat>
            <c:strRef>
              <c:f>Sheet1!$A$2:$A$9</c:f>
              <c:strCache>
                <c:ptCount val="8"/>
                <c:pt idx="0">
                  <c:v>A</c:v>
                </c:pt>
                <c:pt idx="1">
                  <c:v>+ B</c:v>
                </c:pt>
                <c:pt idx="2">
                  <c:v>+ C</c:v>
                </c:pt>
                <c:pt idx="3">
                  <c:v>= Subtotal</c:v>
                </c:pt>
                <c:pt idx="4">
                  <c:v>- E</c:v>
                </c:pt>
                <c:pt idx="5">
                  <c:v>- F</c:v>
                </c:pt>
                <c:pt idx="6">
                  <c:v>- G</c:v>
                </c:pt>
                <c:pt idx="7">
                  <c:v>= Total</c:v>
                </c:pt>
              </c:strCache>
            </c:strRef>
          </c:cat>
          <c:val>
            <c:numRef>
              <c:f>Sheet1!$B$2:$B$9</c:f>
              <c:numCache>
                <c:formatCode>General</c:formatCode>
                <c:ptCount val="8"/>
                <c:pt idx="0">
                  <c:v>0</c:v>
                </c:pt>
                <c:pt idx="1">
                  <c:v>10</c:v>
                </c:pt>
                <c:pt idx="2">
                  <c:v>25</c:v>
                </c:pt>
                <c:pt idx="3">
                  <c:v>0</c:v>
                </c:pt>
                <c:pt idx="4">
                  <c:v>30</c:v>
                </c:pt>
                <c:pt idx="5">
                  <c:v>20</c:v>
                </c:pt>
                <c:pt idx="6">
                  <c:v>15</c:v>
                </c:pt>
                <c:pt idx="7">
                  <c:v>0</c:v>
                </c:pt>
              </c:numCache>
            </c:numRef>
          </c:val>
          <c:extLst>
            <c:ext xmlns:c16="http://schemas.microsoft.com/office/drawing/2014/chart" uri="{C3380CC4-5D6E-409C-BE32-E72D297353CC}">
              <c16:uniqueId val="{00000000-2E54-4CD3-A68E-81591172A83A}"/>
            </c:ext>
          </c:extLst>
        </c:ser>
        <c:ser>
          <c:idx val="1"/>
          <c:order val="1"/>
          <c:tx>
            <c:strRef>
              <c:f>Sheet1!$C$1</c:f>
              <c:strCache>
                <c:ptCount val="1"/>
                <c:pt idx="0">
                  <c:v>Visible</c:v>
                </c:pt>
              </c:strCache>
            </c:strRef>
          </c:tx>
          <c:spPr>
            <a:solidFill>
              <a:schemeClr val="bg1">
                <a:lumMod val="75000"/>
              </a:schemeClr>
            </a:solidFill>
            <a:ln w="12700">
              <a:noFill/>
            </a:ln>
          </c:spPr>
          <c:invertIfNegative val="0"/>
          <c:dPt>
            <c:idx val="0"/>
            <c:invertIfNegative val="0"/>
            <c:bubble3D val="0"/>
            <c:extLst>
              <c:ext xmlns:c16="http://schemas.microsoft.com/office/drawing/2014/chart" uri="{C3380CC4-5D6E-409C-BE32-E72D297353CC}">
                <c16:uniqueId val="{00000001-2E54-4CD3-A68E-81591172A83A}"/>
              </c:ext>
            </c:extLst>
          </c:dPt>
          <c:dPt>
            <c:idx val="1"/>
            <c:invertIfNegative val="0"/>
            <c:bubble3D val="0"/>
            <c:extLst>
              <c:ext xmlns:c16="http://schemas.microsoft.com/office/drawing/2014/chart" uri="{C3380CC4-5D6E-409C-BE32-E72D297353CC}">
                <c16:uniqueId val="{00000002-2E54-4CD3-A68E-81591172A83A}"/>
              </c:ext>
            </c:extLst>
          </c:dPt>
          <c:dPt>
            <c:idx val="2"/>
            <c:invertIfNegative val="0"/>
            <c:bubble3D val="0"/>
            <c:extLst>
              <c:ext xmlns:c16="http://schemas.microsoft.com/office/drawing/2014/chart" uri="{C3380CC4-5D6E-409C-BE32-E72D297353CC}">
                <c16:uniqueId val="{00000003-2E54-4CD3-A68E-81591172A83A}"/>
              </c:ext>
            </c:extLst>
          </c:dPt>
          <c:dPt>
            <c:idx val="3"/>
            <c:invertIfNegative val="0"/>
            <c:bubble3D val="0"/>
            <c:spPr>
              <a:solidFill>
                <a:schemeClr val="accent1"/>
              </a:solidFill>
              <a:ln w="12700">
                <a:noFill/>
              </a:ln>
            </c:spPr>
            <c:extLst>
              <c:ext xmlns:c16="http://schemas.microsoft.com/office/drawing/2014/chart" uri="{C3380CC4-5D6E-409C-BE32-E72D297353CC}">
                <c16:uniqueId val="{00000005-2E54-4CD3-A68E-81591172A83A}"/>
              </c:ext>
            </c:extLst>
          </c:dPt>
          <c:dPt>
            <c:idx val="4"/>
            <c:invertIfNegative val="0"/>
            <c:bubble3D val="0"/>
            <c:extLst>
              <c:ext xmlns:c16="http://schemas.microsoft.com/office/drawing/2014/chart" uri="{C3380CC4-5D6E-409C-BE32-E72D297353CC}">
                <c16:uniqueId val="{00000006-2E54-4CD3-A68E-81591172A83A}"/>
              </c:ext>
            </c:extLst>
          </c:dPt>
          <c:dPt>
            <c:idx val="5"/>
            <c:invertIfNegative val="0"/>
            <c:bubble3D val="0"/>
            <c:extLst>
              <c:ext xmlns:c16="http://schemas.microsoft.com/office/drawing/2014/chart" uri="{C3380CC4-5D6E-409C-BE32-E72D297353CC}">
                <c16:uniqueId val="{00000007-2E54-4CD3-A68E-81591172A83A}"/>
              </c:ext>
            </c:extLst>
          </c:dPt>
          <c:dPt>
            <c:idx val="6"/>
            <c:invertIfNegative val="0"/>
            <c:bubble3D val="0"/>
            <c:extLst>
              <c:ext xmlns:c16="http://schemas.microsoft.com/office/drawing/2014/chart" uri="{C3380CC4-5D6E-409C-BE32-E72D297353CC}">
                <c16:uniqueId val="{00000008-2E54-4CD3-A68E-81591172A83A}"/>
              </c:ext>
            </c:extLst>
          </c:dPt>
          <c:dPt>
            <c:idx val="7"/>
            <c:invertIfNegative val="0"/>
            <c:bubble3D val="0"/>
            <c:spPr>
              <a:solidFill>
                <a:schemeClr val="accent1"/>
              </a:solidFill>
              <a:ln w="12700">
                <a:noFill/>
              </a:ln>
            </c:spPr>
            <c:extLst>
              <c:ext xmlns:c16="http://schemas.microsoft.com/office/drawing/2014/chart" uri="{C3380CC4-5D6E-409C-BE32-E72D297353CC}">
                <c16:uniqueId val="{0000000A-2E54-4CD3-A68E-81591172A83A}"/>
              </c:ext>
            </c:extLst>
          </c:dPt>
          <c:dLbls>
            <c:dLbl>
              <c:idx val="0"/>
              <c:layout>
                <c:manualLayout>
                  <c:x val="-3.8349020183160699E-4"/>
                  <c:y val="-0.125619486366288"/>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E54-4CD3-A68E-81591172A83A}"/>
                </c:ext>
              </c:extLst>
            </c:dLbl>
            <c:dLbl>
              <c:idx val="1"/>
              <c:layout>
                <c:manualLayout>
                  <c:x val="-1.39928195500073E-3"/>
                  <c:y val="-0.17687076224846901"/>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E54-4CD3-A68E-81591172A83A}"/>
                </c:ext>
              </c:extLst>
            </c:dLbl>
            <c:dLbl>
              <c:idx val="2"/>
              <c:layout>
                <c:manualLayout>
                  <c:x val="0"/>
                  <c:y val="-0.124573035141441"/>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E54-4CD3-A68E-81591172A83A}"/>
                </c:ext>
              </c:extLst>
            </c:dLbl>
            <c:dLbl>
              <c:idx val="3"/>
              <c:layout>
                <c:manualLayout>
                  <c:x val="-3.18217939448639E-3"/>
                  <c:y val="-0.36029773622047201"/>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E54-4CD3-A68E-81591172A83A}"/>
                </c:ext>
              </c:extLst>
            </c:dLbl>
            <c:dLbl>
              <c:idx val="4"/>
              <c:layout>
                <c:manualLayout>
                  <c:x val="-1.39928195500073E-3"/>
                  <c:y val="-7.96319079906678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E54-4CD3-A68E-81591172A83A}"/>
                </c:ext>
              </c:extLst>
            </c:dLbl>
            <c:dLbl>
              <c:idx val="5"/>
              <c:layout>
                <c:manualLayout>
                  <c:x val="-3.18217939448639E-3"/>
                  <c:y val="-0.12509614683581199"/>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E54-4CD3-A68E-81591172A83A}"/>
                </c:ext>
              </c:extLst>
            </c:dLbl>
            <c:dLbl>
              <c:idx val="6"/>
              <c:layout>
                <c:manualLayout>
                  <c:x val="0"/>
                  <c:y val="-7.6738389472149296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E54-4CD3-A68E-81591172A83A}"/>
                </c:ext>
              </c:extLst>
            </c:dLbl>
            <c:dLbl>
              <c:idx val="7"/>
              <c:layout>
                <c:manualLayout>
                  <c:x val="-1.2528265332623599E-7"/>
                  <c:y val="-0.174500583260426"/>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E54-4CD3-A68E-81591172A83A}"/>
                </c:ext>
              </c:extLst>
            </c:dLbl>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Sheet1!$A$2:$A$9</c:f>
              <c:strCache>
                <c:ptCount val="8"/>
                <c:pt idx="0">
                  <c:v>A</c:v>
                </c:pt>
                <c:pt idx="1">
                  <c:v>+ B</c:v>
                </c:pt>
                <c:pt idx="2">
                  <c:v>+ C</c:v>
                </c:pt>
                <c:pt idx="3">
                  <c:v>= Subtotal</c:v>
                </c:pt>
                <c:pt idx="4">
                  <c:v>- E</c:v>
                </c:pt>
                <c:pt idx="5">
                  <c:v>- F</c:v>
                </c:pt>
                <c:pt idx="6">
                  <c:v>- G</c:v>
                </c:pt>
                <c:pt idx="7">
                  <c:v>= Total</c:v>
                </c:pt>
              </c:strCache>
            </c:strRef>
          </c:cat>
          <c:val>
            <c:numRef>
              <c:f>Sheet1!$C$2:$C$9</c:f>
              <c:numCache>
                <c:formatCode>General</c:formatCode>
                <c:ptCount val="8"/>
                <c:pt idx="0">
                  <c:v>10</c:v>
                </c:pt>
                <c:pt idx="1">
                  <c:v>15</c:v>
                </c:pt>
                <c:pt idx="2">
                  <c:v>10</c:v>
                </c:pt>
                <c:pt idx="3">
                  <c:v>35</c:v>
                </c:pt>
                <c:pt idx="4">
                  <c:v>5</c:v>
                </c:pt>
                <c:pt idx="5">
                  <c:v>10</c:v>
                </c:pt>
                <c:pt idx="6">
                  <c:v>5</c:v>
                </c:pt>
                <c:pt idx="7">
                  <c:v>15</c:v>
                </c:pt>
              </c:numCache>
            </c:numRef>
          </c:val>
          <c:extLst>
            <c:ext xmlns:c16="http://schemas.microsoft.com/office/drawing/2014/chart" uri="{C3380CC4-5D6E-409C-BE32-E72D297353CC}">
              <c16:uniqueId val="{0000000B-2E54-4CD3-A68E-81591172A83A}"/>
            </c:ext>
          </c:extLst>
        </c:ser>
        <c:ser>
          <c:idx val="2"/>
          <c:order val="2"/>
          <c:tx>
            <c:strRef>
              <c:f>Sheet1!$D$1</c:f>
              <c:strCache>
                <c:ptCount val="1"/>
                <c:pt idx="0">
                  <c:v>Column2</c:v>
                </c:pt>
              </c:strCache>
            </c:strRef>
          </c:tx>
          <c:spPr>
            <a:ln>
              <a:solidFill>
                <a:schemeClr val="bg1"/>
              </a:solidFill>
            </a:ln>
          </c:spPr>
          <c:invertIfNegative val="0"/>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Sheet1!$A$2:$A$9</c:f>
              <c:strCache>
                <c:ptCount val="8"/>
                <c:pt idx="0">
                  <c:v>A</c:v>
                </c:pt>
                <c:pt idx="1">
                  <c:v>+ B</c:v>
                </c:pt>
                <c:pt idx="2">
                  <c:v>+ C</c:v>
                </c:pt>
                <c:pt idx="3">
                  <c:v>= Subtotal</c:v>
                </c:pt>
                <c:pt idx="4">
                  <c:v>- E</c:v>
                </c:pt>
                <c:pt idx="5">
                  <c:v>- F</c:v>
                </c:pt>
                <c:pt idx="6">
                  <c:v>- G</c:v>
                </c:pt>
                <c:pt idx="7">
                  <c:v>= Total</c:v>
                </c:pt>
              </c:strCache>
            </c:strRef>
          </c:cat>
          <c:val>
            <c:numRef>
              <c:f>Sheet1!$D$2:$D$9</c:f>
              <c:numCache>
                <c:formatCode>General</c:formatCode>
                <c:ptCount val="8"/>
              </c:numCache>
            </c:numRef>
          </c:val>
          <c:extLst>
            <c:ext xmlns:c16="http://schemas.microsoft.com/office/drawing/2014/chart" uri="{C3380CC4-5D6E-409C-BE32-E72D297353CC}">
              <c16:uniqueId val="{0000000C-2E54-4CD3-A68E-81591172A83A}"/>
            </c:ext>
          </c:extLst>
        </c:ser>
        <c:dLbls>
          <c:showLegendKey val="0"/>
          <c:showVal val="1"/>
          <c:showCatName val="0"/>
          <c:showSerName val="0"/>
          <c:showPercent val="0"/>
          <c:showBubbleSize val="0"/>
        </c:dLbls>
        <c:gapWidth val="100"/>
        <c:overlap val="100"/>
        <c:axId val="110542752"/>
        <c:axId val="110544384"/>
      </c:barChart>
      <c:catAx>
        <c:axId val="110542752"/>
        <c:scaling>
          <c:orientation val="minMax"/>
        </c:scaling>
        <c:delete val="0"/>
        <c:axPos val="b"/>
        <c:numFmt formatCode="General" sourceLinked="0"/>
        <c:majorTickMark val="none"/>
        <c:minorTickMark val="none"/>
        <c:tickLblPos val="nextTo"/>
        <c:spPr>
          <a:noFill/>
          <a:ln w="6350">
            <a:solidFill>
              <a:srgbClr val="BBBCBC"/>
            </a:solidFill>
          </a:ln>
        </c:spPr>
        <c:crossAx val="110544384"/>
        <c:crosses val="autoZero"/>
        <c:auto val="1"/>
        <c:lblAlgn val="ctr"/>
        <c:lblOffset val="100"/>
        <c:noMultiLvlLbl val="0"/>
      </c:catAx>
      <c:valAx>
        <c:axId val="110544384"/>
        <c:scaling>
          <c:orientation val="minMax"/>
        </c:scaling>
        <c:delete val="0"/>
        <c:axPos val="l"/>
        <c:majorGridlines>
          <c:spPr>
            <a:ln w="6350">
              <a:solidFill>
                <a:srgbClr val="BBBCBC"/>
              </a:solidFill>
            </a:ln>
          </c:spPr>
        </c:majorGridlines>
        <c:numFmt formatCode="General" sourceLinked="1"/>
        <c:majorTickMark val="none"/>
        <c:minorTickMark val="none"/>
        <c:tickLblPos val="nextTo"/>
        <c:spPr>
          <a:ln>
            <a:noFill/>
          </a:ln>
        </c:spPr>
        <c:crossAx val="110542752"/>
        <c:crosses val="autoZero"/>
        <c:crossBetween val="between"/>
        <c:majorUnit val="10"/>
      </c:valAx>
    </c:plotArea>
    <c:plotVisOnly val="1"/>
    <c:dispBlanksAs val="gap"/>
    <c:showDLblsOverMax val="0"/>
  </c:chart>
  <c:txPr>
    <a:bodyPr/>
    <a:lstStyle/>
    <a:p>
      <a:pPr>
        <a:defRPr sz="1000">
          <a:latin typeface="Aptos" panose="020B0004020202020204" pitchFamily="34" charset="0"/>
        </a:defRPr>
      </a:pPr>
      <a:endParaRPr lang="en-U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6744461347858403E-2"/>
          <c:y val="5.8639198203483497E-2"/>
          <c:w val="0.95325548171065899"/>
          <c:h val="0.74050737287966895"/>
        </c:manualLayout>
      </c:layout>
      <c:barChart>
        <c:barDir val="col"/>
        <c:grouping val="stacked"/>
        <c:varyColors val="0"/>
        <c:ser>
          <c:idx val="0"/>
          <c:order val="0"/>
          <c:tx>
            <c:strRef>
              <c:f>Sheet1!$A$2</c:f>
              <c:strCache>
                <c:ptCount val="1"/>
                <c:pt idx="0">
                  <c:v>Invisible dataset</c:v>
                </c:pt>
              </c:strCache>
            </c:strRef>
          </c:tx>
          <c:spPr>
            <a:noFill/>
            <a:ln>
              <a:noFill/>
            </a:ln>
          </c:spPr>
          <c:invertIfNegative val="0"/>
          <c:dLbls>
            <c:delete val="1"/>
          </c:dLbls>
          <c:cat>
            <c:strRef>
              <c:f>Sheet1!$B$1:$I$1</c:f>
              <c:strCache>
                <c:ptCount val="8"/>
                <c:pt idx="0">
                  <c:v>A</c:v>
                </c:pt>
                <c:pt idx="1">
                  <c:v>B</c:v>
                </c:pt>
                <c:pt idx="2">
                  <c:v>C</c:v>
                </c:pt>
                <c:pt idx="3">
                  <c:v>D</c:v>
                </c:pt>
                <c:pt idx="4">
                  <c:v>E</c:v>
                </c:pt>
                <c:pt idx="5">
                  <c:v>F</c:v>
                </c:pt>
                <c:pt idx="6">
                  <c:v>G</c:v>
                </c:pt>
                <c:pt idx="7">
                  <c:v>H</c:v>
                </c:pt>
              </c:strCache>
            </c:strRef>
          </c:cat>
          <c:val>
            <c:numRef>
              <c:f>Sheet1!$B$2:$I$2</c:f>
              <c:numCache>
                <c:formatCode>General</c:formatCode>
                <c:ptCount val="8"/>
                <c:pt idx="0">
                  <c:v>0</c:v>
                </c:pt>
                <c:pt idx="1">
                  <c:v>120</c:v>
                </c:pt>
                <c:pt idx="2">
                  <c:v>100</c:v>
                </c:pt>
                <c:pt idx="3">
                  <c:v>80</c:v>
                </c:pt>
                <c:pt idx="4">
                  <c:v>60</c:v>
                </c:pt>
                <c:pt idx="5">
                  <c:v>40</c:v>
                </c:pt>
                <c:pt idx="6">
                  <c:v>20</c:v>
                </c:pt>
                <c:pt idx="7">
                  <c:v>0</c:v>
                </c:pt>
              </c:numCache>
            </c:numRef>
          </c:val>
          <c:extLst>
            <c:ext xmlns:c16="http://schemas.microsoft.com/office/drawing/2014/chart" uri="{C3380CC4-5D6E-409C-BE32-E72D297353CC}">
              <c16:uniqueId val="{00000000-810A-493A-AEF8-CAE0B96CA1ED}"/>
            </c:ext>
          </c:extLst>
        </c:ser>
        <c:ser>
          <c:idx val="1"/>
          <c:order val="1"/>
          <c:tx>
            <c:strRef>
              <c:f>Sheet1!$A$3</c:f>
              <c:strCache>
                <c:ptCount val="1"/>
                <c:pt idx="0">
                  <c:v>Gray</c:v>
                </c:pt>
              </c:strCache>
            </c:strRef>
          </c:tx>
          <c:spPr>
            <a:solidFill>
              <a:schemeClr val="bg2"/>
            </a:solidFill>
            <a:ln w="12700">
              <a:noFill/>
            </a:ln>
          </c:spPr>
          <c:invertIfNegative val="0"/>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Sheet1!$B$1:$I$1</c:f>
              <c:strCache>
                <c:ptCount val="8"/>
                <c:pt idx="0">
                  <c:v>A</c:v>
                </c:pt>
                <c:pt idx="1">
                  <c:v>B</c:v>
                </c:pt>
                <c:pt idx="2">
                  <c:v>C</c:v>
                </c:pt>
                <c:pt idx="3">
                  <c:v>D</c:v>
                </c:pt>
                <c:pt idx="4">
                  <c:v>E</c:v>
                </c:pt>
                <c:pt idx="5">
                  <c:v>F</c:v>
                </c:pt>
                <c:pt idx="6">
                  <c:v>G</c:v>
                </c:pt>
                <c:pt idx="7">
                  <c:v>H</c:v>
                </c:pt>
              </c:strCache>
            </c:strRef>
          </c:cat>
          <c:val>
            <c:numRef>
              <c:f>Sheet1!$B$3:$I$3</c:f>
              <c:numCache>
                <c:formatCode>General</c:formatCode>
                <c:ptCount val="8"/>
                <c:pt idx="1">
                  <c:v>20</c:v>
                </c:pt>
                <c:pt idx="2">
                  <c:v>20</c:v>
                </c:pt>
                <c:pt idx="3">
                  <c:v>20</c:v>
                </c:pt>
                <c:pt idx="4">
                  <c:v>20</c:v>
                </c:pt>
                <c:pt idx="5">
                  <c:v>20</c:v>
                </c:pt>
                <c:pt idx="6">
                  <c:v>20</c:v>
                </c:pt>
              </c:numCache>
            </c:numRef>
          </c:val>
          <c:extLst>
            <c:ext xmlns:c16="http://schemas.microsoft.com/office/drawing/2014/chart" uri="{C3380CC4-5D6E-409C-BE32-E72D297353CC}">
              <c16:uniqueId val="{00000001-810A-493A-AEF8-CAE0B96CA1ED}"/>
            </c:ext>
          </c:extLst>
        </c:ser>
        <c:ser>
          <c:idx val="2"/>
          <c:order val="2"/>
          <c:tx>
            <c:strRef>
              <c:f>Sheet1!$A$4</c:f>
              <c:strCache>
                <c:ptCount val="1"/>
                <c:pt idx="0">
                  <c:v>Blue</c:v>
                </c:pt>
              </c:strCache>
            </c:strRef>
          </c:tx>
          <c:spPr>
            <a:solidFill>
              <a:schemeClr val="accent1"/>
            </a:solidFill>
            <a:ln w="12700">
              <a:noFill/>
            </a:ln>
          </c:spPr>
          <c:invertIfNegative val="0"/>
          <c:dPt>
            <c:idx val="0"/>
            <c:invertIfNegative val="0"/>
            <c:bubble3D val="0"/>
            <c:extLst>
              <c:ext xmlns:c16="http://schemas.microsoft.com/office/drawing/2014/chart" uri="{C3380CC4-5D6E-409C-BE32-E72D297353CC}">
                <c16:uniqueId val="{00000002-810A-493A-AEF8-CAE0B96CA1ED}"/>
              </c:ext>
            </c:extLst>
          </c:dPt>
          <c:dPt>
            <c:idx val="7"/>
            <c:invertIfNegative val="0"/>
            <c:bubble3D val="0"/>
            <c:extLst>
              <c:ext xmlns:c16="http://schemas.microsoft.com/office/drawing/2014/chart" uri="{C3380CC4-5D6E-409C-BE32-E72D297353CC}">
                <c16:uniqueId val="{00000003-810A-493A-AEF8-CAE0B96CA1ED}"/>
              </c:ext>
            </c:extLst>
          </c:dPt>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Sheet1!$B$1:$I$1</c:f>
              <c:strCache>
                <c:ptCount val="8"/>
                <c:pt idx="0">
                  <c:v>A</c:v>
                </c:pt>
                <c:pt idx="1">
                  <c:v>B</c:v>
                </c:pt>
                <c:pt idx="2">
                  <c:v>C</c:v>
                </c:pt>
                <c:pt idx="3">
                  <c:v>D</c:v>
                </c:pt>
                <c:pt idx="4">
                  <c:v>E</c:v>
                </c:pt>
                <c:pt idx="5">
                  <c:v>F</c:v>
                </c:pt>
                <c:pt idx="6">
                  <c:v>G</c:v>
                </c:pt>
                <c:pt idx="7">
                  <c:v>H</c:v>
                </c:pt>
              </c:strCache>
            </c:strRef>
          </c:cat>
          <c:val>
            <c:numRef>
              <c:f>Sheet1!$B$4:$I$4</c:f>
              <c:numCache>
                <c:formatCode>General</c:formatCode>
                <c:ptCount val="8"/>
                <c:pt idx="0">
                  <c:v>140</c:v>
                </c:pt>
                <c:pt idx="7">
                  <c:v>20</c:v>
                </c:pt>
              </c:numCache>
            </c:numRef>
          </c:val>
          <c:extLst>
            <c:ext xmlns:c16="http://schemas.microsoft.com/office/drawing/2014/chart" uri="{C3380CC4-5D6E-409C-BE32-E72D297353CC}">
              <c16:uniqueId val="{00000004-810A-493A-AEF8-CAE0B96CA1ED}"/>
            </c:ext>
          </c:extLst>
        </c:ser>
        <c:dLbls>
          <c:showLegendKey val="0"/>
          <c:showVal val="1"/>
          <c:showCatName val="0"/>
          <c:showSerName val="0"/>
          <c:showPercent val="0"/>
          <c:showBubbleSize val="0"/>
        </c:dLbls>
        <c:gapWidth val="0"/>
        <c:overlap val="100"/>
        <c:axId val="18644656"/>
        <c:axId val="18637936"/>
      </c:barChart>
      <c:catAx>
        <c:axId val="18644656"/>
        <c:scaling>
          <c:orientation val="minMax"/>
        </c:scaling>
        <c:delete val="0"/>
        <c:axPos val="b"/>
        <c:numFmt formatCode="General" sourceLinked="0"/>
        <c:majorTickMark val="none"/>
        <c:minorTickMark val="none"/>
        <c:tickLblPos val="nextTo"/>
        <c:spPr>
          <a:ln w="6350">
            <a:solidFill>
              <a:srgbClr val="BBBCBC"/>
            </a:solidFill>
          </a:ln>
        </c:spPr>
        <c:crossAx val="18637936"/>
        <c:crosses val="autoZero"/>
        <c:auto val="1"/>
        <c:lblAlgn val="ctr"/>
        <c:lblOffset val="100"/>
        <c:noMultiLvlLbl val="0"/>
      </c:catAx>
      <c:valAx>
        <c:axId val="18637936"/>
        <c:scaling>
          <c:orientation val="minMax"/>
          <c:max val="140"/>
        </c:scaling>
        <c:delete val="0"/>
        <c:axPos val="l"/>
        <c:majorGridlines>
          <c:spPr>
            <a:ln w="6350">
              <a:solidFill>
                <a:srgbClr val="BBBCBC"/>
              </a:solidFill>
            </a:ln>
          </c:spPr>
        </c:majorGridlines>
        <c:numFmt formatCode="General" sourceLinked="1"/>
        <c:majorTickMark val="none"/>
        <c:minorTickMark val="none"/>
        <c:tickLblPos val="nextTo"/>
        <c:spPr>
          <a:ln>
            <a:noFill/>
          </a:ln>
        </c:spPr>
        <c:crossAx val="18644656"/>
        <c:crosses val="autoZero"/>
        <c:crossBetween val="between"/>
        <c:majorUnit val="20"/>
      </c:valAx>
    </c:plotArea>
    <c:plotVisOnly val="1"/>
    <c:dispBlanksAs val="gap"/>
    <c:showDLblsOverMax val="0"/>
  </c:chart>
  <c:txPr>
    <a:bodyPr/>
    <a:lstStyle/>
    <a:p>
      <a:pPr>
        <a:defRPr sz="1200">
          <a:latin typeface="Aptos" panose="020B0004020202020204" pitchFamily="34" charset="0"/>
        </a:defRPr>
      </a:pPr>
      <a:endParaRPr lang="en-US"/>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3693778958497495E-2"/>
          <c:y val="5.9094864950354702E-2"/>
          <c:w val="0.88750825888110496"/>
          <c:h val="0.73806658190708097"/>
        </c:manualLayout>
      </c:layout>
      <c:barChart>
        <c:barDir val="bar"/>
        <c:grouping val="stacked"/>
        <c:varyColors val="0"/>
        <c:ser>
          <c:idx val="0"/>
          <c:order val="0"/>
          <c:tx>
            <c:strRef>
              <c:f>Sheet1!$B$1</c:f>
              <c:strCache>
                <c:ptCount val="1"/>
                <c:pt idx="0">
                  <c:v>Invisible</c:v>
                </c:pt>
              </c:strCache>
            </c:strRef>
          </c:tx>
          <c:spPr>
            <a:noFill/>
            <a:ln>
              <a:noFill/>
            </a:ln>
          </c:spPr>
          <c:invertIfNegative val="0"/>
          <c:dLbls>
            <c:delete val="1"/>
          </c:dLbls>
          <c:cat>
            <c:strRef>
              <c:f>Sheet1!$A$2:$A$6</c:f>
              <c:strCache>
                <c:ptCount val="5"/>
                <c:pt idx="0">
                  <c:v>Total</c:v>
                </c:pt>
                <c:pt idx="1">
                  <c:v>Label D</c:v>
                </c:pt>
                <c:pt idx="2">
                  <c:v>Label C</c:v>
                </c:pt>
                <c:pt idx="3">
                  <c:v>Label B</c:v>
                </c:pt>
                <c:pt idx="4">
                  <c:v>Label A</c:v>
                </c:pt>
              </c:strCache>
            </c:strRef>
          </c:cat>
          <c:val>
            <c:numRef>
              <c:f>Sheet1!$B$2:$B$6</c:f>
              <c:numCache>
                <c:formatCode>General</c:formatCode>
                <c:ptCount val="5"/>
                <c:pt idx="0">
                  <c:v>0</c:v>
                </c:pt>
                <c:pt idx="1">
                  <c:v>30</c:v>
                </c:pt>
                <c:pt idx="2">
                  <c:v>20</c:v>
                </c:pt>
                <c:pt idx="3">
                  <c:v>15</c:v>
                </c:pt>
                <c:pt idx="4">
                  <c:v>0</c:v>
                </c:pt>
              </c:numCache>
            </c:numRef>
          </c:val>
          <c:extLst>
            <c:ext xmlns:c16="http://schemas.microsoft.com/office/drawing/2014/chart" uri="{C3380CC4-5D6E-409C-BE32-E72D297353CC}">
              <c16:uniqueId val="{00000000-8C3D-4B64-A18F-84BF995E3A52}"/>
            </c:ext>
          </c:extLst>
        </c:ser>
        <c:ser>
          <c:idx val="1"/>
          <c:order val="1"/>
          <c:tx>
            <c:strRef>
              <c:f>Sheet1!$C$1</c:f>
              <c:strCache>
                <c:ptCount val="1"/>
                <c:pt idx="0">
                  <c:v>Visible</c:v>
                </c:pt>
              </c:strCache>
            </c:strRef>
          </c:tx>
          <c:spPr>
            <a:solidFill>
              <a:schemeClr val="accent2"/>
            </a:solidFill>
            <a:ln w="12700">
              <a:noFill/>
            </a:ln>
          </c:spPr>
          <c:invertIfNegative val="0"/>
          <c:dLbls>
            <c:dLbl>
              <c:idx val="0"/>
              <c:layout>
                <c:manualLayout>
                  <c:x val="0.41019255248095898"/>
                  <c:y val="-2.8935084201267098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C3D-4B64-A18F-84BF995E3A52}"/>
                </c:ext>
              </c:extLst>
            </c:dLbl>
            <c:dLbl>
              <c:idx val="1"/>
              <c:layout>
                <c:manualLayout>
                  <c:x val="7.6481761575162399E-2"/>
                  <c:y val="-1.1444787698564401E-16"/>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C3D-4B64-A18F-84BF995E3A52}"/>
                </c:ext>
              </c:extLst>
            </c:dLbl>
            <c:dLbl>
              <c:idx val="2"/>
              <c:layout>
                <c:manualLayout>
                  <c:x val="0.136539805860137"/>
                  <c:y val="-5.7223938492822004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C3D-4B64-A18F-84BF995E3A52}"/>
                </c:ext>
              </c:extLst>
            </c:dLbl>
            <c:dLbl>
              <c:idx val="3"/>
              <c:layout>
                <c:manualLayout>
                  <c:x val="7.5074681849629996E-2"/>
                  <c:y val="2.3700077886079302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C3D-4B64-A18F-84BF995E3A52}"/>
                </c:ext>
              </c:extLst>
            </c:dLbl>
            <c:dLbl>
              <c:idx val="4"/>
              <c:layout>
                <c:manualLayout>
                  <c:x val="0.194494957814564"/>
                  <c:y val="-1.4305984623205501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C3D-4B64-A18F-84BF995E3A52}"/>
                </c:ext>
              </c:extLst>
            </c:dLbl>
            <c:numFmt formatCode="#,##0.0" sourceLinked="0"/>
            <c:spPr>
              <a:noFill/>
              <a:ln>
                <a:noFill/>
              </a:ln>
              <a:effectLst/>
            </c:sp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Total</c:v>
                </c:pt>
                <c:pt idx="1">
                  <c:v>Label D</c:v>
                </c:pt>
                <c:pt idx="2">
                  <c:v>Label C</c:v>
                </c:pt>
                <c:pt idx="3">
                  <c:v>Label B</c:v>
                </c:pt>
                <c:pt idx="4">
                  <c:v>Label A</c:v>
                </c:pt>
              </c:strCache>
            </c:strRef>
          </c:cat>
          <c:val>
            <c:numRef>
              <c:f>Sheet1!$C$2:$C$6</c:f>
              <c:numCache>
                <c:formatCode>General</c:formatCode>
                <c:ptCount val="5"/>
                <c:pt idx="0">
                  <c:v>35</c:v>
                </c:pt>
                <c:pt idx="1">
                  <c:v>5</c:v>
                </c:pt>
                <c:pt idx="2">
                  <c:v>10</c:v>
                </c:pt>
                <c:pt idx="3">
                  <c:v>5</c:v>
                </c:pt>
                <c:pt idx="4">
                  <c:v>15</c:v>
                </c:pt>
              </c:numCache>
            </c:numRef>
          </c:val>
          <c:extLst>
            <c:ext xmlns:c16="http://schemas.microsoft.com/office/drawing/2014/chart" uri="{C3380CC4-5D6E-409C-BE32-E72D297353CC}">
              <c16:uniqueId val="{00000006-8C3D-4B64-A18F-84BF995E3A52}"/>
            </c:ext>
          </c:extLst>
        </c:ser>
        <c:dLbls>
          <c:showLegendKey val="0"/>
          <c:showVal val="1"/>
          <c:showCatName val="0"/>
          <c:showSerName val="0"/>
          <c:showPercent val="0"/>
          <c:showBubbleSize val="0"/>
        </c:dLbls>
        <c:gapWidth val="100"/>
        <c:overlap val="100"/>
        <c:axId val="114880176"/>
        <c:axId val="114875920"/>
      </c:barChart>
      <c:catAx>
        <c:axId val="114880176"/>
        <c:scaling>
          <c:orientation val="minMax"/>
        </c:scaling>
        <c:delete val="0"/>
        <c:axPos val="l"/>
        <c:numFmt formatCode="General" sourceLinked="0"/>
        <c:majorTickMark val="none"/>
        <c:minorTickMark val="none"/>
        <c:tickLblPos val="nextTo"/>
        <c:spPr>
          <a:ln w="6350">
            <a:solidFill>
              <a:srgbClr val="BBBCBC"/>
            </a:solidFill>
          </a:ln>
        </c:spPr>
        <c:crossAx val="114875920"/>
        <c:crosses val="autoZero"/>
        <c:auto val="1"/>
        <c:lblAlgn val="ctr"/>
        <c:lblOffset val="100"/>
        <c:noMultiLvlLbl val="0"/>
      </c:catAx>
      <c:valAx>
        <c:axId val="114875920"/>
        <c:scaling>
          <c:orientation val="minMax"/>
        </c:scaling>
        <c:delete val="0"/>
        <c:axPos val="b"/>
        <c:majorGridlines>
          <c:spPr>
            <a:ln w="6350">
              <a:solidFill>
                <a:srgbClr val="BBBCBC"/>
              </a:solidFill>
            </a:ln>
          </c:spPr>
        </c:majorGridlines>
        <c:numFmt formatCode="General" sourceLinked="1"/>
        <c:majorTickMark val="none"/>
        <c:minorTickMark val="none"/>
        <c:tickLblPos val="nextTo"/>
        <c:spPr>
          <a:ln>
            <a:noFill/>
          </a:ln>
        </c:spPr>
        <c:crossAx val="114880176"/>
        <c:crosses val="autoZero"/>
        <c:crossBetween val="between"/>
        <c:majorUnit val="10"/>
      </c:valAx>
    </c:plotArea>
    <c:plotVisOnly val="1"/>
    <c:dispBlanksAs val="gap"/>
    <c:showDLblsOverMax val="0"/>
  </c:chart>
  <c:txPr>
    <a:bodyPr/>
    <a:lstStyle/>
    <a:p>
      <a:pPr>
        <a:defRPr sz="1200">
          <a:latin typeface="Aptos" panose="020B0004020202020204" pitchFamily="34" charset="0"/>
        </a:defRPr>
      </a:pPr>
      <a:endParaRPr lang="en-US"/>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3798965505880794E-2"/>
          <c:y val="5.9094864950354702E-2"/>
          <c:w val="0.88401769482124004"/>
          <c:h val="0.73854363107411303"/>
        </c:manualLayout>
      </c:layout>
      <c:barChart>
        <c:barDir val="bar"/>
        <c:grouping val="stacked"/>
        <c:varyColors val="0"/>
        <c:ser>
          <c:idx val="0"/>
          <c:order val="0"/>
          <c:tx>
            <c:strRef>
              <c:f>Sheet1!$A$2</c:f>
              <c:strCache>
                <c:ptCount val="1"/>
                <c:pt idx="0">
                  <c:v>Invisible</c:v>
                </c:pt>
              </c:strCache>
            </c:strRef>
          </c:tx>
          <c:spPr>
            <a:noFill/>
            <a:ln>
              <a:noFill/>
            </a:ln>
          </c:spPr>
          <c:invertIfNegative val="0"/>
          <c:dLbls>
            <c:delete val="1"/>
          </c:dLbls>
          <c:cat>
            <c:strRef>
              <c:f>Sheet1!$B$1:$G$1</c:f>
              <c:strCache>
                <c:ptCount val="6"/>
                <c:pt idx="0">
                  <c:v>Total</c:v>
                </c:pt>
                <c:pt idx="1">
                  <c:v>Label E</c:v>
                </c:pt>
                <c:pt idx="2">
                  <c:v>Label D</c:v>
                </c:pt>
                <c:pt idx="3">
                  <c:v>Label C</c:v>
                </c:pt>
                <c:pt idx="4">
                  <c:v>Label B</c:v>
                </c:pt>
                <c:pt idx="5">
                  <c:v>Label A</c:v>
                </c:pt>
              </c:strCache>
            </c:strRef>
          </c:cat>
          <c:val>
            <c:numRef>
              <c:f>Sheet1!$B$2:$G$2</c:f>
              <c:numCache>
                <c:formatCode>General</c:formatCode>
                <c:ptCount val="6"/>
                <c:pt idx="1">
                  <c:v>140</c:v>
                </c:pt>
                <c:pt idx="2">
                  <c:v>107</c:v>
                </c:pt>
                <c:pt idx="3">
                  <c:v>95</c:v>
                </c:pt>
                <c:pt idx="4">
                  <c:v>73</c:v>
                </c:pt>
              </c:numCache>
            </c:numRef>
          </c:val>
          <c:extLst>
            <c:ext xmlns:c16="http://schemas.microsoft.com/office/drawing/2014/chart" uri="{C3380CC4-5D6E-409C-BE32-E72D297353CC}">
              <c16:uniqueId val="{00000000-58C9-4A92-A23E-5AECFD775AB7}"/>
            </c:ext>
          </c:extLst>
        </c:ser>
        <c:ser>
          <c:idx val="1"/>
          <c:order val="1"/>
          <c:tx>
            <c:strRef>
              <c:f>Sheet1!$A$3</c:f>
              <c:strCache>
                <c:ptCount val="1"/>
                <c:pt idx="0">
                  <c:v>Gray</c:v>
                </c:pt>
              </c:strCache>
            </c:strRef>
          </c:tx>
          <c:spPr>
            <a:solidFill>
              <a:schemeClr val="tx1"/>
            </a:solidFill>
            <a:ln w="12700">
              <a:noFill/>
            </a:ln>
          </c:spPr>
          <c:invertIfNegative val="0"/>
          <c:dLbls>
            <c:numFmt formatCode="#,##0.0" sourceLinked="0"/>
            <c:spPr>
              <a:noFill/>
              <a:ln>
                <a:noFill/>
              </a:ln>
              <a:effectLst/>
            </c:spPr>
            <c:txPr>
              <a:bodyPr/>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Total</c:v>
                </c:pt>
                <c:pt idx="1">
                  <c:v>Label E</c:v>
                </c:pt>
                <c:pt idx="2">
                  <c:v>Label D</c:v>
                </c:pt>
                <c:pt idx="3">
                  <c:v>Label C</c:v>
                </c:pt>
                <c:pt idx="4">
                  <c:v>Label B</c:v>
                </c:pt>
                <c:pt idx="5">
                  <c:v>Label A</c:v>
                </c:pt>
              </c:strCache>
            </c:strRef>
          </c:cat>
          <c:val>
            <c:numRef>
              <c:f>Sheet1!$B$3:$G$3</c:f>
              <c:numCache>
                <c:formatCode>General</c:formatCode>
                <c:ptCount val="6"/>
                <c:pt idx="1">
                  <c:v>14</c:v>
                </c:pt>
                <c:pt idx="2">
                  <c:v>33</c:v>
                </c:pt>
                <c:pt idx="3">
                  <c:v>12</c:v>
                </c:pt>
                <c:pt idx="4">
                  <c:v>22</c:v>
                </c:pt>
              </c:numCache>
            </c:numRef>
          </c:val>
          <c:extLst>
            <c:ext xmlns:c16="http://schemas.microsoft.com/office/drawing/2014/chart" uri="{C3380CC4-5D6E-409C-BE32-E72D297353CC}">
              <c16:uniqueId val="{00000001-58C9-4A92-A23E-5AECFD775AB7}"/>
            </c:ext>
          </c:extLst>
        </c:ser>
        <c:ser>
          <c:idx val="2"/>
          <c:order val="2"/>
          <c:tx>
            <c:strRef>
              <c:f>Sheet1!$A$4</c:f>
              <c:strCache>
                <c:ptCount val="1"/>
                <c:pt idx="0">
                  <c:v>BLue</c:v>
                </c:pt>
              </c:strCache>
            </c:strRef>
          </c:tx>
          <c:spPr>
            <a:solidFill>
              <a:schemeClr val="accent1"/>
            </a:solidFill>
            <a:ln w="12700">
              <a:noFill/>
            </a:ln>
          </c:spPr>
          <c:invertIfNegative val="0"/>
          <c:dPt>
            <c:idx val="0"/>
            <c:invertIfNegative val="0"/>
            <c:bubble3D val="0"/>
            <c:extLst>
              <c:ext xmlns:c16="http://schemas.microsoft.com/office/drawing/2014/chart" uri="{C3380CC4-5D6E-409C-BE32-E72D297353CC}">
                <c16:uniqueId val="{00000002-58C9-4A92-A23E-5AECFD775AB7}"/>
              </c:ext>
            </c:extLst>
          </c:dPt>
          <c:dPt>
            <c:idx val="5"/>
            <c:invertIfNegative val="0"/>
            <c:bubble3D val="0"/>
            <c:extLst>
              <c:ext xmlns:c16="http://schemas.microsoft.com/office/drawing/2014/chart" uri="{C3380CC4-5D6E-409C-BE32-E72D297353CC}">
                <c16:uniqueId val="{00000003-58C9-4A92-A23E-5AECFD775AB7}"/>
              </c:ext>
            </c:extLst>
          </c:dPt>
          <c:dLbls>
            <c:numFmt formatCode="#,##0.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Total</c:v>
                </c:pt>
                <c:pt idx="1">
                  <c:v>Label E</c:v>
                </c:pt>
                <c:pt idx="2">
                  <c:v>Label D</c:v>
                </c:pt>
                <c:pt idx="3">
                  <c:v>Label C</c:v>
                </c:pt>
                <c:pt idx="4">
                  <c:v>Label B</c:v>
                </c:pt>
                <c:pt idx="5">
                  <c:v>Label A</c:v>
                </c:pt>
              </c:strCache>
            </c:strRef>
          </c:cat>
          <c:val>
            <c:numRef>
              <c:f>Sheet1!$B$4:$G$4</c:f>
              <c:numCache>
                <c:formatCode>General</c:formatCode>
                <c:ptCount val="6"/>
                <c:pt idx="0">
                  <c:v>154</c:v>
                </c:pt>
                <c:pt idx="5">
                  <c:v>73</c:v>
                </c:pt>
              </c:numCache>
            </c:numRef>
          </c:val>
          <c:extLst>
            <c:ext xmlns:c16="http://schemas.microsoft.com/office/drawing/2014/chart" uri="{C3380CC4-5D6E-409C-BE32-E72D297353CC}">
              <c16:uniqueId val="{00000004-58C9-4A92-A23E-5AECFD775AB7}"/>
            </c:ext>
          </c:extLst>
        </c:ser>
        <c:dLbls>
          <c:showLegendKey val="0"/>
          <c:showVal val="1"/>
          <c:showCatName val="0"/>
          <c:showSerName val="0"/>
          <c:showPercent val="0"/>
          <c:showBubbleSize val="0"/>
        </c:dLbls>
        <c:gapWidth val="0"/>
        <c:overlap val="100"/>
        <c:axId val="16913568"/>
        <c:axId val="17536800"/>
      </c:barChart>
      <c:catAx>
        <c:axId val="16913568"/>
        <c:scaling>
          <c:orientation val="minMax"/>
        </c:scaling>
        <c:delete val="0"/>
        <c:axPos val="l"/>
        <c:numFmt formatCode="General" sourceLinked="0"/>
        <c:majorTickMark val="none"/>
        <c:minorTickMark val="none"/>
        <c:tickLblPos val="nextTo"/>
        <c:spPr>
          <a:ln w="6350">
            <a:solidFill>
              <a:srgbClr val="BBBCBC"/>
            </a:solidFill>
          </a:ln>
        </c:spPr>
        <c:crossAx val="17536800"/>
        <c:crosses val="autoZero"/>
        <c:auto val="1"/>
        <c:lblAlgn val="ctr"/>
        <c:lblOffset val="100"/>
        <c:noMultiLvlLbl val="0"/>
      </c:catAx>
      <c:valAx>
        <c:axId val="17536800"/>
        <c:scaling>
          <c:orientation val="minMax"/>
          <c:max val="160"/>
        </c:scaling>
        <c:delete val="0"/>
        <c:axPos val="b"/>
        <c:majorGridlines>
          <c:spPr>
            <a:ln w="6350">
              <a:solidFill>
                <a:srgbClr val="BBBCBC"/>
              </a:solidFill>
            </a:ln>
          </c:spPr>
        </c:majorGridlines>
        <c:numFmt formatCode="General" sourceLinked="1"/>
        <c:majorTickMark val="none"/>
        <c:minorTickMark val="none"/>
        <c:tickLblPos val="nextTo"/>
        <c:spPr>
          <a:ln>
            <a:noFill/>
          </a:ln>
        </c:spPr>
        <c:crossAx val="16913568"/>
        <c:crosses val="autoZero"/>
        <c:crossBetween val="between"/>
      </c:valAx>
    </c:plotArea>
    <c:plotVisOnly val="1"/>
    <c:dispBlanksAs val="gap"/>
    <c:showDLblsOverMax val="0"/>
  </c:chart>
  <c:txPr>
    <a:bodyPr/>
    <a:lstStyle/>
    <a:p>
      <a:pPr>
        <a:defRPr sz="1200">
          <a:latin typeface="Aptos" panose="020B0004020202020204" pitchFamily="34" charset="0"/>
        </a:defRPr>
      </a:pPr>
      <a:endParaRPr lang="en-U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5966850663256299E-2"/>
          <c:y val="5.7818555664215399E-2"/>
          <c:w val="0.964033149336744"/>
          <c:h val="0.74179302161369498"/>
        </c:manualLayout>
      </c:layout>
      <c:lineChart>
        <c:grouping val="standard"/>
        <c:varyColors val="0"/>
        <c:ser>
          <c:idx val="0"/>
          <c:order val="0"/>
          <c:tx>
            <c:strRef>
              <c:f>Sheet1!$A$2</c:f>
              <c:strCache>
                <c:ptCount val="1"/>
                <c:pt idx="0">
                  <c:v>High</c:v>
                </c:pt>
              </c:strCache>
            </c:strRef>
          </c:tx>
          <c:spPr>
            <a:ln>
              <a:noFill/>
            </a:ln>
          </c:spPr>
          <c:marker>
            <c:symbol val="none"/>
          </c:marker>
          <c:dLbls>
            <c:dLbl>
              <c:idx val="0"/>
              <c:layout>
                <c:manualLayout>
                  <c:x val="-2.1318534691897099E-2"/>
                  <c:y val="-2.46913580246913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D34-4DAE-845F-97B19D2D90B9}"/>
                </c:ext>
              </c:extLst>
            </c:dLbl>
            <c:dLbl>
              <c:idx val="1"/>
              <c:layout>
                <c:manualLayout>
                  <c:x val="-2.1318534691897099E-2"/>
                  <c:y val="-2.46913580246913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D34-4DAE-845F-97B19D2D90B9}"/>
                </c:ext>
              </c:extLst>
            </c:dLbl>
            <c:dLbl>
              <c:idx val="2"/>
              <c:layout>
                <c:manualLayout>
                  <c:x val="-2.1318534691897099E-2"/>
                  <c:y val="-2.777777777777780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D34-4DAE-845F-97B19D2D90B9}"/>
                </c:ext>
              </c:extLst>
            </c:dLbl>
            <c:dLbl>
              <c:idx val="3"/>
              <c:layout>
                <c:manualLayout>
                  <c:x val="-2.1318534691897099E-2"/>
                  <c:y val="-1.8518518518518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D34-4DAE-845F-97B19D2D90B9}"/>
                </c:ext>
              </c:extLst>
            </c:dLbl>
            <c:dLbl>
              <c:idx val="4"/>
              <c:layout>
                <c:manualLayout>
                  <c:x val="-2.1318534691897099E-2"/>
                  <c:y val="-1.8518518518518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D34-4DAE-845F-97B19D2D90B9}"/>
                </c:ext>
              </c:extLst>
            </c:dLbl>
            <c:dLbl>
              <c:idx val="5"/>
              <c:layout>
                <c:manualLayout>
                  <c:x val="-2.1318534691897099E-2"/>
                  <c:y val="-2.777777777777780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D34-4DAE-845F-97B19D2D90B9}"/>
                </c:ext>
              </c:extLst>
            </c:dLbl>
            <c:dLbl>
              <c:idx val="6"/>
              <c:layout>
                <c:manualLayout>
                  <c:x val="-2.1318534691897099E-2"/>
                  <c:y val="-1.8518518518518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D34-4DAE-845F-97B19D2D90B9}"/>
                </c:ext>
              </c:extLst>
            </c:dLbl>
            <c:dLbl>
              <c:idx val="7"/>
              <c:layout>
                <c:manualLayout>
                  <c:x val="-2.1318534691897099E-2"/>
                  <c:y val="-1.8518518518518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D34-4DAE-845F-97B19D2D90B9}"/>
                </c:ext>
              </c:extLst>
            </c:dLbl>
            <c:dLbl>
              <c:idx val="8"/>
              <c:layout>
                <c:manualLayout>
                  <c:x val="-2.1318534691897099E-2"/>
                  <c:y val="-2.46913580246913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D34-4DAE-845F-97B19D2D90B9}"/>
                </c:ext>
              </c:extLst>
            </c:dLbl>
            <c:dLbl>
              <c:idx val="9"/>
              <c:layout>
                <c:manualLayout>
                  <c:x val="-2.1318534691897199E-2"/>
                  <c:y val="-2.777777777777780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D34-4DAE-845F-97B19D2D90B9}"/>
                </c:ext>
              </c:extLst>
            </c:dLbl>
            <c:dLbl>
              <c:idx val="10"/>
              <c:layout>
                <c:manualLayout>
                  <c:x val="-2.1318534691897099E-2"/>
                  <c:y val="-1.8518518518518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BD34-4DAE-845F-97B19D2D90B9}"/>
                </c:ext>
              </c:extLst>
            </c:dLbl>
            <c:dLbl>
              <c:idx val="11"/>
              <c:layout>
                <c:manualLayout>
                  <c:x val="-2.1318534691897002E-2"/>
                  <c:y val="-2.46913580246913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D34-4DAE-845F-97B19D2D90B9}"/>
                </c:ext>
              </c:extLst>
            </c:dLbl>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Sheet1!$B$1:$M$1</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Sheet1!$B$2:$M$2</c:f>
              <c:numCache>
                <c:formatCode>General</c:formatCode>
                <c:ptCount val="12"/>
                <c:pt idx="0">
                  <c:v>44</c:v>
                </c:pt>
                <c:pt idx="1">
                  <c:v>40</c:v>
                </c:pt>
                <c:pt idx="2">
                  <c:v>38</c:v>
                </c:pt>
                <c:pt idx="3">
                  <c:v>37</c:v>
                </c:pt>
                <c:pt idx="4">
                  <c:v>39</c:v>
                </c:pt>
                <c:pt idx="5">
                  <c:v>43</c:v>
                </c:pt>
                <c:pt idx="6">
                  <c:v>45</c:v>
                </c:pt>
                <c:pt idx="7">
                  <c:v>41</c:v>
                </c:pt>
                <c:pt idx="8">
                  <c:v>45</c:v>
                </c:pt>
                <c:pt idx="9">
                  <c:v>42</c:v>
                </c:pt>
                <c:pt idx="10">
                  <c:v>37</c:v>
                </c:pt>
                <c:pt idx="11">
                  <c:v>41</c:v>
                </c:pt>
              </c:numCache>
            </c:numRef>
          </c:val>
          <c:smooth val="0"/>
          <c:extLst>
            <c:ext xmlns:c16="http://schemas.microsoft.com/office/drawing/2014/chart" uri="{C3380CC4-5D6E-409C-BE32-E72D297353CC}">
              <c16:uniqueId val="{0000000C-BD34-4DAE-845F-97B19D2D90B9}"/>
            </c:ext>
          </c:extLst>
        </c:ser>
        <c:ser>
          <c:idx val="1"/>
          <c:order val="1"/>
          <c:tx>
            <c:strRef>
              <c:f>Sheet1!$A$3</c:f>
              <c:strCache>
                <c:ptCount val="1"/>
                <c:pt idx="0">
                  <c:v>Medium</c:v>
                </c:pt>
              </c:strCache>
            </c:strRef>
          </c:tx>
          <c:spPr>
            <a:ln w="28575">
              <a:solidFill>
                <a:schemeClr val="tx1"/>
              </a:solidFill>
            </a:ln>
          </c:spPr>
          <c:marker>
            <c:symbol val="none"/>
          </c:marker>
          <c:dLbls>
            <c:spPr>
              <a:noFill/>
              <a:ln>
                <a:noFill/>
              </a:ln>
              <a:effectLst/>
            </c:spPr>
            <c:txPr>
              <a:bodyPr/>
              <a:lstStyle/>
              <a:p>
                <a:pPr>
                  <a:defRPr>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Sheet1!$B$1:$M$1</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Sheet1!$B$3:$M$3</c:f>
              <c:numCache>
                <c:formatCode>General</c:formatCode>
                <c:ptCount val="12"/>
                <c:pt idx="0">
                  <c:v>40</c:v>
                </c:pt>
                <c:pt idx="1">
                  <c:v>37</c:v>
                </c:pt>
                <c:pt idx="2">
                  <c:v>36</c:v>
                </c:pt>
                <c:pt idx="3">
                  <c:v>34</c:v>
                </c:pt>
                <c:pt idx="4">
                  <c:v>36</c:v>
                </c:pt>
                <c:pt idx="5">
                  <c:v>38</c:v>
                </c:pt>
                <c:pt idx="6">
                  <c:v>42</c:v>
                </c:pt>
                <c:pt idx="7">
                  <c:v>38</c:v>
                </c:pt>
                <c:pt idx="8">
                  <c:v>41</c:v>
                </c:pt>
                <c:pt idx="9">
                  <c:v>40</c:v>
                </c:pt>
                <c:pt idx="10">
                  <c:v>35</c:v>
                </c:pt>
                <c:pt idx="11">
                  <c:v>39</c:v>
                </c:pt>
              </c:numCache>
            </c:numRef>
          </c:val>
          <c:smooth val="0"/>
          <c:extLst>
            <c:ext xmlns:c16="http://schemas.microsoft.com/office/drawing/2014/chart" uri="{C3380CC4-5D6E-409C-BE32-E72D297353CC}">
              <c16:uniqueId val="{0000000D-BD34-4DAE-845F-97B19D2D90B9}"/>
            </c:ext>
          </c:extLst>
        </c:ser>
        <c:ser>
          <c:idx val="2"/>
          <c:order val="2"/>
          <c:tx>
            <c:strRef>
              <c:f>Sheet1!$A$4</c:f>
              <c:strCache>
                <c:ptCount val="1"/>
                <c:pt idx="0">
                  <c:v>Low</c:v>
                </c:pt>
              </c:strCache>
            </c:strRef>
          </c:tx>
          <c:spPr>
            <a:ln>
              <a:noFill/>
            </a:ln>
          </c:spPr>
          <c:marker>
            <c:symbol val="none"/>
          </c:marker>
          <c:dLbls>
            <c:dLbl>
              <c:idx val="0"/>
              <c:layout>
                <c:manualLayout>
                  <c:x val="-2.1318654081995202E-2"/>
                  <c:y val="3.703703703703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D34-4DAE-845F-97B19D2D90B9}"/>
                </c:ext>
              </c:extLst>
            </c:dLbl>
            <c:dLbl>
              <c:idx val="1"/>
              <c:layout>
                <c:manualLayout>
                  <c:x val="-2.1318534691897099E-2"/>
                  <c:y val="2.777777777777780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BD34-4DAE-845F-97B19D2D90B9}"/>
                </c:ext>
              </c:extLst>
            </c:dLbl>
            <c:dLbl>
              <c:idx val="2"/>
              <c:layout>
                <c:manualLayout>
                  <c:x val="-2.1318534691897099E-2"/>
                  <c:y val="2.777777777777780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D34-4DAE-845F-97B19D2D90B9}"/>
                </c:ext>
              </c:extLst>
            </c:dLbl>
            <c:dLbl>
              <c:idx val="3"/>
              <c:layout>
                <c:manualLayout>
                  <c:x val="-2.1318534691897099E-2"/>
                  <c:y val="2.46913580246913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BD34-4DAE-845F-97B19D2D90B9}"/>
                </c:ext>
              </c:extLst>
            </c:dLbl>
            <c:dLbl>
              <c:idx val="4"/>
              <c:layout>
                <c:manualLayout>
                  <c:x val="-2.1318534691897099E-2"/>
                  <c:y val="2.469135802469139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BD34-4DAE-845F-97B19D2D90B9}"/>
                </c:ext>
              </c:extLst>
            </c:dLbl>
            <c:dLbl>
              <c:idx val="5"/>
              <c:layout>
                <c:manualLayout>
                  <c:x val="-2.1318534691897099E-2"/>
                  <c:y val="2.777777777777780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BD34-4DAE-845F-97B19D2D90B9}"/>
                </c:ext>
              </c:extLst>
            </c:dLbl>
            <c:dLbl>
              <c:idx val="6"/>
              <c:layout>
                <c:manualLayout>
                  <c:x val="-2.1318534691897099E-2"/>
                  <c:y val="2.777777777777780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BD34-4DAE-845F-97B19D2D90B9}"/>
                </c:ext>
              </c:extLst>
            </c:dLbl>
            <c:dLbl>
              <c:idx val="7"/>
              <c:layout>
                <c:manualLayout>
                  <c:x val="-2.1318534691897099E-2"/>
                  <c:y val="2.160493827160489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BD34-4DAE-845F-97B19D2D90B9}"/>
                </c:ext>
              </c:extLst>
            </c:dLbl>
            <c:dLbl>
              <c:idx val="8"/>
              <c:layout>
                <c:manualLayout>
                  <c:x val="-2.1318534691897099E-2"/>
                  <c:y val="2.777777777777780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BD34-4DAE-845F-97B19D2D90B9}"/>
                </c:ext>
              </c:extLst>
            </c:dLbl>
            <c:dLbl>
              <c:idx val="9"/>
              <c:layout>
                <c:manualLayout>
                  <c:x val="-2.1318534691897199E-2"/>
                  <c:y val="3.086419753086419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BD34-4DAE-845F-97B19D2D90B9}"/>
                </c:ext>
              </c:extLst>
            </c:dLbl>
            <c:dLbl>
              <c:idx val="10"/>
              <c:layout>
                <c:manualLayout>
                  <c:x val="-2.1318534691897099E-2"/>
                  <c:y val="3.395061728395060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BD34-4DAE-845F-97B19D2D90B9}"/>
                </c:ext>
              </c:extLst>
            </c:dLbl>
            <c:dLbl>
              <c:idx val="11"/>
              <c:layout>
                <c:manualLayout>
                  <c:x val="-2.1318534691897002E-2"/>
                  <c:y val="2.777777777777780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BD34-4DAE-845F-97B19D2D90B9}"/>
                </c:ext>
              </c:extLst>
            </c:dLbl>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Sheet1!$B$1:$M$1</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Sheet1!$B$4:$M$4</c:f>
              <c:numCache>
                <c:formatCode>General</c:formatCode>
                <c:ptCount val="12"/>
                <c:pt idx="0">
                  <c:v>36</c:v>
                </c:pt>
                <c:pt idx="1">
                  <c:v>34</c:v>
                </c:pt>
                <c:pt idx="2">
                  <c:v>34</c:v>
                </c:pt>
                <c:pt idx="3">
                  <c:v>31</c:v>
                </c:pt>
                <c:pt idx="4">
                  <c:v>33</c:v>
                </c:pt>
                <c:pt idx="5">
                  <c:v>34</c:v>
                </c:pt>
                <c:pt idx="6">
                  <c:v>38</c:v>
                </c:pt>
                <c:pt idx="7">
                  <c:v>35</c:v>
                </c:pt>
                <c:pt idx="8">
                  <c:v>37</c:v>
                </c:pt>
                <c:pt idx="9">
                  <c:v>38</c:v>
                </c:pt>
                <c:pt idx="10">
                  <c:v>33</c:v>
                </c:pt>
                <c:pt idx="11">
                  <c:v>37</c:v>
                </c:pt>
              </c:numCache>
            </c:numRef>
          </c:val>
          <c:smooth val="0"/>
          <c:extLst>
            <c:ext xmlns:c16="http://schemas.microsoft.com/office/drawing/2014/chart" uri="{C3380CC4-5D6E-409C-BE32-E72D297353CC}">
              <c16:uniqueId val="{0000001A-BD34-4DAE-845F-97B19D2D90B9}"/>
            </c:ext>
          </c:extLst>
        </c:ser>
        <c:dLbls>
          <c:dLblPos val="ctr"/>
          <c:showLegendKey val="0"/>
          <c:showVal val="1"/>
          <c:showCatName val="0"/>
          <c:showSerName val="0"/>
          <c:showPercent val="0"/>
          <c:showBubbleSize val="0"/>
        </c:dLbls>
        <c:upDownBars>
          <c:gapWidth val="150"/>
          <c:upBars/>
          <c:downBars>
            <c:spPr>
              <a:solidFill>
                <a:schemeClr val="accent5"/>
              </a:solidFill>
              <a:ln w="12700">
                <a:noFill/>
              </a:ln>
            </c:spPr>
          </c:downBars>
        </c:upDownBars>
        <c:smooth val="0"/>
        <c:axId val="110532240"/>
        <c:axId val="110522720"/>
      </c:lineChart>
      <c:catAx>
        <c:axId val="110532240"/>
        <c:scaling>
          <c:orientation val="minMax"/>
        </c:scaling>
        <c:delete val="0"/>
        <c:axPos val="b"/>
        <c:numFmt formatCode="General" sourceLinked="1"/>
        <c:majorTickMark val="none"/>
        <c:minorTickMark val="none"/>
        <c:tickLblPos val="nextTo"/>
        <c:spPr>
          <a:ln w="6350">
            <a:solidFill>
              <a:srgbClr val="BBBCBC"/>
            </a:solidFill>
          </a:ln>
        </c:spPr>
        <c:crossAx val="110522720"/>
        <c:crosses val="autoZero"/>
        <c:auto val="1"/>
        <c:lblAlgn val="ctr"/>
        <c:lblOffset val="100"/>
        <c:noMultiLvlLbl val="0"/>
      </c:catAx>
      <c:valAx>
        <c:axId val="110522720"/>
        <c:scaling>
          <c:orientation val="minMax"/>
        </c:scaling>
        <c:delete val="0"/>
        <c:axPos val="l"/>
        <c:majorGridlines>
          <c:spPr>
            <a:ln w="6350">
              <a:solidFill>
                <a:srgbClr val="BBBCBC"/>
              </a:solidFill>
            </a:ln>
          </c:spPr>
        </c:majorGridlines>
        <c:numFmt formatCode="General" sourceLinked="1"/>
        <c:majorTickMark val="none"/>
        <c:minorTickMark val="none"/>
        <c:tickLblPos val="nextTo"/>
        <c:spPr>
          <a:ln>
            <a:noFill/>
          </a:ln>
        </c:spPr>
        <c:crossAx val="110532240"/>
        <c:crosses val="autoZero"/>
        <c:crossBetween val="between"/>
        <c:majorUnit val="10"/>
      </c:valAx>
    </c:plotArea>
    <c:plotVisOnly val="1"/>
    <c:dispBlanksAs val="gap"/>
    <c:showDLblsOverMax val="0"/>
  </c:chart>
  <c:txPr>
    <a:bodyPr/>
    <a:lstStyle/>
    <a:p>
      <a:pPr>
        <a:defRPr sz="1200">
          <a:solidFill>
            <a:schemeClr val="tx2"/>
          </a:solidFill>
          <a:latin typeface="Aptos" panose="020B0004020202020204" pitchFamily="34" charset="0"/>
        </a:defRPr>
      </a:pPr>
      <a:endParaRPr lang="en-U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1303330807498401E-2"/>
          <c:y val="5.7818555664215399E-2"/>
          <c:w val="0.92609626725529604"/>
          <c:h val="0.74181489558374403"/>
        </c:manualLayout>
      </c:layout>
      <c:barChart>
        <c:barDir val="col"/>
        <c:grouping val="clustered"/>
        <c:varyColors val="0"/>
        <c:ser>
          <c:idx val="0"/>
          <c:order val="0"/>
          <c:tx>
            <c:strRef>
              <c:f>Sheet1!$A$2</c:f>
              <c:strCache>
                <c:ptCount val="1"/>
              </c:strCache>
            </c:strRef>
          </c:tx>
          <c:spPr>
            <a:solidFill>
              <a:schemeClr val="accent3"/>
            </a:solidFill>
            <a:ln w="12700">
              <a:noFill/>
            </a:ln>
          </c:spPr>
          <c:invertIfNegative val="0"/>
          <c:cat>
            <c:strRef>
              <c:f>Sheet1!$B$1:$E$1</c:f>
              <c:strCache>
                <c:ptCount val="4"/>
                <c:pt idx="0">
                  <c:v>A</c:v>
                </c:pt>
                <c:pt idx="1">
                  <c:v>B</c:v>
                </c:pt>
                <c:pt idx="2">
                  <c:v>C</c:v>
                </c:pt>
                <c:pt idx="3">
                  <c:v>D</c:v>
                </c:pt>
              </c:strCache>
            </c:strRef>
          </c:cat>
          <c:val>
            <c:numRef>
              <c:f>Sheet1!$B$2:$E$2</c:f>
              <c:numCache>
                <c:formatCode>General</c:formatCode>
                <c:ptCount val="4"/>
                <c:pt idx="0">
                  <c:v>200</c:v>
                </c:pt>
                <c:pt idx="1">
                  <c:v>300</c:v>
                </c:pt>
                <c:pt idx="2">
                  <c:v>400</c:v>
                </c:pt>
                <c:pt idx="3">
                  <c:v>500</c:v>
                </c:pt>
              </c:numCache>
            </c:numRef>
          </c:val>
          <c:extLst>
            <c:ext xmlns:c16="http://schemas.microsoft.com/office/drawing/2014/chart" uri="{C3380CC4-5D6E-409C-BE32-E72D297353CC}">
              <c16:uniqueId val="{00000000-E04F-4FFE-B2F2-2AE5E185EBDD}"/>
            </c:ext>
          </c:extLst>
        </c:ser>
        <c:dLbls>
          <c:showLegendKey val="0"/>
          <c:showVal val="0"/>
          <c:showCatName val="0"/>
          <c:showSerName val="0"/>
          <c:showPercent val="0"/>
          <c:showBubbleSize val="0"/>
        </c:dLbls>
        <c:gapWidth val="150"/>
        <c:axId val="114470736"/>
        <c:axId val="123438592"/>
      </c:barChart>
      <c:stockChart>
        <c:ser>
          <c:idx val="1"/>
          <c:order val="1"/>
          <c:tx>
            <c:strRef>
              <c:f>Sheet1!$A$3</c:f>
              <c:strCache>
                <c:ptCount val="1"/>
                <c:pt idx="0">
                  <c:v>Bottom</c:v>
                </c:pt>
              </c:strCache>
            </c:strRef>
          </c:tx>
          <c:spPr>
            <a:ln w="28575">
              <a:noFill/>
            </a:ln>
          </c:spPr>
          <c:marker>
            <c:symbol val="none"/>
          </c:marker>
          <c:cat>
            <c:strRef>
              <c:f>Sheet1!$B$1:$E$1</c:f>
              <c:strCache>
                <c:ptCount val="4"/>
                <c:pt idx="0">
                  <c:v>A</c:v>
                </c:pt>
                <c:pt idx="1">
                  <c:v>B</c:v>
                </c:pt>
                <c:pt idx="2">
                  <c:v>C</c:v>
                </c:pt>
                <c:pt idx="3">
                  <c:v>D</c:v>
                </c:pt>
              </c:strCache>
            </c:strRef>
          </c:cat>
          <c:val>
            <c:numRef>
              <c:f>Sheet1!$B$3:$E$3</c:f>
              <c:numCache>
                <c:formatCode>General</c:formatCode>
                <c:ptCount val="4"/>
                <c:pt idx="0">
                  <c:v>10</c:v>
                </c:pt>
                <c:pt idx="1">
                  <c:v>20</c:v>
                </c:pt>
                <c:pt idx="2">
                  <c:v>30</c:v>
                </c:pt>
                <c:pt idx="3">
                  <c:v>40</c:v>
                </c:pt>
              </c:numCache>
            </c:numRef>
          </c:val>
          <c:smooth val="0"/>
          <c:extLst>
            <c:ext xmlns:c16="http://schemas.microsoft.com/office/drawing/2014/chart" uri="{C3380CC4-5D6E-409C-BE32-E72D297353CC}">
              <c16:uniqueId val="{00000001-E04F-4FFE-B2F2-2AE5E185EBDD}"/>
            </c:ext>
          </c:extLst>
        </c:ser>
        <c:ser>
          <c:idx val="2"/>
          <c:order val="2"/>
          <c:tx>
            <c:strRef>
              <c:f>Sheet1!$A$4</c:f>
              <c:strCache>
                <c:ptCount val="1"/>
                <c:pt idx="0">
                  <c:v>Mid</c:v>
                </c:pt>
              </c:strCache>
            </c:strRef>
          </c:tx>
          <c:spPr>
            <a:ln w="28575">
              <a:noFill/>
            </a:ln>
          </c:spPr>
          <c:marker>
            <c:symbol val="none"/>
          </c:marker>
          <c:cat>
            <c:strRef>
              <c:f>Sheet1!$B$1:$E$1</c:f>
              <c:strCache>
                <c:ptCount val="4"/>
                <c:pt idx="0">
                  <c:v>A</c:v>
                </c:pt>
                <c:pt idx="1">
                  <c:v>B</c:v>
                </c:pt>
                <c:pt idx="2">
                  <c:v>C</c:v>
                </c:pt>
                <c:pt idx="3">
                  <c:v>D</c:v>
                </c:pt>
              </c:strCache>
            </c:strRef>
          </c:cat>
          <c:val>
            <c:numRef>
              <c:f>Sheet1!$B$4:$E$4</c:f>
              <c:numCache>
                <c:formatCode>General</c:formatCode>
                <c:ptCount val="4"/>
                <c:pt idx="0">
                  <c:v>25</c:v>
                </c:pt>
                <c:pt idx="1">
                  <c:v>35</c:v>
                </c:pt>
                <c:pt idx="2">
                  <c:v>45</c:v>
                </c:pt>
                <c:pt idx="3">
                  <c:v>55</c:v>
                </c:pt>
              </c:numCache>
            </c:numRef>
          </c:val>
          <c:smooth val="0"/>
          <c:extLst>
            <c:ext xmlns:c16="http://schemas.microsoft.com/office/drawing/2014/chart" uri="{C3380CC4-5D6E-409C-BE32-E72D297353CC}">
              <c16:uniqueId val="{00000002-E04F-4FFE-B2F2-2AE5E185EBDD}"/>
            </c:ext>
          </c:extLst>
        </c:ser>
        <c:ser>
          <c:idx val="3"/>
          <c:order val="3"/>
          <c:tx>
            <c:strRef>
              <c:f>Sheet1!$A$5</c:f>
              <c:strCache>
                <c:ptCount val="1"/>
                <c:pt idx="0">
                  <c:v>Top</c:v>
                </c:pt>
              </c:strCache>
            </c:strRef>
          </c:tx>
          <c:spPr>
            <a:ln w="28575">
              <a:noFill/>
            </a:ln>
          </c:spPr>
          <c:marker>
            <c:symbol val="dash"/>
            <c:size val="5"/>
            <c:spPr>
              <a:solidFill>
                <a:schemeClr val="tx2"/>
              </a:solidFill>
              <a:ln>
                <a:solidFill>
                  <a:schemeClr val="tx2"/>
                </a:solidFill>
              </a:ln>
            </c:spPr>
          </c:marker>
          <c:cat>
            <c:strRef>
              <c:f>Sheet1!$B$1:$E$1</c:f>
              <c:strCache>
                <c:ptCount val="4"/>
                <c:pt idx="0">
                  <c:v>A</c:v>
                </c:pt>
                <c:pt idx="1">
                  <c:v>B</c:v>
                </c:pt>
                <c:pt idx="2">
                  <c:v>C</c:v>
                </c:pt>
                <c:pt idx="3">
                  <c:v>D</c:v>
                </c:pt>
              </c:strCache>
            </c:strRef>
          </c:cat>
          <c:val>
            <c:numRef>
              <c:f>Sheet1!$B$5:$E$5</c:f>
              <c:numCache>
                <c:formatCode>General</c:formatCode>
                <c:ptCount val="4"/>
                <c:pt idx="0">
                  <c:v>40</c:v>
                </c:pt>
                <c:pt idx="1">
                  <c:v>50</c:v>
                </c:pt>
                <c:pt idx="2">
                  <c:v>60</c:v>
                </c:pt>
                <c:pt idx="3">
                  <c:v>70</c:v>
                </c:pt>
              </c:numCache>
            </c:numRef>
          </c:val>
          <c:smooth val="0"/>
          <c:extLst>
            <c:ext xmlns:c16="http://schemas.microsoft.com/office/drawing/2014/chart" uri="{C3380CC4-5D6E-409C-BE32-E72D297353CC}">
              <c16:uniqueId val="{00000003-E04F-4FFE-B2F2-2AE5E185EBDD}"/>
            </c:ext>
          </c:extLst>
        </c:ser>
        <c:dLbls>
          <c:showLegendKey val="0"/>
          <c:showVal val="0"/>
          <c:showCatName val="0"/>
          <c:showSerName val="0"/>
          <c:showPercent val="0"/>
          <c:showBubbleSize val="0"/>
        </c:dLbls>
        <c:hiLowLines>
          <c:spPr>
            <a:ln w="12700">
              <a:solidFill>
                <a:schemeClr val="tx1"/>
              </a:solidFill>
            </a:ln>
          </c:spPr>
        </c:hiLowLines>
        <c:axId val="123537504"/>
        <c:axId val="19860960"/>
      </c:stockChart>
      <c:catAx>
        <c:axId val="114470736"/>
        <c:scaling>
          <c:orientation val="minMax"/>
        </c:scaling>
        <c:delete val="0"/>
        <c:axPos val="b"/>
        <c:numFmt formatCode="General" sourceLinked="1"/>
        <c:majorTickMark val="none"/>
        <c:minorTickMark val="none"/>
        <c:tickLblPos val="nextTo"/>
        <c:spPr>
          <a:ln w="6350">
            <a:solidFill>
              <a:srgbClr val="BBBCBC"/>
            </a:solidFill>
          </a:ln>
        </c:spPr>
        <c:crossAx val="123438592"/>
        <c:crosses val="autoZero"/>
        <c:auto val="1"/>
        <c:lblAlgn val="ctr"/>
        <c:lblOffset val="100"/>
        <c:noMultiLvlLbl val="0"/>
      </c:catAx>
      <c:valAx>
        <c:axId val="123438592"/>
        <c:scaling>
          <c:orientation val="minMax"/>
        </c:scaling>
        <c:delete val="0"/>
        <c:axPos val="l"/>
        <c:majorGridlines>
          <c:spPr>
            <a:ln w="6350">
              <a:solidFill>
                <a:srgbClr val="BBBCBC"/>
              </a:solidFill>
            </a:ln>
          </c:spPr>
        </c:majorGridlines>
        <c:numFmt formatCode="General" sourceLinked="1"/>
        <c:majorTickMark val="none"/>
        <c:minorTickMark val="none"/>
        <c:tickLblPos val="nextTo"/>
        <c:spPr>
          <a:ln>
            <a:noFill/>
          </a:ln>
        </c:spPr>
        <c:crossAx val="114470736"/>
        <c:crosses val="autoZero"/>
        <c:crossBetween val="between"/>
      </c:valAx>
      <c:valAx>
        <c:axId val="19860960"/>
        <c:scaling>
          <c:orientation val="minMax"/>
        </c:scaling>
        <c:delete val="0"/>
        <c:axPos val="r"/>
        <c:numFmt formatCode="General" sourceLinked="1"/>
        <c:majorTickMark val="none"/>
        <c:minorTickMark val="none"/>
        <c:tickLblPos val="nextTo"/>
        <c:spPr>
          <a:ln>
            <a:noFill/>
          </a:ln>
        </c:spPr>
        <c:crossAx val="123537504"/>
        <c:crosses val="max"/>
        <c:crossBetween val="between"/>
        <c:majorUnit val="20"/>
      </c:valAx>
      <c:catAx>
        <c:axId val="123537504"/>
        <c:scaling>
          <c:orientation val="minMax"/>
        </c:scaling>
        <c:delete val="1"/>
        <c:axPos val="b"/>
        <c:numFmt formatCode="General" sourceLinked="1"/>
        <c:majorTickMark val="out"/>
        <c:minorTickMark val="none"/>
        <c:tickLblPos val="none"/>
        <c:crossAx val="19860960"/>
        <c:crosses val="autoZero"/>
        <c:auto val="1"/>
        <c:lblAlgn val="ctr"/>
        <c:lblOffset val="100"/>
        <c:noMultiLvlLbl val="0"/>
      </c:catAx>
    </c:plotArea>
    <c:plotVisOnly val="1"/>
    <c:dispBlanksAs val="gap"/>
    <c:showDLblsOverMax val="0"/>
  </c:chart>
  <c:txPr>
    <a:bodyPr/>
    <a:lstStyle/>
    <a:p>
      <a:pPr>
        <a:defRPr sz="1200">
          <a:solidFill>
            <a:schemeClr val="tx2"/>
          </a:solidFill>
          <a:latin typeface="Aptos" panose="020B0004020202020204" pitchFamily="34" charset="0"/>
        </a:defRPr>
      </a:pPr>
      <a:endParaRPr lang="en-U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303330807498401E-2"/>
          <c:y val="5.75907222907798E-2"/>
          <c:w val="0.93651332951962196"/>
          <c:h val="0.74361003577745899"/>
        </c:manualLayout>
      </c:layout>
      <c:scatterChart>
        <c:scatterStyle val="lineMarker"/>
        <c:varyColors val="0"/>
        <c:ser>
          <c:idx val="0"/>
          <c:order val="0"/>
          <c:tx>
            <c:strRef>
              <c:f>Sheet1!$B$1</c:f>
              <c:strCache>
                <c:ptCount val="1"/>
                <c:pt idx="0">
                  <c:v>Y values</c:v>
                </c:pt>
              </c:strCache>
            </c:strRef>
          </c:tx>
          <c:spPr>
            <a:ln w="28575">
              <a:noFill/>
            </a:ln>
          </c:spPr>
          <c:marker>
            <c:symbol val="square"/>
            <c:size val="7"/>
          </c:marker>
          <c:dLbls>
            <c:dLbl>
              <c:idx val="0"/>
              <c:tx>
                <c:rich>
                  <a:bodyPr/>
                  <a:lstStyle/>
                  <a:p>
                    <a:r>
                      <a:rPr lang="en-US" sz="900" b="0" dirty="0">
                        <a:solidFill>
                          <a:srgbClr val="53565A"/>
                        </a:solidFill>
                      </a:rPr>
                      <a:t>xxx</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2225-40DB-AE22-7886877A7F28}"/>
                </c:ext>
              </c:extLst>
            </c:dLbl>
            <c:dLbl>
              <c:idx val="1"/>
              <c:tx>
                <c:rich>
                  <a:bodyPr/>
                  <a:lstStyle/>
                  <a:p>
                    <a:r>
                      <a:rPr lang="en-US" sz="900" b="0" dirty="0">
                        <a:solidFill>
                          <a:srgbClr val="53565A"/>
                        </a:solidFill>
                      </a:rPr>
                      <a:t>xxx</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2225-40DB-AE22-7886877A7F28}"/>
                </c:ext>
              </c:extLst>
            </c:dLbl>
            <c:dLbl>
              <c:idx val="2"/>
              <c:tx>
                <c:rich>
                  <a:bodyPr/>
                  <a:lstStyle/>
                  <a:p>
                    <a:r>
                      <a:rPr lang="en-US" sz="900" b="0" dirty="0">
                        <a:solidFill>
                          <a:srgbClr val="53565A"/>
                        </a:solidFill>
                      </a:rPr>
                      <a:t>xxx</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2225-40DB-AE22-7886877A7F28}"/>
                </c:ext>
              </c:extLst>
            </c:dLbl>
            <c:dLbl>
              <c:idx val="3"/>
              <c:tx>
                <c:rich>
                  <a:bodyPr/>
                  <a:lstStyle/>
                  <a:p>
                    <a:r>
                      <a:rPr lang="en-US" sz="900" b="0" dirty="0">
                        <a:solidFill>
                          <a:srgbClr val="53565A"/>
                        </a:solidFill>
                      </a:rPr>
                      <a:t>xxx</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2225-40DB-AE22-7886877A7F28}"/>
                </c:ext>
              </c:extLst>
            </c:dLbl>
            <c:dLbl>
              <c:idx val="4"/>
              <c:tx>
                <c:rich>
                  <a:bodyPr/>
                  <a:lstStyle/>
                  <a:p>
                    <a:r>
                      <a:rPr lang="en-US" sz="900" b="0" dirty="0">
                        <a:solidFill>
                          <a:srgbClr val="53565A"/>
                        </a:solidFill>
                      </a:rPr>
                      <a:t>xxx</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2225-40DB-AE22-7886877A7F28}"/>
                </c:ext>
              </c:extLst>
            </c:dLbl>
            <c:dLbl>
              <c:idx val="5"/>
              <c:tx>
                <c:rich>
                  <a:bodyPr/>
                  <a:lstStyle/>
                  <a:p>
                    <a:r>
                      <a:rPr lang="en-US" sz="900" b="0" dirty="0">
                        <a:solidFill>
                          <a:srgbClr val="53565A"/>
                        </a:solidFill>
                      </a:rPr>
                      <a:t>xxx</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2225-40DB-AE22-7886877A7F28}"/>
                </c:ext>
              </c:extLst>
            </c:dLbl>
            <c:dLbl>
              <c:idx val="6"/>
              <c:tx>
                <c:rich>
                  <a:bodyPr/>
                  <a:lstStyle/>
                  <a:p>
                    <a:r>
                      <a:rPr lang="en-US" sz="900" b="0" dirty="0">
                        <a:solidFill>
                          <a:srgbClr val="53565A"/>
                        </a:solidFill>
                      </a:rPr>
                      <a:t>xxx</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2225-40DB-AE22-7886877A7F28}"/>
                </c:ext>
              </c:extLst>
            </c:dLbl>
            <c:dLbl>
              <c:idx val="7"/>
              <c:tx>
                <c:rich>
                  <a:bodyPr/>
                  <a:lstStyle/>
                  <a:p>
                    <a:r>
                      <a:rPr lang="en-US" sz="900" b="0" dirty="0">
                        <a:solidFill>
                          <a:srgbClr val="53565A"/>
                        </a:solidFill>
                      </a:rPr>
                      <a:t>xxx</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2225-40DB-AE22-7886877A7F28}"/>
                </c:ext>
              </c:extLst>
            </c:dLbl>
            <c:dLbl>
              <c:idx val="8"/>
              <c:tx>
                <c:rich>
                  <a:bodyPr/>
                  <a:lstStyle/>
                  <a:p>
                    <a:r>
                      <a:rPr lang="en-US" sz="900" b="0" dirty="0">
                        <a:solidFill>
                          <a:srgbClr val="53565A"/>
                        </a:solidFill>
                      </a:rPr>
                      <a:t>xxx</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2225-40DB-AE22-7886877A7F28}"/>
                </c:ext>
              </c:extLst>
            </c:dLbl>
            <c:dLbl>
              <c:idx val="9"/>
              <c:tx>
                <c:rich>
                  <a:bodyPr/>
                  <a:lstStyle/>
                  <a:p>
                    <a:r>
                      <a:rPr lang="en-US" sz="900" b="0" dirty="0">
                        <a:solidFill>
                          <a:srgbClr val="53565A"/>
                        </a:solidFill>
                      </a:rPr>
                      <a:t>xxx</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2225-40DB-AE22-7886877A7F28}"/>
                </c:ext>
              </c:extLst>
            </c:dLbl>
            <c:dLbl>
              <c:idx val="10"/>
              <c:tx>
                <c:rich>
                  <a:bodyPr/>
                  <a:lstStyle/>
                  <a:p>
                    <a:r>
                      <a:rPr lang="en-US" sz="900" b="0" dirty="0">
                        <a:solidFill>
                          <a:srgbClr val="53565A"/>
                        </a:solidFill>
                      </a:rPr>
                      <a:t>xxx</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2225-40DB-AE22-7886877A7F28}"/>
                </c:ext>
              </c:extLst>
            </c:dLbl>
            <c:spPr>
              <a:noFill/>
              <a:ln>
                <a:noFill/>
              </a:ln>
              <a:effectLst/>
            </c:spPr>
            <c:dLblPos val="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xVal>
            <c:numRef>
              <c:f>Sheet1!$A$2:$A$12</c:f>
              <c:numCache>
                <c:formatCode>General</c:formatCode>
                <c:ptCount val="11"/>
                <c:pt idx="0">
                  <c:v>20</c:v>
                </c:pt>
                <c:pt idx="1">
                  <c:v>11</c:v>
                </c:pt>
                <c:pt idx="2">
                  <c:v>36</c:v>
                </c:pt>
                <c:pt idx="3">
                  <c:v>48</c:v>
                </c:pt>
                <c:pt idx="4">
                  <c:v>56</c:v>
                </c:pt>
                <c:pt idx="5">
                  <c:v>70</c:v>
                </c:pt>
                <c:pt idx="6">
                  <c:v>10</c:v>
                </c:pt>
                <c:pt idx="7">
                  <c:v>30</c:v>
                </c:pt>
                <c:pt idx="8">
                  <c:v>88</c:v>
                </c:pt>
                <c:pt idx="9">
                  <c:v>22</c:v>
                </c:pt>
                <c:pt idx="10">
                  <c:v>60</c:v>
                </c:pt>
              </c:numCache>
            </c:numRef>
          </c:xVal>
          <c:yVal>
            <c:numRef>
              <c:f>Sheet1!$B$2:$B$12</c:f>
              <c:numCache>
                <c:formatCode>General</c:formatCode>
                <c:ptCount val="11"/>
                <c:pt idx="0">
                  <c:v>20.399999999999999</c:v>
                </c:pt>
                <c:pt idx="1">
                  <c:v>27.4</c:v>
                </c:pt>
                <c:pt idx="2">
                  <c:v>90</c:v>
                </c:pt>
                <c:pt idx="3">
                  <c:v>20.399999999999999</c:v>
                </c:pt>
                <c:pt idx="4">
                  <c:v>85</c:v>
                </c:pt>
                <c:pt idx="5">
                  <c:v>40</c:v>
                </c:pt>
                <c:pt idx="6">
                  <c:v>95</c:v>
                </c:pt>
                <c:pt idx="7">
                  <c:v>60</c:v>
                </c:pt>
                <c:pt idx="8">
                  <c:v>110</c:v>
                </c:pt>
                <c:pt idx="9">
                  <c:v>30</c:v>
                </c:pt>
                <c:pt idx="10">
                  <c:v>105</c:v>
                </c:pt>
              </c:numCache>
            </c:numRef>
          </c:yVal>
          <c:smooth val="0"/>
          <c:extLst>
            <c:ext xmlns:c16="http://schemas.microsoft.com/office/drawing/2014/chart" uri="{C3380CC4-5D6E-409C-BE32-E72D297353CC}">
              <c16:uniqueId val="{0000000B-2225-40DB-AE22-7886877A7F28}"/>
            </c:ext>
          </c:extLst>
        </c:ser>
        <c:dLbls>
          <c:showLegendKey val="0"/>
          <c:showVal val="0"/>
          <c:showCatName val="0"/>
          <c:showSerName val="0"/>
          <c:showPercent val="0"/>
          <c:showBubbleSize val="0"/>
        </c:dLbls>
        <c:axId val="118291792"/>
        <c:axId val="117890624"/>
      </c:scatterChart>
      <c:valAx>
        <c:axId val="118291792"/>
        <c:scaling>
          <c:orientation val="minMax"/>
        </c:scaling>
        <c:delete val="0"/>
        <c:axPos val="b"/>
        <c:numFmt formatCode="General" sourceLinked="1"/>
        <c:majorTickMark val="none"/>
        <c:minorTickMark val="none"/>
        <c:tickLblPos val="nextTo"/>
        <c:spPr>
          <a:ln w="6350">
            <a:solidFill>
              <a:srgbClr val="BBBCBC"/>
            </a:solidFill>
          </a:ln>
        </c:spPr>
        <c:crossAx val="117890624"/>
        <c:crosses val="autoZero"/>
        <c:crossBetween val="midCat"/>
      </c:valAx>
      <c:valAx>
        <c:axId val="117890624"/>
        <c:scaling>
          <c:orientation val="minMax"/>
        </c:scaling>
        <c:delete val="0"/>
        <c:axPos val="l"/>
        <c:majorGridlines>
          <c:spPr>
            <a:ln w="6350">
              <a:solidFill>
                <a:srgbClr val="BBBCBC"/>
              </a:solidFill>
            </a:ln>
          </c:spPr>
        </c:majorGridlines>
        <c:numFmt formatCode="General" sourceLinked="1"/>
        <c:majorTickMark val="none"/>
        <c:minorTickMark val="none"/>
        <c:tickLblPos val="nextTo"/>
        <c:spPr>
          <a:ln>
            <a:noFill/>
          </a:ln>
        </c:spPr>
        <c:crossAx val="118291792"/>
        <c:crosses val="autoZero"/>
        <c:crossBetween val="midCat"/>
      </c:valAx>
    </c:plotArea>
    <c:plotVisOnly val="1"/>
    <c:dispBlanksAs val="gap"/>
    <c:showDLblsOverMax val="0"/>
  </c:chart>
  <c:txPr>
    <a:bodyPr/>
    <a:lstStyle/>
    <a:p>
      <a:pPr>
        <a:defRPr sz="1200">
          <a:solidFill>
            <a:schemeClr val="tx2"/>
          </a:solidFill>
          <a:latin typeface="Aptos" panose="020B0004020202020204" pitchFamily="34" charset="0"/>
        </a:defRPr>
      </a:pPr>
      <a:endParaRPr lang="en-U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303330807498401E-2"/>
          <c:y val="5.7818555664215399E-2"/>
          <c:w val="0.94086479395476796"/>
          <c:h val="0.74077477601914898"/>
        </c:manualLayout>
      </c:layout>
      <c:bubbleChart>
        <c:varyColors val="0"/>
        <c:ser>
          <c:idx val="0"/>
          <c:order val="0"/>
          <c:tx>
            <c:strRef>
              <c:f>Sheet1!$B$1</c:f>
              <c:strCache>
                <c:ptCount val="1"/>
                <c:pt idx="0">
                  <c:v>20</c:v>
                </c:pt>
              </c:strCache>
            </c:strRef>
          </c:tx>
          <c:spPr>
            <a:solidFill>
              <a:schemeClr val="accent3"/>
            </a:solidFill>
            <a:ln w="12700">
              <a:noFill/>
            </a:ln>
          </c:spPr>
          <c:invertIfNegative val="0"/>
          <c:dLbls>
            <c:dLbl>
              <c:idx val="0"/>
              <c:tx>
                <c:rich>
                  <a:bodyPr/>
                  <a:lstStyle/>
                  <a:p>
                    <a:r>
                      <a:rPr lang="en-US" sz="1000" b="0" dirty="0">
                        <a:solidFill>
                          <a:srgbClr val="53565A"/>
                        </a:solidFill>
                      </a:rPr>
                      <a:t>xxx</a:t>
                    </a:r>
                    <a:endParaRPr lang="en-US" b="0" dirty="0">
                      <a:solidFill>
                        <a:srgbClr val="53565A"/>
                      </a:solidFill>
                    </a:endParaRP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D880-453F-AE51-8DF3A158D51A}"/>
                </c:ext>
              </c:extLst>
            </c:dLbl>
            <c:dLbl>
              <c:idx val="1"/>
              <c:tx>
                <c:rich>
                  <a:bodyPr/>
                  <a:lstStyle/>
                  <a:p>
                    <a:r>
                      <a:rPr lang="en-US" sz="1000" b="0" dirty="0">
                        <a:solidFill>
                          <a:srgbClr val="53565A"/>
                        </a:solidFill>
                      </a:rPr>
                      <a:t>xxx</a:t>
                    </a:r>
                    <a:endParaRPr lang="en-US" b="0" dirty="0">
                      <a:solidFill>
                        <a:srgbClr val="53565A"/>
                      </a:solidFill>
                    </a:endParaRP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D880-453F-AE51-8DF3A158D51A}"/>
                </c:ext>
              </c:extLst>
            </c:dLbl>
            <c:dLbl>
              <c:idx val="2"/>
              <c:tx>
                <c:rich>
                  <a:bodyPr/>
                  <a:lstStyle/>
                  <a:p>
                    <a:r>
                      <a:rPr lang="en-US" sz="1000" b="0" dirty="0">
                        <a:solidFill>
                          <a:srgbClr val="53565A"/>
                        </a:solidFill>
                      </a:rPr>
                      <a:t>xxx</a:t>
                    </a:r>
                    <a:endParaRPr lang="en-US" b="0" dirty="0">
                      <a:solidFill>
                        <a:srgbClr val="53565A"/>
                      </a:solidFill>
                    </a:endParaRP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D880-453F-AE51-8DF3A158D51A}"/>
                </c:ext>
              </c:extLst>
            </c:dLbl>
            <c:dLbl>
              <c:idx val="3"/>
              <c:tx>
                <c:rich>
                  <a:bodyPr/>
                  <a:lstStyle/>
                  <a:p>
                    <a:r>
                      <a:rPr lang="en-US" sz="1000" b="0" dirty="0">
                        <a:solidFill>
                          <a:srgbClr val="53565A"/>
                        </a:solidFill>
                      </a:rPr>
                      <a:t>xxx</a:t>
                    </a:r>
                    <a:endParaRPr lang="en-US" b="0" dirty="0">
                      <a:solidFill>
                        <a:srgbClr val="53565A"/>
                      </a:solidFill>
                    </a:endParaRP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D880-453F-AE51-8DF3A158D51A}"/>
                </c:ext>
              </c:extLst>
            </c:dLbl>
            <c:dLbl>
              <c:idx val="4"/>
              <c:layout>
                <c:manualLayout>
                  <c:x val="-7.5813906176575097E-3"/>
                  <c:y val="3.3950617283950602E-2"/>
                </c:manualLayout>
              </c:layout>
              <c:tx>
                <c:rich>
                  <a:bodyPr/>
                  <a:lstStyle/>
                  <a:p>
                    <a:r>
                      <a:rPr lang="en-US" sz="1000" b="0" dirty="0">
                        <a:solidFill>
                          <a:srgbClr val="53565A"/>
                        </a:solidFill>
                      </a:rPr>
                      <a:t>xxx</a:t>
                    </a:r>
                    <a:endParaRPr lang="en-US" b="0" dirty="0">
                      <a:solidFill>
                        <a:srgbClr val="53565A"/>
                      </a:solidFill>
                    </a:endParaRP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D880-453F-AE51-8DF3A158D51A}"/>
                </c:ext>
              </c:extLst>
            </c:dLbl>
            <c:dLbl>
              <c:idx val="5"/>
              <c:tx>
                <c:rich>
                  <a:bodyPr/>
                  <a:lstStyle/>
                  <a:p>
                    <a:r>
                      <a:rPr lang="en-US" sz="1000" b="0" dirty="0">
                        <a:solidFill>
                          <a:srgbClr val="53565A"/>
                        </a:solidFill>
                      </a:rPr>
                      <a:t>xxx</a:t>
                    </a:r>
                    <a:endParaRPr lang="en-US" b="0" dirty="0">
                      <a:solidFill>
                        <a:srgbClr val="53565A"/>
                      </a:solidFill>
                    </a:endParaRP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D880-453F-AE51-8DF3A158D51A}"/>
                </c:ext>
              </c:extLst>
            </c:dLbl>
            <c:dLbl>
              <c:idx val="6"/>
              <c:tx>
                <c:rich>
                  <a:bodyPr/>
                  <a:lstStyle/>
                  <a:p>
                    <a:r>
                      <a:rPr lang="en-US" sz="1000" b="0" dirty="0">
                        <a:solidFill>
                          <a:srgbClr val="53565A"/>
                        </a:solidFill>
                      </a:rPr>
                      <a:t>xxx</a:t>
                    </a:r>
                    <a:endParaRPr lang="en-US" b="0" dirty="0">
                      <a:solidFill>
                        <a:srgbClr val="53565A"/>
                      </a:solidFill>
                    </a:endParaRP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D880-453F-AE51-8DF3A158D51A}"/>
                </c:ext>
              </c:extLst>
            </c:dLbl>
            <c:dLbl>
              <c:idx val="7"/>
              <c:tx>
                <c:rich>
                  <a:bodyPr/>
                  <a:lstStyle/>
                  <a:p>
                    <a:r>
                      <a:rPr lang="en-US" sz="1000" b="0" dirty="0">
                        <a:solidFill>
                          <a:srgbClr val="53565A"/>
                        </a:solidFill>
                      </a:rPr>
                      <a:t>xxx</a:t>
                    </a:r>
                    <a:endParaRPr lang="en-US" b="0" dirty="0">
                      <a:solidFill>
                        <a:srgbClr val="53565A"/>
                      </a:solidFill>
                    </a:endParaRP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D880-453F-AE51-8DF3A158D51A}"/>
                </c:ext>
              </c:extLst>
            </c:dLbl>
            <c:dLbl>
              <c:idx val="8"/>
              <c:tx>
                <c:rich>
                  <a:bodyPr/>
                  <a:lstStyle/>
                  <a:p>
                    <a:r>
                      <a:rPr lang="en-US" sz="1000" b="0" dirty="0">
                        <a:solidFill>
                          <a:srgbClr val="53565A"/>
                        </a:solidFill>
                      </a:rPr>
                      <a:t>xxx</a:t>
                    </a:r>
                    <a:endParaRPr lang="en-US" b="0" dirty="0">
                      <a:solidFill>
                        <a:srgbClr val="53565A"/>
                      </a:solidFill>
                    </a:endParaRP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D880-453F-AE51-8DF3A158D51A}"/>
                </c:ext>
              </c:extLst>
            </c:dLbl>
            <c:dLbl>
              <c:idx val="9"/>
              <c:tx>
                <c:rich>
                  <a:bodyPr/>
                  <a:lstStyle/>
                  <a:p>
                    <a:r>
                      <a:rPr lang="en-US" sz="1000" b="0" dirty="0">
                        <a:solidFill>
                          <a:srgbClr val="53565A"/>
                        </a:solidFill>
                      </a:rPr>
                      <a:t>xxx</a:t>
                    </a:r>
                    <a:endParaRPr lang="en-US" b="0" dirty="0">
                      <a:solidFill>
                        <a:srgbClr val="53565A"/>
                      </a:solidFill>
                    </a:endParaRP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D880-453F-AE51-8DF3A158D51A}"/>
                </c:ext>
              </c:extLst>
            </c:dLbl>
            <c:dLbl>
              <c:idx val="10"/>
              <c:tx>
                <c:rich>
                  <a:bodyPr/>
                  <a:lstStyle/>
                  <a:p>
                    <a:r>
                      <a:rPr lang="en-US" sz="1000" b="0" dirty="0">
                        <a:solidFill>
                          <a:srgbClr val="53565A"/>
                        </a:solidFill>
                      </a:rPr>
                      <a:t>xxx</a:t>
                    </a:r>
                    <a:endParaRPr lang="en-US" b="0" dirty="0">
                      <a:solidFill>
                        <a:srgbClr val="53565A"/>
                      </a:solidFill>
                    </a:endParaRP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D880-453F-AE51-8DF3A158D51A}"/>
                </c:ext>
              </c:extLst>
            </c:dLbl>
            <c:spPr>
              <a:noFill/>
              <a:ln>
                <a:noFill/>
              </a:ln>
              <a:effectLst/>
            </c:spPr>
            <c:dLblPos val="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xVal>
            <c:strRef>
              <c:f>Sheet1!$B$1:$L$1</c:f>
              <c:strCache>
                <c:ptCount val="11"/>
                <c:pt idx="0">
                  <c:v>20</c:v>
                </c:pt>
                <c:pt idx="1">
                  <c:v>11</c:v>
                </c:pt>
                <c:pt idx="2">
                  <c:v>36</c:v>
                </c:pt>
                <c:pt idx="3">
                  <c:v>48</c:v>
                </c:pt>
                <c:pt idx="4">
                  <c:v>56</c:v>
                </c:pt>
                <c:pt idx="5">
                  <c:v>70</c:v>
                </c:pt>
                <c:pt idx="6">
                  <c:v>10</c:v>
                </c:pt>
                <c:pt idx="7">
                  <c:v>30</c:v>
                </c:pt>
                <c:pt idx="8">
                  <c:v>88</c:v>
                </c:pt>
                <c:pt idx="9">
                  <c:v>22</c:v>
                </c:pt>
                <c:pt idx="10">
                  <c:v>60</c:v>
                </c:pt>
              </c:strCache>
            </c:strRef>
          </c:xVal>
          <c:yVal>
            <c:numRef>
              <c:f>Sheet1!$B$2:$L$2</c:f>
              <c:numCache>
                <c:formatCode>General</c:formatCode>
                <c:ptCount val="11"/>
                <c:pt idx="0">
                  <c:v>20.399999999999999</c:v>
                </c:pt>
                <c:pt idx="1">
                  <c:v>27.4</c:v>
                </c:pt>
                <c:pt idx="2">
                  <c:v>90</c:v>
                </c:pt>
                <c:pt idx="3">
                  <c:v>20.399999999999999</c:v>
                </c:pt>
                <c:pt idx="4">
                  <c:v>85</c:v>
                </c:pt>
                <c:pt idx="5">
                  <c:v>40</c:v>
                </c:pt>
                <c:pt idx="6">
                  <c:v>95</c:v>
                </c:pt>
                <c:pt idx="7">
                  <c:v>60</c:v>
                </c:pt>
                <c:pt idx="8">
                  <c:v>110</c:v>
                </c:pt>
                <c:pt idx="9">
                  <c:v>30</c:v>
                </c:pt>
                <c:pt idx="10">
                  <c:v>105</c:v>
                </c:pt>
              </c:numCache>
            </c:numRef>
          </c:yVal>
          <c:bubbleSize>
            <c:numRef>
              <c:f>Sheet1!$B$3:$L$3</c:f>
              <c:numCache>
                <c:formatCode>General</c:formatCode>
                <c:ptCount val="11"/>
                <c:pt idx="0">
                  <c:v>33</c:v>
                </c:pt>
                <c:pt idx="1">
                  <c:v>5</c:v>
                </c:pt>
                <c:pt idx="2">
                  <c:v>11</c:v>
                </c:pt>
                <c:pt idx="3">
                  <c:v>80</c:v>
                </c:pt>
                <c:pt idx="4">
                  <c:v>100</c:v>
                </c:pt>
                <c:pt idx="5">
                  <c:v>5</c:v>
                </c:pt>
                <c:pt idx="6">
                  <c:v>150</c:v>
                </c:pt>
                <c:pt idx="7">
                  <c:v>40</c:v>
                </c:pt>
                <c:pt idx="8">
                  <c:v>2</c:v>
                </c:pt>
                <c:pt idx="9">
                  <c:v>20</c:v>
                </c:pt>
                <c:pt idx="10">
                  <c:v>100</c:v>
                </c:pt>
              </c:numCache>
            </c:numRef>
          </c:bubbleSize>
          <c:bubble3D val="0"/>
          <c:extLst>
            <c:ext xmlns:c16="http://schemas.microsoft.com/office/drawing/2014/chart" uri="{C3380CC4-5D6E-409C-BE32-E72D297353CC}">
              <c16:uniqueId val="{0000000B-D880-453F-AE51-8DF3A158D51A}"/>
            </c:ext>
          </c:extLst>
        </c:ser>
        <c:ser>
          <c:idx val="1"/>
          <c:order val="1"/>
          <c:tx>
            <c:strRef>
              <c:f>Sheet1!$A$3:$K$3</c:f>
              <c:strCache>
                <c:ptCount val="1"/>
                <c:pt idx="0">
                  <c:v>Size of Bubble 33 5 11 80 100 5 150 40 2 20</c:v>
                </c:pt>
              </c:strCache>
            </c:strRef>
          </c:tx>
          <c:spPr>
            <a:solidFill>
              <a:schemeClr val="accent3"/>
            </a:solidFill>
            <a:ln w="28575">
              <a:noFill/>
            </a:ln>
          </c:spPr>
          <c:invertIfNegative val="0"/>
          <c:dLbls>
            <c:dLbl>
              <c:idx val="0"/>
              <c:tx>
                <c:rich>
                  <a:bodyPr/>
                  <a:lstStyle/>
                  <a:p>
                    <a:pPr>
                      <a:defRPr/>
                    </a:pPr>
                    <a:r>
                      <a:rPr lang="en-US"/>
                      <a:t>xxx</a:t>
                    </a:r>
                  </a:p>
                </c:rich>
              </c:tx>
              <c:spPr/>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D880-453F-AE51-8DF3A158D51A}"/>
                </c:ext>
              </c:extLst>
            </c:dLbl>
            <c:spPr>
              <a:noFill/>
              <a:ln>
                <a:noFill/>
              </a:ln>
              <a:effectLst/>
            </c:spPr>
            <c:dLblPos val="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xVal>
            <c:strRef>
              <c:f>Sheet1!$L$1</c:f>
              <c:strCache>
                <c:ptCount val="1"/>
                <c:pt idx="0">
                  <c:v>60</c:v>
                </c:pt>
              </c:strCache>
            </c:strRef>
          </c:xVal>
          <c:yVal>
            <c:numRef>
              <c:f>Sheet1!$L$3</c:f>
              <c:numCache>
                <c:formatCode>General</c:formatCode>
                <c:ptCount val="1"/>
                <c:pt idx="0">
                  <c:v>100</c:v>
                </c:pt>
              </c:numCache>
            </c:numRef>
          </c:yVal>
          <c:bubbleSize>
            <c:numLit>
              <c:formatCode>General</c:formatCode>
              <c:ptCount val="1"/>
              <c:pt idx="0">
                <c:v>1</c:v>
              </c:pt>
            </c:numLit>
          </c:bubbleSize>
          <c:bubble3D val="0"/>
          <c:extLst>
            <c:ext xmlns:c16="http://schemas.microsoft.com/office/drawing/2014/chart" uri="{C3380CC4-5D6E-409C-BE32-E72D297353CC}">
              <c16:uniqueId val="{0000000D-D880-453F-AE51-8DF3A158D51A}"/>
            </c:ext>
          </c:extLst>
        </c:ser>
        <c:dLbls>
          <c:showLegendKey val="0"/>
          <c:showVal val="0"/>
          <c:showCatName val="0"/>
          <c:showSerName val="0"/>
          <c:showPercent val="0"/>
          <c:showBubbleSize val="0"/>
        </c:dLbls>
        <c:bubbleScale val="100"/>
        <c:showNegBubbles val="0"/>
        <c:axId val="110693168"/>
        <c:axId val="110695792"/>
      </c:bubbleChart>
      <c:valAx>
        <c:axId val="110693168"/>
        <c:scaling>
          <c:orientation val="minMax"/>
          <c:min val="0"/>
        </c:scaling>
        <c:delete val="0"/>
        <c:axPos val="b"/>
        <c:numFmt formatCode="General" sourceLinked="1"/>
        <c:majorTickMark val="none"/>
        <c:minorTickMark val="none"/>
        <c:tickLblPos val="nextTo"/>
        <c:spPr>
          <a:ln w="6350">
            <a:solidFill>
              <a:srgbClr val="BBBCBC"/>
            </a:solidFill>
          </a:ln>
        </c:spPr>
        <c:crossAx val="110695792"/>
        <c:crosses val="autoZero"/>
        <c:crossBetween val="midCat"/>
      </c:valAx>
      <c:valAx>
        <c:axId val="110695792"/>
        <c:scaling>
          <c:orientation val="minMax"/>
        </c:scaling>
        <c:delete val="0"/>
        <c:axPos val="l"/>
        <c:majorGridlines>
          <c:spPr>
            <a:ln w="6350">
              <a:solidFill>
                <a:srgbClr val="BBBCBC"/>
              </a:solidFill>
            </a:ln>
          </c:spPr>
        </c:majorGridlines>
        <c:numFmt formatCode="General" sourceLinked="1"/>
        <c:majorTickMark val="none"/>
        <c:minorTickMark val="none"/>
        <c:tickLblPos val="nextTo"/>
        <c:spPr>
          <a:ln>
            <a:noFill/>
          </a:ln>
        </c:spPr>
        <c:crossAx val="110693168"/>
        <c:crosses val="autoZero"/>
        <c:crossBetween val="midCat"/>
      </c:valAx>
    </c:plotArea>
    <c:plotVisOnly val="1"/>
    <c:dispBlanksAs val="gap"/>
    <c:showDLblsOverMax val="0"/>
  </c:chart>
  <c:txPr>
    <a:bodyPr/>
    <a:lstStyle/>
    <a:p>
      <a:pPr>
        <a:defRPr sz="1200">
          <a:solidFill>
            <a:schemeClr val="tx2"/>
          </a:solidFill>
          <a:latin typeface="Aptos" panose="020B0004020202020204" pitchFamily="34" charset="0"/>
        </a:defRPr>
      </a:pPr>
      <a:endParaRPr lang="en-US"/>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7484505981056503E-2"/>
          <c:y val="4.6153842659460598E-2"/>
          <c:w val="0.90793704446444301"/>
          <c:h val="0.74912510936133003"/>
        </c:manualLayout>
      </c:layout>
      <c:barChart>
        <c:barDir val="col"/>
        <c:grouping val="clustered"/>
        <c:varyColors val="0"/>
        <c:ser>
          <c:idx val="0"/>
          <c:order val="0"/>
          <c:tx>
            <c:strRef>
              <c:f>Sheet1!$B$1</c:f>
              <c:strCache>
                <c:ptCount val="1"/>
                <c:pt idx="0">
                  <c:v>Label 1</c:v>
                </c:pt>
              </c:strCache>
            </c:strRef>
          </c:tx>
          <c:spPr>
            <a:solidFill>
              <a:schemeClr val="accent3"/>
            </a:solidFill>
            <a:ln w="12700">
              <a:noFill/>
              <a:prstDash val="solid"/>
            </a:ln>
          </c:spPr>
          <c:invertIfNegative val="0"/>
          <c:dLbls>
            <c:numFmt formatCode="#,##0.0" sourceLinked="0"/>
            <c:spPr>
              <a:noFill/>
              <a:ln>
                <a:noFill/>
              </a:ln>
              <a:effectLst/>
            </c:spPr>
            <c:txPr>
              <a:bodyPr wrap="square" lIns="38100" tIns="19050" rIns="38100" bIns="19050" anchor="ctr">
                <a:spAutoFit/>
              </a:bodyPr>
              <a:lstStyle/>
              <a:p>
                <a:pPr>
                  <a:defRPr>
                    <a:latin typeface="Aptos" panose="020B00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Sheet1!$B$2:$B$5</c:f>
              <c:numCache>
                <c:formatCode>General</c:formatCode>
                <c:ptCount val="4"/>
                <c:pt idx="0">
                  <c:v>15</c:v>
                </c:pt>
                <c:pt idx="1">
                  <c:v>8</c:v>
                </c:pt>
                <c:pt idx="2">
                  <c:v>13</c:v>
                </c:pt>
                <c:pt idx="3">
                  <c:v>15</c:v>
                </c:pt>
              </c:numCache>
            </c:numRef>
          </c:val>
          <c:extLst>
            <c:ext xmlns:c16="http://schemas.microsoft.com/office/drawing/2014/chart" uri="{C3380CC4-5D6E-409C-BE32-E72D297353CC}">
              <c16:uniqueId val="{00000000-0D26-4446-B425-E736065311E8}"/>
            </c:ext>
          </c:extLst>
        </c:ser>
        <c:dLbls>
          <c:dLblPos val="outEnd"/>
          <c:showLegendKey val="0"/>
          <c:showVal val="1"/>
          <c:showCatName val="0"/>
          <c:showSerName val="0"/>
          <c:showPercent val="0"/>
          <c:showBubbleSize val="0"/>
        </c:dLbls>
        <c:gapWidth val="150"/>
        <c:axId val="110656544"/>
        <c:axId val="110658176"/>
      </c:barChart>
      <c:catAx>
        <c:axId val="110656544"/>
        <c:scaling>
          <c:orientation val="minMax"/>
        </c:scaling>
        <c:delete val="0"/>
        <c:axPos val="b"/>
        <c:numFmt formatCode="General" sourceLinked="1"/>
        <c:majorTickMark val="none"/>
        <c:minorTickMark val="none"/>
        <c:tickLblPos val="low"/>
        <c:spPr>
          <a:ln w="6350">
            <a:solidFill>
              <a:srgbClr val="BBBCBC"/>
            </a:solidFill>
            <a:prstDash val="solid"/>
          </a:ln>
        </c:spPr>
        <c:txPr>
          <a:bodyPr/>
          <a:lstStyle/>
          <a:p>
            <a:pPr>
              <a:defRPr>
                <a:latin typeface="Aptos" panose="020B0004020202020204" pitchFamily="34" charset="0"/>
              </a:defRPr>
            </a:pPr>
            <a:endParaRPr lang="en-US"/>
          </a:p>
        </c:txPr>
        <c:crossAx val="110658176"/>
        <c:crosses val="autoZero"/>
        <c:auto val="1"/>
        <c:lblAlgn val="ctr"/>
        <c:lblOffset val="100"/>
        <c:noMultiLvlLbl val="0"/>
      </c:catAx>
      <c:valAx>
        <c:axId val="110658176"/>
        <c:scaling>
          <c:orientation val="minMax"/>
        </c:scaling>
        <c:delete val="0"/>
        <c:axPos val="l"/>
        <c:majorGridlines>
          <c:spPr>
            <a:ln w="6350">
              <a:solidFill>
                <a:srgbClr val="BBBCBC"/>
              </a:solidFill>
            </a:ln>
          </c:spPr>
        </c:majorGridlines>
        <c:numFmt formatCode="General" sourceLinked="1"/>
        <c:majorTickMark val="none"/>
        <c:minorTickMark val="none"/>
        <c:tickLblPos val="low"/>
        <c:spPr>
          <a:ln w="9525">
            <a:noFill/>
            <a:prstDash val="solid"/>
          </a:ln>
        </c:spPr>
        <c:txPr>
          <a:bodyPr/>
          <a:lstStyle/>
          <a:p>
            <a:pPr>
              <a:defRPr>
                <a:latin typeface="Aptos" panose="020B0004020202020204" pitchFamily="34" charset="0"/>
              </a:defRPr>
            </a:pPr>
            <a:endParaRPr lang="en-US"/>
          </a:p>
        </c:txPr>
        <c:crossAx val="110656544"/>
        <c:crosses val="autoZero"/>
        <c:crossBetween val="between"/>
      </c:valAx>
      <c:spPr>
        <a:noFill/>
        <a:ln>
          <a:noFill/>
        </a:ln>
        <a:effectLst/>
        <a:extLst>
          <a:ext uri="{91240B29-F687-4F45-9708-019B960494DF}">
            <a14:hiddenLine xmlns:a14="http://schemas.microsoft.com/office/drawing/2010/main">
              <a:noFill/>
            </a14:hiddenLine>
          </a:ext>
        </a:extLst>
      </c:spPr>
    </c:plotArea>
    <c:plotVisOnly val="1"/>
    <c:dispBlanksAs val="gap"/>
    <c:showDLblsOverMax val="0"/>
  </c:chart>
  <c:txPr>
    <a:bodyPr/>
    <a:lstStyle/>
    <a:p>
      <a:pPr>
        <a:defRPr sz="800">
          <a:solidFill>
            <a:srgbClr val="53565A"/>
          </a:solidFill>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7484505981056503E-2"/>
          <c:y val="4.6153842659460598E-2"/>
          <c:w val="0.90793704446444301"/>
          <c:h val="0.74912510936133003"/>
        </c:manualLayout>
      </c:layout>
      <c:barChart>
        <c:barDir val="col"/>
        <c:grouping val="clustered"/>
        <c:varyColors val="0"/>
        <c:ser>
          <c:idx val="0"/>
          <c:order val="0"/>
          <c:tx>
            <c:strRef>
              <c:f>Sheet1!$B$1</c:f>
              <c:strCache>
                <c:ptCount val="1"/>
                <c:pt idx="0">
                  <c:v>Label 1</c:v>
                </c:pt>
              </c:strCache>
            </c:strRef>
          </c:tx>
          <c:spPr>
            <a:solidFill>
              <a:schemeClr val="accent3"/>
            </a:solidFill>
            <a:ln w="12700">
              <a:noFill/>
              <a:prstDash val="solid"/>
            </a:ln>
          </c:spPr>
          <c:invertIfNegative val="0"/>
          <c:dLbls>
            <c:numFmt formatCode="#,##0.0" sourceLinked="0"/>
            <c:spPr>
              <a:noFill/>
              <a:ln>
                <a:noFill/>
              </a:ln>
              <a:effectLst/>
            </c:spPr>
            <c:txPr>
              <a:bodyPr wrap="square" lIns="38100" tIns="19050" rIns="38100" bIns="19050" anchor="ctr">
                <a:spAutoFit/>
              </a:bodyPr>
              <a:lstStyle/>
              <a:p>
                <a:pPr>
                  <a:defRPr>
                    <a:latin typeface="Aptos" panose="020B00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Sheet1!$B$2:$B$5</c:f>
              <c:numCache>
                <c:formatCode>General</c:formatCode>
                <c:ptCount val="4"/>
                <c:pt idx="0">
                  <c:v>15</c:v>
                </c:pt>
                <c:pt idx="1">
                  <c:v>8</c:v>
                </c:pt>
                <c:pt idx="2">
                  <c:v>13</c:v>
                </c:pt>
                <c:pt idx="3">
                  <c:v>15</c:v>
                </c:pt>
              </c:numCache>
            </c:numRef>
          </c:val>
          <c:extLst>
            <c:ext xmlns:c16="http://schemas.microsoft.com/office/drawing/2014/chart" uri="{C3380CC4-5D6E-409C-BE32-E72D297353CC}">
              <c16:uniqueId val="{00000000-435A-43DA-A3EA-A0A5A989C77C}"/>
            </c:ext>
          </c:extLst>
        </c:ser>
        <c:dLbls>
          <c:dLblPos val="outEnd"/>
          <c:showLegendKey val="0"/>
          <c:showVal val="1"/>
          <c:showCatName val="0"/>
          <c:showSerName val="0"/>
          <c:showPercent val="0"/>
          <c:showBubbleSize val="0"/>
        </c:dLbls>
        <c:gapWidth val="150"/>
        <c:axId val="110635344"/>
        <c:axId val="110637392"/>
      </c:barChart>
      <c:catAx>
        <c:axId val="110635344"/>
        <c:scaling>
          <c:orientation val="minMax"/>
        </c:scaling>
        <c:delete val="0"/>
        <c:axPos val="b"/>
        <c:numFmt formatCode="General" sourceLinked="1"/>
        <c:majorTickMark val="none"/>
        <c:minorTickMark val="none"/>
        <c:tickLblPos val="low"/>
        <c:spPr>
          <a:ln w="6350">
            <a:solidFill>
              <a:srgbClr val="BBBCBC"/>
            </a:solidFill>
            <a:prstDash val="solid"/>
          </a:ln>
        </c:spPr>
        <c:txPr>
          <a:bodyPr/>
          <a:lstStyle/>
          <a:p>
            <a:pPr>
              <a:defRPr>
                <a:latin typeface="Aptos" panose="020B0004020202020204" pitchFamily="34" charset="0"/>
              </a:defRPr>
            </a:pPr>
            <a:endParaRPr lang="en-US"/>
          </a:p>
        </c:txPr>
        <c:crossAx val="110637392"/>
        <c:crosses val="autoZero"/>
        <c:auto val="1"/>
        <c:lblAlgn val="ctr"/>
        <c:lblOffset val="100"/>
        <c:noMultiLvlLbl val="0"/>
      </c:catAx>
      <c:valAx>
        <c:axId val="110637392"/>
        <c:scaling>
          <c:orientation val="minMax"/>
        </c:scaling>
        <c:delete val="0"/>
        <c:axPos val="l"/>
        <c:majorGridlines>
          <c:spPr>
            <a:ln w="6350">
              <a:solidFill>
                <a:srgbClr val="BBBCBC"/>
              </a:solidFill>
            </a:ln>
          </c:spPr>
        </c:majorGridlines>
        <c:numFmt formatCode="General" sourceLinked="1"/>
        <c:majorTickMark val="none"/>
        <c:minorTickMark val="none"/>
        <c:tickLblPos val="low"/>
        <c:spPr>
          <a:ln w="9525">
            <a:noFill/>
            <a:prstDash val="solid"/>
          </a:ln>
        </c:spPr>
        <c:txPr>
          <a:bodyPr/>
          <a:lstStyle/>
          <a:p>
            <a:pPr>
              <a:defRPr>
                <a:latin typeface="Aptos" panose="020B0004020202020204" pitchFamily="34" charset="0"/>
              </a:defRPr>
            </a:pPr>
            <a:endParaRPr lang="en-US"/>
          </a:p>
        </c:txPr>
        <c:crossAx val="110635344"/>
        <c:crosses val="autoZero"/>
        <c:crossBetween val="between"/>
      </c:valAx>
      <c:spPr>
        <a:noFill/>
        <a:ln>
          <a:noFill/>
        </a:ln>
        <a:effectLst/>
        <a:extLst>
          <a:ext uri="{91240B29-F687-4F45-9708-019B960494DF}">
            <a14:hiddenLine xmlns:a14="http://schemas.microsoft.com/office/drawing/2010/main">
              <a:noFill/>
            </a14:hiddenLine>
          </a:ext>
        </a:extLst>
      </c:spPr>
    </c:plotArea>
    <c:plotVisOnly val="1"/>
    <c:dispBlanksAs val="gap"/>
    <c:showDLblsOverMax val="0"/>
  </c:chart>
  <c:txPr>
    <a:bodyPr/>
    <a:lstStyle/>
    <a:p>
      <a:pPr>
        <a:defRPr sz="800">
          <a:solidFill>
            <a:srgbClr val="53565A"/>
          </a:solidFill>
        </a:defRPr>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7484505981056503E-2"/>
          <c:y val="4.6153842659460598E-2"/>
          <c:w val="0.77068444140205405"/>
          <c:h val="0.74912510936133003"/>
        </c:manualLayout>
      </c:layout>
      <c:lineChart>
        <c:grouping val="standard"/>
        <c:varyColors val="0"/>
        <c:ser>
          <c:idx val="0"/>
          <c:order val="0"/>
          <c:tx>
            <c:strRef>
              <c:f>Sheet1!$B$1</c:f>
              <c:strCache>
                <c:ptCount val="1"/>
                <c:pt idx="0">
                  <c:v>Label 1</c:v>
                </c:pt>
              </c:strCache>
            </c:strRef>
          </c:tx>
          <c:spPr>
            <a:ln w="28575">
              <a:solidFill>
                <a:schemeClr val="accent6"/>
              </a:solidFill>
              <a:prstDash val="solid"/>
            </a:ln>
          </c:spPr>
          <c:marker>
            <c:symbol val="none"/>
          </c:marker>
          <c:cat>
            <c:strRef>
              <c:f>Sheet1!$A$2:$A$5</c:f>
              <c:strCache>
                <c:ptCount val="4"/>
                <c:pt idx="0">
                  <c:v>Label A</c:v>
                </c:pt>
                <c:pt idx="1">
                  <c:v>Label B</c:v>
                </c:pt>
                <c:pt idx="2">
                  <c:v>Label C</c:v>
                </c:pt>
                <c:pt idx="3">
                  <c:v>Label D</c:v>
                </c:pt>
              </c:strCache>
            </c:strRef>
          </c:cat>
          <c:val>
            <c:numRef>
              <c:f>Sheet1!$B$2:$B$5</c:f>
              <c:numCache>
                <c:formatCode>General</c:formatCode>
                <c:ptCount val="4"/>
                <c:pt idx="0">
                  <c:v>15</c:v>
                </c:pt>
                <c:pt idx="1">
                  <c:v>8</c:v>
                </c:pt>
                <c:pt idx="2">
                  <c:v>13</c:v>
                </c:pt>
                <c:pt idx="3">
                  <c:v>15</c:v>
                </c:pt>
              </c:numCache>
            </c:numRef>
          </c:val>
          <c:smooth val="0"/>
          <c:extLst>
            <c:ext xmlns:c16="http://schemas.microsoft.com/office/drawing/2014/chart" uri="{C3380CC4-5D6E-409C-BE32-E72D297353CC}">
              <c16:uniqueId val="{00000000-5C58-49A6-B5CF-B373A31FD46E}"/>
            </c:ext>
          </c:extLst>
        </c:ser>
        <c:dLbls>
          <c:showLegendKey val="0"/>
          <c:showVal val="0"/>
          <c:showCatName val="0"/>
          <c:showSerName val="0"/>
          <c:showPercent val="0"/>
          <c:showBubbleSize val="0"/>
        </c:dLbls>
        <c:smooth val="0"/>
        <c:axId val="110925600"/>
        <c:axId val="110927920"/>
      </c:lineChart>
      <c:catAx>
        <c:axId val="110925600"/>
        <c:scaling>
          <c:orientation val="minMax"/>
        </c:scaling>
        <c:delete val="0"/>
        <c:axPos val="b"/>
        <c:numFmt formatCode="General" sourceLinked="1"/>
        <c:majorTickMark val="none"/>
        <c:minorTickMark val="none"/>
        <c:tickLblPos val="low"/>
        <c:spPr>
          <a:ln w="6350">
            <a:solidFill>
              <a:srgbClr val="BBBCBC"/>
            </a:solidFill>
            <a:prstDash val="solid"/>
          </a:ln>
        </c:spPr>
        <c:txPr>
          <a:bodyPr/>
          <a:lstStyle/>
          <a:p>
            <a:pPr>
              <a:defRPr>
                <a:latin typeface="Aptos" panose="020B0004020202020204" pitchFamily="34" charset="0"/>
              </a:defRPr>
            </a:pPr>
            <a:endParaRPr lang="en-US"/>
          </a:p>
        </c:txPr>
        <c:crossAx val="110927920"/>
        <c:crosses val="autoZero"/>
        <c:auto val="1"/>
        <c:lblAlgn val="ctr"/>
        <c:lblOffset val="100"/>
        <c:noMultiLvlLbl val="0"/>
      </c:catAx>
      <c:valAx>
        <c:axId val="110927920"/>
        <c:scaling>
          <c:orientation val="minMax"/>
        </c:scaling>
        <c:delete val="0"/>
        <c:axPos val="l"/>
        <c:majorGridlines>
          <c:spPr>
            <a:ln w="6350">
              <a:solidFill>
                <a:srgbClr val="BBBCBC"/>
              </a:solidFill>
            </a:ln>
          </c:spPr>
        </c:majorGridlines>
        <c:numFmt formatCode="General" sourceLinked="1"/>
        <c:majorTickMark val="none"/>
        <c:minorTickMark val="none"/>
        <c:tickLblPos val="low"/>
        <c:spPr>
          <a:ln w="9525">
            <a:noFill/>
            <a:prstDash val="solid"/>
          </a:ln>
        </c:spPr>
        <c:txPr>
          <a:bodyPr/>
          <a:lstStyle/>
          <a:p>
            <a:pPr>
              <a:defRPr>
                <a:latin typeface="Aptos" panose="020B0004020202020204" pitchFamily="34" charset="0"/>
              </a:defRPr>
            </a:pPr>
            <a:endParaRPr lang="en-US"/>
          </a:p>
        </c:txPr>
        <c:crossAx val="110925600"/>
        <c:crosses val="autoZero"/>
        <c:crossBetween val="midCat"/>
      </c:valAx>
      <c:spPr>
        <a:noFill/>
        <a:ln>
          <a:noFill/>
        </a:ln>
        <a:effectLst/>
        <a:extLst>
          <a:ext uri="{91240B29-F687-4F45-9708-019B960494DF}">
            <a14:hiddenLine xmlns:a14="http://schemas.microsoft.com/office/drawing/2010/main">
              <a:noFill/>
            </a14:hiddenLine>
          </a:ext>
        </a:extLst>
      </c:spPr>
    </c:plotArea>
    <c:plotVisOnly val="1"/>
    <c:dispBlanksAs val="gap"/>
    <c:showDLblsOverMax val="0"/>
  </c:chart>
  <c:txPr>
    <a:bodyPr/>
    <a:lstStyle/>
    <a:p>
      <a:pPr>
        <a:defRPr sz="800">
          <a:solidFill>
            <a:srgbClr val="53565A"/>
          </a:solidFill>
        </a:defRPr>
      </a:pPr>
      <a:endParaRPr lang="en-U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7484505981056503E-2"/>
          <c:y val="4.6153842659460598E-2"/>
          <c:w val="0.90793704446444301"/>
          <c:h val="0.74912510936133003"/>
        </c:manualLayout>
      </c:layout>
      <c:barChart>
        <c:barDir val="col"/>
        <c:grouping val="clustered"/>
        <c:varyColors val="0"/>
        <c:ser>
          <c:idx val="0"/>
          <c:order val="0"/>
          <c:tx>
            <c:strRef>
              <c:f>Sheet1!$B$1</c:f>
              <c:strCache>
                <c:ptCount val="1"/>
                <c:pt idx="0">
                  <c:v>Label 1</c:v>
                </c:pt>
              </c:strCache>
            </c:strRef>
          </c:tx>
          <c:spPr>
            <a:solidFill>
              <a:schemeClr val="accent3"/>
            </a:solidFill>
            <a:ln w="12700">
              <a:noFill/>
              <a:prstDash val="solid"/>
            </a:ln>
          </c:spPr>
          <c:invertIfNegative val="0"/>
          <c:dLbls>
            <c:numFmt formatCode="#,##0.0" sourceLinked="0"/>
            <c:spPr>
              <a:noFill/>
              <a:ln>
                <a:noFill/>
              </a:ln>
              <a:effectLst/>
            </c:spPr>
            <c:txPr>
              <a:bodyPr wrap="square" lIns="38100" tIns="19050" rIns="38100" bIns="19050" anchor="ctr">
                <a:spAutoFit/>
              </a:bodyPr>
              <a:lstStyle/>
              <a:p>
                <a:pPr>
                  <a:defRPr>
                    <a:latin typeface="Aptos" panose="020B00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Sheet1!$B$2:$B$5</c:f>
              <c:numCache>
                <c:formatCode>General</c:formatCode>
                <c:ptCount val="4"/>
                <c:pt idx="0">
                  <c:v>15</c:v>
                </c:pt>
                <c:pt idx="1">
                  <c:v>8</c:v>
                </c:pt>
                <c:pt idx="2">
                  <c:v>13</c:v>
                </c:pt>
                <c:pt idx="3">
                  <c:v>15</c:v>
                </c:pt>
              </c:numCache>
            </c:numRef>
          </c:val>
          <c:extLst>
            <c:ext xmlns:c16="http://schemas.microsoft.com/office/drawing/2014/chart" uri="{C3380CC4-5D6E-409C-BE32-E72D297353CC}">
              <c16:uniqueId val="{00000000-844B-47F4-83C2-99D6A3A4F1F8}"/>
            </c:ext>
          </c:extLst>
        </c:ser>
        <c:dLbls>
          <c:dLblPos val="outEnd"/>
          <c:showLegendKey val="0"/>
          <c:showVal val="1"/>
          <c:showCatName val="0"/>
          <c:showSerName val="0"/>
          <c:showPercent val="0"/>
          <c:showBubbleSize val="0"/>
        </c:dLbls>
        <c:gapWidth val="150"/>
        <c:axId val="110901216"/>
        <c:axId val="110903264"/>
      </c:barChart>
      <c:catAx>
        <c:axId val="110901216"/>
        <c:scaling>
          <c:orientation val="minMax"/>
        </c:scaling>
        <c:delete val="0"/>
        <c:axPos val="b"/>
        <c:numFmt formatCode="General" sourceLinked="1"/>
        <c:majorTickMark val="none"/>
        <c:minorTickMark val="none"/>
        <c:tickLblPos val="low"/>
        <c:spPr>
          <a:ln w="6350">
            <a:solidFill>
              <a:srgbClr val="BBBCBC"/>
            </a:solidFill>
            <a:prstDash val="solid"/>
          </a:ln>
        </c:spPr>
        <c:txPr>
          <a:bodyPr/>
          <a:lstStyle/>
          <a:p>
            <a:pPr>
              <a:defRPr>
                <a:latin typeface="Aptos" panose="020B0004020202020204" pitchFamily="34" charset="0"/>
              </a:defRPr>
            </a:pPr>
            <a:endParaRPr lang="en-US"/>
          </a:p>
        </c:txPr>
        <c:crossAx val="110903264"/>
        <c:crosses val="autoZero"/>
        <c:auto val="1"/>
        <c:lblAlgn val="ctr"/>
        <c:lblOffset val="100"/>
        <c:noMultiLvlLbl val="0"/>
      </c:catAx>
      <c:valAx>
        <c:axId val="110903264"/>
        <c:scaling>
          <c:orientation val="minMax"/>
        </c:scaling>
        <c:delete val="0"/>
        <c:axPos val="l"/>
        <c:majorGridlines>
          <c:spPr>
            <a:ln w="6350">
              <a:solidFill>
                <a:srgbClr val="BBBCBC"/>
              </a:solidFill>
            </a:ln>
          </c:spPr>
        </c:majorGridlines>
        <c:numFmt formatCode="General" sourceLinked="1"/>
        <c:majorTickMark val="none"/>
        <c:minorTickMark val="none"/>
        <c:tickLblPos val="low"/>
        <c:spPr>
          <a:ln w="9525">
            <a:noFill/>
            <a:prstDash val="solid"/>
          </a:ln>
        </c:spPr>
        <c:txPr>
          <a:bodyPr/>
          <a:lstStyle/>
          <a:p>
            <a:pPr>
              <a:defRPr>
                <a:latin typeface="Aptos" panose="020B0004020202020204" pitchFamily="34" charset="0"/>
              </a:defRPr>
            </a:pPr>
            <a:endParaRPr lang="en-US"/>
          </a:p>
        </c:txPr>
        <c:crossAx val="110901216"/>
        <c:crosses val="autoZero"/>
        <c:crossBetween val="between"/>
      </c:valAx>
      <c:spPr>
        <a:noFill/>
        <a:ln>
          <a:noFill/>
        </a:ln>
        <a:effectLst/>
        <a:extLst>
          <a:ext uri="{91240B29-F687-4F45-9708-019B960494DF}">
            <a14:hiddenLine xmlns:a14="http://schemas.microsoft.com/office/drawing/2010/main">
              <a:noFill/>
            </a14:hiddenLine>
          </a:ext>
        </a:extLst>
      </c:spPr>
    </c:plotArea>
    <c:plotVisOnly val="1"/>
    <c:dispBlanksAs val="gap"/>
    <c:showDLblsOverMax val="0"/>
  </c:chart>
  <c:txPr>
    <a:bodyPr/>
    <a:lstStyle/>
    <a:p>
      <a:pPr>
        <a:defRPr sz="800">
          <a:solidFill>
            <a:srgbClr val="53565A"/>
          </a:solidFill>
        </a:defRPr>
      </a:pPr>
      <a:endParaRPr lang="en-U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7484505981056503E-2"/>
          <c:y val="4.6153842659460598E-2"/>
          <c:w val="0.90793704446444301"/>
          <c:h val="0.74912510936133003"/>
        </c:manualLayout>
      </c:layout>
      <c:barChart>
        <c:barDir val="col"/>
        <c:grouping val="clustered"/>
        <c:varyColors val="0"/>
        <c:ser>
          <c:idx val="0"/>
          <c:order val="0"/>
          <c:tx>
            <c:strRef>
              <c:f>Sheet1!$B$1</c:f>
              <c:strCache>
                <c:ptCount val="1"/>
                <c:pt idx="0">
                  <c:v>Label 1</c:v>
                </c:pt>
              </c:strCache>
            </c:strRef>
          </c:tx>
          <c:spPr>
            <a:solidFill>
              <a:schemeClr val="accent3"/>
            </a:solidFill>
            <a:ln w="12700">
              <a:noFill/>
              <a:prstDash val="solid"/>
            </a:ln>
          </c:spPr>
          <c:invertIfNegative val="0"/>
          <c:dLbls>
            <c:numFmt formatCode="#,##0.0" sourceLinked="0"/>
            <c:spPr>
              <a:noFill/>
              <a:ln>
                <a:noFill/>
              </a:ln>
              <a:effectLst/>
            </c:spPr>
            <c:txPr>
              <a:bodyPr wrap="square" lIns="38100" tIns="19050" rIns="38100" bIns="19050" anchor="ctr">
                <a:spAutoFit/>
              </a:bodyPr>
              <a:lstStyle/>
              <a:p>
                <a:pPr>
                  <a:defRPr>
                    <a:latin typeface="Aptos" panose="020B00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Label A</c:v>
                </c:pt>
                <c:pt idx="1">
                  <c:v>Label B</c:v>
                </c:pt>
                <c:pt idx="2">
                  <c:v>Label C</c:v>
                </c:pt>
                <c:pt idx="3">
                  <c:v>Label D</c:v>
                </c:pt>
              </c:strCache>
            </c:strRef>
          </c:cat>
          <c:val>
            <c:numRef>
              <c:f>Sheet1!$B$2:$B$5</c:f>
              <c:numCache>
                <c:formatCode>General</c:formatCode>
                <c:ptCount val="4"/>
                <c:pt idx="0">
                  <c:v>15</c:v>
                </c:pt>
                <c:pt idx="1">
                  <c:v>8</c:v>
                </c:pt>
                <c:pt idx="2">
                  <c:v>13</c:v>
                </c:pt>
                <c:pt idx="3">
                  <c:v>15</c:v>
                </c:pt>
              </c:numCache>
            </c:numRef>
          </c:val>
          <c:extLst>
            <c:ext xmlns:c16="http://schemas.microsoft.com/office/drawing/2014/chart" uri="{C3380CC4-5D6E-409C-BE32-E72D297353CC}">
              <c16:uniqueId val="{00000000-FEE3-4293-9510-19380391A2A6}"/>
            </c:ext>
          </c:extLst>
        </c:ser>
        <c:dLbls>
          <c:dLblPos val="outEnd"/>
          <c:showLegendKey val="0"/>
          <c:showVal val="1"/>
          <c:showCatName val="0"/>
          <c:showSerName val="0"/>
          <c:showPercent val="0"/>
          <c:showBubbleSize val="0"/>
        </c:dLbls>
        <c:gapWidth val="150"/>
        <c:axId val="110871248"/>
        <c:axId val="110855248"/>
      </c:barChart>
      <c:catAx>
        <c:axId val="110871248"/>
        <c:scaling>
          <c:orientation val="minMax"/>
        </c:scaling>
        <c:delete val="0"/>
        <c:axPos val="b"/>
        <c:numFmt formatCode="General" sourceLinked="1"/>
        <c:majorTickMark val="none"/>
        <c:minorTickMark val="none"/>
        <c:tickLblPos val="low"/>
        <c:spPr>
          <a:ln w="6350">
            <a:solidFill>
              <a:srgbClr val="BBBCBC"/>
            </a:solidFill>
            <a:prstDash val="solid"/>
          </a:ln>
        </c:spPr>
        <c:txPr>
          <a:bodyPr/>
          <a:lstStyle/>
          <a:p>
            <a:pPr>
              <a:defRPr>
                <a:latin typeface="Aptos" panose="020B0004020202020204" pitchFamily="34" charset="0"/>
              </a:defRPr>
            </a:pPr>
            <a:endParaRPr lang="en-US"/>
          </a:p>
        </c:txPr>
        <c:crossAx val="110855248"/>
        <c:crosses val="autoZero"/>
        <c:auto val="1"/>
        <c:lblAlgn val="ctr"/>
        <c:lblOffset val="100"/>
        <c:noMultiLvlLbl val="0"/>
      </c:catAx>
      <c:valAx>
        <c:axId val="110855248"/>
        <c:scaling>
          <c:orientation val="minMax"/>
        </c:scaling>
        <c:delete val="0"/>
        <c:axPos val="l"/>
        <c:majorGridlines>
          <c:spPr>
            <a:ln w="6350">
              <a:solidFill>
                <a:srgbClr val="BBBCBC"/>
              </a:solidFill>
            </a:ln>
          </c:spPr>
        </c:majorGridlines>
        <c:numFmt formatCode="General" sourceLinked="1"/>
        <c:majorTickMark val="none"/>
        <c:minorTickMark val="none"/>
        <c:tickLblPos val="low"/>
        <c:spPr>
          <a:ln w="9525">
            <a:noFill/>
            <a:prstDash val="solid"/>
          </a:ln>
        </c:spPr>
        <c:txPr>
          <a:bodyPr/>
          <a:lstStyle/>
          <a:p>
            <a:pPr>
              <a:defRPr>
                <a:latin typeface="Aptos" panose="020B0004020202020204" pitchFamily="34" charset="0"/>
              </a:defRPr>
            </a:pPr>
            <a:endParaRPr lang="en-US"/>
          </a:p>
        </c:txPr>
        <c:crossAx val="110871248"/>
        <c:crosses val="autoZero"/>
        <c:crossBetween val="between"/>
      </c:valAx>
      <c:spPr>
        <a:noFill/>
        <a:ln>
          <a:noFill/>
        </a:ln>
        <a:effectLst/>
        <a:extLst>
          <a:ext uri="{91240B29-F687-4F45-9708-019B960494DF}">
            <a14:hiddenLine xmlns:a14="http://schemas.microsoft.com/office/drawing/2010/main">
              <a:noFill/>
            </a14:hiddenLine>
          </a:ext>
        </a:extLst>
      </c:spPr>
    </c:plotArea>
    <c:plotVisOnly val="1"/>
    <c:dispBlanksAs val="gap"/>
    <c:showDLblsOverMax val="0"/>
  </c:chart>
  <c:txPr>
    <a:bodyPr/>
    <a:lstStyle/>
    <a:p>
      <a:pPr>
        <a:defRPr sz="800">
          <a:solidFill>
            <a:srgbClr val="53565A"/>
          </a:solidFill>
        </a:defRPr>
      </a:pPr>
      <a:endParaRPr lang="en-U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586387192150034"/>
          <c:w val="1"/>
          <c:h val="0.51321056845476398"/>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2"/>
            <c:invertIfNegative val="0"/>
            <c:bubble3D val="0"/>
            <c:spPr>
              <a:solidFill>
                <a:schemeClr val="accent1"/>
              </a:solidFill>
              <a:ln>
                <a:noFill/>
              </a:ln>
              <a:effectLst/>
            </c:spPr>
            <c:extLst>
              <c:ext xmlns:c16="http://schemas.microsoft.com/office/drawing/2014/chart" uri="{C3380CC4-5D6E-409C-BE32-E72D297353CC}">
                <c16:uniqueId val="{00000001-144F-41CE-91A2-C810E1BE48D4}"/>
              </c:ext>
            </c:extLst>
          </c:dPt>
          <c:dLbls>
            <c:dLbl>
              <c:idx val="2"/>
              <c:tx>
                <c:rich>
                  <a:bodyPr rot="0" vert="horz"/>
                  <a:lstStyle/>
                  <a:p>
                    <a:pPr>
                      <a:defRPr>
                        <a:solidFill>
                          <a:schemeClr val="tx1"/>
                        </a:solidFill>
                      </a:defRPr>
                    </a:pPr>
                    <a:fld id="{53737151-C98B-4A9D-8BC9-6AC0BAF39648}" type="VALUE">
                      <a:rPr lang="en-US">
                        <a:solidFill>
                          <a:schemeClr val="tx1"/>
                        </a:solidFill>
                      </a:rPr>
                      <a:pPr>
                        <a:defRPr>
                          <a:solidFill>
                            <a:schemeClr val="tx1"/>
                          </a:solidFill>
                        </a:defRPr>
                      </a:pPr>
                      <a:t>[VALUE]</a:t>
                    </a:fld>
                    <a:endParaRPr lang="en-US"/>
                  </a:p>
                </c:rich>
              </c:tx>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144F-41CE-91A2-C810E1BE48D4}"/>
                </c:ext>
              </c:extLst>
            </c:dLbl>
            <c:spPr>
              <a:noFill/>
              <a:ln>
                <a:noFill/>
              </a:ln>
              <a:effectLst/>
            </c:spPr>
            <c:txPr>
              <a:bodyPr rot="0" vert="horz"/>
              <a:lstStyle/>
              <a:p>
                <a:pPr>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Label</c:v>
                </c:pt>
                <c:pt idx="1">
                  <c:v>Label</c:v>
                </c:pt>
                <c:pt idx="2">
                  <c:v>Label</c:v>
                </c:pt>
                <c:pt idx="3">
                  <c:v>Label</c:v>
                </c:pt>
                <c:pt idx="4">
                  <c:v>Label</c:v>
                </c:pt>
              </c:strCache>
            </c:strRef>
          </c:cat>
          <c:val>
            <c:numRef>
              <c:f>Sheet1!$B$2:$B$6</c:f>
              <c:numCache>
                <c:formatCode>0.00%</c:formatCode>
                <c:ptCount val="5"/>
                <c:pt idx="0">
                  <c:v>6.2E-2</c:v>
                </c:pt>
                <c:pt idx="1">
                  <c:v>7.1999999999999995E-2</c:v>
                </c:pt>
                <c:pt idx="2">
                  <c:v>9.5000000000000001E-2</c:v>
                </c:pt>
                <c:pt idx="3">
                  <c:v>0.08</c:v>
                </c:pt>
                <c:pt idx="4">
                  <c:v>4.8000000000000001E-2</c:v>
                </c:pt>
              </c:numCache>
            </c:numRef>
          </c:val>
          <c:extLst>
            <c:ext xmlns:c16="http://schemas.microsoft.com/office/drawing/2014/chart" uri="{C3380CC4-5D6E-409C-BE32-E72D297353CC}">
              <c16:uniqueId val="{00000006-144F-41CE-91A2-C810E1BE48D4}"/>
            </c:ext>
          </c:extLst>
        </c:ser>
        <c:dLbls>
          <c:showLegendKey val="0"/>
          <c:showVal val="0"/>
          <c:showCatName val="0"/>
          <c:showSerName val="0"/>
          <c:showPercent val="0"/>
          <c:showBubbleSize val="0"/>
        </c:dLbls>
        <c:gapWidth val="52"/>
        <c:axId val="316293376"/>
        <c:axId val="316290240"/>
      </c:barChart>
      <c:catAx>
        <c:axId val="316293376"/>
        <c:scaling>
          <c:orientation val="minMax"/>
        </c:scaling>
        <c:delete val="0"/>
        <c:axPos val="b"/>
        <c:numFmt formatCode="General" sourceLinked="1"/>
        <c:majorTickMark val="out"/>
        <c:minorTickMark val="none"/>
        <c:tickLblPos val="nextTo"/>
        <c:spPr>
          <a:noFill/>
          <a:ln w="9525" cap="flat" cmpd="sng" algn="ctr">
            <a:noFill/>
            <a:round/>
          </a:ln>
          <a:effectLst/>
        </c:spPr>
        <c:txPr>
          <a:bodyPr rot="-60000000" vert="horz"/>
          <a:lstStyle/>
          <a:p>
            <a:pPr>
              <a:defRPr/>
            </a:pPr>
            <a:endParaRPr lang="en-US"/>
          </a:p>
        </c:txPr>
        <c:crossAx val="316290240"/>
        <c:crosses val="autoZero"/>
        <c:auto val="0"/>
        <c:lblAlgn val="ctr"/>
        <c:lblOffset val="100"/>
        <c:noMultiLvlLbl val="0"/>
      </c:catAx>
      <c:valAx>
        <c:axId val="316290240"/>
        <c:scaling>
          <c:orientation val="minMax"/>
        </c:scaling>
        <c:delete val="1"/>
        <c:axPos val="l"/>
        <c:numFmt formatCode="0.00%" sourceLinked="1"/>
        <c:majorTickMark val="none"/>
        <c:minorTickMark val="none"/>
        <c:tickLblPos val="nextTo"/>
        <c:crossAx val="316293376"/>
        <c:crosses val="autoZero"/>
        <c:crossBetween val="between"/>
      </c:valAx>
      <c:spPr>
        <a:noFill/>
        <a:ln>
          <a:noFill/>
        </a:ln>
        <a:effectLst/>
      </c:spPr>
    </c:plotArea>
    <c:plotVisOnly val="1"/>
    <c:dispBlanksAs val="gap"/>
    <c:showDLblsOverMax val="0"/>
  </c:chart>
  <c:spPr>
    <a:noFill/>
    <a:ln>
      <a:noFill/>
    </a:ln>
    <a:effectLst/>
  </c:spPr>
  <c:txPr>
    <a:bodyPr/>
    <a:lstStyle/>
    <a:p>
      <a:pPr>
        <a:defRPr>
          <a:latin typeface="Aptos" panose="020B0004020202020204" pitchFamily="34" charset="0"/>
        </a:defRPr>
      </a:pPr>
      <a:endParaRPr lang="en-U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rgbClr val="046A38"/>
              </a:solidFill>
              <a:ln w="19050">
                <a:noFill/>
              </a:ln>
              <a:effectLst/>
            </c:spPr>
            <c:extLst>
              <c:ext xmlns:c16="http://schemas.microsoft.com/office/drawing/2014/chart" uri="{C3380CC4-5D6E-409C-BE32-E72D297353CC}">
                <c16:uniqueId val="{00000001-EC92-4098-99DB-0996D338FA3C}"/>
              </c:ext>
            </c:extLst>
          </c:dPt>
          <c:dPt>
            <c:idx val="1"/>
            <c:bubble3D val="0"/>
            <c:spPr>
              <a:solidFill>
                <a:srgbClr val="43B02A"/>
              </a:solidFill>
              <a:ln w="19050">
                <a:noFill/>
              </a:ln>
              <a:effectLst/>
            </c:spPr>
            <c:extLst>
              <c:ext xmlns:c16="http://schemas.microsoft.com/office/drawing/2014/chart" uri="{C3380CC4-5D6E-409C-BE32-E72D297353CC}">
                <c16:uniqueId val="{00000002-EC92-4098-99DB-0996D338FA3C}"/>
              </c:ext>
            </c:extLst>
          </c:dPt>
          <c:dPt>
            <c:idx val="2"/>
            <c:bubble3D val="0"/>
            <c:spPr>
              <a:solidFill>
                <a:srgbClr val="86BC25"/>
              </a:solidFill>
              <a:ln w="19050">
                <a:noFill/>
              </a:ln>
              <a:effectLst/>
            </c:spPr>
            <c:extLst>
              <c:ext xmlns:c16="http://schemas.microsoft.com/office/drawing/2014/chart" uri="{C3380CC4-5D6E-409C-BE32-E72D297353CC}">
                <c16:uniqueId val="{00000003-EC92-4098-99DB-0996D338FA3C}"/>
              </c:ext>
            </c:extLst>
          </c:dPt>
          <c:dPt>
            <c:idx val="3"/>
            <c:bubble3D val="0"/>
            <c:spPr>
              <a:solidFill>
                <a:srgbClr val="E3E48D"/>
              </a:solidFill>
              <a:ln w="19050">
                <a:noFill/>
              </a:ln>
              <a:effectLst/>
            </c:spPr>
            <c:extLst>
              <c:ext xmlns:c16="http://schemas.microsoft.com/office/drawing/2014/chart" uri="{C3380CC4-5D6E-409C-BE32-E72D297353CC}">
                <c16:uniqueId val="{00000004-EC92-4098-99DB-0996D338FA3C}"/>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0-EC92-4098-99DB-0996D338FA3C}"/>
            </c:ext>
          </c:extLst>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1.9586757935800667E-3"/>
          <c:y val="0.8370424595300775"/>
          <c:w val="0.99608233517506706"/>
          <c:h val="0.16295754046992236"/>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solidFill>
            <a:schemeClr val="tx1"/>
          </a:solidFill>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rgbClr val="007680"/>
              </a:solidFill>
              <a:ln w="19050">
                <a:noFill/>
              </a:ln>
              <a:effectLst/>
            </c:spPr>
            <c:extLst>
              <c:ext xmlns:c16="http://schemas.microsoft.com/office/drawing/2014/chart" uri="{C3380CC4-5D6E-409C-BE32-E72D297353CC}">
                <c16:uniqueId val="{00000001-1AB1-48CD-B64D-F26BFB5757CF}"/>
              </c:ext>
            </c:extLst>
          </c:dPt>
          <c:dPt>
            <c:idx val="1"/>
            <c:bubble3D val="0"/>
            <c:spPr>
              <a:solidFill>
                <a:srgbClr val="0097A9"/>
              </a:solidFill>
              <a:ln w="19050">
                <a:noFill/>
              </a:ln>
              <a:effectLst/>
            </c:spPr>
            <c:extLst>
              <c:ext xmlns:c16="http://schemas.microsoft.com/office/drawing/2014/chart" uri="{C3380CC4-5D6E-409C-BE32-E72D297353CC}">
                <c16:uniqueId val="{00000003-1AB1-48CD-B64D-F26BFB5757CF}"/>
              </c:ext>
            </c:extLst>
          </c:dPt>
          <c:dPt>
            <c:idx val="2"/>
            <c:bubble3D val="0"/>
            <c:spPr>
              <a:solidFill>
                <a:srgbClr val="6FC2B4"/>
              </a:solidFill>
              <a:ln w="19050">
                <a:noFill/>
              </a:ln>
              <a:effectLst/>
            </c:spPr>
            <c:extLst>
              <c:ext xmlns:c16="http://schemas.microsoft.com/office/drawing/2014/chart" uri="{C3380CC4-5D6E-409C-BE32-E72D297353CC}">
                <c16:uniqueId val="{00000005-1AB1-48CD-B64D-F26BFB5757CF}"/>
              </c:ext>
            </c:extLst>
          </c:dPt>
          <c:dPt>
            <c:idx val="3"/>
            <c:bubble3D val="0"/>
            <c:spPr>
              <a:solidFill>
                <a:srgbClr val="DDEFE8"/>
              </a:solidFill>
              <a:ln w="19050">
                <a:noFill/>
              </a:ln>
              <a:effectLst/>
            </c:spPr>
            <c:extLst>
              <c:ext xmlns:c16="http://schemas.microsoft.com/office/drawing/2014/chart" uri="{C3380CC4-5D6E-409C-BE32-E72D297353CC}">
                <c16:uniqueId val="{00000007-1AB1-48CD-B64D-F26BFB5757CF}"/>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5</c:v>
                </c:pt>
                <c:pt idx="1">
                  <c:v>5</c:v>
                </c:pt>
                <c:pt idx="2">
                  <c:v>2</c:v>
                </c:pt>
                <c:pt idx="3">
                  <c:v>1</c:v>
                </c:pt>
              </c:numCache>
            </c:numRef>
          </c:val>
          <c:extLst>
            <c:ext xmlns:c16="http://schemas.microsoft.com/office/drawing/2014/chart" uri="{C3380CC4-5D6E-409C-BE32-E72D297353CC}">
              <c16:uniqueId val="{00000000-EC92-4098-99DB-0996D338FA3C}"/>
            </c:ext>
          </c:extLst>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1.9586757935800667E-3"/>
          <c:y val="0.83107528089201321"/>
          <c:w val="0.99608233517506706"/>
          <c:h val="0.16892471910798665"/>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solidFill>
            <a:schemeClr val="tx1"/>
          </a:solidFill>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1AB1-48CD-B64D-F26BFB5757CF}"/>
              </c:ext>
            </c:extLst>
          </c:dPt>
          <c:dPt>
            <c:idx val="1"/>
            <c:bubble3D val="0"/>
            <c:spPr>
              <a:solidFill>
                <a:srgbClr val="0076A8"/>
              </a:solidFill>
              <a:ln w="19050">
                <a:noFill/>
              </a:ln>
              <a:effectLst/>
            </c:spPr>
            <c:extLst>
              <c:ext xmlns:c16="http://schemas.microsoft.com/office/drawing/2014/chart" uri="{C3380CC4-5D6E-409C-BE32-E72D297353CC}">
                <c16:uniqueId val="{00000003-1AB1-48CD-B64D-F26BFB5757CF}"/>
              </c:ext>
            </c:extLst>
          </c:dPt>
          <c:dPt>
            <c:idx val="2"/>
            <c:bubble3D val="0"/>
            <c:spPr>
              <a:solidFill>
                <a:schemeClr val="accent3"/>
              </a:solidFill>
              <a:ln w="19050">
                <a:noFill/>
              </a:ln>
              <a:effectLst/>
            </c:spPr>
            <c:extLst>
              <c:ext xmlns:c16="http://schemas.microsoft.com/office/drawing/2014/chart" uri="{C3380CC4-5D6E-409C-BE32-E72D297353CC}">
                <c16:uniqueId val="{00000005-1AB1-48CD-B64D-F26BFB5757CF}"/>
              </c:ext>
            </c:extLst>
          </c:dPt>
          <c:dPt>
            <c:idx val="3"/>
            <c:bubble3D val="0"/>
            <c:spPr>
              <a:solidFill>
                <a:srgbClr val="A0DCFF"/>
              </a:solidFill>
              <a:ln w="19050">
                <a:noFill/>
              </a:ln>
              <a:effectLst/>
            </c:spPr>
            <c:extLst>
              <c:ext xmlns:c16="http://schemas.microsoft.com/office/drawing/2014/chart" uri="{C3380CC4-5D6E-409C-BE32-E72D297353CC}">
                <c16:uniqueId val="{00000007-1AB1-48CD-B64D-F26BFB5757CF}"/>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5</c:v>
                </c:pt>
                <c:pt idx="1">
                  <c:v>8</c:v>
                </c:pt>
                <c:pt idx="2">
                  <c:v>3</c:v>
                </c:pt>
                <c:pt idx="3">
                  <c:v>9</c:v>
                </c:pt>
              </c:numCache>
            </c:numRef>
          </c:val>
          <c:extLst>
            <c:ext xmlns:c16="http://schemas.microsoft.com/office/drawing/2014/chart" uri="{C3380CC4-5D6E-409C-BE32-E72D297353CC}">
              <c16:uniqueId val="{00000000-EC92-4098-99DB-0996D338FA3C}"/>
            </c:ext>
          </c:extLst>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1.9586757935800667E-3"/>
          <c:y val="0.8370424595300775"/>
          <c:w val="0.99608233517506706"/>
          <c:h val="0.16295754046992234"/>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solidFill>
            <a:schemeClr val="tx1"/>
          </a:solidFill>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manualLayout>
          <c:layoutTarget val="inner"/>
          <c:xMode val="edge"/>
          <c:yMode val="edge"/>
          <c:x val="0.1258509295334623"/>
          <c:y val="0.12707967754030747"/>
          <c:w val="0.74209592313071604"/>
          <c:h val="0.76594900637420327"/>
        </c:manualLayout>
      </c:layout>
      <c:doughnutChart>
        <c:varyColors val="1"/>
        <c:ser>
          <c:idx val="0"/>
          <c:order val="0"/>
          <c:tx>
            <c:strRef>
              <c:f>Sheet1!$B$1</c:f>
              <c:strCache>
                <c:ptCount val="1"/>
                <c:pt idx="0">
                  <c:v>a</c:v>
                </c:pt>
              </c:strCache>
            </c:strRef>
          </c:tx>
          <c:dPt>
            <c:idx val="0"/>
            <c:bubble3D val="0"/>
            <c:spPr>
              <a:solidFill>
                <a:schemeClr val="accent5">
                  <a:lumMod val="60000"/>
                  <a:lumOff val="40000"/>
                </a:schemeClr>
              </a:solidFill>
              <a:ln>
                <a:noFill/>
              </a:ln>
              <a:effectLst/>
            </c:spPr>
            <c:extLst>
              <c:ext xmlns:c16="http://schemas.microsoft.com/office/drawing/2014/chart" uri="{C3380CC4-5D6E-409C-BE32-E72D297353CC}">
                <c16:uniqueId val="{00000001-962C-40DC-8923-595670E50CFD}"/>
              </c:ext>
            </c:extLst>
          </c:dPt>
          <c:dPt>
            <c:idx val="1"/>
            <c:bubble3D val="0"/>
            <c:spPr>
              <a:noFill/>
              <a:ln>
                <a:noFill/>
              </a:ln>
              <a:effectLst/>
            </c:spPr>
            <c:extLst>
              <c:ext xmlns:c16="http://schemas.microsoft.com/office/drawing/2014/chart" uri="{C3380CC4-5D6E-409C-BE32-E72D297353CC}">
                <c16:uniqueId val="{00000003-962C-40DC-8923-595670E50CFD}"/>
              </c:ext>
            </c:extLst>
          </c:dPt>
          <c:cat>
            <c:strRef>
              <c:f>Sheet1!$A$2:$A$3</c:f>
              <c:strCache>
                <c:ptCount val="2"/>
                <c:pt idx="0">
                  <c:v>Part1</c:v>
                </c:pt>
                <c:pt idx="1">
                  <c:v>Part2</c:v>
                </c:pt>
              </c:strCache>
            </c:strRef>
          </c:cat>
          <c:val>
            <c:numRef>
              <c:f>Sheet1!$B$2:$B$3</c:f>
              <c:numCache>
                <c:formatCode>General</c:formatCode>
                <c:ptCount val="2"/>
                <c:pt idx="0">
                  <c:v>94</c:v>
                </c:pt>
                <c:pt idx="1">
                  <c:v>69</c:v>
                </c:pt>
              </c:numCache>
            </c:numRef>
          </c:val>
          <c:extLst>
            <c:ext xmlns:c16="http://schemas.microsoft.com/office/drawing/2014/chart" uri="{C3380CC4-5D6E-409C-BE32-E72D297353CC}">
              <c16:uniqueId val="{00000004-962C-40DC-8923-595670E50CFD}"/>
            </c:ext>
          </c:extLst>
        </c:ser>
        <c:ser>
          <c:idx val="1"/>
          <c:order val="1"/>
          <c:tx>
            <c:strRef>
              <c:f>Sheet1!$C$1</c:f>
              <c:strCache>
                <c:ptCount val="1"/>
                <c:pt idx="0">
                  <c:v>辅助</c:v>
                </c:pt>
              </c:strCache>
            </c:strRef>
          </c:tx>
          <c:dPt>
            <c:idx val="0"/>
            <c:bubble3D val="0"/>
            <c:spPr>
              <a:gradFill rotWithShape="1">
                <a:gsLst>
                  <a:gs pos="0">
                    <a:schemeClr val="accent6">
                      <a:shade val="76000"/>
                      <a:satMod val="103000"/>
                      <a:lumMod val="102000"/>
                      <a:tint val="94000"/>
                    </a:schemeClr>
                  </a:gs>
                  <a:gs pos="50000">
                    <a:schemeClr val="accent6">
                      <a:shade val="76000"/>
                      <a:satMod val="110000"/>
                      <a:lumMod val="100000"/>
                      <a:shade val="100000"/>
                    </a:schemeClr>
                  </a:gs>
                  <a:gs pos="100000">
                    <a:schemeClr val="accent6">
                      <a:shade val="76000"/>
                      <a:lumMod val="99000"/>
                      <a:satMod val="120000"/>
                      <a:shade val="78000"/>
                    </a:schemeClr>
                  </a:gs>
                </a:gsLst>
                <a:lin ang="5400000" scaled="0"/>
              </a:gradFill>
              <a:ln>
                <a:noFill/>
              </a:ln>
              <a:effectLst/>
            </c:spPr>
            <c:extLst>
              <c:ext xmlns:c16="http://schemas.microsoft.com/office/drawing/2014/chart" uri="{C3380CC4-5D6E-409C-BE32-E72D297353CC}">
                <c16:uniqueId val="{00000006-962C-40DC-8923-595670E50CFD}"/>
              </c:ext>
            </c:extLst>
          </c:dPt>
          <c:dPt>
            <c:idx val="1"/>
            <c:bubble3D val="0"/>
            <c:spPr>
              <a:gradFill rotWithShape="1">
                <a:gsLst>
                  <a:gs pos="0">
                    <a:schemeClr val="accent6">
                      <a:tint val="77000"/>
                      <a:satMod val="103000"/>
                      <a:lumMod val="102000"/>
                      <a:tint val="94000"/>
                    </a:schemeClr>
                  </a:gs>
                  <a:gs pos="50000">
                    <a:schemeClr val="accent6">
                      <a:tint val="77000"/>
                      <a:satMod val="110000"/>
                      <a:lumMod val="100000"/>
                      <a:shade val="100000"/>
                    </a:schemeClr>
                  </a:gs>
                  <a:gs pos="100000">
                    <a:schemeClr val="accent6">
                      <a:tint val="77000"/>
                      <a:lumMod val="99000"/>
                      <a:satMod val="120000"/>
                      <a:shade val="78000"/>
                    </a:schemeClr>
                  </a:gs>
                </a:gsLst>
                <a:lin ang="5400000" scaled="0"/>
              </a:gradFill>
              <a:ln>
                <a:noFill/>
              </a:ln>
              <a:effectLst/>
            </c:spPr>
            <c:extLst>
              <c:ext xmlns:c16="http://schemas.microsoft.com/office/drawing/2014/chart" uri="{C3380CC4-5D6E-409C-BE32-E72D297353CC}">
                <c16:uniqueId val="{00000008-962C-40DC-8923-595670E50CFD}"/>
              </c:ext>
            </c:extLst>
          </c:dPt>
          <c:cat>
            <c:strRef>
              <c:f>Sheet1!$A$2:$A$3</c:f>
              <c:strCache>
                <c:ptCount val="2"/>
                <c:pt idx="0">
                  <c:v>Part1</c:v>
                </c:pt>
                <c:pt idx="1">
                  <c:v>Part2</c:v>
                </c:pt>
              </c:strCache>
            </c:strRef>
          </c:cat>
          <c:val>
            <c:numRef>
              <c:f>Sheet1!$C$2:$C$3</c:f>
              <c:numCache>
                <c:formatCode>General</c:formatCode>
                <c:ptCount val="2"/>
              </c:numCache>
            </c:numRef>
          </c:val>
          <c:extLst>
            <c:ext xmlns:c16="http://schemas.microsoft.com/office/drawing/2014/chart" uri="{C3380CC4-5D6E-409C-BE32-E72D297353CC}">
              <c16:uniqueId val="{00000009-962C-40DC-8923-595670E50CFD}"/>
            </c:ext>
          </c:extLst>
        </c:ser>
        <c:ser>
          <c:idx val="2"/>
          <c:order val="2"/>
          <c:tx>
            <c:strRef>
              <c:f>Sheet1!$D$1</c:f>
              <c:strCache>
                <c:ptCount val="1"/>
                <c:pt idx="0">
                  <c:v>b</c:v>
                </c:pt>
              </c:strCache>
            </c:strRef>
          </c:tx>
          <c:dPt>
            <c:idx val="0"/>
            <c:bubble3D val="0"/>
            <c:spPr>
              <a:solidFill>
                <a:schemeClr val="accent1"/>
              </a:solidFill>
              <a:ln>
                <a:noFill/>
              </a:ln>
              <a:effectLst/>
            </c:spPr>
            <c:extLst>
              <c:ext xmlns:c16="http://schemas.microsoft.com/office/drawing/2014/chart" uri="{C3380CC4-5D6E-409C-BE32-E72D297353CC}">
                <c16:uniqueId val="{0000000B-962C-40DC-8923-595670E50CFD}"/>
              </c:ext>
            </c:extLst>
          </c:dPt>
          <c:dPt>
            <c:idx val="1"/>
            <c:bubble3D val="0"/>
            <c:spPr>
              <a:noFill/>
              <a:ln>
                <a:noFill/>
              </a:ln>
              <a:effectLst/>
            </c:spPr>
            <c:extLst>
              <c:ext xmlns:c16="http://schemas.microsoft.com/office/drawing/2014/chart" uri="{C3380CC4-5D6E-409C-BE32-E72D297353CC}">
                <c16:uniqueId val="{0000000D-962C-40DC-8923-595670E50CFD}"/>
              </c:ext>
            </c:extLst>
          </c:dPt>
          <c:cat>
            <c:strRef>
              <c:f>Sheet1!$A$2:$A$3</c:f>
              <c:strCache>
                <c:ptCount val="2"/>
                <c:pt idx="0">
                  <c:v>Part1</c:v>
                </c:pt>
                <c:pt idx="1">
                  <c:v>Part2</c:v>
                </c:pt>
              </c:strCache>
            </c:strRef>
          </c:cat>
          <c:val>
            <c:numRef>
              <c:f>Sheet1!$D$2:$D$3</c:f>
              <c:numCache>
                <c:formatCode>General</c:formatCode>
                <c:ptCount val="2"/>
                <c:pt idx="0">
                  <c:v>102</c:v>
                </c:pt>
                <c:pt idx="1">
                  <c:v>57</c:v>
                </c:pt>
              </c:numCache>
            </c:numRef>
          </c:val>
          <c:extLst>
            <c:ext xmlns:c16="http://schemas.microsoft.com/office/drawing/2014/chart" uri="{C3380CC4-5D6E-409C-BE32-E72D297353CC}">
              <c16:uniqueId val="{0000000E-962C-40DC-8923-595670E50CFD}"/>
            </c:ext>
          </c:extLst>
        </c:ser>
        <c:ser>
          <c:idx val="3"/>
          <c:order val="3"/>
          <c:tx>
            <c:strRef>
              <c:f>Sheet1!$E$1</c:f>
              <c:strCache>
                <c:ptCount val="1"/>
                <c:pt idx="0">
                  <c:v>辅助2</c:v>
                </c:pt>
              </c:strCache>
            </c:strRef>
          </c:tx>
          <c:dPt>
            <c:idx val="0"/>
            <c:bubble3D val="0"/>
            <c:spPr>
              <a:gradFill rotWithShape="1">
                <a:gsLst>
                  <a:gs pos="0">
                    <a:schemeClr val="accent6">
                      <a:shade val="76000"/>
                      <a:satMod val="103000"/>
                      <a:lumMod val="102000"/>
                      <a:tint val="94000"/>
                    </a:schemeClr>
                  </a:gs>
                  <a:gs pos="50000">
                    <a:schemeClr val="accent6">
                      <a:shade val="76000"/>
                      <a:satMod val="110000"/>
                      <a:lumMod val="100000"/>
                      <a:shade val="100000"/>
                    </a:schemeClr>
                  </a:gs>
                  <a:gs pos="100000">
                    <a:schemeClr val="accent6">
                      <a:shade val="76000"/>
                      <a:lumMod val="99000"/>
                      <a:satMod val="120000"/>
                      <a:shade val="78000"/>
                    </a:schemeClr>
                  </a:gs>
                </a:gsLst>
                <a:lin ang="5400000" scaled="0"/>
              </a:gradFill>
              <a:ln>
                <a:noFill/>
              </a:ln>
              <a:effectLst/>
            </c:spPr>
            <c:extLst>
              <c:ext xmlns:c16="http://schemas.microsoft.com/office/drawing/2014/chart" uri="{C3380CC4-5D6E-409C-BE32-E72D297353CC}">
                <c16:uniqueId val="{00000010-962C-40DC-8923-595670E50CFD}"/>
              </c:ext>
            </c:extLst>
          </c:dPt>
          <c:dPt>
            <c:idx val="1"/>
            <c:bubble3D val="0"/>
            <c:spPr>
              <a:gradFill rotWithShape="1">
                <a:gsLst>
                  <a:gs pos="0">
                    <a:schemeClr val="accent6">
                      <a:tint val="77000"/>
                      <a:satMod val="103000"/>
                      <a:lumMod val="102000"/>
                      <a:tint val="94000"/>
                    </a:schemeClr>
                  </a:gs>
                  <a:gs pos="50000">
                    <a:schemeClr val="accent6">
                      <a:tint val="77000"/>
                      <a:satMod val="110000"/>
                      <a:lumMod val="100000"/>
                      <a:shade val="100000"/>
                    </a:schemeClr>
                  </a:gs>
                  <a:gs pos="100000">
                    <a:schemeClr val="accent6">
                      <a:tint val="77000"/>
                      <a:lumMod val="99000"/>
                      <a:satMod val="120000"/>
                      <a:shade val="78000"/>
                    </a:schemeClr>
                  </a:gs>
                </a:gsLst>
                <a:lin ang="5400000" scaled="0"/>
              </a:gradFill>
              <a:ln>
                <a:noFill/>
              </a:ln>
              <a:effectLst/>
            </c:spPr>
            <c:extLst>
              <c:ext xmlns:c16="http://schemas.microsoft.com/office/drawing/2014/chart" uri="{C3380CC4-5D6E-409C-BE32-E72D297353CC}">
                <c16:uniqueId val="{00000012-962C-40DC-8923-595670E50CFD}"/>
              </c:ext>
            </c:extLst>
          </c:dPt>
          <c:cat>
            <c:strRef>
              <c:f>Sheet1!$A$2:$A$3</c:f>
              <c:strCache>
                <c:ptCount val="2"/>
                <c:pt idx="0">
                  <c:v>Part1</c:v>
                </c:pt>
                <c:pt idx="1">
                  <c:v>Part2</c:v>
                </c:pt>
              </c:strCache>
            </c:strRef>
          </c:cat>
          <c:val>
            <c:numRef>
              <c:f>Sheet1!$E$2:$E$3</c:f>
              <c:numCache>
                <c:formatCode>General</c:formatCode>
                <c:ptCount val="2"/>
              </c:numCache>
            </c:numRef>
          </c:val>
          <c:extLst>
            <c:ext xmlns:c16="http://schemas.microsoft.com/office/drawing/2014/chart" uri="{C3380CC4-5D6E-409C-BE32-E72D297353CC}">
              <c16:uniqueId val="{00000013-962C-40DC-8923-595670E50CFD}"/>
            </c:ext>
          </c:extLst>
        </c:ser>
        <c:ser>
          <c:idx val="4"/>
          <c:order val="4"/>
          <c:tx>
            <c:strRef>
              <c:f>Sheet1!$F$1</c:f>
              <c:strCache>
                <c:ptCount val="1"/>
                <c:pt idx="0">
                  <c:v>c</c:v>
                </c:pt>
              </c:strCache>
            </c:strRef>
          </c:tx>
          <c:dPt>
            <c:idx val="0"/>
            <c:bubble3D val="0"/>
            <c:spPr>
              <a:solidFill>
                <a:schemeClr val="accent6"/>
              </a:solidFill>
              <a:ln>
                <a:noFill/>
              </a:ln>
              <a:effectLst/>
            </c:spPr>
            <c:extLst>
              <c:ext xmlns:c16="http://schemas.microsoft.com/office/drawing/2014/chart" uri="{C3380CC4-5D6E-409C-BE32-E72D297353CC}">
                <c16:uniqueId val="{00000015-962C-40DC-8923-595670E50CFD}"/>
              </c:ext>
            </c:extLst>
          </c:dPt>
          <c:dPt>
            <c:idx val="1"/>
            <c:bubble3D val="0"/>
            <c:spPr>
              <a:noFill/>
              <a:ln>
                <a:noFill/>
              </a:ln>
              <a:effectLst/>
            </c:spPr>
            <c:extLst>
              <c:ext xmlns:c16="http://schemas.microsoft.com/office/drawing/2014/chart" uri="{C3380CC4-5D6E-409C-BE32-E72D297353CC}">
                <c16:uniqueId val="{00000017-962C-40DC-8923-595670E50CFD}"/>
              </c:ext>
            </c:extLst>
          </c:dPt>
          <c:cat>
            <c:strRef>
              <c:f>Sheet1!$A$2:$A$3</c:f>
              <c:strCache>
                <c:ptCount val="2"/>
                <c:pt idx="0">
                  <c:v>Part1</c:v>
                </c:pt>
                <c:pt idx="1">
                  <c:v>Part2</c:v>
                </c:pt>
              </c:strCache>
            </c:strRef>
          </c:cat>
          <c:val>
            <c:numRef>
              <c:f>Sheet1!$F$2:$F$3</c:f>
              <c:numCache>
                <c:formatCode>General</c:formatCode>
                <c:ptCount val="2"/>
                <c:pt idx="0">
                  <c:v>96</c:v>
                </c:pt>
                <c:pt idx="1">
                  <c:v>36</c:v>
                </c:pt>
              </c:numCache>
            </c:numRef>
          </c:val>
          <c:extLst>
            <c:ext xmlns:c16="http://schemas.microsoft.com/office/drawing/2014/chart" uri="{C3380CC4-5D6E-409C-BE32-E72D297353CC}">
              <c16:uniqueId val="{00000018-962C-40DC-8923-595670E50CFD}"/>
            </c:ext>
          </c:extLst>
        </c:ser>
        <c:dLbls>
          <c:showLegendKey val="0"/>
          <c:showVal val="0"/>
          <c:showCatName val="0"/>
          <c:showSerName val="0"/>
          <c:showPercent val="0"/>
          <c:showBubbleSize val="0"/>
          <c:showLeaderLines val="0"/>
        </c:dLbls>
        <c:firstSliceAng val="0"/>
        <c:holeSize val="36"/>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4393199960691542E-2"/>
          <c:y val="3.9385607083883452E-2"/>
          <c:w val="0.8653756191692108"/>
          <c:h val="0.65819974789828306"/>
        </c:manualLayout>
      </c:layout>
      <c:areaChart>
        <c:grouping val="stacked"/>
        <c:varyColors val="0"/>
        <c:ser>
          <c:idx val="0"/>
          <c:order val="0"/>
          <c:tx>
            <c:strRef>
              <c:f>Sheet1!$B$1</c:f>
              <c:strCache>
                <c:ptCount val="1"/>
                <c:pt idx="0">
                  <c:v>Parking</c:v>
                </c:pt>
              </c:strCache>
            </c:strRef>
          </c:tx>
          <c:spPr>
            <a:solidFill>
              <a:srgbClr val="63666A"/>
            </a:solidFill>
            <a:ln>
              <a:noFill/>
            </a:ln>
            <a:effectLst>
              <a:outerShdw blurRad="40000" dist="23000" dir="5400000" rotWithShape="0">
                <a:srgbClr val="000000">
                  <a:alpha val="35000"/>
                </a:srgbClr>
              </a:outerShdw>
            </a:effectLst>
          </c:spPr>
          <c:cat>
            <c:strRef>
              <c:f>Sheet1!$A$2:$A$11</c:f>
              <c:strCache>
                <c:ptCount val="10"/>
                <c:pt idx="0">
                  <c:v>Label</c:v>
                </c:pt>
                <c:pt idx="1">
                  <c:v>Label</c:v>
                </c:pt>
                <c:pt idx="2">
                  <c:v>Label</c:v>
                </c:pt>
                <c:pt idx="3">
                  <c:v>Label</c:v>
                </c:pt>
                <c:pt idx="4">
                  <c:v>Label</c:v>
                </c:pt>
                <c:pt idx="5">
                  <c:v>Label</c:v>
                </c:pt>
                <c:pt idx="6">
                  <c:v>Label</c:v>
                </c:pt>
                <c:pt idx="7">
                  <c:v>Label</c:v>
                </c:pt>
                <c:pt idx="8">
                  <c:v>Label</c:v>
                </c:pt>
                <c:pt idx="9">
                  <c:v>Label</c:v>
                </c:pt>
              </c:strCache>
            </c:strRef>
          </c:cat>
          <c:val>
            <c:numRef>
              <c:f>Sheet1!$B$2:$B$11</c:f>
              <c:numCache>
                <c:formatCode>"$"#,##0_);[Red]\("$"#,##0\)</c:formatCode>
                <c:ptCount val="10"/>
                <c:pt idx="0">
                  <c:v>0</c:v>
                </c:pt>
                <c:pt idx="1">
                  <c:v>38071.012199999997</c:v>
                </c:pt>
                <c:pt idx="2">
                  <c:v>101276.69685873706</c:v>
                </c:pt>
                <c:pt idx="3">
                  <c:v>171325.36374066921</c:v>
                </c:pt>
                <c:pt idx="4">
                  <c:v>236449.50445510348</c:v>
                </c:pt>
                <c:pt idx="5">
                  <c:v>252243.92456594782</c:v>
                </c:pt>
                <c:pt idx="6">
                  <c:v>253868.03918804281</c:v>
                </c:pt>
                <c:pt idx="7">
                  <c:v>253868.03918804281</c:v>
                </c:pt>
                <c:pt idx="8">
                  <c:v>253868.03918804281</c:v>
                </c:pt>
                <c:pt idx="9">
                  <c:v>255495.36297483576</c:v>
                </c:pt>
              </c:numCache>
            </c:numRef>
          </c:val>
          <c:extLst>
            <c:ext xmlns:c16="http://schemas.microsoft.com/office/drawing/2014/chart" uri="{C3380CC4-5D6E-409C-BE32-E72D297353CC}">
              <c16:uniqueId val="{00000000-A2B4-4444-9BBF-B07174ADA4C6}"/>
            </c:ext>
          </c:extLst>
        </c:ser>
        <c:ser>
          <c:idx val="1"/>
          <c:order val="1"/>
          <c:tx>
            <c:strRef>
              <c:f>Sheet1!$C$1</c:f>
              <c:strCache>
                <c:ptCount val="1"/>
                <c:pt idx="0">
                  <c:v>Concessions</c:v>
                </c:pt>
              </c:strCache>
            </c:strRef>
          </c:tx>
          <c:spPr>
            <a:solidFill>
              <a:schemeClr val="accent6">
                <a:lumMod val="60000"/>
                <a:lumOff val="40000"/>
              </a:schemeClr>
            </a:solidFill>
            <a:ln>
              <a:noFill/>
            </a:ln>
            <a:effectLst>
              <a:outerShdw blurRad="40000" dist="23000" dir="5400000" rotWithShape="0">
                <a:srgbClr val="000000">
                  <a:alpha val="35000"/>
                </a:srgbClr>
              </a:outerShdw>
            </a:effectLst>
          </c:spPr>
          <c:cat>
            <c:strRef>
              <c:f>Sheet1!$A$2:$A$11</c:f>
              <c:strCache>
                <c:ptCount val="10"/>
                <c:pt idx="0">
                  <c:v>Label</c:v>
                </c:pt>
                <c:pt idx="1">
                  <c:v>Label</c:v>
                </c:pt>
                <c:pt idx="2">
                  <c:v>Label</c:v>
                </c:pt>
                <c:pt idx="3">
                  <c:v>Label</c:v>
                </c:pt>
                <c:pt idx="4">
                  <c:v>Label</c:v>
                </c:pt>
                <c:pt idx="5">
                  <c:v>Label</c:v>
                </c:pt>
                <c:pt idx="6">
                  <c:v>Label</c:v>
                </c:pt>
                <c:pt idx="7">
                  <c:v>Label</c:v>
                </c:pt>
                <c:pt idx="8">
                  <c:v>Label</c:v>
                </c:pt>
                <c:pt idx="9">
                  <c:v>Label</c:v>
                </c:pt>
              </c:strCache>
            </c:strRef>
          </c:cat>
          <c:val>
            <c:numRef>
              <c:f>Sheet1!$C$2:$C$11</c:f>
              <c:numCache>
                <c:formatCode>"$"#,##0_);[Red]\("$"#,##0\)</c:formatCode>
                <c:ptCount val="10"/>
                <c:pt idx="0">
                  <c:v>0</c:v>
                </c:pt>
                <c:pt idx="1">
                  <c:v>2421930.4742281744</c:v>
                </c:pt>
                <c:pt idx="2">
                  <c:v>4673412.4347801078</c:v>
                </c:pt>
                <c:pt idx="3">
                  <c:v>6586009.0225448953</c:v>
                </c:pt>
                <c:pt idx="4">
                  <c:v>7895232.0043110363</c:v>
                </c:pt>
                <c:pt idx="5">
                  <c:v>8154244.3227917003</c:v>
                </c:pt>
                <c:pt idx="6">
                  <c:v>8179722.810978936</c:v>
                </c:pt>
                <c:pt idx="7">
                  <c:v>8179722.810978936</c:v>
                </c:pt>
                <c:pt idx="8">
                  <c:v>8179722.810978936</c:v>
                </c:pt>
                <c:pt idx="9">
                  <c:v>8205254.8059139065</c:v>
                </c:pt>
              </c:numCache>
            </c:numRef>
          </c:val>
          <c:extLst>
            <c:ext xmlns:c16="http://schemas.microsoft.com/office/drawing/2014/chart" uri="{C3380CC4-5D6E-409C-BE32-E72D297353CC}">
              <c16:uniqueId val="{00000001-A2B4-4444-9BBF-B07174ADA4C6}"/>
            </c:ext>
          </c:extLst>
        </c:ser>
        <c:ser>
          <c:idx val="2"/>
          <c:order val="2"/>
          <c:tx>
            <c:strRef>
              <c:f>Sheet1!$D$1</c:f>
              <c:strCache>
                <c:ptCount val="1"/>
                <c:pt idx="0">
                  <c:v>Merchandise</c:v>
                </c:pt>
              </c:strCache>
            </c:strRef>
          </c:tx>
          <c:spPr>
            <a:solidFill>
              <a:srgbClr val="C4D600"/>
            </a:solidFill>
            <a:ln>
              <a:noFill/>
            </a:ln>
            <a:effectLst>
              <a:outerShdw blurRad="40000" dist="23000" dir="5400000" rotWithShape="0">
                <a:srgbClr val="000000">
                  <a:alpha val="35000"/>
                </a:srgbClr>
              </a:outerShdw>
            </a:effectLst>
          </c:spPr>
          <c:cat>
            <c:strRef>
              <c:f>Sheet1!$A$2:$A$11</c:f>
              <c:strCache>
                <c:ptCount val="10"/>
                <c:pt idx="0">
                  <c:v>Label</c:v>
                </c:pt>
                <c:pt idx="1">
                  <c:v>Label</c:v>
                </c:pt>
                <c:pt idx="2">
                  <c:v>Label</c:v>
                </c:pt>
                <c:pt idx="3">
                  <c:v>Label</c:v>
                </c:pt>
                <c:pt idx="4">
                  <c:v>Label</c:v>
                </c:pt>
                <c:pt idx="5">
                  <c:v>Label</c:v>
                </c:pt>
                <c:pt idx="6">
                  <c:v>Label</c:v>
                </c:pt>
                <c:pt idx="7">
                  <c:v>Label</c:v>
                </c:pt>
                <c:pt idx="8">
                  <c:v>Label</c:v>
                </c:pt>
                <c:pt idx="9">
                  <c:v>Label</c:v>
                </c:pt>
              </c:strCache>
            </c:strRef>
          </c:cat>
          <c:val>
            <c:numRef>
              <c:f>Sheet1!$D$2:$D$11</c:f>
              <c:numCache>
                <c:formatCode>"$"#,##0_);[Red]\("$"#,##0\)</c:formatCode>
                <c:ptCount val="10"/>
                <c:pt idx="0">
                  <c:v>0</c:v>
                </c:pt>
                <c:pt idx="1">
                  <c:v>100367.3034964586</c:v>
                </c:pt>
                <c:pt idx="2">
                  <c:v>386709.02707573475</c:v>
                </c:pt>
                <c:pt idx="3">
                  <c:v>719097.17302332446</c:v>
                </c:pt>
                <c:pt idx="4">
                  <c:v>968646.97025228175</c:v>
                </c:pt>
                <c:pt idx="5">
                  <c:v>1073234.1423252155</c:v>
                </c:pt>
                <c:pt idx="6">
                  <c:v>1082178.6649648643</c:v>
                </c:pt>
                <c:pt idx="7">
                  <c:v>1082178.6649648643</c:v>
                </c:pt>
                <c:pt idx="8">
                  <c:v>1082178.6649648643</c:v>
                </c:pt>
                <c:pt idx="9">
                  <c:v>1091138.2718790076</c:v>
                </c:pt>
              </c:numCache>
            </c:numRef>
          </c:val>
          <c:extLst>
            <c:ext xmlns:c16="http://schemas.microsoft.com/office/drawing/2014/chart" uri="{C3380CC4-5D6E-409C-BE32-E72D297353CC}">
              <c16:uniqueId val="{00000002-A2B4-4444-9BBF-B07174ADA4C6}"/>
            </c:ext>
          </c:extLst>
        </c:ser>
        <c:ser>
          <c:idx val="3"/>
          <c:order val="3"/>
          <c:tx>
            <c:strRef>
              <c:f>Sheet1!$E$1</c:f>
              <c:strCache>
                <c:ptCount val="1"/>
                <c:pt idx="0">
                  <c:v>Ticket Sales</c:v>
                </c:pt>
              </c:strCache>
            </c:strRef>
          </c:tx>
          <c:spPr>
            <a:solidFill>
              <a:schemeClr val="accent3">
                <a:lumMod val="60000"/>
                <a:lumOff val="40000"/>
              </a:schemeClr>
            </a:solidFill>
            <a:ln>
              <a:noFill/>
            </a:ln>
            <a:effectLst>
              <a:outerShdw blurRad="40000" dist="23000" dir="5400000" rotWithShape="0">
                <a:srgbClr val="000000">
                  <a:alpha val="35000"/>
                </a:srgbClr>
              </a:outerShdw>
            </a:effectLst>
          </c:spPr>
          <c:cat>
            <c:strRef>
              <c:f>Sheet1!$A$2:$A$11</c:f>
              <c:strCache>
                <c:ptCount val="10"/>
                <c:pt idx="0">
                  <c:v>Label</c:v>
                </c:pt>
                <c:pt idx="1">
                  <c:v>Label</c:v>
                </c:pt>
                <c:pt idx="2">
                  <c:v>Label</c:v>
                </c:pt>
                <c:pt idx="3">
                  <c:v>Label</c:v>
                </c:pt>
                <c:pt idx="4">
                  <c:v>Label</c:v>
                </c:pt>
                <c:pt idx="5">
                  <c:v>Label</c:v>
                </c:pt>
                <c:pt idx="6">
                  <c:v>Label</c:v>
                </c:pt>
                <c:pt idx="7">
                  <c:v>Label</c:v>
                </c:pt>
                <c:pt idx="8">
                  <c:v>Label</c:v>
                </c:pt>
                <c:pt idx="9">
                  <c:v>Label</c:v>
                </c:pt>
              </c:strCache>
            </c:strRef>
          </c:cat>
          <c:val>
            <c:numRef>
              <c:f>Sheet1!$E$2:$E$11</c:f>
              <c:numCache>
                <c:formatCode>"$"#,##0_);[Red]\("$"#,##0\)</c:formatCode>
                <c:ptCount val="10"/>
                <c:pt idx="0">
                  <c:v>0</c:v>
                </c:pt>
                <c:pt idx="1">
                  <c:v>855715.48316941457</c:v>
                </c:pt>
                <c:pt idx="2">
                  <c:v>3329217.7263368675</c:v>
                </c:pt>
                <c:pt idx="3">
                  <c:v>5226009.3924585935</c:v>
                </c:pt>
                <c:pt idx="4">
                  <c:v>6661983.9621056737</c:v>
                </c:pt>
                <c:pt idx="5">
                  <c:v>7335665.6793269329</c:v>
                </c:pt>
                <c:pt idx="6">
                  <c:v>7495959.2108019348</c:v>
                </c:pt>
                <c:pt idx="7">
                  <c:v>7495959.2108019348</c:v>
                </c:pt>
                <c:pt idx="8">
                  <c:v>7495959.2108019348</c:v>
                </c:pt>
                <c:pt idx="9">
                  <c:v>7656767.8110727333</c:v>
                </c:pt>
              </c:numCache>
            </c:numRef>
          </c:val>
          <c:extLst>
            <c:ext xmlns:c16="http://schemas.microsoft.com/office/drawing/2014/chart" uri="{C3380CC4-5D6E-409C-BE32-E72D297353CC}">
              <c16:uniqueId val="{00000003-A2B4-4444-9BBF-B07174ADA4C6}"/>
            </c:ext>
          </c:extLst>
        </c:ser>
        <c:ser>
          <c:idx val="4"/>
          <c:order val="4"/>
          <c:tx>
            <c:strRef>
              <c:f>Sheet1!$F$1</c:f>
              <c:strCache>
                <c:ptCount val="1"/>
                <c:pt idx="0">
                  <c:v>Corporate Partnerships</c:v>
                </c:pt>
              </c:strCache>
            </c:strRef>
          </c:tx>
          <c:spPr>
            <a:solidFill>
              <a:schemeClr val="accent5">
                <a:lumMod val="60000"/>
                <a:lumOff val="40000"/>
              </a:schemeClr>
            </a:solidFill>
            <a:ln w="25400">
              <a:noFill/>
            </a:ln>
          </c:spPr>
          <c:cat>
            <c:strRef>
              <c:f>Sheet1!$A$2:$A$11</c:f>
              <c:strCache>
                <c:ptCount val="10"/>
                <c:pt idx="0">
                  <c:v>Label</c:v>
                </c:pt>
                <c:pt idx="1">
                  <c:v>Label</c:v>
                </c:pt>
                <c:pt idx="2">
                  <c:v>Label</c:v>
                </c:pt>
                <c:pt idx="3">
                  <c:v>Label</c:v>
                </c:pt>
                <c:pt idx="4">
                  <c:v>Label</c:v>
                </c:pt>
                <c:pt idx="5">
                  <c:v>Label</c:v>
                </c:pt>
                <c:pt idx="6">
                  <c:v>Label</c:v>
                </c:pt>
                <c:pt idx="7">
                  <c:v>Label</c:v>
                </c:pt>
                <c:pt idx="8">
                  <c:v>Label</c:v>
                </c:pt>
                <c:pt idx="9">
                  <c:v>Label</c:v>
                </c:pt>
              </c:strCache>
            </c:strRef>
          </c:cat>
          <c:val>
            <c:numRef>
              <c:f>Sheet1!$F$2:$F$11</c:f>
              <c:numCache>
                <c:formatCode>"$"#,##0_);[Red]\("$"#,##0\)</c:formatCode>
                <c:ptCount val="10"/>
                <c:pt idx="0">
                  <c:v>0</c:v>
                </c:pt>
                <c:pt idx="1">
                  <c:v>1830710.8500000015</c:v>
                </c:pt>
                <c:pt idx="2">
                  <c:v>3452983.487924993</c:v>
                </c:pt>
                <c:pt idx="3">
                  <c:v>3726910.3960499987</c:v>
                </c:pt>
                <c:pt idx="4">
                  <c:v>4002891.755985938</c:v>
                </c:pt>
                <c:pt idx="5">
                  <c:v>4021035.736367397</c:v>
                </c:pt>
                <c:pt idx="6">
                  <c:v>4039188.7887390479</c:v>
                </c:pt>
                <c:pt idx="7">
                  <c:v>4039188.7887390479</c:v>
                </c:pt>
                <c:pt idx="8">
                  <c:v>4039188.7887390479</c:v>
                </c:pt>
                <c:pt idx="9">
                  <c:v>4057350.9176368862</c:v>
                </c:pt>
              </c:numCache>
            </c:numRef>
          </c:val>
          <c:extLst>
            <c:ext xmlns:c16="http://schemas.microsoft.com/office/drawing/2014/chart" uri="{C3380CC4-5D6E-409C-BE32-E72D297353CC}">
              <c16:uniqueId val="{00000004-A2B4-4444-9BBF-B07174ADA4C6}"/>
            </c:ext>
          </c:extLst>
        </c:ser>
        <c:ser>
          <c:idx val="5"/>
          <c:order val="5"/>
          <c:tx>
            <c:strRef>
              <c:f>Sheet1!$G$1</c:f>
              <c:strCache>
                <c:ptCount val="1"/>
                <c:pt idx="0">
                  <c:v>Other</c:v>
                </c:pt>
              </c:strCache>
            </c:strRef>
          </c:tx>
          <c:spPr>
            <a:solidFill>
              <a:schemeClr val="tx2">
                <a:lumMod val="90000"/>
              </a:schemeClr>
            </a:solidFill>
            <a:ln>
              <a:noFill/>
            </a:ln>
            <a:effectLst>
              <a:outerShdw blurRad="40000" dist="23000" dir="5400000" rotWithShape="0">
                <a:srgbClr val="000000">
                  <a:alpha val="35000"/>
                </a:srgbClr>
              </a:outerShdw>
            </a:effectLst>
          </c:spPr>
          <c:cat>
            <c:strRef>
              <c:f>Sheet1!$A$2:$A$11</c:f>
              <c:strCache>
                <c:ptCount val="10"/>
                <c:pt idx="0">
                  <c:v>Label</c:v>
                </c:pt>
                <c:pt idx="1">
                  <c:v>Label</c:v>
                </c:pt>
                <c:pt idx="2">
                  <c:v>Label</c:v>
                </c:pt>
                <c:pt idx="3">
                  <c:v>Label</c:v>
                </c:pt>
                <c:pt idx="4">
                  <c:v>Label</c:v>
                </c:pt>
                <c:pt idx="5">
                  <c:v>Label</c:v>
                </c:pt>
                <c:pt idx="6">
                  <c:v>Label</c:v>
                </c:pt>
                <c:pt idx="7">
                  <c:v>Label</c:v>
                </c:pt>
                <c:pt idx="8">
                  <c:v>Label</c:v>
                </c:pt>
                <c:pt idx="9">
                  <c:v>Label</c:v>
                </c:pt>
              </c:strCache>
            </c:strRef>
          </c:cat>
          <c:val>
            <c:numRef>
              <c:f>Sheet1!$G$2:$G$11</c:f>
              <c:numCache>
                <c:formatCode>"$"#,##0_);[Red]\("$"#,##0\)</c:formatCode>
                <c:ptCount val="10"/>
                <c:pt idx="0">
                  <c:v>0</c:v>
                </c:pt>
                <c:pt idx="1">
                  <c:v>43030.3125</c:v>
                </c:pt>
                <c:pt idx="2">
                  <c:v>106962.08703124894</c:v>
                </c:pt>
                <c:pt idx="3">
                  <c:v>169360.13828124816</c:v>
                </c:pt>
                <c:pt idx="4">
                  <c:v>232279.20465312252</c:v>
                </c:pt>
                <c:pt idx="5">
                  <c:v>276975.56981270027</c:v>
                </c:pt>
                <c:pt idx="6">
                  <c:v>279027.7074435032</c:v>
                </c:pt>
                <c:pt idx="7">
                  <c:v>279027.7074435032</c:v>
                </c:pt>
                <c:pt idx="8">
                  <c:v>279027.7074435032</c:v>
                </c:pt>
                <c:pt idx="9">
                  <c:v>281080.87114312139</c:v>
                </c:pt>
              </c:numCache>
            </c:numRef>
          </c:val>
          <c:extLst>
            <c:ext xmlns:c16="http://schemas.microsoft.com/office/drawing/2014/chart" uri="{C3380CC4-5D6E-409C-BE32-E72D297353CC}">
              <c16:uniqueId val="{00000005-A2B4-4444-9BBF-B07174ADA4C6}"/>
            </c:ext>
          </c:extLst>
        </c:ser>
        <c:dLbls>
          <c:showLegendKey val="0"/>
          <c:showVal val="0"/>
          <c:showCatName val="0"/>
          <c:showSerName val="0"/>
          <c:showPercent val="0"/>
          <c:showBubbleSize val="0"/>
        </c:dLbls>
        <c:axId val="245701392"/>
        <c:axId val="245697864"/>
      </c:areaChart>
      <c:lineChart>
        <c:grouping val="standard"/>
        <c:varyColors val="0"/>
        <c:ser>
          <c:idx val="6"/>
          <c:order val="6"/>
          <c:tx>
            <c:strRef>
              <c:f>Sheet1!$H$1</c:f>
              <c:strCache>
                <c:ptCount val="1"/>
                <c:pt idx="0">
                  <c:v>Program Costs</c:v>
                </c:pt>
              </c:strCache>
            </c:strRef>
          </c:tx>
          <c:spPr>
            <a:ln>
              <a:solidFill>
                <a:srgbClr val="75787B"/>
              </a:solidFill>
            </a:ln>
          </c:spPr>
          <c:marker>
            <c:symbol val="none"/>
          </c:marker>
          <c:cat>
            <c:strRef>
              <c:f>Sheet1!$A$2:$A$11</c:f>
              <c:strCache>
                <c:ptCount val="10"/>
                <c:pt idx="0">
                  <c:v>Label</c:v>
                </c:pt>
                <c:pt idx="1">
                  <c:v>Label</c:v>
                </c:pt>
                <c:pt idx="2">
                  <c:v>Label</c:v>
                </c:pt>
                <c:pt idx="3">
                  <c:v>Label</c:v>
                </c:pt>
                <c:pt idx="4">
                  <c:v>Label</c:v>
                </c:pt>
                <c:pt idx="5">
                  <c:v>Label</c:v>
                </c:pt>
                <c:pt idx="6">
                  <c:v>Label</c:v>
                </c:pt>
                <c:pt idx="7">
                  <c:v>Label</c:v>
                </c:pt>
                <c:pt idx="8">
                  <c:v>Label</c:v>
                </c:pt>
                <c:pt idx="9">
                  <c:v>Label</c:v>
                </c:pt>
              </c:strCache>
            </c:strRef>
          </c:cat>
          <c:val>
            <c:numRef>
              <c:f>Sheet1!$H$2:$H$11</c:f>
              <c:numCache>
                <c:formatCode>General</c:formatCode>
                <c:ptCount val="10"/>
                <c:pt idx="0">
                  <c:v>0</c:v>
                </c:pt>
                <c:pt idx="1">
                  <c:v>12402500</c:v>
                </c:pt>
                <c:pt idx="2">
                  <c:v>1710000</c:v>
                </c:pt>
                <c:pt idx="3">
                  <c:v>1710000</c:v>
                </c:pt>
                <c:pt idx="4">
                  <c:v>1710000</c:v>
                </c:pt>
                <c:pt idx="5">
                  <c:v>3260000</c:v>
                </c:pt>
                <c:pt idx="6">
                  <c:v>1710000</c:v>
                </c:pt>
                <c:pt idx="7">
                  <c:v>1710000</c:v>
                </c:pt>
                <c:pt idx="8">
                  <c:v>1710000</c:v>
                </c:pt>
                <c:pt idx="9">
                  <c:v>3260000</c:v>
                </c:pt>
              </c:numCache>
            </c:numRef>
          </c:val>
          <c:smooth val="0"/>
          <c:extLst>
            <c:ext xmlns:c16="http://schemas.microsoft.com/office/drawing/2014/chart" uri="{C3380CC4-5D6E-409C-BE32-E72D297353CC}">
              <c16:uniqueId val="{00000006-A2B4-4444-9BBF-B07174ADA4C6}"/>
            </c:ext>
          </c:extLst>
        </c:ser>
        <c:dLbls>
          <c:showLegendKey val="0"/>
          <c:showVal val="0"/>
          <c:showCatName val="0"/>
          <c:showSerName val="0"/>
          <c:showPercent val="0"/>
          <c:showBubbleSize val="0"/>
        </c:dLbls>
        <c:marker val="1"/>
        <c:smooth val="0"/>
        <c:axId val="245701392"/>
        <c:axId val="245697864"/>
      </c:lineChart>
      <c:catAx>
        <c:axId val="245701392"/>
        <c:scaling>
          <c:orientation val="minMax"/>
        </c:scaling>
        <c:delete val="0"/>
        <c:axPos val="b"/>
        <c:numFmt formatCode="General" sourceLinked="0"/>
        <c:majorTickMark val="out"/>
        <c:minorTickMark val="none"/>
        <c:tickLblPos val="nextTo"/>
        <c:spPr>
          <a:noFill/>
          <a:ln w="9525" cap="flat" cmpd="sng" algn="ctr">
            <a:solidFill>
              <a:schemeClr val="tx1">
                <a:tint val="75000"/>
                <a:shade val="95000"/>
                <a:satMod val="10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Frutiger Next Pro Light"/>
              </a:defRPr>
            </a:pPr>
            <a:endParaRPr lang="en-US"/>
          </a:p>
        </c:txPr>
        <c:crossAx val="245697864"/>
        <c:crosses val="autoZero"/>
        <c:auto val="1"/>
        <c:lblAlgn val="ctr"/>
        <c:lblOffset val="100"/>
        <c:noMultiLvlLbl val="0"/>
      </c:catAx>
      <c:valAx>
        <c:axId val="245697864"/>
        <c:scaling>
          <c:orientation val="minMax"/>
        </c:scaling>
        <c:delete val="0"/>
        <c:axPos val="l"/>
        <c:majorGridlines>
          <c:spPr>
            <a:ln w="9525" cap="flat" cmpd="sng" algn="ctr">
              <a:solidFill>
                <a:schemeClr val="bg1">
                  <a:lumMod val="95000"/>
                </a:schemeClr>
              </a:solidFill>
              <a:prstDash val="solid"/>
              <a:round/>
            </a:ln>
            <a:effectLst/>
          </c:spPr>
        </c:majorGridlines>
        <c:numFmt formatCode="&quot;$&quot;#,##0_);[Red]\(&quot;$&quot;#,##0\)" sourceLinked="1"/>
        <c:majorTickMark val="out"/>
        <c:minorTickMark val="none"/>
        <c:tickLblPos val="nextTo"/>
        <c:spPr>
          <a:noFill/>
          <a:ln w="9525" cap="flat" cmpd="sng" algn="ctr">
            <a:solidFill>
              <a:schemeClr val="tx1">
                <a:tint val="75000"/>
                <a:shade val="95000"/>
                <a:satMod val="10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Frutiger Next Pro Light"/>
              </a:defRPr>
            </a:pPr>
            <a:endParaRPr lang="en-US"/>
          </a:p>
        </c:txPr>
        <c:crossAx val="245701392"/>
        <c:crosses val="autoZero"/>
        <c:crossBetween val="between"/>
      </c:valAx>
      <c:spPr>
        <a:noFill/>
        <a:ln>
          <a:noFill/>
        </a:ln>
        <a:effectLst/>
      </c:spPr>
    </c:plotArea>
    <c:legend>
      <c:legendPos val="b"/>
      <c:layout>
        <c:manualLayout>
          <c:xMode val="edge"/>
          <c:yMode val="edge"/>
          <c:x val="0"/>
          <c:y val="0.78400222611849346"/>
          <c:w val="0.99709409747686772"/>
          <c:h val="0.2159977738815065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Frutiger Next Pro Light"/>
            </a:defRPr>
          </a:pPr>
          <a:endParaRPr lang="en-US"/>
        </a:p>
      </c:txPr>
    </c:legend>
    <c:plotVisOnly val="1"/>
    <c:dispBlanksAs val="gap"/>
    <c:showDLblsOverMax val="0"/>
  </c:chart>
  <c:spPr>
    <a:noFill/>
    <a:ln w="9525" cap="flat" cmpd="sng" algn="ctr">
      <a:noFill/>
      <a:prstDash val="solid"/>
    </a:ln>
    <a:effectLst/>
  </c:spPr>
  <c:txPr>
    <a:bodyPr/>
    <a:lstStyle/>
    <a:p>
      <a:pPr>
        <a:defRPr sz="1800"/>
      </a:pPr>
      <a:endParaRPr lang="en-US"/>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3"/>
              </a:solidFill>
              <a:ln>
                <a:noFill/>
              </a:ln>
            </c:spPr>
            <c:extLst>
              <c:ext xmlns:c16="http://schemas.microsoft.com/office/drawing/2014/chart" uri="{C3380CC4-5D6E-409C-BE32-E72D297353CC}">
                <c16:uniqueId val="{00000001-F3C2-46BC-9B7A-A2BA8FCD1CDB}"/>
              </c:ext>
            </c:extLst>
          </c:dPt>
          <c:dPt>
            <c:idx val="1"/>
            <c:bubble3D val="0"/>
            <c:spPr>
              <a:solidFill>
                <a:schemeClr val="accent5"/>
              </a:solidFill>
              <a:ln>
                <a:noFill/>
              </a:ln>
            </c:spPr>
            <c:extLst>
              <c:ext xmlns:c16="http://schemas.microsoft.com/office/drawing/2014/chart" uri="{C3380CC4-5D6E-409C-BE32-E72D297353CC}">
                <c16:uniqueId val="{00000003-F3C2-46BC-9B7A-A2BA8FCD1CDB}"/>
              </c:ext>
            </c:extLst>
          </c:dPt>
          <c:dPt>
            <c:idx val="2"/>
            <c:bubble3D val="0"/>
            <c:spPr>
              <a:solidFill>
                <a:schemeClr val="accent6"/>
              </a:solidFill>
              <a:ln>
                <a:noFill/>
              </a:ln>
            </c:spPr>
            <c:extLst>
              <c:ext xmlns:c16="http://schemas.microsoft.com/office/drawing/2014/chart" uri="{C3380CC4-5D6E-409C-BE32-E72D297353CC}">
                <c16:uniqueId val="{00000005-F3C2-46BC-9B7A-A2BA8FCD1CDB}"/>
              </c:ext>
            </c:extLst>
          </c:dPt>
          <c:dPt>
            <c:idx val="3"/>
            <c:bubble3D val="0"/>
            <c:spPr>
              <a:solidFill>
                <a:schemeClr val="bg1">
                  <a:lumMod val="75000"/>
                </a:schemeClr>
              </a:solidFill>
              <a:ln>
                <a:noFill/>
              </a:ln>
            </c:spPr>
            <c:extLst>
              <c:ext xmlns:c16="http://schemas.microsoft.com/office/drawing/2014/chart" uri="{C3380CC4-5D6E-409C-BE32-E72D297353CC}">
                <c16:uniqueId val="{00000007-F3C2-46BC-9B7A-A2BA8FCD1CDB}"/>
              </c:ext>
            </c:extLst>
          </c:dPt>
          <c:cat>
            <c:strRef>
              <c:f>Sheet1!$A$2:$A$4</c:f>
              <c:strCache>
                <c:ptCount val="3"/>
                <c:pt idx="0">
                  <c:v>1st Qtr</c:v>
                </c:pt>
                <c:pt idx="1">
                  <c:v>2nd Qtr</c:v>
                </c:pt>
                <c:pt idx="2">
                  <c:v>3rd Qtr</c:v>
                </c:pt>
              </c:strCache>
            </c:strRef>
          </c:cat>
          <c:val>
            <c:numRef>
              <c:f>Sheet1!$B$2:$B$4</c:f>
              <c:numCache>
                <c:formatCode>0%</c:formatCode>
                <c:ptCount val="3"/>
                <c:pt idx="0">
                  <c:v>0.3</c:v>
                </c:pt>
                <c:pt idx="1">
                  <c:v>0.3</c:v>
                </c:pt>
                <c:pt idx="2">
                  <c:v>0.3</c:v>
                </c:pt>
              </c:numCache>
            </c:numRef>
          </c:val>
          <c:extLst>
            <c:ext xmlns:c16="http://schemas.microsoft.com/office/drawing/2014/chart" uri="{C3380CC4-5D6E-409C-BE32-E72D297353CC}">
              <c16:uniqueId val="{00000008-F3C2-46BC-9B7A-A2BA8FCD1CDB}"/>
            </c:ext>
          </c:extLst>
        </c:ser>
        <c:dLbls>
          <c:showLegendKey val="0"/>
          <c:showVal val="0"/>
          <c:showCatName val="0"/>
          <c:showSerName val="0"/>
          <c:showPercent val="0"/>
          <c:showBubbleSize val="0"/>
          <c:showLeaderLines val="1"/>
        </c:dLbls>
        <c:firstSliceAng val="0"/>
        <c:holeSize val="65"/>
      </c:doughnutChart>
    </c:plotArea>
    <c:plotVisOnly val="1"/>
    <c:dispBlanksAs val="gap"/>
    <c:showDLblsOverMax val="0"/>
  </c:chart>
  <c:txPr>
    <a:bodyPr/>
    <a:lstStyle/>
    <a:p>
      <a:pPr>
        <a:defRPr sz="1800"/>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withinLinearReversed" id="22">
  <a:schemeClr val="accent2"/>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31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4" y="1"/>
            <a:ext cx="3170138" cy="479539"/>
          </a:xfrm>
          <a:prstGeom prst="rect">
            <a:avLst/>
          </a:prstGeom>
        </p:spPr>
        <p:txBody>
          <a:bodyPr vert="horz" lIns="90913" tIns="45457" rIns="90913" bIns="45457" rtlCol="0"/>
          <a:lstStyle>
            <a:lvl1pPr algn="l">
              <a:defRPr sz="1100"/>
            </a:lvl1pPr>
          </a:lstStyle>
          <a:p>
            <a:endParaRPr lang="en-US" dirty="0">
              <a:latin typeface="Arial" panose="020B0604020202020204" pitchFamily="34" charset="0"/>
            </a:endParaRPr>
          </a:p>
        </p:txBody>
      </p:sp>
      <p:sp>
        <p:nvSpPr>
          <p:cNvPr id="3" name="Date Placeholder 2"/>
          <p:cNvSpPr>
            <a:spLocks noGrp="1"/>
          </p:cNvSpPr>
          <p:nvPr>
            <p:ph type="dt" sz="quarter" idx="1"/>
          </p:nvPr>
        </p:nvSpPr>
        <p:spPr>
          <a:xfrm>
            <a:off x="4143427" y="1"/>
            <a:ext cx="3170138" cy="479539"/>
          </a:xfrm>
          <a:prstGeom prst="rect">
            <a:avLst/>
          </a:prstGeom>
        </p:spPr>
        <p:txBody>
          <a:bodyPr vert="horz" lIns="90913" tIns="45457" rIns="90913" bIns="45457" rtlCol="0"/>
          <a:lstStyle>
            <a:lvl1pPr algn="r">
              <a:defRPr sz="1100"/>
            </a:lvl1pPr>
          </a:lstStyle>
          <a:p>
            <a:fld id="{B4AD245C-091B-44E2-BFB0-BD94217887F7}" type="datetimeFigureOut">
              <a:rPr lang="en-US" smtClean="0">
                <a:latin typeface="Arial" panose="020B0604020202020204" pitchFamily="34" charset="0"/>
              </a:rPr>
              <a:t>2/11/2025</a:t>
            </a:fld>
            <a:endParaRPr lang="en-US" dirty="0">
              <a:latin typeface="Arial" panose="020B0604020202020204" pitchFamily="34" charset="0"/>
            </a:endParaRPr>
          </a:p>
        </p:txBody>
      </p:sp>
      <p:sp>
        <p:nvSpPr>
          <p:cNvPr id="4" name="Footer Placeholder 3"/>
          <p:cNvSpPr>
            <a:spLocks noGrp="1"/>
          </p:cNvSpPr>
          <p:nvPr>
            <p:ph type="ftr" sz="quarter" idx="2"/>
          </p:nvPr>
        </p:nvSpPr>
        <p:spPr>
          <a:xfrm>
            <a:off x="4" y="9120173"/>
            <a:ext cx="3170138" cy="479539"/>
          </a:xfrm>
          <a:prstGeom prst="rect">
            <a:avLst/>
          </a:prstGeom>
        </p:spPr>
        <p:txBody>
          <a:bodyPr vert="horz" lIns="90913" tIns="45457" rIns="90913" bIns="45457" rtlCol="0" anchor="b"/>
          <a:lstStyle>
            <a:lvl1pPr algn="l">
              <a:defRPr sz="1100"/>
            </a:lvl1pPr>
          </a:lstStyle>
          <a:p>
            <a:endParaRPr lang="en-US" dirty="0">
              <a:latin typeface="Arial" panose="020B0604020202020204" pitchFamily="34" charset="0"/>
            </a:endParaRPr>
          </a:p>
        </p:txBody>
      </p:sp>
      <p:sp>
        <p:nvSpPr>
          <p:cNvPr id="5" name="Slide Number Placeholder 4"/>
          <p:cNvSpPr>
            <a:spLocks noGrp="1"/>
          </p:cNvSpPr>
          <p:nvPr>
            <p:ph type="sldNum" sz="quarter" idx="3"/>
          </p:nvPr>
        </p:nvSpPr>
        <p:spPr>
          <a:xfrm>
            <a:off x="4143427" y="9120173"/>
            <a:ext cx="3170138" cy="479539"/>
          </a:xfrm>
          <a:prstGeom prst="rect">
            <a:avLst/>
          </a:prstGeom>
        </p:spPr>
        <p:txBody>
          <a:bodyPr vert="horz" lIns="90913" tIns="45457" rIns="90913" bIns="45457" rtlCol="0" anchor="b"/>
          <a:lstStyle>
            <a:lvl1pPr algn="r">
              <a:defRPr sz="1100"/>
            </a:lvl1pPr>
          </a:lstStyle>
          <a:p>
            <a:fld id="{9A913F39-CFF6-40F1-84D1-700840B41EAB}" type="slidenum">
              <a:rPr lang="en-US" smtClean="0">
                <a:latin typeface="Arial" panose="020B0604020202020204" pitchFamily="34" charset="0"/>
              </a:rPr>
              <a:t>‹#›</a:t>
            </a:fld>
            <a:endParaRPr lang="en-US" dirty="0">
              <a:latin typeface="Arial" panose="020B0604020202020204" pitchFamily="34" charset="0"/>
            </a:endParaRPr>
          </a:p>
        </p:txBody>
      </p:sp>
    </p:spTree>
    <p:extLst>
      <p:ext uri="{BB962C8B-B14F-4D97-AF65-F5344CB8AC3E}">
        <p14:creationId xmlns:p14="http://schemas.microsoft.com/office/powerpoint/2010/main" val="195481318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1"/>
            <a:ext cx="3169920" cy="480060"/>
          </a:xfrm>
          <a:prstGeom prst="rect">
            <a:avLst/>
          </a:prstGeom>
        </p:spPr>
        <p:txBody>
          <a:bodyPr vert="horz" lIns="98478" tIns="49238" rIns="98478" bIns="49238" rtlCol="0"/>
          <a:lstStyle>
            <a:lvl1pPr algn="l">
              <a:defRPr sz="1200">
                <a:latin typeface="Arial" panose="020B0604020202020204" pitchFamily="34" charset="0"/>
              </a:defRPr>
            </a:lvl1pPr>
          </a:lstStyle>
          <a:p>
            <a:endParaRPr lang="en-US" dirty="0"/>
          </a:p>
        </p:txBody>
      </p:sp>
      <p:sp>
        <p:nvSpPr>
          <p:cNvPr id="3" name="Date Placeholder 2"/>
          <p:cNvSpPr>
            <a:spLocks noGrp="1"/>
          </p:cNvSpPr>
          <p:nvPr>
            <p:ph type="dt" idx="1"/>
          </p:nvPr>
        </p:nvSpPr>
        <p:spPr>
          <a:xfrm>
            <a:off x="4143589" y="1"/>
            <a:ext cx="3169920" cy="480060"/>
          </a:xfrm>
          <a:prstGeom prst="rect">
            <a:avLst/>
          </a:prstGeom>
        </p:spPr>
        <p:txBody>
          <a:bodyPr vert="horz" lIns="98478" tIns="49238" rIns="98478" bIns="49238" rtlCol="0"/>
          <a:lstStyle>
            <a:lvl1pPr algn="r">
              <a:defRPr sz="1200">
                <a:latin typeface="Arial" panose="020B0604020202020204" pitchFamily="34" charset="0"/>
              </a:defRPr>
            </a:lvl1pPr>
          </a:lstStyle>
          <a:p>
            <a:fld id="{0BA5BBE4-AEA3-489A-A28E-0C2FAF2506E3}" type="datetimeFigureOut">
              <a:rPr lang="en-US" smtClean="0"/>
              <a:pPr/>
              <a:t>2/11/2025</a:t>
            </a:fld>
            <a:endParaRPr lang="en-US" dirty="0"/>
          </a:p>
        </p:txBody>
      </p:sp>
      <p:sp>
        <p:nvSpPr>
          <p:cNvPr id="4" name="Slide Image Placeholder 3"/>
          <p:cNvSpPr>
            <a:spLocks noGrp="1" noRot="1" noChangeAspect="1"/>
          </p:cNvSpPr>
          <p:nvPr>
            <p:ph type="sldImg" idx="2"/>
          </p:nvPr>
        </p:nvSpPr>
        <p:spPr>
          <a:xfrm>
            <a:off x="1058863" y="720725"/>
            <a:ext cx="5197475" cy="3598863"/>
          </a:xfrm>
          <a:prstGeom prst="rect">
            <a:avLst/>
          </a:prstGeom>
          <a:noFill/>
          <a:ln w="12700">
            <a:solidFill>
              <a:prstClr val="black"/>
            </a:solidFill>
          </a:ln>
        </p:spPr>
        <p:txBody>
          <a:bodyPr vert="horz" lIns="98478" tIns="49238" rIns="98478" bIns="49238" rtlCol="0" anchor="ctr"/>
          <a:lstStyle/>
          <a:p>
            <a:endParaRPr lang="en-GB" dirty="0"/>
          </a:p>
        </p:txBody>
      </p:sp>
      <p:sp>
        <p:nvSpPr>
          <p:cNvPr id="5" name="Notes Placeholder 4"/>
          <p:cNvSpPr>
            <a:spLocks noGrp="1"/>
          </p:cNvSpPr>
          <p:nvPr>
            <p:ph type="body" sz="quarter" idx="3"/>
          </p:nvPr>
        </p:nvSpPr>
        <p:spPr>
          <a:xfrm>
            <a:off x="731520" y="4560571"/>
            <a:ext cx="5852160" cy="4320540"/>
          </a:xfrm>
          <a:prstGeom prst="rect">
            <a:avLst/>
          </a:prstGeom>
        </p:spPr>
        <p:txBody>
          <a:bodyPr vert="horz" lIns="98478" tIns="49238" rIns="98478" bIns="49238"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9119475"/>
            <a:ext cx="3169920" cy="480060"/>
          </a:xfrm>
          <a:prstGeom prst="rect">
            <a:avLst/>
          </a:prstGeom>
        </p:spPr>
        <p:txBody>
          <a:bodyPr vert="horz" lIns="98478" tIns="49238" rIns="98478" bIns="49238" rtlCol="0" anchor="b"/>
          <a:lstStyle>
            <a:lvl1pPr algn="l">
              <a:defRPr sz="1200">
                <a:latin typeface="Arial" panose="020B0604020202020204" pitchFamily="34" charset="0"/>
              </a:defRPr>
            </a:lvl1pPr>
          </a:lstStyle>
          <a:p>
            <a:endParaRPr lang="en-US" dirty="0"/>
          </a:p>
        </p:txBody>
      </p:sp>
      <p:sp>
        <p:nvSpPr>
          <p:cNvPr id="7" name="Slide Number Placeholder 6"/>
          <p:cNvSpPr>
            <a:spLocks noGrp="1"/>
          </p:cNvSpPr>
          <p:nvPr>
            <p:ph type="sldNum" sz="quarter" idx="5"/>
          </p:nvPr>
        </p:nvSpPr>
        <p:spPr>
          <a:xfrm>
            <a:off x="4143589" y="9119475"/>
            <a:ext cx="3169920" cy="480060"/>
          </a:xfrm>
          <a:prstGeom prst="rect">
            <a:avLst/>
          </a:prstGeom>
        </p:spPr>
        <p:txBody>
          <a:bodyPr vert="horz" lIns="98478" tIns="49238" rIns="98478" bIns="49238" rtlCol="0" anchor="b"/>
          <a:lstStyle>
            <a:lvl1pPr algn="r">
              <a:defRPr sz="1200">
                <a:latin typeface="Arial" panose="020B0604020202020204" pitchFamily="34" charset="0"/>
              </a:defRPr>
            </a:lvl1pPr>
          </a:lstStyle>
          <a:p>
            <a:fld id="{C0F4A2C8-6C88-4E71-83EE-698B9D4FE22F}" type="slidenum">
              <a:rPr lang="en-US" smtClean="0"/>
              <a:pPr/>
              <a:t>‹#›</a:t>
            </a:fld>
            <a:endParaRPr lang="en-US" dirty="0"/>
          </a:p>
        </p:txBody>
      </p:sp>
    </p:spTree>
    <p:extLst>
      <p:ext uri="{BB962C8B-B14F-4D97-AF65-F5344CB8AC3E}">
        <p14:creationId xmlns:p14="http://schemas.microsoft.com/office/powerpoint/2010/main" val="1904730299"/>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Arial" panose="020B0604020202020204" pitchFamily="34" charset="0"/>
        <a:ea typeface="+mn-ea"/>
        <a:cs typeface="+mn-cs"/>
      </a:defRPr>
    </a:lvl1pPr>
    <a:lvl2pPr marL="457200" algn="l" defTabSz="914400" rtl="0" eaLnBrk="1" latinLnBrk="0" hangingPunct="1">
      <a:defRPr sz="1200" kern="1200">
        <a:solidFill>
          <a:schemeClr val="tx1"/>
        </a:solidFill>
        <a:latin typeface="Arial" panose="020B0604020202020204" pitchFamily="34" charset="0"/>
        <a:ea typeface="+mn-ea"/>
        <a:cs typeface="+mn-cs"/>
      </a:defRPr>
    </a:lvl2pPr>
    <a:lvl3pPr marL="914400" algn="l" defTabSz="914400" rtl="0" eaLnBrk="1" latinLnBrk="0" hangingPunct="1">
      <a:defRPr sz="1200" kern="1200">
        <a:solidFill>
          <a:schemeClr val="tx1"/>
        </a:solidFill>
        <a:latin typeface="Arial" panose="020B0604020202020204" pitchFamily="34" charset="0"/>
        <a:ea typeface="+mn-ea"/>
        <a:cs typeface="+mn-cs"/>
      </a:defRPr>
    </a:lvl3pPr>
    <a:lvl4pPr marL="1371600" algn="l" defTabSz="914400" rtl="0" eaLnBrk="1" latinLnBrk="0" hangingPunct="1">
      <a:defRPr sz="1200" kern="1200">
        <a:solidFill>
          <a:schemeClr val="tx1"/>
        </a:solidFill>
        <a:latin typeface="Arial" panose="020B0604020202020204" pitchFamily="34" charset="0"/>
        <a:ea typeface="+mn-ea"/>
        <a:cs typeface="+mn-cs"/>
      </a:defRPr>
    </a:lvl4pPr>
    <a:lvl5pPr marL="1828800" algn="l" defTabSz="914400" rtl="0" eaLnBrk="1" latinLnBrk="0" hangingPunct="1">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a:buFont typeface="Arial" panose="020B0604020202020204" pitchFamily="34" charset="0"/>
              <a:buChar char="•"/>
            </a:pPr>
            <a:r>
              <a:rPr lang="en-US" dirty="0"/>
              <a:t>The training doesn’t stop today</a:t>
            </a:r>
          </a:p>
          <a:p>
            <a:pPr marL="285750" indent="-285750">
              <a:buFont typeface="Arial" panose="020B0604020202020204" pitchFamily="34" charset="0"/>
              <a:buChar char="•"/>
            </a:pPr>
            <a:r>
              <a:rPr lang="en-US" dirty="0"/>
              <a:t>Brand Space has a growing library of training topics to help upskill you on key topics.  </a:t>
            </a:r>
          </a:p>
          <a:p>
            <a:pPr marL="285750" indent="-285750">
              <a:buFont typeface="Arial" panose="020B0604020202020204" pitchFamily="34" charset="0"/>
              <a:buChar char="•"/>
            </a:pPr>
            <a:r>
              <a:rPr lang="en-US" dirty="0"/>
              <a:t>Ranging from recorded sessions like these that are hours long to 10 minute micro trainings on niche system topics, you’ll find the topics you want with the level of detail you desire</a:t>
            </a:r>
          </a:p>
        </p:txBody>
      </p:sp>
      <p:sp>
        <p:nvSpPr>
          <p:cNvPr id="4" name="Slide Number Placeholder 3"/>
          <p:cNvSpPr>
            <a:spLocks noGrp="1"/>
          </p:cNvSpPr>
          <p:nvPr>
            <p:ph type="sldNum" sz="quarter" idx="5"/>
          </p:nvPr>
        </p:nvSpPr>
        <p:spPr/>
        <p:txBody>
          <a:bodyPr/>
          <a:lstStyle/>
          <a:p>
            <a:fld id="{C0F4A2C8-6C88-4E71-83EE-698B9D4FE22F}" type="slidenum">
              <a:rPr lang="en-US" smtClean="0"/>
              <a:pPr/>
              <a:t>2</a:t>
            </a:fld>
            <a:endParaRPr lang="en-US" dirty="0"/>
          </a:p>
        </p:txBody>
      </p:sp>
    </p:spTree>
    <p:extLst>
      <p:ext uri="{BB962C8B-B14F-4D97-AF65-F5344CB8AC3E}">
        <p14:creationId xmlns:p14="http://schemas.microsoft.com/office/powerpoint/2010/main" val="102856020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a:xfrm>
            <a:off x="4143375" y="9120188"/>
            <a:ext cx="3170238" cy="481012"/>
          </a:xfrm>
          <a:prstGeom prst="rect">
            <a:avLst/>
          </a:prstGeom>
        </p:spPr>
        <p:txBody>
          <a:bodyPr/>
          <a:lstStyle/>
          <a:p>
            <a:fld id="{B1FEB637-BC42-497E-9119-65CA0380A6EE}" type="slidenum">
              <a:rPr lang="en-GB" smtClean="0"/>
              <a:t>4</a:t>
            </a:fld>
            <a:endParaRPr lang="en-GB"/>
          </a:p>
        </p:txBody>
      </p:sp>
    </p:spTree>
    <p:extLst>
      <p:ext uri="{BB962C8B-B14F-4D97-AF65-F5344CB8AC3E}">
        <p14:creationId xmlns:p14="http://schemas.microsoft.com/office/powerpoint/2010/main" val="18615246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a:xfrm>
            <a:off x="4143375" y="9120188"/>
            <a:ext cx="3170238" cy="481012"/>
          </a:xfrm>
          <a:prstGeom prst="rect">
            <a:avLst/>
          </a:prstGeom>
        </p:spPr>
        <p:txBody>
          <a:bodyPr/>
          <a:lstStyle/>
          <a:p>
            <a:fld id="{B1FEB637-BC42-497E-9119-65CA0380A6EE}" type="slidenum">
              <a:rPr lang="en-GB" smtClean="0"/>
              <a:t>7</a:t>
            </a:fld>
            <a:endParaRPr lang="en-GB"/>
          </a:p>
        </p:txBody>
      </p:sp>
    </p:spTree>
    <p:extLst>
      <p:ext uri="{BB962C8B-B14F-4D97-AF65-F5344CB8AC3E}">
        <p14:creationId xmlns:p14="http://schemas.microsoft.com/office/powerpoint/2010/main" val="26635488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a:xfrm>
            <a:off x="4143375" y="9120188"/>
            <a:ext cx="3170238" cy="481012"/>
          </a:xfrm>
          <a:prstGeom prst="rect">
            <a:avLst/>
          </a:prstGeom>
        </p:spPr>
        <p:txBody>
          <a:bodyPr/>
          <a:lstStyle/>
          <a:p>
            <a:fld id="{B1FEB637-BC42-497E-9119-65CA0380A6EE}" type="slidenum">
              <a:rPr lang="en-GB" smtClean="0"/>
              <a:t>8</a:t>
            </a:fld>
            <a:endParaRPr lang="en-GB"/>
          </a:p>
        </p:txBody>
      </p:sp>
    </p:spTree>
    <p:extLst>
      <p:ext uri="{BB962C8B-B14F-4D97-AF65-F5344CB8AC3E}">
        <p14:creationId xmlns:p14="http://schemas.microsoft.com/office/powerpoint/2010/main" val="59378156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C0F4A2C8-6C88-4E71-83EE-698B9D4FE22F}" type="slidenum">
              <a:rPr lang="en-US" smtClean="0"/>
              <a:pPr/>
              <a:t>11</a:t>
            </a:fld>
            <a:endParaRPr lang="en-US" dirty="0"/>
          </a:p>
        </p:txBody>
      </p:sp>
    </p:spTree>
    <p:extLst>
      <p:ext uri="{BB962C8B-B14F-4D97-AF65-F5344CB8AC3E}">
        <p14:creationId xmlns:p14="http://schemas.microsoft.com/office/powerpoint/2010/main" val="39470943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C0F4A2C8-6C88-4E71-83EE-698B9D4FE22F}" type="slidenum">
              <a:rPr lang="en-US" smtClean="0"/>
              <a:pPr/>
              <a:t>12</a:t>
            </a:fld>
            <a:endParaRPr lang="en-US" dirty="0"/>
          </a:p>
        </p:txBody>
      </p:sp>
    </p:spTree>
    <p:extLst>
      <p:ext uri="{BB962C8B-B14F-4D97-AF65-F5344CB8AC3E}">
        <p14:creationId xmlns:p14="http://schemas.microsoft.com/office/powerpoint/2010/main" val="325575680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0F4A2C8-6C88-4E71-83EE-698B9D4FE22F}" type="slidenum">
              <a:rPr lang="en-US" smtClean="0"/>
              <a:pPr/>
              <a:t>13</a:t>
            </a:fld>
            <a:endParaRPr lang="en-US" dirty="0"/>
          </a:p>
        </p:txBody>
      </p:sp>
    </p:spTree>
    <p:extLst>
      <p:ext uri="{BB962C8B-B14F-4D97-AF65-F5344CB8AC3E}">
        <p14:creationId xmlns:p14="http://schemas.microsoft.com/office/powerpoint/2010/main" val="28321181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21</a:t>
            </a:fld>
            <a:endParaRPr lang="en-US" dirty="0"/>
          </a:p>
        </p:txBody>
      </p:sp>
    </p:spTree>
    <p:extLst>
      <p:ext uri="{BB962C8B-B14F-4D97-AF65-F5344CB8AC3E}">
        <p14:creationId xmlns:p14="http://schemas.microsoft.com/office/powerpoint/2010/main" val="272824340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71410737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28</a:t>
            </a:fld>
            <a:endParaRPr lang="en-US" dirty="0"/>
          </a:p>
        </p:txBody>
      </p:sp>
    </p:spTree>
    <p:extLst>
      <p:ext uri="{BB962C8B-B14F-4D97-AF65-F5344CB8AC3E}">
        <p14:creationId xmlns:p14="http://schemas.microsoft.com/office/powerpoint/2010/main" val="287151901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29</a:t>
            </a:fld>
            <a:endParaRPr lang="en-US" dirty="0"/>
          </a:p>
        </p:txBody>
      </p:sp>
    </p:spTree>
    <p:extLst>
      <p:ext uri="{BB962C8B-B14F-4D97-AF65-F5344CB8AC3E}">
        <p14:creationId xmlns:p14="http://schemas.microsoft.com/office/powerpoint/2010/main" val="1461999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30</a:t>
            </a:fld>
            <a:endParaRPr lang="en-US" dirty="0"/>
          </a:p>
        </p:txBody>
      </p:sp>
    </p:spTree>
    <p:extLst>
      <p:ext uri="{BB962C8B-B14F-4D97-AF65-F5344CB8AC3E}">
        <p14:creationId xmlns:p14="http://schemas.microsoft.com/office/powerpoint/2010/main" val="120424173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31</a:t>
            </a:fld>
            <a:endParaRPr lang="en-US" dirty="0"/>
          </a:p>
        </p:txBody>
      </p:sp>
    </p:spTree>
    <p:extLst>
      <p:ext uri="{BB962C8B-B14F-4D97-AF65-F5344CB8AC3E}">
        <p14:creationId xmlns:p14="http://schemas.microsoft.com/office/powerpoint/2010/main" val="148225339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113191827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44848419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312409996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109344789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76306000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3104228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244561127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53</a:t>
            </a:fld>
            <a:endParaRPr lang="en-US" dirty="0"/>
          </a:p>
        </p:txBody>
      </p:sp>
    </p:spTree>
    <p:extLst>
      <p:ext uri="{BB962C8B-B14F-4D97-AF65-F5344CB8AC3E}">
        <p14:creationId xmlns:p14="http://schemas.microsoft.com/office/powerpoint/2010/main" val="412729553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54</a:t>
            </a:fld>
            <a:endParaRPr lang="en-US" dirty="0"/>
          </a:p>
        </p:txBody>
      </p:sp>
    </p:spTree>
    <p:extLst>
      <p:ext uri="{BB962C8B-B14F-4D97-AF65-F5344CB8AC3E}">
        <p14:creationId xmlns:p14="http://schemas.microsoft.com/office/powerpoint/2010/main" val="78677622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55</a:t>
            </a:fld>
            <a:endParaRPr lang="en-US" dirty="0"/>
          </a:p>
        </p:txBody>
      </p:sp>
    </p:spTree>
    <p:extLst>
      <p:ext uri="{BB962C8B-B14F-4D97-AF65-F5344CB8AC3E}">
        <p14:creationId xmlns:p14="http://schemas.microsoft.com/office/powerpoint/2010/main" val="4359363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56</a:t>
            </a:fld>
            <a:endParaRPr lang="en-US" dirty="0"/>
          </a:p>
        </p:txBody>
      </p:sp>
    </p:spTree>
    <p:extLst>
      <p:ext uri="{BB962C8B-B14F-4D97-AF65-F5344CB8AC3E}">
        <p14:creationId xmlns:p14="http://schemas.microsoft.com/office/powerpoint/2010/main" val="231693035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57</a:t>
            </a:fld>
            <a:endParaRPr lang="en-US" dirty="0"/>
          </a:p>
        </p:txBody>
      </p:sp>
    </p:spTree>
    <p:extLst>
      <p:ext uri="{BB962C8B-B14F-4D97-AF65-F5344CB8AC3E}">
        <p14:creationId xmlns:p14="http://schemas.microsoft.com/office/powerpoint/2010/main" val="238855215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58</a:t>
            </a:fld>
            <a:endParaRPr lang="en-US" dirty="0"/>
          </a:p>
        </p:txBody>
      </p:sp>
    </p:spTree>
    <p:extLst>
      <p:ext uri="{BB962C8B-B14F-4D97-AF65-F5344CB8AC3E}">
        <p14:creationId xmlns:p14="http://schemas.microsoft.com/office/powerpoint/2010/main" val="51320200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59</a:t>
            </a:fld>
            <a:endParaRPr lang="en-US" dirty="0"/>
          </a:p>
        </p:txBody>
      </p:sp>
    </p:spTree>
    <p:extLst>
      <p:ext uri="{BB962C8B-B14F-4D97-AF65-F5344CB8AC3E}">
        <p14:creationId xmlns:p14="http://schemas.microsoft.com/office/powerpoint/2010/main" val="186495805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60</a:t>
            </a:fld>
            <a:endParaRPr lang="en-US" dirty="0"/>
          </a:p>
        </p:txBody>
      </p:sp>
    </p:spTree>
    <p:extLst>
      <p:ext uri="{BB962C8B-B14F-4D97-AF65-F5344CB8AC3E}">
        <p14:creationId xmlns:p14="http://schemas.microsoft.com/office/powerpoint/2010/main" val="125344957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61</a:t>
            </a:fld>
            <a:endParaRPr lang="en-US" dirty="0"/>
          </a:p>
        </p:txBody>
      </p:sp>
    </p:spTree>
    <p:extLst>
      <p:ext uri="{BB962C8B-B14F-4D97-AF65-F5344CB8AC3E}">
        <p14:creationId xmlns:p14="http://schemas.microsoft.com/office/powerpoint/2010/main" val="320229408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63</a:t>
            </a:fld>
            <a:endParaRPr lang="en-US" dirty="0"/>
          </a:p>
        </p:txBody>
      </p:sp>
    </p:spTree>
    <p:extLst>
      <p:ext uri="{BB962C8B-B14F-4D97-AF65-F5344CB8AC3E}">
        <p14:creationId xmlns:p14="http://schemas.microsoft.com/office/powerpoint/2010/main" val="272893259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19552177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65</a:t>
            </a:fld>
            <a:endParaRPr lang="en-US" dirty="0"/>
          </a:p>
        </p:txBody>
      </p:sp>
    </p:spTree>
    <p:extLst>
      <p:ext uri="{BB962C8B-B14F-4D97-AF65-F5344CB8AC3E}">
        <p14:creationId xmlns:p14="http://schemas.microsoft.com/office/powerpoint/2010/main" val="368103348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GB"/>
          </a:p>
        </p:txBody>
      </p:sp>
    </p:spTree>
    <p:extLst>
      <p:ext uri="{BB962C8B-B14F-4D97-AF65-F5344CB8AC3E}">
        <p14:creationId xmlns:p14="http://schemas.microsoft.com/office/powerpoint/2010/main" val="175422621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67</a:t>
            </a:fld>
            <a:endParaRPr lang="en-US" dirty="0"/>
          </a:p>
        </p:txBody>
      </p:sp>
    </p:spTree>
    <p:extLst>
      <p:ext uri="{BB962C8B-B14F-4D97-AF65-F5344CB8AC3E}">
        <p14:creationId xmlns:p14="http://schemas.microsoft.com/office/powerpoint/2010/main" val="24013402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68</a:t>
            </a:fld>
            <a:endParaRPr lang="en-US" dirty="0"/>
          </a:p>
        </p:txBody>
      </p:sp>
    </p:spTree>
    <p:extLst>
      <p:ext uri="{BB962C8B-B14F-4D97-AF65-F5344CB8AC3E}">
        <p14:creationId xmlns:p14="http://schemas.microsoft.com/office/powerpoint/2010/main" val="83266824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91842320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71</a:t>
            </a:fld>
            <a:endParaRPr lang="en-US" dirty="0"/>
          </a:p>
        </p:txBody>
      </p:sp>
    </p:spTree>
    <p:extLst>
      <p:ext uri="{BB962C8B-B14F-4D97-AF65-F5344CB8AC3E}">
        <p14:creationId xmlns:p14="http://schemas.microsoft.com/office/powerpoint/2010/main" val="51675931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72</a:t>
            </a:fld>
            <a:endParaRPr lang="en-US" dirty="0"/>
          </a:p>
        </p:txBody>
      </p:sp>
    </p:spTree>
    <p:extLst>
      <p:ext uri="{BB962C8B-B14F-4D97-AF65-F5344CB8AC3E}">
        <p14:creationId xmlns:p14="http://schemas.microsoft.com/office/powerpoint/2010/main" val="267717287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73</a:t>
            </a:fld>
            <a:endParaRPr lang="en-US" dirty="0"/>
          </a:p>
        </p:txBody>
      </p:sp>
    </p:spTree>
    <p:extLst>
      <p:ext uri="{BB962C8B-B14F-4D97-AF65-F5344CB8AC3E}">
        <p14:creationId xmlns:p14="http://schemas.microsoft.com/office/powerpoint/2010/main" val="158065734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74</a:t>
            </a:fld>
            <a:endParaRPr lang="en-US" dirty="0"/>
          </a:p>
        </p:txBody>
      </p:sp>
    </p:spTree>
    <p:extLst>
      <p:ext uri="{BB962C8B-B14F-4D97-AF65-F5344CB8AC3E}">
        <p14:creationId xmlns:p14="http://schemas.microsoft.com/office/powerpoint/2010/main" val="416937598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75</a:t>
            </a:fld>
            <a:endParaRPr lang="en-US" dirty="0"/>
          </a:p>
        </p:txBody>
      </p:sp>
    </p:spTree>
    <p:extLst>
      <p:ext uri="{BB962C8B-B14F-4D97-AF65-F5344CB8AC3E}">
        <p14:creationId xmlns:p14="http://schemas.microsoft.com/office/powerpoint/2010/main" val="194015434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76</a:t>
            </a:fld>
            <a:endParaRPr lang="en-US" dirty="0"/>
          </a:p>
        </p:txBody>
      </p:sp>
    </p:spTree>
    <p:extLst>
      <p:ext uri="{BB962C8B-B14F-4D97-AF65-F5344CB8AC3E}">
        <p14:creationId xmlns:p14="http://schemas.microsoft.com/office/powerpoint/2010/main" val="369709116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266533161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78</a:t>
            </a:fld>
            <a:endParaRPr lang="en-US" dirty="0"/>
          </a:p>
        </p:txBody>
      </p:sp>
    </p:spTree>
    <p:extLst>
      <p:ext uri="{BB962C8B-B14F-4D97-AF65-F5344CB8AC3E}">
        <p14:creationId xmlns:p14="http://schemas.microsoft.com/office/powerpoint/2010/main" val="281718014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183993083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GB"/>
          </a:p>
        </p:txBody>
      </p:sp>
    </p:spTree>
    <p:extLst>
      <p:ext uri="{BB962C8B-B14F-4D97-AF65-F5344CB8AC3E}">
        <p14:creationId xmlns:p14="http://schemas.microsoft.com/office/powerpoint/2010/main" val="15615792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82</a:t>
            </a:fld>
            <a:endParaRPr lang="en-US" dirty="0"/>
          </a:p>
        </p:txBody>
      </p:sp>
    </p:spTree>
    <p:extLst>
      <p:ext uri="{BB962C8B-B14F-4D97-AF65-F5344CB8AC3E}">
        <p14:creationId xmlns:p14="http://schemas.microsoft.com/office/powerpoint/2010/main" val="303400025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83</a:t>
            </a:fld>
            <a:endParaRPr lang="en-US" dirty="0"/>
          </a:p>
        </p:txBody>
      </p:sp>
    </p:spTree>
    <p:extLst>
      <p:ext uri="{BB962C8B-B14F-4D97-AF65-F5344CB8AC3E}">
        <p14:creationId xmlns:p14="http://schemas.microsoft.com/office/powerpoint/2010/main" val="80195622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84</a:t>
            </a:fld>
            <a:endParaRPr lang="en-US" dirty="0"/>
          </a:p>
        </p:txBody>
      </p:sp>
    </p:spTree>
    <p:extLst>
      <p:ext uri="{BB962C8B-B14F-4D97-AF65-F5344CB8AC3E}">
        <p14:creationId xmlns:p14="http://schemas.microsoft.com/office/powerpoint/2010/main" val="320226538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85</a:t>
            </a:fld>
            <a:endParaRPr lang="en-US" dirty="0"/>
          </a:p>
        </p:txBody>
      </p:sp>
    </p:spTree>
    <p:extLst>
      <p:ext uri="{BB962C8B-B14F-4D97-AF65-F5344CB8AC3E}">
        <p14:creationId xmlns:p14="http://schemas.microsoft.com/office/powerpoint/2010/main" val="405986889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86</a:t>
            </a:fld>
            <a:endParaRPr lang="en-US" dirty="0"/>
          </a:p>
        </p:txBody>
      </p:sp>
    </p:spTree>
    <p:extLst>
      <p:ext uri="{BB962C8B-B14F-4D97-AF65-F5344CB8AC3E}">
        <p14:creationId xmlns:p14="http://schemas.microsoft.com/office/powerpoint/2010/main" val="352707859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356607225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363728072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138401706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GB"/>
          </a:p>
        </p:txBody>
      </p:sp>
    </p:spTree>
    <p:extLst>
      <p:ext uri="{BB962C8B-B14F-4D97-AF65-F5344CB8AC3E}">
        <p14:creationId xmlns:p14="http://schemas.microsoft.com/office/powerpoint/2010/main" val="406541472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95</a:t>
            </a:fld>
            <a:endParaRPr lang="en-US" dirty="0"/>
          </a:p>
        </p:txBody>
      </p:sp>
    </p:spTree>
    <p:extLst>
      <p:ext uri="{BB962C8B-B14F-4D97-AF65-F5344CB8AC3E}">
        <p14:creationId xmlns:p14="http://schemas.microsoft.com/office/powerpoint/2010/main" val="125337377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96</a:t>
            </a:fld>
            <a:endParaRPr lang="en-US" dirty="0"/>
          </a:p>
        </p:txBody>
      </p:sp>
    </p:spTree>
    <p:extLst>
      <p:ext uri="{BB962C8B-B14F-4D97-AF65-F5344CB8AC3E}">
        <p14:creationId xmlns:p14="http://schemas.microsoft.com/office/powerpoint/2010/main" val="256697481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97</a:t>
            </a:fld>
            <a:endParaRPr lang="en-US" dirty="0"/>
          </a:p>
        </p:txBody>
      </p:sp>
    </p:spTree>
    <p:extLst>
      <p:ext uri="{BB962C8B-B14F-4D97-AF65-F5344CB8AC3E}">
        <p14:creationId xmlns:p14="http://schemas.microsoft.com/office/powerpoint/2010/main" val="10112281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98</a:t>
            </a:fld>
            <a:endParaRPr lang="en-US" dirty="0"/>
          </a:p>
        </p:txBody>
      </p:sp>
    </p:spTree>
    <p:extLst>
      <p:ext uri="{BB962C8B-B14F-4D97-AF65-F5344CB8AC3E}">
        <p14:creationId xmlns:p14="http://schemas.microsoft.com/office/powerpoint/2010/main" val="389473946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99</a:t>
            </a:fld>
            <a:endParaRPr lang="en-US" dirty="0"/>
          </a:p>
        </p:txBody>
      </p:sp>
    </p:spTree>
    <p:extLst>
      <p:ext uri="{BB962C8B-B14F-4D97-AF65-F5344CB8AC3E}">
        <p14:creationId xmlns:p14="http://schemas.microsoft.com/office/powerpoint/2010/main" val="187656431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100</a:t>
            </a:fld>
            <a:endParaRPr lang="en-US" dirty="0"/>
          </a:p>
        </p:txBody>
      </p:sp>
    </p:spTree>
    <p:extLst>
      <p:ext uri="{BB962C8B-B14F-4D97-AF65-F5344CB8AC3E}">
        <p14:creationId xmlns:p14="http://schemas.microsoft.com/office/powerpoint/2010/main" val="194516232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101</a:t>
            </a:fld>
            <a:endParaRPr lang="en-US" dirty="0"/>
          </a:p>
        </p:txBody>
      </p:sp>
    </p:spTree>
    <p:extLst>
      <p:ext uri="{BB962C8B-B14F-4D97-AF65-F5344CB8AC3E}">
        <p14:creationId xmlns:p14="http://schemas.microsoft.com/office/powerpoint/2010/main" val="198188372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102</a:t>
            </a:fld>
            <a:endParaRPr lang="en-US" dirty="0"/>
          </a:p>
        </p:txBody>
      </p:sp>
    </p:spTree>
    <p:extLst>
      <p:ext uri="{BB962C8B-B14F-4D97-AF65-F5344CB8AC3E}">
        <p14:creationId xmlns:p14="http://schemas.microsoft.com/office/powerpoint/2010/main" val="158423161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103</a:t>
            </a:fld>
            <a:endParaRPr lang="en-US" dirty="0"/>
          </a:p>
        </p:txBody>
      </p:sp>
    </p:spTree>
    <p:extLst>
      <p:ext uri="{BB962C8B-B14F-4D97-AF65-F5344CB8AC3E}">
        <p14:creationId xmlns:p14="http://schemas.microsoft.com/office/powerpoint/2010/main" val="305480526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104</a:t>
            </a:fld>
            <a:endParaRPr lang="en-US" dirty="0"/>
          </a:p>
        </p:txBody>
      </p:sp>
    </p:spTree>
    <p:extLst>
      <p:ext uri="{BB962C8B-B14F-4D97-AF65-F5344CB8AC3E}">
        <p14:creationId xmlns:p14="http://schemas.microsoft.com/office/powerpoint/2010/main" val="117020637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105</a:t>
            </a:fld>
            <a:endParaRPr lang="en-US" dirty="0"/>
          </a:p>
        </p:txBody>
      </p:sp>
    </p:spTree>
    <p:extLst>
      <p:ext uri="{BB962C8B-B14F-4D97-AF65-F5344CB8AC3E}">
        <p14:creationId xmlns:p14="http://schemas.microsoft.com/office/powerpoint/2010/main" val="125039497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106</a:t>
            </a:fld>
            <a:endParaRPr lang="en-US" dirty="0"/>
          </a:p>
        </p:txBody>
      </p:sp>
    </p:spTree>
    <p:extLst>
      <p:ext uri="{BB962C8B-B14F-4D97-AF65-F5344CB8AC3E}">
        <p14:creationId xmlns:p14="http://schemas.microsoft.com/office/powerpoint/2010/main" val="360292265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107</a:t>
            </a:fld>
            <a:endParaRPr lang="en-US" dirty="0"/>
          </a:p>
        </p:txBody>
      </p:sp>
    </p:spTree>
    <p:extLst>
      <p:ext uri="{BB962C8B-B14F-4D97-AF65-F5344CB8AC3E}">
        <p14:creationId xmlns:p14="http://schemas.microsoft.com/office/powerpoint/2010/main" val="300094112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108</a:t>
            </a:fld>
            <a:endParaRPr lang="en-US" dirty="0"/>
          </a:p>
        </p:txBody>
      </p:sp>
    </p:spTree>
    <p:extLst>
      <p:ext uri="{BB962C8B-B14F-4D97-AF65-F5344CB8AC3E}">
        <p14:creationId xmlns:p14="http://schemas.microsoft.com/office/powerpoint/2010/main" val="280212273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109</a:t>
            </a:fld>
            <a:endParaRPr lang="en-US" dirty="0"/>
          </a:p>
        </p:txBody>
      </p:sp>
    </p:spTree>
    <p:extLst>
      <p:ext uri="{BB962C8B-B14F-4D97-AF65-F5344CB8AC3E}">
        <p14:creationId xmlns:p14="http://schemas.microsoft.com/office/powerpoint/2010/main" val="145413173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110</a:t>
            </a:fld>
            <a:endParaRPr lang="en-US" dirty="0"/>
          </a:p>
        </p:txBody>
      </p:sp>
    </p:spTree>
    <p:extLst>
      <p:ext uri="{BB962C8B-B14F-4D97-AF65-F5344CB8AC3E}">
        <p14:creationId xmlns:p14="http://schemas.microsoft.com/office/powerpoint/2010/main" val="254809092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111</a:t>
            </a:fld>
            <a:endParaRPr lang="en-US" dirty="0"/>
          </a:p>
        </p:txBody>
      </p:sp>
    </p:spTree>
    <p:extLst>
      <p:ext uri="{BB962C8B-B14F-4D97-AF65-F5344CB8AC3E}">
        <p14:creationId xmlns:p14="http://schemas.microsoft.com/office/powerpoint/2010/main" val="313552435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112</a:t>
            </a:fld>
            <a:endParaRPr lang="en-US" dirty="0"/>
          </a:p>
        </p:txBody>
      </p:sp>
    </p:spTree>
    <p:extLst>
      <p:ext uri="{BB962C8B-B14F-4D97-AF65-F5344CB8AC3E}">
        <p14:creationId xmlns:p14="http://schemas.microsoft.com/office/powerpoint/2010/main" val="323444426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113</a:t>
            </a:fld>
            <a:endParaRPr lang="en-US" dirty="0"/>
          </a:p>
        </p:txBody>
      </p:sp>
    </p:spTree>
    <p:extLst>
      <p:ext uri="{BB962C8B-B14F-4D97-AF65-F5344CB8AC3E}">
        <p14:creationId xmlns:p14="http://schemas.microsoft.com/office/powerpoint/2010/main" val="65745797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114</a:t>
            </a:fld>
            <a:endParaRPr lang="en-US" dirty="0"/>
          </a:p>
        </p:txBody>
      </p:sp>
    </p:spTree>
    <p:extLst>
      <p:ext uri="{BB962C8B-B14F-4D97-AF65-F5344CB8AC3E}">
        <p14:creationId xmlns:p14="http://schemas.microsoft.com/office/powerpoint/2010/main" val="380954986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dirty="0"/>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115</a:t>
            </a:fld>
            <a:endParaRPr lang="en-US" dirty="0"/>
          </a:p>
        </p:txBody>
      </p:sp>
    </p:spTree>
    <p:extLst>
      <p:ext uri="{BB962C8B-B14F-4D97-AF65-F5344CB8AC3E}">
        <p14:creationId xmlns:p14="http://schemas.microsoft.com/office/powerpoint/2010/main" val="4366985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10460767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123</a:t>
            </a:fld>
            <a:endParaRPr lang="en-US" dirty="0"/>
          </a:p>
        </p:txBody>
      </p:sp>
    </p:spTree>
    <p:extLst>
      <p:ext uri="{BB962C8B-B14F-4D97-AF65-F5344CB8AC3E}">
        <p14:creationId xmlns:p14="http://schemas.microsoft.com/office/powerpoint/2010/main" val="232873898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124</a:t>
            </a:fld>
            <a:endParaRPr lang="en-US" dirty="0"/>
          </a:p>
        </p:txBody>
      </p:sp>
    </p:spTree>
    <p:extLst>
      <p:ext uri="{BB962C8B-B14F-4D97-AF65-F5344CB8AC3E}">
        <p14:creationId xmlns:p14="http://schemas.microsoft.com/office/powerpoint/2010/main" val="111120868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125</a:t>
            </a:fld>
            <a:endParaRPr lang="en-US" dirty="0"/>
          </a:p>
        </p:txBody>
      </p:sp>
    </p:spTree>
    <p:extLst>
      <p:ext uri="{BB962C8B-B14F-4D97-AF65-F5344CB8AC3E}">
        <p14:creationId xmlns:p14="http://schemas.microsoft.com/office/powerpoint/2010/main" val="26360686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126</a:t>
            </a:fld>
            <a:endParaRPr lang="en-US" dirty="0"/>
          </a:p>
        </p:txBody>
      </p:sp>
    </p:spTree>
    <p:extLst>
      <p:ext uri="{BB962C8B-B14F-4D97-AF65-F5344CB8AC3E}">
        <p14:creationId xmlns:p14="http://schemas.microsoft.com/office/powerpoint/2010/main" val="18737800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127</a:t>
            </a:fld>
            <a:endParaRPr lang="en-US" dirty="0"/>
          </a:p>
        </p:txBody>
      </p:sp>
    </p:spTree>
    <p:extLst>
      <p:ext uri="{BB962C8B-B14F-4D97-AF65-F5344CB8AC3E}">
        <p14:creationId xmlns:p14="http://schemas.microsoft.com/office/powerpoint/2010/main" val="105065504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128</a:t>
            </a:fld>
            <a:endParaRPr lang="en-US" dirty="0"/>
          </a:p>
        </p:txBody>
      </p:sp>
    </p:spTree>
    <p:extLst>
      <p:ext uri="{BB962C8B-B14F-4D97-AF65-F5344CB8AC3E}">
        <p14:creationId xmlns:p14="http://schemas.microsoft.com/office/powerpoint/2010/main" val="410535311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129</a:t>
            </a:fld>
            <a:endParaRPr lang="en-US" dirty="0"/>
          </a:p>
        </p:txBody>
      </p:sp>
    </p:spTree>
    <p:extLst>
      <p:ext uri="{BB962C8B-B14F-4D97-AF65-F5344CB8AC3E}">
        <p14:creationId xmlns:p14="http://schemas.microsoft.com/office/powerpoint/2010/main" val="55223969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130</a:t>
            </a:fld>
            <a:endParaRPr lang="en-US" dirty="0"/>
          </a:p>
        </p:txBody>
      </p:sp>
    </p:spTree>
    <p:extLst>
      <p:ext uri="{BB962C8B-B14F-4D97-AF65-F5344CB8AC3E}">
        <p14:creationId xmlns:p14="http://schemas.microsoft.com/office/powerpoint/2010/main" val="220922170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131</a:t>
            </a:fld>
            <a:endParaRPr lang="en-US" dirty="0"/>
          </a:p>
        </p:txBody>
      </p:sp>
    </p:spTree>
    <p:extLst>
      <p:ext uri="{BB962C8B-B14F-4D97-AF65-F5344CB8AC3E}">
        <p14:creationId xmlns:p14="http://schemas.microsoft.com/office/powerpoint/2010/main" val="224249500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132</a:t>
            </a:fld>
            <a:endParaRPr lang="en-US" dirty="0"/>
          </a:p>
        </p:txBody>
      </p:sp>
    </p:spTree>
    <p:extLst>
      <p:ext uri="{BB962C8B-B14F-4D97-AF65-F5344CB8AC3E}">
        <p14:creationId xmlns:p14="http://schemas.microsoft.com/office/powerpoint/2010/main" val="180743321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133</a:t>
            </a:fld>
            <a:endParaRPr lang="en-US" dirty="0"/>
          </a:p>
        </p:txBody>
      </p:sp>
    </p:spTree>
    <p:extLst>
      <p:ext uri="{BB962C8B-B14F-4D97-AF65-F5344CB8AC3E}">
        <p14:creationId xmlns:p14="http://schemas.microsoft.com/office/powerpoint/2010/main" val="1254025234"/>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134</a:t>
            </a:fld>
            <a:endParaRPr lang="en-US" dirty="0"/>
          </a:p>
        </p:txBody>
      </p:sp>
    </p:spTree>
    <p:extLst>
      <p:ext uri="{BB962C8B-B14F-4D97-AF65-F5344CB8AC3E}">
        <p14:creationId xmlns:p14="http://schemas.microsoft.com/office/powerpoint/2010/main" val="413733776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135</a:t>
            </a:fld>
            <a:endParaRPr lang="en-US" dirty="0"/>
          </a:p>
        </p:txBody>
      </p:sp>
    </p:spTree>
    <p:extLst>
      <p:ext uri="{BB962C8B-B14F-4D97-AF65-F5344CB8AC3E}">
        <p14:creationId xmlns:p14="http://schemas.microsoft.com/office/powerpoint/2010/main" val="381839460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136</a:t>
            </a:fld>
            <a:endParaRPr lang="en-US" dirty="0"/>
          </a:p>
        </p:txBody>
      </p:sp>
    </p:spTree>
    <p:extLst>
      <p:ext uri="{BB962C8B-B14F-4D97-AF65-F5344CB8AC3E}">
        <p14:creationId xmlns:p14="http://schemas.microsoft.com/office/powerpoint/2010/main" val="521944567"/>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261947047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180362651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142</a:t>
            </a:fld>
            <a:endParaRPr lang="en-US" dirty="0"/>
          </a:p>
        </p:txBody>
      </p:sp>
    </p:spTree>
    <p:extLst>
      <p:ext uri="{BB962C8B-B14F-4D97-AF65-F5344CB8AC3E}">
        <p14:creationId xmlns:p14="http://schemas.microsoft.com/office/powerpoint/2010/main" val="97227203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143</a:t>
            </a:fld>
            <a:endParaRPr lang="en-US" dirty="0"/>
          </a:p>
        </p:txBody>
      </p:sp>
    </p:spTree>
    <p:extLst>
      <p:ext uri="{BB962C8B-B14F-4D97-AF65-F5344CB8AC3E}">
        <p14:creationId xmlns:p14="http://schemas.microsoft.com/office/powerpoint/2010/main" val="268198295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145</a:t>
            </a:fld>
            <a:endParaRPr lang="en-US" dirty="0"/>
          </a:p>
        </p:txBody>
      </p:sp>
    </p:spTree>
    <p:extLst>
      <p:ext uri="{BB962C8B-B14F-4D97-AF65-F5344CB8AC3E}">
        <p14:creationId xmlns:p14="http://schemas.microsoft.com/office/powerpoint/2010/main" val="277456525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146</a:t>
            </a:fld>
            <a:endParaRPr lang="en-US" dirty="0"/>
          </a:p>
        </p:txBody>
      </p:sp>
    </p:spTree>
    <p:extLst>
      <p:ext uri="{BB962C8B-B14F-4D97-AF65-F5344CB8AC3E}">
        <p14:creationId xmlns:p14="http://schemas.microsoft.com/office/powerpoint/2010/main" val="2865690438"/>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147</a:t>
            </a:fld>
            <a:endParaRPr lang="en-US" dirty="0"/>
          </a:p>
        </p:txBody>
      </p:sp>
    </p:spTree>
    <p:extLst>
      <p:ext uri="{BB962C8B-B14F-4D97-AF65-F5344CB8AC3E}">
        <p14:creationId xmlns:p14="http://schemas.microsoft.com/office/powerpoint/2010/main" val="381926276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148</a:t>
            </a:fld>
            <a:endParaRPr lang="en-US" dirty="0"/>
          </a:p>
        </p:txBody>
      </p:sp>
    </p:spTree>
    <p:extLst>
      <p:ext uri="{BB962C8B-B14F-4D97-AF65-F5344CB8AC3E}">
        <p14:creationId xmlns:p14="http://schemas.microsoft.com/office/powerpoint/2010/main" val="2264431330"/>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149</a:t>
            </a:fld>
            <a:endParaRPr lang="en-US" dirty="0"/>
          </a:p>
        </p:txBody>
      </p:sp>
    </p:spTree>
    <p:extLst>
      <p:ext uri="{BB962C8B-B14F-4D97-AF65-F5344CB8AC3E}">
        <p14:creationId xmlns:p14="http://schemas.microsoft.com/office/powerpoint/2010/main" val="156473328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150</a:t>
            </a:fld>
            <a:endParaRPr lang="en-US" dirty="0"/>
          </a:p>
        </p:txBody>
      </p:sp>
    </p:spTree>
    <p:extLst>
      <p:ext uri="{BB962C8B-B14F-4D97-AF65-F5344CB8AC3E}">
        <p14:creationId xmlns:p14="http://schemas.microsoft.com/office/powerpoint/2010/main" val="82106184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151</a:t>
            </a:fld>
            <a:endParaRPr lang="en-US" dirty="0"/>
          </a:p>
        </p:txBody>
      </p:sp>
    </p:spTree>
    <p:extLst>
      <p:ext uri="{BB962C8B-B14F-4D97-AF65-F5344CB8AC3E}">
        <p14:creationId xmlns:p14="http://schemas.microsoft.com/office/powerpoint/2010/main" val="3757139232"/>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152</a:t>
            </a:fld>
            <a:endParaRPr lang="en-US" dirty="0"/>
          </a:p>
        </p:txBody>
      </p:sp>
    </p:spTree>
    <p:extLst>
      <p:ext uri="{BB962C8B-B14F-4D97-AF65-F5344CB8AC3E}">
        <p14:creationId xmlns:p14="http://schemas.microsoft.com/office/powerpoint/2010/main" val="4267372202"/>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153</a:t>
            </a:fld>
            <a:endParaRPr lang="en-US" dirty="0"/>
          </a:p>
        </p:txBody>
      </p:sp>
    </p:spTree>
    <p:extLst>
      <p:ext uri="{BB962C8B-B14F-4D97-AF65-F5344CB8AC3E}">
        <p14:creationId xmlns:p14="http://schemas.microsoft.com/office/powerpoint/2010/main" val="36941551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154</a:t>
            </a:fld>
            <a:endParaRPr lang="en-US" dirty="0"/>
          </a:p>
        </p:txBody>
      </p:sp>
    </p:spTree>
    <p:extLst>
      <p:ext uri="{BB962C8B-B14F-4D97-AF65-F5344CB8AC3E}">
        <p14:creationId xmlns:p14="http://schemas.microsoft.com/office/powerpoint/2010/main" val="58793375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155</a:t>
            </a:fld>
            <a:endParaRPr lang="en-US" dirty="0"/>
          </a:p>
        </p:txBody>
      </p:sp>
    </p:spTree>
    <p:extLst>
      <p:ext uri="{BB962C8B-B14F-4D97-AF65-F5344CB8AC3E}">
        <p14:creationId xmlns:p14="http://schemas.microsoft.com/office/powerpoint/2010/main" val="2953321382"/>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156</a:t>
            </a:fld>
            <a:endParaRPr lang="en-US" dirty="0"/>
          </a:p>
        </p:txBody>
      </p:sp>
    </p:spTree>
    <p:extLst>
      <p:ext uri="{BB962C8B-B14F-4D97-AF65-F5344CB8AC3E}">
        <p14:creationId xmlns:p14="http://schemas.microsoft.com/office/powerpoint/2010/main" val="744155442"/>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157</a:t>
            </a:fld>
            <a:endParaRPr lang="en-US" dirty="0"/>
          </a:p>
        </p:txBody>
      </p:sp>
    </p:spTree>
    <p:extLst>
      <p:ext uri="{BB962C8B-B14F-4D97-AF65-F5344CB8AC3E}">
        <p14:creationId xmlns:p14="http://schemas.microsoft.com/office/powerpoint/2010/main" val="1979352834"/>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158</a:t>
            </a:fld>
            <a:endParaRPr lang="en-US" dirty="0"/>
          </a:p>
        </p:txBody>
      </p:sp>
    </p:spTree>
    <p:extLst>
      <p:ext uri="{BB962C8B-B14F-4D97-AF65-F5344CB8AC3E}">
        <p14:creationId xmlns:p14="http://schemas.microsoft.com/office/powerpoint/2010/main" val="81020790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159</a:t>
            </a:fld>
            <a:endParaRPr lang="en-US" dirty="0"/>
          </a:p>
        </p:txBody>
      </p:sp>
    </p:spTree>
    <p:extLst>
      <p:ext uri="{BB962C8B-B14F-4D97-AF65-F5344CB8AC3E}">
        <p14:creationId xmlns:p14="http://schemas.microsoft.com/office/powerpoint/2010/main" val="17674286"/>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160</a:t>
            </a:fld>
            <a:endParaRPr lang="en-US" dirty="0"/>
          </a:p>
        </p:txBody>
      </p:sp>
    </p:spTree>
    <p:extLst>
      <p:ext uri="{BB962C8B-B14F-4D97-AF65-F5344CB8AC3E}">
        <p14:creationId xmlns:p14="http://schemas.microsoft.com/office/powerpoint/2010/main" val="3946000020"/>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161</a:t>
            </a:fld>
            <a:endParaRPr lang="en-US" dirty="0"/>
          </a:p>
        </p:txBody>
      </p:sp>
    </p:spTree>
    <p:extLst>
      <p:ext uri="{BB962C8B-B14F-4D97-AF65-F5344CB8AC3E}">
        <p14:creationId xmlns:p14="http://schemas.microsoft.com/office/powerpoint/2010/main" val="112988085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162</a:t>
            </a:fld>
            <a:endParaRPr lang="en-US" dirty="0"/>
          </a:p>
        </p:txBody>
      </p:sp>
    </p:spTree>
    <p:extLst>
      <p:ext uri="{BB962C8B-B14F-4D97-AF65-F5344CB8AC3E}">
        <p14:creationId xmlns:p14="http://schemas.microsoft.com/office/powerpoint/2010/main" val="134901640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163</a:t>
            </a:fld>
            <a:endParaRPr lang="en-US" dirty="0"/>
          </a:p>
        </p:txBody>
      </p:sp>
    </p:spTree>
    <p:extLst>
      <p:ext uri="{BB962C8B-B14F-4D97-AF65-F5344CB8AC3E}">
        <p14:creationId xmlns:p14="http://schemas.microsoft.com/office/powerpoint/2010/main" val="3704767532"/>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164</a:t>
            </a:fld>
            <a:endParaRPr lang="en-US" dirty="0"/>
          </a:p>
        </p:txBody>
      </p:sp>
    </p:spTree>
    <p:extLst>
      <p:ext uri="{BB962C8B-B14F-4D97-AF65-F5344CB8AC3E}">
        <p14:creationId xmlns:p14="http://schemas.microsoft.com/office/powerpoint/2010/main" val="976152522"/>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165</a:t>
            </a:fld>
            <a:endParaRPr lang="en-US" dirty="0"/>
          </a:p>
        </p:txBody>
      </p:sp>
    </p:spTree>
    <p:extLst>
      <p:ext uri="{BB962C8B-B14F-4D97-AF65-F5344CB8AC3E}">
        <p14:creationId xmlns:p14="http://schemas.microsoft.com/office/powerpoint/2010/main" val="3457773223"/>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166</a:t>
            </a:fld>
            <a:endParaRPr lang="en-US" dirty="0"/>
          </a:p>
        </p:txBody>
      </p:sp>
    </p:spTree>
    <p:extLst>
      <p:ext uri="{BB962C8B-B14F-4D97-AF65-F5344CB8AC3E}">
        <p14:creationId xmlns:p14="http://schemas.microsoft.com/office/powerpoint/2010/main" val="320630698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167</a:t>
            </a:fld>
            <a:endParaRPr lang="en-US" dirty="0"/>
          </a:p>
        </p:txBody>
      </p:sp>
    </p:spTree>
    <p:extLst>
      <p:ext uri="{BB962C8B-B14F-4D97-AF65-F5344CB8AC3E}">
        <p14:creationId xmlns:p14="http://schemas.microsoft.com/office/powerpoint/2010/main" val="3659279905"/>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171</a:t>
            </a:fld>
            <a:endParaRPr lang="en-US" dirty="0"/>
          </a:p>
        </p:txBody>
      </p:sp>
    </p:spTree>
    <p:extLst>
      <p:ext uri="{BB962C8B-B14F-4D97-AF65-F5344CB8AC3E}">
        <p14:creationId xmlns:p14="http://schemas.microsoft.com/office/powerpoint/2010/main" val="2718575077"/>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172</a:t>
            </a:fld>
            <a:endParaRPr lang="en-US" dirty="0"/>
          </a:p>
        </p:txBody>
      </p:sp>
    </p:spTree>
    <p:extLst>
      <p:ext uri="{BB962C8B-B14F-4D97-AF65-F5344CB8AC3E}">
        <p14:creationId xmlns:p14="http://schemas.microsoft.com/office/powerpoint/2010/main" val="333272603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173</a:t>
            </a:fld>
            <a:endParaRPr lang="en-US" dirty="0"/>
          </a:p>
        </p:txBody>
      </p:sp>
    </p:spTree>
    <p:extLst>
      <p:ext uri="{BB962C8B-B14F-4D97-AF65-F5344CB8AC3E}">
        <p14:creationId xmlns:p14="http://schemas.microsoft.com/office/powerpoint/2010/main" val="348584308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174</a:t>
            </a:fld>
            <a:endParaRPr lang="en-US" dirty="0"/>
          </a:p>
        </p:txBody>
      </p:sp>
    </p:spTree>
    <p:extLst>
      <p:ext uri="{BB962C8B-B14F-4D97-AF65-F5344CB8AC3E}">
        <p14:creationId xmlns:p14="http://schemas.microsoft.com/office/powerpoint/2010/main" val="701379842"/>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175</a:t>
            </a:fld>
            <a:endParaRPr lang="en-US" dirty="0"/>
          </a:p>
        </p:txBody>
      </p:sp>
    </p:spTree>
    <p:extLst>
      <p:ext uri="{BB962C8B-B14F-4D97-AF65-F5344CB8AC3E}">
        <p14:creationId xmlns:p14="http://schemas.microsoft.com/office/powerpoint/2010/main" val="861945864"/>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176</a:t>
            </a:fld>
            <a:endParaRPr lang="en-US" dirty="0"/>
          </a:p>
        </p:txBody>
      </p:sp>
    </p:spTree>
    <p:extLst>
      <p:ext uri="{BB962C8B-B14F-4D97-AF65-F5344CB8AC3E}">
        <p14:creationId xmlns:p14="http://schemas.microsoft.com/office/powerpoint/2010/main" val="241222841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177</a:t>
            </a:fld>
            <a:endParaRPr lang="en-US" dirty="0"/>
          </a:p>
        </p:txBody>
      </p:sp>
    </p:spTree>
    <p:extLst>
      <p:ext uri="{BB962C8B-B14F-4D97-AF65-F5344CB8AC3E}">
        <p14:creationId xmlns:p14="http://schemas.microsoft.com/office/powerpoint/2010/main" val="3078348335"/>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178</a:t>
            </a:fld>
            <a:endParaRPr lang="en-US" dirty="0"/>
          </a:p>
        </p:txBody>
      </p:sp>
    </p:spTree>
    <p:extLst>
      <p:ext uri="{BB962C8B-B14F-4D97-AF65-F5344CB8AC3E}">
        <p14:creationId xmlns:p14="http://schemas.microsoft.com/office/powerpoint/2010/main" val="3046903324"/>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179</a:t>
            </a:fld>
            <a:endParaRPr lang="en-US" dirty="0"/>
          </a:p>
        </p:txBody>
      </p:sp>
    </p:spTree>
    <p:extLst>
      <p:ext uri="{BB962C8B-B14F-4D97-AF65-F5344CB8AC3E}">
        <p14:creationId xmlns:p14="http://schemas.microsoft.com/office/powerpoint/2010/main" val="289861455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180</a:t>
            </a:fld>
            <a:endParaRPr lang="en-US" dirty="0"/>
          </a:p>
        </p:txBody>
      </p:sp>
    </p:spTree>
    <p:extLst>
      <p:ext uri="{BB962C8B-B14F-4D97-AF65-F5344CB8AC3E}">
        <p14:creationId xmlns:p14="http://schemas.microsoft.com/office/powerpoint/2010/main" val="3243501158"/>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181</a:t>
            </a:fld>
            <a:endParaRPr lang="en-US" dirty="0"/>
          </a:p>
        </p:txBody>
      </p:sp>
    </p:spTree>
    <p:extLst>
      <p:ext uri="{BB962C8B-B14F-4D97-AF65-F5344CB8AC3E}">
        <p14:creationId xmlns:p14="http://schemas.microsoft.com/office/powerpoint/2010/main" val="4022857500"/>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182</a:t>
            </a:fld>
            <a:endParaRPr lang="en-US" dirty="0"/>
          </a:p>
        </p:txBody>
      </p:sp>
    </p:spTree>
    <p:extLst>
      <p:ext uri="{BB962C8B-B14F-4D97-AF65-F5344CB8AC3E}">
        <p14:creationId xmlns:p14="http://schemas.microsoft.com/office/powerpoint/2010/main" val="334490744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183</a:t>
            </a:fld>
            <a:endParaRPr lang="en-US" dirty="0"/>
          </a:p>
        </p:txBody>
      </p:sp>
    </p:spTree>
    <p:extLst>
      <p:ext uri="{BB962C8B-B14F-4D97-AF65-F5344CB8AC3E}">
        <p14:creationId xmlns:p14="http://schemas.microsoft.com/office/powerpoint/2010/main" val="3034905519"/>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184</a:t>
            </a:fld>
            <a:endParaRPr lang="en-US" dirty="0"/>
          </a:p>
        </p:txBody>
      </p:sp>
    </p:spTree>
    <p:extLst>
      <p:ext uri="{BB962C8B-B14F-4D97-AF65-F5344CB8AC3E}">
        <p14:creationId xmlns:p14="http://schemas.microsoft.com/office/powerpoint/2010/main" val="633083608"/>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185</a:t>
            </a:fld>
            <a:endParaRPr lang="en-US" dirty="0"/>
          </a:p>
        </p:txBody>
      </p:sp>
    </p:spTree>
    <p:extLst>
      <p:ext uri="{BB962C8B-B14F-4D97-AF65-F5344CB8AC3E}">
        <p14:creationId xmlns:p14="http://schemas.microsoft.com/office/powerpoint/2010/main" val="363027142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186</a:t>
            </a:fld>
            <a:endParaRPr lang="en-US" dirty="0"/>
          </a:p>
        </p:txBody>
      </p:sp>
    </p:spTree>
    <p:extLst>
      <p:ext uri="{BB962C8B-B14F-4D97-AF65-F5344CB8AC3E}">
        <p14:creationId xmlns:p14="http://schemas.microsoft.com/office/powerpoint/2010/main" val="2613991765"/>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187</a:t>
            </a:fld>
            <a:endParaRPr lang="en-US" dirty="0"/>
          </a:p>
        </p:txBody>
      </p:sp>
    </p:spTree>
    <p:extLst>
      <p:ext uri="{BB962C8B-B14F-4D97-AF65-F5344CB8AC3E}">
        <p14:creationId xmlns:p14="http://schemas.microsoft.com/office/powerpoint/2010/main" val="170939593"/>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188</a:t>
            </a:fld>
            <a:endParaRPr lang="en-US" dirty="0"/>
          </a:p>
        </p:txBody>
      </p:sp>
    </p:spTree>
    <p:extLst>
      <p:ext uri="{BB962C8B-B14F-4D97-AF65-F5344CB8AC3E}">
        <p14:creationId xmlns:p14="http://schemas.microsoft.com/office/powerpoint/2010/main" val="219564644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189</a:t>
            </a:fld>
            <a:endParaRPr lang="en-US" dirty="0"/>
          </a:p>
        </p:txBody>
      </p:sp>
    </p:spTree>
    <p:extLst>
      <p:ext uri="{BB962C8B-B14F-4D97-AF65-F5344CB8AC3E}">
        <p14:creationId xmlns:p14="http://schemas.microsoft.com/office/powerpoint/2010/main" val="3608628833"/>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190</a:t>
            </a:fld>
            <a:endParaRPr lang="en-US" dirty="0"/>
          </a:p>
        </p:txBody>
      </p:sp>
    </p:spTree>
    <p:extLst>
      <p:ext uri="{BB962C8B-B14F-4D97-AF65-F5344CB8AC3E}">
        <p14:creationId xmlns:p14="http://schemas.microsoft.com/office/powerpoint/2010/main" val="1976570428"/>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191</a:t>
            </a:fld>
            <a:endParaRPr lang="en-US" dirty="0"/>
          </a:p>
        </p:txBody>
      </p:sp>
    </p:spTree>
    <p:extLst>
      <p:ext uri="{BB962C8B-B14F-4D97-AF65-F5344CB8AC3E}">
        <p14:creationId xmlns:p14="http://schemas.microsoft.com/office/powerpoint/2010/main" val="4284054936"/>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192</a:t>
            </a:fld>
            <a:endParaRPr lang="en-US" dirty="0"/>
          </a:p>
        </p:txBody>
      </p:sp>
    </p:spTree>
    <p:extLst>
      <p:ext uri="{BB962C8B-B14F-4D97-AF65-F5344CB8AC3E}">
        <p14:creationId xmlns:p14="http://schemas.microsoft.com/office/powerpoint/2010/main" val="351919490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193</a:t>
            </a:fld>
            <a:endParaRPr lang="en-US" dirty="0"/>
          </a:p>
        </p:txBody>
      </p:sp>
    </p:spTree>
    <p:extLst>
      <p:ext uri="{BB962C8B-B14F-4D97-AF65-F5344CB8AC3E}">
        <p14:creationId xmlns:p14="http://schemas.microsoft.com/office/powerpoint/2010/main" val="415088619"/>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194</a:t>
            </a:fld>
            <a:endParaRPr lang="en-US" dirty="0"/>
          </a:p>
        </p:txBody>
      </p:sp>
    </p:spTree>
    <p:extLst>
      <p:ext uri="{BB962C8B-B14F-4D97-AF65-F5344CB8AC3E}">
        <p14:creationId xmlns:p14="http://schemas.microsoft.com/office/powerpoint/2010/main" val="413993207"/>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195</a:t>
            </a:fld>
            <a:endParaRPr lang="en-US" dirty="0"/>
          </a:p>
        </p:txBody>
      </p:sp>
    </p:spTree>
    <p:extLst>
      <p:ext uri="{BB962C8B-B14F-4D97-AF65-F5344CB8AC3E}">
        <p14:creationId xmlns:p14="http://schemas.microsoft.com/office/powerpoint/2010/main" val="3798548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196</a:t>
            </a:fld>
            <a:endParaRPr lang="en-US" dirty="0"/>
          </a:p>
        </p:txBody>
      </p:sp>
    </p:spTree>
    <p:extLst>
      <p:ext uri="{BB962C8B-B14F-4D97-AF65-F5344CB8AC3E}">
        <p14:creationId xmlns:p14="http://schemas.microsoft.com/office/powerpoint/2010/main" val="2242082453"/>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197</a:t>
            </a:fld>
            <a:endParaRPr lang="en-US" dirty="0"/>
          </a:p>
        </p:txBody>
      </p:sp>
    </p:spTree>
    <p:extLst>
      <p:ext uri="{BB962C8B-B14F-4D97-AF65-F5344CB8AC3E}">
        <p14:creationId xmlns:p14="http://schemas.microsoft.com/office/powerpoint/2010/main" val="273739198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198</a:t>
            </a:fld>
            <a:endParaRPr lang="en-US" dirty="0"/>
          </a:p>
        </p:txBody>
      </p:sp>
    </p:spTree>
    <p:extLst>
      <p:ext uri="{BB962C8B-B14F-4D97-AF65-F5344CB8AC3E}">
        <p14:creationId xmlns:p14="http://schemas.microsoft.com/office/powerpoint/2010/main" val="3380497480"/>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199</a:t>
            </a:fld>
            <a:endParaRPr lang="en-US" dirty="0"/>
          </a:p>
        </p:txBody>
      </p:sp>
    </p:spTree>
    <p:extLst>
      <p:ext uri="{BB962C8B-B14F-4D97-AF65-F5344CB8AC3E}">
        <p14:creationId xmlns:p14="http://schemas.microsoft.com/office/powerpoint/2010/main" val="3696060193"/>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200</a:t>
            </a:fld>
            <a:endParaRPr lang="en-US" dirty="0"/>
          </a:p>
        </p:txBody>
      </p:sp>
    </p:spTree>
    <p:extLst>
      <p:ext uri="{BB962C8B-B14F-4D97-AF65-F5344CB8AC3E}">
        <p14:creationId xmlns:p14="http://schemas.microsoft.com/office/powerpoint/2010/main" val="2221840046"/>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201</a:t>
            </a:fld>
            <a:endParaRPr lang="en-US" dirty="0"/>
          </a:p>
        </p:txBody>
      </p:sp>
    </p:spTree>
    <p:extLst>
      <p:ext uri="{BB962C8B-B14F-4D97-AF65-F5344CB8AC3E}">
        <p14:creationId xmlns:p14="http://schemas.microsoft.com/office/powerpoint/2010/main" val="98316337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202</a:t>
            </a:fld>
            <a:endParaRPr lang="en-US" dirty="0"/>
          </a:p>
        </p:txBody>
      </p:sp>
    </p:spTree>
    <p:extLst>
      <p:ext uri="{BB962C8B-B14F-4D97-AF65-F5344CB8AC3E}">
        <p14:creationId xmlns:p14="http://schemas.microsoft.com/office/powerpoint/2010/main" val="284532229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203</a:t>
            </a:fld>
            <a:endParaRPr lang="en-US" dirty="0"/>
          </a:p>
        </p:txBody>
      </p:sp>
    </p:spTree>
    <p:extLst>
      <p:ext uri="{BB962C8B-B14F-4D97-AF65-F5344CB8AC3E}">
        <p14:creationId xmlns:p14="http://schemas.microsoft.com/office/powerpoint/2010/main" val="3889267869"/>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204</a:t>
            </a:fld>
            <a:endParaRPr lang="en-US" dirty="0"/>
          </a:p>
        </p:txBody>
      </p:sp>
    </p:spTree>
    <p:extLst>
      <p:ext uri="{BB962C8B-B14F-4D97-AF65-F5344CB8AC3E}">
        <p14:creationId xmlns:p14="http://schemas.microsoft.com/office/powerpoint/2010/main" val="1894159963"/>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205</a:t>
            </a:fld>
            <a:endParaRPr lang="en-US" dirty="0"/>
          </a:p>
        </p:txBody>
      </p:sp>
    </p:spTree>
    <p:extLst>
      <p:ext uri="{BB962C8B-B14F-4D97-AF65-F5344CB8AC3E}">
        <p14:creationId xmlns:p14="http://schemas.microsoft.com/office/powerpoint/2010/main" val="2735189411"/>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206</a:t>
            </a:fld>
            <a:endParaRPr lang="en-US" dirty="0"/>
          </a:p>
        </p:txBody>
      </p:sp>
    </p:spTree>
    <p:extLst>
      <p:ext uri="{BB962C8B-B14F-4D97-AF65-F5344CB8AC3E}">
        <p14:creationId xmlns:p14="http://schemas.microsoft.com/office/powerpoint/2010/main" val="1729211862"/>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207</a:t>
            </a:fld>
            <a:endParaRPr lang="en-US" dirty="0"/>
          </a:p>
        </p:txBody>
      </p:sp>
    </p:spTree>
    <p:extLst>
      <p:ext uri="{BB962C8B-B14F-4D97-AF65-F5344CB8AC3E}">
        <p14:creationId xmlns:p14="http://schemas.microsoft.com/office/powerpoint/2010/main" val="1746694424"/>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208</a:t>
            </a:fld>
            <a:endParaRPr lang="en-US" dirty="0"/>
          </a:p>
        </p:txBody>
      </p:sp>
    </p:spTree>
    <p:extLst>
      <p:ext uri="{BB962C8B-B14F-4D97-AF65-F5344CB8AC3E}">
        <p14:creationId xmlns:p14="http://schemas.microsoft.com/office/powerpoint/2010/main" val="4020102810"/>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209</a:t>
            </a:fld>
            <a:endParaRPr lang="en-US" dirty="0"/>
          </a:p>
        </p:txBody>
      </p:sp>
    </p:spTree>
    <p:extLst>
      <p:ext uri="{BB962C8B-B14F-4D97-AF65-F5344CB8AC3E}">
        <p14:creationId xmlns:p14="http://schemas.microsoft.com/office/powerpoint/2010/main" val="2895761525"/>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212</a:t>
            </a:fld>
            <a:endParaRPr lang="en-US" dirty="0"/>
          </a:p>
        </p:txBody>
      </p:sp>
    </p:spTree>
    <p:extLst>
      <p:ext uri="{BB962C8B-B14F-4D97-AF65-F5344CB8AC3E}">
        <p14:creationId xmlns:p14="http://schemas.microsoft.com/office/powerpoint/2010/main" val="3186651633"/>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213</a:t>
            </a:fld>
            <a:endParaRPr lang="en-US" dirty="0"/>
          </a:p>
        </p:txBody>
      </p:sp>
    </p:spTree>
    <p:extLst>
      <p:ext uri="{BB962C8B-B14F-4D97-AF65-F5344CB8AC3E}">
        <p14:creationId xmlns:p14="http://schemas.microsoft.com/office/powerpoint/2010/main" val="3686753418"/>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DB19E439-0A36-4389-B1D4-036D35E9F4EA}" type="slidenum">
              <a:rPr lang="en-US" smtClean="0"/>
              <a:pPr>
                <a:defRPr/>
              </a:pPr>
              <a:t>214</a:t>
            </a:fld>
            <a:endParaRPr lang="en-US" dirty="0"/>
          </a:p>
        </p:txBody>
      </p:sp>
    </p:spTree>
    <p:extLst>
      <p:ext uri="{BB962C8B-B14F-4D97-AF65-F5344CB8AC3E}">
        <p14:creationId xmlns:p14="http://schemas.microsoft.com/office/powerpoint/2010/main" val="3771939095"/>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566548452"/>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217</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29256624"/>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218</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181584558"/>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612191802"/>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577912437"/>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0BE93B-B4D6-4E29-B321-64772F551831}"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237</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026463446"/>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723815851"/>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AE24ECD-28D2-4F35-A46E-7EC2E480A9F3}" type="slidenum">
              <a:rPr kumimoji="1" lang="ja-JP" altLang="en-US" sz="1200" b="0" i="0" u="none" strike="noStrike" kern="1200" cap="none" spc="0" normalizeH="0" baseline="0" noProof="0" smtClean="0">
                <a:ln>
                  <a:noFill/>
                </a:ln>
                <a:solidFill>
                  <a:prstClr val="black"/>
                </a:solidFill>
                <a:effectLst/>
                <a:uLnTx/>
                <a:uFillTx/>
                <a:latin typeface="Arial" panose="020B0604020202020204" pitchFamily="34"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1" lang="ja-JP" altLang="en-US" sz="12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409551658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r>
              <a:rPr lang="en-US" altLang="zh-CN" dirty="0"/>
              <a:t>Sophia 10</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AE24ECD-28D2-4F35-A46E-7EC2E480A9F3}" type="slidenum">
              <a:rPr kumimoji="1" lang="ja-JP" altLang="en-US" sz="1200" b="0" i="0" u="none" strike="noStrike" kern="1200" cap="none" spc="0" normalizeH="0" baseline="0" noProof="0" smtClean="0">
                <a:ln>
                  <a:noFill/>
                </a:ln>
                <a:solidFill>
                  <a:prstClr val="black"/>
                </a:solidFill>
                <a:effectLst/>
                <a:uLnTx/>
                <a:uFillTx/>
                <a:latin typeface="Arial" panose="020B0604020202020204" pitchFamily="34"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242</a:t>
            </a:fld>
            <a:endParaRPr kumimoji="1" lang="ja-JP" altLang="en-US" sz="12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695473057"/>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A76E45-6B41-42DC-8BC0-4F32365D1BCD}"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231127830"/>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689E7E8-36E4-467C-8300-85BCF6933FBA}"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591971338"/>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261</a:t>
            </a:fld>
            <a:endParaRPr lang="en-US"/>
          </a:p>
        </p:txBody>
      </p:sp>
    </p:spTree>
    <p:extLst>
      <p:ext uri="{BB962C8B-B14F-4D97-AF65-F5344CB8AC3E}">
        <p14:creationId xmlns:p14="http://schemas.microsoft.com/office/powerpoint/2010/main" val="3882588859"/>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262</a:t>
            </a:fld>
            <a:endParaRPr lang="en-US"/>
          </a:p>
        </p:txBody>
      </p:sp>
    </p:spTree>
    <p:extLst>
      <p:ext uri="{BB962C8B-B14F-4D97-AF65-F5344CB8AC3E}">
        <p14:creationId xmlns:p14="http://schemas.microsoft.com/office/powerpoint/2010/main" val="855208934"/>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263</a:t>
            </a:fld>
            <a:endParaRPr lang="en-US"/>
          </a:p>
        </p:txBody>
      </p:sp>
    </p:spTree>
    <p:extLst>
      <p:ext uri="{BB962C8B-B14F-4D97-AF65-F5344CB8AC3E}">
        <p14:creationId xmlns:p14="http://schemas.microsoft.com/office/powerpoint/2010/main" val="103331655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265</a:t>
            </a:fld>
            <a:endParaRPr lang="en-US"/>
          </a:p>
        </p:txBody>
      </p:sp>
    </p:spTree>
    <p:extLst>
      <p:ext uri="{BB962C8B-B14F-4D97-AF65-F5344CB8AC3E}">
        <p14:creationId xmlns:p14="http://schemas.microsoft.com/office/powerpoint/2010/main" val="320646623"/>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266</a:t>
            </a:fld>
            <a:endParaRPr lang="en-US"/>
          </a:p>
        </p:txBody>
      </p:sp>
    </p:spTree>
    <p:extLst>
      <p:ext uri="{BB962C8B-B14F-4D97-AF65-F5344CB8AC3E}">
        <p14:creationId xmlns:p14="http://schemas.microsoft.com/office/powerpoint/2010/main" val="278633810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267</a:t>
            </a:fld>
            <a:endParaRPr lang="en-US"/>
          </a:p>
        </p:txBody>
      </p:sp>
    </p:spTree>
    <p:extLst>
      <p:ext uri="{BB962C8B-B14F-4D97-AF65-F5344CB8AC3E}">
        <p14:creationId xmlns:p14="http://schemas.microsoft.com/office/powerpoint/2010/main" val="354721638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268</a:t>
            </a:fld>
            <a:endParaRPr lang="en-US"/>
          </a:p>
        </p:txBody>
      </p:sp>
    </p:spTree>
    <p:extLst>
      <p:ext uri="{BB962C8B-B14F-4D97-AF65-F5344CB8AC3E}">
        <p14:creationId xmlns:p14="http://schemas.microsoft.com/office/powerpoint/2010/main" val="1115176278"/>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269</a:t>
            </a:fld>
            <a:endParaRPr lang="en-US"/>
          </a:p>
        </p:txBody>
      </p:sp>
    </p:spTree>
    <p:extLst>
      <p:ext uri="{BB962C8B-B14F-4D97-AF65-F5344CB8AC3E}">
        <p14:creationId xmlns:p14="http://schemas.microsoft.com/office/powerpoint/2010/main" val="1687479377"/>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270</a:t>
            </a:fld>
            <a:endParaRPr lang="en-US"/>
          </a:p>
        </p:txBody>
      </p:sp>
    </p:spTree>
    <p:extLst>
      <p:ext uri="{BB962C8B-B14F-4D97-AF65-F5344CB8AC3E}">
        <p14:creationId xmlns:p14="http://schemas.microsoft.com/office/powerpoint/2010/main" val="4163320232"/>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272</a:t>
            </a:fld>
            <a:endParaRPr lang="en-US"/>
          </a:p>
        </p:txBody>
      </p:sp>
    </p:spTree>
    <p:extLst>
      <p:ext uri="{BB962C8B-B14F-4D97-AF65-F5344CB8AC3E}">
        <p14:creationId xmlns:p14="http://schemas.microsoft.com/office/powerpoint/2010/main" val="331095449"/>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273</a:t>
            </a:fld>
            <a:endParaRPr lang="en-US"/>
          </a:p>
        </p:txBody>
      </p:sp>
    </p:spTree>
    <p:extLst>
      <p:ext uri="{BB962C8B-B14F-4D97-AF65-F5344CB8AC3E}">
        <p14:creationId xmlns:p14="http://schemas.microsoft.com/office/powerpoint/2010/main" val="127463498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274</a:t>
            </a:fld>
            <a:endParaRPr lang="en-US"/>
          </a:p>
        </p:txBody>
      </p:sp>
    </p:spTree>
    <p:extLst>
      <p:ext uri="{BB962C8B-B14F-4D97-AF65-F5344CB8AC3E}">
        <p14:creationId xmlns:p14="http://schemas.microsoft.com/office/powerpoint/2010/main" val="924650860"/>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276</a:t>
            </a:fld>
            <a:endParaRPr lang="en-US"/>
          </a:p>
        </p:txBody>
      </p:sp>
    </p:spTree>
    <p:extLst>
      <p:ext uri="{BB962C8B-B14F-4D97-AF65-F5344CB8AC3E}">
        <p14:creationId xmlns:p14="http://schemas.microsoft.com/office/powerpoint/2010/main" val="2248379024"/>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277</a:t>
            </a:fld>
            <a:endParaRPr lang="en-US"/>
          </a:p>
        </p:txBody>
      </p:sp>
    </p:spTree>
    <p:extLst>
      <p:ext uri="{BB962C8B-B14F-4D97-AF65-F5344CB8AC3E}">
        <p14:creationId xmlns:p14="http://schemas.microsoft.com/office/powerpoint/2010/main" val="3837015954"/>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278</a:t>
            </a:fld>
            <a:endParaRPr lang="en-US"/>
          </a:p>
        </p:txBody>
      </p:sp>
    </p:spTree>
    <p:extLst>
      <p:ext uri="{BB962C8B-B14F-4D97-AF65-F5344CB8AC3E}">
        <p14:creationId xmlns:p14="http://schemas.microsoft.com/office/powerpoint/2010/main" val="2894597540"/>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279</a:t>
            </a:fld>
            <a:endParaRPr lang="en-US"/>
          </a:p>
        </p:txBody>
      </p:sp>
    </p:spTree>
    <p:extLst>
      <p:ext uri="{BB962C8B-B14F-4D97-AF65-F5344CB8AC3E}">
        <p14:creationId xmlns:p14="http://schemas.microsoft.com/office/powerpoint/2010/main" val="569589074"/>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280</a:t>
            </a:fld>
            <a:endParaRPr lang="en-US"/>
          </a:p>
        </p:txBody>
      </p:sp>
    </p:spTree>
    <p:extLst>
      <p:ext uri="{BB962C8B-B14F-4D97-AF65-F5344CB8AC3E}">
        <p14:creationId xmlns:p14="http://schemas.microsoft.com/office/powerpoint/2010/main" val="3908742593"/>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281</a:t>
            </a:fld>
            <a:endParaRPr lang="en-US"/>
          </a:p>
        </p:txBody>
      </p:sp>
    </p:spTree>
    <p:extLst>
      <p:ext uri="{BB962C8B-B14F-4D97-AF65-F5344CB8AC3E}">
        <p14:creationId xmlns:p14="http://schemas.microsoft.com/office/powerpoint/2010/main" val="2723908791"/>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282</a:t>
            </a:fld>
            <a:endParaRPr lang="en-US"/>
          </a:p>
        </p:txBody>
      </p:sp>
    </p:spTree>
    <p:extLst>
      <p:ext uri="{BB962C8B-B14F-4D97-AF65-F5344CB8AC3E}">
        <p14:creationId xmlns:p14="http://schemas.microsoft.com/office/powerpoint/2010/main" val="957174384"/>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283</a:t>
            </a:fld>
            <a:endParaRPr lang="en-US"/>
          </a:p>
        </p:txBody>
      </p:sp>
    </p:spTree>
    <p:extLst>
      <p:ext uri="{BB962C8B-B14F-4D97-AF65-F5344CB8AC3E}">
        <p14:creationId xmlns:p14="http://schemas.microsoft.com/office/powerpoint/2010/main" val="1911725412"/>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285</a:t>
            </a:fld>
            <a:endParaRPr lang="en-US"/>
          </a:p>
        </p:txBody>
      </p:sp>
    </p:spTree>
    <p:extLst>
      <p:ext uri="{BB962C8B-B14F-4D97-AF65-F5344CB8AC3E}">
        <p14:creationId xmlns:p14="http://schemas.microsoft.com/office/powerpoint/2010/main" val="3237358921"/>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286</a:t>
            </a:fld>
            <a:endParaRPr lang="en-US"/>
          </a:p>
        </p:txBody>
      </p:sp>
    </p:spTree>
    <p:extLst>
      <p:ext uri="{BB962C8B-B14F-4D97-AF65-F5344CB8AC3E}">
        <p14:creationId xmlns:p14="http://schemas.microsoft.com/office/powerpoint/2010/main" val="3764296207"/>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287</a:t>
            </a:fld>
            <a:endParaRPr lang="en-US"/>
          </a:p>
        </p:txBody>
      </p:sp>
    </p:spTree>
    <p:extLst>
      <p:ext uri="{BB962C8B-B14F-4D97-AF65-F5344CB8AC3E}">
        <p14:creationId xmlns:p14="http://schemas.microsoft.com/office/powerpoint/2010/main" val="1468354748"/>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288</a:t>
            </a:fld>
            <a:endParaRPr lang="en-US"/>
          </a:p>
        </p:txBody>
      </p:sp>
    </p:spTree>
    <p:extLst>
      <p:ext uri="{BB962C8B-B14F-4D97-AF65-F5344CB8AC3E}">
        <p14:creationId xmlns:p14="http://schemas.microsoft.com/office/powerpoint/2010/main" val="51684774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289</a:t>
            </a:fld>
            <a:endParaRPr lang="en-US"/>
          </a:p>
        </p:txBody>
      </p:sp>
    </p:spTree>
    <p:extLst>
      <p:ext uri="{BB962C8B-B14F-4D97-AF65-F5344CB8AC3E}">
        <p14:creationId xmlns:p14="http://schemas.microsoft.com/office/powerpoint/2010/main" val="1156505905"/>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290</a:t>
            </a:fld>
            <a:endParaRPr lang="en-US"/>
          </a:p>
        </p:txBody>
      </p:sp>
    </p:spTree>
    <p:extLst>
      <p:ext uri="{BB962C8B-B14F-4D97-AF65-F5344CB8AC3E}">
        <p14:creationId xmlns:p14="http://schemas.microsoft.com/office/powerpoint/2010/main" val="804008012"/>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291</a:t>
            </a:fld>
            <a:endParaRPr lang="en-US"/>
          </a:p>
        </p:txBody>
      </p:sp>
    </p:spTree>
    <p:extLst>
      <p:ext uri="{BB962C8B-B14F-4D97-AF65-F5344CB8AC3E}">
        <p14:creationId xmlns:p14="http://schemas.microsoft.com/office/powerpoint/2010/main" val="929439006"/>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1058863" y="720725"/>
            <a:ext cx="519747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293</a:t>
            </a:fld>
            <a:endParaRPr lang="en-US"/>
          </a:p>
        </p:txBody>
      </p:sp>
    </p:spTree>
    <p:extLst>
      <p:ext uri="{BB962C8B-B14F-4D97-AF65-F5344CB8AC3E}">
        <p14:creationId xmlns:p14="http://schemas.microsoft.com/office/powerpoint/2010/main" val="1227606323"/>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a:xfrm>
            <a:off x="4143375" y="9120188"/>
            <a:ext cx="3170238" cy="481012"/>
          </a:xfrm>
          <a:prstGeom prst="rect">
            <a:avLst/>
          </a:prstGeom>
        </p:spPr>
        <p:txBody>
          <a:bodyPr/>
          <a:lstStyle/>
          <a:p>
            <a:fld id="{B1FEB637-BC42-497E-9119-65CA0380A6EE}" type="slidenum">
              <a:rPr lang="en-GB" smtClean="0"/>
              <a:t>299</a:t>
            </a:fld>
            <a:endParaRPr lang="en-GB"/>
          </a:p>
        </p:txBody>
      </p:sp>
    </p:spTree>
    <p:extLst>
      <p:ext uri="{BB962C8B-B14F-4D97-AF65-F5344CB8AC3E}">
        <p14:creationId xmlns:p14="http://schemas.microsoft.com/office/powerpoint/2010/main" val="583615687"/>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58863" y="720725"/>
            <a:ext cx="5197475" cy="3598863"/>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a:xfrm>
            <a:off x="4143375" y="9120188"/>
            <a:ext cx="3170238" cy="481012"/>
          </a:xfrm>
          <a:prstGeom prst="rect">
            <a:avLst/>
          </a:prstGeom>
        </p:spPr>
        <p:txBody>
          <a:bodyPr/>
          <a:lstStyle/>
          <a:p>
            <a:fld id="{B1FEB637-BC42-497E-9119-65CA0380A6EE}" type="slidenum">
              <a:rPr lang="en-GB" smtClean="0"/>
              <a:t>300</a:t>
            </a:fld>
            <a:endParaRPr lang="en-GB"/>
          </a:p>
        </p:txBody>
      </p:sp>
    </p:spTree>
    <p:extLst>
      <p:ext uri="{BB962C8B-B14F-4D97-AF65-F5344CB8AC3E}">
        <p14:creationId xmlns:p14="http://schemas.microsoft.com/office/powerpoint/2010/main" val="2667524036"/>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3.xml"/><Relationship Id="rId4" Type="http://schemas.openxmlformats.org/officeDocument/2006/relationships/image" Target="../media/image4.emf"/></Relationships>
</file>

<file path=ppt/slideLayouts/_rels/slideLayout5.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4.xml"/><Relationship Id="rId4" Type="http://schemas.openxmlformats.org/officeDocument/2006/relationships/image" Target="../media/image4.emf"/></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1.xml"/><Relationship Id="rId1" Type="http://schemas.openxmlformats.org/officeDocument/2006/relationships/tags" Target="../tags/tag5.xml"/><Relationship Id="rId4" Type="http://schemas.openxmlformats.org/officeDocument/2006/relationships/image" Target="../media/image4.emf"/></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Master" Target="../slideMasters/slideMaster1.xml"/><Relationship Id="rId1" Type="http://schemas.openxmlformats.org/officeDocument/2006/relationships/tags" Target="../tags/tag6.xml"/><Relationship Id="rId4" Type="http://schemas.openxmlformats.org/officeDocument/2006/relationships/image" Target="../media/image5.emf"/></Relationships>
</file>

<file path=ppt/slideLayouts/_rels/slideLayout11.xml.rels><?xml version="1.0" encoding="UTF-8" standalone="yes"?>
<Relationships xmlns="http://schemas.openxmlformats.org/package/2006/relationships"><Relationship Id="rId3" Type="http://schemas.openxmlformats.org/officeDocument/2006/relationships/slideMaster" Target="../slideMasters/slideMaster1.xml"/><Relationship Id="rId7" Type="http://schemas.openxmlformats.org/officeDocument/2006/relationships/image" Target="../media/image5.emf"/><Relationship Id="rId2" Type="http://schemas.openxmlformats.org/officeDocument/2006/relationships/tags" Target="../tags/tag8.xml"/><Relationship Id="rId1" Type="http://schemas.openxmlformats.org/officeDocument/2006/relationships/tags" Target="../tags/tag7.xml"/><Relationship Id="rId6" Type="http://schemas.openxmlformats.org/officeDocument/2006/relationships/oleObject" Target="../embeddings/oleObject7.bin"/><Relationship Id="rId5" Type="http://schemas.openxmlformats.org/officeDocument/2006/relationships/image" Target="../media/image4.emf"/><Relationship Id="rId4" Type="http://schemas.openxmlformats.org/officeDocument/2006/relationships/oleObject" Target="../embeddings/oleObject6.bin"/></Relationships>
</file>

<file path=ppt/slideLayouts/_rels/slideLayout12.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Master" Target="../slideMasters/slideMaster1.xml"/><Relationship Id="rId1" Type="http://schemas.openxmlformats.org/officeDocument/2006/relationships/tags" Target="../tags/tag9.xml"/><Relationship Id="rId4" Type="http://schemas.openxmlformats.org/officeDocument/2006/relationships/image" Target="../media/image4.emf"/></Relationships>
</file>

<file path=ppt/slideLayouts/_rels/slideLayout13.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Master" Target="../slideMasters/slideMaster1.xml"/><Relationship Id="rId1" Type="http://schemas.openxmlformats.org/officeDocument/2006/relationships/tags" Target="../tags/tag10.xml"/><Relationship Id="rId4" Type="http://schemas.openxmlformats.org/officeDocument/2006/relationships/image" Target="../media/image4.emf"/></Relationships>
</file>

<file path=ppt/slideLayouts/_rels/slideLayout14.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slideMaster" Target="../slideMasters/slideMaster1.xml"/><Relationship Id="rId1" Type="http://schemas.openxmlformats.org/officeDocument/2006/relationships/tags" Target="../tags/tag11.xml"/><Relationship Id="rId4" Type="http://schemas.openxmlformats.org/officeDocument/2006/relationships/image" Target="../media/image4.emf"/></Relationships>
</file>

<file path=ppt/slideLayouts/_rels/slideLayout15.xml.rels><?xml version="1.0" encoding="UTF-8" standalone="yes"?>
<Relationships xmlns="http://schemas.openxmlformats.org/package/2006/relationships"><Relationship Id="rId3" Type="http://schemas.openxmlformats.org/officeDocument/2006/relationships/oleObject" Target="../embeddings/oleObject11.bin"/><Relationship Id="rId2" Type="http://schemas.openxmlformats.org/officeDocument/2006/relationships/slideMaster" Target="../slideMasters/slideMaster1.xml"/><Relationship Id="rId1" Type="http://schemas.openxmlformats.org/officeDocument/2006/relationships/tags" Target="../tags/tag12.xml"/><Relationship Id="rId4" Type="http://schemas.openxmlformats.org/officeDocument/2006/relationships/image" Target="../media/image4.emf"/></Relationships>
</file>

<file path=ppt/slideLayouts/_rels/slideLayout16.xml.rels><?xml version="1.0" encoding="UTF-8" standalone="yes"?>
<Relationships xmlns="http://schemas.openxmlformats.org/package/2006/relationships"><Relationship Id="rId3" Type="http://schemas.openxmlformats.org/officeDocument/2006/relationships/oleObject" Target="../embeddings/oleObject12.bin"/><Relationship Id="rId2" Type="http://schemas.openxmlformats.org/officeDocument/2006/relationships/slideMaster" Target="../slideMasters/slideMaster1.xml"/><Relationship Id="rId1" Type="http://schemas.openxmlformats.org/officeDocument/2006/relationships/tags" Target="../tags/tag13.xml"/><Relationship Id="rId4" Type="http://schemas.openxmlformats.org/officeDocument/2006/relationships/image" Target="../media/image4.emf"/></Relationships>
</file>

<file path=ppt/slideLayouts/_rels/slideLayout17.xml.rels><?xml version="1.0" encoding="UTF-8" standalone="yes"?>
<Relationships xmlns="http://schemas.openxmlformats.org/package/2006/relationships"><Relationship Id="rId3" Type="http://schemas.openxmlformats.org/officeDocument/2006/relationships/oleObject" Target="../embeddings/oleObject13.bin"/><Relationship Id="rId2" Type="http://schemas.openxmlformats.org/officeDocument/2006/relationships/slideMaster" Target="../slideMasters/slideMaster1.xml"/><Relationship Id="rId1" Type="http://schemas.openxmlformats.org/officeDocument/2006/relationships/tags" Target="../tags/tag14.xml"/><Relationship Id="rId4" Type="http://schemas.openxmlformats.org/officeDocument/2006/relationships/image" Target="../media/image4.emf"/></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Master" Target="../slideMasters/slideMaster1.xml"/><Relationship Id="rId1" Type="http://schemas.openxmlformats.org/officeDocument/2006/relationships/tags" Target="../tags/tag15.xml"/><Relationship Id="rId4" Type="http://schemas.openxmlformats.org/officeDocument/2006/relationships/image" Target="../media/image5.emf"/></Relationships>
</file>

<file path=ppt/slideLayouts/_rels/slideLayout21.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Master" Target="../slideMasters/slideMaster1.xml"/><Relationship Id="rId1" Type="http://schemas.openxmlformats.org/officeDocument/2006/relationships/tags" Target="../tags/tag16.xml"/><Relationship Id="rId4" Type="http://schemas.openxmlformats.org/officeDocument/2006/relationships/image" Target="../media/image5.emf"/></Relationships>
</file>

<file path=ppt/slideLayouts/_rels/slideLayout22.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Master" Target="../slideMasters/slideMaster1.xml"/><Relationship Id="rId1" Type="http://schemas.openxmlformats.org/officeDocument/2006/relationships/tags" Target="../tags/tag17.xml"/><Relationship Id="rId4" Type="http://schemas.openxmlformats.org/officeDocument/2006/relationships/image" Target="../media/image4.emf"/></Relationships>
</file>

<file path=ppt/slideLayouts/_rels/slideLayout23.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Master" Target="../slideMasters/slideMaster1.xml"/><Relationship Id="rId1" Type="http://schemas.openxmlformats.org/officeDocument/2006/relationships/tags" Target="../tags/tag18.xml"/><Relationship Id="rId4" Type="http://schemas.openxmlformats.org/officeDocument/2006/relationships/image" Target="../media/image4.emf"/></Relationships>
</file>

<file path=ppt/slideLayouts/_rels/slideLayout24.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Master" Target="../slideMasters/slideMaster1.xml"/><Relationship Id="rId1" Type="http://schemas.openxmlformats.org/officeDocument/2006/relationships/tags" Target="../tags/tag19.xml"/><Relationship Id="rId4" Type="http://schemas.openxmlformats.org/officeDocument/2006/relationships/image" Target="../media/image4.emf"/></Relationships>
</file>

<file path=ppt/slideLayouts/_rels/slideLayout25.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slideMaster" Target="../slideMasters/slideMaster1.xml"/><Relationship Id="rId1" Type="http://schemas.openxmlformats.org/officeDocument/2006/relationships/tags" Target="../tags/tag20.xml"/><Relationship Id="rId4" Type="http://schemas.openxmlformats.org/officeDocument/2006/relationships/image" Target="../media/image4.emf"/></Relationships>
</file>

<file path=ppt/slideLayouts/_rels/slideLayout26.xml.rels><?xml version="1.0" encoding="UTF-8" standalone="yes"?>
<Relationships xmlns="http://schemas.openxmlformats.org/package/2006/relationships"><Relationship Id="rId3" Type="http://schemas.openxmlformats.org/officeDocument/2006/relationships/oleObject" Target="../embeddings/oleObject20.bin"/><Relationship Id="rId2" Type="http://schemas.openxmlformats.org/officeDocument/2006/relationships/slideMaster" Target="../slideMasters/slideMaster1.xml"/><Relationship Id="rId1" Type="http://schemas.openxmlformats.org/officeDocument/2006/relationships/tags" Target="../tags/tag21.xml"/><Relationship Id="rId4" Type="http://schemas.openxmlformats.org/officeDocument/2006/relationships/image" Target="../media/image4.emf"/></Relationships>
</file>

<file path=ppt/slideLayouts/_rels/slideLayout27.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Master" Target="../slideMasters/slideMaster1.xml"/><Relationship Id="rId1" Type="http://schemas.openxmlformats.org/officeDocument/2006/relationships/tags" Target="../tags/tag22.xml"/><Relationship Id="rId4" Type="http://schemas.openxmlformats.org/officeDocument/2006/relationships/image" Target="../media/image4.emf"/></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 White">
    <p:bg bwMode="gray">
      <p:bgPr>
        <a:solidFill>
          <a:schemeClr val="bg1"/>
        </a:solidFill>
        <a:effectLst/>
      </p:bgPr>
    </p:bg>
    <p:spTree>
      <p:nvGrpSpPr>
        <p:cNvPr id="1" name=""/>
        <p:cNvGrpSpPr/>
        <p:nvPr/>
      </p:nvGrpSpPr>
      <p:grpSpPr>
        <a:xfrm>
          <a:off x="0" y="0"/>
          <a:ext cx="0" cy="0"/>
          <a:chOff x="0" y="0"/>
          <a:chExt cx="0" cy="0"/>
        </a:xfrm>
      </p:grpSpPr>
      <p:sp>
        <p:nvSpPr>
          <p:cNvPr id="3" name="Picture Placeholder 8">
            <a:extLst>
              <a:ext uri="{FF2B5EF4-FFF2-40B4-BE49-F238E27FC236}">
                <a16:creationId xmlns:a16="http://schemas.microsoft.com/office/drawing/2014/main" id="{0C3743E8-66D4-F588-356B-D3E6272609E8}"/>
              </a:ext>
            </a:extLst>
          </p:cNvPr>
          <p:cNvSpPr>
            <a:spLocks noGrp="1"/>
          </p:cNvSpPr>
          <p:nvPr>
            <p:ph type="pic" sz="quarter" idx="11"/>
          </p:nvPr>
        </p:nvSpPr>
        <p:spPr>
          <a:xfrm>
            <a:off x="2497200" y="697330"/>
            <a:ext cx="4946015" cy="4946015"/>
          </a:xfrm>
          <a:prstGeom prst="rect">
            <a:avLst/>
          </a:prstGeom>
        </p:spPr>
        <p:txBody>
          <a:bodyPr/>
          <a:lstStyle>
            <a:lvl1pPr>
              <a:defRPr>
                <a:solidFill>
                  <a:schemeClr val="tx1"/>
                </a:solidFill>
              </a:defRPr>
            </a:lvl1pPr>
          </a:lstStyle>
          <a:p>
            <a:r>
              <a:rPr lang="en-US" noProof="0"/>
              <a:t>Click icon to add picture</a:t>
            </a:r>
            <a:endParaRPr lang="en-US" noProof="0" dirty="0"/>
          </a:p>
        </p:txBody>
      </p:sp>
      <p:sp>
        <p:nvSpPr>
          <p:cNvPr id="42" name="Title 1">
            <a:extLst>
              <a:ext uri="{FF2B5EF4-FFF2-40B4-BE49-F238E27FC236}">
                <a16:creationId xmlns:a16="http://schemas.microsoft.com/office/drawing/2014/main" id="{B345DB50-CB94-4421-9E14-33DABF973475}"/>
              </a:ext>
            </a:extLst>
          </p:cNvPr>
          <p:cNvSpPr>
            <a:spLocks noGrp="1"/>
          </p:cNvSpPr>
          <p:nvPr>
            <p:ph type="ctrTitle" hasCustomPrompt="1"/>
          </p:nvPr>
        </p:nvSpPr>
        <p:spPr bwMode="gray">
          <a:xfrm>
            <a:off x="384048" y="5186210"/>
            <a:ext cx="3648711" cy="895983"/>
          </a:xfrm>
          <a:prstGeom prst="rect">
            <a:avLst/>
          </a:prstGeom>
        </p:spPr>
        <p:txBody>
          <a:bodyPr anchor="b" anchorCtr="0">
            <a:noAutofit/>
          </a:bodyPr>
          <a:lstStyle>
            <a:lvl1pPr algn="l">
              <a:lnSpc>
                <a:spcPts val="3200"/>
              </a:lnSpc>
              <a:defRPr sz="3200" b="0">
                <a:solidFill>
                  <a:schemeClr val="accent3"/>
                </a:solidFill>
                <a:latin typeface="Aptos" panose="020B0004020202020204" pitchFamily="34" charset="0"/>
                <a:ea typeface="Open Sans" panose="020B0606030504020204" pitchFamily="34" charset="0"/>
                <a:cs typeface="Calibri Light" panose="020F0302020204030204" pitchFamily="34" charset="0"/>
              </a:defRPr>
            </a:lvl1pPr>
          </a:lstStyle>
          <a:p>
            <a:r>
              <a:rPr lang="en-US" noProof="0" dirty="0"/>
              <a:t>Click to add title</a:t>
            </a:r>
          </a:p>
        </p:txBody>
      </p:sp>
      <p:sp>
        <p:nvSpPr>
          <p:cNvPr id="43" name="Text Placeholder 4">
            <a:extLst>
              <a:ext uri="{FF2B5EF4-FFF2-40B4-BE49-F238E27FC236}">
                <a16:creationId xmlns:a16="http://schemas.microsoft.com/office/drawing/2014/main" id="{470C5F18-5824-4737-AA04-AA61C1FBBF1A}"/>
              </a:ext>
            </a:extLst>
          </p:cNvPr>
          <p:cNvSpPr>
            <a:spLocks noGrp="1"/>
          </p:cNvSpPr>
          <p:nvPr>
            <p:ph type="body" sz="quarter" idx="10" hasCustomPrompt="1"/>
          </p:nvPr>
        </p:nvSpPr>
        <p:spPr>
          <a:xfrm>
            <a:off x="384048" y="6365848"/>
            <a:ext cx="3648711" cy="180000"/>
          </a:xfrm>
          <a:prstGeom prst="rect">
            <a:avLst/>
          </a:prstGeom>
        </p:spPr>
        <p:txBody>
          <a:bodyPr anchor="ctr">
            <a:noAutofit/>
          </a:bodyPr>
          <a:lstStyle>
            <a:lvl1pPr>
              <a:spcAft>
                <a:spcPts val="0"/>
              </a:spcAft>
              <a:defRPr sz="1400" b="1">
                <a:solidFill>
                  <a:schemeClr val="tx1"/>
                </a:solidFill>
                <a:latin typeface="Aptos" panose="020B000402020202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add secondary text</a:t>
            </a:r>
          </a:p>
        </p:txBody>
      </p:sp>
      <p:pic>
        <p:nvPicPr>
          <p:cNvPr id="4" name="Picture 3" descr="Deloitte logo">
            <a:extLst>
              <a:ext uri="{FF2B5EF4-FFF2-40B4-BE49-F238E27FC236}">
                <a16:creationId xmlns:a16="http://schemas.microsoft.com/office/drawing/2014/main" id="{9C2C2780-3D3F-E6F8-A152-CA12FC4771D6}"/>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38547" y="-5466"/>
            <a:ext cx="2779773" cy="1308222"/>
          </a:xfrm>
          <a:prstGeom prst="rect">
            <a:avLst/>
          </a:prstGeom>
        </p:spPr>
      </p:pic>
    </p:spTree>
    <p:extLst>
      <p:ext uri="{BB962C8B-B14F-4D97-AF65-F5344CB8AC3E}">
        <p14:creationId xmlns:p14="http://schemas.microsoft.com/office/powerpoint/2010/main" val="1796402415"/>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p:cSld name="Title slide - Black">
    <p:bg bwMode="gray">
      <p:bgPr>
        <a:solidFill>
          <a:schemeClr val="tx1"/>
        </a:solidFill>
        <a:effectLst/>
      </p:bgPr>
    </p:bg>
    <p:spTree>
      <p:nvGrpSpPr>
        <p:cNvPr id="1" name=""/>
        <p:cNvGrpSpPr/>
        <p:nvPr/>
      </p:nvGrpSpPr>
      <p:grpSpPr>
        <a:xfrm>
          <a:off x="0" y="0"/>
          <a:ext cx="0" cy="0"/>
          <a:chOff x="0" y="0"/>
          <a:chExt cx="0" cy="0"/>
        </a:xfrm>
      </p:grpSpPr>
      <p:sp>
        <p:nvSpPr>
          <p:cNvPr id="6" name="Picture Placeholder 8">
            <a:extLst>
              <a:ext uri="{FF2B5EF4-FFF2-40B4-BE49-F238E27FC236}">
                <a16:creationId xmlns:a16="http://schemas.microsoft.com/office/drawing/2014/main" id="{41869A64-F467-95E3-560D-0DBBE36345E4}"/>
              </a:ext>
            </a:extLst>
          </p:cNvPr>
          <p:cNvSpPr>
            <a:spLocks noGrp="1"/>
          </p:cNvSpPr>
          <p:nvPr>
            <p:ph type="pic" sz="quarter" idx="11"/>
          </p:nvPr>
        </p:nvSpPr>
        <p:spPr>
          <a:xfrm>
            <a:off x="2497200" y="697330"/>
            <a:ext cx="4946015" cy="4946015"/>
          </a:xfrm>
          <a:prstGeom prst="rect">
            <a:avLst/>
          </a:prstGeom>
        </p:spPr>
        <p:txBody>
          <a:bodyPr/>
          <a:lstStyle>
            <a:lvl1pPr>
              <a:defRPr>
                <a:solidFill>
                  <a:schemeClr val="bg1"/>
                </a:solidFill>
              </a:defRPr>
            </a:lvl1pPr>
          </a:lstStyle>
          <a:p>
            <a:r>
              <a:rPr lang="en-US" noProof="0"/>
              <a:t>Click icon to add picture</a:t>
            </a:r>
            <a:endParaRPr lang="en-US" noProof="0" dirty="0"/>
          </a:p>
        </p:txBody>
      </p:sp>
      <p:sp>
        <p:nvSpPr>
          <p:cNvPr id="42" name="Title 1">
            <a:extLst>
              <a:ext uri="{FF2B5EF4-FFF2-40B4-BE49-F238E27FC236}">
                <a16:creationId xmlns:a16="http://schemas.microsoft.com/office/drawing/2014/main" id="{B345DB50-CB94-4421-9E14-33DABF973475}"/>
              </a:ext>
            </a:extLst>
          </p:cNvPr>
          <p:cNvSpPr>
            <a:spLocks noGrp="1"/>
          </p:cNvSpPr>
          <p:nvPr>
            <p:ph type="ctrTitle" hasCustomPrompt="1"/>
          </p:nvPr>
        </p:nvSpPr>
        <p:spPr bwMode="gray">
          <a:xfrm>
            <a:off x="384048" y="5186210"/>
            <a:ext cx="3648711" cy="895983"/>
          </a:xfrm>
          <a:prstGeom prst="rect">
            <a:avLst/>
          </a:prstGeom>
        </p:spPr>
        <p:txBody>
          <a:bodyPr anchor="b" anchorCtr="0">
            <a:noAutofit/>
          </a:bodyPr>
          <a:lstStyle>
            <a:lvl1pPr algn="l">
              <a:lnSpc>
                <a:spcPts val="3200"/>
              </a:lnSpc>
              <a:defRPr sz="3200" b="0">
                <a:solidFill>
                  <a:schemeClr val="accent1"/>
                </a:solidFill>
                <a:latin typeface="Aptos" panose="020B0004020202020204" pitchFamily="34" charset="0"/>
                <a:ea typeface="Open Sans" panose="020B0606030504020204" pitchFamily="34" charset="0"/>
                <a:cs typeface="Calibri Light" panose="020F0302020204030204" pitchFamily="34" charset="0"/>
              </a:defRPr>
            </a:lvl1pPr>
          </a:lstStyle>
          <a:p>
            <a:r>
              <a:rPr lang="en-US" noProof="0" dirty="0"/>
              <a:t>Click to add title</a:t>
            </a:r>
          </a:p>
        </p:txBody>
      </p:sp>
      <p:sp>
        <p:nvSpPr>
          <p:cNvPr id="43" name="Text Placeholder 4">
            <a:extLst>
              <a:ext uri="{FF2B5EF4-FFF2-40B4-BE49-F238E27FC236}">
                <a16:creationId xmlns:a16="http://schemas.microsoft.com/office/drawing/2014/main" id="{470C5F18-5824-4737-AA04-AA61C1FBBF1A}"/>
              </a:ext>
            </a:extLst>
          </p:cNvPr>
          <p:cNvSpPr>
            <a:spLocks noGrp="1"/>
          </p:cNvSpPr>
          <p:nvPr>
            <p:ph type="body" sz="quarter" idx="10" hasCustomPrompt="1"/>
          </p:nvPr>
        </p:nvSpPr>
        <p:spPr>
          <a:xfrm>
            <a:off x="384048" y="6365848"/>
            <a:ext cx="3648711" cy="180000"/>
          </a:xfrm>
          <a:prstGeom prst="rect">
            <a:avLst/>
          </a:prstGeom>
        </p:spPr>
        <p:txBody>
          <a:bodyPr anchor="ctr">
            <a:noAutofit/>
          </a:bodyPr>
          <a:lstStyle>
            <a:lvl1pPr>
              <a:spcAft>
                <a:spcPts val="0"/>
              </a:spcAft>
              <a:defRPr sz="1400" b="1">
                <a:solidFill>
                  <a:schemeClr val="bg1"/>
                </a:solidFill>
                <a:latin typeface="Aptos" panose="020B000402020202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add secondary text</a:t>
            </a:r>
          </a:p>
        </p:txBody>
      </p:sp>
      <p:pic>
        <p:nvPicPr>
          <p:cNvPr id="2" name="Picture 1" descr="Deloitte logo">
            <a:extLst>
              <a:ext uri="{FF2B5EF4-FFF2-40B4-BE49-F238E27FC236}">
                <a16:creationId xmlns:a16="http://schemas.microsoft.com/office/drawing/2014/main" id="{15F79CE1-4F9B-033B-8F3A-B1B4472DD282}"/>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36576" y="-5466"/>
            <a:ext cx="2779773" cy="1308221"/>
          </a:xfrm>
          <a:prstGeom prst="rect">
            <a:avLst/>
          </a:prstGeom>
        </p:spPr>
      </p:pic>
    </p:spTree>
    <p:extLst>
      <p:ext uri="{BB962C8B-B14F-4D97-AF65-F5344CB8AC3E}">
        <p14:creationId xmlns:p14="http://schemas.microsoft.com/office/powerpoint/2010/main" val="2934197124"/>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p:cSld name="Title slide - Full bleed image">
    <p:bg bwMode="gray">
      <p:bgPr>
        <a:solidFill>
          <a:schemeClr val="tx1"/>
        </a:solidFill>
        <a:effectLst/>
      </p:bgPr>
    </p:bg>
    <p:spTree>
      <p:nvGrpSpPr>
        <p:cNvPr id="1" name=""/>
        <p:cNvGrpSpPr/>
        <p:nvPr/>
      </p:nvGrpSpPr>
      <p:grpSpPr>
        <a:xfrm>
          <a:off x="0" y="0"/>
          <a:ext cx="0" cy="0"/>
          <a:chOff x="0" y="0"/>
          <a:chExt cx="0" cy="0"/>
        </a:xfrm>
      </p:grpSpPr>
      <p:sp>
        <p:nvSpPr>
          <p:cNvPr id="2" name="Picture Placeholder 8">
            <a:extLst>
              <a:ext uri="{FF2B5EF4-FFF2-40B4-BE49-F238E27FC236}">
                <a16:creationId xmlns:a16="http://schemas.microsoft.com/office/drawing/2014/main" id="{A239FF85-CD49-BB35-3695-75C424AD973D}"/>
              </a:ext>
            </a:extLst>
          </p:cNvPr>
          <p:cNvSpPr>
            <a:spLocks noGrp="1"/>
          </p:cNvSpPr>
          <p:nvPr>
            <p:ph type="pic" sz="quarter" idx="11"/>
          </p:nvPr>
        </p:nvSpPr>
        <p:spPr>
          <a:xfrm>
            <a:off x="0" y="0"/>
            <a:ext cx="9906000" cy="6858000"/>
          </a:xfrm>
          <a:prstGeom prst="rect">
            <a:avLst/>
          </a:prstGeom>
        </p:spPr>
        <p:txBody>
          <a:bodyPr/>
          <a:lstStyle>
            <a:lvl1pPr>
              <a:defRPr>
                <a:solidFill>
                  <a:schemeClr val="bg1"/>
                </a:solidFill>
              </a:defRPr>
            </a:lvl1pPr>
          </a:lstStyle>
          <a:p>
            <a:r>
              <a:rPr lang="en-US" noProof="0"/>
              <a:t>Click icon to add picture</a:t>
            </a:r>
            <a:endParaRPr lang="en-US" noProof="0" dirty="0"/>
          </a:p>
        </p:txBody>
      </p:sp>
      <p:sp>
        <p:nvSpPr>
          <p:cNvPr id="42" name="Title 1">
            <a:extLst>
              <a:ext uri="{FF2B5EF4-FFF2-40B4-BE49-F238E27FC236}">
                <a16:creationId xmlns:a16="http://schemas.microsoft.com/office/drawing/2014/main" id="{B345DB50-CB94-4421-9E14-33DABF973475}"/>
              </a:ext>
            </a:extLst>
          </p:cNvPr>
          <p:cNvSpPr>
            <a:spLocks noGrp="1"/>
          </p:cNvSpPr>
          <p:nvPr>
            <p:ph type="ctrTitle" hasCustomPrompt="1"/>
          </p:nvPr>
        </p:nvSpPr>
        <p:spPr bwMode="gray">
          <a:xfrm>
            <a:off x="384048" y="5186210"/>
            <a:ext cx="3648711" cy="895983"/>
          </a:xfrm>
          <a:prstGeom prst="rect">
            <a:avLst/>
          </a:prstGeom>
        </p:spPr>
        <p:txBody>
          <a:bodyPr anchor="b" anchorCtr="0">
            <a:noAutofit/>
          </a:bodyPr>
          <a:lstStyle>
            <a:lvl1pPr algn="l">
              <a:lnSpc>
                <a:spcPts val="3200"/>
              </a:lnSpc>
              <a:defRPr sz="3200" b="0">
                <a:solidFill>
                  <a:schemeClr val="accent1"/>
                </a:solidFill>
                <a:latin typeface="Aptos" panose="020B0004020202020204" pitchFamily="34" charset="0"/>
                <a:ea typeface="Open Sans" panose="020B0606030504020204" pitchFamily="34" charset="0"/>
                <a:cs typeface="Calibri Light" panose="020F0302020204030204" pitchFamily="34" charset="0"/>
              </a:defRPr>
            </a:lvl1pPr>
          </a:lstStyle>
          <a:p>
            <a:r>
              <a:rPr lang="en-US" noProof="0" dirty="0"/>
              <a:t>Click to add title</a:t>
            </a:r>
          </a:p>
        </p:txBody>
      </p:sp>
      <p:sp>
        <p:nvSpPr>
          <p:cNvPr id="43" name="Text Placeholder 4">
            <a:extLst>
              <a:ext uri="{FF2B5EF4-FFF2-40B4-BE49-F238E27FC236}">
                <a16:creationId xmlns:a16="http://schemas.microsoft.com/office/drawing/2014/main" id="{470C5F18-5824-4737-AA04-AA61C1FBBF1A}"/>
              </a:ext>
            </a:extLst>
          </p:cNvPr>
          <p:cNvSpPr>
            <a:spLocks noGrp="1"/>
          </p:cNvSpPr>
          <p:nvPr>
            <p:ph type="body" sz="quarter" idx="10" hasCustomPrompt="1"/>
          </p:nvPr>
        </p:nvSpPr>
        <p:spPr>
          <a:xfrm>
            <a:off x="384048" y="6365848"/>
            <a:ext cx="3648711" cy="180000"/>
          </a:xfrm>
          <a:prstGeom prst="rect">
            <a:avLst/>
          </a:prstGeom>
        </p:spPr>
        <p:txBody>
          <a:bodyPr anchor="ctr">
            <a:noAutofit/>
          </a:bodyPr>
          <a:lstStyle>
            <a:lvl1pPr>
              <a:spcAft>
                <a:spcPts val="0"/>
              </a:spcAft>
              <a:defRPr sz="1400" b="1">
                <a:solidFill>
                  <a:schemeClr val="bg1"/>
                </a:solidFill>
                <a:latin typeface="Aptos" panose="020B000402020202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add secondary text</a:t>
            </a:r>
          </a:p>
        </p:txBody>
      </p:sp>
    </p:spTree>
    <p:extLst>
      <p:ext uri="{BB962C8B-B14F-4D97-AF65-F5344CB8AC3E}">
        <p14:creationId xmlns:p14="http://schemas.microsoft.com/office/powerpoint/2010/main" val="2029679601"/>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p:cSld name="Divider - Deloitte Green">
    <p:bg bwMode="gray">
      <p:bgPr>
        <a:solidFill>
          <a:schemeClr val="accent1"/>
        </a:solid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ED903953-236A-7A85-C86D-21E60D826762}"/>
              </a:ext>
            </a:extLst>
          </p:cNvPr>
          <p:cNvGraphicFramePr>
            <a:graphicFrameLocks noChangeAspect="1"/>
          </p:cNvGraphicFramePr>
          <p:nvPr>
            <p:custDataLst>
              <p:tags r:id="rId1"/>
            </p:custDataLst>
            <p:extLst>
              <p:ext uri="{D42A27DB-BD31-4B8C-83A1-F6EECF244321}">
                <p14:modId xmlns:p14="http://schemas.microsoft.com/office/powerpoint/2010/main" val="2659606706"/>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8" name="think-cell data - do not delete" hidden="1">
                        <a:extLst>
                          <a:ext uri="{FF2B5EF4-FFF2-40B4-BE49-F238E27FC236}">
                            <a16:creationId xmlns:a16="http://schemas.microsoft.com/office/drawing/2014/main" id="{ED903953-236A-7A85-C86D-21E60D826762}"/>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2" name="Title 1"/>
          <p:cNvSpPr>
            <a:spLocks noGrp="1"/>
          </p:cNvSpPr>
          <p:nvPr>
            <p:ph type="title" hasCustomPrompt="1"/>
          </p:nvPr>
        </p:nvSpPr>
        <p:spPr bwMode="gray">
          <a:xfrm>
            <a:off x="384048" y="1682497"/>
            <a:ext cx="9144000" cy="1592403"/>
          </a:xfrm>
          <a:prstGeom prst="rect">
            <a:avLst/>
          </a:prstGeom>
        </p:spPr>
        <p:txBody>
          <a:bodyPr vert="horz" anchor="b"/>
          <a:lstStyle>
            <a:lvl1pPr>
              <a:lnSpc>
                <a:spcPct val="95000"/>
              </a:lnSpc>
              <a:defRPr sz="3600" b="1">
                <a:solidFill>
                  <a:schemeClr val="tx1"/>
                </a:solidFill>
                <a:latin typeface="Aptos" panose="020B0004020202020204" pitchFamily="34" charset="0"/>
                <a:ea typeface="Open Sans" panose="020B0606030504020204" pitchFamily="34" charset="0"/>
                <a:cs typeface="Open Sans" panose="020B0606030504020204" pitchFamily="34" charset="0"/>
              </a:defRPr>
            </a:lvl1pPr>
          </a:lstStyle>
          <a:p>
            <a:r>
              <a:rPr lang="en-US" noProof="0" dirty="0"/>
              <a:t>Click to add title</a:t>
            </a:r>
          </a:p>
        </p:txBody>
      </p:sp>
      <p:sp>
        <p:nvSpPr>
          <p:cNvPr id="3" name="Text Placeholder 2"/>
          <p:cNvSpPr>
            <a:spLocks noGrp="1"/>
          </p:cNvSpPr>
          <p:nvPr>
            <p:ph type="body" idx="1" hasCustomPrompt="1"/>
          </p:nvPr>
        </p:nvSpPr>
        <p:spPr bwMode="gray">
          <a:xfrm>
            <a:off x="384048" y="3451572"/>
            <a:ext cx="9144000" cy="1566532"/>
          </a:xfrm>
        </p:spPr>
        <p:txBody>
          <a:bodyPr lIns="0" tIns="0" rIns="0" bIns="0">
            <a:noAutofit/>
          </a:bodyPr>
          <a:lstStyle>
            <a:lvl1pPr marL="0" indent="0">
              <a:lnSpc>
                <a:spcPct val="95000"/>
              </a:lnSpc>
              <a:spcAft>
                <a:spcPts val="0"/>
              </a:spcAft>
              <a:buNone/>
              <a:defRPr sz="3600" b="0">
                <a:solidFill>
                  <a:schemeClr val="tx1"/>
                </a:solidFill>
                <a:latin typeface="Aptos" panose="020B0004020202020204" pitchFamily="34" charset="0"/>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add subtitle</a:t>
            </a:r>
          </a:p>
        </p:txBody>
      </p:sp>
      <p:sp>
        <p:nvSpPr>
          <p:cNvPr id="7" name="CaseCode">
            <a:extLst>
              <a:ext uri="{FF2B5EF4-FFF2-40B4-BE49-F238E27FC236}">
                <a16:creationId xmlns:a16="http://schemas.microsoft.com/office/drawing/2014/main" id="{ADBA1BC3-DF0A-C7C2-54F8-FADB09EEDB7D}"/>
              </a:ext>
            </a:extLst>
          </p:cNvPr>
          <p:cNvSpPr txBox="1"/>
          <p:nvPr userDrawn="1"/>
        </p:nvSpPr>
        <p:spPr>
          <a:xfrm>
            <a:off x="5147337" y="6519673"/>
            <a:ext cx="3978455" cy="246221"/>
          </a:xfrm>
          <a:prstGeom prst="rect">
            <a:avLst/>
          </a:prstGeom>
          <a:noFill/>
        </p:spPr>
        <p:txBody>
          <a:bodyPr wrap="square" lIns="0" tIns="0" rIns="0" bIns="0" rtlCol="0">
            <a:spAutoFit/>
          </a:bodyPr>
          <a:lstStyle/>
          <a:p>
            <a:pPr marL="0" indent="0" algn="r">
              <a:spcBef>
                <a:spcPts val="0"/>
              </a:spcBef>
              <a:buSzPct val="100000"/>
              <a:buFont typeface="Arial"/>
              <a:buNone/>
            </a:pPr>
            <a:r>
              <a:rPr lang="en-US" sz="800" noProof="0" dirty="0">
                <a:solidFill>
                  <a:schemeClr val="tx1"/>
                </a:solidFill>
                <a:latin typeface="Aptos" panose="020B0004020202020204" pitchFamily="34" charset="0"/>
                <a:cs typeface="Calibri" panose="020F0502020204030204" pitchFamily="34" charset="0"/>
              </a:rPr>
              <a:t>Presentation title</a:t>
            </a:r>
            <a:br>
              <a:rPr lang="en-US" sz="800" noProof="0" dirty="0">
                <a:solidFill>
                  <a:schemeClr val="tx1"/>
                </a:solidFill>
                <a:latin typeface="Aptos" panose="020B0004020202020204" pitchFamily="34" charset="0"/>
                <a:cs typeface="Calibri" panose="020F0502020204030204" pitchFamily="34" charset="0"/>
              </a:rPr>
            </a:br>
            <a:r>
              <a:rPr lang="en-US" sz="800" noProof="0" dirty="0">
                <a:solidFill>
                  <a:schemeClr val="tx1"/>
                </a:solidFill>
                <a:latin typeface="Aptos" panose="020B0004020202020204" pitchFamily="34" charset="0"/>
                <a:cs typeface="Calibri" panose="020F0502020204030204" pitchFamily="34" charset="0"/>
              </a:rPr>
              <a:t>[To edit, click View &gt; Slide Master &gt; Slide Master]</a:t>
            </a:r>
          </a:p>
        </p:txBody>
      </p:sp>
      <p:sp>
        <p:nvSpPr>
          <p:cNvPr id="9" name="Copyright">
            <a:extLst>
              <a:ext uri="{FF2B5EF4-FFF2-40B4-BE49-F238E27FC236}">
                <a16:creationId xmlns:a16="http://schemas.microsoft.com/office/drawing/2014/main" id="{80879667-8E19-0A8A-570B-A31B8E1A0A23}"/>
              </a:ext>
            </a:extLst>
          </p:cNvPr>
          <p:cNvSpPr txBox="1"/>
          <p:nvPr/>
        </p:nvSpPr>
        <p:spPr>
          <a:xfrm>
            <a:off x="371475" y="6519673"/>
            <a:ext cx="4351074" cy="246221"/>
          </a:xfrm>
          <a:prstGeom prst="rect">
            <a:avLst/>
          </a:prstGeom>
          <a:noFill/>
        </p:spPr>
        <p:txBody>
          <a:bodyPr wrap="square" lIns="0" tIns="0" rIns="0" bIns="0" rtlCol="0">
            <a:spAutoFit/>
          </a:bodyPr>
          <a:lstStyle/>
          <a:p>
            <a:pPr marL="0" indent="0">
              <a:spcBef>
                <a:spcPts val="450"/>
              </a:spcBef>
              <a:buSzPct val="100000"/>
              <a:buFont typeface="Arial"/>
              <a:buNone/>
            </a:pPr>
            <a:r>
              <a:rPr lang="en-US" sz="800" noProof="0" dirty="0">
                <a:solidFill>
                  <a:schemeClr val="tx1"/>
                </a:solidFill>
                <a:latin typeface="Aptos" panose="020B0004020202020204" pitchFamily="34" charset="0"/>
                <a:cs typeface="Calibri" panose="020F0502020204030204" pitchFamily="34" charset="0"/>
              </a:rPr>
              <a:t>Member firms and DTTL: Insert appropriate copyright</a:t>
            </a:r>
            <a:br>
              <a:rPr lang="en-US" sz="800" noProof="0" dirty="0">
                <a:solidFill>
                  <a:schemeClr val="tx1"/>
                </a:solidFill>
                <a:latin typeface="Aptos" panose="020B0004020202020204" pitchFamily="34" charset="0"/>
                <a:cs typeface="Calibri" panose="020F0502020204030204" pitchFamily="34" charset="0"/>
              </a:rPr>
            </a:br>
            <a:r>
              <a:rPr lang="en-US" sz="800" noProof="0" dirty="0">
                <a:solidFill>
                  <a:schemeClr val="tx1"/>
                </a:solidFill>
                <a:latin typeface="Aptos" panose="020B0004020202020204" pitchFamily="34" charset="0"/>
                <a:cs typeface="Calibri" panose="020F0502020204030204" pitchFamily="34" charset="0"/>
              </a:rPr>
              <a:t>[To edit, click View &gt; Slide Master &gt; Slide Master]</a:t>
            </a:r>
          </a:p>
        </p:txBody>
      </p:sp>
      <p:sp>
        <p:nvSpPr>
          <p:cNvPr id="10" name="TextBox 9">
            <a:extLst>
              <a:ext uri="{FF2B5EF4-FFF2-40B4-BE49-F238E27FC236}">
                <a16:creationId xmlns:a16="http://schemas.microsoft.com/office/drawing/2014/main" id="{73651E4B-6F26-F51C-0F00-AA71F4B0CCCE}"/>
              </a:ext>
            </a:extLst>
          </p:cNvPr>
          <p:cNvSpPr txBox="1"/>
          <p:nvPr/>
        </p:nvSpPr>
        <p:spPr>
          <a:xfrm>
            <a:off x="9284296" y="6519673"/>
            <a:ext cx="250230" cy="123111"/>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800" noProof="0" smtClean="0">
                <a:solidFill>
                  <a:schemeClr val="tx1"/>
                </a:solidFill>
                <a:latin typeface="Aptos" panose="020B0004020202020204" pitchFamily="34" charset="0"/>
                <a:cs typeface="Calibri" panose="020F0502020204030204" pitchFamily="34" charset="0"/>
              </a:rPr>
              <a:pPr marL="0" indent="0" algn="r">
                <a:spcBef>
                  <a:spcPts val="450"/>
                </a:spcBef>
                <a:buSzPct val="100000"/>
                <a:buFont typeface="Arial"/>
                <a:buNone/>
              </a:pPr>
              <a:t>‹#›</a:t>
            </a:fld>
            <a:endParaRPr lang="en-US" sz="800" noProof="0" dirty="0">
              <a:solidFill>
                <a:schemeClr val="tx1"/>
              </a:solidFill>
              <a:latin typeface="Aptos" panose="020B000402020202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BB01B178-1BEF-CE5A-C442-513167FBF22C}"/>
              </a:ext>
            </a:extLst>
          </p:cNvPr>
          <p:cNvSpPr txBox="1"/>
          <p:nvPr userDrawn="1"/>
        </p:nvSpPr>
        <p:spPr>
          <a:xfrm>
            <a:off x="9284296" y="6519674"/>
            <a:ext cx="250230" cy="100027"/>
          </a:xfrm>
          <a:prstGeom prst="rect">
            <a:avLst/>
          </a:prstGeom>
          <a:noFill/>
        </p:spPr>
        <p:txBody>
          <a:bodyPr wrap="square" lIns="0" tIns="0" rIns="0" bIns="0" rtlCol="0">
            <a:spAutoFit/>
          </a:bodyPr>
          <a:lstStyle/>
          <a:p>
            <a:pPr marL="0" indent="0" algn="r">
              <a:spcBef>
                <a:spcPts val="366"/>
              </a:spcBef>
              <a:buSzPct val="100000"/>
              <a:buFont typeface="Arial"/>
              <a:buNone/>
            </a:pPr>
            <a:fld id="{C58DF478-B544-4ED8-9ED4-6A2648E2D233}" type="slidenum">
              <a:rPr lang="en-US" sz="650" noProof="0" smtClean="0">
                <a:solidFill>
                  <a:schemeClr val="tx1"/>
                </a:solidFill>
                <a:latin typeface="Calibri" panose="020F0502020204030204" pitchFamily="34" charset="0"/>
                <a:cs typeface="Calibri" panose="020F0502020204030204" pitchFamily="34" charset="0"/>
              </a:rPr>
              <a:pPr marL="0" indent="0" algn="r">
                <a:spcBef>
                  <a:spcPts val="366"/>
                </a:spcBef>
                <a:buSzPct val="100000"/>
                <a:buFont typeface="Arial"/>
                <a:buNone/>
              </a:pPr>
              <a:t>‹#›</a:t>
            </a:fld>
            <a:endParaRPr lang="en-US" sz="650" noProof="0" dirty="0">
              <a:solidFill>
                <a:schemeClr val="tx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306130885"/>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p:cSld name="Divider - Deloitte Accessible Green">
    <p:bg bwMode="gray">
      <p:bgPr>
        <a:solidFill>
          <a:schemeClr val="accent3"/>
        </a:solid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ED903953-236A-7A85-C86D-21E60D826762}"/>
              </a:ext>
            </a:extLst>
          </p:cNvPr>
          <p:cNvGraphicFramePr>
            <a:graphicFrameLocks noChangeAspect="1"/>
          </p:cNvGraphicFramePr>
          <p:nvPr>
            <p:custDataLst>
              <p:tags r:id="rId1"/>
            </p:custDataLst>
            <p:extLst>
              <p:ext uri="{D42A27DB-BD31-4B8C-83A1-F6EECF244321}">
                <p14:modId xmlns:p14="http://schemas.microsoft.com/office/powerpoint/2010/main" val="2659606706"/>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8" name="think-cell data - do not delete" hidden="1">
                        <a:extLst>
                          <a:ext uri="{FF2B5EF4-FFF2-40B4-BE49-F238E27FC236}">
                            <a16:creationId xmlns:a16="http://schemas.microsoft.com/office/drawing/2014/main" id="{ED903953-236A-7A85-C86D-21E60D826762}"/>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2" name="Title 1"/>
          <p:cNvSpPr>
            <a:spLocks noGrp="1"/>
          </p:cNvSpPr>
          <p:nvPr>
            <p:ph type="title" hasCustomPrompt="1"/>
          </p:nvPr>
        </p:nvSpPr>
        <p:spPr bwMode="gray">
          <a:xfrm>
            <a:off x="384048" y="1682497"/>
            <a:ext cx="9144000" cy="1592403"/>
          </a:xfrm>
          <a:prstGeom prst="rect">
            <a:avLst/>
          </a:prstGeom>
        </p:spPr>
        <p:txBody>
          <a:bodyPr vert="horz" anchor="b"/>
          <a:lstStyle>
            <a:lvl1pPr>
              <a:lnSpc>
                <a:spcPct val="95000"/>
              </a:lnSpc>
              <a:defRPr sz="3600" b="1">
                <a:solidFill>
                  <a:schemeClr val="bg1"/>
                </a:solidFill>
                <a:latin typeface="Aptos" panose="020B0004020202020204" pitchFamily="34" charset="0"/>
                <a:ea typeface="Open Sans" panose="020B0606030504020204" pitchFamily="34" charset="0"/>
                <a:cs typeface="Open Sans" panose="020B0606030504020204" pitchFamily="34" charset="0"/>
              </a:defRPr>
            </a:lvl1pPr>
          </a:lstStyle>
          <a:p>
            <a:r>
              <a:rPr lang="en-US" noProof="0" dirty="0"/>
              <a:t>Click to add title</a:t>
            </a:r>
          </a:p>
        </p:txBody>
      </p:sp>
      <p:sp>
        <p:nvSpPr>
          <p:cNvPr id="3" name="Text Placeholder 2"/>
          <p:cNvSpPr>
            <a:spLocks noGrp="1"/>
          </p:cNvSpPr>
          <p:nvPr>
            <p:ph type="body" idx="1" hasCustomPrompt="1"/>
          </p:nvPr>
        </p:nvSpPr>
        <p:spPr bwMode="gray">
          <a:xfrm>
            <a:off x="384048" y="3456432"/>
            <a:ext cx="9144000" cy="1566532"/>
          </a:xfrm>
        </p:spPr>
        <p:txBody>
          <a:bodyPr lIns="0" tIns="0" rIns="0" bIns="0">
            <a:noAutofit/>
          </a:bodyPr>
          <a:lstStyle>
            <a:lvl1pPr marL="0" indent="0">
              <a:lnSpc>
                <a:spcPct val="95000"/>
              </a:lnSpc>
              <a:spcAft>
                <a:spcPts val="0"/>
              </a:spcAft>
              <a:buNone/>
              <a:defRPr sz="3600" b="0">
                <a:solidFill>
                  <a:schemeClr val="bg1"/>
                </a:solidFill>
                <a:latin typeface="Aptos" panose="020B0004020202020204" pitchFamily="34" charset="0"/>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add subtitle</a:t>
            </a:r>
          </a:p>
        </p:txBody>
      </p:sp>
      <p:sp>
        <p:nvSpPr>
          <p:cNvPr id="7" name="CaseCode">
            <a:extLst>
              <a:ext uri="{FF2B5EF4-FFF2-40B4-BE49-F238E27FC236}">
                <a16:creationId xmlns:a16="http://schemas.microsoft.com/office/drawing/2014/main" id="{F684A669-26C5-90D5-704C-199677EB5DCB}"/>
              </a:ext>
            </a:extLst>
          </p:cNvPr>
          <p:cNvSpPr txBox="1"/>
          <p:nvPr/>
        </p:nvSpPr>
        <p:spPr>
          <a:xfrm>
            <a:off x="5147337" y="6519673"/>
            <a:ext cx="3978455" cy="246221"/>
          </a:xfrm>
          <a:prstGeom prst="rect">
            <a:avLst/>
          </a:prstGeom>
          <a:noFill/>
        </p:spPr>
        <p:txBody>
          <a:bodyPr wrap="square" lIns="0" tIns="0" rIns="0" bIns="0" rtlCol="0">
            <a:spAutoFit/>
          </a:bodyPr>
          <a:lstStyle/>
          <a:p>
            <a:pPr marL="0" indent="0" algn="r">
              <a:spcBef>
                <a:spcPts val="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Presentation title</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9" name="Copyright">
            <a:extLst>
              <a:ext uri="{FF2B5EF4-FFF2-40B4-BE49-F238E27FC236}">
                <a16:creationId xmlns:a16="http://schemas.microsoft.com/office/drawing/2014/main" id="{007BB995-EE99-3880-DCE6-C93F71A128CE}"/>
              </a:ext>
            </a:extLst>
          </p:cNvPr>
          <p:cNvSpPr txBox="1"/>
          <p:nvPr/>
        </p:nvSpPr>
        <p:spPr>
          <a:xfrm>
            <a:off x="371475" y="6519673"/>
            <a:ext cx="4351074" cy="246221"/>
          </a:xfrm>
          <a:prstGeom prst="rect">
            <a:avLst/>
          </a:prstGeom>
          <a:noFill/>
        </p:spPr>
        <p:txBody>
          <a:bodyPr wrap="square" lIns="0" tIns="0" rIns="0" bIns="0" rtlCol="0">
            <a:spAutoFit/>
          </a:bodyPr>
          <a:lstStyle/>
          <a:p>
            <a:pPr marL="0" indent="0">
              <a:spcBef>
                <a:spcPts val="45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Member firms and DTTL: Insert appropriate copyright</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10" name="TextBox 9">
            <a:extLst>
              <a:ext uri="{FF2B5EF4-FFF2-40B4-BE49-F238E27FC236}">
                <a16:creationId xmlns:a16="http://schemas.microsoft.com/office/drawing/2014/main" id="{561CC79A-BB5E-1920-0382-D1E9D54533B4}"/>
              </a:ext>
            </a:extLst>
          </p:cNvPr>
          <p:cNvSpPr txBox="1"/>
          <p:nvPr/>
        </p:nvSpPr>
        <p:spPr>
          <a:xfrm>
            <a:off x="9284296" y="6519673"/>
            <a:ext cx="250230" cy="123111"/>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800" noProof="0" smtClean="0">
                <a:solidFill>
                  <a:schemeClr val="bg1"/>
                </a:solidFill>
                <a:latin typeface="Aptos" panose="020B0004020202020204" pitchFamily="34" charset="0"/>
                <a:cs typeface="Calibri" panose="020F0502020204030204" pitchFamily="34" charset="0"/>
              </a:rPr>
              <a:pPr marL="0" indent="0" algn="r">
                <a:spcBef>
                  <a:spcPts val="450"/>
                </a:spcBef>
                <a:buSzPct val="100000"/>
                <a:buFont typeface="Arial"/>
                <a:buNone/>
              </a:pPr>
              <a:t>‹#›</a:t>
            </a:fld>
            <a:endParaRPr lang="en-US" sz="800" noProof="0" dirty="0">
              <a:solidFill>
                <a:schemeClr val="bg1"/>
              </a:solidFill>
              <a:latin typeface="Aptos" panose="020B0004020202020204" pitchFamily="34" charset="0"/>
              <a:cs typeface="Calibri" panose="020F0502020204030204" pitchFamily="34" charset="0"/>
            </a:endParaRPr>
          </a:p>
        </p:txBody>
      </p:sp>
    </p:spTree>
    <p:extLst>
      <p:ext uri="{BB962C8B-B14F-4D97-AF65-F5344CB8AC3E}">
        <p14:creationId xmlns:p14="http://schemas.microsoft.com/office/powerpoint/2010/main" val="1366568619"/>
      </p:ext>
    </p:extLst>
  </p:cSld>
  <p:clrMapOvr>
    <a:masterClrMapping/>
  </p:clrMapOvr>
  <p:transition>
    <p:fade/>
  </p:transition>
  <p:extLst>
    <p:ext uri="{DCECCB84-F9BA-43D5-87BE-67443E8EF086}">
      <p15:sldGuideLst xmlns:p15="http://schemas.microsoft.com/office/powerpoint/2012/main">
        <p15:guide id="1" orient="horz" pos="216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p:cSld name="Divider - Deloitte Accessible Teal">
    <p:bg bwMode="gray">
      <p:bgPr>
        <a:solidFill>
          <a:schemeClr val="accent5"/>
        </a:solidFill>
        <a:effectLst/>
      </p:bgPr>
    </p:bg>
    <p:spTree>
      <p:nvGrpSpPr>
        <p:cNvPr id="1" name=""/>
        <p:cNvGrpSpPr/>
        <p:nvPr/>
      </p:nvGrpSpPr>
      <p:grpSpPr>
        <a:xfrm>
          <a:off x="0" y="0"/>
          <a:ext cx="0" cy="0"/>
          <a:chOff x="0" y="0"/>
          <a:chExt cx="0" cy="0"/>
        </a:xfrm>
      </p:grpSpPr>
      <p:sp>
        <p:nvSpPr>
          <p:cNvPr id="7" name="CaseCode">
            <a:extLst>
              <a:ext uri="{FF2B5EF4-FFF2-40B4-BE49-F238E27FC236}">
                <a16:creationId xmlns:a16="http://schemas.microsoft.com/office/drawing/2014/main" id="{1F8EA9CE-A4FD-7F07-8A19-61F161FECD5F}"/>
              </a:ext>
            </a:extLst>
          </p:cNvPr>
          <p:cNvSpPr txBox="1"/>
          <p:nvPr/>
        </p:nvSpPr>
        <p:spPr>
          <a:xfrm>
            <a:off x="5147337" y="6519673"/>
            <a:ext cx="3978455" cy="246221"/>
          </a:xfrm>
          <a:prstGeom prst="rect">
            <a:avLst/>
          </a:prstGeom>
          <a:noFill/>
        </p:spPr>
        <p:txBody>
          <a:bodyPr wrap="square" lIns="0" tIns="0" rIns="0" bIns="0" rtlCol="0">
            <a:spAutoFit/>
          </a:bodyPr>
          <a:lstStyle/>
          <a:p>
            <a:pPr marL="0" indent="0" algn="r">
              <a:spcBef>
                <a:spcPts val="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Presentation title</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8" name="Copyright">
            <a:extLst>
              <a:ext uri="{FF2B5EF4-FFF2-40B4-BE49-F238E27FC236}">
                <a16:creationId xmlns:a16="http://schemas.microsoft.com/office/drawing/2014/main" id="{EFB2FD2C-2339-18D3-FE74-70FF8DBE712E}"/>
              </a:ext>
            </a:extLst>
          </p:cNvPr>
          <p:cNvSpPr txBox="1"/>
          <p:nvPr/>
        </p:nvSpPr>
        <p:spPr>
          <a:xfrm>
            <a:off x="371475" y="6519673"/>
            <a:ext cx="4351074" cy="246221"/>
          </a:xfrm>
          <a:prstGeom prst="rect">
            <a:avLst/>
          </a:prstGeom>
          <a:noFill/>
        </p:spPr>
        <p:txBody>
          <a:bodyPr wrap="square" lIns="0" tIns="0" rIns="0" bIns="0" rtlCol="0">
            <a:spAutoFit/>
          </a:bodyPr>
          <a:lstStyle/>
          <a:p>
            <a:pPr marL="0" indent="0">
              <a:spcBef>
                <a:spcPts val="45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Member firms and DTTL: Insert appropriate copyright</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9" name="TextBox 8">
            <a:extLst>
              <a:ext uri="{FF2B5EF4-FFF2-40B4-BE49-F238E27FC236}">
                <a16:creationId xmlns:a16="http://schemas.microsoft.com/office/drawing/2014/main" id="{752674E4-36E3-6473-BA52-EF41006ED287}"/>
              </a:ext>
            </a:extLst>
          </p:cNvPr>
          <p:cNvSpPr txBox="1"/>
          <p:nvPr/>
        </p:nvSpPr>
        <p:spPr>
          <a:xfrm>
            <a:off x="9284296" y="6519673"/>
            <a:ext cx="250230" cy="123111"/>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800" noProof="0" smtClean="0">
                <a:solidFill>
                  <a:schemeClr val="bg1"/>
                </a:solidFill>
                <a:latin typeface="Aptos" panose="020B0004020202020204" pitchFamily="34" charset="0"/>
                <a:cs typeface="Calibri" panose="020F0502020204030204" pitchFamily="34" charset="0"/>
              </a:rPr>
              <a:pPr marL="0" indent="0" algn="r">
                <a:spcBef>
                  <a:spcPts val="450"/>
                </a:spcBef>
                <a:buSzPct val="100000"/>
                <a:buFont typeface="Arial"/>
                <a:buNone/>
              </a:pPr>
              <a:t>‹#›</a:t>
            </a:fld>
            <a:endParaRPr lang="en-US" sz="800" noProof="0" dirty="0">
              <a:solidFill>
                <a:schemeClr val="bg1"/>
              </a:solidFill>
              <a:latin typeface="Aptos" panose="020B0004020202020204" pitchFamily="34" charset="0"/>
              <a:cs typeface="Calibri" panose="020F0502020204030204" pitchFamily="34" charset="0"/>
            </a:endParaRPr>
          </a:p>
        </p:txBody>
      </p:sp>
      <p:sp>
        <p:nvSpPr>
          <p:cNvPr id="10" name="Title 1">
            <a:extLst>
              <a:ext uri="{FF2B5EF4-FFF2-40B4-BE49-F238E27FC236}">
                <a16:creationId xmlns:a16="http://schemas.microsoft.com/office/drawing/2014/main" id="{F60CC504-C642-CAD5-61BD-E184E479D19C}"/>
              </a:ext>
            </a:extLst>
          </p:cNvPr>
          <p:cNvSpPr>
            <a:spLocks noGrp="1"/>
          </p:cNvSpPr>
          <p:nvPr>
            <p:ph type="title" hasCustomPrompt="1"/>
          </p:nvPr>
        </p:nvSpPr>
        <p:spPr bwMode="gray">
          <a:xfrm>
            <a:off x="384048" y="1682497"/>
            <a:ext cx="9144000" cy="1592403"/>
          </a:xfrm>
          <a:prstGeom prst="rect">
            <a:avLst/>
          </a:prstGeom>
        </p:spPr>
        <p:txBody>
          <a:bodyPr vert="horz" anchor="b"/>
          <a:lstStyle>
            <a:lvl1pPr>
              <a:lnSpc>
                <a:spcPct val="95000"/>
              </a:lnSpc>
              <a:defRPr sz="3600" b="1">
                <a:solidFill>
                  <a:schemeClr val="bg1"/>
                </a:solidFill>
                <a:latin typeface="Aptos" panose="020B0004020202020204" pitchFamily="34" charset="0"/>
                <a:ea typeface="Open Sans" panose="020B0606030504020204" pitchFamily="34" charset="0"/>
                <a:cs typeface="Open Sans" panose="020B0606030504020204" pitchFamily="34" charset="0"/>
              </a:defRPr>
            </a:lvl1pPr>
          </a:lstStyle>
          <a:p>
            <a:r>
              <a:rPr lang="en-US" noProof="0" dirty="0"/>
              <a:t>Click to add title</a:t>
            </a:r>
          </a:p>
        </p:txBody>
      </p:sp>
      <p:sp>
        <p:nvSpPr>
          <p:cNvPr id="11" name="Text Placeholder 2">
            <a:extLst>
              <a:ext uri="{FF2B5EF4-FFF2-40B4-BE49-F238E27FC236}">
                <a16:creationId xmlns:a16="http://schemas.microsoft.com/office/drawing/2014/main" id="{BFD8C8D7-FC7E-145B-B314-E6EBE79FFB22}"/>
              </a:ext>
            </a:extLst>
          </p:cNvPr>
          <p:cNvSpPr>
            <a:spLocks noGrp="1"/>
          </p:cNvSpPr>
          <p:nvPr>
            <p:ph type="body" idx="1" hasCustomPrompt="1"/>
          </p:nvPr>
        </p:nvSpPr>
        <p:spPr bwMode="gray">
          <a:xfrm>
            <a:off x="384048" y="3456432"/>
            <a:ext cx="9144000" cy="1566532"/>
          </a:xfrm>
        </p:spPr>
        <p:txBody>
          <a:bodyPr lIns="0" tIns="0" rIns="0" bIns="0">
            <a:noAutofit/>
          </a:bodyPr>
          <a:lstStyle>
            <a:lvl1pPr marL="0" indent="0">
              <a:lnSpc>
                <a:spcPct val="95000"/>
              </a:lnSpc>
              <a:spcAft>
                <a:spcPts val="0"/>
              </a:spcAft>
              <a:buNone/>
              <a:defRPr sz="3600" b="0">
                <a:solidFill>
                  <a:schemeClr val="bg1"/>
                </a:solidFill>
                <a:latin typeface="Aptos" panose="020B0004020202020204" pitchFamily="34" charset="0"/>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add subtitle</a:t>
            </a:r>
          </a:p>
        </p:txBody>
      </p:sp>
      <p:sp>
        <p:nvSpPr>
          <p:cNvPr id="2" name="TextBox 1">
            <a:extLst>
              <a:ext uri="{FF2B5EF4-FFF2-40B4-BE49-F238E27FC236}">
                <a16:creationId xmlns:a16="http://schemas.microsoft.com/office/drawing/2014/main" id="{18766BD5-915A-4185-B44D-CAFA090E70DB}"/>
              </a:ext>
            </a:extLst>
          </p:cNvPr>
          <p:cNvSpPr txBox="1"/>
          <p:nvPr userDrawn="1"/>
        </p:nvSpPr>
        <p:spPr>
          <a:xfrm>
            <a:off x="9284296" y="6519674"/>
            <a:ext cx="250230" cy="100027"/>
          </a:xfrm>
          <a:prstGeom prst="rect">
            <a:avLst/>
          </a:prstGeom>
          <a:noFill/>
        </p:spPr>
        <p:txBody>
          <a:bodyPr wrap="square" lIns="0" tIns="0" rIns="0" bIns="0" rtlCol="0">
            <a:spAutoFit/>
          </a:bodyPr>
          <a:lstStyle/>
          <a:p>
            <a:pPr marL="0" indent="0" algn="r">
              <a:spcBef>
                <a:spcPts val="366"/>
              </a:spcBef>
              <a:buSzPct val="100000"/>
              <a:buFont typeface="Arial"/>
              <a:buNone/>
            </a:pPr>
            <a:fld id="{C58DF478-B544-4ED8-9ED4-6A2648E2D233}" type="slidenum">
              <a:rPr lang="en-US" sz="650" noProof="0" smtClean="0">
                <a:solidFill>
                  <a:schemeClr val="bg1"/>
                </a:solidFill>
                <a:latin typeface="Calibri" panose="020F0502020204030204" pitchFamily="34" charset="0"/>
                <a:cs typeface="Calibri" panose="020F0502020204030204" pitchFamily="34" charset="0"/>
              </a:rPr>
              <a:pPr marL="0" indent="0" algn="r">
                <a:spcBef>
                  <a:spcPts val="366"/>
                </a:spcBef>
                <a:buSzPct val="100000"/>
                <a:buFont typeface="Arial"/>
                <a:buNone/>
              </a:pPr>
              <a:t>‹#›</a:t>
            </a:fld>
            <a:endParaRPr lang="en-US" sz="650"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47062185"/>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p:cSld name="Divider - Deloitte Accessible Blue">
    <p:bg bwMode="gray">
      <p:bgPr>
        <a:solidFill>
          <a:schemeClr val="accent6"/>
        </a:solidFill>
        <a:effectLst/>
      </p:bgPr>
    </p:bg>
    <p:spTree>
      <p:nvGrpSpPr>
        <p:cNvPr id="1" name=""/>
        <p:cNvGrpSpPr/>
        <p:nvPr/>
      </p:nvGrpSpPr>
      <p:grpSpPr>
        <a:xfrm>
          <a:off x="0" y="0"/>
          <a:ext cx="0" cy="0"/>
          <a:chOff x="0" y="0"/>
          <a:chExt cx="0" cy="0"/>
        </a:xfrm>
      </p:grpSpPr>
      <p:sp>
        <p:nvSpPr>
          <p:cNvPr id="5" name="CaseCode">
            <a:extLst>
              <a:ext uri="{FF2B5EF4-FFF2-40B4-BE49-F238E27FC236}">
                <a16:creationId xmlns:a16="http://schemas.microsoft.com/office/drawing/2014/main" id="{67FC27F4-B029-8F10-CF8E-13A946A025B5}"/>
              </a:ext>
            </a:extLst>
          </p:cNvPr>
          <p:cNvSpPr txBox="1"/>
          <p:nvPr/>
        </p:nvSpPr>
        <p:spPr>
          <a:xfrm>
            <a:off x="5147337" y="6519673"/>
            <a:ext cx="3978455" cy="246221"/>
          </a:xfrm>
          <a:prstGeom prst="rect">
            <a:avLst/>
          </a:prstGeom>
          <a:noFill/>
        </p:spPr>
        <p:txBody>
          <a:bodyPr wrap="square" lIns="0" tIns="0" rIns="0" bIns="0" rtlCol="0">
            <a:spAutoFit/>
          </a:bodyPr>
          <a:lstStyle/>
          <a:p>
            <a:pPr marL="0" indent="0" algn="r">
              <a:spcBef>
                <a:spcPts val="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Presentation title</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6" name="Copyright">
            <a:extLst>
              <a:ext uri="{FF2B5EF4-FFF2-40B4-BE49-F238E27FC236}">
                <a16:creationId xmlns:a16="http://schemas.microsoft.com/office/drawing/2014/main" id="{89AEA1EB-B05E-844E-88AE-0B79DF479CCD}"/>
              </a:ext>
            </a:extLst>
          </p:cNvPr>
          <p:cNvSpPr txBox="1"/>
          <p:nvPr/>
        </p:nvSpPr>
        <p:spPr>
          <a:xfrm>
            <a:off x="371475" y="6519673"/>
            <a:ext cx="4351074" cy="246221"/>
          </a:xfrm>
          <a:prstGeom prst="rect">
            <a:avLst/>
          </a:prstGeom>
          <a:noFill/>
        </p:spPr>
        <p:txBody>
          <a:bodyPr wrap="square" lIns="0" tIns="0" rIns="0" bIns="0" rtlCol="0">
            <a:spAutoFit/>
          </a:bodyPr>
          <a:lstStyle/>
          <a:p>
            <a:pPr marL="0" indent="0">
              <a:spcBef>
                <a:spcPts val="450"/>
              </a:spcBef>
              <a:buSzPct val="100000"/>
              <a:buFont typeface="Arial"/>
              <a:buNone/>
            </a:pPr>
            <a:r>
              <a:rPr lang="en-US" sz="800" noProof="0" dirty="0">
                <a:solidFill>
                  <a:schemeClr val="bg1"/>
                </a:solidFill>
                <a:latin typeface="Aptos" panose="020B0004020202020204" pitchFamily="34" charset="0"/>
                <a:cs typeface="Calibri" panose="020F0502020204030204" pitchFamily="34" charset="0"/>
              </a:rPr>
              <a:t>Member firms and DTTL: Insert appropriate copyright</a:t>
            </a:r>
            <a:br>
              <a:rPr lang="en-US" sz="800" noProof="0" dirty="0">
                <a:solidFill>
                  <a:schemeClr val="bg1"/>
                </a:solidFill>
                <a:latin typeface="Aptos" panose="020B0004020202020204" pitchFamily="34" charset="0"/>
                <a:cs typeface="Calibri" panose="020F0502020204030204" pitchFamily="34" charset="0"/>
              </a:rPr>
            </a:br>
            <a:r>
              <a:rPr lang="en-US" sz="800" noProof="0" dirty="0">
                <a:solidFill>
                  <a:schemeClr val="bg1"/>
                </a:solidFill>
                <a:latin typeface="Aptos" panose="020B0004020202020204" pitchFamily="34" charset="0"/>
                <a:cs typeface="Calibri" panose="020F0502020204030204" pitchFamily="34" charset="0"/>
              </a:rPr>
              <a:t>[To edit, click View &gt; Slide Master &gt; Slide Master]</a:t>
            </a:r>
          </a:p>
        </p:txBody>
      </p:sp>
      <p:sp>
        <p:nvSpPr>
          <p:cNvPr id="7" name="TextBox 6">
            <a:extLst>
              <a:ext uri="{FF2B5EF4-FFF2-40B4-BE49-F238E27FC236}">
                <a16:creationId xmlns:a16="http://schemas.microsoft.com/office/drawing/2014/main" id="{F797C4E0-E9D0-9FCD-AFF6-A164148A4809}"/>
              </a:ext>
            </a:extLst>
          </p:cNvPr>
          <p:cNvSpPr txBox="1"/>
          <p:nvPr/>
        </p:nvSpPr>
        <p:spPr>
          <a:xfrm>
            <a:off x="9284296" y="6519673"/>
            <a:ext cx="250230" cy="123111"/>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800" noProof="0" smtClean="0">
                <a:solidFill>
                  <a:schemeClr val="bg1"/>
                </a:solidFill>
                <a:latin typeface="Aptos" panose="020B0004020202020204" pitchFamily="34" charset="0"/>
                <a:cs typeface="Calibri" panose="020F0502020204030204" pitchFamily="34" charset="0"/>
              </a:rPr>
              <a:pPr marL="0" indent="0" algn="r">
                <a:spcBef>
                  <a:spcPts val="450"/>
                </a:spcBef>
                <a:buSzPct val="100000"/>
                <a:buFont typeface="Arial"/>
                <a:buNone/>
              </a:pPr>
              <a:t>‹#›</a:t>
            </a:fld>
            <a:endParaRPr lang="en-US" sz="800" noProof="0" dirty="0">
              <a:solidFill>
                <a:schemeClr val="bg1"/>
              </a:solidFill>
              <a:latin typeface="Aptos" panose="020B0004020202020204" pitchFamily="34" charset="0"/>
              <a:cs typeface="Calibri" panose="020F0502020204030204" pitchFamily="34" charset="0"/>
            </a:endParaRPr>
          </a:p>
        </p:txBody>
      </p:sp>
      <p:sp>
        <p:nvSpPr>
          <p:cNvPr id="8" name="Title 1">
            <a:extLst>
              <a:ext uri="{FF2B5EF4-FFF2-40B4-BE49-F238E27FC236}">
                <a16:creationId xmlns:a16="http://schemas.microsoft.com/office/drawing/2014/main" id="{2AE58C20-370C-728D-70BA-DDC6ADA47228}"/>
              </a:ext>
            </a:extLst>
          </p:cNvPr>
          <p:cNvSpPr>
            <a:spLocks noGrp="1"/>
          </p:cNvSpPr>
          <p:nvPr>
            <p:ph type="title" hasCustomPrompt="1"/>
          </p:nvPr>
        </p:nvSpPr>
        <p:spPr bwMode="gray">
          <a:xfrm>
            <a:off x="384048" y="1682497"/>
            <a:ext cx="9144000" cy="1592403"/>
          </a:xfrm>
          <a:prstGeom prst="rect">
            <a:avLst/>
          </a:prstGeom>
        </p:spPr>
        <p:txBody>
          <a:bodyPr vert="horz" anchor="b"/>
          <a:lstStyle>
            <a:lvl1pPr>
              <a:lnSpc>
                <a:spcPct val="95000"/>
              </a:lnSpc>
              <a:defRPr sz="3600" b="1">
                <a:solidFill>
                  <a:schemeClr val="bg1"/>
                </a:solidFill>
                <a:latin typeface="Aptos" panose="020B0004020202020204" pitchFamily="34" charset="0"/>
                <a:ea typeface="Open Sans" panose="020B0606030504020204" pitchFamily="34" charset="0"/>
                <a:cs typeface="Open Sans" panose="020B0606030504020204" pitchFamily="34" charset="0"/>
              </a:defRPr>
            </a:lvl1pPr>
          </a:lstStyle>
          <a:p>
            <a:r>
              <a:rPr lang="en-US" noProof="0" dirty="0"/>
              <a:t>Click to add title</a:t>
            </a:r>
          </a:p>
        </p:txBody>
      </p:sp>
      <p:sp>
        <p:nvSpPr>
          <p:cNvPr id="9" name="Text Placeholder 2">
            <a:extLst>
              <a:ext uri="{FF2B5EF4-FFF2-40B4-BE49-F238E27FC236}">
                <a16:creationId xmlns:a16="http://schemas.microsoft.com/office/drawing/2014/main" id="{D692CE7D-8322-F37D-A263-8628F272E568}"/>
              </a:ext>
            </a:extLst>
          </p:cNvPr>
          <p:cNvSpPr>
            <a:spLocks noGrp="1"/>
          </p:cNvSpPr>
          <p:nvPr>
            <p:ph type="body" idx="1" hasCustomPrompt="1"/>
          </p:nvPr>
        </p:nvSpPr>
        <p:spPr bwMode="gray">
          <a:xfrm>
            <a:off x="384048" y="3456432"/>
            <a:ext cx="9144000" cy="1566532"/>
          </a:xfrm>
        </p:spPr>
        <p:txBody>
          <a:bodyPr lIns="0" tIns="0" rIns="0" bIns="0">
            <a:noAutofit/>
          </a:bodyPr>
          <a:lstStyle>
            <a:lvl1pPr marL="0" indent="0">
              <a:lnSpc>
                <a:spcPct val="95000"/>
              </a:lnSpc>
              <a:spcAft>
                <a:spcPts val="0"/>
              </a:spcAft>
              <a:buNone/>
              <a:defRPr sz="3600" b="0">
                <a:solidFill>
                  <a:schemeClr val="bg1"/>
                </a:solidFill>
                <a:latin typeface="Aptos" panose="020B0004020202020204" pitchFamily="34" charset="0"/>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add subtitle</a:t>
            </a:r>
          </a:p>
        </p:txBody>
      </p:sp>
      <p:sp>
        <p:nvSpPr>
          <p:cNvPr id="2" name="TextBox 1">
            <a:extLst>
              <a:ext uri="{FF2B5EF4-FFF2-40B4-BE49-F238E27FC236}">
                <a16:creationId xmlns:a16="http://schemas.microsoft.com/office/drawing/2014/main" id="{68557F75-6359-AAC4-286D-D9B1E325A3DB}"/>
              </a:ext>
            </a:extLst>
          </p:cNvPr>
          <p:cNvSpPr txBox="1"/>
          <p:nvPr userDrawn="1"/>
        </p:nvSpPr>
        <p:spPr>
          <a:xfrm>
            <a:off x="9284296" y="6519674"/>
            <a:ext cx="250230" cy="100027"/>
          </a:xfrm>
          <a:prstGeom prst="rect">
            <a:avLst/>
          </a:prstGeom>
          <a:noFill/>
        </p:spPr>
        <p:txBody>
          <a:bodyPr wrap="square" lIns="0" tIns="0" rIns="0" bIns="0" rtlCol="0">
            <a:spAutoFit/>
          </a:bodyPr>
          <a:lstStyle/>
          <a:p>
            <a:pPr marL="0" indent="0" algn="r">
              <a:spcBef>
                <a:spcPts val="366"/>
              </a:spcBef>
              <a:buSzPct val="100000"/>
              <a:buFont typeface="Arial"/>
              <a:buNone/>
            </a:pPr>
            <a:fld id="{C58DF478-B544-4ED8-9ED4-6A2648E2D233}" type="slidenum">
              <a:rPr lang="en-US" sz="650" noProof="0" smtClean="0">
                <a:solidFill>
                  <a:schemeClr val="bg1"/>
                </a:solidFill>
                <a:latin typeface="Calibri" panose="020F0502020204030204" pitchFamily="34" charset="0"/>
                <a:cs typeface="Calibri" panose="020F0502020204030204" pitchFamily="34" charset="0"/>
              </a:rPr>
              <a:pPr marL="0" indent="0" algn="r">
                <a:spcBef>
                  <a:spcPts val="366"/>
                </a:spcBef>
                <a:buSzPct val="100000"/>
                <a:buFont typeface="Arial"/>
                <a:buNone/>
              </a:pPr>
              <a:t>‹#›</a:t>
            </a:fld>
            <a:endParaRPr lang="en-US" sz="650"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205867285"/>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Divider - Deloitte Black">
    <p:bg bwMode="gray">
      <p:bgPr>
        <a:solidFill>
          <a:schemeClr val="tx1"/>
        </a:solid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ED903953-236A-7A85-C86D-21E60D826762}"/>
              </a:ext>
            </a:extLst>
          </p:cNvPr>
          <p:cNvGraphicFramePr>
            <a:graphicFrameLocks noChangeAspect="1"/>
          </p:cNvGraphicFramePr>
          <p:nvPr>
            <p:custDataLst>
              <p:tags r:id="rId1"/>
            </p:custDataLst>
            <p:extLst>
              <p:ext uri="{D42A27DB-BD31-4B8C-83A1-F6EECF244321}">
                <p14:modId xmlns:p14="http://schemas.microsoft.com/office/powerpoint/2010/main" val="2659606706"/>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8" name="think-cell data - do not delete" hidden="1">
                        <a:extLst>
                          <a:ext uri="{FF2B5EF4-FFF2-40B4-BE49-F238E27FC236}">
                            <a16:creationId xmlns:a16="http://schemas.microsoft.com/office/drawing/2014/main" id="{ED903953-236A-7A85-C86D-21E60D826762}"/>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11" name="Title 1">
            <a:extLst>
              <a:ext uri="{FF2B5EF4-FFF2-40B4-BE49-F238E27FC236}">
                <a16:creationId xmlns:a16="http://schemas.microsoft.com/office/drawing/2014/main" id="{5F35D1E1-7A9C-AE7F-744F-00D2D0F3439B}"/>
              </a:ext>
            </a:extLst>
          </p:cNvPr>
          <p:cNvSpPr>
            <a:spLocks noGrp="1"/>
          </p:cNvSpPr>
          <p:nvPr>
            <p:ph type="title" hasCustomPrompt="1"/>
          </p:nvPr>
        </p:nvSpPr>
        <p:spPr bwMode="gray">
          <a:xfrm>
            <a:off x="384048" y="1682497"/>
            <a:ext cx="9144000" cy="1592403"/>
          </a:xfrm>
          <a:prstGeom prst="rect">
            <a:avLst/>
          </a:prstGeom>
        </p:spPr>
        <p:txBody>
          <a:bodyPr vert="horz" anchor="b"/>
          <a:lstStyle>
            <a:lvl1pPr>
              <a:lnSpc>
                <a:spcPct val="95000"/>
              </a:lnSpc>
              <a:defRPr sz="3600" b="1">
                <a:solidFill>
                  <a:schemeClr val="bg1"/>
                </a:solidFill>
                <a:latin typeface="Aptos" panose="020B0004020202020204" pitchFamily="34" charset="0"/>
                <a:ea typeface="Open Sans" panose="020B0606030504020204" pitchFamily="34" charset="0"/>
                <a:cs typeface="Open Sans" panose="020B0606030504020204" pitchFamily="34" charset="0"/>
              </a:defRPr>
            </a:lvl1pPr>
          </a:lstStyle>
          <a:p>
            <a:r>
              <a:rPr lang="en-US" noProof="0" dirty="0"/>
              <a:t>Click to add title</a:t>
            </a:r>
          </a:p>
        </p:txBody>
      </p:sp>
      <p:sp>
        <p:nvSpPr>
          <p:cNvPr id="12" name="Text Placeholder 2">
            <a:extLst>
              <a:ext uri="{FF2B5EF4-FFF2-40B4-BE49-F238E27FC236}">
                <a16:creationId xmlns:a16="http://schemas.microsoft.com/office/drawing/2014/main" id="{9D2CC364-3A56-4B32-F356-4C27AC2B9CA1}"/>
              </a:ext>
            </a:extLst>
          </p:cNvPr>
          <p:cNvSpPr>
            <a:spLocks noGrp="1"/>
          </p:cNvSpPr>
          <p:nvPr>
            <p:ph type="body" idx="1" hasCustomPrompt="1"/>
          </p:nvPr>
        </p:nvSpPr>
        <p:spPr bwMode="gray">
          <a:xfrm>
            <a:off x="384048" y="3456432"/>
            <a:ext cx="9144000" cy="1566532"/>
          </a:xfrm>
        </p:spPr>
        <p:txBody>
          <a:bodyPr lIns="0" tIns="0" rIns="0" bIns="0">
            <a:noAutofit/>
          </a:bodyPr>
          <a:lstStyle>
            <a:lvl1pPr marL="0" indent="0">
              <a:lnSpc>
                <a:spcPct val="95000"/>
              </a:lnSpc>
              <a:spcAft>
                <a:spcPts val="0"/>
              </a:spcAft>
              <a:buNone/>
              <a:defRPr sz="3600" b="0">
                <a:solidFill>
                  <a:schemeClr val="bg1"/>
                </a:solidFill>
                <a:latin typeface="Aptos" panose="020B0004020202020204" pitchFamily="34" charset="0"/>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add subtitle</a:t>
            </a:r>
          </a:p>
        </p:txBody>
      </p:sp>
    </p:spTree>
    <p:extLst>
      <p:ext uri="{BB962C8B-B14F-4D97-AF65-F5344CB8AC3E}">
        <p14:creationId xmlns:p14="http://schemas.microsoft.com/office/powerpoint/2010/main" val="2937050553"/>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Divider slide with image">
    <p:spTree>
      <p:nvGrpSpPr>
        <p:cNvPr id="1" name=""/>
        <p:cNvGrpSpPr/>
        <p:nvPr/>
      </p:nvGrpSpPr>
      <p:grpSpPr>
        <a:xfrm>
          <a:off x="0" y="0"/>
          <a:ext cx="0" cy="0"/>
          <a:chOff x="0" y="0"/>
          <a:chExt cx="0" cy="0"/>
        </a:xfrm>
      </p:grpSpPr>
      <p:sp>
        <p:nvSpPr>
          <p:cNvPr id="2" name="Picture Placeholder 8">
            <a:extLst>
              <a:ext uri="{FF2B5EF4-FFF2-40B4-BE49-F238E27FC236}">
                <a16:creationId xmlns:a16="http://schemas.microsoft.com/office/drawing/2014/main" id="{2AA0174D-B09C-4960-94D1-79FD4D04BDFB}"/>
              </a:ext>
            </a:extLst>
          </p:cNvPr>
          <p:cNvSpPr>
            <a:spLocks noGrp="1"/>
          </p:cNvSpPr>
          <p:nvPr>
            <p:ph type="pic" sz="quarter" idx="11"/>
          </p:nvPr>
        </p:nvSpPr>
        <p:spPr>
          <a:xfrm>
            <a:off x="0" y="0"/>
            <a:ext cx="9906000" cy="6858000"/>
          </a:xfrm>
          <a:prstGeom prst="rect">
            <a:avLst/>
          </a:prstGeom>
        </p:spPr>
        <p:txBody>
          <a:bodyPr/>
          <a:lstStyle>
            <a:lvl1pPr>
              <a:defRPr>
                <a:solidFill>
                  <a:schemeClr val="bg1"/>
                </a:solidFill>
              </a:defRPr>
            </a:lvl1pPr>
          </a:lstStyle>
          <a:p>
            <a:r>
              <a:rPr lang="en-US" noProof="0"/>
              <a:t>Click icon to add picture</a:t>
            </a:r>
            <a:endParaRPr lang="en-US" noProof="0" dirty="0"/>
          </a:p>
        </p:txBody>
      </p:sp>
      <p:sp>
        <p:nvSpPr>
          <p:cNvPr id="5" name="Text Placeholder 4">
            <a:extLst>
              <a:ext uri="{FF2B5EF4-FFF2-40B4-BE49-F238E27FC236}">
                <a16:creationId xmlns:a16="http://schemas.microsoft.com/office/drawing/2014/main" id="{E696C364-9ED6-42C4-8FC2-1F9C6CB1656D}"/>
              </a:ext>
            </a:extLst>
          </p:cNvPr>
          <p:cNvSpPr>
            <a:spLocks noGrp="1"/>
          </p:cNvSpPr>
          <p:nvPr>
            <p:ph type="body" sz="quarter" idx="12" hasCustomPrompt="1"/>
          </p:nvPr>
        </p:nvSpPr>
        <p:spPr>
          <a:xfrm>
            <a:off x="384048" y="344268"/>
            <a:ext cx="4694690" cy="484791"/>
          </a:xfrm>
        </p:spPr>
        <p:txBody>
          <a:bodyPr>
            <a:noAutofit/>
          </a:bodyPr>
          <a:lstStyle>
            <a:lvl1pPr>
              <a:defRPr sz="3200" b="1">
                <a:latin typeface="Aptos" panose="020B0004020202020204" pitchFamily="34" charset="0"/>
              </a:defRPr>
            </a:lvl1pPr>
            <a:lvl2pPr>
              <a:defRPr sz="3200" b="1">
                <a:latin typeface="+mj-lt"/>
              </a:defRPr>
            </a:lvl2pPr>
            <a:lvl3pPr>
              <a:defRPr sz="3200" b="1">
                <a:latin typeface="+mj-lt"/>
              </a:defRPr>
            </a:lvl3pPr>
            <a:lvl4pPr>
              <a:defRPr sz="3200" b="1">
                <a:latin typeface="+mj-lt"/>
              </a:defRPr>
            </a:lvl4pPr>
            <a:lvl5pPr>
              <a:defRPr sz="3200" b="1">
                <a:latin typeface="+mj-lt"/>
              </a:defRPr>
            </a:lvl5pPr>
          </a:lstStyle>
          <a:p>
            <a:pPr lvl="0"/>
            <a:r>
              <a:rPr lang="en-US" dirty="0"/>
              <a:t>Click to add title</a:t>
            </a:r>
          </a:p>
        </p:txBody>
      </p:sp>
      <p:sp>
        <p:nvSpPr>
          <p:cNvPr id="6" name="Text Placeholder 4">
            <a:extLst>
              <a:ext uri="{FF2B5EF4-FFF2-40B4-BE49-F238E27FC236}">
                <a16:creationId xmlns:a16="http://schemas.microsoft.com/office/drawing/2014/main" id="{AD421831-C244-4DE0-8DE2-755D7D7315B9}"/>
              </a:ext>
            </a:extLst>
          </p:cNvPr>
          <p:cNvSpPr>
            <a:spLocks noGrp="1"/>
          </p:cNvSpPr>
          <p:nvPr>
            <p:ph type="body" sz="quarter" idx="13" hasCustomPrompt="1"/>
          </p:nvPr>
        </p:nvSpPr>
        <p:spPr>
          <a:xfrm>
            <a:off x="384048" y="829059"/>
            <a:ext cx="4440621" cy="863162"/>
          </a:xfrm>
        </p:spPr>
        <p:txBody>
          <a:bodyPr>
            <a:noAutofit/>
          </a:bodyPr>
          <a:lstStyle>
            <a:lvl1pPr>
              <a:defRPr sz="3200" b="0">
                <a:latin typeface="Aptos" panose="020B0004020202020204" pitchFamily="34" charset="0"/>
              </a:defRPr>
            </a:lvl1pPr>
            <a:lvl2pPr>
              <a:defRPr sz="3200" b="1">
                <a:latin typeface="+mj-lt"/>
              </a:defRPr>
            </a:lvl2pPr>
            <a:lvl3pPr>
              <a:defRPr sz="3200" b="1">
                <a:latin typeface="+mj-lt"/>
              </a:defRPr>
            </a:lvl3pPr>
            <a:lvl4pPr>
              <a:defRPr sz="3200" b="1">
                <a:latin typeface="+mj-lt"/>
              </a:defRPr>
            </a:lvl4pPr>
            <a:lvl5pPr>
              <a:defRPr sz="3200" b="1">
                <a:latin typeface="+mj-lt"/>
              </a:defRPr>
            </a:lvl5pPr>
          </a:lstStyle>
          <a:p>
            <a:pPr lvl="0"/>
            <a:r>
              <a:rPr lang="en-US" dirty="0"/>
              <a:t>Click to add subtitle</a:t>
            </a:r>
          </a:p>
        </p:txBody>
      </p:sp>
    </p:spTree>
    <p:extLst>
      <p:ext uri="{BB962C8B-B14F-4D97-AF65-F5344CB8AC3E}">
        <p14:creationId xmlns:p14="http://schemas.microsoft.com/office/powerpoint/2010/main" val="3701133883"/>
      </p:ext>
    </p:extLst>
  </p:cSld>
  <p:clrMapOvr>
    <a:masterClrMapping/>
  </p:clrMapOvr>
  <p:transition>
    <p:fade/>
  </p:transition>
  <p:hf hdr="0" dt="0"/>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6" name="Title Placeholder 1">
            <a:extLst>
              <a:ext uri="{FF2B5EF4-FFF2-40B4-BE49-F238E27FC236}">
                <a16:creationId xmlns:a16="http://schemas.microsoft.com/office/drawing/2014/main" id="{96593EEB-1CDC-4080-8C11-602DEAE1026D}"/>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defRPr sz="2100">
                <a:latin typeface="Aptos" panose="020B0004020202020204" pitchFamily="34" charset="0"/>
              </a:defRPr>
            </a:lvl1pPr>
          </a:lstStyle>
          <a:p>
            <a:r>
              <a:rPr lang="en-US" dirty="0"/>
              <a:t>Click to add title</a:t>
            </a:r>
          </a:p>
        </p:txBody>
      </p:sp>
      <p:graphicFrame>
        <p:nvGraphicFramePr>
          <p:cNvPr id="2" name="Object 1" hidden="1">
            <a:extLst>
              <a:ext uri="{FF2B5EF4-FFF2-40B4-BE49-F238E27FC236}">
                <a16:creationId xmlns:a16="http://schemas.microsoft.com/office/drawing/2014/main" id="{BE112921-237A-6FA3-72D4-87A0EA2FB273}"/>
              </a:ext>
            </a:extLst>
          </p:cNvPr>
          <p:cNvGraphicFramePr>
            <a:graphicFrameLocks noChangeAspect="1"/>
          </p:cNvGraphicFramePr>
          <p:nvPr userDrawn="1">
            <p:custDataLst>
              <p:tags r:id="rId1"/>
            </p:custDataLst>
            <p:extLst>
              <p:ext uri="{D42A27DB-BD31-4B8C-83A1-F6EECF244321}">
                <p14:modId xmlns:p14="http://schemas.microsoft.com/office/powerpoint/2010/main" val="3018658161"/>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2" name="Object 1" hidden="1">
                        <a:extLst>
                          <a:ext uri="{FF2B5EF4-FFF2-40B4-BE49-F238E27FC236}">
                            <a16:creationId xmlns:a16="http://schemas.microsoft.com/office/drawing/2014/main" id="{BE112921-237A-6FA3-72D4-87A0EA2FB273}"/>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Tree>
    <p:extLst>
      <p:ext uri="{BB962C8B-B14F-4D97-AF65-F5344CB8AC3E}">
        <p14:creationId xmlns:p14="http://schemas.microsoft.com/office/powerpoint/2010/main" val="3333744650"/>
      </p:ext>
    </p:extLst>
  </p:cSld>
  <p:clrMapOvr>
    <a:masterClrMapping/>
  </p:clrMapOvr>
  <p:transition>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Title, subtitle">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FB05972C-4EB5-02E5-D3B3-796AF5ABC9A4}"/>
              </a:ext>
            </a:extLst>
          </p:cNvPr>
          <p:cNvGraphicFramePr>
            <a:graphicFrameLocks noChangeAspect="1"/>
          </p:cNvGraphicFramePr>
          <p:nvPr>
            <p:custDataLst>
              <p:tags r:id="rId1"/>
            </p:custDataLst>
            <p:extLst>
              <p:ext uri="{D42A27DB-BD31-4B8C-83A1-F6EECF244321}">
                <p14:modId xmlns:p14="http://schemas.microsoft.com/office/powerpoint/2010/main" val="3106785755"/>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4" imgW="425" imgH="425" progId="TCLayout.ActiveDocument.1">
                  <p:embed/>
                </p:oleObj>
              </mc:Choice>
              <mc:Fallback>
                <p:oleObj name="think-cell Slide" r:id="rId4" imgW="425" imgH="425" progId="TCLayout.ActiveDocument.1">
                  <p:embed/>
                  <p:pic>
                    <p:nvPicPr>
                      <p:cNvPr id="3" name="think-cell data - do not delete" hidden="1">
                        <a:extLst>
                          <a:ext uri="{FF2B5EF4-FFF2-40B4-BE49-F238E27FC236}">
                            <a16:creationId xmlns:a16="http://schemas.microsoft.com/office/drawing/2014/main" id="{FB05972C-4EB5-02E5-D3B3-796AF5ABC9A4}"/>
                          </a:ext>
                        </a:extLst>
                      </p:cNvPr>
                      <p:cNvPicPr/>
                      <p:nvPr/>
                    </p:nvPicPr>
                    <p:blipFill>
                      <a:blip r:embed="rId5"/>
                      <a:stretch>
                        <a:fillRect/>
                      </a:stretch>
                    </p:blipFill>
                    <p:spPr>
                      <a:xfrm>
                        <a:off x="1290" y="1588"/>
                        <a:ext cx="1290" cy="1588"/>
                      </a:xfrm>
                      <a:prstGeom prst="rect">
                        <a:avLst/>
                      </a:prstGeom>
                    </p:spPr>
                  </p:pic>
                </p:oleObj>
              </mc:Fallback>
            </mc:AlternateContent>
          </a:graphicData>
        </a:graphic>
      </p:graphicFrame>
      <p:sp>
        <p:nvSpPr>
          <p:cNvPr id="6" name="Text Placeholder 8">
            <a:extLst>
              <a:ext uri="{FF2B5EF4-FFF2-40B4-BE49-F238E27FC236}">
                <a16:creationId xmlns:a16="http://schemas.microsoft.com/office/drawing/2014/main" id="{8A9CD2DA-AA83-4DCB-8501-DE5878CC0B8A}"/>
              </a:ext>
            </a:extLst>
          </p:cNvPr>
          <p:cNvSpPr>
            <a:spLocks noGrp="1"/>
          </p:cNvSpPr>
          <p:nvPr>
            <p:ph type="body" sz="quarter" idx="13" hasCustomPrompt="1"/>
          </p:nvPr>
        </p:nvSpPr>
        <p:spPr>
          <a:xfrm>
            <a:off x="384048" y="684001"/>
            <a:ext cx="9144000"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4" name="Title Placeholder 1">
            <a:extLst>
              <a:ext uri="{FF2B5EF4-FFF2-40B4-BE49-F238E27FC236}">
                <a16:creationId xmlns:a16="http://schemas.microsoft.com/office/drawing/2014/main" id="{2567164D-98D6-14DE-1654-8043100211A0}"/>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graphicFrame>
        <p:nvGraphicFramePr>
          <p:cNvPr id="2" name="Object 1" hidden="1">
            <a:extLst>
              <a:ext uri="{FF2B5EF4-FFF2-40B4-BE49-F238E27FC236}">
                <a16:creationId xmlns:a16="http://schemas.microsoft.com/office/drawing/2014/main" id="{1980FDF4-6D5B-6C3D-D33C-920354CC91A7}"/>
              </a:ext>
            </a:extLst>
          </p:cNvPr>
          <p:cNvGraphicFramePr>
            <a:graphicFrameLocks noChangeAspect="1"/>
          </p:cNvGraphicFramePr>
          <p:nvPr userDrawn="1">
            <p:custDataLst>
              <p:tags r:id="rId2"/>
            </p:custDataLst>
            <p:extLst>
              <p:ext uri="{D42A27DB-BD31-4B8C-83A1-F6EECF244321}">
                <p14:modId xmlns:p14="http://schemas.microsoft.com/office/powerpoint/2010/main" val="2815583595"/>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6" imgW="425" imgH="426" progId="TCLayout.ActiveDocument.1">
                  <p:embed/>
                </p:oleObj>
              </mc:Choice>
              <mc:Fallback>
                <p:oleObj name="think-cell Slide" r:id="rId6" imgW="425" imgH="426" progId="TCLayout.ActiveDocument.1">
                  <p:embed/>
                  <p:pic>
                    <p:nvPicPr>
                      <p:cNvPr id="2" name="Object 1" hidden="1">
                        <a:extLst>
                          <a:ext uri="{FF2B5EF4-FFF2-40B4-BE49-F238E27FC236}">
                            <a16:creationId xmlns:a16="http://schemas.microsoft.com/office/drawing/2014/main" id="{1980FDF4-6D5B-6C3D-D33C-920354CC91A7}"/>
                          </a:ext>
                        </a:extLst>
                      </p:cNvPr>
                      <p:cNvPicPr/>
                      <p:nvPr/>
                    </p:nvPicPr>
                    <p:blipFill>
                      <a:blip r:embed="rId7"/>
                      <a:stretch>
                        <a:fillRect/>
                      </a:stretch>
                    </p:blipFill>
                    <p:spPr>
                      <a:xfrm>
                        <a:off x="1290" y="1588"/>
                        <a:ext cx="1290" cy="1588"/>
                      </a:xfrm>
                      <a:prstGeom prst="rect">
                        <a:avLst/>
                      </a:prstGeom>
                    </p:spPr>
                  </p:pic>
                </p:oleObj>
              </mc:Fallback>
            </mc:AlternateContent>
          </a:graphicData>
        </a:graphic>
      </p:graphicFrame>
    </p:spTree>
    <p:extLst>
      <p:ext uri="{BB962C8B-B14F-4D97-AF65-F5344CB8AC3E}">
        <p14:creationId xmlns:p14="http://schemas.microsoft.com/office/powerpoint/2010/main" val="2855649708"/>
      </p:ext>
    </p:extLst>
  </p:cSld>
  <p:clrMapOvr>
    <a:masterClrMapping/>
  </p:clrMapOvr>
  <p:transition>
    <p:fad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Title, subtitle, 1 column ">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CF85DDA7-785E-780B-BC9A-4216E2C1F393}"/>
              </a:ext>
            </a:extLst>
          </p:cNvPr>
          <p:cNvGraphicFramePr>
            <a:graphicFrameLocks noChangeAspect="1"/>
          </p:cNvGraphicFramePr>
          <p:nvPr>
            <p:custDataLst>
              <p:tags r:id="rId1"/>
            </p:custDataLst>
            <p:extLst>
              <p:ext uri="{D42A27DB-BD31-4B8C-83A1-F6EECF244321}">
                <p14:modId xmlns:p14="http://schemas.microsoft.com/office/powerpoint/2010/main" val="3818476559"/>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3" name="think-cell data - do not delete" hidden="1">
                        <a:extLst>
                          <a:ext uri="{FF2B5EF4-FFF2-40B4-BE49-F238E27FC236}">
                            <a16:creationId xmlns:a16="http://schemas.microsoft.com/office/drawing/2014/main" id="{CF85DDA7-785E-780B-BC9A-4216E2C1F393}"/>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4" name="Text Placeholder 8">
            <a:extLst>
              <a:ext uri="{FF2B5EF4-FFF2-40B4-BE49-F238E27FC236}">
                <a16:creationId xmlns:a16="http://schemas.microsoft.com/office/drawing/2014/main" id="{463DAA5C-077F-FE00-63CE-03BEF637C37E}"/>
              </a:ext>
            </a:extLst>
          </p:cNvPr>
          <p:cNvSpPr>
            <a:spLocks noGrp="1"/>
          </p:cNvSpPr>
          <p:nvPr>
            <p:ph type="body" sz="quarter" idx="13" hasCustomPrompt="1"/>
          </p:nvPr>
        </p:nvSpPr>
        <p:spPr>
          <a:xfrm>
            <a:off x="384048" y="684001"/>
            <a:ext cx="9144000"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5" name="Title Placeholder 1">
            <a:extLst>
              <a:ext uri="{FF2B5EF4-FFF2-40B4-BE49-F238E27FC236}">
                <a16:creationId xmlns:a16="http://schemas.microsoft.com/office/drawing/2014/main" id="{06929E50-6BC7-6A16-7F97-75FA3937A2C8}"/>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
        <p:nvSpPr>
          <p:cNvPr id="6" name="Text Placeholder 18">
            <a:extLst>
              <a:ext uri="{FF2B5EF4-FFF2-40B4-BE49-F238E27FC236}">
                <a16:creationId xmlns:a16="http://schemas.microsoft.com/office/drawing/2014/main" id="{7A91D16B-BB64-A40E-E0AF-EBC7EE7F2F08}"/>
              </a:ext>
            </a:extLst>
          </p:cNvPr>
          <p:cNvSpPr>
            <a:spLocks noGrp="1"/>
          </p:cNvSpPr>
          <p:nvPr>
            <p:ph idx="1" hasCustomPrompt="1"/>
          </p:nvPr>
        </p:nvSpPr>
        <p:spPr>
          <a:xfrm>
            <a:off x="384048" y="1682496"/>
            <a:ext cx="9144000" cy="4680204"/>
          </a:xfrm>
          <a:prstGeom prst="rect">
            <a:avLst/>
          </a:prstGeom>
        </p:spPr>
        <p:txBody>
          <a:bodyPr vert="horz" lIns="0" tIns="0" rIns="0" bIns="0" rtlCol="0">
            <a:noAutofit/>
          </a:bodyPr>
          <a:lstStyle>
            <a:lvl1pPr>
              <a:spcBef>
                <a:spcPts val="200"/>
              </a:spcBef>
              <a:spcAft>
                <a:spcPts val="200"/>
              </a:spcAft>
              <a:defRPr>
                <a:latin typeface="Aptos" panose="020B0004020202020204" pitchFamily="34" charset="0"/>
              </a:defRPr>
            </a:lvl1pPr>
            <a:lvl2pPr>
              <a:spcBef>
                <a:spcPts val="200"/>
              </a:spcBef>
              <a:spcAft>
                <a:spcPts val="200"/>
              </a:spcAft>
              <a:defRPr>
                <a:latin typeface="Aptos" panose="020B0004020202020204" pitchFamily="34" charset="0"/>
              </a:defRPr>
            </a:lvl2pPr>
            <a:lvl3pPr marL="365760">
              <a:spcBef>
                <a:spcPts val="200"/>
              </a:spcBef>
              <a:spcAft>
                <a:spcPts val="200"/>
              </a:spcAft>
              <a:defRPr>
                <a:latin typeface="Aptos" panose="020B0004020202020204" pitchFamily="34" charset="0"/>
              </a:defRPr>
            </a:lvl3pPr>
            <a:lvl4pPr marL="548640" indent="-182880">
              <a:spcBef>
                <a:spcPts val="200"/>
              </a:spcBef>
              <a:spcAft>
                <a:spcPts val="200"/>
              </a:spcAft>
              <a:defRPr>
                <a:latin typeface="Aptos" panose="020B0004020202020204" pitchFamily="34" charset="0"/>
              </a:defRPr>
            </a:lvl4pPr>
            <a:lvl5pPr marL="731520">
              <a:spcBef>
                <a:spcPts val="200"/>
              </a:spcBef>
              <a:spcAft>
                <a:spcPts val="200"/>
              </a:spcAft>
              <a:defRPr>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1333094748"/>
      </p:ext>
    </p:extLst>
  </p:cSld>
  <p:clrMapOvr>
    <a:masterClrMapping/>
  </p:clrMapOvr>
  <p:transition>
    <p:fade/>
  </p:transition>
  <p:hf hdr="0" dt="0"/>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Title, subtitle, 2 columns">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54AD4D43-3315-8098-AB60-0D1E2B6691F1}"/>
              </a:ext>
            </a:extLst>
          </p:cNvPr>
          <p:cNvGraphicFramePr>
            <a:graphicFrameLocks noChangeAspect="1"/>
          </p:cNvGraphicFramePr>
          <p:nvPr>
            <p:custDataLst>
              <p:tags r:id="rId1"/>
            </p:custDataLst>
            <p:extLst>
              <p:ext uri="{D42A27DB-BD31-4B8C-83A1-F6EECF244321}">
                <p14:modId xmlns:p14="http://schemas.microsoft.com/office/powerpoint/2010/main" val="870356469"/>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5" name="think-cell data - do not delete" hidden="1">
                        <a:extLst>
                          <a:ext uri="{FF2B5EF4-FFF2-40B4-BE49-F238E27FC236}">
                            <a16:creationId xmlns:a16="http://schemas.microsoft.com/office/drawing/2014/main" id="{54AD4D43-3315-8098-AB60-0D1E2B6691F1}"/>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13" name="Content Placeholder 3"/>
          <p:cNvSpPr>
            <a:spLocks noGrp="1"/>
          </p:cNvSpPr>
          <p:nvPr>
            <p:ph sz="quarter" idx="10" hasCustomPrompt="1"/>
          </p:nvPr>
        </p:nvSpPr>
        <p:spPr>
          <a:xfrm>
            <a:off x="384048" y="1678966"/>
            <a:ext cx="4445127"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80975" indent="-180975"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79388"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0975"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5" name="Content Placeholder 3"/>
          <p:cNvSpPr>
            <a:spLocks noGrp="1"/>
          </p:cNvSpPr>
          <p:nvPr>
            <p:ph sz="quarter" idx="20" hasCustomPrompt="1"/>
          </p:nvPr>
        </p:nvSpPr>
        <p:spPr>
          <a:xfrm>
            <a:off x="5078811" y="1678966"/>
            <a:ext cx="4443984" cy="4681728"/>
          </a:xfrm>
          <a:prstGeom prst="rect">
            <a:avLst/>
          </a:prstGeom>
        </p:spPr>
        <p:txBody>
          <a:bodyPr>
            <a:noAutofit/>
          </a:bodyPr>
          <a:lstStyle>
            <a:lvl1pPr marL="0" indent="0" algn="l">
              <a:spcBef>
                <a:spcPts val="200"/>
              </a:spcBef>
              <a:spcAft>
                <a:spcPts val="200"/>
              </a:spcAft>
              <a:buFontTx/>
              <a:buNone/>
              <a:tabLst>
                <a:tab pos="3771900" algn="r"/>
              </a:tabLst>
              <a:defRPr sz="1200"/>
            </a:lvl1pPr>
            <a:lvl2pPr marL="180975" indent="-180975" algn="l">
              <a:spcBef>
                <a:spcPts val="200"/>
              </a:spcBef>
              <a:spcAft>
                <a:spcPts val="200"/>
              </a:spcAft>
              <a:buClrTx/>
              <a:buSzPct val="100000"/>
              <a:buFont typeface="Arial" panose="020B0604020202020204" pitchFamily="34" charset="0"/>
              <a:buChar char="•"/>
              <a:tabLst>
                <a:tab pos="3771900" algn="r"/>
              </a:tabLst>
              <a:defRPr sz="1200"/>
            </a:lvl2pPr>
            <a:lvl3pPr marL="365760" indent="-179388" algn="l">
              <a:spcBef>
                <a:spcPts val="200"/>
              </a:spcBef>
              <a:spcAft>
                <a:spcPts val="200"/>
              </a:spcAft>
              <a:buClrTx/>
              <a:buSzPct val="100000"/>
              <a:buFont typeface="Arial" panose="020B0604020202020204" pitchFamily="34" charset="0"/>
              <a:buChar char="−"/>
              <a:tabLst>
                <a:tab pos="3771900" algn="r"/>
              </a:tabLst>
              <a:defRPr sz="1200"/>
            </a:lvl3pPr>
            <a:lvl4pPr marL="548640" indent="-182880" algn="l">
              <a:spcBef>
                <a:spcPts val="200"/>
              </a:spcBef>
              <a:spcAft>
                <a:spcPts val="200"/>
              </a:spcAft>
              <a:buClrTx/>
              <a:buSzPct val="100000"/>
              <a:buFont typeface="Arial" panose="020B0604020202020204" pitchFamily="34" charset="0"/>
              <a:buChar char="◦"/>
              <a:tabLst>
                <a:tab pos="3771900" algn="r"/>
              </a:tabLst>
              <a:defRPr sz="1200"/>
            </a:lvl4pPr>
            <a:lvl5pPr marL="731520" indent="-180975" algn="l">
              <a:spcBef>
                <a:spcPts val="200"/>
              </a:spcBef>
              <a:spcAft>
                <a:spcPts val="200"/>
              </a:spcAft>
              <a:buClrTx/>
              <a:buSzPct val="100000"/>
              <a:buFont typeface="Arial" panose="020B0604020202020204" pitchFamily="34" charset="0"/>
              <a:buChar char="−"/>
              <a:tabLst>
                <a:tab pos="3771900" algn="r"/>
              </a:tabLst>
              <a:defRPr sz="1200" baseline="0"/>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 name="Text Placeholder 8">
            <a:extLst>
              <a:ext uri="{FF2B5EF4-FFF2-40B4-BE49-F238E27FC236}">
                <a16:creationId xmlns:a16="http://schemas.microsoft.com/office/drawing/2014/main" id="{ADD490B8-B418-78D3-2E0B-461A61F706DD}"/>
              </a:ext>
            </a:extLst>
          </p:cNvPr>
          <p:cNvSpPr>
            <a:spLocks noGrp="1"/>
          </p:cNvSpPr>
          <p:nvPr>
            <p:ph type="body" sz="quarter" idx="13" hasCustomPrompt="1"/>
          </p:nvPr>
        </p:nvSpPr>
        <p:spPr>
          <a:xfrm>
            <a:off x="384048" y="684001"/>
            <a:ext cx="9144000"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4" name="Title Placeholder 1">
            <a:extLst>
              <a:ext uri="{FF2B5EF4-FFF2-40B4-BE49-F238E27FC236}">
                <a16:creationId xmlns:a16="http://schemas.microsoft.com/office/drawing/2014/main" id="{8333EA7F-716E-CA3B-831D-4E6ADC7C2184}"/>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Tree>
    <p:extLst>
      <p:ext uri="{BB962C8B-B14F-4D97-AF65-F5344CB8AC3E}">
        <p14:creationId xmlns:p14="http://schemas.microsoft.com/office/powerpoint/2010/main" val="1061504786"/>
      </p:ext>
    </p:extLst>
  </p:cSld>
  <p:clrMapOvr>
    <a:masterClrMapping/>
  </p:clrMapOvr>
  <p:transition>
    <p:fade/>
  </p:transition>
  <p:hf hdr="0" dt="0"/>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Title, subtitle, 3 columns">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EA63C211-FBF0-0771-BE99-47E7028BD228}"/>
              </a:ext>
            </a:extLst>
          </p:cNvPr>
          <p:cNvGraphicFramePr>
            <a:graphicFrameLocks noChangeAspect="1"/>
          </p:cNvGraphicFramePr>
          <p:nvPr>
            <p:custDataLst>
              <p:tags r:id="rId1"/>
            </p:custDataLst>
            <p:extLst>
              <p:ext uri="{D42A27DB-BD31-4B8C-83A1-F6EECF244321}">
                <p14:modId xmlns:p14="http://schemas.microsoft.com/office/powerpoint/2010/main" val="1275997428"/>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8" name="think-cell data - do not delete" hidden="1">
                        <a:extLst>
                          <a:ext uri="{FF2B5EF4-FFF2-40B4-BE49-F238E27FC236}">
                            <a16:creationId xmlns:a16="http://schemas.microsoft.com/office/drawing/2014/main" id="{EA63C211-FBF0-0771-BE99-47E7028BD228}"/>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23" name="Content Placeholder 3">
            <a:extLst>
              <a:ext uri="{FF2B5EF4-FFF2-40B4-BE49-F238E27FC236}">
                <a16:creationId xmlns:a16="http://schemas.microsoft.com/office/drawing/2014/main" id="{BFED540D-3BF1-4047-9D69-9C3EB9B94551}"/>
              </a:ext>
            </a:extLst>
          </p:cNvPr>
          <p:cNvSpPr>
            <a:spLocks noGrp="1"/>
          </p:cNvSpPr>
          <p:nvPr>
            <p:ph sz="quarter" idx="10" hasCustomPrompt="1"/>
          </p:nvPr>
        </p:nvSpPr>
        <p:spPr>
          <a:xfrm>
            <a:off x="384048" y="1680432"/>
            <a:ext cx="2884297"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80975" indent="-180975"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79388"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0975"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3" name="Text Placeholder 8">
            <a:extLst>
              <a:ext uri="{FF2B5EF4-FFF2-40B4-BE49-F238E27FC236}">
                <a16:creationId xmlns:a16="http://schemas.microsoft.com/office/drawing/2014/main" id="{8B191C74-910B-0CFC-9067-143443C4A272}"/>
              </a:ext>
            </a:extLst>
          </p:cNvPr>
          <p:cNvSpPr>
            <a:spLocks noGrp="1"/>
          </p:cNvSpPr>
          <p:nvPr>
            <p:ph type="body" sz="quarter" idx="13" hasCustomPrompt="1"/>
          </p:nvPr>
        </p:nvSpPr>
        <p:spPr>
          <a:xfrm>
            <a:off x="384048" y="684001"/>
            <a:ext cx="9144000"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5" name="Title Placeholder 1">
            <a:extLst>
              <a:ext uri="{FF2B5EF4-FFF2-40B4-BE49-F238E27FC236}">
                <a16:creationId xmlns:a16="http://schemas.microsoft.com/office/drawing/2014/main" id="{9F0BB36C-DE52-CFD5-6483-3AF9FFFA109A}"/>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
        <p:nvSpPr>
          <p:cNvPr id="6" name="Content Placeholder 3">
            <a:extLst>
              <a:ext uri="{FF2B5EF4-FFF2-40B4-BE49-F238E27FC236}">
                <a16:creationId xmlns:a16="http://schemas.microsoft.com/office/drawing/2014/main" id="{CF857E55-4828-A256-F67F-37E4E75E2297}"/>
              </a:ext>
            </a:extLst>
          </p:cNvPr>
          <p:cNvSpPr>
            <a:spLocks noGrp="1"/>
          </p:cNvSpPr>
          <p:nvPr>
            <p:ph sz="quarter" idx="17" hasCustomPrompt="1"/>
          </p:nvPr>
        </p:nvSpPr>
        <p:spPr>
          <a:xfrm>
            <a:off x="3513900" y="1680432"/>
            <a:ext cx="2884297"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80975" indent="-180975"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79388"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0975"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7" name="Content Placeholder 3">
            <a:extLst>
              <a:ext uri="{FF2B5EF4-FFF2-40B4-BE49-F238E27FC236}">
                <a16:creationId xmlns:a16="http://schemas.microsoft.com/office/drawing/2014/main" id="{9495ED2B-E3BF-3456-BD7E-366BCEB61955}"/>
              </a:ext>
            </a:extLst>
          </p:cNvPr>
          <p:cNvSpPr>
            <a:spLocks noGrp="1"/>
          </p:cNvSpPr>
          <p:nvPr>
            <p:ph sz="quarter" idx="18" hasCustomPrompt="1"/>
          </p:nvPr>
        </p:nvSpPr>
        <p:spPr>
          <a:xfrm>
            <a:off x="6643751" y="1680432"/>
            <a:ext cx="2884297"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80975" indent="-180975"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79388"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0975"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3168713417"/>
      </p:ext>
    </p:extLst>
  </p:cSld>
  <p:clrMapOvr>
    <a:masterClrMapping/>
  </p:clrMapOvr>
  <p:transition>
    <p:fade/>
  </p:transition>
  <p:hf hdr="0" dt="0"/>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Title, subtitle, 4 columns">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C18030CB-8A1E-7879-CA68-10EA5C7AECBF}"/>
              </a:ext>
            </a:extLst>
          </p:cNvPr>
          <p:cNvGraphicFramePr>
            <a:graphicFrameLocks noChangeAspect="1"/>
          </p:cNvGraphicFramePr>
          <p:nvPr>
            <p:custDataLst>
              <p:tags r:id="rId1"/>
            </p:custDataLst>
            <p:extLst>
              <p:ext uri="{D42A27DB-BD31-4B8C-83A1-F6EECF244321}">
                <p14:modId xmlns:p14="http://schemas.microsoft.com/office/powerpoint/2010/main" val="2928600752"/>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9" name="think-cell data - do not delete" hidden="1">
                        <a:extLst>
                          <a:ext uri="{FF2B5EF4-FFF2-40B4-BE49-F238E27FC236}">
                            <a16:creationId xmlns:a16="http://schemas.microsoft.com/office/drawing/2014/main" id="{C18030CB-8A1E-7879-CA68-10EA5C7AECBF}"/>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12" name="Content Placeholder 3">
            <a:extLst>
              <a:ext uri="{FF2B5EF4-FFF2-40B4-BE49-F238E27FC236}">
                <a16:creationId xmlns:a16="http://schemas.microsoft.com/office/drawing/2014/main" id="{593F994E-D5B3-4236-9E8D-771F764DB8E8}"/>
              </a:ext>
            </a:extLst>
          </p:cNvPr>
          <p:cNvSpPr>
            <a:spLocks noGrp="1"/>
          </p:cNvSpPr>
          <p:nvPr>
            <p:ph sz="quarter" idx="10" hasCustomPrompt="1"/>
          </p:nvPr>
        </p:nvSpPr>
        <p:spPr>
          <a:xfrm>
            <a:off x="384048" y="1678002"/>
            <a:ext cx="2181577"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04775"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4" name="Content Placeholder 3">
            <a:extLst>
              <a:ext uri="{FF2B5EF4-FFF2-40B4-BE49-F238E27FC236}">
                <a16:creationId xmlns:a16="http://schemas.microsoft.com/office/drawing/2014/main" id="{66C1C52B-7D74-06BE-C3B3-ED2F2596A87A}"/>
              </a:ext>
            </a:extLst>
          </p:cNvPr>
          <p:cNvSpPr>
            <a:spLocks noGrp="1"/>
          </p:cNvSpPr>
          <p:nvPr>
            <p:ph sz="quarter" idx="14" hasCustomPrompt="1"/>
          </p:nvPr>
        </p:nvSpPr>
        <p:spPr>
          <a:xfrm>
            <a:off x="2704856" y="1678002"/>
            <a:ext cx="2181577"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04775"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5" name="Content Placeholder 3">
            <a:extLst>
              <a:ext uri="{FF2B5EF4-FFF2-40B4-BE49-F238E27FC236}">
                <a16:creationId xmlns:a16="http://schemas.microsoft.com/office/drawing/2014/main" id="{6A683BB7-E6EB-C2E9-3FCA-D699A39C7127}"/>
              </a:ext>
            </a:extLst>
          </p:cNvPr>
          <p:cNvSpPr>
            <a:spLocks noGrp="1"/>
          </p:cNvSpPr>
          <p:nvPr>
            <p:ph sz="quarter" idx="15" hasCustomPrompt="1"/>
          </p:nvPr>
        </p:nvSpPr>
        <p:spPr>
          <a:xfrm>
            <a:off x="5025664" y="1678002"/>
            <a:ext cx="2181577"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04775"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6" name="Content Placeholder 3">
            <a:extLst>
              <a:ext uri="{FF2B5EF4-FFF2-40B4-BE49-F238E27FC236}">
                <a16:creationId xmlns:a16="http://schemas.microsoft.com/office/drawing/2014/main" id="{0D39A810-CF4D-8CC1-23AA-003EFA30A76F}"/>
              </a:ext>
            </a:extLst>
          </p:cNvPr>
          <p:cNvSpPr>
            <a:spLocks noGrp="1"/>
          </p:cNvSpPr>
          <p:nvPr>
            <p:ph sz="quarter" idx="16" hasCustomPrompt="1"/>
          </p:nvPr>
        </p:nvSpPr>
        <p:spPr>
          <a:xfrm>
            <a:off x="7346471" y="1678002"/>
            <a:ext cx="2181577" cy="4681728"/>
          </a:xfrm>
          <a:prstGeom prst="rect">
            <a:avLst/>
          </a:prstGeom>
        </p:spPr>
        <p:txBody>
          <a:bodyPr>
            <a:noAutofit/>
          </a:bodyPr>
          <a:lstStyle>
            <a:lvl1pPr marL="0" indent="0" algn="l">
              <a:spcBef>
                <a:spcPts val="200"/>
              </a:spcBef>
              <a:spcAft>
                <a:spcPts val="200"/>
              </a:spcAft>
              <a:buFontTx/>
              <a:buNone/>
              <a:tabLst>
                <a:tab pos="3771900" algn="r"/>
              </a:tabLst>
              <a:defRPr sz="1200">
                <a:latin typeface="Aptos" panose="020B0004020202020204" pitchFamily="34" charset="0"/>
              </a:defRPr>
            </a:lvl1pPr>
            <a:lvl2pPr marL="104775"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2pPr>
            <a:lvl3pPr marL="36576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2" name="Text Placeholder 8">
            <a:extLst>
              <a:ext uri="{FF2B5EF4-FFF2-40B4-BE49-F238E27FC236}">
                <a16:creationId xmlns:a16="http://schemas.microsoft.com/office/drawing/2014/main" id="{FB60B513-6C68-425A-86AC-3FC42F4B2B1D}"/>
              </a:ext>
            </a:extLst>
          </p:cNvPr>
          <p:cNvSpPr>
            <a:spLocks noGrp="1"/>
          </p:cNvSpPr>
          <p:nvPr>
            <p:ph type="body" sz="quarter" idx="13" hasCustomPrompt="1"/>
          </p:nvPr>
        </p:nvSpPr>
        <p:spPr>
          <a:xfrm>
            <a:off x="384048" y="684001"/>
            <a:ext cx="9144000"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defRPr>
            </a:lvl1pPr>
          </a:lstStyle>
          <a:p>
            <a:pPr lvl="0"/>
            <a:r>
              <a:rPr lang="en-US" dirty="0"/>
              <a:t>Click to add subtitle</a:t>
            </a:r>
          </a:p>
        </p:txBody>
      </p:sp>
      <p:sp>
        <p:nvSpPr>
          <p:cNvPr id="8" name="Title Placeholder 1">
            <a:extLst>
              <a:ext uri="{FF2B5EF4-FFF2-40B4-BE49-F238E27FC236}">
                <a16:creationId xmlns:a16="http://schemas.microsoft.com/office/drawing/2014/main" id="{D9257AFC-2713-6B3B-F635-37B6D88CC30D}"/>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Tree>
    <p:extLst>
      <p:ext uri="{BB962C8B-B14F-4D97-AF65-F5344CB8AC3E}">
        <p14:creationId xmlns:p14="http://schemas.microsoft.com/office/powerpoint/2010/main" val="948752484"/>
      </p:ext>
    </p:extLst>
  </p:cSld>
  <p:clrMapOvr>
    <a:masterClrMapping/>
  </p:clrMapOvr>
  <p:transition>
    <p:fade/>
  </p:transition>
  <p:hf hdr="0" dt="0"/>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Team profile ">
    <p:spTree>
      <p:nvGrpSpPr>
        <p:cNvPr id="1" name=""/>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F484570F-AB85-4401-FAD0-3C8AAB53FCC5}"/>
              </a:ext>
            </a:extLst>
          </p:cNvPr>
          <p:cNvGraphicFramePr>
            <a:graphicFrameLocks noChangeAspect="1"/>
          </p:cNvGraphicFramePr>
          <p:nvPr>
            <p:custDataLst>
              <p:tags r:id="rId1"/>
            </p:custDataLst>
            <p:extLst>
              <p:ext uri="{D42A27DB-BD31-4B8C-83A1-F6EECF244321}">
                <p14:modId xmlns:p14="http://schemas.microsoft.com/office/powerpoint/2010/main" val="4088932701"/>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17" name="think-cell data - do not delete" hidden="1">
                        <a:extLst>
                          <a:ext uri="{FF2B5EF4-FFF2-40B4-BE49-F238E27FC236}">
                            <a16:creationId xmlns:a16="http://schemas.microsoft.com/office/drawing/2014/main" id="{F484570F-AB85-4401-FAD0-3C8AAB53FCC5}"/>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2" name="Picture Placeholder 11">
            <a:extLst>
              <a:ext uri="{FF2B5EF4-FFF2-40B4-BE49-F238E27FC236}">
                <a16:creationId xmlns:a16="http://schemas.microsoft.com/office/drawing/2014/main" id="{0D8F34B8-DFAD-6DD7-E1A1-4572B7969DDD}"/>
              </a:ext>
            </a:extLst>
          </p:cNvPr>
          <p:cNvSpPr>
            <a:spLocks noGrp="1"/>
          </p:cNvSpPr>
          <p:nvPr>
            <p:ph type="pic" sz="quarter" idx="25"/>
          </p:nvPr>
        </p:nvSpPr>
        <p:spPr>
          <a:xfrm>
            <a:off x="384048" y="1880213"/>
            <a:ext cx="1199250" cy="1197864"/>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3" name="Picture Placeholder 11">
            <a:extLst>
              <a:ext uri="{FF2B5EF4-FFF2-40B4-BE49-F238E27FC236}">
                <a16:creationId xmlns:a16="http://schemas.microsoft.com/office/drawing/2014/main" id="{90D3C277-40A7-31AF-87D8-848A84CDC70C}"/>
              </a:ext>
            </a:extLst>
          </p:cNvPr>
          <p:cNvSpPr>
            <a:spLocks noGrp="1"/>
          </p:cNvSpPr>
          <p:nvPr>
            <p:ph type="pic" sz="quarter" idx="27"/>
          </p:nvPr>
        </p:nvSpPr>
        <p:spPr>
          <a:xfrm>
            <a:off x="5077997" y="1880213"/>
            <a:ext cx="1199250" cy="1197864"/>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4" name="Picture Placeholder 11">
            <a:extLst>
              <a:ext uri="{FF2B5EF4-FFF2-40B4-BE49-F238E27FC236}">
                <a16:creationId xmlns:a16="http://schemas.microsoft.com/office/drawing/2014/main" id="{6B0BFB5D-1E54-FF08-195B-949B6341E16B}"/>
              </a:ext>
            </a:extLst>
          </p:cNvPr>
          <p:cNvSpPr>
            <a:spLocks noGrp="1"/>
          </p:cNvSpPr>
          <p:nvPr>
            <p:ph type="pic" sz="quarter" idx="29"/>
          </p:nvPr>
        </p:nvSpPr>
        <p:spPr>
          <a:xfrm>
            <a:off x="384048" y="4256213"/>
            <a:ext cx="1199250" cy="1197864"/>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5" name="Picture Placeholder 11">
            <a:extLst>
              <a:ext uri="{FF2B5EF4-FFF2-40B4-BE49-F238E27FC236}">
                <a16:creationId xmlns:a16="http://schemas.microsoft.com/office/drawing/2014/main" id="{B70C4541-64E0-0D36-F531-9180AEBAADAD}"/>
              </a:ext>
            </a:extLst>
          </p:cNvPr>
          <p:cNvSpPr>
            <a:spLocks noGrp="1"/>
          </p:cNvSpPr>
          <p:nvPr>
            <p:ph type="pic" sz="quarter" idx="31"/>
          </p:nvPr>
        </p:nvSpPr>
        <p:spPr>
          <a:xfrm>
            <a:off x="5083474" y="4256213"/>
            <a:ext cx="1199250" cy="1197864"/>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6" name="Text Placeholder 12">
            <a:extLst>
              <a:ext uri="{FF2B5EF4-FFF2-40B4-BE49-F238E27FC236}">
                <a16:creationId xmlns:a16="http://schemas.microsoft.com/office/drawing/2014/main" id="{4FC28274-B484-ADCB-6FAD-CD816034B792}"/>
              </a:ext>
            </a:extLst>
          </p:cNvPr>
          <p:cNvSpPr>
            <a:spLocks noGrp="1"/>
          </p:cNvSpPr>
          <p:nvPr>
            <p:ph type="body" sz="quarter" idx="32" hasCustomPrompt="1"/>
          </p:nvPr>
        </p:nvSpPr>
        <p:spPr>
          <a:xfrm>
            <a:off x="1706229" y="1880213"/>
            <a:ext cx="3124956" cy="1944000"/>
          </a:xfrm>
        </p:spPr>
        <p:txBody>
          <a:bodyPr/>
          <a:lstStyle>
            <a:lvl1pPr>
              <a:spcBef>
                <a:spcPts val="200"/>
              </a:spcBef>
              <a:spcAft>
                <a:spcPts val="200"/>
              </a:spcAft>
              <a:defRPr sz="1200" b="0">
                <a:latin typeface="Aptos" panose="020B0004020202020204" pitchFamily="34" charset="0"/>
              </a:defRPr>
            </a:lvl1pPr>
            <a:lvl2pPr>
              <a:spcBef>
                <a:spcPts val="200"/>
              </a:spcBef>
              <a:spcAft>
                <a:spcPts val="200"/>
              </a:spcAft>
              <a:defRPr sz="1200" b="0">
                <a:latin typeface="Aptos" panose="020B0004020202020204" pitchFamily="34" charset="0"/>
              </a:defRPr>
            </a:lvl2pPr>
            <a:lvl3pPr marL="365760">
              <a:defRPr b="0"/>
            </a:lvl3pPr>
            <a:lvl4pPr marL="548640" indent="-182880">
              <a:defRPr b="0"/>
            </a:lvl4pPr>
            <a:lvl5pPr marL="731520">
              <a:defRPr b="0"/>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7" name="Text Placeholder 12">
            <a:extLst>
              <a:ext uri="{FF2B5EF4-FFF2-40B4-BE49-F238E27FC236}">
                <a16:creationId xmlns:a16="http://schemas.microsoft.com/office/drawing/2014/main" id="{9D3FBE01-C9A4-F88D-C153-2816D6207A40}"/>
              </a:ext>
            </a:extLst>
          </p:cNvPr>
          <p:cNvSpPr>
            <a:spLocks noGrp="1"/>
          </p:cNvSpPr>
          <p:nvPr>
            <p:ph type="body" sz="quarter" idx="33" hasCustomPrompt="1"/>
          </p:nvPr>
        </p:nvSpPr>
        <p:spPr>
          <a:xfrm>
            <a:off x="6400026" y="1880213"/>
            <a:ext cx="3124956" cy="1944000"/>
          </a:xfrm>
        </p:spPr>
        <p:txBody>
          <a:bodyPr/>
          <a:lstStyle>
            <a:lvl1pPr>
              <a:spcBef>
                <a:spcPts val="200"/>
              </a:spcBef>
              <a:spcAft>
                <a:spcPts val="200"/>
              </a:spcAft>
              <a:defRPr sz="1200" b="0"/>
            </a:lvl1pPr>
            <a:lvl2pPr>
              <a:spcBef>
                <a:spcPts val="200"/>
              </a:spcBef>
              <a:spcAft>
                <a:spcPts val="200"/>
              </a:spcAft>
              <a:defRPr sz="1200" b="0"/>
            </a:lvl2pPr>
            <a:lvl3pPr marL="365760">
              <a:defRPr b="0"/>
            </a:lvl3pPr>
            <a:lvl4pPr marL="548640" indent="-182880">
              <a:defRPr b="0"/>
            </a:lvl4pPr>
            <a:lvl5pPr marL="731520">
              <a:defRPr b="0"/>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8" name="Text Placeholder 12">
            <a:extLst>
              <a:ext uri="{FF2B5EF4-FFF2-40B4-BE49-F238E27FC236}">
                <a16:creationId xmlns:a16="http://schemas.microsoft.com/office/drawing/2014/main" id="{7004DE48-1AC3-4F21-0968-B38909044342}"/>
              </a:ext>
            </a:extLst>
          </p:cNvPr>
          <p:cNvSpPr>
            <a:spLocks noGrp="1"/>
          </p:cNvSpPr>
          <p:nvPr>
            <p:ph type="body" sz="quarter" idx="34" hasCustomPrompt="1"/>
          </p:nvPr>
        </p:nvSpPr>
        <p:spPr>
          <a:xfrm>
            <a:off x="1703365" y="4256213"/>
            <a:ext cx="3127820" cy="1944000"/>
          </a:xfrm>
        </p:spPr>
        <p:txBody>
          <a:bodyPr/>
          <a:lstStyle>
            <a:lvl1pPr>
              <a:spcBef>
                <a:spcPts val="200"/>
              </a:spcBef>
              <a:spcAft>
                <a:spcPts val="200"/>
              </a:spcAft>
              <a:defRPr sz="1200" b="0"/>
            </a:lvl1pPr>
            <a:lvl2pPr>
              <a:spcBef>
                <a:spcPts val="200"/>
              </a:spcBef>
              <a:spcAft>
                <a:spcPts val="200"/>
              </a:spcAft>
              <a:defRPr sz="1200" b="0"/>
            </a:lvl2pPr>
            <a:lvl3pPr marL="365760">
              <a:defRPr b="0"/>
            </a:lvl3pPr>
            <a:lvl4pPr marL="548640" indent="-182880">
              <a:defRPr b="0"/>
            </a:lvl4pPr>
            <a:lvl5pPr marL="731520">
              <a:defRPr b="0"/>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9" name="Text Placeholder 12">
            <a:extLst>
              <a:ext uri="{FF2B5EF4-FFF2-40B4-BE49-F238E27FC236}">
                <a16:creationId xmlns:a16="http://schemas.microsoft.com/office/drawing/2014/main" id="{684A23D9-9F8C-5A70-1B87-0DD004B8D96E}"/>
              </a:ext>
            </a:extLst>
          </p:cNvPr>
          <p:cNvSpPr>
            <a:spLocks noGrp="1"/>
          </p:cNvSpPr>
          <p:nvPr>
            <p:ph type="body" sz="quarter" idx="35" hasCustomPrompt="1"/>
          </p:nvPr>
        </p:nvSpPr>
        <p:spPr>
          <a:xfrm>
            <a:off x="6398194" y="4256213"/>
            <a:ext cx="3126788" cy="1944000"/>
          </a:xfrm>
        </p:spPr>
        <p:txBody>
          <a:bodyPr/>
          <a:lstStyle>
            <a:lvl1pPr>
              <a:spcBef>
                <a:spcPts val="200"/>
              </a:spcBef>
              <a:spcAft>
                <a:spcPts val="200"/>
              </a:spcAft>
              <a:defRPr sz="1200" b="0"/>
            </a:lvl1pPr>
            <a:lvl2pPr>
              <a:spcBef>
                <a:spcPts val="200"/>
              </a:spcBef>
              <a:spcAft>
                <a:spcPts val="200"/>
              </a:spcAft>
              <a:defRPr sz="1200" b="0"/>
            </a:lvl2pPr>
            <a:lvl3pPr marL="365760">
              <a:defRPr b="0"/>
            </a:lvl3pPr>
            <a:lvl4pPr marL="548640" indent="-182880">
              <a:defRPr b="0"/>
            </a:lvl4pPr>
            <a:lvl5pPr marL="731520">
              <a:defRPr b="0"/>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10" name="Rectangle 9">
            <a:extLst>
              <a:ext uri="{FF2B5EF4-FFF2-40B4-BE49-F238E27FC236}">
                <a16:creationId xmlns:a16="http://schemas.microsoft.com/office/drawing/2014/main" id="{8B1455C2-E21F-06D2-DADD-7FD7A0C6A036}"/>
              </a:ext>
            </a:extLst>
          </p:cNvPr>
          <p:cNvSpPr/>
          <p:nvPr/>
        </p:nvSpPr>
        <p:spPr>
          <a:xfrm>
            <a:off x="5074348" y="1677307"/>
            <a:ext cx="444398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1" name="Rectangle 10">
            <a:extLst>
              <a:ext uri="{FF2B5EF4-FFF2-40B4-BE49-F238E27FC236}">
                <a16:creationId xmlns:a16="http://schemas.microsoft.com/office/drawing/2014/main" id="{96B116F3-3D63-C235-3E40-D7EA6B934CF2}"/>
              </a:ext>
            </a:extLst>
          </p:cNvPr>
          <p:cNvSpPr/>
          <p:nvPr/>
        </p:nvSpPr>
        <p:spPr>
          <a:xfrm>
            <a:off x="384048" y="1677307"/>
            <a:ext cx="444398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2" name="Rectangle 11">
            <a:extLst>
              <a:ext uri="{FF2B5EF4-FFF2-40B4-BE49-F238E27FC236}">
                <a16:creationId xmlns:a16="http://schemas.microsoft.com/office/drawing/2014/main" id="{4F46C436-A721-2D60-1AEA-13F0DD3A9223}"/>
              </a:ext>
            </a:extLst>
          </p:cNvPr>
          <p:cNvSpPr/>
          <p:nvPr/>
        </p:nvSpPr>
        <p:spPr>
          <a:xfrm>
            <a:off x="5074348" y="4044901"/>
            <a:ext cx="444398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3" name="Rectangle 12">
            <a:extLst>
              <a:ext uri="{FF2B5EF4-FFF2-40B4-BE49-F238E27FC236}">
                <a16:creationId xmlns:a16="http://schemas.microsoft.com/office/drawing/2014/main" id="{C62ED75E-FA16-E5BA-B5F1-A58E06F1A408}"/>
              </a:ext>
            </a:extLst>
          </p:cNvPr>
          <p:cNvSpPr/>
          <p:nvPr/>
        </p:nvSpPr>
        <p:spPr>
          <a:xfrm>
            <a:off x="384048" y="4044901"/>
            <a:ext cx="444398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4" name="Text Placeholder 8">
            <a:extLst>
              <a:ext uri="{FF2B5EF4-FFF2-40B4-BE49-F238E27FC236}">
                <a16:creationId xmlns:a16="http://schemas.microsoft.com/office/drawing/2014/main" id="{67D2A86E-3485-4064-F11B-592641772D4F}"/>
              </a:ext>
            </a:extLst>
          </p:cNvPr>
          <p:cNvSpPr>
            <a:spLocks noGrp="1"/>
          </p:cNvSpPr>
          <p:nvPr>
            <p:ph type="body" sz="quarter" idx="13" hasCustomPrompt="1"/>
          </p:nvPr>
        </p:nvSpPr>
        <p:spPr>
          <a:xfrm>
            <a:off x="384048" y="684001"/>
            <a:ext cx="9144000"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15" name="Title Placeholder 1">
            <a:extLst>
              <a:ext uri="{FF2B5EF4-FFF2-40B4-BE49-F238E27FC236}">
                <a16:creationId xmlns:a16="http://schemas.microsoft.com/office/drawing/2014/main" id="{E96810A4-9AE7-5408-F486-24386EEDA4CD}"/>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
        <p:nvSpPr>
          <p:cNvPr id="16" name="Rectangle 15">
            <a:extLst>
              <a:ext uri="{FF2B5EF4-FFF2-40B4-BE49-F238E27FC236}">
                <a16:creationId xmlns:a16="http://schemas.microsoft.com/office/drawing/2014/main" id="{B698A45A-DC59-9E2A-9984-1AC11C940190}"/>
              </a:ext>
            </a:extLst>
          </p:cNvPr>
          <p:cNvSpPr/>
          <p:nvPr userDrawn="1"/>
        </p:nvSpPr>
        <p:spPr>
          <a:xfrm>
            <a:off x="5083474" y="1677307"/>
            <a:ext cx="4475250"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894" noProof="0" dirty="0">
              <a:solidFill>
                <a:schemeClr val="bg1"/>
              </a:solidFill>
            </a:endParaRPr>
          </a:p>
        </p:txBody>
      </p:sp>
      <p:sp>
        <p:nvSpPr>
          <p:cNvPr id="18" name="Rectangle 17">
            <a:extLst>
              <a:ext uri="{FF2B5EF4-FFF2-40B4-BE49-F238E27FC236}">
                <a16:creationId xmlns:a16="http://schemas.microsoft.com/office/drawing/2014/main" id="{400FC780-4BDE-4DE4-CE69-5F418097A737}"/>
              </a:ext>
            </a:extLst>
          </p:cNvPr>
          <p:cNvSpPr/>
          <p:nvPr userDrawn="1"/>
        </p:nvSpPr>
        <p:spPr>
          <a:xfrm>
            <a:off x="365625" y="1677307"/>
            <a:ext cx="4475250"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894" noProof="0" dirty="0">
              <a:solidFill>
                <a:schemeClr val="bg1"/>
              </a:solidFill>
            </a:endParaRPr>
          </a:p>
        </p:txBody>
      </p:sp>
      <p:sp>
        <p:nvSpPr>
          <p:cNvPr id="19" name="Rectangle 18">
            <a:extLst>
              <a:ext uri="{FF2B5EF4-FFF2-40B4-BE49-F238E27FC236}">
                <a16:creationId xmlns:a16="http://schemas.microsoft.com/office/drawing/2014/main" id="{F31B411A-9179-501F-BF7E-BC8D8E3B7B27}"/>
              </a:ext>
            </a:extLst>
          </p:cNvPr>
          <p:cNvSpPr/>
          <p:nvPr userDrawn="1"/>
        </p:nvSpPr>
        <p:spPr>
          <a:xfrm>
            <a:off x="5083474" y="4044901"/>
            <a:ext cx="4475250"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894" noProof="0" dirty="0">
              <a:solidFill>
                <a:schemeClr val="bg1"/>
              </a:solidFill>
            </a:endParaRPr>
          </a:p>
        </p:txBody>
      </p:sp>
      <p:sp>
        <p:nvSpPr>
          <p:cNvPr id="20" name="Rectangle 19">
            <a:extLst>
              <a:ext uri="{FF2B5EF4-FFF2-40B4-BE49-F238E27FC236}">
                <a16:creationId xmlns:a16="http://schemas.microsoft.com/office/drawing/2014/main" id="{786A104C-B044-B595-5270-34C9646B726D}"/>
              </a:ext>
            </a:extLst>
          </p:cNvPr>
          <p:cNvSpPr/>
          <p:nvPr userDrawn="1"/>
        </p:nvSpPr>
        <p:spPr>
          <a:xfrm>
            <a:off x="365625" y="4044901"/>
            <a:ext cx="4475250"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894" noProof="0" dirty="0">
              <a:solidFill>
                <a:schemeClr val="bg1"/>
              </a:solidFill>
            </a:endParaRPr>
          </a:p>
        </p:txBody>
      </p:sp>
    </p:spTree>
    <p:extLst>
      <p:ext uri="{BB962C8B-B14F-4D97-AF65-F5344CB8AC3E}">
        <p14:creationId xmlns:p14="http://schemas.microsoft.com/office/powerpoint/2010/main" val="2235242564"/>
      </p:ext>
    </p:extLst>
  </p:cSld>
  <p:clrMapOvr>
    <a:masterClrMapping/>
  </p:clrMapOvr>
  <p:transition>
    <p:fade/>
  </p:transition>
  <p:hf hdr="0" dt="0"/>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Qualifications 2 x 1">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7338C8E8-5CC7-2DA0-0253-B90F98C6FD31}"/>
              </a:ext>
            </a:extLst>
          </p:cNvPr>
          <p:cNvGraphicFramePr>
            <a:graphicFrameLocks noChangeAspect="1"/>
          </p:cNvGraphicFramePr>
          <p:nvPr>
            <p:custDataLst>
              <p:tags r:id="rId1"/>
            </p:custDataLst>
            <p:extLst>
              <p:ext uri="{D42A27DB-BD31-4B8C-83A1-F6EECF244321}">
                <p14:modId xmlns:p14="http://schemas.microsoft.com/office/powerpoint/2010/main" val="2464717998"/>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7" name="think-cell data - do not delete" hidden="1">
                        <a:extLst>
                          <a:ext uri="{FF2B5EF4-FFF2-40B4-BE49-F238E27FC236}">
                            <a16:creationId xmlns:a16="http://schemas.microsoft.com/office/drawing/2014/main" id="{7338C8E8-5CC7-2DA0-0253-B90F98C6FD31}"/>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12" name="Rectangle 11">
            <a:extLst>
              <a:ext uri="{FF2B5EF4-FFF2-40B4-BE49-F238E27FC236}">
                <a16:creationId xmlns:a16="http://schemas.microsoft.com/office/drawing/2014/main" id="{DD670E7F-2D5F-E74D-FF59-5BD6C5BC34F1}"/>
              </a:ext>
            </a:extLst>
          </p:cNvPr>
          <p:cNvSpPr/>
          <p:nvPr/>
        </p:nvSpPr>
        <p:spPr>
          <a:xfrm>
            <a:off x="5074348" y="1677307"/>
            <a:ext cx="4465130"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7" name="Rectangle 16">
            <a:extLst>
              <a:ext uri="{FF2B5EF4-FFF2-40B4-BE49-F238E27FC236}">
                <a16:creationId xmlns:a16="http://schemas.microsoft.com/office/drawing/2014/main" id="{0CD4E13F-35DC-E442-82C0-9B5EE61D2906}"/>
              </a:ext>
            </a:extLst>
          </p:cNvPr>
          <p:cNvSpPr/>
          <p:nvPr/>
        </p:nvSpPr>
        <p:spPr>
          <a:xfrm>
            <a:off x="384048" y="1677307"/>
            <a:ext cx="4465130"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20" name="Picture Placeholder 11">
            <a:extLst>
              <a:ext uri="{FF2B5EF4-FFF2-40B4-BE49-F238E27FC236}">
                <a16:creationId xmlns:a16="http://schemas.microsoft.com/office/drawing/2014/main" id="{32DA993B-B409-E5C0-E8A1-3920C08FA402}"/>
              </a:ext>
            </a:extLst>
          </p:cNvPr>
          <p:cNvSpPr>
            <a:spLocks noGrp="1"/>
          </p:cNvSpPr>
          <p:nvPr>
            <p:ph type="pic" sz="quarter" idx="28"/>
          </p:nvPr>
        </p:nvSpPr>
        <p:spPr>
          <a:xfrm>
            <a:off x="3628782" y="1883664"/>
            <a:ext cx="1199250" cy="1197864"/>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21" name="Picture Placeholder 11">
            <a:extLst>
              <a:ext uri="{FF2B5EF4-FFF2-40B4-BE49-F238E27FC236}">
                <a16:creationId xmlns:a16="http://schemas.microsoft.com/office/drawing/2014/main" id="{9EA35630-FAAB-0992-9BD2-E2CF77317F5E}"/>
              </a:ext>
            </a:extLst>
          </p:cNvPr>
          <p:cNvSpPr>
            <a:spLocks noGrp="1"/>
          </p:cNvSpPr>
          <p:nvPr>
            <p:ph type="pic" sz="quarter" idx="29"/>
          </p:nvPr>
        </p:nvSpPr>
        <p:spPr>
          <a:xfrm>
            <a:off x="8323259" y="1883664"/>
            <a:ext cx="1199250" cy="1197864"/>
          </a:xfrm>
        </p:spPr>
        <p:txBody>
          <a:bodyPr>
            <a:normAutofit/>
          </a:bodyPr>
          <a:lstStyle>
            <a:lvl1pPr algn="ctr">
              <a:spcBef>
                <a:spcPts val="200"/>
              </a:spcBef>
              <a:spcAft>
                <a:spcPts val="200"/>
              </a:spcAft>
              <a:defRPr sz="1200" b="0"/>
            </a:lvl1pPr>
          </a:lstStyle>
          <a:p>
            <a:r>
              <a:rPr lang="en-US"/>
              <a:t>Click icon to add picture</a:t>
            </a:r>
            <a:endParaRPr lang="en-GB" dirty="0"/>
          </a:p>
        </p:txBody>
      </p:sp>
      <p:sp>
        <p:nvSpPr>
          <p:cNvPr id="2" name="Text Placeholder 8">
            <a:extLst>
              <a:ext uri="{FF2B5EF4-FFF2-40B4-BE49-F238E27FC236}">
                <a16:creationId xmlns:a16="http://schemas.microsoft.com/office/drawing/2014/main" id="{F362A436-16E9-8D92-CE75-CF090274A98C}"/>
              </a:ext>
            </a:extLst>
          </p:cNvPr>
          <p:cNvSpPr>
            <a:spLocks noGrp="1"/>
          </p:cNvSpPr>
          <p:nvPr>
            <p:ph type="body" sz="quarter" idx="13" hasCustomPrompt="1"/>
          </p:nvPr>
        </p:nvSpPr>
        <p:spPr>
          <a:xfrm>
            <a:off x="384048" y="684001"/>
            <a:ext cx="9144000" cy="757255"/>
          </a:xfrm>
          <a:prstGeom prst="rect">
            <a:avLst/>
          </a:prstGeom>
        </p:spPr>
        <p:txBody>
          <a:bodyPr lIns="0" tIns="0" rIns="0" bIns="0" anchor="t" anchorCtr="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3" name="Title Placeholder 1">
            <a:extLst>
              <a:ext uri="{FF2B5EF4-FFF2-40B4-BE49-F238E27FC236}">
                <a16:creationId xmlns:a16="http://schemas.microsoft.com/office/drawing/2014/main" id="{1CE7ED7B-D3F7-0C2D-3D7F-23B03A315CFC}"/>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sp>
        <p:nvSpPr>
          <p:cNvPr id="4" name="Text Placeholder 12">
            <a:extLst>
              <a:ext uri="{FF2B5EF4-FFF2-40B4-BE49-F238E27FC236}">
                <a16:creationId xmlns:a16="http://schemas.microsoft.com/office/drawing/2014/main" id="{4A6BC76D-8B27-508E-2FA1-4B668FF32EE7}"/>
              </a:ext>
            </a:extLst>
          </p:cNvPr>
          <p:cNvSpPr>
            <a:spLocks noGrp="1"/>
          </p:cNvSpPr>
          <p:nvPr>
            <p:ph type="body" sz="quarter" idx="32" hasCustomPrompt="1"/>
          </p:nvPr>
        </p:nvSpPr>
        <p:spPr>
          <a:xfrm>
            <a:off x="384048" y="3498336"/>
            <a:ext cx="4443984" cy="1944000"/>
          </a:xfrm>
        </p:spPr>
        <p:txBody>
          <a:bodyPr/>
          <a:lstStyle>
            <a:lvl1pPr>
              <a:spcBef>
                <a:spcPts val="200"/>
              </a:spcBef>
              <a:spcAft>
                <a:spcPts val="200"/>
              </a:spcAft>
              <a:defRPr sz="1200" b="0"/>
            </a:lvl1pPr>
            <a:lvl2pPr>
              <a:spcBef>
                <a:spcPts val="200"/>
              </a:spcBef>
              <a:spcAft>
                <a:spcPts val="200"/>
              </a:spcAft>
              <a:defRPr sz="1200" b="0"/>
            </a:lvl2pPr>
            <a:lvl3pPr marL="365760">
              <a:defRPr/>
            </a:lvl3pPr>
            <a:lvl4pPr marL="548640" indent="-182880">
              <a:defRPr/>
            </a:lvl4pPr>
            <a:lvl5pPr marL="73152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5" name="Text Placeholder 12">
            <a:extLst>
              <a:ext uri="{FF2B5EF4-FFF2-40B4-BE49-F238E27FC236}">
                <a16:creationId xmlns:a16="http://schemas.microsoft.com/office/drawing/2014/main" id="{9C91076D-2B86-9AF3-18AC-3BF3B0940503}"/>
              </a:ext>
            </a:extLst>
          </p:cNvPr>
          <p:cNvSpPr>
            <a:spLocks noGrp="1"/>
          </p:cNvSpPr>
          <p:nvPr>
            <p:ph type="body" sz="quarter" idx="33" hasCustomPrompt="1"/>
          </p:nvPr>
        </p:nvSpPr>
        <p:spPr>
          <a:xfrm>
            <a:off x="5078525" y="3498336"/>
            <a:ext cx="4443984" cy="1944000"/>
          </a:xfrm>
        </p:spPr>
        <p:txBody>
          <a:bodyPr/>
          <a:lstStyle>
            <a:lvl1pPr>
              <a:spcBef>
                <a:spcPts val="200"/>
              </a:spcBef>
              <a:spcAft>
                <a:spcPts val="200"/>
              </a:spcAft>
              <a:defRPr sz="1200" b="0"/>
            </a:lvl1pPr>
            <a:lvl2pPr>
              <a:spcBef>
                <a:spcPts val="200"/>
              </a:spcBef>
              <a:spcAft>
                <a:spcPts val="200"/>
              </a:spcAft>
              <a:defRPr sz="1200" b="0"/>
            </a:lvl2pPr>
            <a:lvl3pPr marL="365760">
              <a:defRPr/>
            </a:lvl3pPr>
            <a:lvl4pPr marL="548640" indent="-182880">
              <a:defRPr/>
            </a:lvl4pPr>
            <a:lvl5pPr marL="73152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p:txBody>
      </p:sp>
      <p:sp>
        <p:nvSpPr>
          <p:cNvPr id="6" name="Text Placeholder 17">
            <a:extLst>
              <a:ext uri="{FF2B5EF4-FFF2-40B4-BE49-F238E27FC236}">
                <a16:creationId xmlns:a16="http://schemas.microsoft.com/office/drawing/2014/main" id="{189A445A-42B3-EBFA-8922-62959EFA0423}"/>
              </a:ext>
            </a:extLst>
          </p:cNvPr>
          <p:cNvSpPr>
            <a:spLocks noGrp="1"/>
          </p:cNvSpPr>
          <p:nvPr>
            <p:ph type="body" sz="quarter" idx="4294967295" hasCustomPrompt="1"/>
          </p:nvPr>
        </p:nvSpPr>
        <p:spPr>
          <a:xfrm>
            <a:off x="384048" y="1876426"/>
            <a:ext cx="3187204" cy="1482725"/>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endParaRPr lang="en-US" dirty="0"/>
          </a:p>
        </p:txBody>
      </p:sp>
      <p:sp>
        <p:nvSpPr>
          <p:cNvPr id="8" name="Text Placeholder 17">
            <a:extLst>
              <a:ext uri="{FF2B5EF4-FFF2-40B4-BE49-F238E27FC236}">
                <a16:creationId xmlns:a16="http://schemas.microsoft.com/office/drawing/2014/main" id="{9AF1B057-ABA1-7B5A-87C8-FD35492C6CB7}"/>
              </a:ext>
            </a:extLst>
          </p:cNvPr>
          <p:cNvSpPr>
            <a:spLocks noGrp="1"/>
          </p:cNvSpPr>
          <p:nvPr>
            <p:ph type="body" sz="quarter" idx="4294967295" hasCustomPrompt="1"/>
          </p:nvPr>
        </p:nvSpPr>
        <p:spPr>
          <a:xfrm>
            <a:off x="5078526" y="1876426"/>
            <a:ext cx="3187204" cy="1482725"/>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endParaRPr lang="en-US" dirty="0"/>
          </a:p>
        </p:txBody>
      </p:sp>
    </p:spTree>
    <p:extLst>
      <p:ext uri="{BB962C8B-B14F-4D97-AF65-F5344CB8AC3E}">
        <p14:creationId xmlns:p14="http://schemas.microsoft.com/office/powerpoint/2010/main" val="42435013"/>
      </p:ext>
    </p:extLst>
  </p:cSld>
  <p:clrMapOvr>
    <a:masterClrMapping/>
  </p:clrMapOvr>
  <p:transition>
    <p:fade/>
  </p:transition>
  <p:hf hdr="0" dt="0"/>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p:cSld name="End slide">
    <p:spTree>
      <p:nvGrpSpPr>
        <p:cNvPr id="1" name=""/>
        <p:cNvGrpSpPr/>
        <p:nvPr/>
      </p:nvGrpSpPr>
      <p:grpSpPr>
        <a:xfrm>
          <a:off x="0" y="0"/>
          <a:ext cx="0" cy="0"/>
          <a:chOff x="0" y="0"/>
          <a:chExt cx="0" cy="0"/>
        </a:xfrm>
      </p:grpSpPr>
      <p:sp>
        <p:nvSpPr>
          <p:cNvPr id="6" name="Text Placeholder 5"/>
          <p:cNvSpPr>
            <a:spLocks noGrp="1"/>
          </p:cNvSpPr>
          <p:nvPr>
            <p:ph type="body" sz="quarter" idx="13" hasCustomPrompt="1"/>
          </p:nvPr>
        </p:nvSpPr>
        <p:spPr>
          <a:xfrm>
            <a:off x="384048" y="4189870"/>
            <a:ext cx="6959963" cy="2169796"/>
          </a:xfrm>
        </p:spPr>
        <p:txBody>
          <a:bodyPr anchor="b" anchorCtr="0">
            <a:normAutofit/>
          </a:bodyPr>
          <a:lstStyle>
            <a:lvl1pPr>
              <a:lnSpc>
                <a:spcPct val="100000"/>
              </a:lnSpc>
              <a:spcBef>
                <a:spcPts val="200"/>
              </a:spcBef>
              <a:spcAft>
                <a:spcPts val="200"/>
              </a:spcAft>
              <a:defRPr sz="800" b="0"/>
            </a:lvl1pPr>
          </a:lstStyle>
          <a:p>
            <a:pPr lvl="0"/>
            <a:r>
              <a:rPr lang="en-US" dirty="0"/>
              <a:t>Click to add text</a:t>
            </a:r>
          </a:p>
        </p:txBody>
      </p:sp>
      <p:pic>
        <p:nvPicPr>
          <p:cNvPr id="2" name="Picture 1" descr="Deloitte logo">
            <a:extLst>
              <a:ext uri="{FF2B5EF4-FFF2-40B4-BE49-F238E27FC236}">
                <a16:creationId xmlns:a16="http://schemas.microsoft.com/office/drawing/2014/main" id="{B693FF4E-05F3-84D0-AE4C-08F21D4F2471}"/>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38547" y="-5466"/>
            <a:ext cx="2779773" cy="1308222"/>
          </a:xfrm>
          <a:prstGeom prst="rect">
            <a:avLst/>
          </a:prstGeom>
        </p:spPr>
      </p:pic>
      <p:pic>
        <p:nvPicPr>
          <p:cNvPr id="4" name="Picture 3">
            <a:extLst>
              <a:ext uri="{FF2B5EF4-FFF2-40B4-BE49-F238E27FC236}">
                <a16:creationId xmlns:a16="http://schemas.microsoft.com/office/drawing/2014/main" id="{38984A19-3220-12BF-EF4C-2A1C3E2801D4}"/>
              </a:ext>
            </a:extLst>
          </p:cNvPr>
          <p:cNvPicPr>
            <a:picLocks noChangeAspect="1"/>
          </p:cNvPicPr>
          <p:nvPr/>
        </p:nvPicPr>
        <p:blipFill>
          <a:blip r:embed="rId3"/>
          <a:srcRect/>
          <a:stretch/>
        </p:blipFill>
        <p:spPr>
          <a:xfrm>
            <a:off x="8547667" y="5416735"/>
            <a:ext cx="1198880" cy="1198880"/>
          </a:xfrm>
          <a:prstGeom prst="rect">
            <a:avLst/>
          </a:prstGeom>
        </p:spPr>
      </p:pic>
    </p:spTree>
    <p:extLst>
      <p:ext uri="{BB962C8B-B14F-4D97-AF65-F5344CB8AC3E}">
        <p14:creationId xmlns:p14="http://schemas.microsoft.com/office/powerpoint/2010/main" val="1850626479"/>
      </p:ext>
    </p:extLst>
  </p:cSld>
  <p:clrMapOvr>
    <a:masterClrMapping/>
  </p:clrMapOvr>
  <p:hf hdr="0" dt="0"/>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Divider slide with image - Black">
    <p:bg>
      <p:bgRef idx="1001">
        <a:schemeClr val="bg1"/>
      </p:bgRef>
    </p:bg>
    <p:spTree>
      <p:nvGrpSpPr>
        <p:cNvPr id="1" name=""/>
        <p:cNvGrpSpPr/>
        <p:nvPr/>
      </p:nvGrpSpPr>
      <p:grpSpPr>
        <a:xfrm>
          <a:off x="0" y="0"/>
          <a:ext cx="0" cy="0"/>
          <a:chOff x="0" y="0"/>
          <a:chExt cx="0" cy="0"/>
        </a:xfrm>
      </p:grpSpPr>
      <p:sp>
        <p:nvSpPr>
          <p:cNvPr id="2" name="Picture Placeholder 8">
            <a:extLst>
              <a:ext uri="{FF2B5EF4-FFF2-40B4-BE49-F238E27FC236}">
                <a16:creationId xmlns:a16="http://schemas.microsoft.com/office/drawing/2014/main" id="{2AA0174D-B09C-4960-94D1-79FD4D04BDFB}"/>
              </a:ext>
            </a:extLst>
          </p:cNvPr>
          <p:cNvSpPr>
            <a:spLocks noGrp="1"/>
          </p:cNvSpPr>
          <p:nvPr>
            <p:ph type="pic" sz="quarter" idx="11"/>
          </p:nvPr>
        </p:nvSpPr>
        <p:spPr>
          <a:xfrm>
            <a:off x="0" y="0"/>
            <a:ext cx="9906000" cy="6858000"/>
          </a:xfrm>
          <a:prstGeom prst="rect">
            <a:avLst/>
          </a:prstGeom>
        </p:spPr>
        <p:txBody>
          <a:bodyPr/>
          <a:lstStyle>
            <a:lvl1pPr>
              <a:defRPr>
                <a:solidFill>
                  <a:schemeClr val="bg1"/>
                </a:solidFill>
              </a:defRPr>
            </a:lvl1pPr>
          </a:lstStyle>
          <a:p>
            <a:r>
              <a:rPr lang="en-US" noProof="0"/>
              <a:t>Click icon to add picture</a:t>
            </a:r>
            <a:endParaRPr lang="en-US" noProof="0" dirty="0"/>
          </a:p>
        </p:txBody>
      </p:sp>
      <p:sp>
        <p:nvSpPr>
          <p:cNvPr id="5" name="Text Placeholder 4">
            <a:extLst>
              <a:ext uri="{FF2B5EF4-FFF2-40B4-BE49-F238E27FC236}">
                <a16:creationId xmlns:a16="http://schemas.microsoft.com/office/drawing/2014/main" id="{E696C364-9ED6-42C4-8FC2-1F9C6CB1656D}"/>
              </a:ext>
            </a:extLst>
          </p:cNvPr>
          <p:cNvSpPr>
            <a:spLocks noGrp="1"/>
          </p:cNvSpPr>
          <p:nvPr>
            <p:ph type="body" sz="quarter" idx="12" hasCustomPrompt="1"/>
          </p:nvPr>
        </p:nvSpPr>
        <p:spPr>
          <a:xfrm>
            <a:off x="385599" y="347473"/>
            <a:ext cx="4440621" cy="484791"/>
          </a:xfrm>
        </p:spPr>
        <p:txBody>
          <a:bodyPr>
            <a:noAutofit/>
          </a:bodyPr>
          <a:lstStyle>
            <a:lvl1pPr>
              <a:defRPr sz="3200" b="1">
                <a:latin typeface="Aptos" panose="020B0004020202020204" pitchFamily="34" charset="0"/>
              </a:defRPr>
            </a:lvl1pPr>
            <a:lvl2pPr>
              <a:defRPr sz="3200" b="1">
                <a:latin typeface="+mj-lt"/>
              </a:defRPr>
            </a:lvl2pPr>
            <a:lvl3pPr>
              <a:defRPr sz="3200" b="1">
                <a:latin typeface="+mj-lt"/>
              </a:defRPr>
            </a:lvl3pPr>
            <a:lvl4pPr>
              <a:defRPr sz="3200" b="1">
                <a:latin typeface="+mj-lt"/>
              </a:defRPr>
            </a:lvl4pPr>
            <a:lvl5pPr>
              <a:defRPr sz="3200" b="1">
                <a:latin typeface="+mj-lt"/>
              </a:defRPr>
            </a:lvl5pPr>
          </a:lstStyle>
          <a:p>
            <a:pPr lvl="0"/>
            <a:r>
              <a:rPr lang="en-US" dirty="0"/>
              <a:t>Click to add title</a:t>
            </a:r>
          </a:p>
        </p:txBody>
      </p:sp>
      <p:sp>
        <p:nvSpPr>
          <p:cNvPr id="6" name="Text Placeholder 4">
            <a:extLst>
              <a:ext uri="{FF2B5EF4-FFF2-40B4-BE49-F238E27FC236}">
                <a16:creationId xmlns:a16="http://schemas.microsoft.com/office/drawing/2014/main" id="{AD421831-C244-4DE0-8DE2-755D7D7315B9}"/>
              </a:ext>
            </a:extLst>
          </p:cNvPr>
          <p:cNvSpPr>
            <a:spLocks noGrp="1"/>
          </p:cNvSpPr>
          <p:nvPr>
            <p:ph type="body" sz="quarter" idx="13" hasCustomPrompt="1"/>
          </p:nvPr>
        </p:nvSpPr>
        <p:spPr>
          <a:xfrm>
            <a:off x="385599" y="832104"/>
            <a:ext cx="4440621" cy="863162"/>
          </a:xfrm>
        </p:spPr>
        <p:txBody>
          <a:bodyPr>
            <a:noAutofit/>
          </a:bodyPr>
          <a:lstStyle>
            <a:lvl1pPr>
              <a:defRPr sz="3200" b="0">
                <a:latin typeface="Aptos" panose="020B0004020202020204" pitchFamily="34" charset="0"/>
              </a:defRPr>
            </a:lvl1pPr>
            <a:lvl2pPr>
              <a:defRPr sz="3200" b="1">
                <a:latin typeface="+mj-lt"/>
              </a:defRPr>
            </a:lvl2pPr>
            <a:lvl3pPr>
              <a:defRPr sz="3200" b="1">
                <a:latin typeface="+mj-lt"/>
              </a:defRPr>
            </a:lvl3pPr>
            <a:lvl4pPr>
              <a:defRPr sz="3200" b="1">
                <a:latin typeface="+mj-lt"/>
              </a:defRPr>
            </a:lvl4pPr>
            <a:lvl5pPr>
              <a:defRPr sz="3200" b="1">
                <a:latin typeface="+mj-lt"/>
              </a:defRPr>
            </a:lvl5pPr>
          </a:lstStyle>
          <a:p>
            <a:pPr lvl="0"/>
            <a:r>
              <a:rPr lang="en-US" dirty="0"/>
              <a:t>Click to add subtitle</a:t>
            </a:r>
          </a:p>
        </p:txBody>
      </p:sp>
    </p:spTree>
    <p:extLst>
      <p:ext uri="{BB962C8B-B14F-4D97-AF65-F5344CB8AC3E}">
        <p14:creationId xmlns:p14="http://schemas.microsoft.com/office/powerpoint/2010/main" val="3886284295"/>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Title only - Black">
    <p:bg>
      <p:bgRef idx="1001">
        <a:schemeClr val="bg1"/>
      </p:bgRef>
    </p:bg>
    <p:spTree>
      <p:nvGrpSpPr>
        <p:cNvPr id="1" name=""/>
        <p:cNvGrpSpPr/>
        <p:nvPr/>
      </p:nvGrpSpPr>
      <p:grpSpPr>
        <a:xfrm>
          <a:off x="0" y="0"/>
          <a:ext cx="0" cy="0"/>
          <a:chOff x="0" y="0"/>
          <a:chExt cx="0" cy="0"/>
        </a:xfrm>
      </p:grpSpPr>
      <p:sp>
        <p:nvSpPr>
          <p:cNvPr id="3" name="Title Placeholder 1">
            <a:extLst>
              <a:ext uri="{FF2B5EF4-FFF2-40B4-BE49-F238E27FC236}">
                <a16:creationId xmlns:a16="http://schemas.microsoft.com/office/drawing/2014/main" id="{341A6448-2CDA-7D6D-F1A0-347696B21B5C}"/>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defRPr sz="2100">
                <a:latin typeface="Aptos" panose="020B0004020202020204" pitchFamily="34" charset="0"/>
              </a:defRPr>
            </a:lvl1pPr>
          </a:lstStyle>
          <a:p>
            <a:r>
              <a:rPr lang="en-US" dirty="0"/>
              <a:t>Click to add title</a:t>
            </a:r>
          </a:p>
        </p:txBody>
      </p:sp>
      <p:graphicFrame>
        <p:nvGraphicFramePr>
          <p:cNvPr id="2" name="Object 1" hidden="1">
            <a:extLst>
              <a:ext uri="{FF2B5EF4-FFF2-40B4-BE49-F238E27FC236}">
                <a16:creationId xmlns:a16="http://schemas.microsoft.com/office/drawing/2014/main" id="{848A98DE-F19A-42DD-AFF3-577F3A9D97B3}"/>
              </a:ext>
            </a:extLst>
          </p:cNvPr>
          <p:cNvGraphicFramePr>
            <a:graphicFrameLocks noChangeAspect="1"/>
          </p:cNvGraphicFramePr>
          <p:nvPr userDrawn="1">
            <p:custDataLst>
              <p:tags r:id="rId1"/>
            </p:custDataLst>
            <p:extLst>
              <p:ext uri="{D42A27DB-BD31-4B8C-83A1-F6EECF244321}">
                <p14:modId xmlns:p14="http://schemas.microsoft.com/office/powerpoint/2010/main" val="1855580018"/>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2" name="Object 1" hidden="1">
                        <a:extLst>
                          <a:ext uri="{FF2B5EF4-FFF2-40B4-BE49-F238E27FC236}">
                            <a16:creationId xmlns:a16="http://schemas.microsoft.com/office/drawing/2014/main" id="{848A98DE-F19A-42DD-AFF3-577F3A9D97B3}"/>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4" name="CaseCode">
            <a:extLst>
              <a:ext uri="{FF2B5EF4-FFF2-40B4-BE49-F238E27FC236}">
                <a16:creationId xmlns:a16="http://schemas.microsoft.com/office/drawing/2014/main" id="{BD937334-E7C9-C9AE-3B8F-B555E1555C2F}"/>
              </a:ext>
            </a:extLst>
          </p:cNvPr>
          <p:cNvSpPr txBox="1"/>
          <p:nvPr userDrawn="1"/>
        </p:nvSpPr>
        <p:spPr>
          <a:xfrm>
            <a:off x="5147339" y="6477005"/>
            <a:ext cx="3978455" cy="224933"/>
          </a:xfrm>
          <a:prstGeom prst="rect">
            <a:avLst/>
          </a:prstGeom>
          <a:noFill/>
        </p:spPr>
        <p:txBody>
          <a:bodyPr wrap="square" lIns="0" tIns="0" rIns="0" bIns="0" rtlCol="0">
            <a:spAutoFit/>
          </a:bodyPr>
          <a:lstStyle/>
          <a:p>
            <a:pPr marL="0" indent="0" algn="r">
              <a:spcBef>
                <a:spcPts val="0"/>
              </a:spcBef>
              <a:buSzPct val="100000"/>
              <a:buFont typeface="Arial"/>
              <a:buNone/>
            </a:pPr>
            <a:r>
              <a:rPr lang="en-US" sz="731" noProof="0" dirty="0">
                <a:solidFill>
                  <a:schemeClr val="bg1"/>
                </a:solidFill>
                <a:latin typeface="Calibri" panose="020F0502020204030204" pitchFamily="34" charset="0"/>
                <a:cs typeface="Calibri" panose="020F0502020204030204" pitchFamily="34" charset="0"/>
              </a:rPr>
              <a:t>Presentation title</a:t>
            </a:r>
            <a:br>
              <a:rPr lang="en-US" sz="731" noProof="0" dirty="0">
                <a:solidFill>
                  <a:schemeClr val="bg1"/>
                </a:solidFill>
                <a:latin typeface="Calibri" panose="020F0502020204030204" pitchFamily="34" charset="0"/>
                <a:cs typeface="Calibri" panose="020F0502020204030204" pitchFamily="34" charset="0"/>
              </a:rPr>
            </a:br>
            <a:r>
              <a:rPr lang="en-US" sz="731"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5" name="Copyright">
            <a:extLst>
              <a:ext uri="{FF2B5EF4-FFF2-40B4-BE49-F238E27FC236}">
                <a16:creationId xmlns:a16="http://schemas.microsoft.com/office/drawing/2014/main" id="{08286DC1-B2AD-CD7C-C831-12F3E3D5E9CD}"/>
              </a:ext>
            </a:extLst>
          </p:cNvPr>
          <p:cNvSpPr txBox="1"/>
          <p:nvPr userDrawn="1"/>
        </p:nvSpPr>
        <p:spPr>
          <a:xfrm>
            <a:off x="407590" y="6477006"/>
            <a:ext cx="4351074" cy="224933"/>
          </a:xfrm>
          <a:prstGeom prst="rect">
            <a:avLst/>
          </a:prstGeom>
          <a:noFill/>
        </p:spPr>
        <p:txBody>
          <a:bodyPr wrap="square" lIns="0" tIns="0" rIns="0" bIns="0" rtlCol="0">
            <a:spAutoFit/>
          </a:bodyPr>
          <a:lstStyle/>
          <a:p>
            <a:pPr marL="0" indent="0">
              <a:spcBef>
                <a:spcPts val="488"/>
              </a:spcBef>
              <a:buSzPct val="100000"/>
              <a:buFont typeface="Arial"/>
              <a:buNone/>
            </a:pPr>
            <a:r>
              <a:rPr lang="en-US" sz="731"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731" noProof="0" dirty="0">
                <a:solidFill>
                  <a:schemeClr val="bg1"/>
                </a:solidFill>
                <a:latin typeface="Calibri" panose="020F0502020204030204" pitchFamily="34" charset="0"/>
                <a:cs typeface="Calibri" panose="020F0502020204030204" pitchFamily="34" charset="0"/>
              </a:rPr>
            </a:br>
            <a:r>
              <a:rPr lang="en-US" sz="731"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6" name="TextBox 5">
            <a:extLst>
              <a:ext uri="{FF2B5EF4-FFF2-40B4-BE49-F238E27FC236}">
                <a16:creationId xmlns:a16="http://schemas.microsoft.com/office/drawing/2014/main" id="{7F7055DA-9A12-4FE8-1B5F-E1AE7E63035B}"/>
              </a:ext>
            </a:extLst>
          </p:cNvPr>
          <p:cNvSpPr txBox="1"/>
          <p:nvPr userDrawn="1"/>
        </p:nvSpPr>
        <p:spPr>
          <a:xfrm>
            <a:off x="9248182" y="6477006"/>
            <a:ext cx="250230" cy="112467"/>
          </a:xfrm>
          <a:prstGeom prst="rect">
            <a:avLst/>
          </a:prstGeom>
          <a:noFill/>
        </p:spPr>
        <p:txBody>
          <a:bodyPr wrap="square" lIns="0" tIns="0" rIns="0" bIns="0" rtlCol="0">
            <a:spAutoFit/>
          </a:bodyPr>
          <a:lstStyle/>
          <a:p>
            <a:pPr marL="0" indent="0" algn="r">
              <a:spcBef>
                <a:spcPts val="488"/>
              </a:spcBef>
              <a:buSzPct val="100000"/>
              <a:buFont typeface="Arial"/>
              <a:buNone/>
            </a:pPr>
            <a:fld id="{C58DF478-B544-4ED8-9ED4-6A2648E2D233}" type="slidenum">
              <a:rPr lang="en-US" sz="731" noProof="0" smtClean="0">
                <a:solidFill>
                  <a:schemeClr val="bg1"/>
                </a:solidFill>
                <a:latin typeface="Calibri" panose="020F0502020204030204" pitchFamily="34" charset="0"/>
                <a:cs typeface="Calibri" panose="020F0502020204030204" pitchFamily="34" charset="0"/>
              </a:rPr>
              <a:pPr marL="0" indent="0" algn="r">
                <a:spcBef>
                  <a:spcPts val="488"/>
                </a:spcBef>
                <a:buSzPct val="100000"/>
                <a:buFont typeface="Arial"/>
                <a:buNone/>
              </a:pPr>
              <a:t>‹#›</a:t>
            </a:fld>
            <a:endParaRPr lang="en-US" sz="731"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163977630"/>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Title, subtitle - Black">
    <p:bg>
      <p:bgRef idx="1001">
        <a:schemeClr val="bg1"/>
      </p:bgRef>
    </p:bg>
    <p:spTree>
      <p:nvGrpSpPr>
        <p:cNvPr id="1" name=""/>
        <p:cNvGrpSpPr/>
        <p:nvPr/>
      </p:nvGrpSpPr>
      <p:grpSpPr>
        <a:xfrm>
          <a:off x="0" y="0"/>
          <a:ext cx="0" cy="0"/>
          <a:chOff x="0" y="0"/>
          <a:chExt cx="0" cy="0"/>
        </a:xfrm>
      </p:grpSpPr>
      <p:sp>
        <p:nvSpPr>
          <p:cNvPr id="2" name="Text Placeholder 8">
            <a:extLst>
              <a:ext uri="{FF2B5EF4-FFF2-40B4-BE49-F238E27FC236}">
                <a16:creationId xmlns:a16="http://schemas.microsoft.com/office/drawing/2014/main" id="{98D36622-3315-0885-4F7E-8CCDE0C2BA1C}"/>
              </a:ext>
            </a:extLst>
          </p:cNvPr>
          <p:cNvSpPr>
            <a:spLocks noGrp="1"/>
          </p:cNvSpPr>
          <p:nvPr>
            <p:ph type="body" sz="quarter" idx="13" hasCustomPrompt="1"/>
          </p:nvPr>
        </p:nvSpPr>
        <p:spPr>
          <a:xfrm>
            <a:off x="384048" y="684001"/>
            <a:ext cx="9144000" cy="757255"/>
          </a:xfrm>
          <a:prstGeom prst="rect">
            <a:avLst/>
          </a:prstGeom>
        </p:spPr>
        <p:txBody>
          <a:bodyPr lIns="0" tIns="0" rIns="0" bIns="0">
            <a:noAutofit/>
          </a:bodyPr>
          <a:lstStyle>
            <a:lvl1pPr marL="0" indent="0">
              <a:spcBef>
                <a:spcPts val="0"/>
              </a:spcBef>
              <a:spcAft>
                <a:spcPts val="0"/>
              </a:spcAft>
              <a:buNone/>
              <a:defRPr sz="1800" b="0">
                <a:solidFill>
                  <a:schemeClr val="tx2"/>
                </a:solidFill>
                <a:latin typeface="Aptos" panose="020B0004020202020204" pitchFamily="34" charset="0"/>
              </a:defRPr>
            </a:lvl1pPr>
          </a:lstStyle>
          <a:p>
            <a:pPr lvl="0"/>
            <a:r>
              <a:rPr lang="en-US" dirty="0"/>
              <a:t>Click to add subtitle</a:t>
            </a:r>
          </a:p>
        </p:txBody>
      </p:sp>
      <p:sp>
        <p:nvSpPr>
          <p:cNvPr id="3" name="Title Placeholder 1">
            <a:extLst>
              <a:ext uri="{FF2B5EF4-FFF2-40B4-BE49-F238E27FC236}">
                <a16:creationId xmlns:a16="http://schemas.microsoft.com/office/drawing/2014/main" id="{53E8942A-B484-29A8-C101-63496BEA57FC}"/>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latin typeface="Aptos" panose="020B0004020202020204" pitchFamily="34" charset="0"/>
              </a:defRPr>
            </a:lvl1pPr>
          </a:lstStyle>
          <a:p>
            <a:r>
              <a:rPr lang="en-US" dirty="0"/>
              <a:t>Click to add title</a:t>
            </a:r>
          </a:p>
        </p:txBody>
      </p:sp>
      <p:graphicFrame>
        <p:nvGraphicFramePr>
          <p:cNvPr id="4" name="Object 3" hidden="1">
            <a:extLst>
              <a:ext uri="{FF2B5EF4-FFF2-40B4-BE49-F238E27FC236}">
                <a16:creationId xmlns:a16="http://schemas.microsoft.com/office/drawing/2014/main" id="{5F12EED6-14E5-D3C4-9AC3-7FE5E3018D58}"/>
              </a:ext>
            </a:extLst>
          </p:cNvPr>
          <p:cNvGraphicFramePr>
            <a:graphicFrameLocks noChangeAspect="1"/>
          </p:cNvGraphicFramePr>
          <p:nvPr userDrawn="1">
            <p:custDataLst>
              <p:tags r:id="rId1"/>
            </p:custDataLst>
            <p:extLst>
              <p:ext uri="{D42A27DB-BD31-4B8C-83A1-F6EECF244321}">
                <p14:modId xmlns:p14="http://schemas.microsoft.com/office/powerpoint/2010/main" val="2194953867"/>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4" name="Object 3" hidden="1">
                        <a:extLst>
                          <a:ext uri="{FF2B5EF4-FFF2-40B4-BE49-F238E27FC236}">
                            <a16:creationId xmlns:a16="http://schemas.microsoft.com/office/drawing/2014/main" id="{5F12EED6-14E5-D3C4-9AC3-7FE5E3018D58}"/>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Tree>
    <p:extLst>
      <p:ext uri="{BB962C8B-B14F-4D97-AF65-F5344CB8AC3E}">
        <p14:creationId xmlns:p14="http://schemas.microsoft.com/office/powerpoint/2010/main" val="658674548"/>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Title, subtitle, 1 column - Black">
    <p:bg>
      <p:bgPr>
        <a:solidFill>
          <a:schemeClr val="tx1"/>
        </a:solidFill>
        <a:effectLst/>
      </p:bgPr>
    </p:bg>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9C36FB10-1EF5-A9A4-577D-A18DA4D12077}"/>
              </a:ext>
            </a:extLst>
          </p:cNvPr>
          <p:cNvGraphicFramePr>
            <a:graphicFrameLocks noChangeAspect="1"/>
          </p:cNvGraphicFramePr>
          <p:nvPr>
            <p:custDataLst>
              <p:tags r:id="rId1"/>
            </p:custDataLst>
            <p:extLst>
              <p:ext uri="{D42A27DB-BD31-4B8C-83A1-F6EECF244321}">
                <p14:modId xmlns:p14="http://schemas.microsoft.com/office/powerpoint/2010/main" val="1879323611"/>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7" name="think-cell data - do not delete" hidden="1">
                        <a:extLst>
                          <a:ext uri="{FF2B5EF4-FFF2-40B4-BE49-F238E27FC236}">
                            <a16:creationId xmlns:a16="http://schemas.microsoft.com/office/drawing/2014/main" id="{9C36FB10-1EF5-A9A4-577D-A18DA4D12077}"/>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14" name="Text Placeholder 18">
            <a:extLst>
              <a:ext uri="{FF2B5EF4-FFF2-40B4-BE49-F238E27FC236}">
                <a16:creationId xmlns:a16="http://schemas.microsoft.com/office/drawing/2014/main" id="{FB46B341-3430-2348-6D11-485200BFA997}"/>
              </a:ext>
            </a:extLst>
          </p:cNvPr>
          <p:cNvSpPr>
            <a:spLocks noGrp="1"/>
          </p:cNvSpPr>
          <p:nvPr>
            <p:ph idx="1" hasCustomPrompt="1"/>
          </p:nvPr>
        </p:nvSpPr>
        <p:spPr>
          <a:xfrm>
            <a:off x="384048" y="1677579"/>
            <a:ext cx="9144000" cy="4681728"/>
          </a:xfrm>
          <a:prstGeom prst="rect">
            <a:avLst/>
          </a:prstGeom>
          <a:solidFill>
            <a:schemeClr val="tx1"/>
          </a:solidFill>
        </p:spPr>
        <p:txBody>
          <a:bodyPr vert="horz" lIns="0" tIns="0" rIns="0" bIns="0" rtlCol="0">
            <a:noAutofit/>
          </a:bodyPr>
          <a:lstStyle>
            <a:lvl1pPr>
              <a:spcBef>
                <a:spcPts val="200"/>
              </a:spcBef>
              <a:spcAft>
                <a:spcPts val="200"/>
              </a:spcAft>
              <a:defRPr>
                <a:solidFill>
                  <a:schemeClr val="bg1"/>
                </a:solidFill>
                <a:latin typeface="Aptos" panose="020B0004020202020204" pitchFamily="34" charset="0"/>
              </a:defRPr>
            </a:lvl1pPr>
            <a:lvl2pPr>
              <a:spcBef>
                <a:spcPts val="200"/>
              </a:spcBef>
              <a:spcAft>
                <a:spcPts val="200"/>
              </a:spcAft>
              <a:defRPr>
                <a:solidFill>
                  <a:schemeClr val="bg1"/>
                </a:solidFill>
                <a:latin typeface="Aptos" panose="020B0004020202020204" pitchFamily="34" charset="0"/>
              </a:defRPr>
            </a:lvl2pPr>
            <a:lvl3pPr marL="365760">
              <a:spcBef>
                <a:spcPts val="200"/>
              </a:spcBef>
              <a:spcAft>
                <a:spcPts val="200"/>
              </a:spcAft>
              <a:defRPr>
                <a:solidFill>
                  <a:schemeClr val="bg1"/>
                </a:solidFill>
                <a:latin typeface="Aptos" panose="020B0004020202020204" pitchFamily="34" charset="0"/>
              </a:defRPr>
            </a:lvl3pPr>
            <a:lvl4pPr marL="548640" indent="-182880">
              <a:spcBef>
                <a:spcPts val="200"/>
              </a:spcBef>
              <a:spcAft>
                <a:spcPts val="200"/>
              </a:spcAft>
              <a:defRPr>
                <a:solidFill>
                  <a:schemeClr val="bg1"/>
                </a:solidFill>
                <a:latin typeface="Aptos" panose="020B0004020202020204" pitchFamily="34" charset="0"/>
              </a:defRPr>
            </a:lvl4pPr>
            <a:lvl5pPr marL="731520">
              <a:spcBef>
                <a:spcPts val="200"/>
              </a:spcBef>
              <a:spcAft>
                <a:spcPts val="200"/>
              </a:spcAft>
              <a:defRPr>
                <a:solidFill>
                  <a:schemeClr val="bg1"/>
                </a:solidFill>
                <a:latin typeface="Aptos" panose="020B0004020202020204" pitchFamily="34" charset="0"/>
              </a:defRPr>
            </a:lvl5pPr>
          </a:lstStyle>
          <a:p>
            <a:pPr marL="0" marR="0" lvl="0" indent="0" algn="l" defTabSz="685800" rtl="0" eaLnBrk="1" fontAlgn="auto" latinLnBrk="0" hangingPunct="1">
              <a:lnSpc>
                <a:spcPct val="100000"/>
              </a:lnSpc>
              <a:spcBef>
                <a:spcPts val="200"/>
              </a:spcBef>
              <a:spcAft>
                <a:spcPts val="200"/>
              </a:spcAft>
              <a:buClrTx/>
              <a:buSzPct val="100000"/>
              <a:buFontTx/>
              <a:buNone/>
              <a:tabLst>
                <a:tab pos="3771900" algn="r"/>
              </a:tabLst>
              <a:defRPr/>
            </a:pPr>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6" name="Title Placeholder 1">
            <a:extLst>
              <a:ext uri="{FF2B5EF4-FFF2-40B4-BE49-F238E27FC236}">
                <a16:creationId xmlns:a16="http://schemas.microsoft.com/office/drawing/2014/main" id="{F99282DB-7705-38D1-75C5-92BD76D9183E}"/>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solidFill>
                  <a:schemeClr val="bg1"/>
                </a:solidFill>
                <a:latin typeface="Aptos" panose="020B0004020202020204" pitchFamily="34" charset="0"/>
              </a:defRPr>
            </a:lvl1pPr>
          </a:lstStyle>
          <a:p>
            <a:r>
              <a:rPr lang="en-US" dirty="0"/>
              <a:t>Click to add title</a:t>
            </a:r>
          </a:p>
        </p:txBody>
      </p:sp>
      <p:sp>
        <p:nvSpPr>
          <p:cNvPr id="17" name="Text Placeholder 8">
            <a:extLst>
              <a:ext uri="{FF2B5EF4-FFF2-40B4-BE49-F238E27FC236}">
                <a16:creationId xmlns:a16="http://schemas.microsoft.com/office/drawing/2014/main" id="{2F2C4463-3F55-0B57-ECFE-555C0A1782BD}"/>
              </a:ext>
            </a:extLst>
          </p:cNvPr>
          <p:cNvSpPr>
            <a:spLocks noGrp="1"/>
          </p:cNvSpPr>
          <p:nvPr>
            <p:ph type="body" sz="quarter" idx="13" hasCustomPrompt="1"/>
          </p:nvPr>
        </p:nvSpPr>
        <p:spPr>
          <a:xfrm>
            <a:off x="384048" y="684001"/>
            <a:ext cx="9144000" cy="757255"/>
          </a:xfrm>
          <a:prstGeom prst="rect">
            <a:avLst/>
          </a:prstGeom>
        </p:spPr>
        <p:txBody>
          <a:bodyPr vert="horz" lIns="0" tIns="0" rIns="0" bIns="0" rtlCol="0" anchor="t" anchorCtr="0">
            <a:noAutofit/>
          </a:bodyPr>
          <a:lstStyle>
            <a:lvl1pPr>
              <a:spcBef>
                <a:spcPts val="0"/>
              </a:spcBef>
              <a:spcAft>
                <a:spcPts val="0"/>
              </a:spcAft>
              <a:defRPr lang="en-US" sz="1800" b="0" dirty="0">
                <a:solidFill>
                  <a:srgbClr val="D0D0CE"/>
                </a:solidFill>
                <a:latin typeface="Aptos" panose="020B0004020202020204" pitchFamily="34" charset="0"/>
              </a:defRPr>
            </a:lvl1pPr>
          </a:lstStyle>
          <a:p>
            <a:pPr lvl="0"/>
            <a:r>
              <a:rPr lang="en-US" dirty="0"/>
              <a:t>Click to add subtitle</a:t>
            </a:r>
          </a:p>
        </p:txBody>
      </p:sp>
    </p:spTree>
    <p:extLst>
      <p:ext uri="{BB962C8B-B14F-4D97-AF65-F5344CB8AC3E}">
        <p14:creationId xmlns:p14="http://schemas.microsoft.com/office/powerpoint/2010/main" val="2843781069"/>
      </p:ext>
    </p:extLst>
  </p:cSld>
  <p:clrMapOvr>
    <a:masterClrMapping/>
  </p:clrMapOvr>
  <p:transition>
    <p:fade/>
  </p:transition>
  <p:hf hdr="0" dt="0"/>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Title, subtitle, 2 columns - Black">
    <p:bg>
      <p:bgPr>
        <a:solidFill>
          <a:schemeClr val="tx1"/>
        </a:solidFill>
        <a:effectLst/>
      </p:bgPr>
    </p:bg>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05E6F299-A818-CA93-A927-F61A877DA27A}"/>
              </a:ext>
            </a:extLst>
          </p:cNvPr>
          <p:cNvGraphicFramePr>
            <a:graphicFrameLocks noChangeAspect="1"/>
          </p:cNvGraphicFramePr>
          <p:nvPr>
            <p:custDataLst>
              <p:tags r:id="rId1"/>
            </p:custDataLst>
            <p:extLst>
              <p:ext uri="{D42A27DB-BD31-4B8C-83A1-F6EECF244321}">
                <p14:modId xmlns:p14="http://schemas.microsoft.com/office/powerpoint/2010/main" val="561387970"/>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7" name="think-cell data - do not delete" hidden="1">
                        <a:extLst>
                          <a:ext uri="{FF2B5EF4-FFF2-40B4-BE49-F238E27FC236}">
                            <a16:creationId xmlns:a16="http://schemas.microsoft.com/office/drawing/2014/main" id="{05E6F299-A818-CA93-A927-F61A877DA27A}"/>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13" name="Content Placeholder 3"/>
          <p:cNvSpPr>
            <a:spLocks noGrp="1"/>
          </p:cNvSpPr>
          <p:nvPr>
            <p:ph sz="quarter" idx="10" hasCustomPrompt="1"/>
          </p:nvPr>
        </p:nvSpPr>
        <p:spPr>
          <a:xfrm>
            <a:off x="384048" y="1677579"/>
            <a:ext cx="4443984"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576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marL="0" marR="0" lvl="0" indent="0" algn="l" defTabSz="685800" rtl="0" eaLnBrk="1" fontAlgn="auto" latinLnBrk="0" hangingPunct="1">
              <a:lnSpc>
                <a:spcPct val="100000"/>
              </a:lnSpc>
              <a:spcBef>
                <a:spcPts val="200"/>
              </a:spcBef>
              <a:spcAft>
                <a:spcPts val="200"/>
              </a:spcAft>
              <a:buClrTx/>
              <a:buSzPct val="100000"/>
              <a:buFontTx/>
              <a:buNone/>
              <a:tabLst>
                <a:tab pos="3771900" algn="r"/>
              </a:tabLst>
              <a:defRPr/>
            </a:pPr>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0" name="Title Placeholder 1">
            <a:extLst>
              <a:ext uri="{FF2B5EF4-FFF2-40B4-BE49-F238E27FC236}">
                <a16:creationId xmlns:a16="http://schemas.microsoft.com/office/drawing/2014/main" id="{8D6FEAFF-2B74-1B3D-168E-42A9A695E117}"/>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solidFill>
                  <a:schemeClr val="bg1"/>
                </a:solidFill>
                <a:latin typeface="Aptos" panose="020B0004020202020204" pitchFamily="34" charset="0"/>
              </a:defRPr>
            </a:lvl1pPr>
          </a:lstStyle>
          <a:p>
            <a:r>
              <a:rPr lang="en-US" dirty="0"/>
              <a:t>Click to add title</a:t>
            </a:r>
          </a:p>
        </p:txBody>
      </p:sp>
      <p:sp>
        <p:nvSpPr>
          <p:cNvPr id="11" name="Text Placeholder 8">
            <a:extLst>
              <a:ext uri="{FF2B5EF4-FFF2-40B4-BE49-F238E27FC236}">
                <a16:creationId xmlns:a16="http://schemas.microsoft.com/office/drawing/2014/main" id="{2DF503BF-FE6C-E555-3A41-CFFD64147183}"/>
              </a:ext>
            </a:extLst>
          </p:cNvPr>
          <p:cNvSpPr>
            <a:spLocks noGrp="1"/>
          </p:cNvSpPr>
          <p:nvPr>
            <p:ph type="body" sz="quarter" idx="13" hasCustomPrompt="1"/>
          </p:nvPr>
        </p:nvSpPr>
        <p:spPr>
          <a:xfrm>
            <a:off x="384048" y="684001"/>
            <a:ext cx="9144000" cy="757255"/>
          </a:xfrm>
          <a:prstGeom prst="rect">
            <a:avLst/>
          </a:prstGeom>
        </p:spPr>
        <p:txBody>
          <a:bodyPr vert="horz" lIns="0" tIns="0" rIns="0" bIns="0" rtlCol="0" anchor="t" anchorCtr="0">
            <a:noAutofit/>
          </a:bodyPr>
          <a:lstStyle>
            <a:lvl1pPr>
              <a:spcBef>
                <a:spcPts val="0"/>
              </a:spcBef>
              <a:spcAft>
                <a:spcPts val="0"/>
              </a:spcAft>
              <a:defRPr lang="en-US" sz="1800" b="0" dirty="0">
                <a:solidFill>
                  <a:srgbClr val="D0D0CE"/>
                </a:solidFill>
                <a:latin typeface="Aptos" panose="020B0004020202020204" pitchFamily="34" charset="0"/>
              </a:defRPr>
            </a:lvl1pPr>
          </a:lstStyle>
          <a:p>
            <a:pPr lvl="0"/>
            <a:r>
              <a:rPr lang="en-US" dirty="0"/>
              <a:t>Click to add subtitle</a:t>
            </a:r>
          </a:p>
        </p:txBody>
      </p:sp>
      <p:sp>
        <p:nvSpPr>
          <p:cNvPr id="3" name="Content Placeholder 3">
            <a:extLst>
              <a:ext uri="{FF2B5EF4-FFF2-40B4-BE49-F238E27FC236}">
                <a16:creationId xmlns:a16="http://schemas.microsoft.com/office/drawing/2014/main" id="{45E59B36-2F4F-A0E8-D1A8-C198F28B171E}"/>
              </a:ext>
            </a:extLst>
          </p:cNvPr>
          <p:cNvSpPr>
            <a:spLocks noGrp="1"/>
          </p:cNvSpPr>
          <p:nvPr>
            <p:ph sz="quarter" idx="15" hasCustomPrompt="1"/>
          </p:nvPr>
        </p:nvSpPr>
        <p:spPr>
          <a:xfrm>
            <a:off x="5077783" y="1677579"/>
            <a:ext cx="4443984"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marL="0" marR="0" lvl="0" indent="0" algn="l" defTabSz="685800" rtl="0" eaLnBrk="1" fontAlgn="auto" latinLnBrk="0" hangingPunct="1">
              <a:lnSpc>
                <a:spcPct val="100000"/>
              </a:lnSpc>
              <a:spcBef>
                <a:spcPts val="200"/>
              </a:spcBef>
              <a:spcAft>
                <a:spcPts val="200"/>
              </a:spcAft>
              <a:buClrTx/>
              <a:buSzPct val="100000"/>
              <a:buFontTx/>
              <a:buNone/>
              <a:tabLst>
                <a:tab pos="3771900" algn="r"/>
              </a:tabLst>
              <a:defRPr/>
            </a:pPr>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1253274080"/>
      </p:ext>
    </p:extLst>
  </p:cSld>
  <p:clrMapOvr>
    <a:masterClrMapping/>
  </p:clrMapOvr>
  <p:transition>
    <p:fade/>
  </p:transition>
  <p:hf hdr="0" dt="0"/>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Title, subtitle, 3 columns - Black">
    <p:bg>
      <p:bgPr>
        <a:solidFill>
          <a:schemeClr val="tx1"/>
        </a:solid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D82120E2-D6C2-D764-40A5-E97D481216B5}"/>
              </a:ext>
            </a:extLst>
          </p:cNvPr>
          <p:cNvGraphicFramePr>
            <a:graphicFrameLocks noChangeAspect="1"/>
          </p:cNvGraphicFramePr>
          <p:nvPr>
            <p:custDataLst>
              <p:tags r:id="rId1"/>
            </p:custDataLst>
            <p:extLst>
              <p:ext uri="{D42A27DB-BD31-4B8C-83A1-F6EECF244321}">
                <p14:modId xmlns:p14="http://schemas.microsoft.com/office/powerpoint/2010/main" val="1352296468"/>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8" name="think-cell data - do not delete" hidden="1">
                        <a:extLst>
                          <a:ext uri="{FF2B5EF4-FFF2-40B4-BE49-F238E27FC236}">
                            <a16:creationId xmlns:a16="http://schemas.microsoft.com/office/drawing/2014/main" id="{D82120E2-D6C2-D764-40A5-E97D481216B5}"/>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23" name="Content Placeholder 3">
            <a:extLst>
              <a:ext uri="{FF2B5EF4-FFF2-40B4-BE49-F238E27FC236}">
                <a16:creationId xmlns:a16="http://schemas.microsoft.com/office/drawing/2014/main" id="{BFED540D-3BF1-4047-9D69-9C3EB9B94551}"/>
              </a:ext>
            </a:extLst>
          </p:cNvPr>
          <p:cNvSpPr>
            <a:spLocks noGrp="1"/>
          </p:cNvSpPr>
          <p:nvPr>
            <p:ph sz="quarter" idx="10" hasCustomPrompt="1"/>
          </p:nvPr>
        </p:nvSpPr>
        <p:spPr>
          <a:xfrm>
            <a:off x="384048" y="1682496"/>
            <a:ext cx="2884297"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9" name="Title Placeholder 1">
            <a:extLst>
              <a:ext uri="{FF2B5EF4-FFF2-40B4-BE49-F238E27FC236}">
                <a16:creationId xmlns:a16="http://schemas.microsoft.com/office/drawing/2014/main" id="{7413E34D-A983-4D25-B3D7-D7643F603577}"/>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defRPr sz="2100">
                <a:solidFill>
                  <a:schemeClr val="bg1"/>
                </a:solidFill>
                <a:latin typeface="Aptos" panose="020B0004020202020204" pitchFamily="34" charset="0"/>
              </a:defRPr>
            </a:lvl1pPr>
          </a:lstStyle>
          <a:p>
            <a:r>
              <a:rPr lang="en-US" dirty="0"/>
              <a:t>Click to add title</a:t>
            </a:r>
          </a:p>
        </p:txBody>
      </p:sp>
      <p:sp>
        <p:nvSpPr>
          <p:cNvPr id="10" name="Text Placeholder 8">
            <a:extLst>
              <a:ext uri="{FF2B5EF4-FFF2-40B4-BE49-F238E27FC236}">
                <a16:creationId xmlns:a16="http://schemas.microsoft.com/office/drawing/2014/main" id="{6F14D54C-54B5-CC50-7E64-122407456A83}"/>
              </a:ext>
            </a:extLst>
          </p:cNvPr>
          <p:cNvSpPr>
            <a:spLocks noGrp="1"/>
          </p:cNvSpPr>
          <p:nvPr>
            <p:ph type="body" sz="quarter" idx="13" hasCustomPrompt="1"/>
          </p:nvPr>
        </p:nvSpPr>
        <p:spPr>
          <a:xfrm>
            <a:off x="384048" y="684001"/>
            <a:ext cx="9144000" cy="757255"/>
          </a:xfrm>
          <a:prstGeom prst="rect">
            <a:avLst/>
          </a:prstGeom>
        </p:spPr>
        <p:txBody>
          <a:bodyPr vert="horz" lIns="0" tIns="0" rIns="0" bIns="0" rtlCol="0" anchor="t" anchorCtr="0">
            <a:noAutofit/>
          </a:bodyPr>
          <a:lstStyle>
            <a:lvl1pPr>
              <a:defRPr lang="en-US" sz="1800" b="0" dirty="0">
                <a:solidFill>
                  <a:srgbClr val="D0D0CE"/>
                </a:solidFill>
                <a:latin typeface="Aptos" panose="020B0004020202020204" pitchFamily="34" charset="0"/>
              </a:defRPr>
            </a:lvl1pPr>
          </a:lstStyle>
          <a:p>
            <a:pPr lvl="0"/>
            <a:r>
              <a:rPr lang="en-US" dirty="0"/>
              <a:t>Click to add subtitle</a:t>
            </a:r>
          </a:p>
        </p:txBody>
      </p:sp>
      <p:sp>
        <p:nvSpPr>
          <p:cNvPr id="4" name="Content Placeholder 3">
            <a:extLst>
              <a:ext uri="{FF2B5EF4-FFF2-40B4-BE49-F238E27FC236}">
                <a16:creationId xmlns:a16="http://schemas.microsoft.com/office/drawing/2014/main" id="{DF0E9C8C-3361-2EBB-1420-4D27917305A8}"/>
              </a:ext>
            </a:extLst>
          </p:cNvPr>
          <p:cNvSpPr>
            <a:spLocks noGrp="1"/>
          </p:cNvSpPr>
          <p:nvPr>
            <p:ph sz="quarter" idx="17" hasCustomPrompt="1"/>
          </p:nvPr>
        </p:nvSpPr>
        <p:spPr>
          <a:xfrm>
            <a:off x="3513899" y="1682496"/>
            <a:ext cx="2884297"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7" name="Content Placeholder 3">
            <a:extLst>
              <a:ext uri="{FF2B5EF4-FFF2-40B4-BE49-F238E27FC236}">
                <a16:creationId xmlns:a16="http://schemas.microsoft.com/office/drawing/2014/main" id="{CD594323-BB1E-32C6-75D1-37D14037392C}"/>
              </a:ext>
            </a:extLst>
          </p:cNvPr>
          <p:cNvSpPr>
            <a:spLocks noGrp="1"/>
          </p:cNvSpPr>
          <p:nvPr>
            <p:ph sz="quarter" idx="18" hasCustomPrompt="1"/>
          </p:nvPr>
        </p:nvSpPr>
        <p:spPr>
          <a:xfrm>
            <a:off x="6643751" y="1682496"/>
            <a:ext cx="2884297"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1245463279"/>
      </p:ext>
    </p:extLst>
  </p:cSld>
  <p:clrMapOvr>
    <a:masterClrMapping/>
  </p:clrMapOvr>
  <p:transition>
    <p:fade/>
  </p:transition>
  <p:hf hdr="0" dt="0"/>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Title, subtitle, 4 columns - Black">
    <p:bg>
      <p:bgPr>
        <a:solidFill>
          <a:schemeClr val="tx1"/>
        </a:solidFill>
        <a:effectLst/>
      </p:bgPr>
    </p:bg>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0AF0D7E5-2029-3151-0D44-92D925760B08}"/>
              </a:ext>
            </a:extLst>
          </p:cNvPr>
          <p:cNvGraphicFramePr>
            <a:graphicFrameLocks noChangeAspect="1"/>
          </p:cNvGraphicFramePr>
          <p:nvPr>
            <p:custDataLst>
              <p:tags r:id="rId1"/>
            </p:custDataLst>
            <p:extLst>
              <p:ext uri="{D42A27DB-BD31-4B8C-83A1-F6EECF244321}">
                <p14:modId xmlns:p14="http://schemas.microsoft.com/office/powerpoint/2010/main" val="1243120379"/>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5" name="think-cell data - do not delete" hidden="1">
                        <a:extLst>
                          <a:ext uri="{FF2B5EF4-FFF2-40B4-BE49-F238E27FC236}">
                            <a16:creationId xmlns:a16="http://schemas.microsoft.com/office/drawing/2014/main" id="{0AF0D7E5-2029-3151-0D44-92D925760B08}"/>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12" name="Content Placeholder 3">
            <a:extLst>
              <a:ext uri="{FF2B5EF4-FFF2-40B4-BE49-F238E27FC236}">
                <a16:creationId xmlns:a16="http://schemas.microsoft.com/office/drawing/2014/main" id="{593F994E-D5B3-4236-9E8D-771F764DB8E8}"/>
              </a:ext>
            </a:extLst>
          </p:cNvPr>
          <p:cNvSpPr>
            <a:spLocks noGrp="1"/>
          </p:cNvSpPr>
          <p:nvPr>
            <p:ph sz="quarter" idx="10" hasCustomPrompt="1"/>
          </p:nvPr>
        </p:nvSpPr>
        <p:spPr>
          <a:xfrm>
            <a:off x="384048" y="1682496"/>
            <a:ext cx="2181577"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4" name="Title Placeholder 1">
            <a:extLst>
              <a:ext uri="{FF2B5EF4-FFF2-40B4-BE49-F238E27FC236}">
                <a16:creationId xmlns:a16="http://schemas.microsoft.com/office/drawing/2014/main" id="{286DEB7A-2D80-0936-9E40-8E28EEB0EB24}"/>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solidFill>
                  <a:schemeClr val="bg1"/>
                </a:solidFill>
                <a:latin typeface="Aptos" panose="020B0004020202020204" pitchFamily="34" charset="0"/>
              </a:defRPr>
            </a:lvl1pPr>
          </a:lstStyle>
          <a:p>
            <a:r>
              <a:rPr lang="en-US" dirty="0"/>
              <a:t>Click to add title</a:t>
            </a:r>
          </a:p>
        </p:txBody>
      </p:sp>
      <p:sp>
        <p:nvSpPr>
          <p:cNvPr id="15" name="Text Placeholder 8">
            <a:extLst>
              <a:ext uri="{FF2B5EF4-FFF2-40B4-BE49-F238E27FC236}">
                <a16:creationId xmlns:a16="http://schemas.microsoft.com/office/drawing/2014/main" id="{67F64B02-86CD-B81B-86B2-05391A92AC52}"/>
              </a:ext>
            </a:extLst>
          </p:cNvPr>
          <p:cNvSpPr>
            <a:spLocks noGrp="1"/>
          </p:cNvSpPr>
          <p:nvPr>
            <p:ph type="body" sz="quarter" idx="13" hasCustomPrompt="1"/>
          </p:nvPr>
        </p:nvSpPr>
        <p:spPr>
          <a:xfrm>
            <a:off x="384048" y="684001"/>
            <a:ext cx="9144000" cy="757255"/>
          </a:xfrm>
          <a:prstGeom prst="rect">
            <a:avLst/>
          </a:prstGeom>
        </p:spPr>
        <p:txBody>
          <a:bodyPr vert="horz" lIns="0" tIns="0" rIns="0" bIns="0" rtlCol="0" anchor="t" anchorCtr="0">
            <a:noAutofit/>
          </a:bodyPr>
          <a:lstStyle>
            <a:lvl1pPr>
              <a:spcBef>
                <a:spcPts val="0"/>
              </a:spcBef>
              <a:spcAft>
                <a:spcPts val="0"/>
              </a:spcAft>
              <a:defRPr lang="en-US" sz="1800" b="0" dirty="0">
                <a:solidFill>
                  <a:srgbClr val="D0D0CE"/>
                </a:solidFill>
                <a:latin typeface="Aptos" panose="020B0004020202020204" pitchFamily="34" charset="0"/>
              </a:defRPr>
            </a:lvl1pPr>
          </a:lstStyle>
          <a:p>
            <a:pPr lvl="0"/>
            <a:r>
              <a:rPr lang="en-US" dirty="0"/>
              <a:t>Click to add subtitle</a:t>
            </a:r>
          </a:p>
        </p:txBody>
      </p:sp>
      <p:sp>
        <p:nvSpPr>
          <p:cNvPr id="3" name="Content Placeholder 3">
            <a:extLst>
              <a:ext uri="{FF2B5EF4-FFF2-40B4-BE49-F238E27FC236}">
                <a16:creationId xmlns:a16="http://schemas.microsoft.com/office/drawing/2014/main" id="{39EE392B-1FEE-21B0-181D-C9962A3FE8E5}"/>
              </a:ext>
            </a:extLst>
          </p:cNvPr>
          <p:cNvSpPr>
            <a:spLocks noGrp="1"/>
          </p:cNvSpPr>
          <p:nvPr>
            <p:ph sz="quarter" idx="18" hasCustomPrompt="1"/>
          </p:nvPr>
        </p:nvSpPr>
        <p:spPr>
          <a:xfrm>
            <a:off x="2704856" y="1682496"/>
            <a:ext cx="2181577"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7" name="Content Placeholder 3">
            <a:extLst>
              <a:ext uri="{FF2B5EF4-FFF2-40B4-BE49-F238E27FC236}">
                <a16:creationId xmlns:a16="http://schemas.microsoft.com/office/drawing/2014/main" id="{EC71861D-BC3F-2DAD-BA49-86947F937CC5}"/>
              </a:ext>
            </a:extLst>
          </p:cNvPr>
          <p:cNvSpPr>
            <a:spLocks noGrp="1"/>
          </p:cNvSpPr>
          <p:nvPr>
            <p:ph sz="quarter" idx="19" hasCustomPrompt="1"/>
          </p:nvPr>
        </p:nvSpPr>
        <p:spPr>
          <a:xfrm>
            <a:off x="5025664" y="1682496"/>
            <a:ext cx="2181577"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9" name="Content Placeholder 3">
            <a:extLst>
              <a:ext uri="{FF2B5EF4-FFF2-40B4-BE49-F238E27FC236}">
                <a16:creationId xmlns:a16="http://schemas.microsoft.com/office/drawing/2014/main" id="{6D62757C-35E9-6C73-1638-E2D99D8D412E}"/>
              </a:ext>
            </a:extLst>
          </p:cNvPr>
          <p:cNvSpPr>
            <a:spLocks noGrp="1"/>
          </p:cNvSpPr>
          <p:nvPr>
            <p:ph sz="quarter" idx="20" hasCustomPrompt="1"/>
          </p:nvPr>
        </p:nvSpPr>
        <p:spPr>
          <a:xfrm>
            <a:off x="7346471" y="1682496"/>
            <a:ext cx="2181577" cy="4681728"/>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227090717"/>
      </p:ext>
    </p:extLst>
  </p:cSld>
  <p:clrMapOvr>
    <a:masterClrMapping/>
  </p:clrMapOvr>
  <p:transition>
    <p:fade/>
  </p:transition>
  <p:hf hdr="0" dt="0"/>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Team profile - Black">
    <p:bg>
      <p:bgPr>
        <a:solidFill>
          <a:schemeClr val="tx1"/>
        </a:solidFill>
        <a:effectLst/>
      </p:bgPr>
    </p:bg>
    <p:spTree>
      <p:nvGrpSpPr>
        <p:cNvPr id="1" name=""/>
        <p:cNvGrpSpPr/>
        <p:nvPr/>
      </p:nvGrpSpPr>
      <p:grpSpPr>
        <a:xfrm>
          <a:off x="0" y="0"/>
          <a:ext cx="0" cy="0"/>
          <a:chOff x="0" y="0"/>
          <a:chExt cx="0" cy="0"/>
        </a:xfrm>
      </p:grpSpPr>
      <p:graphicFrame>
        <p:nvGraphicFramePr>
          <p:cNvPr id="16" name="think-cell data - do not delete" hidden="1">
            <a:extLst>
              <a:ext uri="{FF2B5EF4-FFF2-40B4-BE49-F238E27FC236}">
                <a16:creationId xmlns:a16="http://schemas.microsoft.com/office/drawing/2014/main" id="{3E4C1F1A-C2FD-0E2E-2497-1640B8CFB7F6}"/>
              </a:ext>
            </a:extLst>
          </p:cNvPr>
          <p:cNvGraphicFramePr>
            <a:graphicFrameLocks noChangeAspect="1"/>
          </p:cNvGraphicFramePr>
          <p:nvPr>
            <p:custDataLst>
              <p:tags r:id="rId1"/>
            </p:custDataLst>
            <p:extLst>
              <p:ext uri="{D42A27DB-BD31-4B8C-83A1-F6EECF244321}">
                <p14:modId xmlns:p14="http://schemas.microsoft.com/office/powerpoint/2010/main" val="2223992063"/>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16" name="think-cell data - do not delete" hidden="1">
                        <a:extLst>
                          <a:ext uri="{FF2B5EF4-FFF2-40B4-BE49-F238E27FC236}">
                            <a16:creationId xmlns:a16="http://schemas.microsoft.com/office/drawing/2014/main" id="{3E4C1F1A-C2FD-0E2E-2497-1640B8CFB7F6}"/>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2" name="Picture Placeholder 11">
            <a:extLst>
              <a:ext uri="{FF2B5EF4-FFF2-40B4-BE49-F238E27FC236}">
                <a16:creationId xmlns:a16="http://schemas.microsoft.com/office/drawing/2014/main" id="{0D8F34B8-DFAD-6DD7-E1A1-4572B7969DDD}"/>
              </a:ext>
            </a:extLst>
          </p:cNvPr>
          <p:cNvSpPr>
            <a:spLocks noGrp="1"/>
          </p:cNvSpPr>
          <p:nvPr>
            <p:ph type="pic" sz="quarter" idx="25"/>
          </p:nvPr>
        </p:nvSpPr>
        <p:spPr>
          <a:xfrm>
            <a:off x="384048" y="1880213"/>
            <a:ext cx="1199250" cy="1197864"/>
          </a:xfrm>
        </p:spPr>
        <p:txBody>
          <a:bodyPr>
            <a:normAutofit/>
          </a:bodyPr>
          <a:lstStyle>
            <a:lvl1pPr algn="ctr">
              <a:defRPr sz="1200"/>
            </a:lvl1pPr>
          </a:lstStyle>
          <a:p>
            <a:r>
              <a:rPr lang="en-US"/>
              <a:t>Click icon to add picture</a:t>
            </a:r>
            <a:endParaRPr lang="en-GB" dirty="0"/>
          </a:p>
        </p:txBody>
      </p:sp>
      <p:sp>
        <p:nvSpPr>
          <p:cNvPr id="3" name="Picture Placeholder 11">
            <a:extLst>
              <a:ext uri="{FF2B5EF4-FFF2-40B4-BE49-F238E27FC236}">
                <a16:creationId xmlns:a16="http://schemas.microsoft.com/office/drawing/2014/main" id="{90D3C277-40A7-31AF-87D8-848A84CDC70C}"/>
              </a:ext>
            </a:extLst>
          </p:cNvPr>
          <p:cNvSpPr>
            <a:spLocks noGrp="1"/>
          </p:cNvSpPr>
          <p:nvPr>
            <p:ph type="pic" sz="quarter" idx="27"/>
          </p:nvPr>
        </p:nvSpPr>
        <p:spPr>
          <a:xfrm>
            <a:off x="5080975" y="1880213"/>
            <a:ext cx="1199250" cy="1197864"/>
          </a:xfrm>
        </p:spPr>
        <p:txBody>
          <a:bodyPr>
            <a:normAutofit/>
          </a:bodyPr>
          <a:lstStyle>
            <a:lvl1pPr algn="ctr">
              <a:defRPr sz="1200"/>
            </a:lvl1pPr>
          </a:lstStyle>
          <a:p>
            <a:r>
              <a:rPr lang="en-US"/>
              <a:t>Click icon to add picture</a:t>
            </a:r>
            <a:endParaRPr lang="en-GB" dirty="0"/>
          </a:p>
        </p:txBody>
      </p:sp>
      <p:sp>
        <p:nvSpPr>
          <p:cNvPr id="4" name="Picture Placeholder 11">
            <a:extLst>
              <a:ext uri="{FF2B5EF4-FFF2-40B4-BE49-F238E27FC236}">
                <a16:creationId xmlns:a16="http://schemas.microsoft.com/office/drawing/2014/main" id="{6B0BFB5D-1E54-FF08-195B-949B6341E16B}"/>
              </a:ext>
            </a:extLst>
          </p:cNvPr>
          <p:cNvSpPr>
            <a:spLocks noGrp="1"/>
          </p:cNvSpPr>
          <p:nvPr>
            <p:ph type="pic" sz="quarter" idx="29"/>
          </p:nvPr>
        </p:nvSpPr>
        <p:spPr>
          <a:xfrm>
            <a:off x="384048" y="4256213"/>
            <a:ext cx="1199250" cy="1197864"/>
          </a:xfrm>
        </p:spPr>
        <p:txBody>
          <a:bodyPr>
            <a:normAutofit/>
          </a:bodyPr>
          <a:lstStyle>
            <a:lvl1pPr algn="ctr">
              <a:defRPr sz="1200"/>
            </a:lvl1pPr>
          </a:lstStyle>
          <a:p>
            <a:r>
              <a:rPr lang="en-US"/>
              <a:t>Click icon to add picture</a:t>
            </a:r>
            <a:endParaRPr lang="en-GB" dirty="0"/>
          </a:p>
        </p:txBody>
      </p:sp>
      <p:sp>
        <p:nvSpPr>
          <p:cNvPr id="5" name="Picture Placeholder 11">
            <a:extLst>
              <a:ext uri="{FF2B5EF4-FFF2-40B4-BE49-F238E27FC236}">
                <a16:creationId xmlns:a16="http://schemas.microsoft.com/office/drawing/2014/main" id="{B70C4541-64E0-0D36-F531-9180AEBAADAD}"/>
              </a:ext>
            </a:extLst>
          </p:cNvPr>
          <p:cNvSpPr>
            <a:spLocks noGrp="1"/>
          </p:cNvSpPr>
          <p:nvPr>
            <p:ph type="pic" sz="quarter" idx="31"/>
          </p:nvPr>
        </p:nvSpPr>
        <p:spPr>
          <a:xfrm>
            <a:off x="5080975" y="4256213"/>
            <a:ext cx="1199250" cy="1197864"/>
          </a:xfrm>
        </p:spPr>
        <p:txBody>
          <a:bodyPr>
            <a:normAutofit/>
          </a:bodyPr>
          <a:lstStyle>
            <a:lvl1pPr algn="ctr">
              <a:defRPr sz="1200"/>
            </a:lvl1pPr>
          </a:lstStyle>
          <a:p>
            <a:r>
              <a:rPr lang="en-US"/>
              <a:t>Click icon to add picture</a:t>
            </a:r>
            <a:endParaRPr lang="en-GB" dirty="0"/>
          </a:p>
        </p:txBody>
      </p:sp>
      <p:sp>
        <p:nvSpPr>
          <p:cNvPr id="7" name="Text Placeholder 12">
            <a:extLst>
              <a:ext uri="{FF2B5EF4-FFF2-40B4-BE49-F238E27FC236}">
                <a16:creationId xmlns:a16="http://schemas.microsoft.com/office/drawing/2014/main" id="{9D3FBE01-C9A4-F88D-C153-2816D6207A40}"/>
              </a:ext>
            </a:extLst>
          </p:cNvPr>
          <p:cNvSpPr>
            <a:spLocks noGrp="1"/>
          </p:cNvSpPr>
          <p:nvPr>
            <p:ph type="body" sz="quarter" idx="33" hasCustomPrompt="1"/>
          </p:nvPr>
        </p:nvSpPr>
        <p:spPr>
          <a:xfrm>
            <a:off x="6395209" y="1880213"/>
            <a:ext cx="3129750" cy="1944000"/>
          </a:xfrm>
        </p:spPr>
        <p:txBody>
          <a:bodyPr/>
          <a:lstStyle>
            <a:lvl1pPr>
              <a:spcBef>
                <a:spcPts val="200"/>
              </a:spcBef>
              <a:spcAft>
                <a:spcPts val="200"/>
              </a:spcAft>
              <a:defRPr sz="1200" b="0">
                <a:solidFill>
                  <a:schemeClr val="bg1"/>
                </a:solidFill>
                <a:latin typeface="Aptos" panose="020B0004020202020204" pitchFamily="34" charset="0"/>
              </a:defRPr>
            </a:lvl1pPr>
            <a:lvl2pPr>
              <a:spcBef>
                <a:spcPts val="200"/>
              </a:spcBef>
              <a:spcAft>
                <a:spcPts val="200"/>
              </a:spcAft>
              <a:defRPr sz="1200" b="0">
                <a:solidFill>
                  <a:schemeClr val="bg1"/>
                </a:solidFill>
                <a:latin typeface="Aptos" panose="020B0004020202020204" pitchFamily="34" charset="0"/>
              </a:defRPr>
            </a:lvl2pPr>
            <a:lvl3pPr marL="365760">
              <a:defRPr>
                <a:solidFill>
                  <a:schemeClr val="bg1"/>
                </a:solidFill>
              </a:defRPr>
            </a:lvl3pPr>
            <a:lvl4pPr marL="548640" indent="-182880">
              <a:defRPr>
                <a:solidFill>
                  <a:schemeClr val="bg1"/>
                </a:solidFill>
              </a:defRPr>
            </a:lvl4pPr>
            <a:lvl5pPr marL="731520">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8" name="Text Placeholder 12">
            <a:extLst>
              <a:ext uri="{FF2B5EF4-FFF2-40B4-BE49-F238E27FC236}">
                <a16:creationId xmlns:a16="http://schemas.microsoft.com/office/drawing/2014/main" id="{7004DE48-1AC3-4F21-0968-B38909044342}"/>
              </a:ext>
            </a:extLst>
          </p:cNvPr>
          <p:cNvSpPr>
            <a:spLocks noGrp="1"/>
          </p:cNvSpPr>
          <p:nvPr>
            <p:ph type="body" sz="quarter" idx="34" hasCustomPrompt="1"/>
          </p:nvPr>
        </p:nvSpPr>
        <p:spPr>
          <a:xfrm>
            <a:off x="1698019" y="4256213"/>
            <a:ext cx="3129750" cy="1944000"/>
          </a:xfrm>
        </p:spPr>
        <p:txBody>
          <a:bodyPr/>
          <a:lstStyle>
            <a:lvl1pPr>
              <a:spcBef>
                <a:spcPts val="200"/>
              </a:spcBef>
              <a:spcAft>
                <a:spcPts val="200"/>
              </a:spcAft>
              <a:defRPr sz="1200" b="0">
                <a:solidFill>
                  <a:schemeClr val="bg1"/>
                </a:solidFill>
                <a:latin typeface="Aptos" panose="020B0004020202020204" pitchFamily="34" charset="0"/>
              </a:defRPr>
            </a:lvl1pPr>
            <a:lvl2pPr>
              <a:spcBef>
                <a:spcPts val="200"/>
              </a:spcBef>
              <a:spcAft>
                <a:spcPts val="200"/>
              </a:spcAft>
              <a:defRPr sz="1200" b="0">
                <a:solidFill>
                  <a:schemeClr val="bg1"/>
                </a:solidFill>
                <a:latin typeface="Aptos" panose="020B0004020202020204" pitchFamily="34" charset="0"/>
              </a:defRPr>
            </a:lvl2pPr>
            <a:lvl3pPr marL="365760">
              <a:defRPr>
                <a:solidFill>
                  <a:schemeClr val="bg1"/>
                </a:solidFill>
              </a:defRPr>
            </a:lvl3pPr>
            <a:lvl4pPr marL="548640" indent="-182880">
              <a:defRPr>
                <a:solidFill>
                  <a:schemeClr val="bg1"/>
                </a:solidFill>
              </a:defRPr>
            </a:lvl4pPr>
            <a:lvl5pPr marL="731520">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9" name="Text Placeholder 12">
            <a:extLst>
              <a:ext uri="{FF2B5EF4-FFF2-40B4-BE49-F238E27FC236}">
                <a16:creationId xmlns:a16="http://schemas.microsoft.com/office/drawing/2014/main" id="{684A23D9-9F8C-5A70-1B87-0DD004B8D96E}"/>
              </a:ext>
            </a:extLst>
          </p:cNvPr>
          <p:cNvSpPr>
            <a:spLocks noGrp="1"/>
          </p:cNvSpPr>
          <p:nvPr>
            <p:ph type="body" sz="quarter" idx="35" hasCustomPrompt="1"/>
          </p:nvPr>
        </p:nvSpPr>
        <p:spPr>
          <a:xfrm>
            <a:off x="6395209" y="4256213"/>
            <a:ext cx="3129750" cy="1944000"/>
          </a:xfrm>
        </p:spPr>
        <p:txBody>
          <a:bodyPr/>
          <a:lstStyle>
            <a:lvl1pPr>
              <a:spcBef>
                <a:spcPts val="200"/>
              </a:spcBef>
              <a:spcAft>
                <a:spcPts val="200"/>
              </a:spcAft>
              <a:defRPr sz="1200" b="0">
                <a:solidFill>
                  <a:schemeClr val="bg1"/>
                </a:solidFill>
                <a:latin typeface="Aptos" panose="020B0004020202020204" pitchFamily="34" charset="0"/>
              </a:defRPr>
            </a:lvl1pPr>
            <a:lvl2pPr>
              <a:spcBef>
                <a:spcPts val="200"/>
              </a:spcBef>
              <a:spcAft>
                <a:spcPts val="200"/>
              </a:spcAft>
              <a:defRPr sz="1200" b="0">
                <a:solidFill>
                  <a:schemeClr val="bg1"/>
                </a:solidFill>
                <a:latin typeface="Aptos" panose="020B0004020202020204" pitchFamily="34" charset="0"/>
              </a:defRPr>
            </a:lvl2pPr>
            <a:lvl3pPr marL="365760">
              <a:defRPr>
                <a:solidFill>
                  <a:schemeClr val="bg1"/>
                </a:solidFill>
              </a:defRPr>
            </a:lvl3pPr>
            <a:lvl4pPr marL="548640" indent="-182880">
              <a:defRPr>
                <a:solidFill>
                  <a:schemeClr val="bg1"/>
                </a:solidFill>
              </a:defRPr>
            </a:lvl4pPr>
            <a:lvl5pPr marL="731520">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0" name="Rectangle 9">
            <a:extLst>
              <a:ext uri="{FF2B5EF4-FFF2-40B4-BE49-F238E27FC236}">
                <a16:creationId xmlns:a16="http://schemas.microsoft.com/office/drawing/2014/main" id="{8B1455C2-E21F-06D2-DADD-7FD7A0C6A036}"/>
              </a:ext>
            </a:extLst>
          </p:cNvPr>
          <p:cNvSpPr/>
          <p:nvPr/>
        </p:nvSpPr>
        <p:spPr>
          <a:xfrm>
            <a:off x="5081778" y="1677307"/>
            <a:ext cx="444398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1" name="Rectangle 10">
            <a:extLst>
              <a:ext uri="{FF2B5EF4-FFF2-40B4-BE49-F238E27FC236}">
                <a16:creationId xmlns:a16="http://schemas.microsoft.com/office/drawing/2014/main" id="{96B116F3-3D63-C235-3E40-D7EA6B934CF2}"/>
              </a:ext>
            </a:extLst>
          </p:cNvPr>
          <p:cNvSpPr/>
          <p:nvPr/>
        </p:nvSpPr>
        <p:spPr>
          <a:xfrm>
            <a:off x="384048" y="1677307"/>
            <a:ext cx="444398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2" name="Rectangle 11">
            <a:extLst>
              <a:ext uri="{FF2B5EF4-FFF2-40B4-BE49-F238E27FC236}">
                <a16:creationId xmlns:a16="http://schemas.microsoft.com/office/drawing/2014/main" id="{4F46C436-A721-2D60-1AEA-13F0DD3A9223}"/>
              </a:ext>
            </a:extLst>
          </p:cNvPr>
          <p:cNvSpPr/>
          <p:nvPr/>
        </p:nvSpPr>
        <p:spPr>
          <a:xfrm>
            <a:off x="5080975" y="4044901"/>
            <a:ext cx="444398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3" name="Rectangle 12">
            <a:extLst>
              <a:ext uri="{FF2B5EF4-FFF2-40B4-BE49-F238E27FC236}">
                <a16:creationId xmlns:a16="http://schemas.microsoft.com/office/drawing/2014/main" id="{C62ED75E-FA16-E5BA-B5F1-A58E06F1A408}"/>
              </a:ext>
            </a:extLst>
          </p:cNvPr>
          <p:cNvSpPr/>
          <p:nvPr/>
        </p:nvSpPr>
        <p:spPr>
          <a:xfrm>
            <a:off x="384048" y="4044901"/>
            <a:ext cx="444398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9" name="Text Placeholder 12">
            <a:extLst>
              <a:ext uri="{FF2B5EF4-FFF2-40B4-BE49-F238E27FC236}">
                <a16:creationId xmlns:a16="http://schemas.microsoft.com/office/drawing/2014/main" id="{98DB5DD3-41BE-3F94-9CAF-1C6AF307A274}"/>
              </a:ext>
            </a:extLst>
          </p:cNvPr>
          <p:cNvSpPr>
            <a:spLocks noGrp="1"/>
          </p:cNvSpPr>
          <p:nvPr>
            <p:ph type="body" sz="quarter" idx="36" hasCustomPrompt="1"/>
          </p:nvPr>
        </p:nvSpPr>
        <p:spPr>
          <a:xfrm>
            <a:off x="1698019" y="1880213"/>
            <a:ext cx="3129750" cy="1944000"/>
          </a:xfrm>
        </p:spPr>
        <p:txBody>
          <a:bodyPr/>
          <a:lstStyle>
            <a:lvl1pPr>
              <a:spcBef>
                <a:spcPts val="200"/>
              </a:spcBef>
              <a:spcAft>
                <a:spcPts val="200"/>
              </a:spcAft>
              <a:defRPr sz="1200" b="0">
                <a:solidFill>
                  <a:schemeClr val="bg1"/>
                </a:solidFill>
                <a:latin typeface="Aptos" panose="020B0004020202020204" pitchFamily="34" charset="0"/>
              </a:defRPr>
            </a:lvl1pPr>
            <a:lvl2pPr>
              <a:spcBef>
                <a:spcPts val="200"/>
              </a:spcBef>
              <a:spcAft>
                <a:spcPts val="200"/>
              </a:spcAft>
              <a:defRPr sz="1200" b="0">
                <a:solidFill>
                  <a:schemeClr val="bg1"/>
                </a:solidFill>
                <a:latin typeface="Aptos" panose="020B0004020202020204" pitchFamily="34" charset="0"/>
              </a:defRPr>
            </a:lvl2pPr>
            <a:lvl3pPr marL="365760">
              <a:defRPr>
                <a:solidFill>
                  <a:schemeClr val="bg1"/>
                </a:solidFill>
              </a:defRPr>
            </a:lvl3pPr>
            <a:lvl4pPr marL="548640" indent="-182880">
              <a:defRPr>
                <a:solidFill>
                  <a:schemeClr val="bg1"/>
                </a:solidFill>
              </a:defRPr>
            </a:lvl4pPr>
            <a:lvl5pPr marL="731520">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1" name="Title Placeholder 1">
            <a:extLst>
              <a:ext uri="{FF2B5EF4-FFF2-40B4-BE49-F238E27FC236}">
                <a16:creationId xmlns:a16="http://schemas.microsoft.com/office/drawing/2014/main" id="{7685A54B-009E-7531-D093-9C1E6AA6E824}"/>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solidFill>
                  <a:schemeClr val="bg1"/>
                </a:solidFill>
                <a:latin typeface="Aptos" panose="020B0004020202020204" pitchFamily="34" charset="0"/>
              </a:defRPr>
            </a:lvl1pPr>
          </a:lstStyle>
          <a:p>
            <a:r>
              <a:rPr lang="en-US" dirty="0"/>
              <a:t>Click to add title</a:t>
            </a:r>
          </a:p>
        </p:txBody>
      </p:sp>
      <p:sp>
        <p:nvSpPr>
          <p:cNvPr id="22" name="Text Placeholder 8">
            <a:extLst>
              <a:ext uri="{FF2B5EF4-FFF2-40B4-BE49-F238E27FC236}">
                <a16:creationId xmlns:a16="http://schemas.microsoft.com/office/drawing/2014/main" id="{1F09F11E-B446-F54E-C136-D44C717D2011}"/>
              </a:ext>
            </a:extLst>
          </p:cNvPr>
          <p:cNvSpPr>
            <a:spLocks noGrp="1"/>
          </p:cNvSpPr>
          <p:nvPr>
            <p:ph type="body" sz="quarter" idx="13" hasCustomPrompt="1"/>
          </p:nvPr>
        </p:nvSpPr>
        <p:spPr>
          <a:xfrm>
            <a:off x="384048" y="684001"/>
            <a:ext cx="9144000" cy="757255"/>
          </a:xfrm>
          <a:prstGeom prst="rect">
            <a:avLst/>
          </a:prstGeom>
        </p:spPr>
        <p:txBody>
          <a:bodyPr vert="horz" lIns="0" tIns="0" rIns="0" bIns="0" rtlCol="0" anchor="t" anchorCtr="0">
            <a:noAutofit/>
          </a:bodyPr>
          <a:lstStyle>
            <a:lvl1pPr>
              <a:spcBef>
                <a:spcPts val="0"/>
              </a:spcBef>
              <a:spcAft>
                <a:spcPts val="0"/>
              </a:spcAft>
              <a:defRPr lang="en-US" sz="1800" b="0" dirty="0">
                <a:solidFill>
                  <a:srgbClr val="D0D0CE"/>
                </a:solidFill>
                <a:latin typeface="Aptos" panose="020B0004020202020204" pitchFamily="34" charset="0"/>
              </a:defRPr>
            </a:lvl1pPr>
          </a:lstStyle>
          <a:p>
            <a:pPr lvl="0"/>
            <a:r>
              <a:rPr lang="en-US" dirty="0"/>
              <a:t>Click to add subtitle</a:t>
            </a:r>
          </a:p>
        </p:txBody>
      </p:sp>
    </p:spTree>
    <p:extLst>
      <p:ext uri="{BB962C8B-B14F-4D97-AF65-F5344CB8AC3E}">
        <p14:creationId xmlns:p14="http://schemas.microsoft.com/office/powerpoint/2010/main" val="4140263851"/>
      </p:ext>
    </p:extLst>
  </p:cSld>
  <p:clrMapOvr>
    <a:masterClrMapping/>
  </p:clrMapOvr>
  <p:transition>
    <p:fade/>
  </p:transition>
  <p:hf hdr="0" dt="0"/>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Qualifications 2 x 1 - Black">
    <p:bg>
      <p:bgPr>
        <a:solidFill>
          <a:schemeClr val="tx1"/>
        </a:solidFill>
        <a:effectLst/>
      </p:bgPr>
    </p:bg>
    <p:spTree>
      <p:nvGrpSpPr>
        <p:cNvPr id="1" name=""/>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A7C7A401-E3C4-4448-BB60-24DC9B089C72}"/>
              </a:ext>
            </a:extLst>
          </p:cNvPr>
          <p:cNvGraphicFramePr>
            <a:graphicFrameLocks noChangeAspect="1"/>
          </p:cNvGraphicFramePr>
          <p:nvPr>
            <p:custDataLst>
              <p:tags r:id="rId1"/>
            </p:custDataLst>
            <p:extLst>
              <p:ext uri="{D42A27DB-BD31-4B8C-83A1-F6EECF244321}">
                <p14:modId xmlns:p14="http://schemas.microsoft.com/office/powerpoint/2010/main" val="1210233996"/>
              </p:ext>
            </p:extLst>
          </p:nvPr>
        </p:nvGraphicFramePr>
        <p:xfrm>
          <a:off x="1290" y="1588"/>
          <a:ext cx="1290" cy="1588"/>
        </p:xfrm>
        <a:graphic>
          <a:graphicData uri="http://schemas.openxmlformats.org/presentationml/2006/ole">
            <mc:AlternateContent xmlns:mc="http://schemas.openxmlformats.org/markup-compatibility/2006">
              <mc:Choice xmlns:v="urn:schemas-microsoft-com:vml" Requires="v">
                <p:oleObj name="think-cell Slide" r:id="rId3" imgW="425" imgH="425" progId="TCLayout.ActiveDocument.1">
                  <p:embed/>
                </p:oleObj>
              </mc:Choice>
              <mc:Fallback>
                <p:oleObj name="think-cell Slide" r:id="rId3" imgW="425" imgH="425" progId="TCLayout.ActiveDocument.1">
                  <p:embed/>
                  <p:pic>
                    <p:nvPicPr>
                      <p:cNvPr id="10" name="think-cell data - do not delete" hidden="1">
                        <a:extLst>
                          <a:ext uri="{FF2B5EF4-FFF2-40B4-BE49-F238E27FC236}">
                            <a16:creationId xmlns:a16="http://schemas.microsoft.com/office/drawing/2014/main" id="{A7C7A401-E3C4-4448-BB60-24DC9B089C72}"/>
                          </a:ext>
                        </a:extLst>
                      </p:cNvPr>
                      <p:cNvPicPr/>
                      <p:nvPr/>
                    </p:nvPicPr>
                    <p:blipFill>
                      <a:blip r:embed="rId4"/>
                      <a:stretch>
                        <a:fillRect/>
                      </a:stretch>
                    </p:blipFill>
                    <p:spPr>
                      <a:xfrm>
                        <a:off x="1290" y="1588"/>
                        <a:ext cx="1290" cy="1588"/>
                      </a:xfrm>
                      <a:prstGeom prst="rect">
                        <a:avLst/>
                      </a:prstGeom>
                    </p:spPr>
                  </p:pic>
                </p:oleObj>
              </mc:Fallback>
            </mc:AlternateContent>
          </a:graphicData>
        </a:graphic>
      </p:graphicFrame>
      <p:sp>
        <p:nvSpPr>
          <p:cNvPr id="16" name="Picture Placeholder 11">
            <a:extLst>
              <a:ext uri="{FF2B5EF4-FFF2-40B4-BE49-F238E27FC236}">
                <a16:creationId xmlns:a16="http://schemas.microsoft.com/office/drawing/2014/main" id="{DFBE7610-ECB4-CA89-5B4C-9B0C6E8A5706}"/>
              </a:ext>
            </a:extLst>
          </p:cNvPr>
          <p:cNvSpPr>
            <a:spLocks noGrp="1"/>
          </p:cNvSpPr>
          <p:nvPr>
            <p:ph type="pic" sz="quarter" idx="28"/>
          </p:nvPr>
        </p:nvSpPr>
        <p:spPr>
          <a:xfrm>
            <a:off x="3637355" y="1883664"/>
            <a:ext cx="1199250" cy="1197864"/>
          </a:xfrm>
        </p:spPr>
        <p:txBody>
          <a:bodyPr>
            <a:normAutofit/>
          </a:bodyPr>
          <a:lstStyle>
            <a:lvl1pPr algn="ctr">
              <a:defRPr sz="1200"/>
            </a:lvl1pPr>
          </a:lstStyle>
          <a:p>
            <a:r>
              <a:rPr lang="en-US"/>
              <a:t>Click icon to add picture</a:t>
            </a:r>
            <a:endParaRPr lang="en-GB" dirty="0"/>
          </a:p>
        </p:txBody>
      </p:sp>
      <p:sp>
        <p:nvSpPr>
          <p:cNvPr id="18" name="Picture Placeholder 11">
            <a:extLst>
              <a:ext uri="{FF2B5EF4-FFF2-40B4-BE49-F238E27FC236}">
                <a16:creationId xmlns:a16="http://schemas.microsoft.com/office/drawing/2014/main" id="{6E7011BF-A32B-4689-4585-D2226C8A39D9}"/>
              </a:ext>
            </a:extLst>
          </p:cNvPr>
          <p:cNvSpPr>
            <a:spLocks noGrp="1"/>
          </p:cNvSpPr>
          <p:nvPr>
            <p:ph type="pic" sz="quarter" idx="29"/>
          </p:nvPr>
        </p:nvSpPr>
        <p:spPr>
          <a:xfrm>
            <a:off x="8326425" y="1883664"/>
            <a:ext cx="1199250" cy="1197864"/>
          </a:xfrm>
        </p:spPr>
        <p:txBody>
          <a:bodyPr>
            <a:normAutofit/>
          </a:bodyPr>
          <a:lstStyle>
            <a:lvl1pPr algn="ctr">
              <a:defRPr sz="1200"/>
            </a:lvl1pPr>
          </a:lstStyle>
          <a:p>
            <a:r>
              <a:rPr lang="en-US"/>
              <a:t>Click icon to add picture</a:t>
            </a:r>
            <a:endParaRPr lang="en-GB" dirty="0"/>
          </a:p>
        </p:txBody>
      </p:sp>
      <p:sp>
        <p:nvSpPr>
          <p:cNvPr id="9" name="Content Placeholder 3">
            <a:extLst>
              <a:ext uri="{FF2B5EF4-FFF2-40B4-BE49-F238E27FC236}">
                <a16:creationId xmlns:a16="http://schemas.microsoft.com/office/drawing/2014/main" id="{DBEB426A-016F-1B65-1168-FF2235F36C2A}"/>
              </a:ext>
            </a:extLst>
          </p:cNvPr>
          <p:cNvSpPr>
            <a:spLocks noGrp="1"/>
          </p:cNvSpPr>
          <p:nvPr>
            <p:ph sz="quarter" idx="10" hasCustomPrompt="1"/>
          </p:nvPr>
        </p:nvSpPr>
        <p:spPr>
          <a:xfrm>
            <a:off x="384048" y="3491918"/>
            <a:ext cx="4443984" cy="2880000"/>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2" name="Title Placeholder 1">
            <a:extLst>
              <a:ext uri="{FF2B5EF4-FFF2-40B4-BE49-F238E27FC236}">
                <a16:creationId xmlns:a16="http://schemas.microsoft.com/office/drawing/2014/main" id="{843CBCEE-6AB3-6F31-A1DF-F3F88E17572A}"/>
              </a:ext>
            </a:extLst>
          </p:cNvPr>
          <p:cNvSpPr>
            <a:spLocks noGrp="1"/>
          </p:cNvSpPr>
          <p:nvPr>
            <p:ph type="title" hasCustomPrompt="1"/>
          </p:nvPr>
        </p:nvSpPr>
        <p:spPr>
          <a:xfrm>
            <a:off x="384048" y="345992"/>
            <a:ext cx="9144000" cy="342000"/>
          </a:xfrm>
          <a:prstGeom prst="rect">
            <a:avLst/>
          </a:prstGeom>
        </p:spPr>
        <p:txBody>
          <a:bodyPr vert="horz" lIns="0" tIns="0" rIns="0" bIns="0" rtlCol="0" anchor="t" anchorCtr="0">
            <a:noAutofit/>
          </a:bodyPr>
          <a:lstStyle>
            <a:lvl1pPr>
              <a:spcBef>
                <a:spcPts val="0"/>
              </a:spcBef>
              <a:spcAft>
                <a:spcPts val="0"/>
              </a:spcAft>
              <a:defRPr sz="2100">
                <a:solidFill>
                  <a:schemeClr val="bg1"/>
                </a:solidFill>
                <a:latin typeface="Aptos" panose="020B0004020202020204" pitchFamily="34" charset="0"/>
              </a:defRPr>
            </a:lvl1pPr>
          </a:lstStyle>
          <a:p>
            <a:r>
              <a:rPr lang="en-US" dirty="0"/>
              <a:t>Click to add title</a:t>
            </a:r>
          </a:p>
        </p:txBody>
      </p:sp>
      <p:sp>
        <p:nvSpPr>
          <p:cNvPr id="14" name="Text Placeholder 8">
            <a:extLst>
              <a:ext uri="{FF2B5EF4-FFF2-40B4-BE49-F238E27FC236}">
                <a16:creationId xmlns:a16="http://schemas.microsoft.com/office/drawing/2014/main" id="{8D7B41BD-8ED5-299A-47F6-EACF78AFCB46}"/>
              </a:ext>
            </a:extLst>
          </p:cNvPr>
          <p:cNvSpPr>
            <a:spLocks noGrp="1"/>
          </p:cNvSpPr>
          <p:nvPr>
            <p:ph type="body" sz="quarter" idx="13" hasCustomPrompt="1"/>
          </p:nvPr>
        </p:nvSpPr>
        <p:spPr>
          <a:xfrm>
            <a:off x="384048" y="684001"/>
            <a:ext cx="9144000" cy="757255"/>
          </a:xfrm>
          <a:prstGeom prst="rect">
            <a:avLst/>
          </a:prstGeom>
        </p:spPr>
        <p:txBody>
          <a:bodyPr vert="horz" lIns="0" tIns="0" rIns="0" bIns="0" rtlCol="0" anchor="t" anchorCtr="0">
            <a:noAutofit/>
          </a:bodyPr>
          <a:lstStyle>
            <a:lvl1pPr>
              <a:spcBef>
                <a:spcPts val="0"/>
              </a:spcBef>
              <a:spcAft>
                <a:spcPts val="0"/>
              </a:spcAft>
              <a:defRPr lang="en-US" sz="1800" b="0" dirty="0">
                <a:solidFill>
                  <a:srgbClr val="D0D0CE"/>
                </a:solidFill>
                <a:latin typeface="Aptos" panose="020B0004020202020204" pitchFamily="34" charset="0"/>
              </a:defRPr>
            </a:lvl1pPr>
          </a:lstStyle>
          <a:p>
            <a:pPr lvl="0"/>
            <a:r>
              <a:rPr lang="en-US" dirty="0"/>
              <a:t>Click to add subtitle</a:t>
            </a:r>
          </a:p>
        </p:txBody>
      </p:sp>
      <p:sp>
        <p:nvSpPr>
          <p:cNvPr id="15" name="Rectangle 14">
            <a:extLst>
              <a:ext uri="{FF2B5EF4-FFF2-40B4-BE49-F238E27FC236}">
                <a16:creationId xmlns:a16="http://schemas.microsoft.com/office/drawing/2014/main" id="{16E79773-3B23-90E9-4D48-A5FDB54800E7}"/>
              </a:ext>
            </a:extLst>
          </p:cNvPr>
          <p:cNvSpPr/>
          <p:nvPr/>
        </p:nvSpPr>
        <p:spPr>
          <a:xfrm>
            <a:off x="5074349" y="1677307"/>
            <a:ext cx="444398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17" name="Rectangle 16">
            <a:extLst>
              <a:ext uri="{FF2B5EF4-FFF2-40B4-BE49-F238E27FC236}">
                <a16:creationId xmlns:a16="http://schemas.microsoft.com/office/drawing/2014/main" id="{6B2B04A7-88BB-C053-00D5-6E084E746EAB}"/>
              </a:ext>
            </a:extLst>
          </p:cNvPr>
          <p:cNvSpPr/>
          <p:nvPr/>
        </p:nvSpPr>
        <p:spPr>
          <a:xfrm>
            <a:off x="384048" y="1677307"/>
            <a:ext cx="4443984"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00" noProof="0" dirty="0">
              <a:solidFill>
                <a:schemeClr val="bg1"/>
              </a:solidFill>
            </a:endParaRPr>
          </a:p>
        </p:txBody>
      </p:sp>
      <p:sp>
        <p:nvSpPr>
          <p:cNvPr id="5" name="Content Placeholder 3">
            <a:extLst>
              <a:ext uri="{FF2B5EF4-FFF2-40B4-BE49-F238E27FC236}">
                <a16:creationId xmlns:a16="http://schemas.microsoft.com/office/drawing/2014/main" id="{746306D7-050B-5308-5E5B-4221EF4A7F66}"/>
              </a:ext>
            </a:extLst>
          </p:cNvPr>
          <p:cNvSpPr>
            <a:spLocks noGrp="1"/>
          </p:cNvSpPr>
          <p:nvPr>
            <p:ph sz="quarter" idx="30" hasCustomPrompt="1"/>
          </p:nvPr>
        </p:nvSpPr>
        <p:spPr>
          <a:xfrm>
            <a:off x="5074348" y="3491918"/>
            <a:ext cx="4443984" cy="2880000"/>
          </a:xfrm>
          <a:prstGeom prst="rect">
            <a:avLst/>
          </a:prstGeom>
        </p:spPr>
        <p:txBody>
          <a:bodyPr>
            <a:noAutofit/>
          </a:bodyPr>
          <a:lstStyle>
            <a:lvl1pPr marL="0" indent="0" algn="l">
              <a:spcBef>
                <a:spcPts val="200"/>
              </a:spcBef>
              <a:spcAft>
                <a:spcPts val="200"/>
              </a:spcAft>
              <a:buFontTx/>
              <a:buNone/>
              <a:tabLst>
                <a:tab pos="3771900" algn="r"/>
              </a:tabLst>
              <a:defRPr sz="1200">
                <a:solidFill>
                  <a:schemeClr val="bg1"/>
                </a:solidFill>
                <a:latin typeface="Aptos" panose="020B0004020202020204" pitchFamily="34" charset="0"/>
              </a:defRPr>
            </a:lvl1pPr>
            <a:lvl2pPr marL="18288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2pPr>
            <a:lvl3pPr marL="361950" indent="-18415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3pPr>
            <a:lvl4pPr marL="548640" indent="-182880" algn="l">
              <a:spcBef>
                <a:spcPts val="200"/>
              </a:spcBef>
              <a:spcAft>
                <a:spcPts val="200"/>
              </a:spcAft>
              <a:buClrTx/>
              <a:buSzPct val="100000"/>
              <a:buFont typeface="Arial" panose="020B0604020202020204" pitchFamily="34" charset="0"/>
              <a:buChar char="◦"/>
              <a:tabLst>
                <a:tab pos="3771900" algn="r"/>
              </a:tabLst>
              <a:defRPr sz="1200">
                <a:solidFill>
                  <a:schemeClr val="bg1"/>
                </a:solidFill>
                <a:latin typeface="Aptos" panose="020B0004020202020204" pitchFamily="34" charset="0"/>
              </a:defRPr>
            </a:lvl4pPr>
            <a:lvl5pPr marL="731520" indent="-182880" algn="l">
              <a:spcBef>
                <a:spcPts val="200"/>
              </a:spcBef>
              <a:spcAft>
                <a:spcPts val="200"/>
              </a:spcAft>
              <a:buClrTx/>
              <a:buSzPct val="100000"/>
              <a:buFont typeface="Arial" panose="020B0604020202020204" pitchFamily="34" charset="0"/>
              <a:buChar char="−"/>
              <a:tabLst>
                <a:tab pos="3771900" algn="r"/>
              </a:tabLst>
              <a:defRPr sz="1200" baseline="0">
                <a:solidFill>
                  <a:schemeClr val="bg1"/>
                </a:solidFill>
                <a:latin typeface="Aptos" panose="020B0004020202020204" pitchFamily="34" charset="0"/>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 name="Text Placeholder 17">
            <a:extLst>
              <a:ext uri="{FF2B5EF4-FFF2-40B4-BE49-F238E27FC236}">
                <a16:creationId xmlns:a16="http://schemas.microsoft.com/office/drawing/2014/main" id="{6DE0135C-F9C3-EE2B-FE85-1B28EA0EBB82}"/>
              </a:ext>
            </a:extLst>
          </p:cNvPr>
          <p:cNvSpPr>
            <a:spLocks noGrp="1"/>
          </p:cNvSpPr>
          <p:nvPr>
            <p:ph type="body" sz="quarter" idx="4294967295" hasCustomPrompt="1"/>
          </p:nvPr>
        </p:nvSpPr>
        <p:spPr>
          <a:xfrm>
            <a:off x="384048" y="1876426"/>
            <a:ext cx="3187204" cy="1482725"/>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endParaRPr lang="en-US" dirty="0"/>
          </a:p>
        </p:txBody>
      </p:sp>
      <p:sp>
        <p:nvSpPr>
          <p:cNvPr id="3" name="Text Placeholder 17">
            <a:extLst>
              <a:ext uri="{FF2B5EF4-FFF2-40B4-BE49-F238E27FC236}">
                <a16:creationId xmlns:a16="http://schemas.microsoft.com/office/drawing/2014/main" id="{59E80491-83AB-C6B3-9191-54EDF5F4418A}"/>
              </a:ext>
            </a:extLst>
          </p:cNvPr>
          <p:cNvSpPr>
            <a:spLocks noGrp="1"/>
          </p:cNvSpPr>
          <p:nvPr>
            <p:ph type="body" sz="quarter" idx="4294967295" hasCustomPrompt="1"/>
          </p:nvPr>
        </p:nvSpPr>
        <p:spPr>
          <a:xfrm>
            <a:off x="5084064" y="1876426"/>
            <a:ext cx="3187204" cy="1482725"/>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pPr marL="0" marR="0" lvl="0" indent="0" algn="l" defTabSz="685800" rtl="0" eaLnBrk="1" fontAlgn="auto" latinLnBrk="0" hangingPunct="1">
              <a:lnSpc>
                <a:spcPct val="100000"/>
              </a:lnSpc>
              <a:spcBef>
                <a:spcPts val="200"/>
              </a:spcBef>
              <a:spcAft>
                <a:spcPts val="200"/>
              </a:spcAft>
              <a:buClrTx/>
              <a:buSzPct val="100000"/>
              <a:buFontTx/>
              <a:buNone/>
              <a:tabLst/>
              <a:defRPr/>
            </a:pPr>
            <a:endParaRPr kumimoji="0" lang="en-US" sz="1200" b="0" i="0" u="none" strike="noStrike" kern="1200" cap="none" spc="0" normalizeH="0" baseline="0" noProof="0" dirty="0">
              <a:ln>
                <a:noFill/>
              </a:ln>
              <a:solidFill>
                <a:prstClr val="black"/>
              </a:solidFill>
              <a:effectLst/>
              <a:uLnTx/>
              <a:uFillTx/>
              <a:latin typeface="Aptos" panose="020B0004020202020204" pitchFamily="34" charset="0"/>
              <a:ea typeface="+mn-ea"/>
              <a:cs typeface="Calibri Light" panose="020F0302020204030204" pitchFamily="34" charset="0"/>
            </a:endParaRPr>
          </a:p>
          <a:p>
            <a:endParaRPr lang="en-US" dirty="0"/>
          </a:p>
        </p:txBody>
      </p:sp>
    </p:spTree>
    <p:extLst>
      <p:ext uri="{BB962C8B-B14F-4D97-AF65-F5344CB8AC3E}">
        <p14:creationId xmlns:p14="http://schemas.microsoft.com/office/powerpoint/2010/main" val="1254647485"/>
      </p:ext>
    </p:extLst>
  </p:cSld>
  <p:clrMapOvr>
    <a:masterClrMapping/>
  </p:clrMapOvr>
  <p:transition>
    <p:fade/>
  </p:transition>
  <p:hf hdr="0" dt="0"/>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p:cSld name="End slide - Black">
    <p:bg>
      <p:bgPr>
        <a:solidFill>
          <a:schemeClr val="tx1"/>
        </a:solidFill>
        <a:effectLst/>
      </p:bgPr>
    </p:bg>
    <p:spTree>
      <p:nvGrpSpPr>
        <p:cNvPr id="1" name=""/>
        <p:cNvGrpSpPr/>
        <p:nvPr/>
      </p:nvGrpSpPr>
      <p:grpSpPr>
        <a:xfrm>
          <a:off x="0" y="0"/>
          <a:ext cx="0" cy="0"/>
          <a:chOff x="0" y="0"/>
          <a:chExt cx="0" cy="0"/>
        </a:xfrm>
      </p:grpSpPr>
      <p:sp>
        <p:nvSpPr>
          <p:cNvPr id="6" name="Text Placeholder 5"/>
          <p:cNvSpPr>
            <a:spLocks noGrp="1"/>
          </p:cNvSpPr>
          <p:nvPr>
            <p:ph type="body" sz="quarter" idx="13" hasCustomPrompt="1"/>
          </p:nvPr>
        </p:nvSpPr>
        <p:spPr>
          <a:xfrm>
            <a:off x="384048" y="4187952"/>
            <a:ext cx="6929761" cy="2169796"/>
          </a:xfrm>
        </p:spPr>
        <p:txBody>
          <a:bodyPr anchor="b" anchorCtr="0">
            <a:noAutofit/>
          </a:bodyPr>
          <a:lstStyle>
            <a:lvl1pPr>
              <a:lnSpc>
                <a:spcPct val="100000"/>
              </a:lnSpc>
              <a:spcAft>
                <a:spcPts val="450"/>
              </a:spcAft>
              <a:defRPr sz="800" b="0">
                <a:solidFill>
                  <a:schemeClr val="bg1"/>
                </a:solidFill>
              </a:defRPr>
            </a:lvl1pPr>
          </a:lstStyle>
          <a:p>
            <a:pPr lvl="0"/>
            <a:r>
              <a:rPr lang="en-US" dirty="0"/>
              <a:t>Click to add text</a:t>
            </a:r>
          </a:p>
        </p:txBody>
      </p:sp>
      <p:pic>
        <p:nvPicPr>
          <p:cNvPr id="2" name="Picture 1" descr="Deloitte logo">
            <a:extLst>
              <a:ext uri="{FF2B5EF4-FFF2-40B4-BE49-F238E27FC236}">
                <a16:creationId xmlns:a16="http://schemas.microsoft.com/office/drawing/2014/main" id="{96700FAD-4EEA-46FD-B5BB-9BFEC7F099DB}"/>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36576" y="-5466"/>
            <a:ext cx="2779773" cy="1308221"/>
          </a:xfrm>
          <a:prstGeom prst="rect">
            <a:avLst/>
          </a:prstGeom>
        </p:spPr>
      </p:pic>
      <p:pic>
        <p:nvPicPr>
          <p:cNvPr id="4" name="Picture 3">
            <a:extLst>
              <a:ext uri="{FF2B5EF4-FFF2-40B4-BE49-F238E27FC236}">
                <a16:creationId xmlns:a16="http://schemas.microsoft.com/office/drawing/2014/main" id="{2EC71125-3AEC-882B-0510-C63F2AF3F432}"/>
              </a:ext>
            </a:extLst>
          </p:cNvPr>
          <p:cNvPicPr>
            <a:picLocks noChangeAspect="1"/>
          </p:cNvPicPr>
          <p:nvPr/>
        </p:nvPicPr>
        <p:blipFill>
          <a:blip r:embed="rId3"/>
          <a:srcRect/>
          <a:stretch/>
        </p:blipFill>
        <p:spPr>
          <a:xfrm>
            <a:off x="8549640" y="5413248"/>
            <a:ext cx="1198880" cy="1198880"/>
          </a:xfrm>
          <a:prstGeom prst="rect">
            <a:avLst/>
          </a:prstGeom>
        </p:spPr>
      </p:pic>
    </p:spTree>
    <p:extLst>
      <p:ext uri="{BB962C8B-B14F-4D97-AF65-F5344CB8AC3E}">
        <p14:creationId xmlns:p14="http://schemas.microsoft.com/office/powerpoint/2010/main" val="1402852466"/>
      </p:ext>
    </p:extLst>
  </p:cSld>
  <p:clrMapOvr>
    <a:masterClrMapping/>
  </p:clrMapOvr>
  <p:hf hdr="0" dt="0"/>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image" Target="../media/image1.emf"/><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oleObject" Target="../embeddings/oleObject1.bin"/><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ags" Target="../tags/tag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30"/>
            </p:custDataLst>
            <p:extLst>
              <p:ext uri="{D42A27DB-BD31-4B8C-83A1-F6EECF244321}">
                <p14:modId xmlns:p14="http://schemas.microsoft.com/office/powerpoint/2010/main" val="2630452337"/>
              </p:ext>
            </p:extLst>
          </p:nvPr>
        </p:nvGraphicFramePr>
        <p:xfrm>
          <a:off x="1722" y="1592"/>
          <a:ext cx="1719" cy="1587"/>
        </p:xfrm>
        <a:graphic>
          <a:graphicData uri="http://schemas.openxmlformats.org/presentationml/2006/ole">
            <mc:AlternateContent xmlns:mc="http://schemas.openxmlformats.org/markup-compatibility/2006">
              <mc:Choice xmlns:v="urn:schemas-microsoft-com:vml" Requires="v">
                <p:oleObj name="think-cell Slide" r:id="rId31" imgW="270" imgH="270" progId="TCLayout.ActiveDocument.1">
                  <p:embed/>
                </p:oleObj>
              </mc:Choice>
              <mc:Fallback>
                <p:oleObj name="think-cell Slide" r:id="rId31" imgW="270" imgH="270" progId="TCLayout.ActiveDocument.1">
                  <p:embed/>
                  <p:pic>
                    <p:nvPicPr>
                      <p:cNvPr id="4" name="Object 3" hidden="1"/>
                      <p:cNvPicPr/>
                      <p:nvPr/>
                    </p:nvPicPr>
                    <p:blipFill>
                      <a:blip r:embed="rId32"/>
                      <a:stretch>
                        <a:fillRect/>
                      </a:stretch>
                    </p:blipFill>
                    <p:spPr>
                      <a:xfrm>
                        <a:off x="1722" y="1592"/>
                        <a:ext cx="1719" cy="1587"/>
                      </a:xfrm>
                      <a:prstGeom prst="rect">
                        <a:avLst/>
                      </a:prstGeom>
                    </p:spPr>
                  </p:pic>
                </p:oleObj>
              </mc:Fallback>
            </mc:AlternateContent>
          </a:graphicData>
        </a:graphic>
      </p:graphicFrame>
      <p:sp>
        <p:nvSpPr>
          <p:cNvPr id="2" name="Title Placeholder 1"/>
          <p:cNvSpPr>
            <a:spLocks noGrp="1"/>
          </p:cNvSpPr>
          <p:nvPr>
            <p:ph type="title"/>
          </p:nvPr>
        </p:nvSpPr>
        <p:spPr bwMode="gray">
          <a:xfrm>
            <a:off x="385383" y="345664"/>
            <a:ext cx="9139617" cy="340136"/>
          </a:xfrm>
          <a:prstGeom prst="rect">
            <a:avLst/>
          </a:prstGeom>
        </p:spPr>
        <p:txBody>
          <a:bodyPr vert="horz" lIns="0" tIns="0" rIns="0" bIns="0" rtlCol="0" anchor="t" anchorCtr="0">
            <a:noAutofit/>
          </a:bodyPr>
          <a:lstStyle/>
          <a:p>
            <a:r>
              <a:rPr lang="en-US" noProof="0"/>
              <a:t>Click to edit Master title style</a:t>
            </a:r>
            <a:endParaRPr lang="en-US" noProof="0" dirty="0"/>
          </a:p>
        </p:txBody>
      </p:sp>
      <p:sp>
        <p:nvSpPr>
          <p:cNvPr id="15" name="CaseCode"/>
          <p:cNvSpPr txBox="1"/>
          <p:nvPr/>
        </p:nvSpPr>
        <p:spPr>
          <a:xfrm>
            <a:off x="5147337" y="6519673"/>
            <a:ext cx="3978455" cy="246221"/>
          </a:xfrm>
          <a:prstGeom prst="rect">
            <a:avLst/>
          </a:prstGeom>
          <a:noFill/>
        </p:spPr>
        <p:txBody>
          <a:bodyPr wrap="square" lIns="0" tIns="0" rIns="0" bIns="0" rtlCol="0">
            <a:spAutoFit/>
          </a:bodyPr>
          <a:lstStyle/>
          <a:p>
            <a:pPr marL="0" indent="0" algn="r">
              <a:spcBef>
                <a:spcPts val="0"/>
              </a:spcBef>
              <a:buSzPct val="100000"/>
              <a:buFont typeface="Arial"/>
              <a:buNone/>
            </a:pPr>
            <a:r>
              <a:rPr lang="en-US" sz="800" noProof="0" dirty="0">
                <a:solidFill>
                  <a:srgbClr val="75787B"/>
                </a:solidFill>
                <a:latin typeface="Aptos" panose="020B0004020202020204" pitchFamily="34" charset="0"/>
                <a:cs typeface="Calibri" panose="020F0502020204030204" pitchFamily="34" charset="0"/>
              </a:rPr>
              <a:t>Presentation title</a:t>
            </a:r>
            <a:br>
              <a:rPr lang="en-US" sz="800" noProof="0" dirty="0">
                <a:solidFill>
                  <a:srgbClr val="75787B"/>
                </a:solidFill>
                <a:latin typeface="Aptos" panose="020B0004020202020204" pitchFamily="34" charset="0"/>
                <a:cs typeface="Calibri" panose="020F0502020204030204" pitchFamily="34" charset="0"/>
              </a:rPr>
            </a:br>
            <a:r>
              <a:rPr lang="en-US" sz="800" noProof="0" dirty="0">
                <a:solidFill>
                  <a:srgbClr val="75787B"/>
                </a:solidFill>
                <a:latin typeface="Aptos" panose="020B0004020202020204" pitchFamily="34" charset="0"/>
                <a:cs typeface="Calibri" panose="020F0502020204030204" pitchFamily="34" charset="0"/>
              </a:rPr>
              <a:t>[To edit, click View &gt; Slide Master &gt; Slide Master]</a:t>
            </a:r>
          </a:p>
        </p:txBody>
      </p:sp>
      <p:sp>
        <p:nvSpPr>
          <p:cNvPr id="18" name="Copyright"/>
          <p:cNvSpPr txBox="1"/>
          <p:nvPr/>
        </p:nvSpPr>
        <p:spPr>
          <a:xfrm>
            <a:off x="384048" y="6519673"/>
            <a:ext cx="4351074" cy="246221"/>
          </a:xfrm>
          <a:prstGeom prst="rect">
            <a:avLst/>
          </a:prstGeom>
          <a:noFill/>
        </p:spPr>
        <p:txBody>
          <a:bodyPr wrap="square" lIns="0" tIns="0" rIns="0" bIns="0" rtlCol="0">
            <a:spAutoFit/>
          </a:bodyPr>
          <a:lstStyle/>
          <a:p>
            <a:pPr marL="0" indent="0">
              <a:spcBef>
                <a:spcPts val="450"/>
              </a:spcBef>
              <a:buSzPct val="100000"/>
              <a:buFont typeface="Arial"/>
              <a:buNone/>
            </a:pPr>
            <a:r>
              <a:rPr lang="en-US" sz="800" noProof="0" dirty="0">
                <a:solidFill>
                  <a:srgbClr val="75787B"/>
                </a:solidFill>
                <a:latin typeface="Aptos" panose="020B0004020202020204" pitchFamily="34" charset="0"/>
                <a:cs typeface="Calibri" panose="020F0502020204030204" pitchFamily="34" charset="0"/>
              </a:rPr>
              <a:t>Member firms and DTTL: Insert appropriate copyright</a:t>
            </a:r>
            <a:br>
              <a:rPr lang="en-US" sz="800" noProof="0" dirty="0">
                <a:solidFill>
                  <a:srgbClr val="75787B"/>
                </a:solidFill>
                <a:latin typeface="Aptos" panose="020B0004020202020204" pitchFamily="34" charset="0"/>
                <a:cs typeface="Calibri" panose="020F0502020204030204" pitchFamily="34" charset="0"/>
              </a:rPr>
            </a:br>
            <a:r>
              <a:rPr lang="en-US" sz="800" noProof="0" dirty="0">
                <a:solidFill>
                  <a:srgbClr val="75787B"/>
                </a:solidFill>
                <a:latin typeface="Aptos" panose="020B0004020202020204" pitchFamily="34" charset="0"/>
                <a:cs typeface="Calibri" panose="020F0502020204030204" pitchFamily="34" charset="0"/>
              </a:rPr>
              <a:t>[To edit, click View &gt; Slide Master &gt; Slide Master]</a:t>
            </a:r>
          </a:p>
        </p:txBody>
      </p:sp>
      <p:sp>
        <p:nvSpPr>
          <p:cNvPr id="19" name="Text Placeholder 18"/>
          <p:cNvSpPr>
            <a:spLocks noGrp="1"/>
          </p:cNvSpPr>
          <p:nvPr>
            <p:ph type="body" idx="1"/>
          </p:nvPr>
        </p:nvSpPr>
        <p:spPr>
          <a:xfrm>
            <a:off x="384048" y="1679602"/>
            <a:ext cx="9144000" cy="4683098"/>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3" name="TextBox 2"/>
          <p:cNvSpPr txBox="1"/>
          <p:nvPr/>
        </p:nvSpPr>
        <p:spPr>
          <a:xfrm>
            <a:off x="9284296" y="6519673"/>
            <a:ext cx="250230" cy="123111"/>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800" noProof="0" smtClean="0">
                <a:solidFill>
                  <a:srgbClr val="75787B"/>
                </a:solidFill>
                <a:latin typeface="Aptos" panose="020B0004020202020204" pitchFamily="34" charset="0"/>
                <a:cs typeface="Calibri" panose="020F0502020204030204" pitchFamily="34" charset="0"/>
              </a:rPr>
              <a:pPr marL="0" indent="0" algn="r">
                <a:spcBef>
                  <a:spcPts val="450"/>
                </a:spcBef>
                <a:buSzPct val="100000"/>
                <a:buFont typeface="Arial"/>
                <a:buNone/>
              </a:pPr>
              <a:t>‹#›</a:t>
            </a:fld>
            <a:endParaRPr lang="en-US" sz="800" noProof="0" dirty="0">
              <a:solidFill>
                <a:srgbClr val="75787B"/>
              </a:solidFill>
              <a:latin typeface="Aptos" panose="020B0004020202020204" pitchFamily="34" charset="0"/>
              <a:cs typeface="Calibri" panose="020F0502020204030204" pitchFamily="34" charset="0"/>
            </a:endParaRPr>
          </a:p>
        </p:txBody>
      </p:sp>
    </p:spTree>
    <p:extLst>
      <p:ext uri="{BB962C8B-B14F-4D97-AF65-F5344CB8AC3E}">
        <p14:creationId xmlns:p14="http://schemas.microsoft.com/office/powerpoint/2010/main" val="3361742111"/>
      </p:ext>
    </p:extLst>
  </p:cSld>
  <p:clrMap bg1="lt1" tx1="dk1" bg2="lt2" tx2="dk2" accent1="accent1" accent2="accent2" accent3="accent3" accent4="accent4" accent5="accent5" accent6="accent6" hlink="hlink" folHlink="folHlink"/>
  <p:sldLayoutIdLst>
    <p:sldLayoutId id="2147484242" r:id="rId1"/>
    <p:sldLayoutId id="2147484243" r:id="rId2"/>
    <p:sldLayoutId id="2147484244" r:id="rId3"/>
    <p:sldLayoutId id="2147484245" r:id="rId4"/>
    <p:sldLayoutId id="2147484246" r:id="rId5"/>
    <p:sldLayoutId id="2147484247" r:id="rId6"/>
    <p:sldLayoutId id="2147484248" r:id="rId7"/>
    <p:sldLayoutId id="2147484249" r:id="rId8"/>
    <p:sldLayoutId id="2147484250" r:id="rId9"/>
    <p:sldLayoutId id="2147484251" r:id="rId10"/>
    <p:sldLayoutId id="2147484252" r:id="rId11"/>
    <p:sldLayoutId id="2147484253" r:id="rId12"/>
    <p:sldLayoutId id="2147484254" r:id="rId13"/>
    <p:sldLayoutId id="2147484255" r:id="rId14"/>
    <p:sldLayoutId id="2147484256" r:id="rId15"/>
    <p:sldLayoutId id="2147484257" r:id="rId16"/>
    <p:sldLayoutId id="2147484258" r:id="rId17"/>
    <p:sldLayoutId id="2147484259" r:id="rId18"/>
    <p:sldLayoutId id="2147484260" r:id="rId19"/>
    <p:sldLayoutId id="2147484261" r:id="rId20"/>
    <p:sldLayoutId id="2147484262" r:id="rId21"/>
    <p:sldLayoutId id="2147484263" r:id="rId22"/>
    <p:sldLayoutId id="2147484264" r:id="rId23"/>
    <p:sldLayoutId id="2147484265" r:id="rId24"/>
    <p:sldLayoutId id="2147484266" r:id="rId25"/>
    <p:sldLayoutId id="2147484267" r:id="rId26"/>
    <p:sldLayoutId id="2147484268" r:id="rId27"/>
    <p:sldLayoutId id="2147484269" r:id="rId28"/>
  </p:sldLayoutIdLst>
  <p:transition>
    <p:fade/>
  </p:transition>
  <p:hf hdr="0" dt="0"/>
  <p:txStyles>
    <p:titleStyle>
      <a:lvl1pPr algn="l" defTabSz="685800" rtl="0" eaLnBrk="1" latinLnBrk="0" hangingPunct="1">
        <a:spcBef>
          <a:spcPct val="0"/>
        </a:spcBef>
        <a:buNone/>
        <a:defRPr sz="2100" kern="1200">
          <a:solidFill>
            <a:schemeClr val="tx1"/>
          </a:solidFill>
          <a:latin typeface="Aptos" panose="020B0004020202020204" pitchFamily="34" charset="0"/>
          <a:ea typeface="+mj-ea"/>
          <a:cs typeface="Calibri Light" panose="020F0302020204030204" pitchFamily="34" charset="0"/>
        </a:defRPr>
      </a:lvl1pPr>
    </p:titleStyle>
    <p:bodyStyle>
      <a:lvl1pPr marL="0" indent="0" algn="l" defTabSz="685800" rtl="0" eaLnBrk="1" latinLnBrk="0" hangingPunct="1">
        <a:lnSpc>
          <a:spcPct val="100000"/>
        </a:lnSpc>
        <a:spcBef>
          <a:spcPts val="200"/>
        </a:spcBef>
        <a:spcAft>
          <a:spcPts val="200"/>
        </a:spcAft>
        <a:buSzPct val="100000"/>
        <a:buFontTx/>
        <a:buNone/>
        <a:defRPr sz="1200" b="0" kern="1200">
          <a:solidFill>
            <a:schemeClr val="tx1"/>
          </a:solidFill>
          <a:latin typeface="Aptos" panose="020B0004020202020204" pitchFamily="34" charset="0"/>
          <a:ea typeface="+mn-ea"/>
          <a:cs typeface="Calibri Light" panose="020F0302020204030204" pitchFamily="34" charset="0"/>
        </a:defRPr>
      </a:lvl1pPr>
      <a:lvl2pPr marL="179388" indent="-179388"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2pPr>
      <a:lvl3pPr marL="360363" indent="-180975"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dirty="0" smtClean="0">
          <a:solidFill>
            <a:schemeClr val="tx1"/>
          </a:solidFill>
          <a:latin typeface="Aptos" panose="020B0004020202020204" pitchFamily="34" charset="0"/>
          <a:ea typeface="+mn-ea"/>
          <a:cs typeface="Calibri Light" panose="020F0302020204030204" pitchFamily="34" charset="0"/>
        </a:defRPr>
      </a:lvl3pPr>
      <a:lvl4pPr marL="538163" indent="-177800" algn="l" defTabSz="685800" rtl="0" eaLnBrk="1" latinLnBrk="0" hangingPunct="1">
        <a:lnSpc>
          <a:spcPct val="100000"/>
        </a:lnSpc>
        <a:spcBef>
          <a:spcPts val="200"/>
        </a:spcBef>
        <a:spcAft>
          <a:spcPts val="200"/>
        </a:spcAft>
        <a:buClrTx/>
        <a:buSzPct val="100000"/>
        <a:buFont typeface="Arial" panose="020B0604020202020204" pitchFamily="34" charset="0"/>
        <a:buChar char="◦"/>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4pPr>
      <a:lvl5pPr marL="717550" indent="-179388" algn="l" defTabSz="598885" rtl="0" eaLnBrk="1" latinLnBrk="0" hangingPunct="1">
        <a:lnSpc>
          <a:spcPct val="100000"/>
        </a:lnSpc>
        <a:spcBef>
          <a:spcPts val="200"/>
        </a:spcBef>
        <a:spcAft>
          <a:spcPts val="200"/>
        </a:spcAft>
        <a:buClrTx/>
        <a:buSzPct val="100000"/>
        <a:buFont typeface="Arial" panose="020B0604020202020204" pitchFamily="34" charset="0"/>
        <a:buChar char="−"/>
        <a:tabLst/>
        <a:defRPr lang="en-US" sz="1200" b="0" kern="1200" baseline="0" dirty="0" smtClean="0">
          <a:solidFill>
            <a:schemeClr val="tx1"/>
          </a:solidFill>
          <a:latin typeface="Aptos" panose="020B0004020202020204" pitchFamily="34" charset="0"/>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45" orient="horz" pos="4008">
          <p15:clr>
            <a:srgbClr val="F26B43"/>
          </p15:clr>
        </p15:guide>
        <p15:guide id="49" orient="horz" pos="432">
          <p15:clr>
            <a:srgbClr val="F26B43"/>
          </p15:clr>
        </p15:guide>
        <p15:guide id="68" orient="horz" pos="4104">
          <p15:clr>
            <a:srgbClr val="F26B43"/>
          </p15:clr>
        </p15:guide>
        <p15:guide id="70" orient="horz" pos="1056">
          <p15:clr>
            <a:srgbClr val="F26B43"/>
          </p15:clr>
        </p15:guide>
        <p15:guide id="71" orient="horz" pos="216">
          <p15:clr>
            <a:srgbClr val="F26B43"/>
          </p15:clr>
        </p15:guide>
        <p15:guide id="73" pos="3198">
          <p15:clr>
            <a:srgbClr val="F26B43"/>
          </p15:clr>
        </p15:guide>
        <p15:guide id="74" pos="240">
          <p15:clr>
            <a:srgbClr val="F26B43"/>
          </p15:clr>
        </p15:guide>
        <p15:guide id="76" pos="3042">
          <p15:clr>
            <a:srgbClr val="F26B43"/>
          </p15:clr>
        </p15:guide>
        <p15:guide id="84" pos="6000">
          <p15:clr>
            <a:srgbClr val="F26B43"/>
          </p15:clr>
        </p15:guide>
        <p15:guide id="85" pos="3120" userDrawn="1">
          <p15:clr>
            <a:srgbClr val="F26B43"/>
          </p15:clr>
        </p15:guide>
        <p15:guide id="86" pos="3192" userDrawn="1">
          <p15:clr>
            <a:srgbClr val="F26B43"/>
          </p15:clr>
        </p15:guide>
        <p15:guide id="87" pos="3048"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https://brandspace.deloitte.com/file/download/id/13891" TargetMode="External"/><Relationship Id="rId2" Type="http://schemas.openxmlformats.org/officeDocument/2006/relationships/notesSlide" Target="../notesSlides/notesSlide1.xml"/><Relationship Id="rId1" Type="http://schemas.openxmlformats.org/officeDocument/2006/relationships/slideLayout" Target="../slideLayouts/slideLayout13.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hyperlink" Target="https://kx.deloitte/search?" TargetMode="External"/></Relationships>
</file>

<file path=ppt/slides/_rels/slide3.xml.rels><?xml version="1.0" encoding="UTF-8" standalone="yes"?>
<Relationships xmlns="http://schemas.openxmlformats.org/package/2006/relationships"><Relationship Id="rId2" Type="http://schemas.openxmlformats.org/officeDocument/2006/relationships/hyperlink" Target="https://brandspace.deloitte.com/" TargetMode="External"/><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Layout" Target="../slideLayouts/slideLayout12.xml"/><Relationship Id="rId6" Type="http://schemas.openxmlformats.org/officeDocument/2006/relationships/image" Target="../media/image15.png"/><Relationship Id="rId5" Type="http://schemas.openxmlformats.org/officeDocument/2006/relationships/image" Target="../media/image14.png"/><Relationship Id="rId10" Type="http://schemas.openxmlformats.org/officeDocument/2006/relationships/hyperlink" Target="https://brandspace.deloitte.com/content/index/guid/guidelines_elements_color?parent=1598#6-accessibility" TargetMode="External"/><Relationship Id="rId4" Type="http://schemas.openxmlformats.org/officeDocument/2006/relationships/image" Target="../media/image13.png"/><Relationship Id="rId9" Type="http://schemas.openxmlformats.org/officeDocument/2006/relationships/image" Target="../media/image18.png"/></Relationships>
</file>

<file path=ppt/slides/_rels/slide6.xml.rels><?xml version="1.0" encoding="UTF-8" standalone="yes"?>
<Relationships xmlns="http://schemas.openxmlformats.org/package/2006/relationships"><Relationship Id="rId3" Type="http://schemas.openxmlformats.org/officeDocument/2006/relationships/hyperlink" Target="https://brandspace.deloitte.com/content/index/guid/guidelines_elements_icons?parent=1598" TargetMode="External"/><Relationship Id="rId2" Type="http://schemas.openxmlformats.org/officeDocument/2006/relationships/hyperlink" Target="https://brandspace.deloitte.com/content/index/guid/guidelines_elements_typography?parent=1598" TargetMode="External"/><Relationship Id="rId1" Type="http://schemas.openxmlformats.org/officeDocument/2006/relationships/slideLayout" Target="../slideLayouts/slideLayout13.xml"/><Relationship Id="rId5" Type="http://schemas.openxmlformats.org/officeDocument/2006/relationships/image" Target="../media/image20.jpeg"/><Relationship Id="rId4" Type="http://schemas.openxmlformats.org/officeDocument/2006/relationships/image" Target="../media/image19.jpeg"/></Relationships>
</file>

<file path=ppt/slides/_rels/slide7.xml.rels><?xml version="1.0" encoding="UTF-8" standalone="yes"?>
<Relationships xmlns="http://schemas.openxmlformats.org/package/2006/relationships"><Relationship Id="rId8" Type="http://schemas.openxmlformats.org/officeDocument/2006/relationships/image" Target="../media/image26.png"/><Relationship Id="rId13" Type="http://schemas.openxmlformats.org/officeDocument/2006/relationships/image" Target="../media/image31.png"/><Relationship Id="rId18" Type="http://schemas.openxmlformats.org/officeDocument/2006/relationships/image" Target="../media/image36.png"/><Relationship Id="rId3" Type="http://schemas.openxmlformats.org/officeDocument/2006/relationships/image" Target="../media/image21.png"/><Relationship Id="rId7" Type="http://schemas.openxmlformats.org/officeDocument/2006/relationships/image" Target="../media/image25.png"/><Relationship Id="rId12" Type="http://schemas.openxmlformats.org/officeDocument/2006/relationships/image" Target="../media/image30.png"/><Relationship Id="rId17" Type="http://schemas.openxmlformats.org/officeDocument/2006/relationships/image" Target="../media/image35.png"/><Relationship Id="rId2" Type="http://schemas.openxmlformats.org/officeDocument/2006/relationships/notesSlide" Target="../notesSlides/notesSlide3.xml"/><Relationship Id="rId16" Type="http://schemas.openxmlformats.org/officeDocument/2006/relationships/image" Target="../media/image34.png"/><Relationship Id="rId20" Type="http://schemas.openxmlformats.org/officeDocument/2006/relationships/hyperlink" Target="https://brandspace.deloitte.com/content/index/guid/creativeresources_support_globalvendoragreements?parent=1528" TargetMode="External"/><Relationship Id="rId1" Type="http://schemas.openxmlformats.org/officeDocument/2006/relationships/slideLayout" Target="../slideLayouts/slideLayout12.xml"/><Relationship Id="rId6" Type="http://schemas.openxmlformats.org/officeDocument/2006/relationships/image" Target="../media/image24.png"/><Relationship Id="rId11" Type="http://schemas.openxmlformats.org/officeDocument/2006/relationships/image" Target="../media/image29.png"/><Relationship Id="rId5" Type="http://schemas.openxmlformats.org/officeDocument/2006/relationships/image" Target="../media/image23.png"/><Relationship Id="rId15" Type="http://schemas.openxmlformats.org/officeDocument/2006/relationships/image" Target="../media/image33.png"/><Relationship Id="rId10" Type="http://schemas.openxmlformats.org/officeDocument/2006/relationships/image" Target="../media/image28.png"/><Relationship Id="rId19" Type="http://schemas.openxmlformats.org/officeDocument/2006/relationships/hyperlink" Target="https://brandspace.deloitte.com/content/index/guid/creativeresources_imagelibrary?parent=1619" TargetMode="External"/><Relationship Id="rId4" Type="http://schemas.openxmlformats.org/officeDocument/2006/relationships/image" Target="../media/image22.png"/><Relationship Id="rId9" Type="http://schemas.openxmlformats.org/officeDocument/2006/relationships/image" Target="../media/image27.png"/><Relationship Id="rId14" Type="http://schemas.openxmlformats.org/officeDocument/2006/relationships/image" Target="../media/image32.png"/></Relationships>
</file>

<file path=ppt/slides/_rels/slide8.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45.png"/><Relationship Id="rId3" Type="http://schemas.openxmlformats.org/officeDocument/2006/relationships/hyperlink" Target="https://brandspace.deloitte.com/content/index/guid/creativeresources_imagelibrary?parent=1619" TargetMode="External"/><Relationship Id="rId7" Type="http://schemas.openxmlformats.org/officeDocument/2006/relationships/image" Target="../media/image39.png"/><Relationship Id="rId12" Type="http://schemas.openxmlformats.org/officeDocument/2006/relationships/image" Target="../media/image44.png"/><Relationship Id="rId2" Type="http://schemas.openxmlformats.org/officeDocument/2006/relationships/notesSlide" Target="../notesSlides/notesSlide4.xml"/><Relationship Id="rId1" Type="http://schemas.openxmlformats.org/officeDocument/2006/relationships/slideLayout" Target="../slideLayouts/slideLayout12.xml"/><Relationship Id="rId6" Type="http://schemas.openxmlformats.org/officeDocument/2006/relationships/image" Target="../media/image38.png"/><Relationship Id="rId11" Type="http://schemas.openxmlformats.org/officeDocument/2006/relationships/image" Target="../media/image43.png"/><Relationship Id="rId5" Type="http://schemas.openxmlformats.org/officeDocument/2006/relationships/image" Target="../media/image37.png"/><Relationship Id="rId10" Type="http://schemas.openxmlformats.org/officeDocument/2006/relationships/image" Target="../media/image42.png"/><Relationship Id="rId4" Type="http://schemas.openxmlformats.org/officeDocument/2006/relationships/hyperlink" Target="https://brandspace.deloitte.com/content/index/guid/creativeresources_support_globalvendoragreements?parent=1528" TargetMode="External"/><Relationship Id="rId9" Type="http://schemas.openxmlformats.org/officeDocument/2006/relationships/image" Target="../media/image41.png"/></Relationships>
</file>

<file path=ppt/slides/_rels/slide9.xml.rels><?xml version="1.0" encoding="UTF-8" standalone="yes"?>
<Relationships xmlns="http://schemas.openxmlformats.org/package/2006/relationships"><Relationship Id="rId3" Type="http://schemas.openxmlformats.org/officeDocument/2006/relationships/hyperlink" Target="mailto:neuro@deloitte.com" TargetMode="External"/><Relationship Id="rId2" Type="http://schemas.openxmlformats.org/officeDocument/2006/relationships/hyperlink" Target="https://engage.deloitte.com/neuro#/subpage/home" TargetMode="External"/><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5.xml"/><Relationship Id="rId1" Type="http://schemas.openxmlformats.org/officeDocument/2006/relationships/slideLayout" Target="../slideLayouts/slideLayout1.xml"/><Relationship Id="rId4" Type="http://schemas.openxmlformats.org/officeDocument/2006/relationships/hyperlink" Target="https://brandspace.deloitte.com/content/index/guid/guidelines_accessibility?parent=1597" TargetMode="External"/></Relationships>
</file>

<file path=ppt/slides/_rels/slide12.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hyperlink" Target="https://brandspace.deloitte.com/content/index/guid/guidelines_accessibility?parent=1597" TargetMode="External"/></Relationships>
</file>

<file path=ppt/slides/_rels/slide1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xml"/><Relationship Id="rId1" Type="http://schemas.openxmlformats.org/officeDocument/2006/relationships/slideLayout" Target="../slideLayouts/slideLayout3.xml"/><Relationship Id="rId5" Type="http://schemas.openxmlformats.org/officeDocument/2006/relationships/image" Target="../media/image3.png"/><Relationship Id="rId4" Type="http://schemas.openxmlformats.org/officeDocument/2006/relationships/hyperlink" Target="https://brandspace.deloitte.com/content/index/guid/guidelines_accessibility?parent=1597"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2" Type="http://schemas.openxmlformats.org/officeDocument/2006/relationships/slideLayout" Target="../slideLayouts/slideLayout12.xml"/><Relationship Id="rId1" Type="http://schemas.openxmlformats.org/officeDocument/2006/relationships/tags" Target="../tags/tag2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4.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xml.rels><?xml version="1.0" encoding="UTF-8" standalone="yes"?>
<Relationships xmlns="http://schemas.openxmlformats.org/package/2006/relationships"><Relationship Id="rId2" Type="http://schemas.openxmlformats.org/officeDocument/2006/relationships/slideLayout" Target="../slideLayouts/slideLayout11.xml"/><Relationship Id="rId1" Type="http://schemas.openxmlformats.org/officeDocument/2006/relationships/tags" Target="../tags/tag24.xml"/></Relationships>
</file>

<file path=ppt/slides/_rels/slide43.xml.rels><?xml version="1.0" encoding="UTF-8" standalone="yes"?>
<Relationships xmlns="http://schemas.openxmlformats.org/package/2006/relationships"><Relationship Id="rId8" Type="http://schemas.openxmlformats.org/officeDocument/2006/relationships/tags" Target="../tags/tag32.xml"/><Relationship Id="rId3" Type="http://schemas.openxmlformats.org/officeDocument/2006/relationships/tags" Target="../tags/tag27.xml"/><Relationship Id="rId7" Type="http://schemas.openxmlformats.org/officeDocument/2006/relationships/tags" Target="../tags/tag31.xml"/><Relationship Id="rId2" Type="http://schemas.openxmlformats.org/officeDocument/2006/relationships/tags" Target="../tags/tag26.xml"/><Relationship Id="rId1" Type="http://schemas.openxmlformats.org/officeDocument/2006/relationships/tags" Target="../tags/tag25.xml"/><Relationship Id="rId6" Type="http://schemas.openxmlformats.org/officeDocument/2006/relationships/tags" Target="../tags/tag30.xml"/><Relationship Id="rId5" Type="http://schemas.openxmlformats.org/officeDocument/2006/relationships/tags" Target="../tags/tag29.xml"/><Relationship Id="rId4" Type="http://schemas.openxmlformats.org/officeDocument/2006/relationships/tags" Target="../tags/tag28.xml"/><Relationship Id="rId9" Type="http://schemas.openxmlformats.org/officeDocument/2006/relationships/slideLayout" Target="../slideLayouts/slideLayout1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9.xml.rels><?xml version="1.0" encoding="UTF-8" standalone="yes"?>
<Relationships xmlns="http://schemas.openxmlformats.org/package/2006/relationships"><Relationship Id="rId8" Type="http://schemas.openxmlformats.org/officeDocument/2006/relationships/tags" Target="../tags/tag40.xml"/><Relationship Id="rId3" Type="http://schemas.openxmlformats.org/officeDocument/2006/relationships/tags" Target="../tags/tag35.xml"/><Relationship Id="rId7" Type="http://schemas.openxmlformats.org/officeDocument/2006/relationships/tags" Target="../tags/tag39.xml"/><Relationship Id="rId2" Type="http://schemas.openxmlformats.org/officeDocument/2006/relationships/tags" Target="../tags/tag34.xml"/><Relationship Id="rId1" Type="http://schemas.openxmlformats.org/officeDocument/2006/relationships/tags" Target="../tags/tag33.xml"/><Relationship Id="rId6" Type="http://schemas.openxmlformats.org/officeDocument/2006/relationships/tags" Target="../tags/tag38.xml"/><Relationship Id="rId11" Type="http://schemas.openxmlformats.org/officeDocument/2006/relationships/slideLayout" Target="../slideLayouts/slideLayout12.xml"/><Relationship Id="rId5" Type="http://schemas.openxmlformats.org/officeDocument/2006/relationships/tags" Target="../tags/tag37.xml"/><Relationship Id="rId10" Type="http://schemas.openxmlformats.org/officeDocument/2006/relationships/tags" Target="../tags/tag42.xml"/><Relationship Id="rId4" Type="http://schemas.openxmlformats.org/officeDocument/2006/relationships/tags" Target="../tags/tag36.xml"/><Relationship Id="rId9" Type="http://schemas.openxmlformats.org/officeDocument/2006/relationships/tags" Target="../tags/tag41.xml"/></Relationships>
</file>

<file path=ppt/slides/_rels/slide50.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tags" Target="../tags/tag44.xml"/><Relationship Id="rId1" Type="http://schemas.openxmlformats.org/officeDocument/2006/relationships/tags" Target="../tags/tag4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1.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3.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12.xml"/><Relationship Id="rId1" Type="http://schemas.openxmlformats.org/officeDocument/2006/relationships/tags" Target="../tags/tag45.xml"/><Relationship Id="rId6" Type="http://schemas.openxmlformats.org/officeDocument/2006/relationships/chart" Target="../charts/chart1.xml"/><Relationship Id="rId5" Type="http://schemas.openxmlformats.org/officeDocument/2006/relationships/image" Target="../media/image1.emf"/><Relationship Id="rId4" Type="http://schemas.openxmlformats.org/officeDocument/2006/relationships/oleObject" Target="../embeddings/oleObject22.bin"/></Relationships>
</file>

<file path=ppt/slides/_rels/slide64.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1.xml"/><Relationship Id="rId1" Type="http://schemas.openxmlformats.org/officeDocument/2006/relationships/slideLayout" Target="../slideLayouts/slideLayout12.xml"/></Relationships>
</file>

<file path=ppt/slides/_rels/slide65.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32.xml"/><Relationship Id="rId1" Type="http://schemas.openxmlformats.org/officeDocument/2006/relationships/slideLayout" Target="../slideLayouts/slideLayout13.xml"/><Relationship Id="rId4" Type="http://schemas.openxmlformats.org/officeDocument/2006/relationships/chart" Target="../charts/chart4.xml"/></Relationships>
</file>

<file path=ppt/slides/_rels/slide66.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33.xml"/><Relationship Id="rId1" Type="http://schemas.openxmlformats.org/officeDocument/2006/relationships/slideLayout" Target="../slideLayouts/slideLayout12.xml"/></Relationships>
</file>

<file path=ppt/slides/_rels/slide67.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34.xml"/><Relationship Id="rId1" Type="http://schemas.openxmlformats.org/officeDocument/2006/relationships/slideLayout" Target="../slideLayouts/slideLayout15.xml"/><Relationship Id="rId6" Type="http://schemas.openxmlformats.org/officeDocument/2006/relationships/chart" Target="../charts/chart9.xml"/><Relationship Id="rId5" Type="http://schemas.openxmlformats.org/officeDocument/2006/relationships/chart" Target="../charts/chart8.xml"/><Relationship Id="rId4" Type="http://schemas.openxmlformats.org/officeDocument/2006/relationships/chart" Target="../charts/chart7.xml"/></Relationships>
</file>

<file path=ppt/slides/_rels/slide68.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35.xml"/><Relationship Id="rId1" Type="http://schemas.openxmlformats.org/officeDocument/2006/relationships/slideLayout" Target="../slideLayouts/slideLayout12.xml"/></Relationships>
</file>

<file path=ppt/slides/_rels/slide69.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36.xml"/><Relationship Id="rId1" Type="http://schemas.openxmlformats.org/officeDocument/2006/relationships/slideLayout" Target="../slideLayouts/slideLayout12.xml"/></Relationships>
</file>

<file path=ppt/slides/_rels/slide70.xml.rels><?xml version="1.0" encoding="UTF-8" standalone="yes"?>
<Relationships xmlns="http://schemas.openxmlformats.org/package/2006/relationships"><Relationship Id="rId2" Type="http://schemas.openxmlformats.org/officeDocument/2006/relationships/chart" Target="../charts/chart12.xml"/><Relationship Id="rId1" Type="http://schemas.openxmlformats.org/officeDocument/2006/relationships/slideLayout" Target="../slideLayouts/slideLayout12.xml"/></Relationships>
</file>

<file path=ppt/slides/_rels/slide71.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37.xml"/><Relationship Id="rId1" Type="http://schemas.openxmlformats.org/officeDocument/2006/relationships/slideLayout" Target="../slideLayouts/slideLayout12.xml"/></Relationships>
</file>

<file path=ppt/slides/_rels/slide72.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notesSlide" Target="../notesSlides/notesSlide38.xml"/><Relationship Id="rId1" Type="http://schemas.openxmlformats.org/officeDocument/2006/relationships/slideLayout" Target="../slideLayouts/slideLayout13.xml"/><Relationship Id="rId6" Type="http://schemas.openxmlformats.org/officeDocument/2006/relationships/chart" Target="../charts/chart17.xml"/><Relationship Id="rId5" Type="http://schemas.openxmlformats.org/officeDocument/2006/relationships/chart" Target="../charts/chart16.xml"/><Relationship Id="rId4" Type="http://schemas.openxmlformats.org/officeDocument/2006/relationships/chart" Target="../charts/chart15.xml"/></Relationships>
</file>

<file path=ppt/slides/_rels/slide73.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notesSlide" Target="../notesSlides/notesSlide39.xml"/><Relationship Id="rId1" Type="http://schemas.openxmlformats.org/officeDocument/2006/relationships/slideLayout" Target="../slideLayouts/slideLayout12.xml"/></Relationships>
</file>

<file path=ppt/slides/_rels/slide74.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notesSlide" Target="../notesSlides/notesSlide40.xml"/><Relationship Id="rId1" Type="http://schemas.openxmlformats.org/officeDocument/2006/relationships/slideLayout" Target="../slideLayouts/slideLayout12.xml"/></Relationships>
</file>

<file path=ppt/slides/_rels/slide75.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notesSlide" Target="../notesSlides/notesSlide41.xml"/><Relationship Id="rId1" Type="http://schemas.openxmlformats.org/officeDocument/2006/relationships/slideLayout" Target="../slideLayouts/slideLayout15.xml"/><Relationship Id="rId6" Type="http://schemas.openxmlformats.org/officeDocument/2006/relationships/chart" Target="../charts/chart23.xml"/><Relationship Id="rId5" Type="http://schemas.openxmlformats.org/officeDocument/2006/relationships/chart" Target="../charts/chart22.xml"/><Relationship Id="rId4" Type="http://schemas.openxmlformats.org/officeDocument/2006/relationships/chart" Target="../charts/chart21.xml"/></Relationships>
</file>

<file path=ppt/slides/_rels/slide76.xml.rels><?xml version="1.0" encoding="UTF-8" standalone="yes"?>
<Relationships xmlns="http://schemas.openxmlformats.org/package/2006/relationships"><Relationship Id="rId3" Type="http://schemas.openxmlformats.org/officeDocument/2006/relationships/chart" Target="../charts/chart24.xml"/><Relationship Id="rId2" Type="http://schemas.openxmlformats.org/officeDocument/2006/relationships/notesSlide" Target="../notesSlides/notesSlide42.xml"/><Relationship Id="rId1" Type="http://schemas.openxmlformats.org/officeDocument/2006/relationships/slideLayout" Target="../slideLayouts/slideLayout12.xml"/></Relationships>
</file>

<file path=ppt/slides/_rels/slide77.xml.rels><?xml version="1.0" encoding="UTF-8" standalone="yes"?>
<Relationships xmlns="http://schemas.openxmlformats.org/package/2006/relationships"><Relationship Id="rId3" Type="http://schemas.openxmlformats.org/officeDocument/2006/relationships/chart" Target="../charts/chart25.xml"/><Relationship Id="rId2" Type="http://schemas.openxmlformats.org/officeDocument/2006/relationships/notesSlide" Target="../notesSlides/notesSlide43.xml"/><Relationship Id="rId1" Type="http://schemas.openxmlformats.org/officeDocument/2006/relationships/slideLayout" Target="../slideLayouts/slideLayout12.xml"/></Relationships>
</file>

<file path=ppt/slides/_rels/slide78.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notesSlide" Target="../notesSlides/notesSlide44.xml"/><Relationship Id="rId1" Type="http://schemas.openxmlformats.org/officeDocument/2006/relationships/slideLayout" Target="../slideLayouts/slideLayout13.xml"/></Relationships>
</file>

<file path=ppt/slides/_rels/slide79.xml.rels><?xml version="1.0" encoding="UTF-8" standalone="yes"?>
<Relationships xmlns="http://schemas.openxmlformats.org/package/2006/relationships"><Relationship Id="rId3" Type="http://schemas.openxmlformats.org/officeDocument/2006/relationships/chart" Target="../charts/chart27.xml"/><Relationship Id="rId2" Type="http://schemas.openxmlformats.org/officeDocument/2006/relationships/notesSlide" Target="../notesSlides/notesSlide45.xml"/><Relationship Id="rId1" Type="http://schemas.openxmlformats.org/officeDocument/2006/relationships/slideLayout" Target="../slideLayouts/slideLayout13.xml"/><Relationship Id="rId4" Type="http://schemas.openxmlformats.org/officeDocument/2006/relationships/chart" Target="../charts/chart28.xml"/></Relationships>
</file>

<file path=ppt/slides/_rels/slide80.xml.rels><?xml version="1.0" encoding="UTF-8" standalone="yes"?>
<Relationships xmlns="http://schemas.openxmlformats.org/package/2006/relationships"><Relationship Id="rId3" Type="http://schemas.openxmlformats.org/officeDocument/2006/relationships/chart" Target="../charts/chart30.xml"/><Relationship Id="rId2" Type="http://schemas.openxmlformats.org/officeDocument/2006/relationships/chart" Target="../charts/chart29.xml"/><Relationship Id="rId1" Type="http://schemas.openxmlformats.org/officeDocument/2006/relationships/slideLayout" Target="../slideLayouts/slideLayout23.xml"/></Relationships>
</file>

<file path=ppt/slides/_rels/slide81.xml.rels><?xml version="1.0" encoding="UTF-8" standalone="yes"?>
<Relationships xmlns="http://schemas.openxmlformats.org/package/2006/relationships"><Relationship Id="rId3" Type="http://schemas.openxmlformats.org/officeDocument/2006/relationships/chart" Target="../charts/chart31.xml"/><Relationship Id="rId2" Type="http://schemas.openxmlformats.org/officeDocument/2006/relationships/notesSlide" Target="../notesSlides/notesSlide46.xml"/><Relationship Id="rId1" Type="http://schemas.openxmlformats.org/officeDocument/2006/relationships/slideLayout" Target="../slideLayouts/slideLayout12.xml"/></Relationships>
</file>

<file path=ppt/slides/_rels/slide82.xml.rels><?xml version="1.0" encoding="UTF-8" standalone="yes"?>
<Relationships xmlns="http://schemas.openxmlformats.org/package/2006/relationships"><Relationship Id="rId3" Type="http://schemas.openxmlformats.org/officeDocument/2006/relationships/chart" Target="../charts/chart32.xml"/><Relationship Id="rId2" Type="http://schemas.openxmlformats.org/officeDocument/2006/relationships/notesSlide" Target="../notesSlides/notesSlide47.xml"/><Relationship Id="rId1" Type="http://schemas.openxmlformats.org/officeDocument/2006/relationships/slideLayout" Target="../slideLayouts/slideLayout13.xml"/></Relationships>
</file>

<file path=ppt/slides/_rels/slide83.xml.rels><?xml version="1.0" encoding="UTF-8" standalone="yes"?>
<Relationships xmlns="http://schemas.openxmlformats.org/package/2006/relationships"><Relationship Id="rId3" Type="http://schemas.openxmlformats.org/officeDocument/2006/relationships/chart" Target="../charts/chart33.xml"/><Relationship Id="rId2" Type="http://schemas.openxmlformats.org/officeDocument/2006/relationships/notesSlide" Target="../notesSlides/notesSlide48.xml"/><Relationship Id="rId1" Type="http://schemas.openxmlformats.org/officeDocument/2006/relationships/slideLayout" Target="../slideLayouts/slideLayout13.xml"/><Relationship Id="rId4" Type="http://schemas.openxmlformats.org/officeDocument/2006/relationships/chart" Target="../charts/chart34.xml"/></Relationships>
</file>

<file path=ppt/slides/_rels/slide84.xml.rels><?xml version="1.0" encoding="UTF-8" standalone="yes"?>
<Relationships xmlns="http://schemas.openxmlformats.org/package/2006/relationships"><Relationship Id="rId3" Type="http://schemas.openxmlformats.org/officeDocument/2006/relationships/chart" Target="../charts/chart35.xml"/><Relationship Id="rId2" Type="http://schemas.openxmlformats.org/officeDocument/2006/relationships/notesSlide" Target="../notesSlides/notesSlide49.xml"/><Relationship Id="rId1" Type="http://schemas.openxmlformats.org/officeDocument/2006/relationships/slideLayout" Target="../slideLayouts/slideLayout13.xml"/><Relationship Id="rId4" Type="http://schemas.openxmlformats.org/officeDocument/2006/relationships/chart" Target="../charts/chart36.xml"/></Relationships>
</file>

<file path=ppt/slides/_rels/slide85.xml.rels><?xml version="1.0" encoding="UTF-8" standalone="yes"?>
<Relationships xmlns="http://schemas.openxmlformats.org/package/2006/relationships"><Relationship Id="rId3" Type="http://schemas.openxmlformats.org/officeDocument/2006/relationships/chart" Target="../charts/chart37.xml"/><Relationship Id="rId2" Type="http://schemas.openxmlformats.org/officeDocument/2006/relationships/notesSlide" Target="../notesSlides/notesSlide50.xml"/><Relationship Id="rId1" Type="http://schemas.openxmlformats.org/officeDocument/2006/relationships/slideLayout" Target="../slideLayouts/slideLayout23.xml"/><Relationship Id="rId4" Type="http://schemas.openxmlformats.org/officeDocument/2006/relationships/chart" Target="../charts/chart38.xml"/></Relationships>
</file>

<file path=ppt/slides/_rels/slide86.xml.rels><?xml version="1.0" encoding="UTF-8" standalone="yes"?>
<Relationships xmlns="http://schemas.openxmlformats.org/package/2006/relationships"><Relationship Id="rId3" Type="http://schemas.openxmlformats.org/officeDocument/2006/relationships/chart" Target="../charts/chart39.xml"/><Relationship Id="rId2" Type="http://schemas.openxmlformats.org/officeDocument/2006/relationships/notesSlide" Target="../notesSlides/notesSlide51.xml"/><Relationship Id="rId1" Type="http://schemas.openxmlformats.org/officeDocument/2006/relationships/slideLayout" Target="../slideLayouts/slideLayout13.xml"/><Relationship Id="rId4" Type="http://schemas.openxmlformats.org/officeDocument/2006/relationships/chart" Target="../charts/chart40.xml"/></Relationships>
</file>

<file path=ppt/slides/_rels/slide87.xml.rels><?xml version="1.0" encoding="UTF-8" standalone="yes"?>
<Relationships xmlns="http://schemas.openxmlformats.org/package/2006/relationships"><Relationship Id="rId3" Type="http://schemas.openxmlformats.org/officeDocument/2006/relationships/chart" Target="../charts/chart41.xml"/><Relationship Id="rId2" Type="http://schemas.openxmlformats.org/officeDocument/2006/relationships/notesSlide" Target="../notesSlides/notesSlide52.xml"/><Relationship Id="rId1" Type="http://schemas.openxmlformats.org/officeDocument/2006/relationships/slideLayout" Target="../slideLayouts/slideLayout12.xml"/></Relationships>
</file>

<file path=ppt/slides/_rels/slide88.xml.rels><?xml version="1.0" encoding="UTF-8" standalone="yes"?>
<Relationships xmlns="http://schemas.openxmlformats.org/package/2006/relationships"><Relationship Id="rId3" Type="http://schemas.openxmlformats.org/officeDocument/2006/relationships/chart" Target="../charts/chart42.xml"/><Relationship Id="rId2" Type="http://schemas.openxmlformats.org/officeDocument/2006/relationships/notesSlide" Target="../notesSlides/notesSlide53.xml"/><Relationship Id="rId1" Type="http://schemas.openxmlformats.org/officeDocument/2006/relationships/slideLayout" Target="../slideLayouts/slideLayout22.xml"/></Relationships>
</file>

<file path=ppt/slides/_rels/slide89.xml.rels><?xml version="1.0" encoding="UTF-8" standalone="yes"?>
<Relationships xmlns="http://schemas.openxmlformats.org/package/2006/relationships"><Relationship Id="rId3" Type="http://schemas.openxmlformats.org/officeDocument/2006/relationships/chart" Target="../charts/chart44.xml"/><Relationship Id="rId2" Type="http://schemas.openxmlformats.org/officeDocument/2006/relationships/chart" Target="../charts/chart43.xml"/><Relationship Id="rId1" Type="http://schemas.openxmlformats.org/officeDocument/2006/relationships/slideLayout" Target="../slideLayouts/slideLayout14.xml"/><Relationship Id="rId5" Type="http://schemas.openxmlformats.org/officeDocument/2006/relationships/chart" Target="../charts/chart46.xml"/><Relationship Id="rId4" Type="http://schemas.openxmlformats.org/officeDocument/2006/relationships/chart" Target="../charts/chart45.xml"/></Relationships>
</file>

<file path=ppt/slides/_rels/slide90.xml.rels><?xml version="1.0" encoding="UTF-8" standalone="yes"?>
<Relationships xmlns="http://schemas.openxmlformats.org/package/2006/relationships"><Relationship Id="rId3" Type="http://schemas.openxmlformats.org/officeDocument/2006/relationships/chart" Target="../charts/chart48.xml"/><Relationship Id="rId2" Type="http://schemas.openxmlformats.org/officeDocument/2006/relationships/chart" Target="../charts/chart47.xml"/><Relationship Id="rId1" Type="http://schemas.openxmlformats.org/officeDocument/2006/relationships/slideLayout" Target="../slideLayouts/slideLayout24.xml"/><Relationship Id="rId4" Type="http://schemas.openxmlformats.org/officeDocument/2006/relationships/chart" Target="../charts/chart49.xml"/></Relationships>
</file>

<file path=ppt/slides/_rels/slide91.xml.rels><?xml version="1.0" encoding="UTF-8" standalone="yes"?>
<Relationships xmlns="http://schemas.openxmlformats.org/package/2006/relationships"><Relationship Id="rId3" Type="http://schemas.openxmlformats.org/officeDocument/2006/relationships/chart" Target="../charts/chart51.xml"/><Relationship Id="rId2" Type="http://schemas.openxmlformats.org/officeDocument/2006/relationships/chart" Target="../charts/chart50.xml"/><Relationship Id="rId1" Type="http://schemas.openxmlformats.org/officeDocument/2006/relationships/slideLayout" Target="../slideLayouts/slideLayout14.xml"/><Relationship Id="rId4" Type="http://schemas.openxmlformats.org/officeDocument/2006/relationships/chart" Target="../charts/chart52.xml"/></Relationships>
</file>

<file path=ppt/slides/_rels/slide92.xml.rels><?xml version="1.0" encoding="UTF-8" standalone="yes"?>
<Relationships xmlns="http://schemas.openxmlformats.org/package/2006/relationships"><Relationship Id="rId2" Type="http://schemas.openxmlformats.org/officeDocument/2006/relationships/chart" Target="../charts/chart53.xml"/><Relationship Id="rId1" Type="http://schemas.openxmlformats.org/officeDocument/2006/relationships/slideLayout" Target="../slideLayouts/slideLayout12.xml"/></Relationships>
</file>

<file path=ppt/slides/_rels/slide93.xml.rels><?xml version="1.0" encoding="UTF-8" standalone="yes"?>
<Relationships xmlns="http://schemas.openxmlformats.org/package/2006/relationships"><Relationship Id="rId3" Type="http://schemas.openxmlformats.org/officeDocument/2006/relationships/chart" Target="../charts/chart54.xml"/><Relationship Id="rId2" Type="http://schemas.openxmlformats.org/officeDocument/2006/relationships/notesSlide" Target="../notesSlides/notesSlide54.xml"/><Relationship Id="rId1" Type="http://schemas.openxmlformats.org/officeDocument/2006/relationships/slideLayout" Target="../slideLayouts/slideLayout12.xml"/></Relationships>
</file>

<file path=ppt/slides/_rels/slide94.xml.rels><?xml version="1.0" encoding="UTF-8" standalone="yes"?>
<Relationships xmlns="http://schemas.openxmlformats.org/package/2006/relationships"><Relationship Id="rId3" Type="http://schemas.openxmlformats.org/officeDocument/2006/relationships/chart" Target="../charts/chart55.xml"/><Relationship Id="rId2" Type="http://schemas.openxmlformats.org/officeDocument/2006/relationships/notesSlide" Target="../notesSlides/notesSlide55.xml"/><Relationship Id="rId1" Type="http://schemas.openxmlformats.org/officeDocument/2006/relationships/slideLayout" Target="../slideLayouts/slideLayout12.xml"/></Relationships>
</file>

<file path=ppt/slides/_rels/slide95.xml.rels><?xml version="1.0" encoding="UTF-8" standalone="yes"?>
<Relationships xmlns="http://schemas.openxmlformats.org/package/2006/relationships"><Relationship Id="rId3" Type="http://schemas.openxmlformats.org/officeDocument/2006/relationships/chart" Target="../charts/chart56.xml"/><Relationship Id="rId2" Type="http://schemas.openxmlformats.org/officeDocument/2006/relationships/notesSlide" Target="../notesSlides/notesSlide56.xml"/><Relationship Id="rId1" Type="http://schemas.openxmlformats.org/officeDocument/2006/relationships/slideLayout" Target="../slideLayouts/slideLayout13.xml"/><Relationship Id="rId4" Type="http://schemas.openxmlformats.org/officeDocument/2006/relationships/chart" Target="../charts/chart57.xml"/></Relationships>
</file>

<file path=ppt/slides/_rels/slide96.xml.rels><?xml version="1.0" encoding="UTF-8" standalone="yes"?>
<Relationships xmlns="http://schemas.openxmlformats.org/package/2006/relationships"><Relationship Id="rId3" Type="http://schemas.openxmlformats.org/officeDocument/2006/relationships/chart" Target="../charts/chart58.xml"/><Relationship Id="rId2" Type="http://schemas.openxmlformats.org/officeDocument/2006/relationships/notesSlide" Target="../notesSlides/notesSlide57.xml"/><Relationship Id="rId1" Type="http://schemas.openxmlformats.org/officeDocument/2006/relationships/slideLayout" Target="../slideLayouts/slideLayout12.xml"/></Relationships>
</file>

<file path=ppt/slides/_rels/slide97.xml.rels><?xml version="1.0" encoding="UTF-8" standalone="yes"?>
<Relationships xmlns="http://schemas.openxmlformats.org/package/2006/relationships"><Relationship Id="rId3" Type="http://schemas.openxmlformats.org/officeDocument/2006/relationships/chart" Target="../charts/chart59.xml"/><Relationship Id="rId2" Type="http://schemas.openxmlformats.org/officeDocument/2006/relationships/notesSlide" Target="../notesSlides/notesSlide58.xml"/><Relationship Id="rId1" Type="http://schemas.openxmlformats.org/officeDocument/2006/relationships/slideLayout" Target="../slideLayouts/slideLayout13.xml"/><Relationship Id="rId4" Type="http://schemas.openxmlformats.org/officeDocument/2006/relationships/chart" Target="../charts/chart60.xml"/></Relationships>
</file>

<file path=ppt/slides/_rels/slide98.xml.rels><?xml version="1.0" encoding="UTF-8" standalone="yes"?>
<Relationships xmlns="http://schemas.openxmlformats.org/package/2006/relationships"><Relationship Id="rId3" Type="http://schemas.openxmlformats.org/officeDocument/2006/relationships/chart" Target="../charts/chart61.xml"/><Relationship Id="rId2" Type="http://schemas.openxmlformats.org/officeDocument/2006/relationships/notesSlide" Target="../notesSlides/notesSlide59.xml"/><Relationship Id="rId1" Type="http://schemas.openxmlformats.org/officeDocument/2006/relationships/slideLayout" Target="../slideLayouts/slideLayout12.xml"/></Relationships>
</file>

<file path=ppt/slides/_rels/slide99.xml.rels><?xml version="1.0" encoding="UTF-8" standalone="yes"?>
<Relationships xmlns="http://schemas.openxmlformats.org/package/2006/relationships"><Relationship Id="rId3" Type="http://schemas.openxmlformats.org/officeDocument/2006/relationships/chart" Target="../charts/chart62.xml"/><Relationship Id="rId2" Type="http://schemas.openxmlformats.org/officeDocument/2006/relationships/notesSlide" Target="../notesSlides/notesSlide60.xml"/><Relationship Id="rId1" Type="http://schemas.openxmlformats.org/officeDocument/2006/relationships/slideLayout" Target="../slideLayouts/slideLayout12.xml"/></Relationships>
</file>

<file path=ppt/slides/_rels/slide100.xml.rels><?xml version="1.0" encoding="UTF-8" standalone="yes"?>
<Relationships xmlns="http://schemas.openxmlformats.org/package/2006/relationships"><Relationship Id="rId3" Type="http://schemas.openxmlformats.org/officeDocument/2006/relationships/chart" Target="../charts/chart63.xml"/><Relationship Id="rId2" Type="http://schemas.openxmlformats.org/officeDocument/2006/relationships/notesSlide" Target="../notesSlides/notesSlide61.xml"/><Relationship Id="rId1" Type="http://schemas.openxmlformats.org/officeDocument/2006/relationships/slideLayout" Target="../slideLayouts/slideLayout12.xml"/></Relationships>
</file>

<file path=ppt/slides/_rels/slide101.xml.rels><?xml version="1.0" encoding="UTF-8" standalone="yes"?>
<Relationships xmlns="http://schemas.openxmlformats.org/package/2006/relationships"><Relationship Id="rId3" Type="http://schemas.openxmlformats.org/officeDocument/2006/relationships/chart" Target="../charts/chart64.xml"/><Relationship Id="rId2" Type="http://schemas.openxmlformats.org/officeDocument/2006/relationships/notesSlide" Target="../notesSlides/notesSlide62.xml"/><Relationship Id="rId1" Type="http://schemas.openxmlformats.org/officeDocument/2006/relationships/slideLayout" Target="../slideLayouts/slideLayout12.xml"/></Relationships>
</file>

<file path=ppt/slides/_rels/slide102.xml.rels><?xml version="1.0" encoding="UTF-8" standalone="yes"?>
<Relationships xmlns="http://schemas.openxmlformats.org/package/2006/relationships"><Relationship Id="rId3" Type="http://schemas.openxmlformats.org/officeDocument/2006/relationships/chart" Target="../charts/chart65.xml"/><Relationship Id="rId2" Type="http://schemas.openxmlformats.org/officeDocument/2006/relationships/notesSlide" Target="../notesSlides/notesSlide63.xml"/><Relationship Id="rId1" Type="http://schemas.openxmlformats.org/officeDocument/2006/relationships/slideLayout" Target="../slideLayouts/slideLayout12.xml"/></Relationships>
</file>

<file path=ppt/slides/_rels/slide103.xml.rels><?xml version="1.0" encoding="UTF-8" standalone="yes"?>
<Relationships xmlns="http://schemas.openxmlformats.org/package/2006/relationships"><Relationship Id="rId3" Type="http://schemas.openxmlformats.org/officeDocument/2006/relationships/chart" Target="../charts/chart66.xml"/><Relationship Id="rId2" Type="http://schemas.openxmlformats.org/officeDocument/2006/relationships/notesSlide" Target="../notesSlides/notesSlide64.xml"/><Relationship Id="rId1" Type="http://schemas.openxmlformats.org/officeDocument/2006/relationships/slideLayout" Target="../slideLayouts/slideLayout12.xml"/></Relationships>
</file>

<file path=ppt/slides/_rels/slide104.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notesSlide" Target="../notesSlides/notesSlide65.xml"/><Relationship Id="rId1" Type="http://schemas.openxmlformats.org/officeDocument/2006/relationships/slideLayout" Target="../slideLayouts/slideLayout12.xml"/></Relationships>
</file>

<file path=ppt/slides/_rels/slide105.xml.rels><?xml version="1.0" encoding="UTF-8" standalone="yes"?>
<Relationships xmlns="http://schemas.openxmlformats.org/package/2006/relationships"><Relationship Id="rId3" Type="http://schemas.openxmlformats.org/officeDocument/2006/relationships/chart" Target="../charts/chart68.xml"/><Relationship Id="rId2" Type="http://schemas.openxmlformats.org/officeDocument/2006/relationships/notesSlide" Target="../notesSlides/notesSlide66.xml"/><Relationship Id="rId1" Type="http://schemas.openxmlformats.org/officeDocument/2006/relationships/slideLayout" Target="../slideLayouts/slideLayout12.xml"/></Relationships>
</file>

<file path=ppt/slides/_rels/slide106.xml.rels><?xml version="1.0" encoding="UTF-8" standalone="yes"?>
<Relationships xmlns="http://schemas.openxmlformats.org/package/2006/relationships"><Relationship Id="rId3" Type="http://schemas.openxmlformats.org/officeDocument/2006/relationships/chart" Target="../charts/chart69.xml"/><Relationship Id="rId7" Type="http://schemas.openxmlformats.org/officeDocument/2006/relationships/chart" Target="../charts/chart73.xml"/><Relationship Id="rId2" Type="http://schemas.openxmlformats.org/officeDocument/2006/relationships/notesSlide" Target="../notesSlides/notesSlide67.xml"/><Relationship Id="rId1" Type="http://schemas.openxmlformats.org/officeDocument/2006/relationships/slideLayout" Target="../slideLayouts/slideLayout12.xml"/><Relationship Id="rId6" Type="http://schemas.openxmlformats.org/officeDocument/2006/relationships/chart" Target="../charts/chart72.xml"/><Relationship Id="rId5" Type="http://schemas.openxmlformats.org/officeDocument/2006/relationships/chart" Target="../charts/chart71.xml"/><Relationship Id="rId4" Type="http://schemas.openxmlformats.org/officeDocument/2006/relationships/chart" Target="../charts/chart70.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1.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3.xml"/></Relationships>
</file>

<file path=ppt/slides/_rels/slide111.xml.rels><?xml version="1.0" encoding="UTF-8" standalone="yes"?>
<Relationships xmlns="http://schemas.openxmlformats.org/package/2006/relationships"><Relationship Id="rId3" Type="http://schemas.openxmlformats.org/officeDocument/2006/relationships/tags" Target="../tags/tag48.xml"/><Relationship Id="rId2" Type="http://schemas.openxmlformats.org/officeDocument/2006/relationships/tags" Target="../tags/tag47.xml"/><Relationship Id="rId1" Type="http://schemas.openxmlformats.org/officeDocument/2006/relationships/tags" Target="../tags/tag46.xml"/><Relationship Id="rId6" Type="http://schemas.openxmlformats.org/officeDocument/2006/relationships/notesSlide" Target="../notesSlides/notesSlide72.xml"/><Relationship Id="rId5" Type="http://schemas.openxmlformats.org/officeDocument/2006/relationships/slideLayout" Target="../slideLayouts/slideLayout21.xml"/><Relationship Id="rId4" Type="http://schemas.openxmlformats.org/officeDocument/2006/relationships/tags" Target="../tags/tag49.xml"/></Relationships>
</file>

<file path=ppt/slides/_rels/slide112.xml.rels><?xml version="1.0" encoding="UTF-8" standalone="yes"?>
<Relationships xmlns="http://schemas.openxmlformats.org/package/2006/relationships"><Relationship Id="rId3" Type="http://schemas.openxmlformats.org/officeDocument/2006/relationships/tags" Target="../tags/tag52.xml"/><Relationship Id="rId7" Type="http://schemas.openxmlformats.org/officeDocument/2006/relationships/notesSlide" Target="../notesSlides/notesSlide73.xml"/><Relationship Id="rId2" Type="http://schemas.openxmlformats.org/officeDocument/2006/relationships/tags" Target="../tags/tag51.xml"/><Relationship Id="rId1" Type="http://schemas.openxmlformats.org/officeDocument/2006/relationships/tags" Target="../tags/tag50.xml"/><Relationship Id="rId6" Type="http://schemas.openxmlformats.org/officeDocument/2006/relationships/slideLayout" Target="../slideLayouts/slideLayout14.xml"/><Relationship Id="rId5" Type="http://schemas.openxmlformats.org/officeDocument/2006/relationships/tags" Target="../tags/tag54.xml"/><Relationship Id="rId4" Type="http://schemas.openxmlformats.org/officeDocument/2006/relationships/tags" Target="../tags/tag53.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1.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1.xml"/></Relationships>
</file>

<file path=ppt/slides/_rels/slide116.xml.rels><?xml version="1.0" encoding="UTF-8" standalone="yes"?>
<Relationships xmlns="http://schemas.openxmlformats.org/package/2006/relationships"><Relationship Id="rId3" Type="http://schemas.openxmlformats.org/officeDocument/2006/relationships/chart" Target="../charts/chart74.xml"/><Relationship Id="rId2" Type="http://schemas.openxmlformats.org/officeDocument/2006/relationships/notesSlide" Target="../notesSlides/notesSlide77.xml"/><Relationship Id="rId1" Type="http://schemas.openxmlformats.org/officeDocument/2006/relationships/slideLayout" Target="../slideLayouts/slideLayout1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1.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1.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1.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1.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1.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1.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1.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3.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1.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1.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1.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1.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3.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11.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1.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1.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3.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11.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1.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11.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11.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1.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3.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13.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13.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3.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1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1.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13.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1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1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1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1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11.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1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11.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11.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3.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3.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3.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1.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3.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1.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3.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11.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13.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11.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2.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10.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10.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1.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11.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11.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10.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10.xml"/></Relationships>
</file>

<file path=ppt/slides/_rels/slide197.xml.rels><?xml version="1.0" encoding="UTF-8" standalone="yes"?>
<Relationships xmlns="http://schemas.openxmlformats.org/package/2006/relationships"><Relationship Id="rId3" Type="http://schemas.openxmlformats.org/officeDocument/2006/relationships/tags" Target="../tags/tag57.xml"/><Relationship Id="rId2" Type="http://schemas.openxmlformats.org/officeDocument/2006/relationships/tags" Target="../tags/tag56.xml"/><Relationship Id="rId1" Type="http://schemas.openxmlformats.org/officeDocument/2006/relationships/tags" Target="../tags/tag55.xml"/><Relationship Id="rId6" Type="http://schemas.openxmlformats.org/officeDocument/2006/relationships/notesSlide" Target="../notesSlides/notesSlide145.xml"/><Relationship Id="rId5" Type="http://schemas.openxmlformats.org/officeDocument/2006/relationships/slideLayout" Target="../slideLayouts/slideLayout21.xml"/><Relationship Id="rId4" Type="http://schemas.openxmlformats.org/officeDocument/2006/relationships/tags" Target="../tags/tag58.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0.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0.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10.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10.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10.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10.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10.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10.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0.xml"/></Relationships>
</file>

<file path=ppt/slides/_rels/slide207.xml.rels><?xml version="1.0" encoding="UTF-8" standalone="yes"?>
<Relationships xmlns="http://schemas.openxmlformats.org/package/2006/relationships"><Relationship Id="rId3" Type="http://schemas.openxmlformats.org/officeDocument/2006/relationships/tags" Target="../tags/tag61.xml"/><Relationship Id="rId2" Type="http://schemas.openxmlformats.org/officeDocument/2006/relationships/tags" Target="../tags/tag60.xml"/><Relationship Id="rId1" Type="http://schemas.openxmlformats.org/officeDocument/2006/relationships/tags" Target="../tags/tag59.xml"/><Relationship Id="rId5" Type="http://schemas.openxmlformats.org/officeDocument/2006/relationships/notesSlide" Target="../notesSlides/notesSlide155.xml"/><Relationship Id="rId4" Type="http://schemas.openxmlformats.org/officeDocument/2006/relationships/slideLayout" Target="../slideLayouts/slideLayout10.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10.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1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12.xml.rels><?xml version="1.0" encoding="UTF-8" standalone="yes"?>
<Relationships xmlns="http://schemas.openxmlformats.org/package/2006/relationships"><Relationship Id="rId8" Type="http://schemas.openxmlformats.org/officeDocument/2006/relationships/notesSlide" Target="../notesSlides/notesSlide158.xml"/><Relationship Id="rId3" Type="http://schemas.openxmlformats.org/officeDocument/2006/relationships/tags" Target="../tags/tag64.xml"/><Relationship Id="rId7" Type="http://schemas.openxmlformats.org/officeDocument/2006/relationships/slideLayout" Target="../slideLayouts/slideLayout10.xml"/><Relationship Id="rId2" Type="http://schemas.openxmlformats.org/officeDocument/2006/relationships/tags" Target="../tags/tag63.xml"/><Relationship Id="rId1" Type="http://schemas.openxmlformats.org/officeDocument/2006/relationships/tags" Target="../tags/tag62.xml"/><Relationship Id="rId6" Type="http://schemas.openxmlformats.org/officeDocument/2006/relationships/tags" Target="../tags/tag67.xml"/><Relationship Id="rId5" Type="http://schemas.openxmlformats.org/officeDocument/2006/relationships/tags" Target="../tags/tag66.xml"/><Relationship Id="rId4" Type="http://schemas.openxmlformats.org/officeDocument/2006/relationships/tags" Target="../tags/tag65.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12.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11.xml"/></Relationships>
</file>

<file path=ppt/slides/_rels/slide215.xml.rels><?xml version="1.0" encoding="UTF-8" standalone="yes"?>
<Relationships xmlns="http://schemas.openxmlformats.org/package/2006/relationships"><Relationship Id="rId2" Type="http://schemas.openxmlformats.org/officeDocument/2006/relationships/hyperlink" Target="https://brandspace.deloitte.com/content/index/guid/ourbrand_contacts_corecreativeservices?parent=1528" TargetMode="External"/><Relationship Id="rId1" Type="http://schemas.openxmlformats.org/officeDocument/2006/relationships/slideLayout" Target="../slideLayouts/slideLayout5.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10.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10.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10.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10.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0.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31.xml.rels><?xml version="1.0" encoding="UTF-8" standalone="yes"?>
<Relationships xmlns="http://schemas.openxmlformats.org/package/2006/relationships"><Relationship Id="rId8" Type="http://schemas.openxmlformats.org/officeDocument/2006/relationships/tags" Target="../tags/tag75.xml"/><Relationship Id="rId13" Type="http://schemas.openxmlformats.org/officeDocument/2006/relationships/tags" Target="../tags/tag80.xml"/><Relationship Id="rId18" Type="http://schemas.openxmlformats.org/officeDocument/2006/relationships/tags" Target="../tags/tag85.xml"/><Relationship Id="rId3" Type="http://schemas.openxmlformats.org/officeDocument/2006/relationships/tags" Target="../tags/tag70.xml"/><Relationship Id="rId21" Type="http://schemas.openxmlformats.org/officeDocument/2006/relationships/tags" Target="../tags/tag88.xml"/><Relationship Id="rId7" Type="http://schemas.openxmlformats.org/officeDocument/2006/relationships/tags" Target="../tags/tag74.xml"/><Relationship Id="rId12" Type="http://schemas.openxmlformats.org/officeDocument/2006/relationships/tags" Target="../tags/tag79.xml"/><Relationship Id="rId17" Type="http://schemas.openxmlformats.org/officeDocument/2006/relationships/tags" Target="../tags/tag84.xml"/><Relationship Id="rId25" Type="http://schemas.openxmlformats.org/officeDocument/2006/relationships/slideLayout" Target="../slideLayouts/slideLayout10.xml"/><Relationship Id="rId2" Type="http://schemas.openxmlformats.org/officeDocument/2006/relationships/tags" Target="../tags/tag69.xml"/><Relationship Id="rId16" Type="http://schemas.openxmlformats.org/officeDocument/2006/relationships/tags" Target="../tags/tag83.xml"/><Relationship Id="rId20" Type="http://schemas.openxmlformats.org/officeDocument/2006/relationships/tags" Target="../tags/tag87.xml"/><Relationship Id="rId1" Type="http://schemas.openxmlformats.org/officeDocument/2006/relationships/tags" Target="../tags/tag68.xml"/><Relationship Id="rId6" Type="http://schemas.openxmlformats.org/officeDocument/2006/relationships/tags" Target="../tags/tag73.xml"/><Relationship Id="rId11" Type="http://schemas.openxmlformats.org/officeDocument/2006/relationships/tags" Target="../tags/tag78.xml"/><Relationship Id="rId24" Type="http://schemas.openxmlformats.org/officeDocument/2006/relationships/tags" Target="../tags/tag91.xml"/><Relationship Id="rId5" Type="http://schemas.openxmlformats.org/officeDocument/2006/relationships/tags" Target="../tags/tag72.xml"/><Relationship Id="rId15" Type="http://schemas.openxmlformats.org/officeDocument/2006/relationships/tags" Target="../tags/tag82.xml"/><Relationship Id="rId23" Type="http://schemas.openxmlformats.org/officeDocument/2006/relationships/tags" Target="../tags/tag90.xml"/><Relationship Id="rId10" Type="http://schemas.openxmlformats.org/officeDocument/2006/relationships/tags" Target="../tags/tag77.xml"/><Relationship Id="rId19" Type="http://schemas.openxmlformats.org/officeDocument/2006/relationships/tags" Target="../tags/tag86.xml"/><Relationship Id="rId4" Type="http://schemas.openxmlformats.org/officeDocument/2006/relationships/tags" Target="../tags/tag71.xml"/><Relationship Id="rId9" Type="http://schemas.openxmlformats.org/officeDocument/2006/relationships/tags" Target="../tags/tag76.xml"/><Relationship Id="rId14" Type="http://schemas.openxmlformats.org/officeDocument/2006/relationships/tags" Target="../tags/tag81.xml"/><Relationship Id="rId22" Type="http://schemas.openxmlformats.org/officeDocument/2006/relationships/tags" Target="../tags/tag89.xml"/></Relationships>
</file>

<file path=ppt/slides/_rels/slide232.xml.rels><?xml version="1.0" encoding="UTF-8" standalone="yes"?>
<Relationships xmlns="http://schemas.openxmlformats.org/package/2006/relationships"><Relationship Id="rId8" Type="http://schemas.openxmlformats.org/officeDocument/2006/relationships/tags" Target="../tags/tag99.xml"/><Relationship Id="rId13" Type="http://schemas.openxmlformats.org/officeDocument/2006/relationships/tags" Target="../tags/tag104.xml"/><Relationship Id="rId18" Type="http://schemas.openxmlformats.org/officeDocument/2006/relationships/tags" Target="../tags/tag109.xml"/><Relationship Id="rId3" Type="http://schemas.openxmlformats.org/officeDocument/2006/relationships/tags" Target="../tags/tag94.xml"/><Relationship Id="rId21" Type="http://schemas.openxmlformats.org/officeDocument/2006/relationships/tags" Target="../tags/tag112.xml"/><Relationship Id="rId7" Type="http://schemas.openxmlformats.org/officeDocument/2006/relationships/tags" Target="../tags/tag98.xml"/><Relationship Id="rId12" Type="http://schemas.openxmlformats.org/officeDocument/2006/relationships/tags" Target="../tags/tag103.xml"/><Relationship Id="rId17" Type="http://schemas.openxmlformats.org/officeDocument/2006/relationships/tags" Target="../tags/tag108.xml"/><Relationship Id="rId25" Type="http://schemas.openxmlformats.org/officeDocument/2006/relationships/slideLayout" Target="../slideLayouts/slideLayout10.xml"/><Relationship Id="rId2" Type="http://schemas.openxmlformats.org/officeDocument/2006/relationships/tags" Target="../tags/tag93.xml"/><Relationship Id="rId16" Type="http://schemas.openxmlformats.org/officeDocument/2006/relationships/tags" Target="../tags/tag107.xml"/><Relationship Id="rId20" Type="http://schemas.openxmlformats.org/officeDocument/2006/relationships/tags" Target="../tags/tag111.xml"/><Relationship Id="rId1" Type="http://schemas.openxmlformats.org/officeDocument/2006/relationships/tags" Target="../tags/tag92.xml"/><Relationship Id="rId6" Type="http://schemas.openxmlformats.org/officeDocument/2006/relationships/tags" Target="../tags/tag97.xml"/><Relationship Id="rId11" Type="http://schemas.openxmlformats.org/officeDocument/2006/relationships/tags" Target="../tags/tag102.xml"/><Relationship Id="rId24" Type="http://schemas.openxmlformats.org/officeDocument/2006/relationships/tags" Target="../tags/tag115.xml"/><Relationship Id="rId5" Type="http://schemas.openxmlformats.org/officeDocument/2006/relationships/tags" Target="../tags/tag96.xml"/><Relationship Id="rId15" Type="http://schemas.openxmlformats.org/officeDocument/2006/relationships/tags" Target="../tags/tag106.xml"/><Relationship Id="rId23" Type="http://schemas.openxmlformats.org/officeDocument/2006/relationships/tags" Target="../tags/tag114.xml"/><Relationship Id="rId10" Type="http://schemas.openxmlformats.org/officeDocument/2006/relationships/tags" Target="../tags/tag101.xml"/><Relationship Id="rId19" Type="http://schemas.openxmlformats.org/officeDocument/2006/relationships/tags" Target="../tags/tag110.xml"/><Relationship Id="rId4" Type="http://schemas.openxmlformats.org/officeDocument/2006/relationships/tags" Target="../tags/tag95.xml"/><Relationship Id="rId9" Type="http://schemas.openxmlformats.org/officeDocument/2006/relationships/tags" Target="../tags/tag100.xml"/><Relationship Id="rId14" Type="http://schemas.openxmlformats.org/officeDocument/2006/relationships/tags" Target="../tags/tag105.xml"/><Relationship Id="rId22" Type="http://schemas.openxmlformats.org/officeDocument/2006/relationships/tags" Target="../tags/tag113.xml"/></Relationships>
</file>

<file path=ppt/slides/_rels/slide233.xml.rels><?xml version="1.0" encoding="UTF-8" standalone="yes"?>
<Relationships xmlns="http://schemas.openxmlformats.org/package/2006/relationships"><Relationship Id="rId3" Type="http://schemas.openxmlformats.org/officeDocument/2006/relationships/tags" Target="../tags/tag118.xml"/><Relationship Id="rId7" Type="http://schemas.openxmlformats.org/officeDocument/2006/relationships/slideLayout" Target="../slideLayouts/slideLayout10.xml"/><Relationship Id="rId2" Type="http://schemas.openxmlformats.org/officeDocument/2006/relationships/tags" Target="../tags/tag117.xml"/><Relationship Id="rId1" Type="http://schemas.openxmlformats.org/officeDocument/2006/relationships/tags" Target="../tags/tag116.xml"/><Relationship Id="rId6" Type="http://schemas.openxmlformats.org/officeDocument/2006/relationships/tags" Target="../tags/tag121.xml"/><Relationship Id="rId5" Type="http://schemas.openxmlformats.org/officeDocument/2006/relationships/tags" Target="../tags/tag120.xml"/><Relationship Id="rId4" Type="http://schemas.openxmlformats.org/officeDocument/2006/relationships/tags" Target="../tags/tag119.xml"/></Relationships>
</file>

<file path=ppt/slides/_rels/slide234.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Layout" Target="../slideLayouts/slideLayout10.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37.xml.rels><?xml version="1.0" encoding="UTF-8" standalone="yes"?>
<Relationships xmlns="http://schemas.openxmlformats.org/package/2006/relationships"><Relationship Id="rId3" Type="http://schemas.openxmlformats.org/officeDocument/2006/relationships/slideLayout" Target="../slideLayouts/slideLayout10.xml"/><Relationship Id="rId7" Type="http://schemas.openxmlformats.org/officeDocument/2006/relationships/image" Target="../media/image51.emf"/><Relationship Id="rId2" Type="http://schemas.openxmlformats.org/officeDocument/2006/relationships/tags" Target="../tags/tag123.xml"/><Relationship Id="rId1" Type="http://schemas.openxmlformats.org/officeDocument/2006/relationships/tags" Target="../tags/tag122.xml"/><Relationship Id="rId6" Type="http://schemas.openxmlformats.org/officeDocument/2006/relationships/oleObject" Target="../embeddings/oleObject23.bin"/><Relationship Id="rId5" Type="http://schemas.openxmlformats.org/officeDocument/2006/relationships/image" Target="../media/image50.jpeg"/><Relationship Id="rId4" Type="http://schemas.openxmlformats.org/officeDocument/2006/relationships/notesSlide" Target="../notesSlides/notesSlide166.xml"/></Relationships>
</file>

<file path=ppt/slides/_rels/slide238.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10.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10.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41.xml.rels><?xml version="1.0" encoding="UTF-8" standalone="yes"?>
<Relationships xmlns="http://schemas.openxmlformats.org/package/2006/relationships"><Relationship Id="rId3" Type="http://schemas.openxmlformats.org/officeDocument/2006/relationships/chart" Target="../charts/chart75.xml"/><Relationship Id="rId2" Type="http://schemas.openxmlformats.org/officeDocument/2006/relationships/notesSlide" Target="../notesSlides/notesSlide168.xml"/><Relationship Id="rId1" Type="http://schemas.openxmlformats.org/officeDocument/2006/relationships/slideLayout" Target="../slideLayouts/slideLayout10.xml"/><Relationship Id="rId5" Type="http://schemas.openxmlformats.org/officeDocument/2006/relationships/chart" Target="../charts/chart77.xml"/><Relationship Id="rId4" Type="http://schemas.openxmlformats.org/officeDocument/2006/relationships/chart" Target="../charts/chart76.xml"/></Relationships>
</file>

<file path=ppt/slides/_rels/slide242.xml.rels><?xml version="1.0" encoding="UTF-8" standalone="yes"?>
<Relationships xmlns="http://schemas.openxmlformats.org/package/2006/relationships"><Relationship Id="rId3" Type="http://schemas.openxmlformats.org/officeDocument/2006/relationships/chart" Target="../charts/chart78.xml"/><Relationship Id="rId2" Type="http://schemas.openxmlformats.org/officeDocument/2006/relationships/notesSlide" Target="../notesSlides/notesSlide169.xml"/><Relationship Id="rId1" Type="http://schemas.openxmlformats.org/officeDocument/2006/relationships/slideLayout" Target="../slideLayouts/slideLayout10.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45.xml.rels><?xml version="1.0" encoding="UTF-8" standalone="yes"?>
<Relationships xmlns="http://schemas.openxmlformats.org/package/2006/relationships"><Relationship Id="rId3" Type="http://schemas.openxmlformats.org/officeDocument/2006/relationships/image" Target="../media/image55.emf"/><Relationship Id="rId2" Type="http://schemas.openxmlformats.org/officeDocument/2006/relationships/image" Target="../media/image54.emf"/><Relationship Id="rId1" Type="http://schemas.openxmlformats.org/officeDocument/2006/relationships/slideLayout" Target="../slideLayouts/slideLayout10.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47.xml.rels><?xml version="1.0" encoding="UTF-8" standalone="yes"?>
<Relationships xmlns="http://schemas.openxmlformats.org/package/2006/relationships"><Relationship Id="rId3" Type="http://schemas.openxmlformats.org/officeDocument/2006/relationships/notesSlide" Target="../notesSlides/notesSlide170.xml"/><Relationship Id="rId2" Type="http://schemas.openxmlformats.org/officeDocument/2006/relationships/slideLayout" Target="../slideLayouts/slideLayout10.xml"/><Relationship Id="rId1" Type="http://schemas.openxmlformats.org/officeDocument/2006/relationships/tags" Target="../tags/tag124.xml"/><Relationship Id="rId6" Type="http://schemas.openxmlformats.org/officeDocument/2006/relationships/chart" Target="../charts/chart79.xml"/><Relationship Id="rId5" Type="http://schemas.openxmlformats.org/officeDocument/2006/relationships/image" Target="../media/image51.emf"/><Relationship Id="rId4" Type="http://schemas.openxmlformats.org/officeDocument/2006/relationships/oleObject" Target="../embeddings/oleObject24.bin"/></Relationships>
</file>

<file path=ppt/slides/_rels/slide248.xml.rels><?xml version="1.0" encoding="UTF-8" standalone="yes"?>
<Relationships xmlns="http://schemas.openxmlformats.org/package/2006/relationships"><Relationship Id="rId3" Type="http://schemas.openxmlformats.org/officeDocument/2006/relationships/slideLayout" Target="../slideLayouts/slideLayout10.xml"/><Relationship Id="rId2" Type="http://schemas.openxmlformats.org/officeDocument/2006/relationships/tags" Target="../tags/tag126.xml"/><Relationship Id="rId1" Type="http://schemas.openxmlformats.org/officeDocument/2006/relationships/tags" Target="../tags/tag125.xml"/><Relationship Id="rId6" Type="http://schemas.openxmlformats.org/officeDocument/2006/relationships/image" Target="../media/image51.emf"/><Relationship Id="rId5" Type="http://schemas.openxmlformats.org/officeDocument/2006/relationships/oleObject" Target="../embeddings/oleObject25.bin"/><Relationship Id="rId4" Type="http://schemas.openxmlformats.org/officeDocument/2006/relationships/notesSlide" Target="../notesSlides/notesSlide171.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11.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11.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11.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11.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11.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1.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11.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11.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11.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11.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11.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1.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11.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11.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11.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11.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11.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11.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11.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11.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11.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11.xml"/></Relationships>
</file>

<file path=ppt/slides/_rels/slide287.xml.rels><?xml version="1.0" encoding="UTF-8" standalone="yes"?>
<Relationships xmlns="http://schemas.openxmlformats.org/package/2006/relationships"><Relationship Id="rId3" Type="http://schemas.openxmlformats.org/officeDocument/2006/relationships/chart" Target="../charts/chart80.xml"/><Relationship Id="rId2" Type="http://schemas.openxmlformats.org/officeDocument/2006/relationships/notesSlide" Target="../notesSlides/notesSlide194.xml"/><Relationship Id="rId1" Type="http://schemas.openxmlformats.org/officeDocument/2006/relationships/slideLayout" Target="../slideLayouts/slideLayout11.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10.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10.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10.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10.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11.xml"/></Relationships>
</file>

<file path=ppt/slides/_rels/slide294.xml.rels><?xml version="1.0" encoding="UTF-8" standalone="yes"?>
<Relationships xmlns="http://schemas.openxmlformats.org/package/2006/relationships"><Relationship Id="rId2" Type="http://schemas.openxmlformats.org/officeDocument/2006/relationships/hyperlink" Target="https://brandspace.deloitte.com/content/index/guid/ourbrand_contacts_corecreativeservices?parent=1528" TargetMode="External"/><Relationship Id="rId1" Type="http://schemas.openxmlformats.org/officeDocument/2006/relationships/slideLayout" Target="../slideLayouts/slideLayout5.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9.xml.rels><?xml version="1.0" encoding="UTF-8" standalone="yes"?>
<Relationships xmlns="http://schemas.openxmlformats.org/package/2006/relationships"><Relationship Id="rId3" Type="http://schemas.openxmlformats.org/officeDocument/2006/relationships/hyperlink" Target="https://brandspace.deloitte.com/content/index/guid/guidelines_styleguide?parent=1597" TargetMode="External"/><Relationship Id="rId2" Type="http://schemas.openxmlformats.org/officeDocument/2006/relationships/notesSlide" Target="../notesSlides/notesSlide200.xml"/><Relationship Id="rId1" Type="http://schemas.openxmlformats.org/officeDocument/2006/relationships/slideLayout" Target="../slideLayouts/slideLayout18.xml"/></Relationships>
</file>

<file path=ppt/slides/_rels/slide300.xml.rels><?xml version="1.0" encoding="UTF-8" standalone="yes"?>
<Relationships xmlns="http://schemas.openxmlformats.org/package/2006/relationships"><Relationship Id="rId3" Type="http://schemas.openxmlformats.org/officeDocument/2006/relationships/hyperlink" Target="https://brandspace.deloitte.com/content/index/guid/guidelines_styleguide?parent=1597" TargetMode="External"/><Relationship Id="rId2" Type="http://schemas.openxmlformats.org/officeDocument/2006/relationships/notesSlide" Target="../notesSlides/notesSlide201.xml"/><Relationship Id="rId1" Type="http://schemas.openxmlformats.org/officeDocument/2006/relationships/slideLayout" Target="../slideLayouts/slideLayout2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Placeholder 9">
            <a:extLst>
              <a:ext uri="{FF2B5EF4-FFF2-40B4-BE49-F238E27FC236}">
                <a16:creationId xmlns:a16="http://schemas.microsoft.com/office/drawing/2014/main" id="{4D908A40-0BBF-4FDE-8CE0-EC8AB336493F}"/>
              </a:ext>
            </a:extLst>
          </p:cNvPr>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a:stretch/>
        </p:blipFill>
        <p:spPr/>
      </p:pic>
      <p:sp>
        <p:nvSpPr>
          <p:cNvPr id="3" name="Title 2"/>
          <p:cNvSpPr>
            <a:spLocks noGrp="1"/>
          </p:cNvSpPr>
          <p:nvPr>
            <p:ph type="ctrTitle"/>
          </p:nvPr>
        </p:nvSpPr>
        <p:spPr/>
        <p:txBody>
          <a:bodyPr/>
          <a:lstStyle/>
          <a:p>
            <a:r>
              <a:rPr lang="en-GB" dirty="0">
                <a:solidFill>
                  <a:schemeClr val="accent3"/>
                </a:solidFill>
              </a:rPr>
              <a:t>Timesaver</a:t>
            </a:r>
            <a:br>
              <a:rPr lang="en-GB" dirty="0"/>
            </a:br>
            <a:r>
              <a:rPr lang="en-US" dirty="0">
                <a:solidFill>
                  <a:schemeClr val="tx1"/>
                </a:solidFill>
              </a:rPr>
              <a:t>Charts, tables, </a:t>
            </a:r>
            <a:br>
              <a:rPr lang="en-US" dirty="0">
                <a:solidFill>
                  <a:schemeClr val="tx1"/>
                </a:solidFill>
              </a:rPr>
            </a:br>
            <a:r>
              <a:rPr lang="en-US" dirty="0">
                <a:solidFill>
                  <a:schemeClr val="tx1"/>
                </a:solidFill>
              </a:rPr>
              <a:t>diagrams, </a:t>
            </a:r>
            <a:br>
              <a:rPr lang="en-US" dirty="0">
                <a:solidFill>
                  <a:schemeClr val="tx1"/>
                </a:solidFill>
              </a:rPr>
            </a:br>
            <a:r>
              <a:rPr lang="en-US" dirty="0">
                <a:solidFill>
                  <a:schemeClr val="tx1"/>
                </a:solidFill>
              </a:rPr>
              <a:t>icons and more</a:t>
            </a:r>
            <a:endParaRPr lang="en-GB" dirty="0"/>
          </a:p>
        </p:txBody>
      </p:sp>
      <p:sp>
        <p:nvSpPr>
          <p:cNvPr id="5" name="Text Placeholder 4"/>
          <p:cNvSpPr>
            <a:spLocks noGrp="1"/>
          </p:cNvSpPr>
          <p:nvPr>
            <p:ph type="body" sz="quarter" idx="10"/>
          </p:nvPr>
        </p:nvSpPr>
        <p:spPr/>
        <p:txBody>
          <a:bodyPr/>
          <a:lstStyle/>
          <a:p>
            <a:r>
              <a:rPr lang="en-GB" cap="all" dirty="0"/>
              <a:t>Global brand template</a:t>
            </a:r>
          </a:p>
        </p:txBody>
      </p:sp>
    </p:spTree>
    <p:extLst>
      <p:ext uri="{BB962C8B-B14F-4D97-AF65-F5344CB8AC3E}">
        <p14:creationId xmlns:p14="http://schemas.microsoft.com/office/powerpoint/2010/main" val="3467817849"/>
      </p:ext>
    </p:extLst>
  </p:cSld>
  <p:clrMapOvr>
    <a:masterClrMapping/>
  </p:clrMapOvr>
  <p:transition>
    <p:fade/>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BEB87E02-8C78-8016-73FA-C3FDC29A917A}"/>
              </a:ext>
            </a:extLst>
          </p:cNvPr>
          <p:cNvSpPr>
            <a:spLocks noGrp="1"/>
          </p:cNvSpPr>
          <p:nvPr>
            <p:ph sz="quarter" idx="10"/>
          </p:nvPr>
        </p:nvSpPr>
        <p:spPr/>
        <p:txBody>
          <a:bodyPr/>
          <a:lstStyle/>
          <a:p>
            <a:r>
              <a:rPr lang="en-US" dirty="0">
                <a:hlinkClick r:id="rId3"/>
              </a:rPr>
              <a:t>Advanced Graphics Timesaver</a:t>
            </a:r>
            <a:endParaRPr lang="en-US" dirty="0"/>
          </a:p>
        </p:txBody>
      </p:sp>
      <p:sp>
        <p:nvSpPr>
          <p:cNvPr id="6" name="Content Placeholder 5">
            <a:extLst>
              <a:ext uri="{FF2B5EF4-FFF2-40B4-BE49-F238E27FC236}">
                <a16:creationId xmlns:a16="http://schemas.microsoft.com/office/drawing/2014/main" id="{06D57D46-42EF-BB6D-8A3E-975B09F54962}"/>
              </a:ext>
            </a:extLst>
          </p:cNvPr>
          <p:cNvSpPr>
            <a:spLocks noGrp="1"/>
          </p:cNvSpPr>
          <p:nvPr>
            <p:ph sz="quarter" idx="20"/>
          </p:nvPr>
        </p:nvSpPr>
        <p:spPr/>
        <p:txBody>
          <a:bodyPr/>
          <a:lstStyle/>
          <a:p>
            <a:r>
              <a:rPr lang="en-US" dirty="0">
                <a:hlinkClick r:id="rId4"/>
              </a:rPr>
              <a:t>KX Image Search</a:t>
            </a:r>
            <a:endParaRPr lang="en-US" dirty="0"/>
          </a:p>
        </p:txBody>
      </p:sp>
      <p:sp>
        <p:nvSpPr>
          <p:cNvPr id="8" name="Title 1">
            <a:extLst>
              <a:ext uri="{FF2B5EF4-FFF2-40B4-BE49-F238E27FC236}">
                <a16:creationId xmlns:a16="http://schemas.microsoft.com/office/drawing/2014/main" id="{65F29990-0195-4172-B14E-3137CDC2B14D}"/>
              </a:ext>
            </a:extLst>
          </p:cNvPr>
          <p:cNvSpPr>
            <a:spLocks noGrp="1"/>
          </p:cNvSpPr>
          <p:nvPr>
            <p:ph type="title"/>
          </p:nvPr>
        </p:nvSpPr>
        <p:spPr/>
        <p:txBody>
          <a:bodyPr/>
          <a:lstStyle/>
          <a:p>
            <a:pPr>
              <a:buClr>
                <a:schemeClr val="accent1"/>
              </a:buClr>
            </a:pPr>
            <a:r>
              <a:rPr lang="en-US" dirty="0">
                <a:ea typeface="Times New Roman" panose="02020603050405020304" pitchFamily="18" charset="0"/>
              </a:rPr>
              <a:t>I</a:t>
            </a:r>
            <a:r>
              <a:rPr lang="en-US" dirty="0">
                <a:effectLst/>
                <a:ea typeface="Times New Roman" panose="02020603050405020304" pitchFamily="18" charset="0"/>
              </a:rPr>
              <a:t>f you can’t find what you want here, consider leveraging: </a:t>
            </a:r>
            <a:endParaRPr lang="en-US" sz="1950" b="1" dirty="0">
              <a:solidFill>
                <a:schemeClr val="accent1"/>
              </a:solidFill>
              <a:latin typeface="+mn-lt"/>
              <a:ea typeface="Open Sans" panose="020B0606030504020204" pitchFamily="34" charset="0"/>
              <a:cs typeface="Open Sans" panose="020B0606030504020204" pitchFamily="34" charset="0"/>
            </a:endParaRPr>
          </a:p>
        </p:txBody>
      </p:sp>
      <p:pic>
        <p:nvPicPr>
          <p:cNvPr id="3" name="Picture 2">
            <a:hlinkClick r:id="rId3"/>
            <a:extLst>
              <a:ext uri="{FF2B5EF4-FFF2-40B4-BE49-F238E27FC236}">
                <a16:creationId xmlns:a16="http://schemas.microsoft.com/office/drawing/2014/main" id="{5EDB3A91-483E-C3B6-E43E-82CF6A14E350}"/>
              </a:ext>
            </a:extLst>
          </p:cNvPr>
          <p:cNvPicPr>
            <a:picLocks noChangeAspect="1"/>
          </p:cNvPicPr>
          <p:nvPr/>
        </p:nvPicPr>
        <p:blipFill rotWithShape="1">
          <a:blip r:embed="rId5"/>
          <a:srcRect t="367" r="188" b="1"/>
          <a:stretch/>
        </p:blipFill>
        <p:spPr>
          <a:xfrm>
            <a:off x="373969" y="2424545"/>
            <a:ext cx="4455206" cy="2504039"/>
          </a:xfrm>
          <a:prstGeom prst="rect">
            <a:avLst/>
          </a:prstGeom>
        </p:spPr>
      </p:pic>
      <p:pic>
        <p:nvPicPr>
          <p:cNvPr id="9" name="Picture 8">
            <a:hlinkClick r:id="rId4"/>
            <a:extLst>
              <a:ext uri="{FF2B5EF4-FFF2-40B4-BE49-F238E27FC236}">
                <a16:creationId xmlns:a16="http://schemas.microsoft.com/office/drawing/2014/main" id="{5BE34D49-199E-428B-B456-22674ED080C9}"/>
              </a:ext>
              <a:ext uri="{C183D7F6-B498-43B3-948B-1728B52AA6E4}">
                <adec:decorative xmlns:adec="http://schemas.microsoft.com/office/drawing/2017/decorative" val="1"/>
              </a:ext>
            </a:extLst>
          </p:cNvPr>
          <p:cNvPicPr>
            <a:picLocks noChangeAspect="1"/>
          </p:cNvPicPr>
          <p:nvPr/>
        </p:nvPicPr>
        <p:blipFill rotWithShape="1">
          <a:blip r:embed="rId6"/>
          <a:srcRect l="7327" t="4057" r="7327"/>
          <a:stretch/>
        </p:blipFill>
        <p:spPr>
          <a:xfrm>
            <a:off x="5073657" y="2424545"/>
            <a:ext cx="4463551" cy="2498709"/>
          </a:xfrm>
          <a:prstGeom prst="rect">
            <a:avLst/>
          </a:prstGeom>
          <a:ln>
            <a:solidFill>
              <a:schemeClr val="tx1"/>
            </a:solidFill>
          </a:ln>
        </p:spPr>
      </p:pic>
    </p:spTree>
    <p:extLst>
      <p:ext uri="{BB962C8B-B14F-4D97-AF65-F5344CB8AC3E}">
        <p14:creationId xmlns:p14="http://schemas.microsoft.com/office/powerpoint/2010/main" val="3566013904"/>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BB5AB7F3-EAB4-710D-01E8-E666FF07434E}"/>
              </a:ext>
            </a:extLst>
          </p:cNvPr>
          <p:cNvSpPr>
            <a:spLocks noGrp="1"/>
          </p:cNvSpPr>
          <p:nvPr>
            <p:ph type="title"/>
          </p:nvPr>
        </p:nvSpPr>
        <p:spPr/>
        <p:txBody>
          <a:bodyPr/>
          <a:lstStyle/>
          <a:p>
            <a:r>
              <a:rPr lang="en-US" dirty="0"/>
              <a:t>Brand basics</a:t>
            </a:r>
          </a:p>
        </p:txBody>
      </p:sp>
      <p:sp>
        <p:nvSpPr>
          <p:cNvPr id="18" name="Rectangle 17">
            <a:extLst>
              <a:ext uri="{FF2B5EF4-FFF2-40B4-BE49-F238E27FC236}">
                <a16:creationId xmlns:a16="http://schemas.microsoft.com/office/drawing/2014/main" id="{CB773B18-0B57-1688-24DC-3F1D847F910E}"/>
              </a:ext>
            </a:extLst>
          </p:cNvPr>
          <p:cNvSpPr>
            <a:spLocks noChangeArrowheads="1"/>
          </p:cNvSpPr>
          <p:nvPr/>
        </p:nvSpPr>
        <p:spPr bwMode="auto">
          <a:xfrm>
            <a:off x="7002722" y="333664"/>
            <a:ext cx="2519695" cy="1014845"/>
          </a:xfrm>
          <a:prstGeom prst="rect">
            <a:avLst/>
          </a:prstGeom>
          <a:solidFill>
            <a:schemeClr val="bg1"/>
          </a:solidFill>
          <a:ln w="6350" algn="ctr">
            <a:solidFill>
              <a:srgbClr val="00A3E0"/>
            </a:solidFill>
            <a:miter lim="800000"/>
            <a:headEnd/>
            <a:tailEnd/>
          </a:ln>
        </p:spPr>
        <p:txBody>
          <a:bodyPr tIns="74295" bIns="74295">
            <a:noAutofit/>
          </a:bodyPr>
          <a:lstStyle/>
          <a:p>
            <a:pPr>
              <a:defRPr/>
            </a:pPr>
            <a:r>
              <a:rPr lang="en-US" altLang="ja-JP" sz="800" b="1" dirty="0">
                <a:solidFill>
                  <a:sysClr val="windowText" lastClr="000000"/>
                </a:solidFill>
                <a:latin typeface="Aptos" panose="020B0004020202020204" pitchFamily="34" charset="0"/>
                <a:ea typeface="ＭＳ Ｐゴシック" pitchFamily="50" charset="-128"/>
              </a:rPr>
              <a:t>Note:</a:t>
            </a:r>
          </a:p>
          <a:p>
            <a:pPr>
              <a:defRPr/>
            </a:pPr>
            <a:r>
              <a:rPr lang="en-US" altLang="ja-JP" sz="800" dirty="0">
                <a:solidFill>
                  <a:sysClr val="windowText" lastClr="000000"/>
                </a:solidFill>
                <a:latin typeface="Aptos" panose="020B0004020202020204" pitchFamily="34" charset="0"/>
                <a:ea typeface="ＭＳ Ｐゴシック" pitchFamily="50" charset="-128"/>
              </a:rPr>
              <a:t>It is the responsibility of each Deloitte person to help maintain our thoughtfully developed brand guidelines. Each time we comply, we are keeping a promise to ourselves and our clients, thus enhancing trust and Deloitte’s brand value. For more detailed information and training on our brand, please visit </a:t>
            </a:r>
            <a:r>
              <a:rPr lang="en-US" altLang="ja-JP" sz="800" dirty="0">
                <a:solidFill>
                  <a:sysClr val="windowText" lastClr="000000"/>
                </a:solidFill>
                <a:latin typeface="Aptos" panose="020B0004020202020204" pitchFamily="34" charset="0"/>
                <a:ea typeface="ＭＳ Ｐゴシック" pitchFamily="50" charset="-128"/>
                <a:hlinkClick r:id="rId2"/>
              </a:rPr>
              <a:t>Brand Space</a:t>
            </a:r>
            <a:r>
              <a:rPr lang="en-US" altLang="ja-JP" sz="800" dirty="0">
                <a:solidFill>
                  <a:sysClr val="windowText" lastClr="000000"/>
                </a:solidFill>
                <a:latin typeface="Aptos" panose="020B0004020202020204" pitchFamily="34" charset="0"/>
                <a:ea typeface="ＭＳ Ｐゴシック" pitchFamily="50" charset="-128"/>
              </a:rPr>
              <a:t>.</a:t>
            </a:r>
          </a:p>
        </p:txBody>
      </p:sp>
    </p:spTree>
    <p:extLst>
      <p:ext uri="{BB962C8B-B14F-4D97-AF65-F5344CB8AC3E}">
        <p14:creationId xmlns:p14="http://schemas.microsoft.com/office/powerpoint/2010/main" val="3467229081"/>
      </p:ext>
    </p:extLst>
  </p:cSld>
  <p:clrMapOvr>
    <a:masterClrMapping/>
  </p:clrMapOvr>
  <p:transition>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4">
            <a:extLst>
              <a:ext uri="{FF2B5EF4-FFF2-40B4-BE49-F238E27FC236}">
                <a16:creationId xmlns:a16="http://schemas.microsoft.com/office/drawing/2014/main" id="{1E197BD0-079D-4D9A-893D-3F8D1D18A8A5}"/>
              </a:ext>
            </a:extLst>
          </p:cNvPr>
          <p:cNvGraphicFramePr>
            <a:graphicFrameLocks noGrp="1"/>
          </p:cNvGraphicFramePr>
          <p:nvPr/>
        </p:nvGraphicFramePr>
        <p:xfrm>
          <a:off x="384048" y="1820880"/>
          <a:ext cx="9140952" cy="853440"/>
        </p:xfrm>
        <a:graphic>
          <a:graphicData uri="http://schemas.openxmlformats.org/drawingml/2006/table">
            <a:tbl>
              <a:tblPr firstRow="1" firstCol="1" bandRow="1"/>
              <a:tblGrid>
                <a:gridCol w="2285238">
                  <a:extLst>
                    <a:ext uri="{9D8B030D-6E8A-4147-A177-3AD203B41FA5}">
                      <a16:colId xmlns:a16="http://schemas.microsoft.com/office/drawing/2014/main" val="20000"/>
                    </a:ext>
                  </a:extLst>
                </a:gridCol>
                <a:gridCol w="2285238">
                  <a:extLst>
                    <a:ext uri="{9D8B030D-6E8A-4147-A177-3AD203B41FA5}">
                      <a16:colId xmlns:a16="http://schemas.microsoft.com/office/drawing/2014/main" val="20001"/>
                    </a:ext>
                  </a:extLst>
                </a:gridCol>
                <a:gridCol w="2285238">
                  <a:extLst>
                    <a:ext uri="{9D8B030D-6E8A-4147-A177-3AD203B41FA5}">
                      <a16:colId xmlns:a16="http://schemas.microsoft.com/office/drawing/2014/main" val="20002"/>
                    </a:ext>
                  </a:extLst>
                </a:gridCol>
                <a:gridCol w="2285238">
                  <a:extLst>
                    <a:ext uri="{9D8B030D-6E8A-4147-A177-3AD203B41FA5}">
                      <a16:colId xmlns:a16="http://schemas.microsoft.com/office/drawing/2014/main" val="441375122"/>
                    </a:ext>
                  </a:extLst>
                </a:gridCol>
              </a:tblGrid>
              <a:tr h="182880">
                <a:tc>
                  <a:txBody>
                    <a:bodyPr/>
                    <a:lstStyle/>
                    <a:p>
                      <a:pPr>
                        <a:lnSpc>
                          <a:spcPct val="100000"/>
                        </a:lnSpc>
                        <a:spcBef>
                          <a:spcPts val="0"/>
                        </a:spcBef>
                        <a:spcAft>
                          <a:spcPts val="0"/>
                        </a:spcAft>
                      </a:pPr>
                      <a:r>
                        <a:rPr lang="en-US" sz="6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chemeClr val="bg1"/>
                    </a:solidFill>
                  </a:tcPr>
                </a:tc>
                <a:tc>
                  <a:txBody>
                    <a:bodyPr/>
                    <a:lstStyle/>
                    <a:p>
                      <a:pPr>
                        <a:lnSpc>
                          <a:spcPct val="100000"/>
                        </a:lnSpc>
                        <a:spcBef>
                          <a:spcPts val="0"/>
                        </a:spcBef>
                        <a:spcAft>
                          <a:spcPts val="0"/>
                        </a:spcAft>
                      </a:pPr>
                      <a:r>
                        <a:rPr lang="en-US" sz="6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chemeClr val="tx1"/>
                    </a:solidFill>
                  </a:tcPr>
                </a:tc>
                <a:tc>
                  <a:txBody>
                    <a:bodyPr/>
                    <a:lstStyle/>
                    <a:p>
                      <a:pPr>
                        <a:lnSpc>
                          <a:spcPct val="100000"/>
                        </a:lnSpc>
                        <a:spcBef>
                          <a:spcPts val="0"/>
                        </a:spcBef>
                        <a:spcAft>
                          <a:spcPts val="0"/>
                        </a:spcAft>
                      </a:pPr>
                      <a:r>
                        <a:rPr lang="en-US" sz="6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chemeClr val="accent1"/>
                    </a:solidFill>
                  </a:tcPr>
                </a:tc>
                <a:tc>
                  <a:txBody>
                    <a:bodyPr/>
                    <a:lstStyle/>
                    <a:p>
                      <a:pPr>
                        <a:lnSpc>
                          <a:spcPct val="100000"/>
                        </a:lnSpc>
                        <a:spcBef>
                          <a:spcPts val="0"/>
                        </a:spcBef>
                        <a:spcAft>
                          <a:spcPts val="0"/>
                        </a:spcAft>
                      </a:pPr>
                      <a:r>
                        <a:rPr lang="en-US" sz="6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43B02A"/>
                    </a:solidFill>
                  </a:tcPr>
                </a:tc>
                <a:extLst>
                  <a:ext uri="{0D108BD9-81ED-4DB2-BD59-A6C34878D82A}">
                    <a16:rowId xmlns:a16="http://schemas.microsoft.com/office/drawing/2014/main" val="10000"/>
                  </a:ext>
                </a:extLst>
              </a:tr>
              <a:tr h="228600">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White</a:t>
                      </a:r>
                      <a:endParaRPr lang="en-US" sz="800" dirty="0">
                        <a:effectLst/>
                        <a:latin typeface="Aptos" panose="020B0004020202020204" pitchFamily="34" charset="0"/>
                        <a:ea typeface="Verdana" panose="020B0604030504040204" pitchFamily="34" charset="0"/>
                        <a:cs typeface="Calibri" panose="020F0502020204030204" pitchFamily="34" charset="0"/>
                      </a:endParaRP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 255 G 255 B 255</a:t>
                      </a:r>
                    </a:p>
                  </a:txBody>
                  <a:tcPr marL="0" marR="0" marT="0" marB="0">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Black</a:t>
                      </a:r>
                      <a:endParaRPr lang="en-US" sz="800" dirty="0">
                        <a:effectLst/>
                        <a:latin typeface="Aptos" panose="020B0004020202020204" pitchFamily="34" charset="0"/>
                        <a:ea typeface="Verdana" panose="020B0604030504040204" pitchFamily="34" charset="0"/>
                        <a:cs typeface="Calibri" panose="020F0502020204030204" pitchFamily="34" charset="0"/>
                      </a:endParaRP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 0 G 0 B 0</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Deloitte Green</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 134 G 188 B 37</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Green 4</a:t>
                      </a:r>
                      <a:endParaRPr lang="en-US" sz="800" dirty="0">
                        <a:effectLst/>
                        <a:latin typeface="Aptos" panose="020B0004020202020204" pitchFamily="34" charset="0"/>
                        <a:ea typeface="Verdana" panose="020B0604030504040204" pitchFamily="34" charset="0"/>
                        <a:cs typeface="Calibri" panose="020F0502020204030204" pitchFamily="34" charset="0"/>
                      </a:endParaRP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 67 G 176 B 42</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0001"/>
                  </a:ext>
                </a:extLst>
              </a:tr>
              <a:tr h="182880">
                <a:tc>
                  <a:txBody>
                    <a:bodyPr/>
                    <a:lstStyle/>
                    <a:p>
                      <a:pPr>
                        <a:lnSpc>
                          <a:spcPct val="100000"/>
                        </a:lnSpc>
                        <a:spcBef>
                          <a:spcPts val="0"/>
                        </a:spcBef>
                        <a:spcAft>
                          <a:spcPts val="0"/>
                        </a:spcAft>
                      </a:pPr>
                      <a:r>
                        <a:rPr lang="en-US" sz="6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26890D"/>
                    </a:solidFill>
                  </a:tcPr>
                </a:tc>
                <a:tc>
                  <a:txBody>
                    <a:bodyPr/>
                    <a:lstStyle/>
                    <a:p>
                      <a:pPr>
                        <a:lnSpc>
                          <a:spcPct val="100000"/>
                        </a:lnSpc>
                        <a:spcBef>
                          <a:spcPts val="0"/>
                        </a:spcBef>
                        <a:spcAft>
                          <a:spcPts val="0"/>
                        </a:spcAft>
                      </a:pPr>
                      <a:r>
                        <a:rPr lang="en-US" sz="6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46A38"/>
                    </a:solidFill>
                  </a:tcPr>
                </a:tc>
                <a:tc>
                  <a:txBody>
                    <a:bodyPr/>
                    <a:lstStyle/>
                    <a:p>
                      <a:pPr>
                        <a:lnSpc>
                          <a:spcPct val="100000"/>
                        </a:lnSpc>
                        <a:spcBef>
                          <a:spcPts val="0"/>
                        </a:spcBef>
                        <a:spcAft>
                          <a:spcPts val="0"/>
                        </a:spcAft>
                      </a:pPr>
                      <a:r>
                        <a:rPr lang="en-US" sz="6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D8390"/>
                    </a:solidFill>
                  </a:tcPr>
                </a:tc>
                <a:tc>
                  <a:txBody>
                    <a:bodyPr/>
                    <a:lstStyle/>
                    <a:p>
                      <a:pPr>
                        <a:lnSpc>
                          <a:spcPct val="100000"/>
                        </a:lnSpc>
                        <a:spcBef>
                          <a:spcPts val="0"/>
                        </a:spcBef>
                        <a:spcAft>
                          <a:spcPts val="0"/>
                        </a:spcAft>
                      </a:pPr>
                      <a:r>
                        <a:rPr lang="en-US" sz="6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07CB0"/>
                    </a:solidFill>
                  </a:tcPr>
                </a:tc>
                <a:extLst>
                  <a:ext uri="{0D108BD9-81ED-4DB2-BD59-A6C34878D82A}">
                    <a16:rowId xmlns:a16="http://schemas.microsoft.com/office/drawing/2014/main" val="10002"/>
                  </a:ext>
                </a:extLst>
              </a:tr>
              <a:tr h="228600">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Accessible Green</a:t>
                      </a:r>
                      <a:endParaRPr lang="en-US" sz="800" dirty="0">
                        <a:effectLst/>
                        <a:latin typeface="Aptos" panose="020B0004020202020204" pitchFamily="34" charset="0"/>
                        <a:ea typeface="Verdana" panose="020B0604030504040204" pitchFamily="34" charset="0"/>
                        <a:cs typeface="Calibri" panose="020F0502020204030204" pitchFamily="34" charset="0"/>
                      </a:endParaRP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 38 G 137 B 13</a:t>
                      </a:r>
                    </a:p>
                  </a:txBody>
                  <a:tcPr marL="0" marR="0" marT="0" marB="0">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Green 6</a:t>
                      </a:r>
                      <a:endParaRPr lang="en-US" sz="800" dirty="0">
                        <a:effectLst/>
                        <a:latin typeface="Aptos" panose="020B0004020202020204" pitchFamily="34" charset="0"/>
                        <a:ea typeface="Verdana" panose="020B0604030504040204" pitchFamily="34" charset="0"/>
                        <a:cs typeface="Calibri" panose="020F0502020204030204" pitchFamily="34" charset="0"/>
                      </a:endParaRP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 4 G 106 B 56</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Accessible Teal</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 13 G 131 B 144</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Accessible Blue</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 0 G 124 B 176</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graphicFrame>
        <p:nvGraphicFramePr>
          <p:cNvPr id="6" name="Table 5">
            <a:extLst>
              <a:ext uri="{FF2B5EF4-FFF2-40B4-BE49-F238E27FC236}">
                <a16:creationId xmlns:a16="http://schemas.microsoft.com/office/drawing/2014/main" id="{21E9596B-6978-4864-AEDB-6C03181B0BB0}"/>
              </a:ext>
            </a:extLst>
          </p:cNvPr>
          <p:cNvGraphicFramePr>
            <a:graphicFrameLocks noGrp="1"/>
          </p:cNvGraphicFramePr>
          <p:nvPr/>
        </p:nvGraphicFramePr>
        <p:xfrm>
          <a:off x="384049" y="3076658"/>
          <a:ext cx="9140950" cy="2236546"/>
        </p:xfrm>
        <a:graphic>
          <a:graphicData uri="http://schemas.openxmlformats.org/drawingml/2006/table">
            <a:tbl>
              <a:tblPr firstRow="1" firstCol="1" bandRow="1"/>
              <a:tblGrid>
                <a:gridCol w="1305850">
                  <a:extLst>
                    <a:ext uri="{9D8B030D-6E8A-4147-A177-3AD203B41FA5}">
                      <a16:colId xmlns:a16="http://schemas.microsoft.com/office/drawing/2014/main" val="20000"/>
                    </a:ext>
                  </a:extLst>
                </a:gridCol>
                <a:gridCol w="1305850">
                  <a:extLst>
                    <a:ext uri="{9D8B030D-6E8A-4147-A177-3AD203B41FA5}">
                      <a16:colId xmlns:a16="http://schemas.microsoft.com/office/drawing/2014/main" val="20001"/>
                    </a:ext>
                  </a:extLst>
                </a:gridCol>
                <a:gridCol w="1305850">
                  <a:extLst>
                    <a:ext uri="{9D8B030D-6E8A-4147-A177-3AD203B41FA5}">
                      <a16:colId xmlns:a16="http://schemas.microsoft.com/office/drawing/2014/main" val="20002"/>
                    </a:ext>
                  </a:extLst>
                </a:gridCol>
                <a:gridCol w="1305850">
                  <a:extLst>
                    <a:ext uri="{9D8B030D-6E8A-4147-A177-3AD203B41FA5}">
                      <a16:colId xmlns:a16="http://schemas.microsoft.com/office/drawing/2014/main" val="533255097"/>
                    </a:ext>
                  </a:extLst>
                </a:gridCol>
                <a:gridCol w="1305850">
                  <a:extLst>
                    <a:ext uri="{9D8B030D-6E8A-4147-A177-3AD203B41FA5}">
                      <a16:colId xmlns:a16="http://schemas.microsoft.com/office/drawing/2014/main" val="3342033590"/>
                    </a:ext>
                  </a:extLst>
                </a:gridCol>
                <a:gridCol w="1305850">
                  <a:extLst>
                    <a:ext uri="{9D8B030D-6E8A-4147-A177-3AD203B41FA5}">
                      <a16:colId xmlns:a16="http://schemas.microsoft.com/office/drawing/2014/main" val="2390683145"/>
                    </a:ext>
                  </a:extLst>
                </a:gridCol>
                <a:gridCol w="1305850">
                  <a:extLst>
                    <a:ext uri="{9D8B030D-6E8A-4147-A177-3AD203B41FA5}">
                      <a16:colId xmlns:a16="http://schemas.microsoft.com/office/drawing/2014/main" val="698247616"/>
                    </a:ext>
                  </a:extLst>
                </a:gridCol>
              </a:tblGrid>
              <a:tr h="179147">
                <a:tc>
                  <a:txBody>
                    <a:bodyPr/>
                    <a:lstStyle/>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a:noFill/>
                    </a:lnL>
                    <a:lnR w="38100" cap="flat" cmpd="sng" algn="ctr">
                      <a:solidFill>
                        <a:srgbClr val="FFFFFF"/>
                      </a:solidFill>
                      <a:prstDash val="solid"/>
                      <a:round/>
                      <a:headEnd type="none" w="med" len="med"/>
                      <a:tailEnd type="none" w="med" len="med"/>
                    </a:lnR>
                    <a:lnT>
                      <a:noFill/>
                    </a:lnT>
                    <a:lnB w="38100" cap="flat" cmpd="sng" algn="ctr">
                      <a:solidFill>
                        <a:srgbClr val="FFFFFF"/>
                      </a:solidFill>
                      <a:prstDash val="solid"/>
                      <a:round/>
                      <a:headEnd type="none" w="med" len="med"/>
                      <a:tailEnd type="none" w="med" len="med"/>
                    </a:lnB>
                    <a:solidFill>
                      <a:srgbClr val="E3E48D"/>
                    </a:solidFill>
                  </a:tcPr>
                </a:tc>
                <a:tc>
                  <a:txBody>
                    <a:bodyPr/>
                    <a:lstStyle/>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a:noFill/>
                    </a:lnT>
                    <a:lnB w="38100" cap="flat" cmpd="sng" algn="ctr">
                      <a:solidFill>
                        <a:srgbClr val="FFFFFF"/>
                      </a:solidFill>
                      <a:prstDash val="solid"/>
                      <a:round/>
                      <a:headEnd type="none" w="med" len="med"/>
                      <a:tailEnd type="none" w="med" len="med"/>
                    </a:lnB>
                    <a:solidFill>
                      <a:srgbClr val="C4D600"/>
                    </a:solidFill>
                  </a:tcPr>
                </a:tc>
                <a:tc>
                  <a:txBody>
                    <a:bodyPr/>
                    <a:lstStyle/>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a:noFill/>
                    </a:lnT>
                    <a:lnB w="38100" cap="flat" cmpd="sng" algn="ctr">
                      <a:solidFill>
                        <a:srgbClr val="FFFFFF"/>
                      </a:solidFill>
                      <a:prstDash val="solid"/>
                      <a:round/>
                      <a:headEnd type="none" w="med" len="med"/>
                      <a:tailEnd type="none" w="med" len="med"/>
                    </a:lnB>
                    <a:solidFill>
                      <a:srgbClr val="009A44"/>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a:noFill/>
                    </a:lnT>
                    <a:lnB w="38100" cap="flat" cmpd="sng" algn="ctr">
                      <a:solidFill>
                        <a:srgbClr val="FFFFFF"/>
                      </a:solidFill>
                      <a:prstDash val="solid"/>
                      <a:round/>
                      <a:headEnd type="none" w="med" len="med"/>
                      <a:tailEnd type="none" w="med" len="med"/>
                    </a:lnB>
                    <a:solidFill>
                      <a:srgbClr val="2C5234"/>
                    </a:solidFill>
                  </a:tcPr>
                </a:tc>
                <a:tc>
                  <a:txBody>
                    <a:bodyPr/>
                    <a:lstStyle/>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a:noFill/>
                    </a:lnT>
                    <a:lnB w="38100" cap="flat" cmpd="sng" algn="ctr">
                      <a:solidFill>
                        <a:srgbClr val="FFFFFF"/>
                      </a:solidFill>
                      <a:prstDash val="solid"/>
                      <a:round/>
                      <a:headEnd type="none" w="med" len="med"/>
                      <a:tailEnd type="none" w="med" len="med"/>
                    </a:lnB>
                    <a:solidFill>
                      <a:srgbClr val="A0DCFF"/>
                    </a:solidFill>
                  </a:tcPr>
                </a:tc>
                <a:tc>
                  <a:txBody>
                    <a:bodyPr/>
                    <a:lstStyle/>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a:noFill/>
                    </a:lnT>
                    <a:lnB w="38100" cap="flat" cmpd="sng" algn="ctr">
                      <a:solidFill>
                        <a:srgbClr val="FFFFFF"/>
                      </a:solidFill>
                      <a:prstDash val="solid"/>
                      <a:round/>
                      <a:headEnd type="none" w="med" len="med"/>
                      <a:tailEnd type="none" w="med" len="med"/>
                    </a:lnB>
                    <a:solidFill>
                      <a:srgbClr val="62B5E5"/>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423" marB="32423">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a:noFill/>
                    </a:lnT>
                    <a:lnB w="38100" cap="flat" cmpd="sng" algn="ctr">
                      <a:solidFill>
                        <a:srgbClr val="FFFFFF"/>
                      </a:solidFill>
                      <a:prstDash val="solid"/>
                      <a:round/>
                      <a:headEnd type="none" w="med" len="med"/>
                      <a:tailEnd type="none" w="med" len="med"/>
                    </a:lnB>
                    <a:solidFill>
                      <a:srgbClr val="00A3E0"/>
                    </a:solidFill>
                  </a:tcPr>
                </a:tc>
                <a:extLst>
                  <a:ext uri="{0D108BD9-81ED-4DB2-BD59-A6C34878D82A}">
                    <a16:rowId xmlns:a16="http://schemas.microsoft.com/office/drawing/2014/main" val="10000"/>
                  </a:ext>
                </a:extLst>
              </a:tr>
              <a:tr h="228600">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Green 1</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R227 G228 B141</a:t>
                      </a:r>
                    </a:p>
                  </a:txBody>
                  <a:tcPr marL="0" marR="0" marT="0" marB="0">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Green 2</a:t>
                      </a:r>
                      <a:endParaRPr lang="en-US" sz="800" dirty="0">
                        <a:effectLst/>
                        <a:latin typeface="Aptos" panose="020B0004020202020204" pitchFamily="34" charset="0"/>
                        <a:ea typeface="Verdana" panose="020B0604030504040204" pitchFamily="34" charset="0"/>
                        <a:cs typeface="Calibri" panose="020F0502020204030204" pitchFamily="34" charset="0"/>
                      </a:endParaRP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R196 G214 B0</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Green 5</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R0 G154 B68</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Green 7</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R44 G8</a:t>
                      </a:r>
                      <a:r>
                        <a:rPr lang="en-US" sz="800" dirty="0">
                          <a:solidFill>
                            <a:schemeClr val="tx1"/>
                          </a:solidFill>
                          <a:effectLst/>
                          <a:latin typeface="Aptos" panose="020B0004020202020204" pitchFamily="34" charset="0"/>
                          <a:ea typeface="Verdana" panose="020B0604030504040204" pitchFamily="34" charset="0"/>
                          <a:cs typeface="Calibri Light" panose="020F0302020204030204" pitchFamily="34" charset="0"/>
                        </a:rPr>
                        <a:t>2</a:t>
                      </a:r>
                      <a:r>
                        <a:rPr lang="en-US" sz="800" dirty="0">
                          <a:effectLst/>
                          <a:latin typeface="Aptos" panose="020B0004020202020204" pitchFamily="34" charset="0"/>
                          <a:ea typeface="Verdana" panose="020B0604030504040204" pitchFamily="34" charset="0"/>
                          <a:cs typeface="Calibri Light" panose="020F0302020204030204" pitchFamily="34" charset="0"/>
                        </a:rPr>
                        <a:t> B52</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Blue 1</a:t>
                      </a:r>
                      <a:endParaRPr lang="en-US" sz="800" dirty="0">
                        <a:effectLst/>
                        <a:latin typeface="Aptos" panose="020B0004020202020204" pitchFamily="34" charset="0"/>
                        <a:ea typeface="Verdana" panose="020B0604030504040204" pitchFamily="34" charset="0"/>
                        <a:cs typeface="Calibri" panose="020F0502020204030204" pitchFamily="34" charset="0"/>
                      </a:endParaRP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R160 G220 B255</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Blue 2</a:t>
                      </a:r>
                      <a:endParaRPr lang="en-US" sz="800" dirty="0">
                        <a:effectLst/>
                        <a:latin typeface="Aptos" panose="020B0004020202020204" pitchFamily="34" charset="0"/>
                        <a:ea typeface="Verdana" panose="020B0604030504040204" pitchFamily="34" charset="0"/>
                        <a:cs typeface="Calibri" panose="020F0502020204030204" pitchFamily="34" charset="0"/>
                      </a:endParaRP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R98 G181 B229</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Blue 3</a:t>
                      </a:r>
                      <a:endParaRPr lang="en-US" sz="800" dirty="0">
                        <a:effectLst/>
                        <a:latin typeface="Aptos" panose="020B0004020202020204" pitchFamily="34" charset="0"/>
                        <a:ea typeface="Verdana" panose="020B0604030504040204" pitchFamily="34" charset="0"/>
                        <a:cs typeface="Calibri" panose="020F0502020204030204" pitchFamily="34" charset="0"/>
                      </a:endParaRP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R0 G163 B224</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0001"/>
                  </a:ext>
                </a:extLst>
              </a:tr>
              <a:tr h="182880">
                <a:tc>
                  <a:txBody>
                    <a:bodyPr/>
                    <a:lstStyle/>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0" marB="0">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076A8"/>
                    </a:solidFill>
                  </a:tcPr>
                </a:tc>
                <a:tc>
                  <a:txBody>
                    <a:bodyPr/>
                    <a:lstStyle/>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05587"/>
                    </a:solidFill>
                  </a:tcPr>
                </a:tc>
                <a:tc>
                  <a:txBody>
                    <a:bodyPr/>
                    <a:lstStyle/>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12169"/>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41E42"/>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DDEFE8"/>
                    </a:solidFill>
                  </a:tcPr>
                </a:tc>
                <a:tc>
                  <a:txBody>
                    <a:bodyPr/>
                    <a:lstStyle/>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9DD4CF"/>
                    </a:solidFill>
                  </a:tcPr>
                </a:tc>
                <a:tc>
                  <a:txBody>
                    <a:bodyPr/>
                    <a:lstStyle/>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6FC2B4"/>
                    </a:solidFill>
                  </a:tcPr>
                </a:tc>
                <a:extLst>
                  <a:ext uri="{0D108BD9-81ED-4DB2-BD59-A6C34878D82A}">
                    <a16:rowId xmlns:a16="http://schemas.microsoft.com/office/drawing/2014/main" val="10002"/>
                  </a:ext>
                </a:extLst>
              </a:tr>
              <a:tr h="228600">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Blue 4</a:t>
                      </a:r>
                      <a:endParaRPr lang="en-US" sz="800" dirty="0">
                        <a:effectLst/>
                        <a:latin typeface="Aptos" panose="020B0004020202020204" pitchFamily="34" charset="0"/>
                        <a:ea typeface="Verdana" panose="020B0604030504040204" pitchFamily="34" charset="0"/>
                        <a:cs typeface="Calibri" panose="020F0502020204030204" pitchFamily="34" charset="0"/>
                      </a:endParaRP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R0 G118 B168</a:t>
                      </a:r>
                    </a:p>
                  </a:txBody>
                  <a:tcPr marL="0" marR="0" marT="0" marB="0">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Blue 5</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R0 G85 B135</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Blue 6</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R1 G33 B105</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panose="020F0502020204030204" pitchFamily="34" charset="0"/>
                        </a:rPr>
                        <a:t>Blue 7</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R4 G30 B66</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Teal 1</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Light" panose="020F0302020204030204" pitchFamily="34" charset="0"/>
                        </a:rPr>
                        <a:t>R221 G239 B232</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Teal 2</a:t>
                      </a:r>
                    </a:p>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Light" panose="020F0302020204030204" pitchFamily="34" charset="0"/>
                        </a:rPr>
                        <a:t>R157 G212 B207</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Teal 3</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R111 G194 B180</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0003"/>
                  </a:ext>
                </a:extLst>
              </a:tr>
              <a:tr h="182880">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0ABAB"/>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097A9"/>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07680"/>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04F59"/>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D0D0CE"/>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BBBCBC"/>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A7A8AA"/>
                    </a:solidFill>
                  </a:tcPr>
                </a:tc>
                <a:extLst>
                  <a:ext uri="{0D108BD9-81ED-4DB2-BD59-A6C34878D82A}">
                    <a16:rowId xmlns:a16="http://schemas.microsoft.com/office/drawing/2014/main" val="10004"/>
                  </a:ext>
                </a:extLst>
              </a:tr>
              <a:tr h="228600">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Teal 4</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R0 G171 B171</a:t>
                      </a:r>
                    </a:p>
                  </a:txBody>
                  <a:tcPr marL="0" marR="0" marT="0" marB="0">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Teal 5</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R0 G151 B169</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Teal 6</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R0 G118 B128</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Teal 7</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R0 G79 B89</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Cool Gray 2</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R208 G208 B206</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Cool Gray 4</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R187 G188 B188</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Cool Gray 6</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R167 G168 B170</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0005"/>
                  </a:ext>
                </a:extLst>
              </a:tr>
              <a:tr h="182880">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97999B"/>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75787B"/>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63666A"/>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53565A"/>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DF200"/>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3EFAC5"/>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33F0FF"/>
                    </a:solidFill>
                  </a:tcPr>
                </a:tc>
                <a:extLst>
                  <a:ext uri="{0D108BD9-81ED-4DB2-BD59-A6C34878D82A}">
                    <a16:rowId xmlns:a16="http://schemas.microsoft.com/office/drawing/2014/main" val="1618977446"/>
                  </a:ext>
                </a:extLst>
              </a:tr>
              <a:tr h="342900">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Cool Gray 7</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R151 G153 B155</a:t>
                      </a:r>
                    </a:p>
                  </a:txBody>
                  <a:tcPr marL="0" marR="0" marT="0" marB="0">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Cool Gray 9</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R117 G120 B123</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Cool Gray 10</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R99 G102 B106</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Cool Gray 11</a:t>
                      </a:r>
                    </a:p>
                    <a:p>
                      <a:pPr>
                        <a:lnSpc>
                          <a:spcPct val="100000"/>
                        </a:lnSpc>
                        <a:spcBef>
                          <a:spcPts val="0"/>
                        </a:spcBef>
                        <a:spcAft>
                          <a:spcPts val="0"/>
                        </a:spcAft>
                      </a:pPr>
                      <a:r>
                        <a:rPr lang="en-US" sz="800" dirty="0">
                          <a:effectLst/>
                          <a:latin typeface="Aptos" panose="020B0004020202020204" pitchFamily="34" charset="0"/>
                          <a:ea typeface="Verdana" panose="020B0604030504040204" pitchFamily="34" charset="0"/>
                          <a:cs typeface="Calibri Light" panose="020F0302020204030204" pitchFamily="34" charset="0"/>
                        </a:rPr>
                        <a:t>R83 G86 B90</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Bright Green (Limited Use)</a:t>
                      </a:r>
                    </a:p>
                    <a:p>
                      <a:r>
                        <a:rPr lang="en-US" sz="800" b="0" i="0" u="none" strike="noStrike" kern="1200" baseline="0" dirty="0">
                          <a:solidFill>
                            <a:schemeClr val="tx1"/>
                          </a:solidFill>
                          <a:latin typeface="Aptos" panose="020B0004020202020204" pitchFamily="34" charset="0"/>
                          <a:ea typeface="+mn-ea"/>
                          <a:cs typeface="+mn-cs"/>
                        </a:rPr>
                        <a:t>R13 G242 B0 </a:t>
                      </a: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Bright Teal (Limited Use)</a:t>
                      </a:r>
                    </a:p>
                    <a:p>
                      <a:r>
                        <a:rPr lang="en-US" sz="800" b="0" i="0" u="none" strike="noStrike" kern="1200" baseline="0" dirty="0">
                          <a:solidFill>
                            <a:schemeClr val="tx1"/>
                          </a:solidFill>
                          <a:latin typeface="Aptos" panose="020B0004020202020204" pitchFamily="34" charset="0"/>
                          <a:ea typeface="+mn-ea"/>
                          <a:cs typeface="+mn-cs"/>
                        </a:rPr>
                        <a:t>R62 G250 B197 </a:t>
                      </a: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Bright Blue (Limited Use)</a:t>
                      </a:r>
                    </a:p>
                    <a:p>
                      <a:r>
                        <a:rPr lang="en-US" sz="800" b="0" i="0" u="none" strike="noStrike" kern="1200" baseline="0" dirty="0">
                          <a:solidFill>
                            <a:schemeClr val="tx1"/>
                          </a:solidFill>
                          <a:latin typeface="Aptos" panose="020B0004020202020204" pitchFamily="34" charset="0"/>
                          <a:ea typeface="+mn-ea"/>
                          <a:cs typeface="+mn-cs"/>
                        </a:rPr>
                        <a:t>R51 G240 B255 </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657596839"/>
                  </a:ext>
                </a:extLst>
              </a:tr>
              <a:tr h="182880">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DA291C"/>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ED8B00"/>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FFCD00"/>
                    </a:solid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no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no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noFill/>
                  </a:tcPr>
                </a:tc>
                <a:tc>
                  <a:txBody>
                    <a:bodyPr/>
                    <a:lstStyle/>
                    <a:p>
                      <a:pPr>
                        <a:lnSpc>
                          <a:spcPct val="100000"/>
                        </a:lnSpc>
                        <a:spcBef>
                          <a:spcPts val="0"/>
                        </a:spcBef>
                        <a:spcAft>
                          <a:spcPts val="0"/>
                        </a:spcAft>
                      </a:pPr>
                      <a:endParaRPr lang="en-US" sz="8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447306872"/>
                  </a:ext>
                </a:extLst>
              </a:tr>
              <a:tr h="228600">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Red (Functional Use)</a:t>
                      </a:r>
                    </a:p>
                    <a:p>
                      <a:r>
                        <a:rPr lang="en-US" sz="800" b="0" i="0" u="none" strike="noStrike" kern="1200" baseline="0" dirty="0">
                          <a:solidFill>
                            <a:schemeClr val="tx1"/>
                          </a:solidFill>
                          <a:latin typeface="Aptos" panose="020B0004020202020204" pitchFamily="34" charset="0"/>
                          <a:ea typeface="+mn-ea"/>
                          <a:cs typeface="+mn-cs"/>
                        </a:rPr>
                        <a:t>R218 G41 B28 </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a:noFill/>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Orange (Functional Use)</a:t>
                      </a:r>
                    </a:p>
                    <a:p>
                      <a:r>
                        <a:rPr lang="en-US" sz="800" b="0" i="0" u="none" strike="noStrike" kern="1200" baseline="0" dirty="0">
                          <a:solidFill>
                            <a:schemeClr val="tx1"/>
                          </a:solidFill>
                          <a:latin typeface="Aptos" panose="020B0004020202020204" pitchFamily="34" charset="0"/>
                          <a:ea typeface="+mn-ea"/>
                          <a:cs typeface="+mn-cs"/>
                        </a:rPr>
                        <a:t>R237 G139 B0 </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Yellow (Functional Use)</a:t>
                      </a:r>
                    </a:p>
                    <a:p>
                      <a:r>
                        <a:rPr lang="en-US" sz="800" b="0" i="0" u="none" strike="noStrike" kern="1200" baseline="0" dirty="0">
                          <a:solidFill>
                            <a:schemeClr val="tx1"/>
                          </a:solidFill>
                          <a:latin typeface="Aptos" panose="020B0004020202020204" pitchFamily="34" charset="0"/>
                          <a:ea typeface="+mn-ea"/>
                          <a:cs typeface="+mn-cs"/>
                        </a:rPr>
                        <a:t>R255 G205 B0 </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noFill/>
                  </a:tcPr>
                </a:tc>
                <a:tc>
                  <a:txBody>
                    <a:bodyPr/>
                    <a:lstStyle/>
                    <a:p>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0" marB="0">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2819936511"/>
                  </a:ext>
                </a:extLst>
              </a:tr>
            </a:tbl>
          </a:graphicData>
        </a:graphic>
      </p:graphicFrame>
      <p:sp>
        <p:nvSpPr>
          <p:cNvPr id="7" name="TextBox 6">
            <a:extLst>
              <a:ext uri="{FF2B5EF4-FFF2-40B4-BE49-F238E27FC236}">
                <a16:creationId xmlns:a16="http://schemas.microsoft.com/office/drawing/2014/main" id="{3BD2D5C4-AAF0-4970-83C7-5DE3DB5049A2}"/>
              </a:ext>
            </a:extLst>
          </p:cNvPr>
          <p:cNvSpPr txBox="1"/>
          <p:nvPr/>
        </p:nvSpPr>
        <p:spPr>
          <a:xfrm>
            <a:off x="384048" y="1684658"/>
            <a:ext cx="1060849" cy="150041"/>
          </a:xfrm>
          <a:prstGeom prst="rect">
            <a:avLst/>
          </a:prstGeom>
          <a:noFill/>
        </p:spPr>
        <p:txBody>
          <a:bodyPr wrap="square" lIns="0" tIns="0" rIns="0" bIns="0" rtlCol="0">
            <a:spAutoFit/>
          </a:bodyPr>
          <a:lstStyle/>
          <a:p>
            <a:pPr>
              <a:spcBef>
                <a:spcPts val="338"/>
              </a:spcBef>
              <a:buSzPct val="100000"/>
            </a:pPr>
            <a:r>
              <a:rPr lang="en-US" sz="975" b="1" dirty="0">
                <a:solidFill>
                  <a:schemeClr val="accent3"/>
                </a:solidFill>
                <a:latin typeface="Aptos" panose="020B0004020202020204" pitchFamily="34" charset="0"/>
              </a:rPr>
              <a:t>Primary palette</a:t>
            </a:r>
          </a:p>
        </p:txBody>
      </p:sp>
      <p:sp>
        <p:nvSpPr>
          <p:cNvPr id="8" name="TextBox 7">
            <a:extLst>
              <a:ext uri="{FF2B5EF4-FFF2-40B4-BE49-F238E27FC236}">
                <a16:creationId xmlns:a16="http://schemas.microsoft.com/office/drawing/2014/main" id="{13F75ABF-F75C-4C5D-A86D-2DA8F4036081}"/>
              </a:ext>
            </a:extLst>
          </p:cNvPr>
          <p:cNvSpPr txBox="1"/>
          <p:nvPr/>
        </p:nvSpPr>
        <p:spPr>
          <a:xfrm>
            <a:off x="384048" y="2862177"/>
            <a:ext cx="1288205" cy="150041"/>
          </a:xfrm>
          <a:prstGeom prst="rect">
            <a:avLst/>
          </a:prstGeom>
          <a:noFill/>
        </p:spPr>
        <p:txBody>
          <a:bodyPr wrap="square" lIns="0" tIns="0" rIns="0" bIns="0" rtlCol="0">
            <a:spAutoFit/>
          </a:bodyPr>
          <a:lstStyle/>
          <a:p>
            <a:pPr>
              <a:spcBef>
                <a:spcPts val="338"/>
              </a:spcBef>
              <a:buSzPct val="100000"/>
            </a:pPr>
            <a:r>
              <a:rPr lang="en-US" sz="975" b="1" dirty="0">
                <a:solidFill>
                  <a:schemeClr val="accent3"/>
                </a:solidFill>
                <a:latin typeface="Aptos" panose="020B0004020202020204" pitchFamily="34" charset="0"/>
              </a:rPr>
              <a:t>Secondary palette</a:t>
            </a:r>
          </a:p>
        </p:txBody>
      </p:sp>
      <p:sp>
        <p:nvSpPr>
          <p:cNvPr id="4" name="Text Placeholder 3">
            <a:extLst>
              <a:ext uri="{FF2B5EF4-FFF2-40B4-BE49-F238E27FC236}">
                <a16:creationId xmlns:a16="http://schemas.microsoft.com/office/drawing/2014/main" id="{45C5DB58-D017-442A-8A52-4EF5B0EEA3B9}"/>
              </a:ext>
            </a:extLst>
          </p:cNvPr>
          <p:cNvSpPr>
            <a:spLocks noGrp="1"/>
          </p:cNvSpPr>
          <p:nvPr>
            <p:ph type="body" sz="quarter" idx="13"/>
          </p:nvPr>
        </p:nvSpPr>
        <p:spPr/>
        <p:txBody>
          <a:bodyPr/>
          <a:lstStyle/>
          <a:p>
            <a:r>
              <a:rPr lang="en-US" dirty="0"/>
              <a:t>Color</a:t>
            </a:r>
          </a:p>
        </p:txBody>
      </p:sp>
      <p:sp>
        <p:nvSpPr>
          <p:cNvPr id="2" name="Title 1">
            <a:extLst>
              <a:ext uri="{FF2B5EF4-FFF2-40B4-BE49-F238E27FC236}">
                <a16:creationId xmlns:a16="http://schemas.microsoft.com/office/drawing/2014/main" id="{23C444CE-8100-43BB-AEAD-99B42867BF56}"/>
              </a:ext>
            </a:extLst>
          </p:cNvPr>
          <p:cNvSpPr>
            <a:spLocks noGrp="1"/>
          </p:cNvSpPr>
          <p:nvPr>
            <p:ph type="title"/>
          </p:nvPr>
        </p:nvSpPr>
        <p:spPr/>
        <p:txBody>
          <a:bodyPr/>
          <a:lstStyle/>
          <a:p>
            <a:r>
              <a:rPr lang="en-US" dirty="0"/>
              <a:t>Brand basics</a:t>
            </a:r>
          </a:p>
        </p:txBody>
      </p:sp>
    </p:spTree>
    <p:extLst>
      <p:ext uri="{BB962C8B-B14F-4D97-AF65-F5344CB8AC3E}">
        <p14:creationId xmlns:p14="http://schemas.microsoft.com/office/powerpoint/2010/main" val="1583500242"/>
      </p:ext>
    </p:extLst>
  </p:cSld>
  <p:clrMapOvr>
    <a:masterClrMapping/>
  </p:clrMapOvr>
  <p:transition>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6F8CF86E-1DEF-7F59-1E35-ADB263BC1075}"/>
              </a:ext>
            </a:extLst>
          </p:cNvPr>
          <p:cNvSpPr>
            <a:spLocks noGrp="1"/>
          </p:cNvSpPr>
          <p:nvPr>
            <p:ph type="body" sz="quarter" idx="13"/>
          </p:nvPr>
        </p:nvSpPr>
        <p:spPr/>
        <p:txBody>
          <a:bodyPr/>
          <a:lstStyle/>
          <a:p>
            <a:r>
              <a:rPr lang="en-US" dirty="0"/>
              <a:t>Accessible color combinations</a:t>
            </a:r>
          </a:p>
        </p:txBody>
      </p:sp>
      <p:sp>
        <p:nvSpPr>
          <p:cNvPr id="3" name="Title 2">
            <a:extLst>
              <a:ext uri="{FF2B5EF4-FFF2-40B4-BE49-F238E27FC236}">
                <a16:creationId xmlns:a16="http://schemas.microsoft.com/office/drawing/2014/main" id="{2BAA09B6-38F1-CD1B-C561-AFBBCE61B9DE}"/>
              </a:ext>
            </a:extLst>
          </p:cNvPr>
          <p:cNvSpPr>
            <a:spLocks noGrp="1"/>
          </p:cNvSpPr>
          <p:nvPr>
            <p:ph type="title"/>
          </p:nvPr>
        </p:nvSpPr>
        <p:spPr/>
        <p:txBody>
          <a:bodyPr/>
          <a:lstStyle/>
          <a:p>
            <a:r>
              <a:rPr lang="en-US" dirty="0"/>
              <a:t>Brand basics</a:t>
            </a:r>
          </a:p>
        </p:txBody>
      </p:sp>
      <p:grpSp>
        <p:nvGrpSpPr>
          <p:cNvPr id="29" name="Group 28">
            <a:extLst>
              <a:ext uri="{FF2B5EF4-FFF2-40B4-BE49-F238E27FC236}">
                <a16:creationId xmlns:a16="http://schemas.microsoft.com/office/drawing/2014/main" id="{518841DD-7394-F2A1-7C5A-94B9E0FEEF46}"/>
              </a:ext>
            </a:extLst>
          </p:cNvPr>
          <p:cNvGrpSpPr/>
          <p:nvPr/>
        </p:nvGrpSpPr>
        <p:grpSpPr>
          <a:xfrm>
            <a:off x="1971612" y="1674273"/>
            <a:ext cx="7666239" cy="3865467"/>
            <a:chOff x="977138" y="1198490"/>
            <a:chExt cx="10287513" cy="5187164"/>
          </a:xfrm>
        </p:grpSpPr>
        <p:pic>
          <p:nvPicPr>
            <p:cNvPr id="20" name="Picture 19">
              <a:extLst>
                <a:ext uri="{FF2B5EF4-FFF2-40B4-BE49-F238E27FC236}">
                  <a16:creationId xmlns:a16="http://schemas.microsoft.com/office/drawing/2014/main" id="{62678D20-6A05-E665-4D35-F6A413B6E04C}"/>
                </a:ext>
              </a:extLst>
            </p:cNvPr>
            <p:cNvPicPr>
              <a:picLocks noChangeAspect="1"/>
            </p:cNvPicPr>
            <p:nvPr/>
          </p:nvPicPr>
          <p:blipFill rotWithShape="1">
            <a:blip r:embed="rId2"/>
            <a:srcRect t="2351"/>
            <a:stretch/>
          </p:blipFill>
          <p:spPr>
            <a:xfrm>
              <a:off x="6486511" y="4684823"/>
              <a:ext cx="2454918" cy="1700831"/>
            </a:xfrm>
            <a:prstGeom prst="rect">
              <a:avLst/>
            </a:prstGeom>
          </p:spPr>
        </p:pic>
        <p:grpSp>
          <p:nvGrpSpPr>
            <p:cNvPr id="26" name="Group 25">
              <a:extLst>
                <a:ext uri="{FF2B5EF4-FFF2-40B4-BE49-F238E27FC236}">
                  <a16:creationId xmlns:a16="http://schemas.microsoft.com/office/drawing/2014/main" id="{635B1882-3740-AB16-E4FB-E8FA2316C512}"/>
                </a:ext>
              </a:extLst>
            </p:cNvPr>
            <p:cNvGrpSpPr/>
            <p:nvPr/>
          </p:nvGrpSpPr>
          <p:grpSpPr>
            <a:xfrm>
              <a:off x="977138" y="1198490"/>
              <a:ext cx="10287513" cy="5032182"/>
              <a:chOff x="977138" y="1251655"/>
              <a:chExt cx="10287513" cy="5032182"/>
            </a:xfrm>
          </p:grpSpPr>
          <p:pic>
            <p:nvPicPr>
              <p:cNvPr id="6" name="Picture 5">
                <a:extLst>
                  <a:ext uri="{FF2B5EF4-FFF2-40B4-BE49-F238E27FC236}">
                    <a16:creationId xmlns:a16="http://schemas.microsoft.com/office/drawing/2014/main" id="{113DB236-8108-76E5-85C1-90684F1079D8}"/>
                  </a:ext>
                </a:extLst>
              </p:cNvPr>
              <p:cNvPicPr>
                <a:picLocks noChangeAspect="1"/>
              </p:cNvPicPr>
              <p:nvPr/>
            </p:nvPicPr>
            <p:blipFill rotWithShape="1">
              <a:blip r:embed="rId3"/>
              <a:srcRect t="16412"/>
              <a:stretch/>
            </p:blipFill>
            <p:spPr>
              <a:xfrm>
                <a:off x="977138" y="1265962"/>
                <a:ext cx="4823397" cy="1651019"/>
              </a:xfrm>
              <a:prstGeom prst="rect">
                <a:avLst/>
              </a:prstGeom>
            </p:spPr>
          </p:pic>
          <p:pic>
            <p:nvPicPr>
              <p:cNvPr id="8" name="Picture 7">
                <a:extLst>
                  <a:ext uri="{FF2B5EF4-FFF2-40B4-BE49-F238E27FC236}">
                    <a16:creationId xmlns:a16="http://schemas.microsoft.com/office/drawing/2014/main" id="{3F0B86EC-E404-6508-E8A7-F98C9D4EC3C3}"/>
                  </a:ext>
                </a:extLst>
              </p:cNvPr>
              <p:cNvPicPr>
                <a:picLocks noChangeAspect="1"/>
              </p:cNvPicPr>
              <p:nvPr/>
            </p:nvPicPr>
            <p:blipFill rotWithShape="1">
              <a:blip r:embed="rId4"/>
              <a:srcRect t="17577"/>
              <a:stretch/>
            </p:blipFill>
            <p:spPr>
              <a:xfrm>
                <a:off x="5655667" y="1251655"/>
                <a:ext cx="4827719" cy="1528237"/>
              </a:xfrm>
              <a:prstGeom prst="rect">
                <a:avLst/>
              </a:prstGeom>
            </p:spPr>
          </p:pic>
          <p:pic>
            <p:nvPicPr>
              <p:cNvPr id="10" name="Picture 9">
                <a:extLst>
                  <a:ext uri="{FF2B5EF4-FFF2-40B4-BE49-F238E27FC236}">
                    <a16:creationId xmlns:a16="http://schemas.microsoft.com/office/drawing/2014/main" id="{09FFA12D-0999-7ECD-36F3-102F5A54C69A}"/>
                  </a:ext>
                </a:extLst>
              </p:cNvPr>
              <p:cNvPicPr>
                <a:picLocks noChangeAspect="1"/>
              </p:cNvPicPr>
              <p:nvPr/>
            </p:nvPicPr>
            <p:blipFill>
              <a:blip r:embed="rId5"/>
              <a:stretch>
                <a:fillRect/>
              </a:stretch>
            </p:blipFill>
            <p:spPr>
              <a:xfrm>
                <a:off x="992638" y="2984719"/>
                <a:ext cx="4762889" cy="1651019"/>
              </a:xfrm>
              <a:prstGeom prst="rect">
                <a:avLst/>
              </a:prstGeom>
            </p:spPr>
          </p:pic>
          <p:pic>
            <p:nvPicPr>
              <p:cNvPr id="14" name="Picture 13">
                <a:extLst>
                  <a:ext uri="{FF2B5EF4-FFF2-40B4-BE49-F238E27FC236}">
                    <a16:creationId xmlns:a16="http://schemas.microsoft.com/office/drawing/2014/main" id="{B4DD6BD9-3BE6-E14A-C333-30C50ECE9CA0}"/>
                  </a:ext>
                </a:extLst>
              </p:cNvPr>
              <p:cNvPicPr>
                <a:picLocks noChangeAspect="1"/>
              </p:cNvPicPr>
              <p:nvPr/>
            </p:nvPicPr>
            <p:blipFill rotWithShape="1">
              <a:blip r:embed="rId6"/>
              <a:srcRect t="4462"/>
              <a:stretch/>
            </p:blipFill>
            <p:spPr>
              <a:xfrm>
                <a:off x="1006497" y="4698228"/>
                <a:ext cx="4801787" cy="1585609"/>
              </a:xfrm>
              <a:prstGeom prst="rect">
                <a:avLst/>
              </a:prstGeom>
            </p:spPr>
          </p:pic>
          <p:pic>
            <p:nvPicPr>
              <p:cNvPr id="16" name="Picture 15">
                <a:extLst>
                  <a:ext uri="{FF2B5EF4-FFF2-40B4-BE49-F238E27FC236}">
                    <a16:creationId xmlns:a16="http://schemas.microsoft.com/office/drawing/2014/main" id="{4C5E845A-FAC1-70F1-0CE1-3676F9B81284}"/>
                  </a:ext>
                </a:extLst>
              </p:cNvPr>
              <p:cNvPicPr>
                <a:picLocks noChangeAspect="1"/>
              </p:cNvPicPr>
              <p:nvPr/>
            </p:nvPicPr>
            <p:blipFill rotWithShape="1">
              <a:blip r:embed="rId7"/>
              <a:srcRect l="10425" t="2946" r="14134" b="-1"/>
              <a:stretch/>
            </p:blipFill>
            <p:spPr>
              <a:xfrm>
                <a:off x="5751651" y="4683921"/>
                <a:ext cx="727109" cy="1585609"/>
              </a:xfrm>
              <a:prstGeom prst="rect">
                <a:avLst/>
              </a:prstGeom>
            </p:spPr>
          </p:pic>
          <p:pic>
            <p:nvPicPr>
              <p:cNvPr id="22" name="Picture 21">
                <a:extLst>
                  <a:ext uri="{FF2B5EF4-FFF2-40B4-BE49-F238E27FC236}">
                    <a16:creationId xmlns:a16="http://schemas.microsoft.com/office/drawing/2014/main" id="{5856F525-1D66-0818-4F58-4791196F7DD0}"/>
                  </a:ext>
                </a:extLst>
              </p:cNvPr>
              <p:cNvPicPr>
                <a:picLocks noChangeAspect="1"/>
              </p:cNvPicPr>
              <p:nvPr/>
            </p:nvPicPr>
            <p:blipFill>
              <a:blip r:embed="rId8"/>
              <a:stretch>
                <a:fillRect/>
              </a:stretch>
            </p:blipFill>
            <p:spPr>
              <a:xfrm>
                <a:off x="8809733" y="4681248"/>
                <a:ext cx="2454918" cy="1555934"/>
              </a:xfrm>
              <a:prstGeom prst="rect">
                <a:avLst/>
              </a:prstGeom>
            </p:spPr>
          </p:pic>
          <p:pic>
            <p:nvPicPr>
              <p:cNvPr id="25" name="Picture 24">
                <a:extLst>
                  <a:ext uri="{FF2B5EF4-FFF2-40B4-BE49-F238E27FC236}">
                    <a16:creationId xmlns:a16="http://schemas.microsoft.com/office/drawing/2014/main" id="{910CAD91-F085-7A8D-65EF-2C0715B8D334}"/>
                  </a:ext>
                </a:extLst>
              </p:cNvPr>
              <p:cNvPicPr>
                <a:picLocks noChangeAspect="1"/>
              </p:cNvPicPr>
              <p:nvPr/>
            </p:nvPicPr>
            <p:blipFill>
              <a:blip r:embed="rId9"/>
              <a:stretch>
                <a:fillRect/>
              </a:stretch>
            </p:blipFill>
            <p:spPr>
              <a:xfrm>
                <a:off x="5720989" y="3034337"/>
                <a:ext cx="4732453" cy="1555934"/>
              </a:xfrm>
              <a:prstGeom prst="rect">
                <a:avLst/>
              </a:prstGeom>
            </p:spPr>
          </p:pic>
        </p:grpSp>
      </p:grpSp>
      <p:sp>
        <p:nvSpPr>
          <p:cNvPr id="2" name="TextBox 1">
            <a:extLst>
              <a:ext uri="{FF2B5EF4-FFF2-40B4-BE49-F238E27FC236}">
                <a16:creationId xmlns:a16="http://schemas.microsoft.com/office/drawing/2014/main" id="{A65F69D7-CCCA-6FE9-275B-E38700573AF8}"/>
              </a:ext>
            </a:extLst>
          </p:cNvPr>
          <p:cNvSpPr txBox="1"/>
          <p:nvPr/>
        </p:nvSpPr>
        <p:spPr>
          <a:xfrm>
            <a:off x="384048" y="1679414"/>
            <a:ext cx="1598033" cy="2128788"/>
          </a:xfrm>
          <a:prstGeom prst="rect">
            <a:avLst/>
          </a:prstGeom>
          <a:noFill/>
        </p:spPr>
        <p:txBody>
          <a:bodyPr wrap="square" lIns="0" tIns="0" rIns="0" bIns="0" rtlCol="0">
            <a:spAutoFit/>
          </a:bodyPr>
          <a:lstStyle/>
          <a:p>
            <a:pPr>
              <a:spcBef>
                <a:spcPts val="450"/>
              </a:spcBef>
              <a:buSzPct val="100000"/>
            </a:pPr>
            <a:r>
              <a:rPr lang="en-US" sz="1000" dirty="0">
                <a:latin typeface="Aptos" panose="020B0004020202020204" pitchFamily="34" charset="0"/>
              </a:rPr>
              <a:t>It is important to consider the readability of color combinations when creating slides. The chart to the right </a:t>
            </a:r>
            <a:br>
              <a:rPr lang="en-US" sz="1000" dirty="0">
                <a:latin typeface="Aptos" panose="020B0004020202020204" pitchFamily="34" charset="0"/>
              </a:rPr>
            </a:br>
            <a:r>
              <a:rPr lang="en-US" sz="1000" dirty="0">
                <a:latin typeface="Aptos" panose="020B0004020202020204" pitchFamily="34" charset="0"/>
              </a:rPr>
              <a:t>gives a basic overview of which color combinations are considered accessible. </a:t>
            </a:r>
          </a:p>
          <a:p>
            <a:pPr>
              <a:spcBef>
                <a:spcPts val="450"/>
              </a:spcBef>
              <a:buSzPct val="100000"/>
            </a:pPr>
            <a:r>
              <a:rPr lang="en-US" sz="1000" dirty="0">
                <a:latin typeface="Aptos" panose="020B0004020202020204" pitchFamily="34" charset="0"/>
              </a:rPr>
              <a:t>Review the complete guidance on how to correctly use color at </a:t>
            </a:r>
            <a:r>
              <a:rPr lang="en-US" sz="1000" dirty="0">
                <a:latin typeface="Aptos" panose="020B0004020202020204" pitchFamily="34" charset="0"/>
                <a:hlinkClick r:id="rId10"/>
              </a:rPr>
              <a:t>Brand Space &gt; Guidelines &gt; Elements &gt; Color</a:t>
            </a:r>
            <a:r>
              <a:rPr lang="en-US" sz="1000" dirty="0">
                <a:latin typeface="Aptos" panose="020B0004020202020204" pitchFamily="34" charset="0"/>
              </a:rPr>
              <a:t>.</a:t>
            </a:r>
          </a:p>
          <a:p>
            <a:pPr>
              <a:spcBef>
                <a:spcPts val="450"/>
              </a:spcBef>
              <a:buSzPct val="100000"/>
            </a:pPr>
            <a:endParaRPr lang="en-US" sz="1000" dirty="0">
              <a:solidFill>
                <a:srgbClr val="313131"/>
              </a:solidFill>
              <a:latin typeface="Aptos" panose="020B0004020202020204" pitchFamily="34" charset="0"/>
            </a:endParaRPr>
          </a:p>
        </p:txBody>
      </p:sp>
    </p:spTree>
    <p:extLst>
      <p:ext uri="{BB962C8B-B14F-4D97-AF65-F5344CB8AC3E}">
        <p14:creationId xmlns:p14="http://schemas.microsoft.com/office/powerpoint/2010/main" val="1163200237"/>
      </p:ext>
    </p:extLst>
  </p:cSld>
  <p:clrMapOvr>
    <a:masterClrMapping/>
  </p:clrMapOvr>
  <p:transition>
    <p:fade/>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Content Placeholder 11">
            <a:extLst>
              <a:ext uri="{FF2B5EF4-FFF2-40B4-BE49-F238E27FC236}">
                <a16:creationId xmlns:a16="http://schemas.microsoft.com/office/drawing/2014/main" id="{CBA24248-F95C-DD66-B3B0-E42CD97B1E2B}"/>
              </a:ext>
            </a:extLst>
          </p:cNvPr>
          <p:cNvSpPr>
            <a:spLocks noGrp="1"/>
          </p:cNvSpPr>
          <p:nvPr>
            <p:ph sz="quarter" idx="10"/>
          </p:nvPr>
        </p:nvSpPr>
        <p:spPr/>
        <p:txBody>
          <a:bodyPr/>
          <a:lstStyle/>
          <a:p>
            <a:r>
              <a:rPr lang="en-US" b="1" dirty="0"/>
              <a:t>Typography</a:t>
            </a:r>
          </a:p>
          <a:p>
            <a:endParaRPr lang="en-US" dirty="0"/>
          </a:p>
          <a:p>
            <a:r>
              <a:rPr lang="en-US" dirty="0"/>
              <a:t>Text size and styles included in the templates are recommendations based on user testing. Text size and style can be adjusted, as desired, according to your content.</a:t>
            </a:r>
            <a:br>
              <a:rPr lang="en-US" dirty="0"/>
            </a:br>
            <a:r>
              <a:rPr lang="en-US" dirty="0"/>
              <a:t> </a:t>
            </a:r>
          </a:p>
          <a:p>
            <a:r>
              <a:rPr lang="en-US" dirty="0"/>
              <a:t>Please see </a:t>
            </a:r>
            <a:r>
              <a:rPr lang="en-US" dirty="0">
                <a:hlinkClick r:id="rId2"/>
              </a:rPr>
              <a:t>Brand Space &gt; Guidelines &gt; Elements &gt; Typography </a:t>
            </a:r>
            <a:r>
              <a:rPr lang="en-US" dirty="0"/>
              <a:t>for more detailed information.</a:t>
            </a:r>
          </a:p>
          <a:p>
            <a:endParaRPr lang="en-GB" dirty="0"/>
          </a:p>
          <a:p>
            <a:r>
              <a:rPr lang="en-GB" dirty="0"/>
              <a:t>For Microsoft Office applications, the required font is:</a:t>
            </a:r>
            <a:br>
              <a:rPr lang="en-GB" dirty="0"/>
            </a:br>
            <a:endParaRPr lang="en-GB" b="1" dirty="0"/>
          </a:p>
          <a:p>
            <a:r>
              <a:rPr lang="en-GB" sz="1800" dirty="0"/>
              <a:t>Aptos</a:t>
            </a:r>
          </a:p>
          <a:p>
            <a:r>
              <a:rPr lang="en-GB" sz="1800" i="1" dirty="0"/>
              <a:t>Aptos Italic</a:t>
            </a:r>
          </a:p>
          <a:p>
            <a:r>
              <a:rPr lang="en-GB" sz="1800" b="1" dirty="0"/>
              <a:t>Aptos Bold</a:t>
            </a:r>
          </a:p>
          <a:p>
            <a:r>
              <a:rPr lang="en-GB" sz="1800" b="1" i="1" dirty="0"/>
              <a:t>Aptos Bold Italic</a:t>
            </a:r>
          </a:p>
          <a:p>
            <a:endParaRPr lang="en-GB" sz="1800" b="1" dirty="0"/>
          </a:p>
        </p:txBody>
      </p:sp>
      <p:sp>
        <p:nvSpPr>
          <p:cNvPr id="3" name="Content Placeholder 2">
            <a:extLst>
              <a:ext uri="{FF2B5EF4-FFF2-40B4-BE49-F238E27FC236}">
                <a16:creationId xmlns:a16="http://schemas.microsoft.com/office/drawing/2014/main" id="{E60BBFE9-AF95-994C-5CE0-8BA81BF25977}"/>
              </a:ext>
            </a:extLst>
          </p:cNvPr>
          <p:cNvSpPr>
            <a:spLocks noGrp="1"/>
          </p:cNvSpPr>
          <p:nvPr>
            <p:ph sz="quarter" idx="20"/>
          </p:nvPr>
        </p:nvSpPr>
        <p:spPr/>
        <p:txBody>
          <a:bodyPr/>
          <a:lstStyle/>
          <a:p>
            <a:r>
              <a:rPr lang="en-US" b="1" dirty="0"/>
              <a:t>Iconography</a:t>
            </a:r>
          </a:p>
          <a:p>
            <a:endParaRPr lang="en-US" b="1" dirty="0"/>
          </a:p>
          <a:p>
            <a:r>
              <a:rPr lang="en-US" dirty="0"/>
              <a:t>Deloitte's line-based icon suite helps to create a consistent style with a distinctive and ownable character that is clear and simple.</a:t>
            </a:r>
          </a:p>
          <a:p>
            <a:endParaRPr lang="en-US" b="1" dirty="0"/>
          </a:p>
          <a:p>
            <a:r>
              <a:rPr lang="en-US" dirty="0"/>
              <a:t>Please </a:t>
            </a:r>
            <a:r>
              <a:rPr lang="en-US" dirty="0">
                <a:hlinkClick r:id="rId3"/>
              </a:rPr>
              <a:t>Brand Space &gt; Guidelines &gt; Elements &gt; Icons </a:t>
            </a:r>
            <a:r>
              <a:rPr lang="en-US" dirty="0"/>
              <a:t>to download the full suite of icons and learn more about their usage.</a:t>
            </a:r>
          </a:p>
          <a:p>
            <a:endParaRPr lang="en-US" b="1" dirty="0"/>
          </a:p>
        </p:txBody>
      </p:sp>
      <p:sp>
        <p:nvSpPr>
          <p:cNvPr id="4" name="Text Placeholder 3">
            <a:extLst>
              <a:ext uri="{FF2B5EF4-FFF2-40B4-BE49-F238E27FC236}">
                <a16:creationId xmlns:a16="http://schemas.microsoft.com/office/drawing/2014/main" id="{453BDFDC-C552-46B9-8263-B13307177E5E}"/>
              </a:ext>
            </a:extLst>
          </p:cNvPr>
          <p:cNvSpPr>
            <a:spLocks noGrp="1"/>
          </p:cNvSpPr>
          <p:nvPr>
            <p:ph type="body" sz="quarter" idx="13"/>
          </p:nvPr>
        </p:nvSpPr>
        <p:spPr/>
        <p:txBody>
          <a:bodyPr/>
          <a:lstStyle/>
          <a:p>
            <a:r>
              <a:rPr lang="en-US" dirty="0"/>
              <a:t>Typography and iconography</a:t>
            </a:r>
          </a:p>
        </p:txBody>
      </p:sp>
      <p:sp>
        <p:nvSpPr>
          <p:cNvPr id="2" name="Title 1">
            <a:extLst>
              <a:ext uri="{FF2B5EF4-FFF2-40B4-BE49-F238E27FC236}">
                <a16:creationId xmlns:a16="http://schemas.microsoft.com/office/drawing/2014/main" id="{6AAEE7FE-FB70-4E7C-A882-C72F9DA7DA61}"/>
              </a:ext>
            </a:extLst>
          </p:cNvPr>
          <p:cNvSpPr>
            <a:spLocks noGrp="1"/>
          </p:cNvSpPr>
          <p:nvPr>
            <p:ph type="title"/>
          </p:nvPr>
        </p:nvSpPr>
        <p:spPr/>
        <p:txBody>
          <a:bodyPr/>
          <a:lstStyle/>
          <a:p>
            <a:r>
              <a:rPr lang="en-US" dirty="0"/>
              <a:t>Brand basics</a:t>
            </a:r>
          </a:p>
        </p:txBody>
      </p:sp>
      <p:grpSp>
        <p:nvGrpSpPr>
          <p:cNvPr id="13" name="Group 12">
            <a:extLst>
              <a:ext uri="{FF2B5EF4-FFF2-40B4-BE49-F238E27FC236}">
                <a16:creationId xmlns:a16="http://schemas.microsoft.com/office/drawing/2014/main" id="{A8519580-E07C-2F37-AA08-A0F23584ABFD}"/>
              </a:ext>
            </a:extLst>
          </p:cNvPr>
          <p:cNvGrpSpPr/>
          <p:nvPr/>
        </p:nvGrpSpPr>
        <p:grpSpPr>
          <a:xfrm>
            <a:off x="5751899" y="3824193"/>
            <a:ext cx="2802161" cy="2211976"/>
            <a:chOff x="4052238" y="2868564"/>
            <a:chExt cx="3150334" cy="2486818"/>
          </a:xfrm>
        </p:grpSpPr>
        <p:pic>
          <p:nvPicPr>
            <p:cNvPr id="10" name="Picture 9" descr="A group of green circles with white icons&#10;&#10;Description automatically generated">
              <a:extLst>
                <a:ext uri="{FF2B5EF4-FFF2-40B4-BE49-F238E27FC236}">
                  <a16:creationId xmlns:a16="http://schemas.microsoft.com/office/drawing/2014/main" id="{C11D1904-7AB3-471B-6EB7-5A95CF75FA4D}"/>
                </a:ext>
              </a:extLst>
            </p:cNvPr>
            <p:cNvPicPr>
              <a:picLocks noChangeAspect="1"/>
            </p:cNvPicPr>
            <p:nvPr/>
          </p:nvPicPr>
          <p:blipFill rotWithShape="1">
            <a:blip r:embed="rId4">
              <a:extLst>
                <a:ext uri="{28A0092B-C50C-407E-A947-70E740481C1C}">
                  <a14:useLocalDpi xmlns:a14="http://schemas.microsoft.com/office/drawing/2010/main" val="0"/>
                </a:ext>
              </a:extLst>
            </a:blip>
            <a:srcRect/>
            <a:stretch/>
          </p:blipFill>
          <p:spPr>
            <a:xfrm>
              <a:off x="4052238" y="4187223"/>
              <a:ext cx="3092584" cy="1168159"/>
            </a:xfrm>
            <a:prstGeom prst="rect">
              <a:avLst/>
            </a:prstGeom>
          </p:spPr>
        </p:pic>
        <p:pic>
          <p:nvPicPr>
            <p:cNvPr id="11" name="Picture 10" descr="A group of green circles with white icons&#10;&#10;Description automatically generated">
              <a:extLst>
                <a:ext uri="{FF2B5EF4-FFF2-40B4-BE49-F238E27FC236}">
                  <a16:creationId xmlns:a16="http://schemas.microsoft.com/office/drawing/2014/main" id="{A41C640C-7471-19E2-2BF9-245E0DECDAF2}"/>
                </a:ext>
              </a:extLst>
            </p:cNvPr>
            <p:cNvPicPr>
              <a:picLocks noChangeAspect="1"/>
            </p:cNvPicPr>
            <p:nvPr/>
          </p:nvPicPr>
          <p:blipFill rotWithShape="1">
            <a:blip r:embed="rId5">
              <a:extLst>
                <a:ext uri="{28A0092B-C50C-407E-A947-70E740481C1C}">
                  <a14:useLocalDpi xmlns:a14="http://schemas.microsoft.com/office/drawing/2010/main" val="0"/>
                </a:ext>
              </a:extLst>
            </a:blip>
            <a:srcRect/>
            <a:stretch/>
          </p:blipFill>
          <p:spPr>
            <a:xfrm>
              <a:off x="4109988" y="2868564"/>
              <a:ext cx="3092584" cy="1168159"/>
            </a:xfrm>
            <a:prstGeom prst="rect">
              <a:avLst/>
            </a:prstGeom>
          </p:spPr>
        </p:pic>
      </p:grpSp>
    </p:spTree>
    <p:extLst>
      <p:ext uri="{BB962C8B-B14F-4D97-AF65-F5344CB8AC3E}">
        <p14:creationId xmlns:p14="http://schemas.microsoft.com/office/powerpoint/2010/main" val="417486012"/>
      </p:ext>
    </p:extLst>
  </p:cSld>
  <p:clrMapOvr>
    <a:masterClrMapping/>
  </p:clrMapOvr>
  <p:transition>
    <p:fade/>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Table 12">
            <a:extLst>
              <a:ext uri="{FF2B5EF4-FFF2-40B4-BE49-F238E27FC236}">
                <a16:creationId xmlns:a16="http://schemas.microsoft.com/office/drawing/2014/main" id="{3ABAE59B-0902-4EB8-A685-606D0C682E00}"/>
              </a:ext>
            </a:extLst>
          </p:cNvPr>
          <p:cNvGraphicFramePr>
            <a:graphicFrameLocks noGrp="1"/>
          </p:cNvGraphicFramePr>
          <p:nvPr/>
        </p:nvGraphicFramePr>
        <p:xfrm>
          <a:off x="381000" y="2478469"/>
          <a:ext cx="9157158" cy="3424360"/>
        </p:xfrm>
        <a:graphic>
          <a:graphicData uri="http://schemas.openxmlformats.org/drawingml/2006/table">
            <a:tbl>
              <a:tblPr firstRow="1" firstCol="1" bandRow="1"/>
              <a:tblGrid>
                <a:gridCol w="1517196">
                  <a:extLst>
                    <a:ext uri="{9D8B030D-6E8A-4147-A177-3AD203B41FA5}">
                      <a16:colId xmlns:a16="http://schemas.microsoft.com/office/drawing/2014/main" val="20000"/>
                    </a:ext>
                  </a:extLst>
                </a:gridCol>
                <a:gridCol w="1548887">
                  <a:extLst>
                    <a:ext uri="{9D8B030D-6E8A-4147-A177-3AD203B41FA5}">
                      <a16:colId xmlns:a16="http://schemas.microsoft.com/office/drawing/2014/main" val="20001"/>
                    </a:ext>
                  </a:extLst>
                </a:gridCol>
                <a:gridCol w="1582201">
                  <a:extLst>
                    <a:ext uri="{9D8B030D-6E8A-4147-A177-3AD203B41FA5}">
                      <a16:colId xmlns:a16="http://schemas.microsoft.com/office/drawing/2014/main" val="20002"/>
                    </a:ext>
                  </a:extLst>
                </a:gridCol>
                <a:gridCol w="1553227">
                  <a:extLst>
                    <a:ext uri="{9D8B030D-6E8A-4147-A177-3AD203B41FA5}">
                      <a16:colId xmlns:a16="http://schemas.microsoft.com/office/drawing/2014/main" val="533255097"/>
                    </a:ext>
                  </a:extLst>
                </a:gridCol>
                <a:gridCol w="1537682">
                  <a:extLst>
                    <a:ext uri="{9D8B030D-6E8A-4147-A177-3AD203B41FA5}">
                      <a16:colId xmlns:a16="http://schemas.microsoft.com/office/drawing/2014/main" val="3342033590"/>
                    </a:ext>
                  </a:extLst>
                </a:gridCol>
                <a:gridCol w="1417965">
                  <a:extLst>
                    <a:ext uri="{9D8B030D-6E8A-4147-A177-3AD203B41FA5}">
                      <a16:colId xmlns:a16="http://schemas.microsoft.com/office/drawing/2014/main" val="674601717"/>
                    </a:ext>
                  </a:extLst>
                </a:gridCol>
              </a:tblGrid>
              <a:tr h="832104">
                <a:tc>
                  <a:txBody>
                    <a:bodyPr/>
                    <a:lstStyle/>
                    <a:p>
                      <a:pPr>
                        <a:lnSpc>
                          <a:spcPct val="100000"/>
                        </a:lnSpc>
                        <a:spcBef>
                          <a:spcPts val="0"/>
                        </a:spcBef>
                        <a:spcAft>
                          <a:spcPts val="0"/>
                        </a:spcAft>
                      </a:pPr>
                      <a:r>
                        <a:rPr lang="en-US" sz="5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5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5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5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5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5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10896">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Cut-out objects</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Single image many parts</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Single illustration many parts</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Concentric</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Portal</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b="0" dirty="0">
                          <a:effectLst/>
                          <a:latin typeface="Aptos" panose="020B0004020202020204" pitchFamily="34" charset="0"/>
                          <a:ea typeface="Verdana" panose="020B0604030504040204" pitchFamily="34" charset="0"/>
                          <a:cs typeface="Calibri" panose="020F0502020204030204" pitchFamily="34" charset="0"/>
                        </a:rPr>
                        <a:t>Cut-out illustration</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832104">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286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b="0" dirty="0">
                          <a:effectLst/>
                          <a:latin typeface="Aptos" panose="020B0004020202020204" pitchFamily="34" charset="0"/>
                          <a:ea typeface="Verdana" panose="020B0604030504040204" pitchFamily="34" charset="0"/>
                          <a:cs typeface="Calibri" panose="020F0502020204030204" pitchFamily="34" charset="0"/>
                        </a:rPr>
                        <a:t>Interacting with the circle </a:t>
                      </a:r>
                      <a:br>
                        <a:rPr lang="en-US" sz="800" b="0" dirty="0">
                          <a:effectLst/>
                          <a:latin typeface="Aptos" panose="020B0004020202020204" pitchFamily="34" charset="0"/>
                          <a:ea typeface="Verdana" panose="020B0604030504040204" pitchFamily="34" charset="0"/>
                          <a:cs typeface="Calibri" panose="020F0502020204030204" pitchFamily="34" charset="0"/>
                        </a:rPr>
                      </a:br>
                      <a:r>
                        <a:rPr lang="en-US" sz="800" b="0" dirty="0">
                          <a:effectLst/>
                          <a:latin typeface="Aptos" panose="020B0004020202020204" pitchFamily="34" charset="0"/>
                          <a:ea typeface="Verdana" panose="020B0604030504040204" pitchFamily="34" charset="0"/>
                          <a:cs typeface="Calibri" panose="020F0502020204030204" pitchFamily="34" charset="0"/>
                        </a:rPr>
                        <a:t>(people)</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Cut-out objects with </a:t>
                      </a:r>
                      <a:br>
                        <a:rPr lang="en-US" sz="800" b="0" dirty="0">
                          <a:effectLst/>
                          <a:latin typeface="Aptos" panose="020B0004020202020204" pitchFamily="34" charset="0"/>
                          <a:ea typeface="Verdana" panose="020B0604030504040204" pitchFamily="34" charset="0"/>
                          <a:cs typeface="Calibri" panose="020F0502020204030204" pitchFamily="34" charset="0"/>
                        </a:rPr>
                      </a:br>
                      <a:r>
                        <a:rPr lang="en-US" sz="800" b="0" dirty="0">
                          <a:effectLst/>
                          <a:latin typeface="Aptos" panose="020B0004020202020204" pitchFamily="34" charset="0"/>
                          <a:ea typeface="Verdana" panose="020B0604030504040204" pitchFamily="34" charset="0"/>
                          <a:cs typeface="Calibri" panose="020F0502020204030204" pitchFamily="34" charset="0"/>
                        </a:rPr>
                        <a:t>typography</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New positioning of cut-out </a:t>
                      </a:r>
                      <a:br>
                        <a:rPr lang="en-US" sz="800" b="0" dirty="0">
                          <a:effectLst/>
                          <a:latin typeface="Aptos" panose="020B0004020202020204" pitchFamily="34" charset="0"/>
                          <a:ea typeface="Verdana" panose="020B0604030504040204" pitchFamily="34" charset="0"/>
                          <a:cs typeface="Calibri" panose="020F0502020204030204" pitchFamily="34" charset="0"/>
                        </a:rPr>
                      </a:br>
                      <a:r>
                        <a:rPr lang="en-US" sz="800" b="0" dirty="0">
                          <a:effectLst/>
                          <a:latin typeface="Aptos" panose="020B0004020202020204" pitchFamily="34" charset="0"/>
                          <a:ea typeface="Verdana" panose="020B0604030504040204" pitchFamily="34" charset="0"/>
                          <a:cs typeface="Calibri" panose="020F0502020204030204" pitchFamily="34" charset="0"/>
                        </a:rPr>
                        <a:t>imagery</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Incomplete circle </a:t>
                      </a:r>
                      <a:br>
                        <a:rPr lang="en-US" sz="800" b="0" dirty="0">
                          <a:effectLst/>
                          <a:latin typeface="Aptos" panose="020B0004020202020204" pitchFamily="34" charset="0"/>
                          <a:ea typeface="Verdana" panose="020B0604030504040204" pitchFamily="34" charset="0"/>
                          <a:cs typeface="Calibri" panose="020F0502020204030204" pitchFamily="34" charset="0"/>
                        </a:rPr>
                      </a:br>
                      <a:r>
                        <a:rPr lang="en-US" sz="800" b="0" dirty="0">
                          <a:effectLst/>
                          <a:latin typeface="Aptos" panose="020B0004020202020204" pitchFamily="34" charset="0"/>
                          <a:ea typeface="Verdana" panose="020B0604030504040204" pitchFamily="34" charset="0"/>
                          <a:cs typeface="Calibri" panose="020F0502020204030204" pitchFamily="34" charset="0"/>
                        </a:rPr>
                        <a:t>in motion</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Full bleed (people)</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b="0" dirty="0">
                          <a:effectLst/>
                          <a:latin typeface="Aptos" panose="020B0004020202020204" pitchFamily="34" charset="0"/>
                          <a:ea typeface="Verdana" panose="020B0604030504040204" pitchFamily="34" charset="0"/>
                          <a:cs typeface="Calibri" panose="020F0502020204030204" pitchFamily="34" charset="0"/>
                        </a:rPr>
                        <a:t>Full bleed </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832104">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28600">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Full bleed negative space</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Magnify</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Light" panose="020F0302020204030204" pitchFamily="34" charset="0"/>
                        </a:rPr>
                        <a:t>People breaking out of </a:t>
                      </a:r>
                      <a:br>
                        <a:rPr lang="en-US" sz="800" b="0" dirty="0">
                          <a:effectLst/>
                          <a:latin typeface="Aptos" panose="020B0004020202020204" pitchFamily="34" charset="0"/>
                          <a:ea typeface="Verdana" panose="020B0604030504040204" pitchFamily="34" charset="0"/>
                          <a:cs typeface="Calibri Light" panose="020F0302020204030204" pitchFamily="34" charset="0"/>
                        </a:rPr>
                      </a:br>
                      <a:r>
                        <a:rPr lang="en-US" sz="800" b="0" dirty="0">
                          <a:effectLst/>
                          <a:latin typeface="Aptos" panose="020B0004020202020204" pitchFamily="34" charset="0"/>
                          <a:ea typeface="Verdana" panose="020B0604030504040204" pitchFamily="34" charset="0"/>
                          <a:cs typeface="Calibri Light" panose="020F0302020204030204" pitchFamily="34" charset="0"/>
                        </a:rPr>
                        <a:t>the circle</a:t>
                      </a: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Light" panose="020F0302020204030204" pitchFamily="34" charset="0"/>
                        </a:rPr>
                        <a:t>Hoop (people)</a:t>
                      </a: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bl>
          </a:graphicData>
        </a:graphic>
      </p:graphicFrame>
      <p:pic>
        <p:nvPicPr>
          <p:cNvPr id="16" name="Picture 15">
            <a:extLst>
              <a:ext uri="{FF2B5EF4-FFF2-40B4-BE49-F238E27FC236}">
                <a16:creationId xmlns:a16="http://schemas.microsoft.com/office/drawing/2014/main" id="{0FFF7C54-330D-446C-905B-4FEB2C7AEFB5}"/>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384048" y="2491720"/>
            <a:ext cx="1371600" cy="811597"/>
          </a:xfrm>
          <a:prstGeom prst="rect">
            <a:avLst/>
          </a:prstGeom>
          <a:ln w="6350">
            <a:solidFill>
              <a:schemeClr val="tx1"/>
            </a:solidFill>
          </a:ln>
        </p:spPr>
      </p:pic>
      <p:pic>
        <p:nvPicPr>
          <p:cNvPr id="17" name="Picture 16">
            <a:extLst>
              <a:ext uri="{FF2B5EF4-FFF2-40B4-BE49-F238E27FC236}">
                <a16:creationId xmlns:a16="http://schemas.microsoft.com/office/drawing/2014/main" id="{5AD8FA90-CECD-4363-90A7-6F60DA474C65}"/>
              </a:ext>
              <a:ext uri="{C183D7F6-B498-43B3-948B-1728B52AA6E4}">
                <adec:decorative xmlns:adec="http://schemas.microsoft.com/office/drawing/2017/decorative" val="1"/>
              </a:ext>
            </a:extLst>
          </p:cNvPr>
          <p:cNvPicPr>
            <a:picLocks noChangeAspect="1"/>
          </p:cNvPicPr>
          <p:nvPr/>
        </p:nvPicPr>
        <p:blipFill>
          <a:blip r:embed="rId4"/>
          <a:stretch>
            <a:fillRect/>
          </a:stretch>
        </p:blipFill>
        <p:spPr>
          <a:xfrm>
            <a:off x="1908835" y="2500556"/>
            <a:ext cx="1371600" cy="811597"/>
          </a:xfrm>
          <a:prstGeom prst="rect">
            <a:avLst/>
          </a:prstGeom>
          <a:ln w="6350">
            <a:solidFill>
              <a:schemeClr val="tx1"/>
            </a:solidFill>
          </a:ln>
        </p:spPr>
      </p:pic>
      <p:pic>
        <p:nvPicPr>
          <p:cNvPr id="18" name="Picture 17">
            <a:extLst>
              <a:ext uri="{FF2B5EF4-FFF2-40B4-BE49-F238E27FC236}">
                <a16:creationId xmlns:a16="http://schemas.microsoft.com/office/drawing/2014/main" id="{EFCC7EDA-EFCB-4614-B996-8C4AEE05CE19}"/>
              </a:ext>
              <a:ext uri="{C183D7F6-B498-43B3-948B-1728B52AA6E4}">
                <adec:decorative xmlns:adec="http://schemas.microsoft.com/office/drawing/2017/decorative" val="1"/>
              </a:ext>
            </a:extLst>
          </p:cNvPr>
          <p:cNvPicPr>
            <a:picLocks noChangeAspect="1"/>
          </p:cNvPicPr>
          <p:nvPr/>
        </p:nvPicPr>
        <p:blipFill>
          <a:blip r:embed="rId5"/>
          <a:stretch>
            <a:fillRect/>
          </a:stretch>
        </p:blipFill>
        <p:spPr>
          <a:xfrm>
            <a:off x="3452889" y="2500556"/>
            <a:ext cx="1371600" cy="811597"/>
          </a:xfrm>
          <a:prstGeom prst="rect">
            <a:avLst/>
          </a:prstGeom>
          <a:ln w="6350">
            <a:solidFill>
              <a:schemeClr val="tx1"/>
            </a:solidFill>
          </a:ln>
        </p:spPr>
      </p:pic>
      <p:pic>
        <p:nvPicPr>
          <p:cNvPr id="21" name="Picture 20">
            <a:extLst>
              <a:ext uri="{FF2B5EF4-FFF2-40B4-BE49-F238E27FC236}">
                <a16:creationId xmlns:a16="http://schemas.microsoft.com/office/drawing/2014/main" id="{D58DD16C-48F5-4179-860D-B4DDDF6DBBE8}"/>
              </a:ext>
              <a:ext uri="{C183D7F6-B498-43B3-948B-1728B52AA6E4}">
                <adec:decorative xmlns:adec="http://schemas.microsoft.com/office/drawing/2017/decorative" val="1"/>
              </a:ext>
            </a:extLst>
          </p:cNvPr>
          <p:cNvPicPr>
            <a:picLocks noChangeAspect="1"/>
          </p:cNvPicPr>
          <p:nvPr/>
        </p:nvPicPr>
        <p:blipFill>
          <a:blip r:embed="rId6"/>
          <a:stretch>
            <a:fillRect/>
          </a:stretch>
        </p:blipFill>
        <p:spPr>
          <a:xfrm>
            <a:off x="5037768" y="2500556"/>
            <a:ext cx="1371600" cy="811597"/>
          </a:xfrm>
          <a:prstGeom prst="rect">
            <a:avLst/>
          </a:prstGeom>
          <a:ln w="6350">
            <a:solidFill>
              <a:schemeClr val="tx1"/>
            </a:solidFill>
          </a:ln>
        </p:spPr>
      </p:pic>
      <p:pic>
        <p:nvPicPr>
          <p:cNvPr id="25" name="Picture 24">
            <a:extLst>
              <a:ext uri="{FF2B5EF4-FFF2-40B4-BE49-F238E27FC236}">
                <a16:creationId xmlns:a16="http://schemas.microsoft.com/office/drawing/2014/main" id="{282E2069-702F-46F9-8B54-1387C0071B41}"/>
              </a:ext>
              <a:ext uri="{C183D7F6-B498-43B3-948B-1728B52AA6E4}">
                <adec:decorative xmlns:adec="http://schemas.microsoft.com/office/drawing/2017/decorative" val="1"/>
              </a:ext>
            </a:extLst>
          </p:cNvPr>
          <p:cNvPicPr>
            <a:picLocks noChangeAspect="1"/>
          </p:cNvPicPr>
          <p:nvPr/>
        </p:nvPicPr>
        <p:blipFill>
          <a:blip r:embed="rId7"/>
          <a:stretch>
            <a:fillRect/>
          </a:stretch>
        </p:blipFill>
        <p:spPr>
          <a:xfrm>
            <a:off x="6589008" y="2500556"/>
            <a:ext cx="1371600" cy="811597"/>
          </a:xfrm>
          <a:prstGeom prst="rect">
            <a:avLst/>
          </a:prstGeom>
          <a:ln w="6350">
            <a:solidFill>
              <a:schemeClr val="tx1"/>
            </a:solidFill>
          </a:ln>
        </p:spPr>
      </p:pic>
      <p:pic>
        <p:nvPicPr>
          <p:cNvPr id="26" name="Picture 25">
            <a:extLst>
              <a:ext uri="{FF2B5EF4-FFF2-40B4-BE49-F238E27FC236}">
                <a16:creationId xmlns:a16="http://schemas.microsoft.com/office/drawing/2014/main" id="{68153E03-5FA1-4EE4-89E0-C530E5AA0168}"/>
              </a:ext>
              <a:ext uri="{C183D7F6-B498-43B3-948B-1728B52AA6E4}">
                <adec:decorative xmlns:adec="http://schemas.microsoft.com/office/drawing/2017/decorative" val="1"/>
              </a:ext>
            </a:extLst>
          </p:cNvPr>
          <p:cNvPicPr>
            <a:picLocks noChangeAspect="1"/>
          </p:cNvPicPr>
          <p:nvPr/>
        </p:nvPicPr>
        <p:blipFill>
          <a:blip r:embed="rId8"/>
          <a:stretch>
            <a:fillRect/>
          </a:stretch>
        </p:blipFill>
        <p:spPr>
          <a:xfrm>
            <a:off x="8140246" y="2500556"/>
            <a:ext cx="1371600" cy="811598"/>
          </a:xfrm>
          <a:prstGeom prst="rect">
            <a:avLst/>
          </a:prstGeom>
          <a:ln w="6350">
            <a:solidFill>
              <a:schemeClr val="tx1"/>
            </a:solidFill>
          </a:ln>
        </p:spPr>
      </p:pic>
      <p:pic>
        <p:nvPicPr>
          <p:cNvPr id="27" name="Picture 26">
            <a:extLst>
              <a:ext uri="{FF2B5EF4-FFF2-40B4-BE49-F238E27FC236}">
                <a16:creationId xmlns:a16="http://schemas.microsoft.com/office/drawing/2014/main" id="{69968E24-8EF5-424C-96C6-B83F1373F402}"/>
              </a:ext>
              <a:ext uri="{C183D7F6-B498-43B3-948B-1728B52AA6E4}">
                <adec:decorative xmlns:adec="http://schemas.microsoft.com/office/drawing/2017/decorative" val="1"/>
              </a:ext>
            </a:extLst>
          </p:cNvPr>
          <p:cNvPicPr>
            <a:picLocks noChangeAspect="1"/>
          </p:cNvPicPr>
          <p:nvPr/>
        </p:nvPicPr>
        <p:blipFill>
          <a:blip r:embed="rId9"/>
          <a:stretch>
            <a:fillRect/>
          </a:stretch>
        </p:blipFill>
        <p:spPr>
          <a:xfrm>
            <a:off x="384048" y="3633709"/>
            <a:ext cx="1371600" cy="811597"/>
          </a:xfrm>
          <a:prstGeom prst="rect">
            <a:avLst/>
          </a:prstGeom>
          <a:ln w="6350">
            <a:solidFill>
              <a:schemeClr val="tx1"/>
            </a:solidFill>
          </a:ln>
        </p:spPr>
      </p:pic>
      <p:pic>
        <p:nvPicPr>
          <p:cNvPr id="28" name="Picture 27">
            <a:extLst>
              <a:ext uri="{FF2B5EF4-FFF2-40B4-BE49-F238E27FC236}">
                <a16:creationId xmlns:a16="http://schemas.microsoft.com/office/drawing/2014/main" id="{EE444AE7-5814-4F56-9B07-89048E299084}"/>
              </a:ext>
              <a:ext uri="{C183D7F6-B498-43B3-948B-1728B52AA6E4}">
                <adec:decorative xmlns:adec="http://schemas.microsoft.com/office/drawing/2017/decorative" val="1"/>
              </a:ext>
            </a:extLst>
          </p:cNvPr>
          <p:cNvPicPr>
            <a:picLocks noChangeAspect="1"/>
          </p:cNvPicPr>
          <p:nvPr/>
        </p:nvPicPr>
        <p:blipFill>
          <a:blip r:embed="rId10"/>
          <a:stretch>
            <a:fillRect/>
          </a:stretch>
        </p:blipFill>
        <p:spPr>
          <a:xfrm>
            <a:off x="1908835" y="3525482"/>
            <a:ext cx="1371600" cy="811597"/>
          </a:xfrm>
          <a:prstGeom prst="rect">
            <a:avLst/>
          </a:prstGeom>
          <a:ln w="6350">
            <a:solidFill>
              <a:schemeClr val="tx1"/>
            </a:solidFill>
          </a:ln>
        </p:spPr>
      </p:pic>
      <p:pic>
        <p:nvPicPr>
          <p:cNvPr id="29" name="Picture 28">
            <a:extLst>
              <a:ext uri="{FF2B5EF4-FFF2-40B4-BE49-F238E27FC236}">
                <a16:creationId xmlns:a16="http://schemas.microsoft.com/office/drawing/2014/main" id="{9075E39F-D5F0-4914-BD37-B140E95C7222}"/>
              </a:ext>
              <a:ext uri="{C183D7F6-B498-43B3-948B-1728B52AA6E4}">
                <adec:decorative xmlns:adec="http://schemas.microsoft.com/office/drawing/2017/decorative" val="1"/>
              </a:ext>
            </a:extLst>
          </p:cNvPr>
          <p:cNvPicPr>
            <a:picLocks noChangeAspect="1"/>
          </p:cNvPicPr>
          <p:nvPr/>
        </p:nvPicPr>
        <p:blipFill>
          <a:blip r:embed="rId11"/>
          <a:stretch>
            <a:fillRect/>
          </a:stretch>
        </p:blipFill>
        <p:spPr>
          <a:xfrm>
            <a:off x="3452889" y="3525482"/>
            <a:ext cx="1371600" cy="811597"/>
          </a:xfrm>
          <a:prstGeom prst="rect">
            <a:avLst/>
          </a:prstGeom>
          <a:ln w="6350">
            <a:solidFill>
              <a:schemeClr val="tx1"/>
            </a:solidFill>
          </a:ln>
        </p:spPr>
      </p:pic>
      <p:pic>
        <p:nvPicPr>
          <p:cNvPr id="30" name="Picture 29">
            <a:extLst>
              <a:ext uri="{FF2B5EF4-FFF2-40B4-BE49-F238E27FC236}">
                <a16:creationId xmlns:a16="http://schemas.microsoft.com/office/drawing/2014/main" id="{314EC5C0-CB11-4F14-B1D2-5DB20155548E}"/>
              </a:ext>
              <a:ext uri="{C183D7F6-B498-43B3-948B-1728B52AA6E4}">
                <adec:decorative xmlns:adec="http://schemas.microsoft.com/office/drawing/2017/decorative" val="1"/>
              </a:ext>
            </a:extLst>
          </p:cNvPr>
          <p:cNvPicPr>
            <a:picLocks noChangeAspect="1"/>
          </p:cNvPicPr>
          <p:nvPr/>
        </p:nvPicPr>
        <p:blipFill>
          <a:blip r:embed="rId12"/>
          <a:stretch>
            <a:fillRect/>
          </a:stretch>
        </p:blipFill>
        <p:spPr>
          <a:xfrm>
            <a:off x="5037768" y="3525482"/>
            <a:ext cx="1371600" cy="811598"/>
          </a:xfrm>
          <a:prstGeom prst="rect">
            <a:avLst/>
          </a:prstGeom>
          <a:ln w="6350">
            <a:solidFill>
              <a:schemeClr val="tx1"/>
            </a:solidFill>
          </a:ln>
        </p:spPr>
      </p:pic>
      <p:pic>
        <p:nvPicPr>
          <p:cNvPr id="31" name="Picture 30">
            <a:extLst>
              <a:ext uri="{FF2B5EF4-FFF2-40B4-BE49-F238E27FC236}">
                <a16:creationId xmlns:a16="http://schemas.microsoft.com/office/drawing/2014/main" id="{5FA42F0C-A85F-4E2F-932F-A5D4BE5CDC07}"/>
              </a:ext>
              <a:ext uri="{C183D7F6-B498-43B3-948B-1728B52AA6E4}">
                <adec:decorative xmlns:adec="http://schemas.microsoft.com/office/drawing/2017/decorative" val="1"/>
              </a:ext>
            </a:extLst>
          </p:cNvPr>
          <p:cNvPicPr>
            <a:picLocks noChangeAspect="1"/>
          </p:cNvPicPr>
          <p:nvPr/>
        </p:nvPicPr>
        <p:blipFill>
          <a:blip r:embed="rId13"/>
          <a:stretch>
            <a:fillRect/>
          </a:stretch>
        </p:blipFill>
        <p:spPr>
          <a:xfrm>
            <a:off x="6589008" y="3525482"/>
            <a:ext cx="1371600" cy="811598"/>
          </a:xfrm>
          <a:prstGeom prst="rect">
            <a:avLst/>
          </a:prstGeom>
          <a:ln w="6350">
            <a:solidFill>
              <a:schemeClr val="tx1"/>
            </a:solidFill>
          </a:ln>
        </p:spPr>
      </p:pic>
      <p:pic>
        <p:nvPicPr>
          <p:cNvPr id="32" name="Picture 31">
            <a:extLst>
              <a:ext uri="{FF2B5EF4-FFF2-40B4-BE49-F238E27FC236}">
                <a16:creationId xmlns:a16="http://schemas.microsoft.com/office/drawing/2014/main" id="{A9D758CB-3436-43DE-8496-CC099B9267DD}"/>
              </a:ext>
              <a:ext uri="{C183D7F6-B498-43B3-948B-1728B52AA6E4}">
                <adec:decorative xmlns:adec="http://schemas.microsoft.com/office/drawing/2017/decorative" val="1"/>
              </a:ext>
            </a:extLst>
          </p:cNvPr>
          <p:cNvPicPr>
            <a:picLocks noChangeAspect="1"/>
          </p:cNvPicPr>
          <p:nvPr/>
        </p:nvPicPr>
        <p:blipFill>
          <a:blip r:embed="rId14"/>
          <a:stretch>
            <a:fillRect/>
          </a:stretch>
        </p:blipFill>
        <p:spPr>
          <a:xfrm>
            <a:off x="8140246" y="3525482"/>
            <a:ext cx="1371600" cy="811598"/>
          </a:xfrm>
          <a:prstGeom prst="rect">
            <a:avLst/>
          </a:prstGeom>
          <a:ln w="6350">
            <a:solidFill>
              <a:schemeClr val="tx1"/>
            </a:solidFill>
          </a:ln>
        </p:spPr>
      </p:pic>
      <p:pic>
        <p:nvPicPr>
          <p:cNvPr id="33" name="Picture 32">
            <a:extLst>
              <a:ext uri="{FF2B5EF4-FFF2-40B4-BE49-F238E27FC236}">
                <a16:creationId xmlns:a16="http://schemas.microsoft.com/office/drawing/2014/main" id="{494CDD99-108E-4EEF-8AD6-6C0114C3CBA1}"/>
              </a:ext>
              <a:ext uri="{C183D7F6-B498-43B3-948B-1728B52AA6E4}">
                <adec:decorative xmlns:adec="http://schemas.microsoft.com/office/drawing/2017/decorative" val="1"/>
              </a:ext>
            </a:extLst>
          </p:cNvPr>
          <p:cNvPicPr>
            <a:picLocks noChangeAspect="1"/>
          </p:cNvPicPr>
          <p:nvPr/>
        </p:nvPicPr>
        <p:blipFill>
          <a:blip r:embed="rId15"/>
          <a:stretch>
            <a:fillRect/>
          </a:stretch>
        </p:blipFill>
        <p:spPr>
          <a:xfrm>
            <a:off x="384048" y="4769718"/>
            <a:ext cx="1371600" cy="811597"/>
          </a:xfrm>
          <a:prstGeom prst="rect">
            <a:avLst/>
          </a:prstGeom>
          <a:ln w="6350">
            <a:solidFill>
              <a:schemeClr val="tx1"/>
            </a:solidFill>
          </a:ln>
        </p:spPr>
      </p:pic>
      <p:pic>
        <p:nvPicPr>
          <p:cNvPr id="34" name="Picture 33">
            <a:extLst>
              <a:ext uri="{FF2B5EF4-FFF2-40B4-BE49-F238E27FC236}">
                <a16:creationId xmlns:a16="http://schemas.microsoft.com/office/drawing/2014/main" id="{275D1730-EFE1-4524-BD80-A7AFFCCF0001}"/>
              </a:ext>
              <a:ext uri="{C183D7F6-B498-43B3-948B-1728B52AA6E4}">
                <adec:decorative xmlns:adec="http://schemas.microsoft.com/office/drawing/2017/decorative" val="1"/>
              </a:ext>
            </a:extLst>
          </p:cNvPr>
          <p:cNvPicPr>
            <a:picLocks noChangeAspect="1"/>
          </p:cNvPicPr>
          <p:nvPr/>
        </p:nvPicPr>
        <p:blipFill>
          <a:blip r:embed="rId16"/>
          <a:stretch>
            <a:fillRect/>
          </a:stretch>
        </p:blipFill>
        <p:spPr>
          <a:xfrm>
            <a:off x="1908835" y="4718918"/>
            <a:ext cx="1371600" cy="811598"/>
          </a:xfrm>
          <a:prstGeom prst="rect">
            <a:avLst/>
          </a:prstGeom>
          <a:ln w="6350">
            <a:solidFill>
              <a:schemeClr val="tx1"/>
            </a:solidFill>
          </a:ln>
        </p:spPr>
      </p:pic>
      <p:pic>
        <p:nvPicPr>
          <p:cNvPr id="35" name="Picture 34">
            <a:extLst>
              <a:ext uri="{FF2B5EF4-FFF2-40B4-BE49-F238E27FC236}">
                <a16:creationId xmlns:a16="http://schemas.microsoft.com/office/drawing/2014/main" id="{FBB5A106-58CE-4CBD-A1EB-012CD55DD9EC}"/>
              </a:ext>
              <a:ext uri="{C183D7F6-B498-43B3-948B-1728B52AA6E4}">
                <adec:decorative xmlns:adec="http://schemas.microsoft.com/office/drawing/2017/decorative" val="1"/>
              </a:ext>
            </a:extLst>
          </p:cNvPr>
          <p:cNvPicPr>
            <a:picLocks noChangeAspect="1"/>
          </p:cNvPicPr>
          <p:nvPr/>
        </p:nvPicPr>
        <p:blipFill>
          <a:blip r:embed="rId17"/>
          <a:stretch>
            <a:fillRect/>
          </a:stretch>
        </p:blipFill>
        <p:spPr>
          <a:xfrm>
            <a:off x="3452889" y="4718918"/>
            <a:ext cx="1371600" cy="811598"/>
          </a:xfrm>
          <a:prstGeom prst="rect">
            <a:avLst/>
          </a:prstGeom>
          <a:ln w="6350">
            <a:solidFill>
              <a:schemeClr val="tx1"/>
            </a:solidFill>
          </a:ln>
        </p:spPr>
      </p:pic>
      <p:pic>
        <p:nvPicPr>
          <p:cNvPr id="36" name="Picture 35">
            <a:extLst>
              <a:ext uri="{FF2B5EF4-FFF2-40B4-BE49-F238E27FC236}">
                <a16:creationId xmlns:a16="http://schemas.microsoft.com/office/drawing/2014/main" id="{17E13748-A2BA-42F8-B56F-030357B43B10}"/>
              </a:ext>
              <a:ext uri="{C183D7F6-B498-43B3-948B-1728B52AA6E4}">
                <adec:decorative xmlns:adec="http://schemas.microsoft.com/office/drawing/2017/decorative" val="1"/>
              </a:ext>
            </a:extLst>
          </p:cNvPr>
          <p:cNvPicPr>
            <a:picLocks noChangeAspect="1"/>
          </p:cNvPicPr>
          <p:nvPr/>
        </p:nvPicPr>
        <p:blipFill>
          <a:blip r:embed="rId18"/>
          <a:stretch>
            <a:fillRect/>
          </a:stretch>
        </p:blipFill>
        <p:spPr>
          <a:xfrm>
            <a:off x="5037768" y="4718918"/>
            <a:ext cx="1371600" cy="811598"/>
          </a:xfrm>
          <a:prstGeom prst="rect">
            <a:avLst/>
          </a:prstGeom>
          <a:ln w="6350">
            <a:solidFill>
              <a:schemeClr val="tx1"/>
            </a:solidFill>
          </a:ln>
        </p:spPr>
      </p:pic>
      <p:sp>
        <p:nvSpPr>
          <p:cNvPr id="3" name="Text Placeholder 2">
            <a:extLst>
              <a:ext uri="{FF2B5EF4-FFF2-40B4-BE49-F238E27FC236}">
                <a16:creationId xmlns:a16="http://schemas.microsoft.com/office/drawing/2014/main" id="{E32FA2EC-6CA0-416E-9EB2-D1F8FF643FEC}"/>
              </a:ext>
            </a:extLst>
          </p:cNvPr>
          <p:cNvSpPr>
            <a:spLocks noGrp="1"/>
          </p:cNvSpPr>
          <p:nvPr>
            <p:ph type="body" sz="quarter" idx="13"/>
          </p:nvPr>
        </p:nvSpPr>
        <p:spPr/>
        <p:txBody>
          <a:bodyPr/>
          <a:lstStyle/>
          <a:p>
            <a:r>
              <a:rPr lang="en-US" dirty="0"/>
              <a:t>Imagery style overview: primary techniques</a:t>
            </a:r>
          </a:p>
        </p:txBody>
      </p:sp>
      <p:sp>
        <p:nvSpPr>
          <p:cNvPr id="2" name="Title 1">
            <a:extLst>
              <a:ext uri="{FF2B5EF4-FFF2-40B4-BE49-F238E27FC236}">
                <a16:creationId xmlns:a16="http://schemas.microsoft.com/office/drawing/2014/main" id="{A7A2015C-DDBB-4F10-B065-B31F6E7590D2}"/>
              </a:ext>
            </a:extLst>
          </p:cNvPr>
          <p:cNvSpPr>
            <a:spLocks noGrp="1"/>
          </p:cNvSpPr>
          <p:nvPr>
            <p:ph type="title"/>
          </p:nvPr>
        </p:nvSpPr>
        <p:spPr/>
        <p:txBody>
          <a:bodyPr/>
          <a:lstStyle/>
          <a:p>
            <a:r>
              <a:rPr lang="en-US" dirty="0"/>
              <a:t>Brand basics</a:t>
            </a:r>
          </a:p>
        </p:txBody>
      </p:sp>
      <p:sp>
        <p:nvSpPr>
          <p:cNvPr id="37" name="Content Placeholder 11">
            <a:extLst>
              <a:ext uri="{FF2B5EF4-FFF2-40B4-BE49-F238E27FC236}">
                <a16:creationId xmlns:a16="http://schemas.microsoft.com/office/drawing/2014/main" id="{7D0DDF8F-4D41-4048-AE37-C927F7A9FC3B}"/>
              </a:ext>
            </a:extLst>
          </p:cNvPr>
          <p:cNvSpPr>
            <a:spLocks noGrp="1"/>
          </p:cNvSpPr>
          <p:nvPr>
            <p:ph idx="1"/>
          </p:nvPr>
        </p:nvSpPr>
        <p:spPr/>
        <p:txBody>
          <a:bodyPr/>
          <a:lstStyle/>
          <a:p>
            <a:pPr>
              <a:spcBef>
                <a:spcPts val="0"/>
              </a:spcBef>
              <a:spcAft>
                <a:spcPts val="0"/>
              </a:spcAft>
            </a:pPr>
            <a:r>
              <a:rPr lang="en-US" dirty="0"/>
              <a:t>To learn more about acceptable image styles, visit </a:t>
            </a:r>
            <a:r>
              <a:rPr lang="en-US" dirty="0">
                <a:hlinkClick r:id="rId19"/>
              </a:rPr>
              <a:t>Brand Space &gt; Creative Resources &gt; Image Library</a:t>
            </a:r>
            <a:r>
              <a:rPr lang="en-US" dirty="0"/>
              <a:t>. To learn more about where to purchase images outside of Brand Space, contact your local brand team or visit </a:t>
            </a:r>
            <a:r>
              <a:rPr lang="en-US" dirty="0">
                <a:hlinkClick r:id="rId20"/>
              </a:rPr>
              <a:t>Brand Space &gt; Creative Resources &gt; Support &gt; Global vendor imagery agreements</a:t>
            </a:r>
            <a:r>
              <a:rPr lang="en-US" dirty="0"/>
              <a:t>.</a:t>
            </a:r>
            <a:endParaRPr lang="en-US" noProof="0" dirty="0"/>
          </a:p>
        </p:txBody>
      </p:sp>
    </p:spTree>
    <p:extLst>
      <p:ext uri="{BB962C8B-B14F-4D97-AF65-F5344CB8AC3E}">
        <p14:creationId xmlns:p14="http://schemas.microsoft.com/office/powerpoint/2010/main" val="381710887"/>
      </p:ext>
    </p:extLst>
  </p:cSld>
  <p:clrMapOvr>
    <a:masterClrMapping/>
  </p:clrMapOvr>
  <p:transition>
    <p:fad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0C5DBEBF-D8A3-4B7C-9BD0-F45A52C79930}"/>
              </a:ext>
            </a:extLst>
          </p:cNvPr>
          <p:cNvSpPr>
            <a:spLocks noGrp="1"/>
          </p:cNvSpPr>
          <p:nvPr>
            <p:ph type="body" sz="quarter" idx="13"/>
          </p:nvPr>
        </p:nvSpPr>
        <p:spPr/>
        <p:txBody>
          <a:bodyPr/>
          <a:lstStyle/>
          <a:p>
            <a:r>
              <a:rPr lang="en-US" dirty="0"/>
              <a:t>Imagery style overview: secondary techniques</a:t>
            </a:r>
          </a:p>
        </p:txBody>
      </p:sp>
      <p:sp>
        <p:nvSpPr>
          <p:cNvPr id="2" name="Title 1">
            <a:extLst>
              <a:ext uri="{FF2B5EF4-FFF2-40B4-BE49-F238E27FC236}">
                <a16:creationId xmlns:a16="http://schemas.microsoft.com/office/drawing/2014/main" id="{BEF32FE3-F094-4AA9-9645-1B5787FBE33A}"/>
              </a:ext>
            </a:extLst>
          </p:cNvPr>
          <p:cNvSpPr>
            <a:spLocks noGrp="1"/>
          </p:cNvSpPr>
          <p:nvPr>
            <p:ph type="title"/>
          </p:nvPr>
        </p:nvSpPr>
        <p:spPr/>
        <p:txBody>
          <a:bodyPr/>
          <a:lstStyle/>
          <a:p>
            <a:r>
              <a:rPr lang="en-US" dirty="0"/>
              <a:t>Brand basics</a:t>
            </a:r>
          </a:p>
        </p:txBody>
      </p:sp>
      <p:sp>
        <p:nvSpPr>
          <p:cNvPr id="20" name="Content Placeholder 11">
            <a:extLst>
              <a:ext uri="{FF2B5EF4-FFF2-40B4-BE49-F238E27FC236}">
                <a16:creationId xmlns:a16="http://schemas.microsoft.com/office/drawing/2014/main" id="{E1338666-5CDF-47BD-837D-44711F85892D}"/>
              </a:ext>
            </a:extLst>
          </p:cNvPr>
          <p:cNvSpPr>
            <a:spLocks noGrp="1"/>
          </p:cNvSpPr>
          <p:nvPr>
            <p:ph idx="1"/>
          </p:nvPr>
        </p:nvSpPr>
        <p:spPr/>
        <p:txBody>
          <a:bodyPr/>
          <a:lstStyle/>
          <a:p>
            <a:pPr>
              <a:spcBef>
                <a:spcPts val="0"/>
              </a:spcBef>
              <a:spcAft>
                <a:spcPts val="0"/>
              </a:spcAft>
            </a:pPr>
            <a:r>
              <a:rPr lang="en-US" dirty="0"/>
              <a:t>To learn more about acceptable image styles, visit </a:t>
            </a:r>
            <a:r>
              <a:rPr lang="en-US" dirty="0">
                <a:hlinkClick r:id="rId3"/>
              </a:rPr>
              <a:t>Brand Space &gt; Creative Resources &gt; Image Library</a:t>
            </a:r>
            <a:r>
              <a:rPr lang="en-US" dirty="0"/>
              <a:t>. To learn more about where to purchase images outside of Brand Space, contact your local brand team or visit </a:t>
            </a:r>
            <a:r>
              <a:rPr lang="en-US" dirty="0">
                <a:hlinkClick r:id="rId4"/>
              </a:rPr>
              <a:t>Brand Space &gt; Creative Resources &gt; Support &gt; Global vendor imagery agreements</a:t>
            </a:r>
            <a:r>
              <a:rPr lang="en-US" dirty="0"/>
              <a:t>.</a:t>
            </a:r>
            <a:endParaRPr lang="en-US" noProof="0" dirty="0"/>
          </a:p>
        </p:txBody>
      </p:sp>
      <p:graphicFrame>
        <p:nvGraphicFramePr>
          <p:cNvPr id="24" name="Table 23">
            <a:extLst>
              <a:ext uri="{FF2B5EF4-FFF2-40B4-BE49-F238E27FC236}">
                <a16:creationId xmlns:a16="http://schemas.microsoft.com/office/drawing/2014/main" id="{8B47AFAD-31BE-4F90-9088-12658F4D0B53}"/>
              </a:ext>
            </a:extLst>
          </p:cNvPr>
          <p:cNvGraphicFramePr>
            <a:graphicFrameLocks noGrp="1"/>
          </p:cNvGraphicFramePr>
          <p:nvPr/>
        </p:nvGraphicFramePr>
        <p:xfrm>
          <a:off x="381000" y="2513250"/>
          <a:ext cx="9147912" cy="2811712"/>
        </p:xfrm>
        <a:graphic>
          <a:graphicData uri="http://schemas.openxmlformats.org/drawingml/2006/table">
            <a:tbl>
              <a:tblPr firstRow="1" firstCol="1" bandRow="1"/>
              <a:tblGrid>
                <a:gridCol w="1524652">
                  <a:extLst>
                    <a:ext uri="{9D8B030D-6E8A-4147-A177-3AD203B41FA5}">
                      <a16:colId xmlns:a16="http://schemas.microsoft.com/office/drawing/2014/main" val="20000"/>
                    </a:ext>
                  </a:extLst>
                </a:gridCol>
                <a:gridCol w="1524652">
                  <a:extLst>
                    <a:ext uri="{9D8B030D-6E8A-4147-A177-3AD203B41FA5}">
                      <a16:colId xmlns:a16="http://schemas.microsoft.com/office/drawing/2014/main" val="20001"/>
                    </a:ext>
                  </a:extLst>
                </a:gridCol>
                <a:gridCol w="1524652">
                  <a:extLst>
                    <a:ext uri="{9D8B030D-6E8A-4147-A177-3AD203B41FA5}">
                      <a16:colId xmlns:a16="http://schemas.microsoft.com/office/drawing/2014/main" val="20002"/>
                    </a:ext>
                  </a:extLst>
                </a:gridCol>
                <a:gridCol w="1524652">
                  <a:extLst>
                    <a:ext uri="{9D8B030D-6E8A-4147-A177-3AD203B41FA5}">
                      <a16:colId xmlns:a16="http://schemas.microsoft.com/office/drawing/2014/main" val="533255097"/>
                    </a:ext>
                  </a:extLst>
                </a:gridCol>
                <a:gridCol w="1524652">
                  <a:extLst>
                    <a:ext uri="{9D8B030D-6E8A-4147-A177-3AD203B41FA5}">
                      <a16:colId xmlns:a16="http://schemas.microsoft.com/office/drawing/2014/main" val="3342033590"/>
                    </a:ext>
                  </a:extLst>
                </a:gridCol>
                <a:gridCol w="1524652">
                  <a:extLst>
                    <a:ext uri="{9D8B030D-6E8A-4147-A177-3AD203B41FA5}">
                      <a16:colId xmlns:a16="http://schemas.microsoft.com/office/drawing/2014/main" val="674601717"/>
                    </a:ext>
                  </a:extLst>
                </a:gridCol>
              </a:tblGrid>
              <a:tr h="868680">
                <a:tc>
                  <a:txBody>
                    <a:bodyPr/>
                    <a:lstStyle/>
                    <a:p>
                      <a:pPr>
                        <a:lnSpc>
                          <a:spcPct val="100000"/>
                        </a:lnSpc>
                        <a:spcBef>
                          <a:spcPts val="0"/>
                        </a:spcBef>
                        <a:spcAft>
                          <a:spcPts val="0"/>
                        </a:spcAft>
                      </a:pPr>
                      <a:r>
                        <a:rPr lang="en-US" sz="5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a:noFill/>
                    </a:lnL>
                    <a:lnR w="38100" cap="flat" cmpd="sng" algn="ctr">
                      <a:noFill/>
                      <a:prstDash val="solid"/>
                      <a:round/>
                      <a:headEnd type="none" w="med" len="med"/>
                      <a:tailEnd type="none" w="med" len="med"/>
                    </a:lnR>
                    <a:lnT>
                      <a:noFill/>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5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a:noFill/>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5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a:noFill/>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5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a:noFill/>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50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a:noFill/>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50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a:noFill/>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8600">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Full bleed people photography</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People on black/white backgrounds</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Light and dark backgrounds</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Black and white mood </a:t>
                      </a:r>
                      <a:br>
                        <a:rPr lang="en-US" sz="800" b="0" dirty="0">
                          <a:effectLst/>
                          <a:latin typeface="Aptos" panose="020B0004020202020204" pitchFamily="34" charset="0"/>
                          <a:ea typeface="Verdana" panose="020B0604030504040204" pitchFamily="34" charset="0"/>
                          <a:cs typeface="Calibri" panose="020F0502020204030204" pitchFamily="34" charset="0"/>
                        </a:rPr>
                      </a:br>
                      <a:r>
                        <a:rPr lang="en-US" sz="800" b="0" dirty="0">
                          <a:effectLst/>
                          <a:latin typeface="Aptos" panose="020B0004020202020204" pitchFamily="34" charset="0"/>
                          <a:ea typeface="Verdana" panose="020B0604030504040204" pitchFamily="34" charset="0"/>
                          <a:cs typeface="Calibri" panose="020F0502020204030204" pitchFamily="34" charset="0"/>
                        </a:rPr>
                        <a:t>imagery</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Green accent within </a:t>
                      </a:r>
                      <a:br>
                        <a:rPr lang="en-US" sz="800" b="0" dirty="0">
                          <a:effectLst/>
                          <a:latin typeface="Aptos" panose="020B0004020202020204" pitchFamily="34" charset="0"/>
                          <a:ea typeface="Verdana" panose="020B0604030504040204" pitchFamily="34" charset="0"/>
                          <a:cs typeface="Calibri" panose="020F0502020204030204" pitchFamily="34" charset="0"/>
                        </a:rPr>
                      </a:br>
                      <a:r>
                        <a:rPr lang="en-US" sz="800" b="0" dirty="0">
                          <a:effectLst/>
                          <a:latin typeface="Aptos" panose="020B0004020202020204" pitchFamily="34" charset="0"/>
                          <a:ea typeface="Verdana" panose="020B0604030504040204" pitchFamily="34" charset="0"/>
                          <a:cs typeface="Calibri" panose="020F0502020204030204" pitchFamily="34" charset="0"/>
                        </a:rPr>
                        <a:t>an image</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b="0" dirty="0">
                          <a:effectLst/>
                          <a:latin typeface="Aptos" panose="020B0004020202020204" pitchFamily="34" charset="0"/>
                          <a:ea typeface="Verdana" panose="020B0604030504040204" pitchFamily="34" charset="0"/>
                          <a:cs typeface="Calibri" panose="020F0502020204030204" pitchFamily="34" charset="0"/>
                        </a:rPr>
                        <a:t>Green backgrounds</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868680">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286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b="0" dirty="0">
                          <a:effectLst/>
                          <a:latin typeface="Aptos" panose="020B0004020202020204" pitchFamily="34" charset="0"/>
                          <a:ea typeface="Verdana" panose="020B0604030504040204" pitchFamily="34" charset="0"/>
                          <a:cs typeface="Calibri" panose="020F0502020204030204" pitchFamily="34" charset="0"/>
                        </a:rPr>
                        <a:t>Green/black textures</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Focus on technology/</a:t>
                      </a:r>
                      <a:br>
                        <a:rPr lang="en-US" sz="800" b="0" dirty="0">
                          <a:effectLst/>
                          <a:latin typeface="Aptos" panose="020B0004020202020204" pitchFamily="34" charset="0"/>
                          <a:ea typeface="Verdana" panose="020B0604030504040204" pitchFamily="34" charset="0"/>
                          <a:cs typeface="Calibri" panose="020F0502020204030204" pitchFamily="34" charset="0"/>
                        </a:rPr>
                      </a:br>
                      <a:r>
                        <a:rPr lang="en-US" sz="800" b="0" dirty="0">
                          <a:effectLst/>
                          <a:latin typeface="Aptos" panose="020B0004020202020204" pitchFamily="34" charset="0"/>
                          <a:ea typeface="Verdana" panose="020B0604030504040204" pitchFamily="34" charset="0"/>
                          <a:cs typeface="Calibri" panose="020F0502020204030204" pitchFamily="34" charset="0"/>
                        </a:rPr>
                        <a:t>product</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r>
                        <a:rPr lang="en-US" sz="800" b="0" dirty="0">
                          <a:effectLst/>
                          <a:latin typeface="Aptos" panose="020B0004020202020204" pitchFamily="34" charset="0"/>
                          <a:ea typeface="Verdana" panose="020B0604030504040204" pitchFamily="34" charset="0"/>
                          <a:cs typeface="Calibri" panose="020F0502020204030204" pitchFamily="34" charset="0"/>
                        </a:rPr>
                        <a:t>Industry sector imagery</a:t>
                      </a: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800" b="0"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228600">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r>
                        <a:rPr lang="en-US" sz="800" b="1" dirty="0">
                          <a:effectLst/>
                          <a:latin typeface="Aptos" panose="020B0004020202020204" pitchFamily="34" charset="0"/>
                          <a:ea typeface="Verdana" panose="020B0604030504040204" pitchFamily="34" charset="0"/>
                          <a:cs typeface="Calibri Light" panose="020F0302020204030204" pitchFamily="34" charset="0"/>
                        </a:rPr>
                        <a:t> </a:t>
                      </a: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1"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1"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1"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0000"/>
                        </a:lnSpc>
                        <a:spcBef>
                          <a:spcPts val="0"/>
                        </a:spcBef>
                        <a:spcAft>
                          <a:spcPts val="0"/>
                        </a:spcAft>
                      </a:pPr>
                      <a:endParaRPr lang="en-US" sz="800" b="1"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28600">
                <a:tc>
                  <a:txBody>
                    <a:bodyPr/>
                    <a:lstStyle/>
                    <a:p>
                      <a:pPr>
                        <a:lnSpc>
                          <a:spcPct val="100000"/>
                        </a:lnSpc>
                        <a:spcBef>
                          <a:spcPts val="0"/>
                        </a:spcBef>
                        <a:spcAft>
                          <a:spcPts val="0"/>
                        </a:spcAft>
                      </a:pPr>
                      <a:endParaRPr lang="en-US" sz="800" b="1"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endParaRPr lang="en-US" sz="800" b="1"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endParaRPr lang="en-US" sz="800" b="1"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endParaRPr lang="en-US" sz="800" b="1"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endParaRPr lang="en-US" sz="800" b="1"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0000"/>
                        </a:lnSpc>
                        <a:spcBef>
                          <a:spcPts val="0"/>
                        </a:spcBef>
                        <a:spcAft>
                          <a:spcPts val="0"/>
                        </a:spcAft>
                      </a:pPr>
                      <a:endParaRPr lang="en-US" sz="800" b="1" dirty="0">
                        <a:effectLst/>
                        <a:latin typeface="Aptos" panose="020B0004020202020204" pitchFamily="34" charset="0"/>
                        <a:ea typeface="Verdana" panose="020B0604030504040204" pitchFamily="34" charset="0"/>
                        <a:cs typeface="Calibri Light" panose="020F0302020204030204" pitchFamily="34" charset="0"/>
                      </a:endParaRPr>
                    </a:p>
                  </a:txBody>
                  <a:tcPr marL="0" marR="0" marT="32368" marB="32368">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bl>
          </a:graphicData>
        </a:graphic>
      </p:graphicFrame>
      <p:pic>
        <p:nvPicPr>
          <p:cNvPr id="40" name="Picture 39">
            <a:extLst>
              <a:ext uri="{FF2B5EF4-FFF2-40B4-BE49-F238E27FC236}">
                <a16:creationId xmlns:a16="http://schemas.microsoft.com/office/drawing/2014/main" id="{76333270-E244-4258-A105-0AD123F35AC1}"/>
              </a:ext>
              <a:ext uri="{C183D7F6-B498-43B3-948B-1728B52AA6E4}">
                <adec:decorative xmlns:adec="http://schemas.microsoft.com/office/drawing/2017/decorative" val="1"/>
              </a:ext>
            </a:extLst>
          </p:cNvPr>
          <p:cNvPicPr>
            <a:picLocks noChangeAspect="1"/>
          </p:cNvPicPr>
          <p:nvPr/>
        </p:nvPicPr>
        <p:blipFill>
          <a:blip r:embed="rId5"/>
          <a:stretch>
            <a:fillRect/>
          </a:stretch>
        </p:blipFill>
        <p:spPr>
          <a:xfrm>
            <a:off x="384048" y="2518601"/>
            <a:ext cx="1371600" cy="808119"/>
          </a:xfrm>
          <a:prstGeom prst="rect">
            <a:avLst/>
          </a:prstGeom>
          <a:ln w="6350">
            <a:solidFill>
              <a:schemeClr val="tx1"/>
            </a:solidFill>
          </a:ln>
        </p:spPr>
      </p:pic>
      <p:pic>
        <p:nvPicPr>
          <p:cNvPr id="41" name="Picture 40">
            <a:extLst>
              <a:ext uri="{FF2B5EF4-FFF2-40B4-BE49-F238E27FC236}">
                <a16:creationId xmlns:a16="http://schemas.microsoft.com/office/drawing/2014/main" id="{793BC09D-696B-42DF-99D6-20CF61253A0C}"/>
              </a:ext>
              <a:ext uri="{C183D7F6-B498-43B3-948B-1728B52AA6E4}">
                <adec:decorative xmlns:adec="http://schemas.microsoft.com/office/drawing/2017/decorative" val="1"/>
              </a:ext>
            </a:extLst>
          </p:cNvPr>
          <p:cNvPicPr>
            <a:picLocks noChangeAspect="1"/>
          </p:cNvPicPr>
          <p:nvPr/>
        </p:nvPicPr>
        <p:blipFill>
          <a:blip r:embed="rId6"/>
          <a:stretch>
            <a:fillRect/>
          </a:stretch>
        </p:blipFill>
        <p:spPr>
          <a:xfrm>
            <a:off x="1902632" y="2518602"/>
            <a:ext cx="1371600" cy="808119"/>
          </a:xfrm>
          <a:prstGeom prst="rect">
            <a:avLst/>
          </a:prstGeom>
          <a:ln w="6350">
            <a:solidFill>
              <a:schemeClr val="tx1"/>
            </a:solidFill>
          </a:ln>
        </p:spPr>
      </p:pic>
      <p:pic>
        <p:nvPicPr>
          <p:cNvPr id="42" name="Picture 41">
            <a:extLst>
              <a:ext uri="{FF2B5EF4-FFF2-40B4-BE49-F238E27FC236}">
                <a16:creationId xmlns:a16="http://schemas.microsoft.com/office/drawing/2014/main" id="{3578DBBE-700A-4E4A-8EA6-196627153521}"/>
              </a:ext>
              <a:ext uri="{C183D7F6-B498-43B3-948B-1728B52AA6E4}">
                <adec:decorative xmlns:adec="http://schemas.microsoft.com/office/drawing/2017/decorative" val="1"/>
              </a:ext>
            </a:extLst>
          </p:cNvPr>
          <p:cNvPicPr>
            <a:picLocks noChangeAspect="1"/>
          </p:cNvPicPr>
          <p:nvPr/>
        </p:nvPicPr>
        <p:blipFill>
          <a:blip r:embed="rId7"/>
          <a:stretch>
            <a:fillRect/>
          </a:stretch>
        </p:blipFill>
        <p:spPr>
          <a:xfrm>
            <a:off x="3424264" y="2518602"/>
            <a:ext cx="1371600" cy="808119"/>
          </a:xfrm>
          <a:prstGeom prst="rect">
            <a:avLst/>
          </a:prstGeom>
          <a:ln w="6350">
            <a:solidFill>
              <a:schemeClr val="tx1"/>
            </a:solidFill>
          </a:ln>
        </p:spPr>
      </p:pic>
      <p:pic>
        <p:nvPicPr>
          <p:cNvPr id="43" name="Picture 42">
            <a:extLst>
              <a:ext uri="{FF2B5EF4-FFF2-40B4-BE49-F238E27FC236}">
                <a16:creationId xmlns:a16="http://schemas.microsoft.com/office/drawing/2014/main" id="{3FE9EDC0-0669-43EF-8569-B636430351D2}"/>
              </a:ext>
              <a:ext uri="{C183D7F6-B498-43B3-948B-1728B52AA6E4}">
                <adec:decorative xmlns:adec="http://schemas.microsoft.com/office/drawing/2017/decorative" val="1"/>
              </a:ext>
            </a:extLst>
          </p:cNvPr>
          <p:cNvPicPr>
            <a:picLocks noChangeAspect="1"/>
          </p:cNvPicPr>
          <p:nvPr/>
        </p:nvPicPr>
        <p:blipFill>
          <a:blip r:embed="rId8"/>
          <a:stretch>
            <a:fillRect/>
          </a:stretch>
        </p:blipFill>
        <p:spPr>
          <a:xfrm>
            <a:off x="4945896" y="2518602"/>
            <a:ext cx="1371600" cy="808119"/>
          </a:xfrm>
          <a:prstGeom prst="rect">
            <a:avLst/>
          </a:prstGeom>
          <a:ln w="6350">
            <a:solidFill>
              <a:schemeClr val="tx1"/>
            </a:solidFill>
          </a:ln>
        </p:spPr>
      </p:pic>
      <p:pic>
        <p:nvPicPr>
          <p:cNvPr id="44" name="Picture 43">
            <a:extLst>
              <a:ext uri="{FF2B5EF4-FFF2-40B4-BE49-F238E27FC236}">
                <a16:creationId xmlns:a16="http://schemas.microsoft.com/office/drawing/2014/main" id="{E64405C4-89CE-4C64-BA31-7CB282869D78}"/>
              </a:ext>
              <a:ext uri="{C183D7F6-B498-43B3-948B-1728B52AA6E4}">
                <adec:decorative xmlns:adec="http://schemas.microsoft.com/office/drawing/2017/decorative" val="1"/>
              </a:ext>
            </a:extLst>
          </p:cNvPr>
          <p:cNvPicPr>
            <a:picLocks noChangeAspect="1"/>
          </p:cNvPicPr>
          <p:nvPr/>
        </p:nvPicPr>
        <p:blipFill>
          <a:blip r:embed="rId9"/>
          <a:stretch>
            <a:fillRect/>
          </a:stretch>
        </p:blipFill>
        <p:spPr>
          <a:xfrm>
            <a:off x="6467528" y="2518602"/>
            <a:ext cx="1371600" cy="808119"/>
          </a:xfrm>
          <a:prstGeom prst="rect">
            <a:avLst/>
          </a:prstGeom>
          <a:ln w="6350">
            <a:solidFill>
              <a:schemeClr val="tx1"/>
            </a:solidFill>
          </a:ln>
        </p:spPr>
      </p:pic>
      <p:pic>
        <p:nvPicPr>
          <p:cNvPr id="45" name="Picture 44">
            <a:extLst>
              <a:ext uri="{FF2B5EF4-FFF2-40B4-BE49-F238E27FC236}">
                <a16:creationId xmlns:a16="http://schemas.microsoft.com/office/drawing/2014/main" id="{C7584C71-6792-42FA-A91B-EE7EC87EC361}"/>
              </a:ext>
              <a:ext uri="{C183D7F6-B498-43B3-948B-1728B52AA6E4}">
                <adec:decorative xmlns:adec="http://schemas.microsoft.com/office/drawing/2017/decorative" val="1"/>
              </a:ext>
            </a:extLst>
          </p:cNvPr>
          <p:cNvPicPr>
            <a:picLocks noChangeAspect="1"/>
          </p:cNvPicPr>
          <p:nvPr/>
        </p:nvPicPr>
        <p:blipFill>
          <a:blip r:embed="rId10"/>
          <a:stretch>
            <a:fillRect/>
          </a:stretch>
        </p:blipFill>
        <p:spPr>
          <a:xfrm>
            <a:off x="8154261" y="2518602"/>
            <a:ext cx="1371600" cy="808119"/>
          </a:xfrm>
          <a:prstGeom prst="rect">
            <a:avLst/>
          </a:prstGeom>
          <a:ln w="6350">
            <a:solidFill>
              <a:schemeClr val="tx1"/>
            </a:solidFill>
          </a:ln>
        </p:spPr>
      </p:pic>
      <p:pic>
        <p:nvPicPr>
          <p:cNvPr id="46" name="Picture 45">
            <a:extLst>
              <a:ext uri="{FF2B5EF4-FFF2-40B4-BE49-F238E27FC236}">
                <a16:creationId xmlns:a16="http://schemas.microsoft.com/office/drawing/2014/main" id="{5A8E453B-96E4-4E90-A791-6822FF3BA039}"/>
              </a:ext>
              <a:ext uri="{C183D7F6-B498-43B3-948B-1728B52AA6E4}">
                <adec:decorative xmlns:adec="http://schemas.microsoft.com/office/drawing/2017/decorative" val="1"/>
              </a:ext>
            </a:extLst>
          </p:cNvPr>
          <p:cNvPicPr>
            <a:picLocks noChangeAspect="1"/>
          </p:cNvPicPr>
          <p:nvPr/>
        </p:nvPicPr>
        <p:blipFill>
          <a:blip r:embed="rId11"/>
          <a:stretch>
            <a:fillRect/>
          </a:stretch>
        </p:blipFill>
        <p:spPr>
          <a:xfrm>
            <a:off x="384048" y="3679267"/>
            <a:ext cx="1371600" cy="808119"/>
          </a:xfrm>
          <a:prstGeom prst="rect">
            <a:avLst/>
          </a:prstGeom>
          <a:ln w="6350">
            <a:solidFill>
              <a:schemeClr val="tx1"/>
            </a:solidFill>
          </a:ln>
        </p:spPr>
      </p:pic>
      <p:pic>
        <p:nvPicPr>
          <p:cNvPr id="47" name="Picture 46">
            <a:extLst>
              <a:ext uri="{FF2B5EF4-FFF2-40B4-BE49-F238E27FC236}">
                <a16:creationId xmlns:a16="http://schemas.microsoft.com/office/drawing/2014/main" id="{210FC125-B91A-44A7-B60C-C7A85792305D}"/>
              </a:ext>
              <a:ext uri="{C183D7F6-B498-43B3-948B-1728B52AA6E4}">
                <adec:decorative xmlns:adec="http://schemas.microsoft.com/office/drawing/2017/decorative" val="1"/>
              </a:ext>
            </a:extLst>
          </p:cNvPr>
          <p:cNvPicPr>
            <a:picLocks noChangeAspect="1"/>
          </p:cNvPicPr>
          <p:nvPr/>
        </p:nvPicPr>
        <p:blipFill>
          <a:blip r:embed="rId12"/>
          <a:stretch>
            <a:fillRect/>
          </a:stretch>
        </p:blipFill>
        <p:spPr>
          <a:xfrm>
            <a:off x="1902632" y="3446718"/>
            <a:ext cx="1371600" cy="808119"/>
          </a:xfrm>
          <a:prstGeom prst="rect">
            <a:avLst/>
          </a:prstGeom>
          <a:ln w="6350">
            <a:solidFill>
              <a:schemeClr val="tx1"/>
            </a:solidFill>
          </a:ln>
        </p:spPr>
      </p:pic>
      <p:pic>
        <p:nvPicPr>
          <p:cNvPr id="48" name="Picture 47">
            <a:extLst>
              <a:ext uri="{FF2B5EF4-FFF2-40B4-BE49-F238E27FC236}">
                <a16:creationId xmlns:a16="http://schemas.microsoft.com/office/drawing/2014/main" id="{38EC9A32-CAD4-42C2-AE46-AC09F2751841}"/>
              </a:ext>
              <a:ext uri="{C183D7F6-B498-43B3-948B-1728B52AA6E4}">
                <adec:decorative xmlns:adec="http://schemas.microsoft.com/office/drawing/2017/decorative" val="1"/>
              </a:ext>
            </a:extLst>
          </p:cNvPr>
          <p:cNvPicPr>
            <a:picLocks noChangeAspect="1"/>
          </p:cNvPicPr>
          <p:nvPr/>
        </p:nvPicPr>
        <p:blipFill>
          <a:blip r:embed="rId13"/>
          <a:stretch>
            <a:fillRect/>
          </a:stretch>
        </p:blipFill>
        <p:spPr>
          <a:xfrm>
            <a:off x="3424264" y="3446718"/>
            <a:ext cx="1371600" cy="808119"/>
          </a:xfrm>
          <a:prstGeom prst="rect">
            <a:avLst/>
          </a:prstGeom>
          <a:ln w="6350">
            <a:solidFill>
              <a:schemeClr val="tx1"/>
            </a:solidFill>
          </a:ln>
        </p:spPr>
      </p:pic>
    </p:spTree>
    <p:extLst>
      <p:ext uri="{BB962C8B-B14F-4D97-AF65-F5344CB8AC3E}">
        <p14:creationId xmlns:p14="http://schemas.microsoft.com/office/powerpoint/2010/main" val="1848553905"/>
      </p:ext>
    </p:extLst>
  </p:cSld>
  <p:clrMapOvr>
    <a:masterClrMapping/>
  </p:clrMapOvr>
  <p:transition>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a:extLst>
              <a:ext uri="{FF2B5EF4-FFF2-40B4-BE49-F238E27FC236}">
                <a16:creationId xmlns:a16="http://schemas.microsoft.com/office/drawing/2014/main" id="{27988936-2062-A1E2-905A-D9782D43E35F}"/>
              </a:ext>
            </a:extLst>
          </p:cNvPr>
          <p:cNvSpPr/>
          <p:nvPr/>
        </p:nvSpPr>
        <p:spPr bwMode="gray">
          <a:xfrm>
            <a:off x="5086241" y="4702509"/>
            <a:ext cx="4465130" cy="489765"/>
          </a:xfrm>
          <a:prstGeom prst="rect">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9" name="Rectangle 18">
            <a:extLst>
              <a:ext uri="{FF2B5EF4-FFF2-40B4-BE49-F238E27FC236}">
                <a16:creationId xmlns:a16="http://schemas.microsoft.com/office/drawing/2014/main" id="{D16830A9-D09B-F274-E69F-2D030AB12532}"/>
              </a:ext>
            </a:extLst>
          </p:cNvPr>
          <p:cNvSpPr/>
          <p:nvPr/>
        </p:nvSpPr>
        <p:spPr bwMode="gray">
          <a:xfrm>
            <a:off x="5086241" y="3873844"/>
            <a:ext cx="4465130" cy="351395"/>
          </a:xfrm>
          <a:prstGeom prst="rect">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8" name="Rectangle 17">
            <a:extLst>
              <a:ext uri="{FF2B5EF4-FFF2-40B4-BE49-F238E27FC236}">
                <a16:creationId xmlns:a16="http://schemas.microsoft.com/office/drawing/2014/main" id="{C8DFC409-833A-EFE7-6CEF-16382463B12D}"/>
              </a:ext>
            </a:extLst>
          </p:cNvPr>
          <p:cNvSpPr/>
          <p:nvPr/>
        </p:nvSpPr>
        <p:spPr bwMode="gray">
          <a:xfrm>
            <a:off x="5078811" y="2983580"/>
            <a:ext cx="4465130" cy="237610"/>
          </a:xfrm>
          <a:prstGeom prst="rect">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7" name="Rectangle 16">
            <a:extLst>
              <a:ext uri="{FF2B5EF4-FFF2-40B4-BE49-F238E27FC236}">
                <a16:creationId xmlns:a16="http://schemas.microsoft.com/office/drawing/2014/main" id="{09D2104A-6FFA-F297-35AC-C50F67D8123E}"/>
              </a:ext>
            </a:extLst>
          </p:cNvPr>
          <p:cNvSpPr/>
          <p:nvPr/>
        </p:nvSpPr>
        <p:spPr bwMode="gray">
          <a:xfrm>
            <a:off x="5078811" y="2248435"/>
            <a:ext cx="4465130" cy="237610"/>
          </a:xfrm>
          <a:prstGeom prst="rect">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6" name="Rectangle 15">
            <a:extLst>
              <a:ext uri="{FF2B5EF4-FFF2-40B4-BE49-F238E27FC236}">
                <a16:creationId xmlns:a16="http://schemas.microsoft.com/office/drawing/2014/main" id="{FE7D0414-885F-6872-F72D-190ECFF972A5}"/>
              </a:ext>
            </a:extLst>
          </p:cNvPr>
          <p:cNvSpPr/>
          <p:nvPr/>
        </p:nvSpPr>
        <p:spPr bwMode="gray">
          <a:xfrm>
            <a:off x="371475" y="4840879"/>
            <a:ext cx="4465130" cy="351395"/>
          </a:xfrm>
          <a:prstGeom prst="rect">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5" name="Rectangle 14">
            <a:extLst>
              <a:ext uri="{FF2B5EF4-FFF2-40B4-BE49-F238E27FC236}">
                <a16:creationId xmlns:a16="http://schemas.microsoft.com/office/drawing/2014/main" id="{E6046B2F-F3CB-94B3-C49E-33CC4AF592E9}"/>
              </a:ext>
            </a:extLst>
          </p:cNvPr>
          <p:cNvSpPr/>
          <p:nvPr/>
        </p:nvSpPr>
        <p:spPr bwMode="gray">
          <a:xfrm>
            <a:off x="371475" y="3951025"/>
            <a:ext cx="4465130" cy="237610"/>
          </a:xfrm>
          <a:prstGeom prst="rect">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2" name="Rectangle 11">
            <a:extLst>
              <a:ext uri="{FF2B5EF4-FFF2-40B4-BE49-F238E27FC236}">
                <a16:creationId xmlns:a16="http://schemas.microsoft.com/office/drawing/2014/main" id="{2AA4CE6B-6034-79C0-3C56-96CFDCF4BD6B}"/>
              </a:ext>
            </a:extLst>
          </p:cNvPr>
          <p:cNvSpPr/>
          <p:nvPr/>
        </p:nvSpPr>
        <p:spPr bwMode="gray">
          <a:xfrm>
            <a:off x="371475" y="3111960"/>
            <a:ext cx="4465130" cy="351395"/>
          </a:xfrm>
          <a:prstGeom prst="rect">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6" name="Content Placeholder 5">
            <a:extLst>
              <a:ext uri="{FF2B5EF4-FFF2-40B4-BE49-F238E27FC236}">
                <a16:creationId xmlns:a16="http://schemas.microsoft.com/office/drawing/2014/main" id="{B439EB2F-1F4E-BCB0-1FD0-218CE1BEDEA6}"/>
              </a:ext>
            </a:extLst>
          </p:cNvPr>
          <p:cNvSpPr>
            <a:spLocks noGrp="1"/>
          </p:cNvSpPr>
          <p:nvPr>
            <p:ph sz="quarter" idx="10"/>
          </p:nvPr>
        </p:nvSpPr>
        <p:spPr>
          <a:xfrm>
            <a:off x="384048" y="1678966"/>
            <a:ext cx="4443984" cy="3652215"/>
          </a:xfrm>
        </p:spPr>
        <p:txBody>
          <a:bodyPr/>
          <a:lstStyle/>
          <a:p>
            <a:pPr>
              <a:spcAft>
                <a:spcPts val="1788"/>
              </a:spcAft>
            </a:pPr>
            <a:r>
              <a:rPr lang="en-US" sz="800" dirty="0">
                <a:latin typeface="+mj-lt"/>
              </a:rPr>
              <a:t>These data-driven best practices for building effective and compelling presentations were developed by </a:t>
            </a:r>
            <a:r>
              <a:rPr lang="en-US" sz="800" u="sng" dirty="0">
                <a:solidFill>
                  <a:srgbClr val="00A3E0"/>
                </a:solidFill>
                <a:latin typeface="+mj-lt"/>
                <a:hlinkClick r:id="rId2">
                  <a:extLst>
                    <a:ext uri="{A12FA001-AC4F-418D-AE19-62706E023703}">
                      <ahyp:hlinkClr xmlns:ahyp="http://schemas.microsoft.com/office/drawing/2018/hyperlinkcolor" val="tx"/>
                    </a:ext>
                  </a:extLst>
                </a:hlinkClick>
              </a:rPr>
              <a:t>US Neuroscience of Winning</a:t>
            </a:r>
            <a:r>
              <a:rPr lang="en-US" sz="800" dirty="0">
                <a:solidFill>
                  <a:srgbClr val="00A3E0"/>
                </a:solidFill>
                <a:latin typeface="+mj-lt"/>
              </a:rPr>
              <a:t> </a:t>
            </a:r>
            <a:r>
              <a:rPr lang="en-US" sz="800" dirty="0">
                <a:latin typeface="+mj-lt"/>
              </a:rPr>
              <a:t>(</a:t>
            </a:r>
            <a:r>
              <a:rPr lang="en-US" sz="800" dirty="0" err="1">
                <a:latin typeface="+mj-lt"/>
              </a:rPr>
              <a:t>NoW</a:t>
            </a:r>
            <a:r>
              <a:rPr lang="en-US" sz="800" dirty="0">
                <a:latin typeface="+mj-lt"/>
              </a:rPr>
              <a:t>), a multidisciplinary team of neuroscientists and pursuit professionals dedicated to improving sales performance with data-driven neuroscience insights. They use neuroscience to help practitioners win more deals and help influence how you communicate to your clients. </a:t>
            </a:r>
            <a:r>
              <a:rPr lang="en-US" sz="800" dirty="0">
                <a:solidFill>
                  <a:srgbClr val="00A3E0"/>
                </a:solidFill>
                <a:latin typeface="+mj-lt"/>
                <a:hlinkClick r:id="rId3">
                  <a:extLst>
                    <a:ext uri="{A12FA001-AC4F-418D-AE19-62706E023703}">
                      <ahyp:hlinkClr xmlns:ahyp="http://schemas.microsoft.com/office/drawing/2018/hyperlinkcolor" val="tx"/>
                    </a:ext>
                  </a:extLst>
                </a:hlinkClick>
              </a:rPr>
              <a:t>Contact the team</a:t>
            </a:r>
            <a:r>
              <a:rPr lang="en-US" sz="800" dirty="0">
                <a:solidFill>
                  <a:srgbClr val="00A3E0"/>
                </a:solidFill>
                <a:latin typeface="+mj-lt"/>
              </a:rPr>
              <a:t> </a:t>
            </a:r>
            <a:r>
              <a:rPr lang="en-US" sz="800" dirty="0">
                <a:latin typeface="+mj-lt"/>
              </a:rPr>
              <a:t>to learn how they can help you create more memorable presentations.</a:t>
            </a:r>
            <a:endParaRPr lang="en-US" sz="800" b="1" dirty="0">
              <a:latin typeface="+mj-lt"/>
            </a:endParaRPr>
          </a:p>
          <a:p>
            <a:pPr marL="185738" indent="-185738">
              <a:spcAft>
                <a:spcPts val="1788"/>
              </a:spcAft>
              <a:buFont typeface="+mj-lt"/>
              <a:buAutoNum type="arabicPeriod"/>
            </a:pPr>
            <a:r>
              <a:rPr lang="en-US" sz="800" b="1" dirty="0">
                <a:latin typeface="+mj-lt"/>
              </a:rPr>
              <a:t>Remote and hybrid presentations require more surprises</a:t>
            </a:r>
            <a:br>
              <a:rPr lang="en-US" sz="800" dirty="0">
                <a:latin typeface="+mj-lt"/>
              </a:rPr>
            </a:br>
            <a:r>
              <a:rPr lang="en-US" sz="800" dirty="0">
                <a:latin typeface="+mj-lt"/>
              </a:rPr>
              <a:t>Participants in remote presentations are more easily distracted and need surprise to stay engaged. Establish a pattern and break it; take something usual and make it unusual; help the audience see something ordinary through an unexpected lens. </a:t>
            </a:r>
            <a:br>
              <a:rPr lang="en-US" sz="800" dirty="0">
                <a:latin typeface="+mj-lt"/>
              </a:rPr>
            </a:br>
            <a:br>
              <a:rPr lang="en-US" sz="800" dirty="0">
                <a:latin typeface="+mj-lt"/>
              </a:rPr>
            </a:br>
            <a:r>
              <a:rPr lang="en-US" sz="800" b="1" dirty="0">
                <a:latin typeface="+mj-lt"/>
              </a:rPr>
              <a:t>WHY?</a:t>
            </a:r>
            <a:r>
              <a:rPr lang="en-US" sz="800" dirty="0">
                <a:latin typeface="+mj-lt"/>
              </a:rPr>
              <a:t> Data on attention suggests that monotony is a serious threat to audience engagement and neuroscience studies show that surprise is linked to the formation of new memories. </a:t>
            </a:r>
          </a:p>
          <a:p>
            <a:pPr marL="185738" indent="-185738">
              <a:spcAft>
                <a:spcPts val="1788"/>
              </a:spcAft>
              <a:buFont typeface="+mj-lt"/>
              <a:buAutoNum type="arabicPeriod"/>
            </a:pPr>
            <a:r>
              <a:rPr lang="en-US" sz="800" b="1" dirty="0">
                <a:latin typeface="+mj-lt"/>
              </a:rPr>
              <a:t>Reserve bold, high-contrast design for a few key messages</a:t>
            </a:r>
            <a:br>
              <a:rPr lang="en-US" sz="800" dirty="0">
                <a:latin typeface="+mj-lt"/>
              </a:rPr>
            </a:br>
            <a:r>
              <a:rPr lang="en-US" sz="800" dirty="0">
                <a:latin typeface="+mj-lt"/>
              </a:rPr>
              <a:t>Bold design draws attention—use it only for important content. </a:t>
            </a:r>
            <a:br>
              <a:rPr lang="en-US" sz="800" dirty="0">
                <a:latin typeface="+mj-lt"/>
              </a:rPr>
            </a:br>
            <a:br>
              <a:rPr lang="en-US" sz="800" dirty="0">
                <a:latin typeface="+mj-lt"/>
              </a:rPr>
            </a:br>
            <a:r>
              <a:rPr lang="en-US" sz="800" b="1" dirty="0">
                <a:latin typeface="+mj-lt"/>
              </a:rPr>
              <a:t>WHY?</a:t>
            </a:r>
            <a:r>
              <a:rPr lang="en-US" sz="800" dirty="0">
                <a:latin typeface="+mj-lt"/>
              </a:rPr>
              <a:t> Data shows that overuse lessens the impact of high-contrast design elements. </a:t>
            </a:r>
          </a:p>
          <a:p>
            <a:pPr marL="185738" indent="-185738">
              <a:spcAft>
                <a:spcPts val="1788"/>
              </a:spcAft>
              <a:buFont typeface="+mj-lt"/>
              <a:buAutoNum type="arabicPeriod"/>
            </a:pPr>
            <a:r>
              <a:rPr lang="en-US" sz="800" b="1" dirty="0">
                <a:latin typeface="+mj-lt"/>
              </a:rPr>
              <a:t>For presentations in English, put important content on the top-left side of the slide </a:t>
            </a:r>
            <a:br>
              <a:rPr lang="en-US" sz="800" dirty="0">
                <a:latin typeface="+mj-lt"/>
              </a:rPr>
            </a:br>
            <a:r>
              <a:rPr lang="en-US" sz="800" dirty="0">
                <a:latin typeface="+mj-lt"/>
              </a:rPr>
              <a:t>English-speaking viewers automatically read from top left to bottom right and tend to fade by the bottom right, so don’t use the bottom right of the slide for key content. </a:t>
            </a:r>
            <a:br>
              <a:rPr lang="en-US" sz="800" dirty="0">
                <a:latin typeface="+mj-lt"/>
              </a:rPr>
            </a:br>
            <a:br>
              <a:rPr lang="en-US" sz="800" dirty="0">
                <a:latin typeface="+mj-lt"/>
              </a:rPr>
            </a:br>
            <a:r>
              <a:rPr lang="en-US" sz="800" b="1" dirty="0">
                <a:latin typeface="+mj-lt"/>
              </a:rPr>
              <a:t>WHY?</a:t>
            </a:r>
            <a:r>
              <a:rPr lang="en-US" sz="800" dirty="0">
                <a:latin typeface="+mj-lt"/>
              </a:rPr>
              <a:t> Data shows that viewers spend the least amount of time reading the lower right corner of a slide, unless specifically guided. </a:t>
            </a:r>
          </a:p>
        </p:txBody>
      </p:sp>
      <p:sp>
        <p:nvSpPr>
          <p:cNvPr id="8" name="Content Placeholder 7">
            <a:extLst>
              <a:ext uri="{FF2B5EF4-FFF2-40B4-BE49-F238E27FC236}">
                <a16:creationId xmlns:a16="http://schemas.microsoft.com/office/drawing/2014/main" id="{467A04C9-7F3E-90F7-9A7B-D09C33BE289E}"/>
              </a:ext>
            </a:extLst>
          </p:cNvPr>
          <p:cNvSpPr>
            <a:spLocks noGrp="1"/>
          </p:cNvSpPr>
          <p:nvPr>
            <p:ph sz="quarter" idx="20"/>
          </p:nvPr>
        </p:nvSpPr>
        <p:spPr>
          <a:xfrm>
            <a:off x="5088047" y="1678966"/>
            <a:ext cx="4443984" cy="4681728"/>
          </a:xfrm>
        </p:spPr>
        <p:txBody>
          <a:bodyPr/>
          <a:lstStyle/>
          <a:p>
            <a:pPr marL="185738" indent="-185738">
              <a:spcAft>
                <a:spcPts val="1788"/>
              </a:spcAft>
              <a:buFont typeface="+mj-lt"/>
              <a:buAutoNum type="arabicPeriod" startAt="4"/>
            </a:pPr>
            <a:r>
              <a:rPr lang="en-US" sz="800" b="1" dirty="0">
                <a:latin typeface="+mj-lt"/>
              </a:rPr>
              <a:t>If you must present busy slides, build in content gradually and guide viewers </a:t>
            </a:r>
            <a:br>
              <a:rPr lang="en-US" sz="800" dirty="0">
                <a:latin typeface="+mj-lt"/>
              </a:rPr>
            </a:br>
            <a:r>
              <a:rPr lang="en-US" sz="800" dirty="0">
                <a:latin typeface="+mj-lt"/>
              </a:rPr>
              <a:t>Presenting one text section at a time and guiding your viewers through the slide vocally and with gestures prevents cognitive dissonance—a disconnect between what the audience sees and hears. Use slide builds and animations to present the content piecemeal. </a:t>
            </a:r>
            <a:br>
              <a:rPr lang="en-US" sz="800" dirty="0">
                <a:latin typeface="+mj-lt"/>
              </a:rPr>
            </a:br>
            <a:br>
              <a:rPr lang="en-US" sz="800" dirty="0">
                <a:latin typeface="+mj-lt"/>
              </a:rPr>
            </a:br>
            <a:r>
              <a:rPr lang="en-US" sz="800" b="1" dirty="0">
                <a:latin typeface="+mj-lt"/>
              </a:rPr>
              <a:t>WHY?</a:t>
            </a:r>
            <a:r>
              <a:rPr lang="en-US" sz="800" dirty="0">
                <a:latin typeface="+mj-lt"/>
              </a:rPr>
              <a:t> Data shows that animation helps focus attention on key messages.</a:t>
            </a:r>
          </a:p>
          <a:p>
            <a:pPr marL="185738" indent="-185738">
              <a:spcAft>
                <a:spcPts val="1788"/>
              </a:spcAft>
              <a:buFont typeface="+mj-lt"/>
              <a:buAutoNum type="arabicPeriod" startAt="4"/>
            </a:pPr>
            <a:r>
              <a:rPr lang="en-US" sz="800" b="1" dirty="0">
                <a:latin typeface="+mj-lt"/>
              </a:rPr>
              <a:t>Highlight statistics</a:t>
            </a:r>
            <a:br>
              <a:rPr lang="en-US" sz="800" dirty="0">
                <a:latin typeface="+mj-lt"/>
              </a:rPr>
            </a:br>
            <a:r>
              <a:rPr lang="en-US" sz="800" dirty="0">
                <a:latin typeface="+mj-lt"/>
              </a:rPr>
              <a:t>Call out names and numbers to make the story real (and show why it matters to the client). </a:t>
            </a:r>
            <a:br>
              <a:rPr lang="en-US" sz="800" dirty="0">
                <a:latin typeface="+mj-lt"/>
              </a:rPr>
            </a:br>
            <a:br>
              <a:rPr lang="en-US" sz="800" dirty="0">
                <a:latin typeface="+mj-lt"/>
              </a:rPr>
            </a:br>
            <a:r>
              <a:rPr lang="en-US" sz="800" b="1" dirty="0">
                <a:latin typeface="+mj-lt"/>
              </a:rPr>
              <a:t>WHY?</a:t>
            </a:r>
            <a:r>
              <a:rPr lang="en-US" sz="800" dirty="0">
                <a:latin typeface="+mj-lt"/>
              </a:rPr>
              <a:t> Data shows that calling out specific facts and numbers increases attention.</a:t>
            </a:r>
          </a:p>
          <a:p>
            <a:pPr marL="185738" indent="-185738">
              <a:spcAft>
                <a:spcPts val="1788"/>
              </a:spcAft>
              <a:buFont typeface="+mj-lt"/>
              <a:buAutoNum type="arabicPeriod" startAt="4"/>
            </a:pPr>
            <a:r>
              <a:rPr lang="en-US" sz="800" b="1" dirty="0">
                <a:latin typeface="+mj-lt"/>
              </a:rPr>
              <a:t>Use fewer words and larger fonts</a:t>
            </a:r>
            <a:br>
              <a:rPr lang="en-US" sz="800" dirty="0">
                <a:latin typeface="+mj-lt"/>
              </a:rPr>
            </a:br>
            <a:r>
              <a:rPr lang="en-US" sz="800" dirty="0">
                <a:latin typeface="+mj-lt"/>
              </a:rPr>
              <a:t>Keep text light. Text-heavy pages and tiny text is the #1 stressor for audiences. Use fewer words and larger fonts; break up content with slide builds or animation. </a:t>
            </a:r>
            <a:br>
              <a:rPr lang="en-US" sz="800" dirty="0">
                <a:latin typeface="+mj-lt"/>
              </a:rPr>
            </a:br>
            <a:br>
              <a:rPr lang="en-US" sz="800" dirty="0">
                <a:latin typeface="+mj-lt"/>
              </a:rPr>
            </a:br>
            <a:r>
              <a:rPr lang="en-US" sz="800" b="1" dirty="0">
                <a:latin typeface="+mj-lt"/>
              </a:rPr>
              <a:t>WHY?</a:t>
            </a:r>
            <a:r>
              <a:rPr lang="en-US" sz="800" dirty="0">
                <a:latin typeface="+mj-lt"/>
              </a:rPr>
              <a:t> Biometric data shows that dense slides create stress; eye-tracking data shows that attention wanders on busy slides.</a:t>
            </a:r>
          </a:p>
          <a:p>
            <a:pPr marL="185738" indent="-185738">
              <a:spcAft>
                <a:spcPts val="1788"/>
              </a:spcAft>
              <a:buFont typeface="+mj-lt"/>
              <a:buAutoNum type="arabicPeriod" startAt="4"/>
            </a:pPr>
            <a:r>
              <a:rPr lang="en-US" sz="800" b="1" dirty="0">
                <a:latin typeface="+mj-lt"/>
              </a:rPr>
              <a:t>Use more visuals</a:t>
            </a:r>
            <a:br>
              <a:rPr lang="en-US" sz="800" dirty="0">
                <a:latin typeface="+mj-lt"/>
              </a:rPr>
            </a:br>
            <a:r>
              <a:rPr lang="en-US" sz="800" dirty="0">
                <a:latin typeface="+mj-lt"/>
              </a:rPr>
              <a:t>Add images. </a:t>
            </a:r>
            <a:br>
              <a:rPr lang="en-US" sz="800" dirty="0">
                <a:latin typeface="+mj-lt"/>
              </a:rPr>
            </a:br>
            <a:br>
              <a:rPr lang="en-US" sz="800" dirty="0">
                <a:latin typeface="+mj-lt"/>
              </a:rPr>
            </a:br>
            <a:r>
              <a:rPr lang="en-US" sz="800" b="1" dirty="0">
                <a:latin typeface="+mj-lt"/>
              </a:rPr>
              <a:t>WHY? </a:t>
            </a:r>
            <a:r>
              <a:rPr lang="en-US" sz="800" dirty="0">
                <a:latin typeface="+mj-lt"/>
              </a:rPr>
              <a:t>Experiments showed that 90% of participants preferred the visual version over the text-heavy version; memory and attention did not decrease in the visual version. </a:t>
            </a:r>
            <a:r>
              <a:rPr lang="en-US" sz="800" i="1" dirty="0">
                <a:latin typeface="+mj-lt"/>
              </a:rPr>
              <a:t>Caveat: Make sure the visuals reflect and reinforce your key message, or they may become distracting. </a:t>
            </a:r>
            <a:endParaRPr lang="en-US" sz="800" dirty="0">
              <a:latin typeface="+mj-lt"/>
            </a:endParaRPr>
          </a:p>
          <a:p>
            <a:pPr marL="185738" indent="-185738">
              <a:spcAft>
                <a:spcPts val="1788"/>
              </a:spcAft>
              <a:buFont typeface="+mj-lt"/>
              <a:buAutoNum type="arabicPeriod" startAt="4"/>
            </a:pPr>
            <a:endParaRPr lang="en-US" sz="800" dirty="0">
              <a:latin typeface="+mj-lt"/>
            </a:endParaRPr>
          </a:p>
        </p:txBody>
      </p:sp>
      <p:sp>
        <p:nvSpPr>
          <p:cNvPr id="7" name="Text Placeholder 6">
            <a:extLst>
              <a:ext uri="{FF2B5EF4-FFF2-40B4-BE49-F238E27FC236}">
                <a16:creationId xmlns:a16="http://schemas.microsoft.com/office/drawing/2014/main" id="{E5FCD902-BF96-D95A-508D-49870B441D87}"/>
              </a:ext>
            </a:extLst>
          </p:cNvPr>
          <p:cNvSpPr>
            <a:spLocks noGrp="1"/>
          </p:cNvSpPr>
          <p:nvPr>
            <p:ph type="body" sz="quarter" idx="13"/>
          </p:nvPr>
        </p:nvSpPr>
        <p:spPr/>
        <p:txBody>
          <a:bodyPr/>
          <a:lstStyle/>
          <a:p>
            <a:r>
              <a:rPr lang="en-US" dirty="0">
                <a:solidFill>
                  <a:srgbClr val="53565A"/>
                </a:solidFill>
                <a:effectLst/>
                <a:latin typeface="+mj-lt"/>
                <a:ea typeface="Calibri" panose="020F0502020204030204" pitchFamily="34" charset="0"/>
                <a:cs typeface="Calibri" panose="020F0502020204030204" pitchFamily="34" charset="0"/>
              </a:rPr>
              <a:t>Data-driven best practices for effective presentations </a:t>
            </a:r>
          </a:p>
        </p:txBody>
      </p:sp>
      <p:sp>
        <p:nvSpPr>
          <p:cNvPr id="5" name="Title 4">
            <a:extLst>
              <a:ext uri="{FF2B5EF4-FFF2-40B4-BE49-F238E27FC236}">
                <a16:creationId xmlns:a16="http://schemas.microsoft.com/office/drawing/2014/main" id="{13B002F4-AD81-5EBB-1471-EA2517E043FE}"/>
              </a:ext>
            </a:extLst>
          </p:cNvPr>
          <p:cNvSpPr>
            <a:spLocks noGrp="1"/>
          </p:cNvSpPr>
          <p:nvPr>
            <p:ph type="title"/>
          </p:nvPr>
        </p:nvSpPr>
        <p:spPr/>
        <p:txBody>
          <a:bodyPr/>
          <a:lstStyle/>
          <a:p>
            <a:r>
              <a:rPr lang="en-US" dirty="0"/>
              <a:t>Brand basics</a:t>
            </a:r>
          </a:p>
        </p:txBody>
      </p:sp>
    </p:spTree>
    <p:extLst>
      <p:ext uri="{BB962C8B-B14F-4D97-AF65-F5344CB8AC3E}">
        <p14:creationId xmlns:p14="http://schemas.microsoft.com/office/powerpoint/2010/main" val="4282566814"/>
      </p:ext>
    </p:extLst>
  </p:cSld>
  <p:clrMapOvr>
    <a:masterClrMapping/>
  </p:clrMapOvr>
  <p:transition>
    <p:fade/>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36735F0-D99D-F091-4824-1EFD7A6A46F5}"/>
              </a:ext>
            </a:extLst>
          </p:cNvPr>
          <p:cNvSpPr>
            <a:spLocks noGrp="1"/>
          </p:cNvSpPr>
          <p:nvPr>
            <p:ph type="title"/>
          </p:nvPr>
        </p:nvSpPr>
        <p:spPr/>
        <p:txBody>
          <a:bodyPr/>
          <a:lstStyle/>
          <a:p>
            <a:r>
              <a:rPr lang="en-US" dirty="0"/>
              <a:t>Covers</a:t>
            </a:r>
          </a:p>
        </p:txBody>
      </p:sp>
    </p:spTree>
    <p:extLst>
      <p:ext uri="{BB962C8B-B14F-4D97-AF65-F5344CB8AC3E}">
        <p14:creationId xmlns:p14="http://schemas.microsoft.com/office/powerpoint/2010/main" val="837700319"/>
      </p:ext>
    </p:extLst>
  </p:cSld>
  <p:clrMapOvr>
    <a:masterClrMapping/>
  </p:clrMapOvr>
  <p:transition>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9D5C5EF4-9CCA-4665-825B-F674776CB05F}"/>
              </a:ext>
            </a:extLst>
          </p:cNvPr>
          <p:cNvPicPr>
            <a:picLocks noGrp="1"/>
          </p:cNvPicPr>
          <p:nvPr>
            <p:ph type="pic" sz="quarter" idx="11"/>
          </p:nvPr>
        </p:nvPicPr>
        <p:blipFill>
          <a:blip r:embed="rId3"/>
          <a:srcRect l="128" r="128"/>
          <a:stretch/>
        </p:blipFill>
        <p:spPr/>
      </p:pic>
      <p:sp>
        <p:nvSpPr>
          <p:cNvPr id="13" name="Title 12">
            <a:extLst>
              <a:ext uri="{FF2B5EF4-FFF2-40B4-BE49-F238E27FC236}">
                <a16:creationId xmlns:a16="http://schemas.microsoft.com/office/drawing/2014/main" id="{DE5B9CEA-5E73-4E22-8C75-E8D43059FFC7}"/>
              </a:ext>
            </a:extLst>
          </p:cNvPr>
          <p:cNvSpPr>
            <a:spLocks noGrp="1"/>
          </p:cNvSpPr>
          <p:nvPr>
            <p:ph type="ctrTitle"/>
          </p:nvPr>
        </p:nvSpPr>
        <p:spPr/>
        <p:txBody>
          <a:bodyPr/>
          <a:lstStyle/>
          <a:p>
            <a:r>
              <a:rPr lang="en-US" dirty="0"/>
              <a:t>Document </a:t>
            </a:r>
            <a:br>
              <a:rPr lang="en-US" dirty="0"/>
            </a:br>
            <a:r>
              <a:rPr lang="en-US" dirty="0"/>
              <a:t>heading </a:t>
            </a:r>
            <a:br>
              <a:rPr lang="en-US" dirty="0"/>
            </a:br>
            <a:r>
              <a:rPr lang="en-US" dirty="0"/>
              <a:t>three lines</a:t>
            </a:r>
          </a:p>
        </p:txBody>
      </p:sp>
      <p:sp>
        <p:nvSpPr>
          <p:cNvPr id="15" name="Text Placeholder 14">
            <a:extLst>
              <a:ext uri="{FF2B5EF4-FFF2-40B4-BE49-F238E27FC236}">
                <a16:creationId xmlns:a16="http://schemas.microsoft.com/office/drawing/2014/main" id="{E22672E0-7693-4B5C-8331-DE3495FB6BB0}"/>
              </a:ext>
            </a:extLst>
          </p:cNvPr>
          <p:cNvSpPr>
            <a:spLocks noGrp="1"/>
          </p:cNvSpPr>
          <p:nvPr>
            <p:ph type="body" sz="quarter" idx="10"/>
          </p:nvPr>
        </p:nvSpPr>
        <p:spPr/>
        <p:txBody>
          <a:bodyPr/>
          <a:lstStyle/>
          <a:p>
            <a:r>
              <a:rPr lang="en-US" dirty="0"/>
              <a:t>Subtitle, date or author second line</a:t>
            </a:r>
          </a:p>
        </p:txBody>
      </p:sp>
      <p:sp>
        <p:nvSpPr>
          <p:cNvPr id="4" name="Rectangle 3">
            <a:extLst>
              <a:ext uri="{FF2B5EF4-FFF2-40B4-BE49-F238E27FC236}">
                <a16:creationId xmlns:a16="http://schemas.microsoft.com/office/drawing/2014/main" id="{BFCF7C5D-EA6D-860F-7D8E-267FBE7A9F4C}"/>
              </a:ext>
            </a:extLst>
          </p:cNvPr>
          <p:cNvSpPr>
            <a:spLocks noChangeArrowheads="1"/>
          </p:cNvSpPr>
          <p:nvPr/>
        </p:nvSpPr>
        <p:spPr bwMode="gray">
          <a:xfrm>
            <a:off x="7101061" y="0"/>
            <a:ext cx="2460452" cy="5186209"/>
          </a:xfrm>
          <a:prstGeom prst="rect">
            <a:avLst/>
          </a:prstGeom>
          <a:solidFill>
            <a:srgbClr val="DA291C"/>
          </a:solidFill>
          <a:ln w="12700" algn="ctr">
            <a:noFill/>
            <a:miter lim="800000"/>
            <a:headEnd/>
            <a:tailEnd/>
          </a:ln>
          <a:effectLst/>
        </p:spPr>
        <p:txBody>
          <a:bodyPr wrap="square" lIns="91440" tIns="91440" rIns="91440" bIns="91440" anchor="t">
            <a:noAutofit/>
          </a:bodyPr>
          <a:lstStyle>
            <a:defPPr>
              <a:defRPr lang="en-US"/>
            </a:defPPr>
            <a:lvl1pPr algn="ctr" rtl="0" fontAlgn="base">
              <a:spcBef>
                <a:spcPct val="20000"/>
              </a:spcBef>
              <a:spcAft>
                <a:spcPct val="0"/>
              </a:spcAft>
              <a:defRPr sz="1100" b="1" kern="1200">
                <a:solidFill>
                  <a:schemeClr val="tx1"/>
                </a:solidFill>
                <a:latin typeface="Arial" pitchFamily="34" charset="0"/>
                <a:ea typeface="+mn-ea"/>
                <a:cs typeface="Arial" pitchFamily="34" charset="0"/>
              </a:defRPr>
            </a:lvl1pPr>
            <a:lvl2pPr marL="457200" algn="ctr" rtl="0" fontAlgn="base">
              <a:spcBef>
                <a:spcPct val="20000"/>
              </a:spcBef>
              <a:spcAft>
                <a:spcPct val="0"/>
              </a:spcAft>
              <a:defRPr sz="1100" b="1" kern="1200">
                <a:solidFill>
                  <a:schemeClr val="tx1"/>
                </a:solidFill>
                <a:latin typeface="Arial" pitchFamily="34" charset="0"/>
                <a:ea typeface="+mn-ea"/>
                <a:cs typeface="Arial" pitchFamily="34" charset="0"/>
              </a:defRPr>
            </a:lvl2pPr>
            <a:lvl3pPr marL="914400" algn="ctr" rtl="0" fontAlgn="base">
              <a:spcBef>
                <a:spcPct val="20000"/>
              </a:spcBef>
              <a:spcAft>
                <a:spcPct val="0"/>
              </a:spcAft>
              <a:defRPr sz="1100" b="1" kern="1200">
                <a:solidFill>
                  <a:schemeClr val="tx1"/>
                </a:solidFill>
                <a:latin typeface="Arial" pitchFamily="34" charset="0"/>
                <a:ea typeface="+mn-ea"/>
                <a:cs typeface="Arial" pitchFamily="34" charset="0"/>
              </a:defRPr>
            </a:lvl3pPr>
            <a:lvl4pPr marL="1371600" algn="ctr" rtl="0" fontAlgn="base">
              <a:spcBef>
                <a:spcPct val="20000"/>
              </a:spcBef>
              <a:spcAft>
                <a:spcPct val="0"/>
              </a:spcAft>
              <a:defRPr sz="1100" b="1" kern="1200">
                <a:solidFill>
                  <a:schemeClr val="tx1"/>
                </a:solidFill>
                <a:latin typeface="Arial" pitchFamily="34" charset="0"/>
                <a:ea typeface="+mn-ea"/>
                <a:cs typeface="Arial" pitchFamily="34" charset="0"/>
              </a:defRPr>
            </a:lvl4pPr>
            <a:lvl5pPr marL="1828800" algn="ctr" rtl="0" fontAlgn="base">
              <a:spcBef>
                <a:spcPct val="20000"/>
              </a:spcBef>
              <a:spcAft>
                <a:spcPct val="0"/>
              </a:spcAft>
              <a:defRPr sz="1100" b="1" kern="1200">
                <a:solidFill>
                  <a:schemeClr val="tx1"/>
                </a:solidFill>
                <a:latin typeface="Arial" pitchFamily="34" charset="0"/>
                <a:ea typeface="+mn-ea"/>
                <a:cs typeface="Arial" pitchFamily="34" charset="0"/>
              </a:defRPr>
            </a:lvl5pPr>
            <a:lvl6pPr marL="2286000" algn="l" defTabSz="914400" rtl="0" eaLnBrk="1" latinLnBrk="0" hangingPunct="1">
              <a:defRPr sz="1100" b="1" kern="1200">
                <a:solidFill>
                  <a:schemeClr val="tx1"/>
                </a:solidFill>
                <a:latin typeface="Arial" pitchFamily="34" charset="0"/>
                <a:ea typeface="+mn-ea"/>
                <a:cs typeface="Arial" pitchFamily="34" charset="0"/>
              </a:defRPr>
            </a:lvl6pPr>
            <a:lvl7pPr marL="2743200" algn="l" defTabSz="914400" rtl="0" eaLnBrk="1" latinLnBrk="0" hangingPunct="1">
              <a:defRPr sz="1100" b="1" kern="1200">
                <a:solidFill>
                  <a:schemeClr val="tx1"/>
                </a:solidFill>
                <a:latin typeface="Arial" pitchFamily="34" charset="0"/>
                <a:ea typeface="+mn-ea"/>
                <a:cs typeface="Arial" pitchFamily="34" charset="0"/>
              </a:defRPr>
            </a:lvl7pPr>
            <a:lvl8pPr marL="3200400" algn="l" defTabSz="914400" rtl="0" eaLnBrk="1" latinLnBrk="0" hangingPunct="1">
              <a:defRPr sz="1100" b="1" kern="1200">
                <a:solidFill>
                  <a:schemeClr val="tx1"/>
                </a:solidFill>
                <a:latin typeface="Arial" pitchFamily="34" charset="0"/>
                <a:ea typeface="+mn-ea"/>
                <a:cs typeface="Arial" pitchFamily="34" charset="0"/>
              </a:defRPr>
            </a:lvl8pPr>
            <a:lvl9pPr marL="3657600" algn="l" defTabSz="914400" rtl="0" eaLnBrk="1" latinLnBrk="0" hangingPunct="1">
              <a:defRPr sz="1100" b="1" kern="1200">
                <a:solidFill>
                  <a:schemeClr val="tx1"/>
                </a:solidFill>
                <a:latin typeface="Arial" pitchFamily="34" charset="0"/>
                <a:ea typeface="+mn-ea"/>
                <a:cs typeface="Arial" pitchFamily="34" charset="0"/>
              </a:defRPr>
            </a:lvl9pPr>
          </a:lstStyle>
          <a:p>
            <a:pPr algn="l">
              <a:spcBef>
                <a:spcPts val="400"/>
              </a:spcBef>
              <a:spcAft>
                <a:spcPts val="400"/>
              </a:spcAft>
            </a:pPr>
            <a:r>
              <a:rPr lang="en-US" sz="1000" b="0" dirty="0">
                <a:solidFill>
                  <a:schemeClr val="bg1"/>
                </a:solidFill>
                <a:latin typeface="Aptos" panose="020B0004020202020204" pitchFamily="34" charset="0"/>
                <a:cs typeface="Calibri Light" panose="020F0302020204030204" pitchFamily="34" charset="0"/>
              </a:rPr>
              <a:t>Replace the cover image in one of two ways.</a:t>
            </a:r>
          </a:p>
          <a:p>
            <a:pPr marL="228594" indent="-228594" algn="l">
              <a:spcBef>
                <a:spcPts val="400"/>
              </a:spcBef>
              <a:spcAft>
                <a:spcPts val="400"/>
              </a:spcAft>
              <a:buAutoNum type="arabicPeriod"/>
            </a:pPr>
            <a:r>
              <a:rPr lang="en-US" sz="1000" b="0" dirty="0">
                <a:solidFill>
                  <a:schemeClr val="bg1"/>
                </a:solidFill>
                <a:latin typeface="Aptos" panose="020B0004020202020204" pitchFamily="34" charset="0"/>
                <a:cs typeface="Calibri Light" panose="020F0302020204030204" pitchFamily="34" charset="0"/>
              </a:rPr>
              <a:t>Delete existing image, click the picture icon to navigate to a new image and ‘click’ insert.</a:t>
            </a:r>
          </a:p>
          <a:p>
            <a:pPr marL="228594" indent="-228594" algn="l">
              <a:spcBef>
                <a:spcPts val="400"/>
              </a:spcBef>
              <a:spcAft>
                <a:spcPts val="400"/>
              </a:spcAft>
              <a:buAutoNum type="arabicPeriod"/>
            </a:pPr>
            <a:r>
              <a:rPr lang="en-US" sz="1000" b="0" dirty="0">
                <a:solidFill>
                  <a:schemeClr val="bg1"/>
                </a:solidFill>
                <a:latin typeface="Aptos" panose="020B0004020202020204" pitchFamily="34" charset="0"/>
                <a:cs typeface="Calibri Light" panose="020F0302020204030204" pitchFamily="34" charset="0"/>
              </a:rPr>
              <a:t>Select the image, ‘right click’, and select Change Picture. Browse to a new image and ‘click’ Insert. </a:t>
            </a:r>
          </a:p>
          <a:p>
            <a:pPr algn="l">
              <a:spcBef>
                <a:spcPts val="400"/>
              </a:spcBef>
              <a:spcAft>
                <a:spcPts val="400"/>
              </a:spcAft>
            </a:pPr>
            <a:r>
              <a:rPr lang="en-US" sz="1000" b="0" dirty="0">
                <a:solidFill>
                  <a:schemeClr val="bg1"/>
                </a:solidFill>
                <a:latin typeface="Aptos" panose="020B0004020202020204" pitchFamily="34" charset="0"/>
                <a:cs typeface="Calibri Light" panose="020F0302020204030204" pitchFamily="34" charset="0"/>
              </a:rPr>
              <a:t>If needed, resize or reposition images within the area by using the crop tool. Select the image, go to Picture Tools &gt; Format &gt; Crop tool. Hold down the shift key to ensure the image is not stretched or distorted and then use the anchor points to resize the image.</a:t>
            </a:r>
          </a:p>
          <a:p>
            <a:pPr algn="l">
              <a:spcBef>
                <a:spcPts val="400"/>
              </a:spcBef>
              <a:spcAft>
                <a:spcPts val="400"/>
              </a:spcAft>
            </a:pPr>
            <a:r>
              <a:rPr lang="en-US" sz="1000" b="0" dirty="0">
                <a:solidFill>
                  <a:schemeClr val="bg1"/>
                </a:solidFill>
                <a:latin typeface="Aptos" panose="020B0004020202020204" pitchFamily="34" charset="0"/>
                <a:ea typeface="MS PGothic"/>
                <a:cs typeface="Calibri Light" panose="020F0302020204030204" pitchFamily="34" charset="0"/>
              </a:rPr>
              <a:t>Once the image has been inserted on this slide, make sure to right-click and choose “Send to back”.</a:t>
            </a:r>
          </a:p>
          <a:p>
            <a:pPr algn="l">
              <a:spcBef>
                <a:spcPts val="400"/>
              </a:spcBef>
              <a:spcAft>
                <a:spcPts val="400"/>
              </a:spcAft>
            </a:pPr>
            <a:r>
              <a:rPr lang="en-US" sz="1000" b="0" dirty="0">
                <a:solidFill>
                  <a:schemeClr val="bg1"/>
                </a:solidFill>
                <a:latin typeface="Aptos" panose="020B0004020202020204" pitchFamily="34" charset="0"/>
                <a:cs typeface="Calibri Light" panose="020F0302020204030204" pitchFamily="34" charset="0"/>
              </a:rPr>
              <a:t>Deloitte’s identity system and corresponding templates have been created in alignment with Web Content Accessibility Guidelines version 2.1, AA compliance level.  Based on how and where the templates may be used, each individual user is responsible for meeting local accessibility standards. Visit the </a:t>
            </a:r>
            <a:r>
              <a:rPr lang="en-US" sz="1000" b="0" dirty="0">
                <a:solidFill>
                  <a:schemeClr val="bg1"/>
                </a:solidFill>
                <a:latin typeface="Aptos" panose="020B0004020202020204" pitchFamily="34" charset="0"/>
                <a:cs typeface="Calibri Light" panose="020F0302020204030204" pitchFamily="34" charset="0"/>
                <a:hlinkClick r:id="rId4">
                  <a:extLst>
                    <a:ext uri="{A12FA001-AC4F-418D-AE19-62706E023703}">
                      <ahyp:hlinkClr xmlns:ahyp="http://schemas.microsoft.com/office/drawing/2018/hyperlinkcolor" val="tx"/>
                    </a:ext>
                  </a:extLst>
                </a:hlinkClick>
              </a:rPr>
              <a:t>accessibility page </a:t>
            </a:r>
            <a:r>
              <a:rPr lang="en-US" sz="1000" b="0" dirty="0">
                <a:solidFill>
                  <a:schemeClr val="bg1"/>
                </a:solidFill>
                <a:latin typeface="Aptos" panose="020B0004020202020204" pitchFamily="34" charset="0"/>
                <a:cs typeface="Calibri Light" panose="020F0302020204030204" pitchFamily="34" charset="0"/>
              </a:rPr>
              <a:t>on Brand Space for more information or consult with your local legal or risk teams.</a:t>
            </a:r>
          </a:p>
        </p:txBody>
      </p:sp>
    </p:spTree>
    <p:extLst>
      <p:ext uri="{BB962C8B-B14F-4D97-AF65-F5344CB8AC3E}">
        <p14:creationId xmlns:p14="http://schemas.microsoft.com/office/powerpoint/2010/main" val="1807153235"/>
      </p:ext>
    </p:extLst>
  </p:cSld>
  <p:clrMapOvr>
    <a:masterClrMapping/>
  </p:clrMapOvr>
  <p:transition>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9D5C5EF4-9CCA-4665-825B-F674776CB05F}"/>
              </a:ext>
            </a:extLst>
          </p:cNvPr>
          <p:cNvPicPr>
            <a:picLocks noGrp="1" noChangeAspect="1"/>
          </p:cNvPicPr>
          <p:nvPr>
            <p:ph type="pic" sz="quarter" idx="11"/>
          </p:nvPr>
        </p:nvPicPr>
        <p:blipFill>
          <a:blip r:embed="rId3"/>
          <a:srcRect t="29" b="29"/>
          <a:stretch/>
        </p:blipFill>
        <p:spPr/>
      </p:pic>
      <p:sp>
        <p:nvSpPr>
          <p:cNvPr id="2" name="Title 1">
            <a:extLst>
              <a:ext uri="{FF2B5EF4-FFF2-40B4-BE49-F238E27FC236}">
                <a16:creationId xmlns:a16="http://schemas.microsoft.com/office/drawing/2014/main" id="{1A53A8AD-38C0-4854-81B3-9B99B4E007ED}"/>
              </a:ext>
            </a:extLst>
          </p:cNvPr>
          <p:cNvSpPr>
            <a:spLocks noGrp="1"/>
          </p:cNvSpPr>
          <p:nvPr>
            <p:ph type="ctrTitle"/>
          </p:nvPr>
        </p:nvSpPr>
        <p:spPr/>
        <p:txBody>
          <a:bodyPr/>
          <a:lstStyle/>
          <a:p>
            <a:r>
              <a:rPr lang="en-US" dirty="0"/>
              <a:t>Document </a:t>
            </a:r>
            <a:br>
              <a:rPr lang="en-US" dirty="0"/>
            </a:br>
            <a:r>
              <a:rPr lang="en-US" dirty="0"/>
              <a:t>heading </a:t>
            </a:r>
            <a:br>
              <a:rPr lang="en-US" dirty="0"/>
            </a:br>
            <a:r>
              <a:rPr lang="en-US" dirty="0"/>
              <a:t>three lines</a:t>
            </a:r>
          </a:p>
        </p:txBody>
      </p:sp>
      <p:sp>
        <p:nvSpPr>
          <p:cNvPr id="5" name="Text Placeholder 4"/>
          <p:cNvSpPr>
            <a:spLocks noGrp="1"/>
          </p:cNvSpPr>
          <p:nvPr>
            <p:ph type="body" sz="quarter" idx="10"/>
          </p:nvPr>
        </p:nvSpPr>
        <p:spPr/>
        <p:txBody>
          <a:bodyPr/>
          <a:lstStyle/>
          <a:p>
            <a:r>
              <a:rPr lang="en-US" dirty="0"/>
              <a:t>Subtitle, date or author second line</a:t>
            </a:r>
          </a:p>
        </p:txBody>
      </p:sp>
      <p:sp>
        <p:nvSpPr>
          <p:cNvPr id="3" name="Rectangle 2">
            <a:extLst>
              <a:ext uri="{FF2B5EF4-FFF2-40B4-BE49-F238E27FC236}">
                <a16:creationId xmlns:a16="http://schemas.microsoft.com/office/drawing/2014/main" id="{0A328068-F4E1-0651-1A31-96D801608573}"/>
              </a:ext>
            </a:extLst>
          </p:cNvPr>
          <p:cNvSpPr>
            <a:spLocks noChangeArrowheads="1"/>
          </p:cNvSpPr>
          <p:nvPr/>
        </p:nvSpPr>
        <p:spPr bwMode="gray">
          <a:xfrm>
            <a:off x="7101061" y="0"/>
            <a:ext cx="2460452" cy="5186209"/>
          </a:xfrm>
          <a:prstGeom prst="rect">
            <a:avLst/>
          </a:prstGeom>
          <a:solidFill>
            <a:srgbClr val="DA291C"/>
          </a:solidFill>
          <a:ln w="12700" algn="ctr">
            <a:noFill/>
            <a:miter lim="800000"/>
            <a:headEnd/>
            <a:tailEnd/>
          </a:ln>
          <a:effectLst/>
        </p:spPr>
        <p:txBody>
          <a:bodyPr wrap="square" lIns="91440" tIns="91440" rIns="91440" bIns="91440" anchor="t">
            <a:noAutofit/>
          </a:bodyPr>
          <a:lstStyle>
            <a:defPPr>
              <a:defRPr lang="en-US"/>
            </a:defPPr>
            <a:lvl1pPr algn="ctr" rtl="0" fontAlgn="base">
              <a:spcBef>
                <a:spcPct val="20000"/>
              </a:spcBef>
              <a:spcAft>
                <a:spcPct val="0"/>
              </a:spcAft>
              <a:defRPr sz="1100" b="1" kern="1200">
                <a:solidFill>
                  <a:schemeClr val="tx1"/>
                </a:solidFill>
                <a:latin typeface="Arial" pitchFamily="34" charset="0"/>
                <a:ea typeface="+mn-ea"/>
                <a:cs typeface="Arial" pitchFamily="34" charset="0"/>
              </a:defRPr>
            </a:lvl1pPr>
            <a:lvl2pPr marL="457200" algn="ctr" rtl="0" fontAlgn="base">
              <a:spcBef>
                <a:spcPct val="20000"/>
              </a:spcBef>
              <a:spcAft>
                <a:spcPct val="0"/>
              </a:spcAft>
              <a:defRPr sz="1100" b="1" kern="1200">
                <a:solidFill>
                  <a:schemeClr val="tx1"/>
                </a:solidFill>
                <a:latin typeface="Arial" pitchFamily="34" charset="0"/>
                <a:ea typeface="+mn-ea"/>
                <a:cs typeface="Arial" pitchFamily="34" charset="0"/>
              </a:defRPr>
            </a:lvl2pPr>
            <a:lvl3pPr marL="914400" algn="ctr" rtl="0" fontAlgn="base">
              <a:spcBef>
                <a:spcPct val="20000"/>
              </a:spcBef>
              <a:spcAft>
                <a:spcPct val="0"/>
              </a:spcAft>
              <a:defRPr sz="1100" b="1" kern="1200">
                <a:solidFill>
                  <a:schemeClr val="tx1"/>
                </a:solidFill>
                <a:latin typeface="Arial" pitchFamily="34" charset="0"/>
                <a:ea typeface="+mn-ea"/>
                <a:cs typeface="Arial" pitchFamily="34" charset="0"/>
              </a:defRPr>
            </a:lvl3pPr>
            <a:lvl4pPr marL="1371600" algn="ctr" rtl="0" fontAlgn="base">
              <a:spcBef>
                <a:spcPct val="20000"/>
              </a:spcBef>
              <a:spcAft>
                <a:spcPct val="0"/>
              </a:spcAft>
              <a:defRPr sz="1100" b="1" kern="1200">
                <a:solidFill>
                  <a:schemeClr val="tx1"/>
                </a:solidFill>
                <a:latin typeface="Arial" pitchFamily="34" charset="0"/>
                <a:ea typeface="+mn-ea"/>
                <a:cs typeface="Arial" pitchFamily="34" charset="0"/>
              </a:defRPr>
            </a:lvl4pPr>
            <a:lvl5pPr marL="1828800" algn="ctr" rtl="0" fontAlgn="base">
              <a:spcBef>
                <a:spcPct val="20000"/>
              </a:spcBef>
              <a:spcAft>
                <a:spcPct val="0"/>
              </a:spcAft>
              <a:defRPr sz="1100" b="1" kern="1200">
                <a:solidFill>
                  <a:schemeClr val="tx1"/>
                </a:solidFill>
                <a:latin typeface="Arial" pitchFamily="34" charset="0"/>
                <a:ea typeface="+mn-ea"/>
                <a:cs typeface="Arial" pitchFamily="34" charset="0"/>
              </a:defRPr>
            </a:lvl5pPr>
            <a:lvl6pPr marL="2286000" algn="l" defTabSz="914400" rtl="0" eaLnBrk="1" latinLnBrk="0" hangingPunct="1">
              <a:defRPr sz="1100" b="1" kern="1200">
                <a:solidFill>
                  <a:schemeClr val="tx1"/>
                </a:solidFill>
                <a:latin typeface="Arial" pitchFamily="34" charset="0"/>
                <a:ea typeface="+mn-ea"/>
                <a:cs typeface="Arial" pitchFamily="34" charset="0"/>
              </a:defRPr>
            </a:lvl6pPr>
            <a:lvl7pPr marL="2743200" algn="l" defTabSz="914400" rtl="0" eaLnBrk="1" latinLnBrk="0" hangingPunct="1">
              <a:defRPr sz="1100" b="1" kern="1200">
                <a:solidFill>
                  <a:schemeClr val="tx1"/>
                </a:solidFill>
                <a:latin typeface="Arial" pitchFamily="34" charset="0"/>
                <a:ea typeface="+mn-ea"/>
                <a:cs typeface="Arial" pitchFamily="34" charset="0"/>
              </a:defRPr>
            </a:lvl7pPr>
            <a:lvl8pPr marL="3200400" algn="l" defTabSz="914400" rtl="0" eaLnBrk="1" latinLnBrk="0" hangingPunct="1">
              <a:defRPr sz="1100" b="1" kern="1200">
                <a:solidFill>
                  <a:schemeClr val="tx1"/>
                </a:solidFill>
                <a:latin typeface="Arial" pitchFamily="34" charset="0"/>
                <a:ea typeface="+mn-ea"/>
                <a:cs typeface="Arial" pitchFamily="34" charset="0"/>
              </a:defRPr>
            </a:lvl8pPr>
            <a:lvl9pPr marL="3657600" algn="l" defTabSz="914400" rtl="0" eaLnBrk="1" latinLnBrk="0" hangingPunct="1">
              <a:defRPr sz="1100" b="1" kern="1200">
                <a:solidFill>
                  <a:schemeClr val="tx1"/>
                </a:solidFill>
                <a:latin typeface="Arial" pitchFamily="34" charset="0"/>
                <a:ea typeface="+mn-ea"/>
                <a:cs typeface="Arial" pitchFamily="34" charset="0"/>
              </a:defRPr>
            </a:lvl9pPr>
          </a:lstStyle>
          <a:p>
            <a:pPr algn="l">
              <a:spcBef>
                <a:spcPts val="400"/>
              </a:spcBef>
              <a:spcAft>
                <a:spcPts val="400"/>
              </a:spcAft>
            </a:pPr>
            <a:r>
              <a:rPr lang="en-US" sz="1000" b="0" dirty="0">
                <a:solidFill>
                  <a:schemeClr val="bg1"/>
                </a:solidFill>
                <a:latin typeface="Aptos" panose="020B0004020202020204" pitchFamily="34" charset="0"/>
                <a:cs typeface="Calibri Light" panose="020F0302020204030204" pitchFamily="34" charset="0"/>
              </a:rPr>
              <a:t>Replace the cover image in one of two ways.</a:t>
            </a:r>
          </a:p>
          <a:p>
            <a:pPr marL="228594" indent="-228594" algn="l">
              <a:spcBef>
                <a:spcPts val="400"/>
              </a:spcBef>
              <a:spcAft>
                <a:spcPts val="400"/>
              </a:spcAft>
              <a:buAutoNum type="arabicPeriod"/>
            </a:pPr>
            <a:r>
              <a:rPr lang="en-US" sz="1000" b="0" dirty="0">
                <a:solidFill>
                  <a:schemeClr val="bg1"/>
                </a:solidFill>
                <a:latin typeface="Aptos" panose="020B0004020202020204" pitchFamily="34" charset="0"/>
                <a:cs typeface="Calibri Light" panose="020F0302020204030204" pitchFamily="34" charset="0"/>
              </a:rPr>
              <a:t>Delete existing image, click the picture icon to navigate to a new image and ‘click’ insert.</a:t>
            </a:r>
          </a:p>
          <a:p>
            <a:pPr marL="228594" indent="-228594" algn="l">
              <a:spcBef>
                <a:spcPts val="400"/>
              </a:spcBef>
              <a:spcAft>
                <a:spcPts val="400"/>
              </a:spcAft>
              <a:buAutoNum type="arabicPeriod"/>
            </a:pPr>
            <a:r>
              <a:rPr lang="en-US" sz="1000" b="0" dirty="0">
                <a:solidFill>
                  <a:schemeClr val="bg1"/>
                </a:solidFill>
                <a:latin typeface="Aptos" panose="020B0004020202020204" pitchFamily="34" charset="0"/>
                <a:cs typeface="Calibri Light" panose="020F0302020204030204" pitchFamily="34" charset="0"/>
              </a:rPr>
              <a:t>Select the image, ‘right click’, and select Change Picture. Browse to a new image and ‘click’ Insert. </a:t>
            </a:r>
          </a:p>
          <a:p>
            <a:pPr algn="l">
              <a:spcBef>
                <a:spcPts val="400"/>
              </a:spcBef>
              <a:spcAft>
                <a:spcPts val="400"/>
              </a:spcAft>
            </a:pPr>
            <a:r>
              <a:rPr lang="en-US" sz="1000" b="0" dirty="0">
                <a:solidFill>
                  <a:schemeClr val="bg1"/>
                </a:solidFill>
                <a:latin typeface="Aptos" panose="020B0004020202020204" pitchFamily="34" charset="0"/>
                <a:cs typeface="Calibri Light" panose="020F0302020204030204" pitchFamily="34" charset="0"/>
              </a:rPr>
              <a:t>If needed, resize or reposition images within the area by using the crop tool. Select the image, go to Picture Tools &gt; Format &gt; Crop tool. Hold down the shift key to ensure the image is not stretched or distorted and then use the anchor points to resize the image.</a:t>
            </a:r>
          </a:p>
          <a:p>
            <a:pPr algn="l">
              <a:spcBef>
                <a:spcPts val="400"/>
              </a:spcBef>
              <a:spcAft>
                <a:spcPts val="400"/>
              </a:spcAft>
            </a:pPr>
            <a:r>
              <a:rPr lang="en-US" sz="1000" b="0" dirty="0">
                <a:solidFill>
                  <a:schemeClr val="bg1"/>
                </a:solidFill>
                <a:latin typeface="Aptos" panose="020B0004020202020204" pitchFamily="34" charset="0"/>
                <a:ea typeface="MS PGothic"/>
                <a:cs typeface="Calibri Light" panose="020F0302020204030204" pitchFamily="34" charset="0"/>
              </a:rPr>
              <a:t>Once the image has been inserted on this slide, make sure to right-click and choose “Send to back”.</a:t>
            </a:r>
          </a:p>
          <a:p>
            <a:pPr algn="l">
              <a:spcBef>
                <a:spcPts val="400"/>
              </a:spcBef>
              <a:spcAft>
                <a:spcPts val="400"/>
              </a:spcAft>
            </a:pPr>
            <a:r>
              <a:rPr lang="en-US" sz="1000" b="0" dirty="0">
                <a:solidFill>
                  <a:schemeClr val="bg1"/>
                </a:solidFill>
                <a:latin typeface="Aptos" panose="020B0004020202020204" pitchFamily="34" charset="0"/>
                <a:cs typeface="Calibri Light" panose="020F0302020204030204" pitchFamily="34" charset="0"/>
              </a:rPr>
              <a:t>Deloitte’s identity system and corresponding templates have been created in alignment with Web Content Accessibility Guidelines version 2.1, AA compliance level.  Based on how and where the templates may be used, each individual user is responsible for meeting local accessibility standards. Visit the </a:t>
            </a:r>
            <a:r>
              <a:rPr lang="en-US" sz="1000" b="0" dirty="0">
                <a:solidFill>
                  <a:schemeClr val="bg1"/>
                </a:solidFill>
                <a:latin typeface="Aptos" panose="020B0004020202020204" pitchFamily="34" charset="0"/>
                <a:cs typeface="Calibri Light" panose="020F0302020204030204" pitchFamily="34" charset="0"/>
                <a:hlinkClick r:id="rId4">
                  <a:extLst>
                    <a:ext uri="{A12FA001-AC4F-418D-AE19-62706E023703}">
                      <ahyp:hlinkClr xmlns:ahyp="http://schemas.microsoft.com/office/drawing/2018/hyperlinkcolor" val="tx"/>
                    </a:ext>
                  </a:extLst>
                </a:hlinkClick>
              </a:rPr>
              <a:t>accessibility page </a:t>
            </a:r>
            <a:r>
              <a:rPr lang="en-US" sz="1000" b="0" dirty="0">
                <a:solidFill>
                  <a:schemeClr val="bg1"/>
                </a:solidFill>
                <a:latin typeface="Aptos" panose="020B0004020202020204" pitchFamily="34" charset="0"/>
                <a:cs typeface="Calibri Light" panose="020F0302020204030204" pitchFamily="34" charset="0"/>
              </a:rPr>
              <a:t>on Brand Space for more information or consult with your local legal or risk teams.</a:t>
            </a:r>
          </a:p>
        </p:txBody>
      </p:sp>
    </p:spTree>
    <p:extLst>
      <p:ext uri="{BB962C8B-B14F-4D97-AF65-F5344CB8AC3E}">
        <p14:creationId xmlns:p14="http://schemas.microsoft.com/office/powerpoint/2010/main" val="1485223179"/>
      </p:ext>
    </p:extLst>
  </p:cSld>
  <p:clrMapOvr>
    <a:masterClrMapping/>
  </p:clrMapOvr>
  <p:transition>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Placeholder 5">
            <a:extLst>
              <a:ext uri="{FF2B5EF4-FFF2-40B4-BE49-F238E27FC236}">
                <a16:creationId xmlns:a16="http://schemas.microsoft.com/office/drawing/2014/main" id="{69FB2739-6734-410A-BC1B-20F79BDF7E70}"/>
              </a:ext>
            </a:extLst>
          </p:cNvPr>
          <p:cNvPicPr>
            <a:picLocks noChangeAspect="1"/>
          </p:cNvPicPr>
          <p:nvPr/>
        </p:nvPicPr>
        <p:blipFill rotWithShape="1">
          <a:blip r:embed="rId3"/>
          <a:srcRect l="18984" t="907" r="3585" b="630"/>
          <a:stretch/>
        </p:blipFill>
        <p:spPr>
          <a:xfrm>
            <a:off x="0" y="-1"/>
            <a:ext cx="9906000" cy="6858001"/>
          </a:xfrm>
          <a:prstGeom prst="rect">
            <a:avLst/>
          </a:prstGeom>
        </p:spPr>
      </p:pic>
      <p:sp>
        <p:nvSpPr>
          <p:cNvPr id="2" name="Rectangle 1">
            <a:extLst>
              <a:ext uri="{FF2B5EF4-FFF2-40B4-BE49-F238E27FC236}">
                <a16:creationId xmlns:a16="http://schemas.microsoft.com/office/drawing/2014/main" id="{5AA6C48B-4191-B888-46C6-8F83C24F9CDC}"/>
              </a:ext>
            </a:extLst>
          </p:cNvPr>
          <p:cNvSpPr/>
          <p:nvPr/>
        </p:nvSpPr>
        <p:spPr bwMode="gray">
          <a:xfrm rot="10800000" flipH="1" flipV="1">
            <a:off x="0" y="1"/>
            <a:ext cx="5912148" cy="6858000"/>
          </a:xfrm>
          <a:prstGeom prst="rect">
            <a:avLst/>
          </a:prstGeom>
          <a:gradFill>
            <a:gsLst>
              <a:gs pos="2000">
                <a:schemeClr val="tx1"/>
              </a:gs>
              <a:gs pos="63000">
                <a:schemeClr val="tx1">
                  <a:alpha val="21000"/>
                </a:schemeClr>
              </a:gs>
              <a:gs pos="100000">
                <a:schemeClr val="tx1">
                  <a:alpha val="0"/>
                </a:schemeClr>
              </a:gs>
            </a:gsLst>
            <a:lin ang="0" scaled="0"/>
          </a:gra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3" name="Title 2">
            <a:extLst>
              <a:ext uri="{FF2B5EF4-FFF2-40B4-BE49-F238E27FC236}">
                <a16:creationId xmlns:a16="http://schemas.microsoft.com/office/drawing/2014/main" id="{EAF8D057-484E-4004-9E07-EA016E78EB94}"/>
              </a:ext>
            </a:extLst>
          </p:cNvPr>
          <p:cNvSpPr>
            <a:spLocks noGrp="1"/>
          </p:cNvSpPr>
          <p:nvPr>
            <p:ph type="ctrTitle"/>
          </p:nvPr>
        </p:nvSpPr>
        <p:spPr/>
        <p:txBody>
          <a:bodyPr/>
          <a:lstStyle/>
          <a:p>
            <a:r>
              <a:rPr lang="en-US" dirty="0">
                <a:solidFill>
                  <a:schemeClr val="bg1"/>
                </a:solidFill>
              </a:rPr>
              <a:t>Document </a:t>
            </a:r>
            <a:br>
              <a:rPr lang="en-US" dirty="0">
                <a:solidFill>
                  <a:schemeClr val="bg1"/>
                </a:solidFill>
              </a:rPr>
            </a:br>
            <a:r>
              <a:rPr lang="en-US" dirty="0">
                <a:solidFill>
                  <a:schemeClr val="bg1"/>
                </a:solidFill>
              </a:rPr>
              <a:t>heading two lines</a:t>
            </a:r>
          </a:p>
        </p:txBody>
      </p:sp>
      <p:sp>
        <p:nvSpPr>
          <p:cNvPr id="4" name="Text Placeholder 3">
            <a:extLst>
              <a:ext uri="{FF2B5EF4-FFF2-40B4-BE49-F238E27FC236}">
                <a16:creationId xmlns:a16="http://schemas.microsoft.com/office/drawing/2014/main" id="{7E1E6C1B-603B-40D5-A5D8-E350DF007065}"/>
              </a:ext>
            </a:extLst>
          </p:cNvPr>
          <p:cNvSpPr>
            <a:spLocks noGrp="1"/>
          </p:cNvSpPr>
          <p:nvPr>
            <p:ph type="body" sz="quarter" idx="10"/>
          </p:nvPr>
        </p:nvSpPr>
        <p:spPr/>
        <p:txBody>
          <a:bodyPr/>
          <a:lstStyle/>
          <a:p>
            <a:r>
              <a:rPr lang="en-US" dirty="0"/>
              <a:t>Subtitle, date or author second line</a:t>
            </a:r>
          </a:p>
        </p:txBody>
      </p:sp>
      <p:sp>
        <p:nvSpPr>
          <p:cNvPr id="8" name="Rectangle 7">
            <a:extLst>
              <a:ext uri="{FF2B5EF4-FFF2-40B4-BE49-F238E27FC236}">
                <a16:creationId xmlns:a16="http://schemas.microsoft.com/office/drawing/2014/main" id="{424C9B2D-23CB-C180-50E5-8BF25629C420}"/>
              </a:ext>
            </a:extLst>
          </p:cNvPr>
          <p:cNvSpPr>
            <a:spLocks noChangeArrowheads="1"/>
          </p:cNvSpPr>
          <p:nvPr/>
        </p:nvSpPr>
        <p:spPr bwMode="gray">
          <a:xfrm>
            <a:off x="7101061" y="0"/>
            <a:ext cx="2460452" cy="5186209"/>
          </a:xfrm>
          <a:prstGeom prst="rect">
            <a:avLst/>
          </a:prstGeom>
          <a:solidFill>
            <a:srgbClr val="DA291C"/>
          </a:solidFill>
          <a:ln w="12700" algn="ctr">
            <a:noFill/>
            <a:miter lim="800000"/>
            <a:headEnd/>
            <a:tailEnd/>
          </a:ln>
          <a:effectLst/>
        </p:spPr>
        <p:txBody>
          <a:bodyPr wrap="square" lIns="91440" tIns="91440" rIns="91440" bIns="91440" anchor="t">
            <a:noAutofit/>
          </a:bodyPr>
          <a:lstStyle>
            <a:defPPr>
              <a:defRPr lang="en-US"/>
            </a:defPPr>
            <a:lvl1pPr algn="ctr" rtl="0" fontAlgn="base">
              <a:spcBef>
                <a:spcPct val="20000"/>
              </a:spcBef>
              <a:spcAft>
                <a:spcPct val="0"/>
              </a:spcAft>
              <a:defRPr sz="1100" b="1" kern="1200">
                <a:solidFill>
                  <a:schemeClr val="tx1"/>
                </a:solidFill>
                <a:latin typeface="Arial" pitchFamily="34" charset="0"/>
                <a:ea typeface="+mn-ea"/>
                <a:cs typeface="Arial" pitchFamily="34" charset="0"/>
              </a:defRPr>
            </a:lvl1pPr>
            <a:lvl2pPr marL="457200" algn="ctr" rtl="0" fontAlgn="base">
              <a:spcBef>
                <a:spcPct val="20000"/>
              </a:spcBef>
              <a:spcAft>
                <a:spcPct val="0"/>
              </a:spcAft>
              <a:defRPr sz="1100" b="1" kern="1200">
                <a:solidFill>
                  <a:schemeClr val="tx1"/>
                </a:solidFill>
                <a:latin typeface="Arial" pitchFamily="34" charset="0"/>
                <a:ea typeface="+mn-ea"/>
                <a:cs typeface="Arial" pitchFamily="34" charset="0"/>
              </a:defRPr>
            </a:lvl2pPr>
            <a:lvl3pPr marL="914400" algn="ctr" rtl="0" fontAlgn="base">
              <a:spcBef>
                <a:spcPct val="20000"/>
              </a:spcBef>
              <a:spcAft>
                <a:spcPct val="0"/>
              </a:spcAft>
              <a:defRPr sz="1100" b="1" kern="1200">
                <a:solidFill>
                  <a:schemeClr val="tx1"/>
                </a:solidFill>
                <a:latin typeface="Arial" pitchFamily="34" charset="0"/>
                <a:ea typeface="+mn-ea"/>
                <a:cs typeface="Arial" pitchFamily="34" charset="0"/>
              </a:defRPr>
            </a:lvl3pPr>
            <a:lvl4pPr marL="1371600" algn="ctr" rtl="0" fontAlgn="base">
              <a:spcBef>
                <a:spcPct val="20000"/>
              </a:spcBef>
              <a:spcAft>
                <a:spcPct val="0"/>
              </a:spcAft>
              <a:defRPr sz="1100" b="1" kern="1200">
                <a:solidFill>
                  <a:schemeClr val="tx1"/>
                </a:solidFill>
                <a:latin typeface="Arial" pitchFamily="34" charset="0"/>
                <a:ea typeface="+mn-ea"/>
                <a:cs typeface="Arial" pitchFamily="34" charset="0"/>
              </a:defRPr>
            </a:lvl4pPr>
            <a:lvl5pPr marL="1828800" algn="ctr" rtl="0" fontAlgn="base">
              <a:spcBef>
                <a:spcPct val="20000"/>
              </a:spcBef>
              <a:spcAft>
                <a:spcPct val="0"/>
              </a:spcAft>
              <a:defRPr sz="1100" b="1" kern="1200">
                <a:solidFill>
                  <a:schemeClr val="tx1"/>
                </a:solidFill>
                <a:latin typeface="Arial" pitchFamily="34" charset="0"/>
                <a:ea typeface="+mn-ea"/>
                <a:cs typeface="Arial" pitchFamily="34" charset="0"/>
              </a:defRPr>
            </a:lvl5pPr>
            <a:lvl6pPr marL="2286000" algn="l" defTabSz="914400" rtl="0" eaLnBrk="1" latinLnBrk="0" hangingPunct="1">
              <a:defRPr sz="1100" b="1" kern="1200">
                <a:solidFill>
                  <a:schemeClr val="tx1"/>
                </a:solidFill>
                <a:latin typeface="Arial" pitchFamily="34" charset="0"/>
                <a:ea typeface="+mn-ea"/>
                <a:cs typeface="Arial" pitchFamily="34" charset="0"/>
              </a:defRPr>
            </a:lvl6pPr>
            <a:lvl7pPr marL="2743200" algn="l" defTabSz="914400" rtl="0" eaLnBrk="1" latinLnBrk="0" hangingPunct="1">
              <a:defRPr sz="1100" b="1" kern="1200">
                <a:solidFill>
                  <a:schemeClr val="tx1"/>
                </a:solidFill>
                <a:latin typeface="Arial" pitchFamily="34" charset="0"/>
                <a:ea typeface="+mn-ea"/>
                <a:cs typeface="Arial" pitchFamily="34" charset="0"/>
              </a:defRPr>
            </a:lvl7pPr>
            <a:lvl8pPr marL="3200400" algn="l" defTabSz="914400" rtl="0" eaLnBrk="1" latinLnBrk="0" hangingPunct="1">
              <a:defRPr sz="1100" b="1" kern="1200">
                <a:solidFill>
                  <a:schemeClr val="tx1"/>
                </a:solidFill>
                <a:latin typeface="Arial" pitchFamily="34" charset="0"/>
                <a:ea typeface="+mn-ea"/>
                <a:cs typeface="Arial" pitchFamily="34" charset="0"/>
              </a:defRPr>
            </a:lvl8pPr>
            <a:lvl9pPr marL="3657600" algn="l" defTabSz="914400" rtl="0" eaLnBrk="1" latinLnBrk="0" hangingPunct="1">
              <a:defRPr sz="1100" b="1" kern="1200">
                <a:solidFill>
                  <a:schemeClr val="tx1"/>
                </a:solidFill>
                <a:latin typeface="Arial" pitchFamily="34" charset="0"/>
                <a:ea typeface="+mn-ea"/>
                <a:cs typeface="Arial" pitchFamily="34" charset="0"/>
              </a:defRPr>
            </a:lvl9pPr>
          </a:lstStyle>
          <a:p>
            <a:pPr algn="l">
              <a:spcBef>
                <a:spcPts val="400"/>
              </a:spcBef>
              <a:spcAft>
                <a:spcPts val="400"/>
              </a:spcAft>
            </a:pPr>
            <a:r>
              <a:rPr lang="en-US" sz="1000" b="0" dirty="0">
                <a:solidFill>
                  <a:schemeClr val="bg1"/>
                </a:solidFill>
                <a:latin typeface="Aptos" panose="020B0004020202020204" pitchFamily="34" charset="0"/>
                <a:cs typeface="Calibri Light" panose="020F0302020204030204" pitchFamily="34" charset="0"/>
              </a:rPr>
              <a:t>Replace the cover image in one of two ways.</a:t>
            </a:r>
          </a:p>
          <a:p>
            <a:pPr marL="228594" indent="-228594" algn="l">
              <a:spcBef>
                <a:spcPts val="400"/>
              </a:spcBef>
              <a:spcAft>
                <a:spcPts val="400"/>
              </a:spcAft>
              <a:buAutoNum type="arabicPeriod"/>
            </a:pPr>
            <a:r>
              <a:rPr lang="en-US" sz="1000" b="0" dirty="0">
                <a:solidFill>
                  <a:schemeClr val="bg1"/>
                </a:solidFill>
                <a:latin typeface="Aptos" panose="020B0004020202020204" pitchFamily="34" charset="0"/>
                <a:cs typeface="Calibri Light" panose="020F0302020204030204" pitchFamily="34" charset="0"/>
              </a:rPr>
              <a:t>Delete existing image, click the picture icon to navigate to a new image and ‘click’ insert.</a:t>
            </a:r>
          </a:p>
          <a:p>
            <a:pPr marL="228594" indent="-228594" algn="l">
              <a:spcBef>
                <a:spcPts val="400"/>
              </a:spcBef>
              <a:spcAft>
                <a:spcPts val="400"/>
              </a:spcAft>
              <a:buAutoNum type="arabicPeriod"/>
            </a:pPr>
            <a:r>
              <a:rPr lang="en-US" sz="1000" b="0" dirty="0">
                <a:solidFill>
                  <a:schemeClr val="bg1"/>
                </a:solidFill>
                <a:latin typeface="Aptos" panose="020B0004020202020204" pitchFamily="34" charset="0"/>
                <a:cs typeface="Calibri Light" panose="020F0302020204030204" pitchFamily="34" charset="0"/>
              </a:rPr>
              <a:t>Select the image, ‘right click’, and select Change Picture. Browse to a new image and ‘click’ Insert. </a:t>
            </a:r>
          </a:p>
          <a:p>
            <a:pPr algn="l">
              <a:spcBef>
                <a:spcPts val="400"/>
              </a:spcBef>
              <a:spcAft>
                <a:spcPts val="400"/>
              </a:spcAft>
            </a:pPr>
            <a:r>
              <a:rPr lang="en-US" sz="1000" b="0" dirty="0">
                <a:solidFill>
                  <a:schemeClr val="bg1"/>
                </a:solidFill>
                <a:latin typeface="Aptos" panose="020B0004020202020204" pitchFamily="34" charset="0"/>
                <a:cs typeface="Calibri Light" panose="020F0302020204030204" pitchFamily="34" charset="0"/>
              </a:rPr>
              <a:t>If needed, resize or reposition images within the area by using the crop tool. Select the image, go to Picture Tools &gt; Format &gt; Crop tool. Hold down the shift key to ensure the image is not stretched or distorted and then use the anchor points to resize the image.</a:t>
            </a:r>
          </a:p>
          <a:p>
            <a:pPr algn="l">
              <a:spcBef>
                <a:spcPts val="400"/>
              </a:spcBef>
              <a:spcAft>
                <a:spcPts val="400"/>
              </a:spcAft>
            </a:pPr>
            <a:r>
              <a:rPr lang="en-US" sz="1000" b="0" dirty="0">
                <a:solidFill>
                  <a:schemeClr val="bg1"/>
                </a:solidFill>
                <a:latin typeface="Aptos" panose="020B0004020202020204" pitchFamily="34" charset="0"/>
                <a:ea typeface="MS PGothic"/>
                <a:cs typeface="Calibri Light" panose="020F0302020204030204" pitchFamily="34" charset="0"/>
              </a:rPr>
              <a:t>Once the image has been inserted on this slide, make sure to right-click and choose “Send to back”.</a:t>
            </a:r>
          </a:p>
          <a:p>
            <a:pPr algn="l">
              <a:spcBef>
                <a:spcPts val="400"/>
              </a:spcBef>
              <a:spcAft>
                <a:spcPts val="400"/>
              </a:spcAft>
            </a:pPr>
            <a:r>
              <a:rPr lang="en-US" sz="1000" b="0" dirty="0">
                <a:solidFill>
                  <a:schemeClr val="bg1"/>
                </a:solidFill>
                <a:latin typeface="Aptos" panose="020B0004020202020204" pitchFamily="34" charset="0"/>
                <a:cs typeface="Calibri Light" panose="020F0302020204030204" pitchFamily="34" charset="0"/>
              </a:rPr>
              <a:t>Deloitte’s identity system and corresponding templates have been created in alignment with Web Content Accessibility Guidelines version 2.1, AA compliance level.  Based on how and where the templates may be used, each individual user is responsible for meeting local accessibility standards. Visit the </a:t>
            </a:r>
            <a:r>
              <a:rPr lang="en-US" sz="1000" b="0" dirty="0">
                <a:solidFill>
                  <a:schemeClr val="bg1"/>
                </a:solidFill>
                <a:latin typeface="Aptos" panose="020B0004020202020204" pitchFamily="34" charset="0"/>
                <a:cs typeface="Calibri Light" panose="020F0302020204030204" pitchFamily="34" charset="0"/>
                <a:hlinkClick r:id="rId4">
                  <a:extLst>
                    <a:ext uri="{A12FA001-AC4F-418D-AE19-62706E023703}">
                      <ahyp:hlinkClr xmlns:ahyp="http://schemas.microsoft.com/office/drawing/2018/hyperlinkcolor" val="tx"/>
                    </a:ext>
                  </a:extLst>
                </a:hlinkClick>
              </a:rPr>
              <a:t>accessibility page </a:t>
            </a:r>
            <a:r>
              <a:rPr lang="en-US" sz="1000" b="0" dirty="0">
                <a:solidFill>
                  <a:schemeClr val="bg1"/>
                </a:solidFill>
                <a:latin typeface="Aptos" panose="020B0004020202020204" pitchFamily="34" charset="0"/>
                <a:cs typeface="Calibri Light" panose="020F0302020204030204" pitchFamily="34" charset="0"/>
              </a:rPr>
              <a:t>on Brand Space for more information or consult with your local legal or risk teams.</a:t>
            </a:r>
          </a:p>
        </p:txBody>
      </p:sp>
      <p:pic>
        <p:nvPicPr>
          <p:cNvPr id="6" name="Picture 5" descr="Deloitte logo">
            <a:extLst>
              <a:ext uri="{FF2B5EF4-FFF2-40B4-BE49-F238E27FC236}">
                <a16:creationId xmlns:a16="http://schemas.microsoft.com/office/drawing/2014/main" id="{E8590B92-B4EB-074A-7C5B-377782EBDD4D}"/>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36576" y="-5466"/>
            <a:ext cx="2779773" cy="1308221"/>
          </a:xfrm>
          <a:prstGeom prst="rect">
            <a:avLst/>
          </a:prstGeom>
        </p:spPr>
      </p:pic>
    </p:spTree>
    <p:extLst>
      <p:ext uri="{BB962C8B-B14F-4D97-AF65-F5344CB8AC3E}">
        <p14:creationId xmlns:p14="http://schemas.microsoft.com/office/powerpoint/2010/main" val="1594045379"/>
      </p:ext>
    </p:extLst>
  </p:cSld>
  <p:clrMapOvr>
    <a:masterClrMapping/>
  </p:clrMapOvr>
  <p:transition>
    <p:fade/>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Tables and structured text</a:t>
            </a:r>
          </a:p>
        </p:txBody>
      </p:sp>
    </p:spTree>
    <p:extLst>
      <p:ext uri="{BB962C8B-B14F-4D97-AF65-F5344CB8AC3E}">
        <p14:creationId xmlns:p14="http://schemas.microsoft.com/office/powerpoint/2010/main" val="1355440607"/>
      </p:ext>
    </p:extLst>
  </p:cSld>
  <p:clrMapOvr>
    <a:masterClrMapping/>
  </p:clrMapOvr>
  <p:transition>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9" name="Straight Connector 28">
            <a:extLst>
              <a:ext uri="{FF2B5EF4-FFF2-40B4-BE49-F238E27FC236}">
                <a16:creationId xmlns:a16="http://schemas.microsoft.com/office/drawing/2014/main" id="{09E553D9-3562-45A7-BE4B-0F12FAA0490F}"/>
              </a:ext>
            </a:extLst>
          </p:cNvPr>
          <p:cNvCxnSpPr>
            <a:cxnSpLocks/>
          </p:cNvCxnSpPr>
          <p:nvPr/>
        </p:nvCxnSpPr>
        <p:spPr>
          <a:xfrm>
            <a:off x="744902" y="1873346"/>
            <a:ext cx="0" cy="3626029"/>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A735D38-741F-4EFB-826C-6F87FD459AB4}"/>
              </a:ext>
            </a:extLst>
          </p:cNvPr>
          <p:cNvCxnSpPr/>
          <p:nvPr/>
        </p:nvCxnSpPr>
        <p:spPr>
          <a:xfrm>
            <a:off x="744904" y="2319673"/>
            <a:ext cx="505303"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EBCFE36B-AE16-49E8-90A6-6621A0EB0473}"/>
              </a:ext>
            </a:extLst>
          </p:cNvPr>
          <p:cNvCxnSpPr/>
          <p:nvPr/>
        </p:nvCxnSpPr>
        <p:spPr>
          <a:xfrm>
            <a:off x="744904" y="3995003"/>
            <a:ext cx="505303"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2697F6E2-C26B-4E5F-B7F9-95C6E9325040}"/>
              </a:ext>
            </a:extLst>
          </p:cNvPr>
          <p:cNvCxnSpPr/>
          <p:nvPr/>
        </p:nvCxnSpPr>
        <p:spPr>
          <a:xfrm>
            <a:off x="744904" y="5502842"/>
            <a:ext cx="505303"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F52C0ACD-0D98-4DE6-9146-54BD5195D6AF}"/>
              </a:ext>
            </a:extLst>
          </p:cNvPr>
          <p:cNvSpPr>
            <a:spLocks noGrp="1"/>
          </p:cNvSpPr>
          <p:nvPr>
            <p:ph type="title"/>
          </p:nvPr>
        </p:nvSpPr>
        <p:spPr/>
        <p:txBody>
          <a:bodyPr/>
          <a:lstStyle/>
          <a:p>
            <a:r>
              <a:rPr lang="en-US" dirty="0"/>
              <a:t>Outline</a:t>
            </a:r>
          </a:p>
        </p:txBody>
      </p:sp>
      <p:sp>
        <p:nvSpPr>
          <p:cNvPr id="19" name="Rectangle 18">
            <a:extLst>
              <a:ext uri="{FF2B5EF4-FFF2-40B4-BE49-F238E27FC236}">
                <a16:creationId xmlns:a16="http://schemas.microsoft.com/office/drawing/2014/main" id="{A83E7845-F5A4-435F-A034-85FE37A0D924}"/>
              </a:ext>
            </a:extLst>
          </p:cNvPr>
          <p:cNvSpPr/>
          <p:nvPr/>
        </p:nvSpPr>
        <p:spPr>
          <a:xfrm>
            <a:off x="1664841" y="4876802"/>
            <a:ext cx="7869685" cy="1314448"/>
          </a:xfrm>
          <a:prstGeom prst="rect">
            <a:avLst/>
          </a:prstGeom>
          <a:ln w="12700">
            <a:solidFill>
              <a:schemeClr val="accent4"/>
            </a:solidFill>
          </a:ln>
        </p:spPr>
        <p:txBody>
          <a:bodyPr wrap="square" lIns="131625" tIns="43875" rIns="58500" bIns="43875" anchor="ctr">
            <a:noAutofit/>
          </a:bodyPr>
          <a:lstStyle/>
          <a:p>
            <a:pPr lvl="0">
              <a:lnSpc>
                <a:spcPct val="110000"/>
              </a:lnSpc>
            </a:pPr>
            <a:r>
              <a:rPr lang="en-IE" sz="1200" b="1" dirty="0">
                <a:solidFill>
                  <a:prstClr val="black"/>
                </a:solidFill>
                <a:latin typeface="Aptos" panose="020B0004020202020204" pitchFamily="34" charset="0"/>
                <a:ea typeface="Open Sans Semibold" panose="020B0706030804020204" pitchFamily="34" charset="0"/>
                <a:cs typeface="Calibri" panose="020F0502020204030204" pitchFamily="34" charset="0"/>
              </a:rPr>
              <a:t>Lorem ipsum </a:t>
            </a:r>
          </a:p>
          <a:p>
            <a:pPr lvl="0">
              <a:lnSpc>
                <a:spcPct val="110000"/>
              </a:lnSpc>
            </a:pPr>
            <a:r>
              <a:rPr lang="en-IE" sz="1200" dirty="0">
                <a:solidFill>
                  <a:prstClr val="black"/>
                </a:solidFill>
                <a:latin typeface="Aptos" panose="020B0004020202020204" pitchFamily="34" charset="0"/>
                <a:ea typeface="Open Sans Light" panose="020B0306030504020204" pitchFamily="34" charset="0"/>
                <a:cs typeface="Open Sans Light" panose="020B0306030504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 This is dummy text it is not here to be read. The is just text to show where you could insert text. </a:t>
            </a:r>
          </a:p>
        </p:txBody>
      </p:sp>
      <p:sp>
        <p:nvSpPr>
          <p:cNvPr id="20" name="Oval 19">
            <a:extLst>
              <a:ext uri="{FF2B5EF4-FFF2-40B4-BE49-F238E27FC236}">
                <a16:creationId xmlns:a16="http://schemas.microsoft.com/office/drawing/2014/main" id="{A6783977-F4C9-4789-B6EB-03F2478728D2}"/>
              </a:ext>
            </a:extLst>
          </p:cNvPr>
          <p:cNvSpPr/>
          <p:nvPr/>
        </p:nvSpPr>
        <p:spPr bwMode="gray">
          <a:xfrm>
            <a:off x="1050180" y="5276490"/>
            <a:ext cx="445770" cy="445770"/>
          </a:xfrm>
          <a:prstGeom prst="ellipse">
            <a:avLst/>
          </a:prstGeom>
          <a:solidFill>
            <a:schemeClr val="accent4"/>
          </a:solidFill>
          <a:ln w="19050" algn="ctr">
            <a:noFill/>
            <a:miter lim="800000"/>
            <a:headEnd/>
            <a:tailEnd/>
          </a:ln>
        </p:spPr>
        <p:txBody>
          <a:bodyPr wrap="square" lIns="0" tIns="0" rIns="0" bIns="0" rtlCol="0" anchor="ctr"/>
          <a:lstStyle/>
          <a:p>
            <a:pPr algn="ctr" defTabSz="742969">
              <a:defRPr/>
            </a:pPr>
            <a:r>
              <a:rPr lang="en-IE" sz="1200" b="1" dirty="0">
                <a:solidFill>
                  <a:prstClr val="white"/>
                </a:solidFill>
                <a:latin typeface="Aptos" panose="020B0004020202020204" pitchFamily="34" charset="0"/>
                <a:ea typeface="Open Sans Semibold" panose="020B0706030804020204" pitchFamily="34" charset="0"/>
                <a:cs typeface="Open Sans Semibold" panose="020B0706030804020204" pitchFamily="34" charset="0"/>
              </a:rPr>
              <a:t>03</a:t>
            </a:r>
          </a:p>
        </p:txBody>
      </p:sp>
      <p:sp>
        <p:nvSpPr>
          <p:cNvPr id="24" name="Oval 23">
            <a:extLst>
              <a:ext uri="{FF2B5EF4-FFF2-40B4-BE49-F238E27FC236}">
                <a16:creationId xmlns:a16="http://schemas.microsoft.com/office/drawing/2014/main" id="{4F0DE697-EE87-4D12-9875-D2453715F08D}"/>
              </a:ext>
            </a:extLst>
          </p:cNvPr>
          <p:cNvSpPr/>
          <p:nvPr/>
        </p:nvSpPr>
        <p:spPr bwMode="gray">
          <a:xfrm>
            <a:off x="1050180" y="2105889"/>
            <a:ext cx="445770" cy="445770"/>
          </a:xfrm>
          <a:prstGeom prst="ellipse">
            <a:avLst/>
          </a:prstGeom>
          <a:solidFill>
            <a:schemeClr val="accent2"/>
          </a:solidFill>
          <a:ln w="19050" algn="ctr">
            <a:noFill/>
            <a:miter lim="800000"/>
            <a:headEnd/>
            <a:tailEnd/>
          </a:ln>
        </p:spPr>
        <p:txBody>
          <a:bodyPr wrap="square" lIns="0" tIns="0" rIns="0" bIns="0" rtlCol="0" anchor="ctr"/>
          <a:lstStyle/>
          <a:p>
            <a:pPr algn="ctr" defTabSz="742969">
              <a:defRPr/>
            </a:pPr>
            <a:r>
              <a:rPr lang="en-IE" sz="1200" b="1" dirty="0">
                <a:latin typeface="Aptos" panose="020B0004020202020204" pitchFamily="34" charset="0"/>
                <a:ea typeface="Open Sans Semibold" panose="020B0706030804020204" pitchFamily="34" charset="0"/>
                <a:cs typeface="Open Sans Semibold" panose="020B0706030804020204" pitchFamily="34" charset="0"/>
              </a:rPr>
              <a:t>01</a:t>
            </a:r>
          </a:p>
        </p:txBody>
      </p:sp>
      <p:grpSp>
        <p:nvGrpSpPr>
          <p:cNvPr id="25" name="Group 360">
            <a:extLst>
              <a:ext uri="{FF2B5EF4-FFF2-40B4-BE49-F238E27FC236}">
                <a16:creationId xmlns:a16="http://schemas.microsoft.com/office/drawing/2014/main" id="{7B424503-728B-4986-8C7A-8D08147061B7}"/>
              </a:ext>
            </a:extLst>
          </p:cNvPr>
          <p:cNvGrpSpPr>
            <a:grpSpLocks/>
          </p:cNvGrpSpPr>
          <p:nvPr/>
        </p:nvGrpSpPr>
        <p:grpSpPr bwMode="auto">
          <a:xfrm>
            <a:off x="502804" y="1355624"/>
            <a:ext cx="520065" cy="520065"/>
            <a:chOff x="1935" y="1199"/>
            <a:chExt cx="341" cy="340"/>
          </a:xfrm>
          <a:solidFill>
            <a:schemeClr val="accent1"/>
          </a:solidFill>
        </p:grpSpPr>
        <p:sp>
          <p:nvSpPr>
            <p:cNvPr id="26" name="Freeform 361">
              <a:extLst>
                <a:ext uri="{FF2B5EF4-FFF2-40B4-BE49-F238E27FC236}">
                  <a16:creationId xmlns:a16="http://schemas.microsoft.com/office/drawing/2014/main" id="{0F846FC7-9C27-471C-904D-89B1E2A18DE0}"/>
                </a:ext>
              </a:extLst>
            </p:cNvPr>
            <p:cNvSpPr>
              <a:spLocks noEditPoints="1"/>
            </p:cNvSpPr>
            <p:nvPr/>
          </p:nvSpPr>
          <p:spPr bwMode="auto">
            <a:xfrm>
              <a:off x="1998" y="1263"/>
              <a:ext cx="214" cy="206"/>
            </a:xfrm>
            <a:custGeom>
              <a:avLst/>
              <a:gdLst>
                <a:gd name="T0" fmla="*/ 257 w 321"/>
                <a:gd name="T1" fmla="*/ 309 h 310"/>
                <a:gd name="T2" fmla="*/ 251 w 321"/>
                <a:gd name="T3" fmla="*/ 308 h 310"/>
                <a:gd name="T4" fmla="*/ 161 w 321"/>
                <a:gd name="T5" fmla="*/ 257 h 310"/>
                <a:gd name="T6" fmla="*/ 70 w 321"/>
                <a:gd name="T7" fmla="*/ 308 h 310"/>
                <a:gd name="T8" fmla="*/ 58 w 321"/>
                <a:gd name="T9" fmla="*/ 307 h 310"/>
                <a:gd name="T10" fmla="*/ 54 w 321"/>
                <a:gd name="T11" fmla="*/ 296 h 310"/>
                <a:gd name="T12" fmla="*/ 74 w 321"/>
                <a:gd name="T13" fmla="*/ 195 h 310"/>
                <a:gd name="T14" fmla="*/ 4 w 321"/>
                <a:gd name="T15" fmla="*/ 125 h 310"/>
                <a:gd name="T16" fmla="*/ 1 w 321"/>
                <a:gd name="T17" fmla="*/ 113 h 310"/>
                <a:gd name="T18" fmla="*/ 10 w 321"/>
                <a:gd name="T19" fmla="*/ 106 h 310"/>
                <a:gd name="T20" fmla="*/ 111 w 321"/>
                <a:gd name="T21" fmla="*/ 96 h 310"/>
                <a:gd name="T22" fmla="*/ 151 w 321"/>
                <a:gd name="T23" fmla="*/ 6 h 310"/>
                <a:gd name="T24" fmla="*/ 161 w 321"/>
                <a:gd name="T25" fmla="*/ 0 h 310"/>
                <a:gd name="T26" fmla="*/ 170 w 321"/>
                <a:gd name="T27" fmla="*/ 6 h 310"/>
                <a:gd name="T28" fmla="*/ 211 w 321"/>
                <a:gd name="T29" fmla="*/ 96 h 310"/>
                <a:gd name="T30" fmla="*/ 311 w 321"/>
                <a:gd name="T31" fmla="*/ 106 h 310"/>
                <a:gd name="T32" fmla="*/ 320 w 321"/>
                <a:gd name="T33" fmla="*/ 113 h 310"/>
                <a:gd name="T34" fmla="*/ 318 w 321"/>
                <a:gd name="T35" fmla="*/ 125 h 310"/>
                <a:gd name="T36" fmla="*/ 247 w 321"/>
                <a:gd name="T37" fmla="*/ 195 h 310"/>
                <a:gd name="T38" fmla="*/ 267 w 321"/>
                <a:gd name="T39" fmla="*/ 296 h 310"/>
                <a:gd name="T40" fmla="*/ 263 w 321"/>
                <a:gd name="T41" fmla="*/ 307 h 310"/>
                <a:gd name="T42" fmla="*/ 257 w 321"/>
                <a:gd name="T43" fmla="*/ 309 h 310"/>
                <a:gd name="T44" fmla="*/ 161 w 321"/>
                <a:gd name="T45" fmla="*/ 234 h 310"/>
                <a:gd name="T46" fmla="*/ 166 w 321"/>
                <a:gd name="T47" fmla="*/ 236 h 310"/>
                <a:gd name="T48" fmla="*/ 242 w 321"/>
                <a:gd name="T49" fmla="*/ 278 h 310"/>
                <a:gd name="T50" fmla="*/ 225 w 321"/>
                <a:gd name="T51" fmla="*/ 194 h 310"/>
                <a:gd name="T52" fmla="*/ 228 w 321"/>
                <a:gd name="T53" fmla="*/ 184 h 310"/>
                <a:gd name="T54" fmla="*/ 287 w 321"/>
                <a:gd name="T55" fmla="*/ 125 h 310"/>
                <a:gd name="T56" fmla="*/ 202 w 321"/>
                <a:gd name="T57" fmla="*/ 117 h 310"/>
                <a:gd name="T58" fmla="*/ 194 w 321"/>
                <a:gd name="T59" fmla="*/ 111 h 310"/>
                <a:gd name="T60" fmla="*/ 161 w 321"/>
                <a:gd name="T61" fmla="*/ 37 h 310"/>
                <a:gd name="T62" fmla="*/ 128 w 321"/>
                <a:gd name="T63" fmla="*/ 111 h 310"/>
                <a:gd name="T64" fmla="*/ 119 w 321"/>
                <a:gd name="T65" fmla="*/ 117 h 310"/>
                <a:gd name="T66" fmla="*/ 35 w 321"/>
                <a:gd name="T67" fmla="*/ 125 h 310"/>
                <a:gd name="T68" fmla="*/ 94 w 321"/>
                <a:gd name="T69" fmla="*/ 184 h 310"/>
                <a:gd name="T70" fmla="*/ 96 w 321"/>
                <a:gd name="T71" fmla="*/ 194 h 310"/>
                <a:gd name="T72" fmla="*/ 80 w 321"/>
                <a:gd name="T73" fmla="*/ 278 h 310"/>
                <a:gd name="T74" fmla="*/ 155 w 321"/>
                <a:gd name="T75" fmla="*/ 236 h 310"/>
                <a:gd name="T76" fmla="*/ 161 w 321"/>
                <a:gd name="T77" fmla="*/ 23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1" h="310">
                  <a:moveTo>
                    <a:pt x="257" y="309"/>
                  </a:moveTo>
                  <a:cubicBezTo>
                    <a:pt x="255" y="309"/>
                    <a:pt x="253" y="309"/>
                    <a:pt x="251" y="308"/>
                  </a:cubicBezTo>
                  <a:cubicBezTo>
                    <a:pt x="161" y="257"/>
                    <a:pt x="161" y="257"/>
                    <a:pt x="161" y="257"/>
                  </a:cubicBezTo>
                  <a:cubicBezTo>
                    <a:pt x="70" y="308"/>
                    <a:pt x="70" y="308"/>
                    <a:pt x="70" y="308"/>
                  </a:cubicBezTo>
                  <a:cubicBezTo>
                    <a:pt x="66" y="310"/>
                    <a:pt x="62" y="309"/>
                    <a:pt x="58" y="307"/>
                  </a:cubicBezTo>
                  <a:cubicBezTo>
                    <a:pt x="55" y="305"/>
                    <a:pt x="53" y="300"/>
                    <a:pt x="54" y="296"/>
                  </a:cubicBezTo>
                  <a:cubicBezTo>
                    <a:pt x="74" y="195"/>
                    <a:pt x="74" y="195"/>
                    <a:pt x="74" y="195"/>
                  </a:cubicBezTo>
                  <a:cubicBezTo>
                    <a:pt x="4" y="125"/>
                    <a:pt x="4" y="125"/>
                    <a:pt x="4" y="125"/>
                  </a:cubicBezTo>
                  <a:cubicBezTo>
                    <a:pt x="1" y="122"/>
                    <a:pt x="0" y="117"/>
                    <a:pt x="1" y="113"/>
                  </a:cubicBezTo>
                  <a:cubicBezTo>
                    <a:pt x="3" y="110"/>
                    <a:pt x="6" y="107"/>
                    <a:pt x="10" y="106"/>
                  </a:cubicBezTo>
                  <a:cubicBezTo>
                    <a:pt x="111" y="96"/>
                    <a:pt x="111" y="96"/>
                    <a:pt x="111" y="96"/>
                  </a:cubicBezTo>
                  <a:cubicBezTo>
                    <a:pt x="151" y="6"/>
                    <a:pt x="151" y="6"/>
                    <a:pt x="151" y="6"/>
                  </a:cubicBezTo>
                  <a:cubicBezTo>
                    <a:pt x="153" y="2"/>
                    <a:pt x="156" y="0"/>
                    <a:pt x="161" y="0"/>
                  </a:cubicBezTo>
                  <a:cubicBezTo>
                    <a:pt x="165" y="0"/>
                    <a:pt x="169" y="2"/>
                    <a:pt x="170" y="6"/>
                  </a:cubicBezTo>
                  <a:cubicBezTo>
                    <a:pt x="211" y="96"/>
                    <a:pt x="211" y="96"/>
                    <a:pt x="211" y="96"/>
                  </a:cubicBezTo>
                  <a:cubicBezTo>
                    <a:pt x="311" y="106"/>
                    <a:pt x="311" y="106"/>
                    <a:pt x="311" y="106"/>
                  </a:cubicBezTo>
                  <a:cubicBezTo>
                    <a:pt x="315" y="107"/>
                    <a:pt x="319" y="110"/>
                    <a:pt x="320" y="113"/>
                  </a:cubicBezTo>
                  <a:cubicBezTo>
                    <a:pt x="321" y="117"/>
                    <a:pt x="320" y="122"/>
                    <a:pt x="318" y="125"/>
                  </a:cubicBezTo>
                  <a:cubicBezTo>
                    <a:pt x="247" y="195"/>
                    <a:pt x="247" y="195"/>
                    <a:pt x="247" y="195"/>
                  </a:cubicBezTo>
                  <a:cubicBezTo>
                    <a:pt x="267" y="296"/>
                    <a:pt x="267" y="296"/>
                    <a:pt x="267" y="296"/>
                  </a:cubicBezTo>
                  <a:cubicBezTo>
                    <a:pt x="268" y="300"/>
                    <a:pt x="266" y="305"/>
                    <a:pt x="263" y="307"/>
                  </a:cubicBezTo>
                  <a:cubicBezTo>
                    <a:pt x="261" y="308"/>
                    <a:pt x="259" y="309"/>
                    <a:pt x="257" y="309"/>
                  </a:cubicBezTo>
                  <a:close/>
                  <a:moveTo>
                    <a:pt x="161" y="234"/>
                  </a:moveTo>
                  <a:cubicBezTo>
                    <a:pt x="162" y="234"/>
                    <a:pt x="164" y="235"/>
                    <a:pt x="166" y="236"/>
                  </a:cubicBezTo>
                  <a:cubicBezTo>
                    <a:pt x="242" y="278"/>
                    <a:pt x="242" y="278"/>
                    <a:pt x="242" y="278"/>
                  </a:cubicBezTo>
                  <a:cubicBezTo>
                    <a:pt x="225" y="194"/>
                    <a:pt x="225" y="194"/>
                    <a:pt x="225" y="194"/>
                  </a:cubicBezTo>
                  <a:cubicBezTo>
                    <a:pt x="224" y="190"/>
                    <a:pt x="225" y="187"/>
                    <a:pt x="228" y="184"/>
                  </a:cubicBezTo>
                  <a:cubicBezTo>
                    <a:pt x="287" y="125"/>
                    <a:pt x="287" y="125"/>
                    <a:pt x="287" y="125"/>
                  </a:cubicBezTo>
                  <a:cubicBezTo>
                    <a:pt x="202" y="117"/>
                    <a:pt x="202" y="117"/>
                    <a:pt x="202" y="117"/>
                  </a:cubicBezTo>
                  <a:cubicBezTo>
                    <a:pt x="198" y="117"/>
                    <a:pt x="195" y="114"/>
                    <a:pt x="194" y="111"/>
                  </a:cubicBezTo>
                  <a:cubicBezTo>
                    <a:pt x="161" y="37"/>
                    <a:pt x="161" y="37"/>
                    <a:pt x="161" y="37"/>
                  </a:cubicBezTo>
                  <a:cubicBezTo>
                    <a:pt x="128" y="111"/>
                    <a:pt x="128" y="111"/>
                    <a:pt x="128" y="111"/>
                  </a:cubicBezTo>
                  <a:cubicBezTo>
                    <a:pt x="126" y="114"/>
                    <a:pt x="123" y="117"/>
                    <a:pt x="119" y="117"/>
                  </a:cubicBezTo>
                  <a:cubicBezTo>
                    <a:pt x="35" y="125"/>
                    <a:pt x="35" y="125"/>
                    <a:pt x="35" y="125"/>
                  </a:cubicBezTo>
                  <a:cubicBezTo>
                    <a:pt x="94" y="184"/>
                    <a:pt x="94" y="184"/>
                    <a:pt x="94" y="184"/>
                  </a:cubicBezTo>
                  <a:cubicBezTo>
                    <a:pt x="96" y="187"/>
                    <a:pt x="97" y="190"/>
                    <a:pt x="96" y="194"/>
                  </a:cubicBezTo>
                  <a:cubicBezTo>
                    <a:pt x="80" y="278"/>
                    <a:pt x="80" y="278"/>
                    <a:pt x="80" y="278"/>
                  </a:cubicBezTo>
                  <a:cubicBezTo>
                    <a:pt x="155" y="236"/>
                    <a:pt x="155" y="236"/>
                    <a:pt x="155" y="236"/>
                  </a:cubicBezTo>
                  <a:cubicBezTo>
                    <a:pt x="157" y="235"/>
                    <a:pt x="159" y="234"/>
                    <a:pt x="161" y="2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94" dirty="0">
                <a:solidFill>
                  <a:prstClr val="black"/>
                </a:solidFill>
                <a:latin typeface="Calibri Light"/>
              </a:endParaRPr>
            </a:p>
          </p:txBody>
        </p:sp>
        <p:sp>
          <p:nvSpPr>
            <p:cNvPr id="27" name="Freeform 362">
              <a:extLst>
                <a:ext uri="{FF2B5EF4-FFF2-40B4-BE49-F238E27FC236}">
                  <a16:creationId xmlns:a16="http://schemas.microsoft.com/office/drawing/2014/main" id="{438EB8D5-E794-49A3-96B0-835483DB8565}"/>
                </a:ext>
              </a:extLst>
            </p:cNvPr>
            <p:cNvSpPr>
              <a:spLocks noEditPoints="1"/>
            </p:cNvSpPr>
            <p:nvPr/>
          </p:nvSpPr>
          <p:spPr bwMode="auto">
            <a:xfrm>
              <a:off x="1935" y="1199"/>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94" dirty="0">
                <a:solidFill>
                  <a:prstClr val="black"/>
                </a:solidFill>
                <a:latin typeface="Calibri Light"/>
              </a:endParaRPr>
            </a:p>
          </p:txBody>
        </p:sp>
      </p:grpSp>
      <p:sp>
        <p:nvSpPr>
          <p:cNvPr id="28" name="Rectangle 27">
            <a:extLst>
              <a:ext uri="{FF2B5EF4-FFF2-40B4-BE49-F238E27FC236}">
                <a16:creationId xmlns:a16="http://schemas.microsoft.com/office/drawing/2014/main" id="{9B9B23AA-050D-4543-80A0-873FE31AFFF7}"/>
              </a:ext>
            </a:extLst>
          </p:cNvPr>
          <p:cNvSpPr/>
          <p:nvPr/>
        </p:nvSpPr>
        <p:spPr>
          <a:xfrm>
            <a:off x="1250207" y="1431710"/>
            <a:ext cx="4670685" cy="193002"/>
          </a:xfrm>
          <a:prstGeom prst="rect">
            <a:avLst/>
          </a:prstGeom>
        </p:spPr>
        <p:txBody>
          <a:bodyPr wrap="square" lIns="0" tIns="0" rIns="0" bIns="0">
            <a:spAutoFit/>
          </a:bodyPr>
          <a:lstStyle/>
          <a:p>
            <a:pPr lvl="0">
              <a:lnSpc>
                <a:spcPct val="110000"/>
              </a:lnSpc>
            </a:pPr>
            <a:r>
              <a:rPr lang="en-IE" sz="1200" b="1" dirty="0">
                <a:solidFill>
                  <a:prstClr val="black"/>
                </a:solidFill>
                <a:latin typeface="Calibri" panose="020F0502020204030204" pitchFamily="34" charset="0"/>
                <a:ea typeface="Open Sans Semibold" panose="020B0706030804020204" pitchFamily="34" charset="0"/>
                <a:cs typeface="Calibri" panose="020F0502020204030204" pitchFamily="34" charset="0"/>
              </a:rPr>
              <a:t>Lorem ipsum </a:t>
            </a:r>
          </a:p>
        </p:txBody>
      </p:sp>
      <p:sp>
        <p:nvSpPr>
          <p:cNvPr id="4" name="Rectangle 3">
            <a:extLst>
              <a:ext uri="{FF2B5EF4-FFF2-40B4-BE49-F238E27FC236}">
                <a16:creationId xmlns:a16="http://schemas.microsoft.com/office/drawing/2014/main" id="{21718587-33E5-DC06-8861-08FFDF366550}"/>
              </a:ext>
            </a:extLst>
          </p:cNvPr>
          <p:cNvSpPr/>
          <p:nvPr/>
        </p:nvSpPr>
        <p:spPr>
          <a:xfrm>
            <a:off x="1655315" y="1714500"/>
            <a:ext cx="7869685" cy="1314448"/>
          </a:xfrm>
          <a:prstGeom prst="rect">
            <a:avLst/>
          </a:prstGeom>
          <a:ln w="12700">
            <a:solidFill>
              <a:schemeClr val="accent4"/>
            </a:solidFill>
          </a:ln>
        </p:spPr>
        <p:txBody>
          <a:bodyPr wrap="square" lIns="131625" tIns="43875" rIns="58500" bIns="43875" anchor="ctr">
            <a:noAutofit/>
          </a:bodyPr>
          <a:lstStyle/>
          <a:p>
            <a:pPr lvl="0">
              <a:lnSpc>
                <a:spcPct val="110000"/>
              </a:lnSpc>
            </a:pPr>
            <a:r>
              <a:rPr lang="en-IE" sz="1200" b="1" dirty="0">
                <a:solidFill>
                  <a:prstClr val="black"/>
                </a:solidFill>
                <a:latin typeface="Aptos" panose="020B0004020202020204" pitchFamily="34" charset="0"/>
                <a:ea typeface="Open Sans Semibold" panose="020B0706030804020204" pitchFamily="34" charset="0"/>
                <a:cs typeface="Calibri" panose="020F0502020204030204" pitchFamily="34" charset="0"/>
              </a:rPr>
              <a:t>Lorem ipsum </a:t>
            </a:r>
          </a:p>
          <a:p>
            <a:pPr lvl="0">
              <a:lnSpc>
                <a:spcPct val="110000"/>
              </a:lnSpc>
            </a:pPr>
            <a:r>
              <a:rPr lang="en-IE" sz="1200" dirty="0">
                <a:solidFill>
                  <a:prstClr val="black"/>
                </a:solidFill>
                <a:latin typeface="Aptos" panose="020B0004020202020204" pitchFamily="34" charset="0"/>
                <a:ea typeface="Open Sans Light" panose="020B0306030504020204" pitchFamily="34" charset="0"/>
                <a:cs typeface="Open Sans Light" panose="020B0306030504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 This is dummy text it is not here to be read. The is just text to show where you could insert text. </a:t>
            </a:r>
          </a:p>
        </p:txBody>
      </p:sp>
      <p:sp>
        <p:nvSpPr>
          <p:cNvPr id="5" name="Rectangle 4">
            <a:extLst>
              <a:ext uri="{FF2B5EF4-FFF2-40B4-BE49-F238E27FC236}">
                <a16:creationId xmlns:a16="http://schemas.microsoft.com/office/drawing/2014/main" id="{CEF75BEE-3100-1A2F-9C3F-BEEAD8C87704}"/>
              </a:ext>
            </a:extLst>
          </p:cNvPr>
          <p:cNvSpPr/>
          <p:nvPr/>
        </p:nvSpPr>
        <p:spPr>
          <a:xfrm>
            <a:off x="1664841" y="3295651"/>
            <a:ext cx="7869685" cy="1314448"/>
          </a:xfrm>
          <a:prstGeom prst="rect">
            <a:avLst/>
          </a:prstGeom>
          <a:ln w="12700">
            <a:solidFill>
              <a:schemeClr val="accent4"/>
            </a:solidFill>
          </a:ln>
        </p:spPr>
        <p:txBody>
          <a:bodyPr wrap="square" lIns="131625" tIns="43875" rIns="58500" bIns="43875" anchor="ctr">
            <a:noAutofit/>
          </a:bodyPr>
          <a:lstStyle/>
          <a:p>
            <a:pPr lvl="0">
              <a:lnSpc>
                <a:spcPct val="110000"/>
              </a:lnSpc>
            </a:pPr>
            <a:r>
              <a:rPr lang="en-IE" sz="1200" b="1" dirty="0">
                <a:solidFill>
                  <a:prstClr val="black"/>
                </a:solidFill>
                <a:latin typeface="Aptos" panose="020B0004020202020204" pitchFamily="34" charset="0"/>
                <a:ea typeface="Open Sans Semibold" panose="020B0706030804020204" pitchFamily="34" charset="0"/>
                <a:cs typeface="Calibri" panose="020F0502020204030204" pitchFamily="34" charset="0"/>
              </a:rPr>
              <a:t>Lorem ipsum </a:t>
            </a:r>
          </a:p>
          <a:p>
            <a:pPr lvl="0">
              <a:lnSpc>
                <a:spcPct val="110000"/>
              </a:lnSpc>
            </a:pPr>
            <a:r>
              <a:rPr lang="en-IE" sz="1200" dirty="0">
                <a:solidFill>
                  <a:prstClr val="black"/>
                </a:solidFill>
                <a:latin typeface="Aptos" panose="020B0004020202020204" pitchFamily="34" charset="0"/>
                <a:ea typeface="Open Sans Light" panose="020B0306030504020204" pitchFamily="34" charset="0"/>
                <a:cs typeface="Open Sans Light" panose="020B0306030504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 This is dummy text it is not here to be read. The is just text to show where you could insert text. </a:t>
            </a:r>
          </a:p>
        </p:txBody>
      </p:sp>
      <p:sp>
        <p:nvSpPr>
          <p:cNvPr id="22" name="Oval 21">
            <a:extLst>
              <a:ext uri="{FF2B5EF4-FFF2-40B4-BE49-F238E27FC236}">
                <a16:creationId xmlns:a16="http://schemas.microsoft.com/office/drawing/2014/main" id="{7BB796F0-2DE6-45B1-851B-D8991F423CF4}"/>
              </a:ext>
            </a:extLst>
          </p:cNvPr>
          <p:cNvSpPr/>
          <p:nvPr/>
        </p:nvSpPr>
        <p:spPr bwMode="gray">
          <a:xfrm>
            <a:off x="1050180" y="3740854"/>
            <a:ext cx="445770" cy="445770"/>
          </a:xfrm>
          <a:prstGeom prst="ellipse">
            <a:avLst/>
          </a:prstGeom>
          <a:solidFill>
            <a:schemeClr val="accent3"/>
          </a:solidFill>
          <a:ln w="19050" algn="ctr">
            <a:noFill/>
            <a:miter lim="800000"/>
            <a:headEnd/>
            <a:tailEnd/>
          </a:ln>
        </p:spPr>
        <p:txBody>
          <a:bodyPr wrap="square" lIns="0" tIns="0" rIns="0" bIns="0" rtlCol="0" anchor="ctr"/>
          <a:lstStyle/>
          <a:p>
            <a:pPr algn="ctr" defTabSz="742969">
              <a:defRPr/>
            </a:pPr>
            <a:r>
              <a:rPr lang="en-IE" sz="1200" b="1" dirty="0">
                <a:solidFill>
                  <a:prstClr val="white"/>
                </a:solidFill>
                <a:latin typeface="Aptos" panose="020B0004020202020204" pitchFamily="34" charset="0"/>
                <a:ea typeface="Open Sans Semibold" panose="020B0706030804020204" pitchFamily="34" charset="0"/>
                <a:cs typeface="Open Sans Semibold" panose="020B0706030804020204" pitchFamily="34" charset="0"/>
              </a:rPr>
              <a:t>02</a:t>
            </a:r>
          </a:p>
        </p:txBody>
      </p:sp>
    </p:spTree>
    <p:extLst>
      <p:ext uri="{BB962C8B-B14F-4D97-AF65-F5344CB8AC3E}">
        <p14:creationId xmlns:p14="http://schemas.microsoft.com/office/powerpoint/2010/main" val="3102866459"/>
      </p:ext>
    </p:extLst>
  </p:cSld>
  <p:clrMapOvr>
    <a:masterClrMapping/>
  </p:clrMapOvr>
  <p:transition>
    <p:fade/>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D62DCEF-3D8C-4E29-8B65-84F7EBF133D8}"/>
              </a:ext>
            </a:extLst>
          </p:cNvPr>
          <p:cNvSpPr>
            <a:spLocks noGrp="1"/>
          </p:cNvSpPr>
          <p:nvPr>
            <p:ph type="title"/>
          </p:nvPr>
        </p:nvSpPr>
        <p:spPr/>
        <p:txBody>
          <a:bodyPr/>
          <a:lstStyle/>
          <a:p>
            <a:r>
              <a:rPr lang="en-US" dirty="0"/>
              <a:t>Progressive</a:t>
            </a:r>
          </a:p>
        </p:txBody>
      </p:sp>
      <p:grpSp>
        <p:nvGrpSpPr>
          <p:cNvPr id="27" name="Group 26">
            <a:extLst>
              <a:ext uri="{FF2B5EF4-FFF2-40B4-BE49-F238E27FC236}">
                <a16:creationId xmlns:a16="http://schemas.microsoft.com/office/drawing/2014/main" id="{BA1032FA-D947-4213-ACB8-C2D7BE22E2DA}"/>
              </a:ext>
            </a:extLst>
          </p:cNvPr>
          <p:cNvGrpSpPr/>
          <p:nvPr/>
        </p:nvGrpSpPr>
        <p:grpSpPr>
          <a:xfrm>
            <a:off x="410334" y="1935058"/>
            <a:ext cx="9124192" cy="3464513"/>
            <a:chOff x="417000" y="1424552"/>
            <a:chExt cx="9081001" cy="4906622"/>
          </a:xfrm>
        </p:grpSpPr>
        <p:cxnSp>
          <p:nvCxnSpPr>
            <p:cNvPr id="16" name="直線矢印コネクタ 21">
              <a:extLst>
                <a:ext uri="{FF2B5EF4-FFF2-40B4-BE49-F238E27FC236}">
                  <a16:creationId xmlns:a16="http://schemas.microsoft.com/office/drawing/2014/main" id="{5FF4722E-0845-4B81-952D-053A1FE8C2C8}"/>
                </a:ext>
              </a:extLst>
            </p:cNvPr>
            <p:cNvCxnSpPr/>
            <p:nvPr/>
          </p:nvCxnSpPr>
          <p:spPr>
            <a:xfrm flipV="1">
              <a:off x="1151096" y="1918577"/>
              <a:ext cx="5410829" cy="2750758"/>
            </a:xfrm>
            <a:prstGeom prst="straightConnector1">
              <a:avLst/>
            </a:prstGeom>
            <a:ln w="76200">
              <a:solidFill>
                <a:srgbClr val="E3E48D"/>
              </a:solidFill>
              <a:tailEnd type="triangle"/>
            </a:ln>
          </p:spPr>
          <p:style>
            <a:lnRef idx="1">
              <a:schemeClr val="accent1"/>
            </a:lnRef>
            <a:fillRef idx="0">
              <a:schemeClr val="accent1"/>
            </a:fillRef>
            <a:effectRef idx="0">
              <a:schemeClr val="accent1"/>
            </a:effectRef>
            <a:fontRef idx="minor">
              <a:schemeClr val="tx1"/>
            </a:fontRef>
          </p:style>
        </p:cxnSp>
        <p:sp>
          <p:nvSpPr>
            <p:cNvPr id="18" name="正方形/長方形 11">
              <a:extLst>
                <a:ext uri="{FF2B5EF4-FFF2-40B4-BE49-F238E27FC236}">
                  <a16:creationId xmlns:a16="http://schemas.microsoft.com/office/drawing/2014/main" id="{7581DA97-348D-40AE-A011-9486E149D0CC}"/>
                </a:ext>
              </a:extLst>
            </p:cNvPr>
            <p:cNvSpPr/>
            <p:nvPr/>
          </p:nvSpPr>
          <p:spPr bwMode="gray">
            <a:xfrm>
              <a:off x="417000" y="4740065"/>
              <a:ext cx="2944800" cy="1591109"/>
            </a:xfrm>
            <a:prstGeom prst="rect">
              <a:avLst/>
            </a:prstGeom>
            <a:noFill/>
            <a:ln w="12700">
              <a:solidFill>
                <a:srgbClr val="BBBCBC"/>
              </a:solidFill>
            </a:ln>
          </p:spPr>
          <p:style>
            <a:lnRef idx="2">
              <a:schemeClr val="accent1">
                <a:shade val="50000"/>
              </a:schemeClr>
            </a:lnRef>
            <a:fillRef idx="1">
              <a:schemeClr val="accent1"/>
            </a:fillRef>
            <a:effectRef idx="0">
              <a:schemeClr val="accent1"/>
            </a:effectRef>
            <a:fontRef idx="minor">
              <a:schemeClr val="lt1"/>
            </a:fontRef>
          </p:style>
          <p:txBody>
            <a:bodyPr wrap="square" lIns="58500" tIns="29250" rIns="58500" bIns="29250" rtlCol="0" anchor="ctr" anchorCtr="0">
              <a:spAutoFit/>
            </a:bodyPr>
            <a:lstStyle/>
            <a:p>
              <a:pPr defTabSz="742969">
                <a:spcBef>
                  <a:spcPts val="244"/>
                </a:spcBef>
                <a:defRPr/>
              </a:pPr>
              <a:r>
                <a:rPr kumimoji="1" lang="en-US" altLang="ja-JP" sz="1200" b="1" dirty="0">
                  <a:solidFill>
                    <a:prstClr val="black"/>
                  </a:solidFill>
                  <a:latin typeface="Aptos" panose="020B0004020202020204" pitchFamily="34" charset="0"/>
                </a:rPr>
                <a:t>XXXXXX</a:t>
              </a: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a:t>
              </a:r>
              <a:endParaRPr kumimoji="1" lang="ja-JP" altLang="en-US" sz="1200" dirty="0">
                <a:solidFill>
                  <a:prstClr val="black"/>
                </a:solidFill>
                <a:latin typeface="Aptos" panose="020B0004020202020204" pitchFamily="34" charset="0"/>
              </a:endParaRPr>
            </a:p>
            <a:p>
              <a:pPr defTabSz="742969">
                <a:spcBef>
                  <a:spcPts val="488"/>
                </a:spcBef>
                <a:defRPr/>
              </a:pPr>
              <a:r>
                <a:rPr kumimoji="1" lang="en-US" altLang="ja-JP" sz="1200" b="1" dirty="0">
                  <a:solidFill>
                    <a:prstClr val="black"/>
                  </a:solidFill>
                  <a:latin typeface="Aptos" panose="020B0004020202020204" pitchFamily="34" charset="0"/>
                </a:rPr>
                <a:t>XXXXXX</a:t>
              </a: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a:t>
              </a:r>
              <a:endParaRPr kumimoji="1" lang="ja-JP" altLang="en-US" sz="1200" dirty="0">
                <a:solidFill>
                  <a:prstClr val="black"/>
                </a:solidFill>
                <a:latin typeface="Aptos" panose="020B0004020202020204" pitchFamily="34" charset="0"/>
              </a:endParaRP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a:t>
              </a:r>
              <a:endParaRPr kumimoji="1" lang="ja-JP" altLang="en-US" sz="1200" dirty="0">
                <a:solidFill>
                  <a:prstClr val="black"/>
                </a:solidFill>
                <a:latin typeface="Aptos" panose="020B0004020202020204" pitchFamily="34" charset="0"/>
              </a:endParaRPr>
            </a:p>
          </p:txBody>
        </p:sp>
        <p:sp>
          <p:nvSpPr>
            <p:cNvPr id="19" name="正方形/長方形 12">
              <a:extLst>
                <a:ext uri="{FF2B5EF4-FFF2-40B4-BE49-F238E27FC236}">
                  <a16:creationId xmlns:a16="http://schemas.microsoft.com/office/drawing/2014/main" id="{4AD78634-077D-4D42-ADDB-49CAAF69F5F3}"/>
                </a:ext>
              </a:extLst>
            </p:cNvPr>
            <p:cNvSpPr/>
            <p:nvPr/>
          </p:nvSpPr>
          <p:spPr bwMode="gray">
            <a:xfrm>
              <a:off x="3485101" y="3224823"/>
              <a:ext cx="2944800" cy="2782538"/>
            </a:xfrm>
            <a:prstGeom prst="rect">
              <a:avLst/>
            </a:prstGeom>
            <a:noFill/>
            <a:ln w="12700">
              <a:solidFill>
                <a:srgbClr val="BBBCBC"/>
              </a:solidFill>
            </a:ln>
          </p:spPr>
          <p:style>
            <a:lnRef idx="2">
              <a:schemeClr val="accent1">
                <a:shade val="50000"/>
              </a:schemeClr>
            </a:lnRef>
            <a:fillRef idx="1">
              <a:schemeClr val="accent1"/>
            </a:fillRef>
            <a:effectRef idx="0">
              <a:schemeClr val="accent1"/>
            </a:effectRef>
            <a:fontRef idx="minor">
              <a:schemeClr val="lt1"/>
            </a:fontRef>
          </p:style>
          <p:txBody>
            <a:bodyPr wrap="square" lIns="58500" tIns="29250" rIns="58500" bIns="29250" rtlCol="0" anchor="ctr" anchorCtr="0">
              <a:spAutoFit/>
            </a:bodyPr>
            <a:lstStyle/>
            <a:p>
              <a:pPr defTabSz="742969">
                <a:spcBef>
                  <a:spcPts val="244"/>
                </a:spcBef>
                <a:defRPr/>
              </a:pPr>
              <a:r>
                <a:rPr kumimoji="1" lang="en-US" altLang="ja-JP" sz="1200" b="1" dirty="0">
                  <a:solidFill>
                    <a:prstClr val="black"/>
                  </a:solidFill>
                  <a:latin typeface="Aptos" panose="020B0004020202020204" pitchFamily="34" charset="0"/>
                </a:rPr>
                <a:t>XXXXXX</a:t>
              </a: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XXXXXXXXXXXXXXXXXXXXXX</a:t>
              </a:r>
              <a:endParaRPr kumimoji="1" lang="ja-JP" altLang="en-US" sz="1200" dirty="0">
                <a:solidFill>
                  <a:prstClr val="black"/>
                </a:solidFill>
                <a:latin typeface="Aptos" panose="020B0004020202020204" pitchFamily="34" charset="0"/>
              </a:endParaRP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a:t>
              </a:r>
              <a:endParaRPr kumimoji="1" lang="ja-JP" altLang="en-US" sz="1200" dirty="0">
                <a:solidFill>
                  <a:prstClr val="black"/>
                </a:solidFill>
                <a:latin typeface="Aptos" panose="020B0004020202020204" pitchFamily="34" charset="0"/>
              </a:endParaRP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a:t>
              </a:r>
              <a:endParaRPr kumimoji="1" lang="ja-JP" altLang="en-US" sz="1200" dirty="0">
                <a:solidFill>
                  <a:prstClr val="black"/>
                </a:solidFill>
                <a:latin typeface="Aptos" panose="020B0004020202020204" pitchFamily="34" charset="0"/>
              </a:endParaRPr>
            </a:p>
            <a:p>
              <a:pPr defTabSz="742969">
                <a:spcBef>
                  <a:spcPts val="488"/>
                </a:spcBef>
                <a:defRPr/>
              </a:pPr>
              <a:r>
                <a:rPr kumimoji="1" lang="en-US" altLang="ja-JP" sz="1200" b="1" dirty="0">
                  <a:solidFill>
                    <a:prstClr val="black"/>
                  </a:solidFill>
                  <a:latin typeface="Aptos" panose="020B0004020202020204" pitchFamily="34" charset="0"/>
                </a:rPr>
                <a:t>XXXXXX</a:t>
              </a: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a:t>
              </a:r>
              <a:endParaRPr kumimoji="1" lang="ja-JP" altLang="en-US" sz="1200" dirty="0">
                <a:solidFill>
                  <a:prstClr val="black"/>
                </a:solidFill>
                <a:latin typeface="Aptos" panose="020B0004020202020204" pitchFamily="34" charset="0"/>
              </a:endParaRP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XXXXXXXXXXXXXXXXXXXXXX</a:t>
              </a:r>
              <a:endParaRPr kumimoji="1" lang="ja-JP" altLang="en-US" sz="1200" dirty="0">
                <a:solidFill>
                  <a:prstClr val="black"/>
                </a:solidFill>
                <a:latin typeface="Aptos" panose="020B0004020202020204" pitchFamily="34" charset="0"/>
              </a:endParaRP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XXXXXXXXXXXXXXXXXXXXXX</a:t>
              </a:r>
              <a:endParaRPr kumimoji="1" lang="ja-JP" altLang="en-US" sz="1200" dirty="0">
                <a:solidFill>
                  <a:prstClr val="black"/>
                </a:solidFill>
                <a:latin typeface="Aptos" panose="020B0004020202020204" pitchFamily="34" charset="0"/>
              </a:endParaRP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a:t>
              </a:r>
              <a:endParaRPr kumimoji="1" lang="ja-JP" altLang="en-US" sz="1200" dirty="0">
                <a:solidFill>
                  <a:prstClr val="black"/>
                </a:solidFill>
                <a:latin typeface="Aptos" panose="020B0004020202020204" pitchFamily="34" charset="0"/>
              </a:endParaRPr>
            </a:p>
          </p:txBody>
        </p:sp>
        <p:sp>
          <p:nvSpPr>
            <p:cNvPr id="20" name="正方形/長方形 13">
              <a:extLst>
                <a:ext uri="{FF2B5EF4-FFF2-40B4-BE49-F238E27FC236}">
                  <a16:creationId xmlns:a16="http://schemas.microsoft.com/office/drawing/2014/main" id="{FC66A015-F116-4D6F-B6E2-B6CC5B9D5193}"/>
                </a:ext>
              </a:extLst>
            </p:cNvPr>
            <p:cNvSpPr/>
            <p:nvPr/>
          </p:nvSpPr>
          <p:spPr bwMode="gray">
            <a:xfrm>
              <a:off x="6553201" y="1976481"/>
              <a:ext cx="2944800" cy="2782539"/>
            </a:xfrm>
            <a:prstGeom prst="rect">
              <a:avLst/>
            </a:prstGeom>
            <a:noFill/>
            <a:ln w="12700">
              <a:solidFill>
                <a:srgbClr val="BBBCBC"/>
              </a:solidFill>
            </a:ln>
          </p:spPr>
          <p:style>
            <a:lnRef idx="2">
              <a:schemeClr val="accent1">
                <a:shade val="50000"/>
              </a:schemeClr>
            </a:lnRef>
            <a:fillRef idx="1">
              <a:schemeClr val="accent1"/>
            </a:fillRef>
            <a:effectRef idx="0">
              <a:schemeClr val="accent1"/>
            </a:effectRef>
            <a:fontRef idx="minor">
              <a:schemeClr val="lt1"/>
            </a:fontRef>
          </p:style>
          <p:txBody>
            <a:bodyPr wrap="square" lIns="58500" tIns="29250" rIns="58500" bIns="29250" rtlCol="0" anchor="ctr" anchorCtr="0">
              <a:spAutoFit/>
            </a:bodyPr>
            <a:lstStyle/>
            <a:p>
              <a:pPr defTabSz="742969">
                <a:spcBef>
                  <a:spcPts val="244"/>
                </a:spcBef>
                <a:defRPr/>
              </a:pPr>
              <a:r>
                <a:rPr kumimoji="1" lang="en-US" altLang="ja-JP" sz="1200" b="1" dirty="0">
                  <a:solidFill>
                    <a:prstClr val="black"/>
                  </a:solidFill>
                  <a:latin typeface="Aptos" panose="020B0004020202020204" pitchFamily="34" charset="0"/>
                </a:rPr>
                <a:t>XXXXXX</a:t>
              </a: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XXXXXXXXXXXXXXXXXXXXXX</a:t>
              </a:r>
              <a:endParaRPr kumimoji="1" lang="ja-JP" altLang="en-US" sz="1200" dirty="0">
                <a:solidFill>
                  <a:prstClr val="black"/>
                </a:solidFill>
                <a:latin typeface="Aptos" panose="020B0004020202020204" pitchFamily="34" charset="0"/>
              </a:endParaRP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a:t>
              </a:r>
              <a:endParaRPr kumimoji="1" lang="ja-JP" altLang="en-US" sz="1200" dirty="0">
                <a:solidFill>
                  <a:prstClr val="black"/>
                </a:solidFill>
                <a:latin typeface="Aptos" panose="020B0004020202020204" pitchFamily="34" charset="0"/>
              </a:endParaRP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a:t>
              </a:r>
              <a:endParaRPr kumimoji="1" lang="ja-JP" altLang="en-US" sz="1200" dirty="0">
                <a:solidFill>
                  <a:prstClr val="black"/>
                </a:solidFill>
                <a:latin typeface="Aptos" panose="020B0004020202020204" pitchFamily="34" charset="0"/>
              </a:endParaRPr>
            </a:p>
            <a:p>
              <a:pPr defTabSz="742969">
                <a:spcBef>
                  <a:spcPts val="488"/>
                </a:spcBef>
                <a:defRPr/>
              </a:pPr>
              <a:r>
                <a:rPr kumimoji="1" lang="en-US" altLang="ja-JP" sz="1200" b="1" dirty="0">
                  <a:solidFill>
                    <a:prstClr val="black"/>
                  </a:solidFill>
                  <a:latin typeface="Aptos" panose="020B0004020202020204" pitchFamily="34" charset="0"/>
                </a:rPr>
                <a:t>XXXXXX</a:t>
              </a: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a:t>
              </a:r>
              <a:endParaRPr kumimoji="1" lang="ja-JP" altLang="en-US" sz="1200" dirty="0">
                <a:solidFill>
                  <a:prstClr val="black"/>
                </a:solidFill>
                <a:latin typeface="Aptos" panose="020B0004020202020204" pitchFamily="34" charset="0"/>
              </a:endParaRP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XXXXXXXXXXXXXXXXXXXXXX</a:t>
              </a:r>
              <a:endParaRPr kumimoji="1" lang="ja-JP" altLang="en-US" sz="1200" dirty="0">
                <a:solidFill>
                  <a:prstClr val="black"/>
                </a:solidFill>
                <a:latin typeface="Aptos" panose="020B0004020202020204" pitchFamily="34" charset="0"/>
              </a:endParaRP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XXXXXXXXXXXXXXXXXXXXXX</a:t>
              </a:r>
              <a:endParaRPr kumimoji="1" lang="ja-JP" altLang="en-US" sz="1200" dirty="0">
                <a:solidFill>
                  <a:prstClr val="black"/>
                </a:solidFill>
                <a:latin typeface="Aptos" panose="020B0004020202020204" pitchFamily="34" charset="0"/>
              </a:endParaRPr>
            </a:p>
            <a:p>
              <a:pPr marL="204755" indent="-117003" defTabSz="742969">
                <a:spcBef>
                  <a:spcPts val="244"/>
                </a:spcBef>
                <a:buFont typeface="Wingdings" panose="05000000000000000000" pitchFamily="2" charset="2"/>
                <a:buChar char="n"/>
                <a:defRPr/>
              </a:pPr>
              <a:r>
                <a:rPr kumimoji="1" lang="en-US" altLang="ja-JP" sz="1200" dirty="0">
                  <a:solidFill>
                    <a:prstClr val="black"/>
                  </a:solidFill>
                  <a:latin typeface="Aptos" panose="020B0004020202020204" pitchFamily="34" charset="0"/>
                </a:rPr>
                <a:t>XXXXXXXXXXX</a:t>
              </a:r>
            </a:p>
          </p:txBody>
        </p:sp>
        <p:sp>
          <p:nvSpPr>
            <p:cNvPr id="21" name="正方形/長方形 14">
              <a:extLst>
                <a:ext uri="{FF2B5EF4-FFF2-40B4-BE49-F238E27FC236}">
                  <a16:creationId xmlns:a16="http://schemas.microsoft.com/office/drawing/2014/main" id="{D0D47BF0-9317-4795-B337-C0F342CC5D14}"/>
                </a:ext>
              </a:extLst>
            </p:cNvPr>
            <p:cNvSpPr/>
            <p:nvPr/>
          </p:nvSpPr>
          <p:spPr bwMode="gray">
            <a:xfrm>
              <a:off x="417000" y="4254857"/>
              <a:ext cx="2944800" cy="469874"/>
            </a:xfrm>
            <a:prstGeom prst="rect">
              <a:avLst/>
            </a:prstGeom>
            <a:solidFill>
              <a:srgbClr val="86BC25"/>
            </a:solidFill>
            <a:ln w="12700" algn="ctr">
              <a:solidFill>
                <a:srgbClr val="86BC25"/>
              </a:solidFill>
              <a:miter lim="800000"/>
              <a:headEnd/>
              <a:tailEnd/>
            </a:ln>
          </p:spPr>
          <p:txBody>
            <a:bodyPr wrap="square" lIns="29250" tIns="29250" rIns="29250" bIns="29250" rtlCol="0" anchor="ctr"/>
            <a:lstStyle/>
            <a:p>
              <a:pPr algn="ctr" defTabSz="742969">
                <a:defRPr/>
              </a:pPr>
              <a:r>
                <a:rPr kumimoji="1" lang="en-US" altLang="ja-JP" sz="1200" dirty="0">
                  <a:latin typeface="Aptos" panose="020B0004020202020204" pitchFamily="34" charset="0"/>
                </a:rPr>
                <a:t>XXXXXXXXXXX</a:t>
              </a:r>
              <a:endParaRPr kumimoji="1" lang="ja-JP" altLang="en-US" sz="1200" dirty="0">
                <a:latin typeface="Aptos" panose="020B0004020202020204" pitchFamily="34" charset="0"/>
              </a:endParaRPr>
            </a:p>
          </p:txBody>
        </p:sp>
        <p:sp>
          <p:nvSpPr>
            <p:cNvPr id="22" name="正方形/長方形 15">
              <a:extLst>
                <a:ext uri="{FF2B5EF4-FFF2-40B4-BE49-F238E27FC236}">
                  <a16:creationId xmlns:a16="http://schemas.microsoft.com/office/drawing/2014/main" id="{46420527-34B2-4D82-BF97-6959786D8E6B}"/>
                </a:ext>
              </a:extLst>
            </p:cNvPr>
            <p:cNvSpPr/>
            <p:nvPr/>
          </p:nvSpPr>
          <p:spPr bwMode="gray">
            <a:xfrm>
              <a:off x="3485100" y="2726981"/>
              <a:ext cx="2944800" cy="477523"/>
            </a:xfrm>
            <a:prstGeom prst="rect">
              <a:avLst/>
            </a:prstGeom>
            <a:solidFill>
              <a:srgbClr val="009A44"/>
            </a:solidFill>
            <a:ln w="12700" algn="ctr">
              <a:solidFill>
                <a:srgbClr val="009A44"/>
              </a:solidFill>
              <a:miter lim="800000"/>
              <a:headEnd/>
              <a:tailEnd/>
            </a:ln>
          </p:spPr>
          <p:txBody>
            <a:bodyPr wrap="square" lIns="175500" tIns="29250" rIns="29250" bIns="29250" rtlCol="0" anchor="ctr"/>
            <a:lstStyle/>
            <a:p>
              <a:pPr algn="ctr" defTabSz="742969">
                <a:defRPr/>
              </a:pPr>
              <a:r>
                <a:rPr kumimoji="1" lang="en-US" altLang="ja-JP" sz="1200" dirty="0">
                  <a:latin typeface="Aptos" panose="020B0004020202020204" pitchFamily="34" charset="0"/>
                </a:rPr>
                <a:t>XXXXXXXXXXX</a:t>
              </a:r>
              <a:endParaRPr kumimoji="1" lang="ja-JP" altLang="en-US" sz="1200" dirty="0">
                <a:latin typeface="Aptos" panose="020B0004020202020204" pitchFamily="34" charset="0"/>
              </a:endParaRPr>
            </a:p>
          </p:txBody>
        </p:sp>
        <p:sp>
          <p:nvSpPr>
            <p:cNvPr id="23" name="正方形/長方形 16">
              <a:extLst>
                <a:ext uri="{FF2B5EF4-FFF2-40B4-BE49-F238E27FC236}">
                  <a16:creationId xmlns:a16="http://schemas.microsoft.com/office/drawing/2014/main" id="{F2E7DE98-4665-4AA6-A312-A8CB4F0F7404}"/>
                </a:ext>
              </a:extLst>
            </p:cNvPr>
            <p:cNvSpPr/>
            <p:nvPr/>
          </p:nvSpPr>
          <p:spPr bwMode="gray">
            <a:xfrm>
              <a:off x="6553200" y="1484313"/>
              <a:ext cx="2944800" cy="477523"/>
            </a:xfrm>
            <a:prstGeom prst="rect">
              <a:avLst/>
            </a:prstGeom>
            <a:solidFill>
              <a:srgbClr val="046A38"/>
            </a:solidFill>
            <a:ln w="12700" algn="ctr">
              <a:solidFill>
                <a:srgbClr val="046A38"/>
              </a:solidFill>
              <a:miter lim="800000"/>
              <a:headEnd/>
              <a:tailEnd/>
            </a:ln>
          </p:spPr>
          <p:txBody>
            <a:bodyPr wrap="square" lIns="29250" tIns="29250" rIns="29250" bIns="29250" rtlCol="0" anchor="ctr"/>
            <a:lstStyle/>
            <a:p>
              <a:pPr algn="ctr" defTabSz="742969">
                <a:defRPr/>
              </a:pPr>
              <a:r>
                <a:rPr kumimoji="1" lang="en-US" altLang="ja-JP" sz="1200" dirty="0">
                  <a:solidFill>
                    <a:prstClr val="white"/>
                  </a:solidFill>
                  <a:latin typeface="Aptos" panose="020B0004020202020204" pitchFamily="34" charset="0"/>
                </a:rPr>
                <a:t>XXXXXXXXXXX</a:t>
              </a:r>
              <a:endParaRPr kumimoji="1" lang="ja-JP" altLang="en-US" sz="1200" dirty="0">
                <a:solidFill>
                  <a:prstClr val="white"/>
                </a:solidFill>
                <a:latin typeface="Aptos" panose="020B0004020202020204" pitchFamily="34" charset="0"/>
              </a:endParaRPr>
            </a:p>
          </p:txBody>
        </p:sp>
        <p:sp>
          <p:nvSpPr>
            <p:cNvPr id="24" name="正方形/長方形 17">
              <a:extLst>
                <a:ext uri="{FF2B5EF4-FFF2-40B4-BE49-F238E27FC236}">
                  <a16:creationId xmlns:a16="http://schemas.microsoft.com/office/drawing/2014/main" id="{8C480DB0-4296-43E1-BF48-3079F000873E}"/>
                </a:ext>
              </a:extLst>
            </p:cNvPr>
            <p:cNvSpPr/>
            <p:nvPr/>
          </p:nvSpPr>
          <p:spPr bwMode="gray">
            <a:xfrm>
              <a:off x="6653755" y="1424552"/>
              <a:ext cx="445221" cy="572347"/>
            </a:xfrm>
            <a:prstGeom prst="rect">
              <a:avLst/>
            </a:prstGeom>
            <a:noFill/>
            <a:ln w="12700" algn="ctr">
              <a:noFill/>
              <a:miter lim="800000"/>
              <a:headEnd/>
              <a:tailEnd/>
            </a:ln>
          </p:spPr>
          <p:txBody>
            <a:bodyPr wrap="square" lIns="29250" tIns="29250" rIns="29250" bIns="29250" rtlCol="0" anchor="ctr"/>
            <a:lstStyle/>
            <a:p>
              <a:pPr algn="ctr" defTabSz="742969">
                <a:defRPr/>
              </a:pPr>
              <a:r>
                <a:rPr kumimoji="1" lang="en-US" altLang="ja-JP" sz="1200" b="1" dirty="0">
                  <a:solidFill>
                    <a:prstClr val="white"/>
                  </a:solidFill>
                  <a:latin typeface="Aptos" panose="020B0004020202020204" pitchFamily="34" charset="0"/>
                </a:rPr>
                <a:t>3</a:t>
              </a:r>
              <a:endParaRPr kumimoji="1" lang="ja-JP" altLang="en-US" sz="1200" b="1" dirty="0">
                <a:solidFill>
                  <a:prstClr val="white"/>
                </a:solidFill>
                <a:latin typeface="Aptos" panose="020B0004020202020204" pitchFamily="34" charset="0"/>
              </a:endParaRPr>
            </a:p>
          </p:txBody>
        </p:sp>
        <p:sp>
          <p:nvSpPr>
            <p:cNvPr id="25" name="正方形/長方形 18">
              <a:extLst>
                <a:ext uri="{FF2B5EF4-FFF2-40B4-BE49-F238E27FC236}">
                  <a16:creationId xmlns:a16="http://schemas.microsoft.com/office/drawing/2014/main" id="{39DE1ABF-0FC2-4294-BB8F-7E4707075D2E}"/>
                </a:ext>
              </a:extLst>
            </p:cNvPr>
            <p:cNvSpPr/>
            <p:nvPr/>
          </p:nvSpPr>
          <p:spPr bwMode="gray">
            <a:xfrm>
              <a:off x="3508151" y="2955305"/>
              <a:ext cx="445221" cy="578809"/>
            </a:xfrm>
            <a:prstGeom prst="rect">
              <a:avLst/>
            </a:prstGeom>
            <a:noFill/>
            <a:ln w="12700" algn="ctr">
              <a:noFill/>
              <a:miter lim="800000"/>
              <a:headEnd/>
              <a:tailEnd/>
            </a:ln>
          </p:spPr>
          <p:txBody>
            <a:bodyPr wrap="square" lIns="29250" tIns="29250" rIns="29250" bIns="29250" rtlCol="0" anchor="ctr"/>
            <a:lstStyle/>
            <a:p>
              <a:pPr algn="ctr" defTabSz="742969">
                <a:defRPr/>
              </a:pPr>
              <a:r>
                <a:rPr kumimoji="1" lang="en-US" altLang="ja-JP" sz="1200" b="1" dirty="0">
                  <a:latin typeface="Aptos" panose="020B0004020202020204" pitchFamily="34" charset="0"/>
                </a:rPr>
                <a:t>2</a:t>
              </a:r>
              <a:endParaRPr kumimoji="1" lang="ja-JP" altLang="en-US" sz="1200" b="1" dirty="0">
                <a:latin typeface="Aptos" panose="020B0004020202020204" pitchFamily="34" charset="0"/>
              </a:endParaRPr>
            </a:p>
          </p:txBody>
        </p:sp>
        <p:sp>
          <p:nvSpPr>
            <p:cNvPr id="26" name="正方形/長方形 19">
              <a:extLst>
                <a:ext uri="{FF2B5EF4-FFF2-40B4-BE49-F238E27FC236}">
                  <a16:creationId xmlns:a16="http://schemas.microsoft.com/office/drawing/2014/main" id="{1D39E71B-6CE5-4472-930A-A6A5776DE1EB}"/>
                </a:ext>
              </a:extLst>
            </p:cNvPr>
            <p:cNvSpPr/>
            <p:nvPr/>
          </p:nvSpPr>
          <p:spPr bwMode="gray">
            <a:xfrm>
              <a:off x="417000" y="4197268"/>
              <a:ext cx="445221" cy="572347"/>
            </a:xfrm>
            <a:prstGeom prst="rect">
              <a:avLst/>
            </a:prstGeom>
            <a:noFill/>
            <a:ln w="12700" algn="ctr">
              <a:noFill/>
              <a:miter lim="800000"/>
              <a:headEnd/>
              <a:tailEnd/>
            </a:ln>
          </p:spPr>
          <p:txBody>
            <a:bodyPr wrap="square" lIns="29250" tIns="29250" rIns="29250" bIns="29250" rtlCol="0" anchor="ctr"/>
            <a:lstStyle/>
            <a:p>
              <a:pPr algn="ctr" defTabSz="742969">
                <a:defRPr/>
              </a:pPr>
              <a:r>
                <a:rPr kumimoji="1" lang="en-US" altLang="ja-JP" sz="1200" b="1" dirty="0">
                  <a:latin typeface="Aptos" panose="020B0004020202020204" pitchFamily="34" charset="0"/>
                </a:rPr>
                <a:t>1</a:t>
              </a:r>
              <a:endParaRPr kumimoji="1" lang="ja-JP" altLang="en-US" sz="1200" b="1" dirty="0">
                <a:latin typeface="Aptos" panose="020B0004020202020204" pitchFamily="34" charset="0"/>
              </a:endParaRPr>
            </a:p>
          </p:txBody>
        </p:sp>
      </p:grpSp>
    </p:spTree>
    <p:extLst>
      <p:ext uri="{BB962C8B-B14F-4D97-AF65-F5344CB8AC3E}">
        <p14:creationId xmlns:p14="http://schemas.microsoft.com/office/powerpoint/2010/main" val="3903662803"/>
      </p:ext>
    </p:extLst>
  </p:cSld>
  <p:clrMapOvr>
    <a:masterClrMapping/>
  </p:clrMapOvr>
  <p:transition>
    <p:fade/>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D62DCEF-3D8C-4E29-8B65-84F7EBF133D8}"/>
              </a:ext>
            </a:extLst>
          </p:cNvPr>
          <p:cNvSpPr>
            <a:spLocks noGrp="1"/>
          </p:cNvSpPr>
          <p:nvPr>
            <p:ph type="title"/>
          </p:nvPr>
        </p:nvSpPr>
        <p:spPr/>
        <p:txBody>
          <a:bodyPr/>
          <a:lstStyle/>
          <a:p>
            <a:r>
              <a:rPr lang="en-US" dirty="0"/>
              <a:t>Bars</a:t>
            </a:r>
          </a:p>
        </p:txBody>
      </p:sp>
      <p:grpSp>
        <p:nvGrpSpPr>
          <p:cNvPr id="4" name="Group 3">
            <a:extLst>
              <a:ext uri="{FF2B5EF4-FFF2-40B4-BE49-F238E27FC236}">
                <a16:creationId xmlns:a16="http://schemas.microsoft.com/office/drawing/2014/main" id="{A3FFE1B2-02A7-4CD7-8F86-48AB8C8B044A}"/>
              </a:ext>
            </a:extLst>
          </p:cNvPr>
          <p:cNvGrpSpPr/>
          <p:nvPr/>
        </p:nvGrpSpPr>
        <p:grpSpPr>
          <a:xfrm>
            <a:off x="700147" y="1978428"/>
            <a:ext cx="8505707" cy="3609450"/>
            <a:chOff x="579000" y="1764000"/>
            <a:chExt cx="8748600" cy="3712523"/>
          </a:xfrm>
        </p:grpSpPr>
        <p:grpSp>
          <p:nvGrpSpPr>
            <p:cNvPr id="15" name="グループ化 34">
              <a:extLst>
                <a:ext uri="{FF2B5EF4-FFF2-40B4-BE49-F238E27FC236}">
                  <a16:creationId xmlns:a16="http://schemas.microsoft.com/office/drawing/2014/main" id="{566B2781-9813-4097-81CB-AF4E9E0FB761}"/>
                </a:ext>
              </a:extLst>
            </p:cNvPr>
            <p:cNvGrpSpPr/>
            <p:nvPr/>
          </p:nvGrpSpPr>
          <p:grpSpPr>
            <a:xfrm>
              <a:off x="579600" y="1764000"/>
              <a:ext cx="8748000" cy="1037391"/>
              <a:chOff x="579600" y="1764000"/>
              <a:chExt cx="8748000" cy="1037391"/>
            </a:xfrm>
          </p:grpSpPr>
          <p:sp>
            <p:nvSpPr>
              <p:cNvPr id="17" name="フリーフォーム 17">
                <a:extLst>
                  <a:ext uri="{FF2B5EF4-FFF2-40B4-BE49-F238E27FC236}">
                    <a16:creationId xmlns:a16="http://schemas.microsoft.com/office/drawing/2014/main" id="{E8687110-9F68-4F94-9FCA-5E4B7C5AC2E6}"/>
                  </a:ext>
                </a:extLst>
              </p:cNvPr>
              <p:cNvSpPr/>
              <p:nvPr/>
            </p:nvSpPr>
            <p:spPr bwMode="gray">
              <a:xfrm>
                <a:off x="579600" y="1764000"/>
                <a:ext cx="8748000" cy="1008000"/>
              </a:xfrm>
              <a:custGeom>
                <a:avLst/>
                <a:gdLst>
                  <a:gd name="connsiteX0" fmla="*/ 504000 w 8748000"/>
                  <a:gd name="connsiteY0" fmla="*/ 0 h 1008000"/>
                  <a:gd name="connsiteX1" fmla="*/ 519058 w 8748000"/>
                  <a:gd name="connsiteY1" fmla="*/ 1518 h 1008000"/>
                  <a:gd name="connsiteX2" fmla="*/ 519058 w 8748000"/>
                  <a:gd name="connsiteY2" fmla="*/ 0 h 1008000"/>
                  <a:gd name="connsiteX3" fmla="*/ 8251258 w 8748000"/>
                  <a:gd name="connsiteY3" fmla="*/ 0 h 1008000"/>
                  <a:gd name="connsiteX4" fmla="*/ 8745019 w 8748000"/>
                  <a:gd name="connsiteY4" fmla="*/ 402426 h 1008000"/>
                  <a:gd name="connsiteX5" fmla="*/ 8748000 w 8748000"/>
                  <a:gd name="connsiteY5" fmla="*/ 432000 h 1008000"/>
                  <a:gd name="connsiteX6" fmla="*/ 1000742 w 8748000"/>
                  <a:gd name="connsiteY6" fmla="*/ 432000 h 1008000"/>
                  <a:gd name="connsiteX7" fmla="*/ 1008000 w 8748000"/>
                  <a:gd name="connsiteY7" fmla="*/ 504000 h 1008000"/>
                  <a:gd name="connsiteX8" fmla="*/ 504000 w 8748000"/>
                  <a:gd name="connsiteY8" fmla="*/ 1008000 h 1008000"/>
                  <a:gd name="connsiteX9" fmla="*/ 0 w 8748000"/>
                  <a:gd name="connsiteY9" fmla="*/ 504000 h 1008000"/>
                  <a:gd name="connsiteX10" fmla="*/ 504000 w 8748000"/>
                  <a:gd name="connsiteY10" fmla="*/ 0 h 100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8000" h="1008000">
                    <a:moveTo>
                      <a:pt x="504000" y="0"/>
                    </a:moveTo>
                    <a:lnTo>
                      <a:pt x="519058" y="1518"/>
                    </a:lnTo>
                    <a:lnTo>
                      <a:pt x="519058" y="0"/>
                    </a:lnTo>
                    <a:lnTo>
                      <a:pt x="8251258" y="0"/>
                    </a:lnTo>
                    <a:cubicBezTo>
                      <a:pt x="8494816" y="0"/>
                      <a:pt x="8698022" y="172762"/>
                      <a:pt x="8745019" y="402426"/>
                    </a:cubicBezTo>
                    <a:lnTo>
                      <a:pt x="8748000" y="432000"/>
                    </a:lnTo>
                    <a:lnTo>
                      <a:pt x="1000742" y="432000"/>
                    </a:lnTo>
                    <a:lnTo>
                      <a:pt x="1008000" y="504000"/>
                    </a:lnTo>
                    <a:cubicBezTo>
                      <a:pt x="1008000" y="782352"/>
                      <a:pt x="782352" y="1008000"/>
                      <a:pt x="504000" y="1008000"/>
                    </a:cubicBezTo>
                    <a:cubicBezTo>
                      <a:pt x="225648" y="1008000"/>
                      <a:pt x="0" y="782352"/>
                      <a:pt x="0" y="504000"/>
                    </a:cubicBezTo>
                    <a:cubicBezTo>
                      <a:pt x="0" y="225648"/>
                      <a:pt x="225648" y="0"/>
                      <a:pt x="504000" y="0"/>
                    </a:cubicBezTo>
                    <a:close/>
                  </a:path>
                </a:pathLst>
              </a:custGeom>
              <a:solidFill>
                <a:schemeClr val="accent1"/>
              </a:solidFill>
              <a:ln w="12700" algn="ctr">
                <a:noFill/>
                <a:miter lim="800000"/>
                <a:headEnd/>
                <a:tailEnd/>
              </a:ln>
            </p:spPr>
            <p:txBody>
              <a:bodyPr rot="0" spcFirstLastPara="0" vertOverflow="overflow" horzOverflow="overflow" vert="horz" wrap="square" lIns="819000" tIns="0" rIns="0" bIns="468000" numCol="1" spcCol="0" rtlCol="0" fromWordArt="0" anchor="ctr" anchorCtr="0" forceAA="0" compatLnSpc="1">
                <a:prstTxWarp prst="textNoShape">
                  <a:avLst/>
                </a:prstTxWarp>
                <a:noAutofit/>
              </a:bodyPr>
              <a:lstStyle/>
              <a:p>
                <a:pPr marL="292507" indent="-292507" defTabSz="742969">
                  <a:defRPr/>
                </a:pPr>
                <a:r>
                  <a:rPr kumimoji="1" lang="en-US" altLang="ja-JP" sz="1463" b="1" dirty="0">
                    <a:latin typeface="Aptos" panose="020B0004020202020204" pitchFamily="34" charset="0"/>
                  </a:rPr>
                  <a:t>       </a:t>
                </a:r>
                <a:r>
                  <a:rPr kumimoji="1" lang="en-US" altLang="ja-JP" sz="1600" b="1" dirty="0">
                    <a:latin typeface="Aptos" panose="020B0004020202020204" pitchFamily="34" charset="0"/>
                  </a:rPr>
                  <a:t>1 Text</a:t>
                </a:r>
                <a:endParaRPr kumimoji="1" lang="ja-JP" altLang="en-US" sz="1600" b="1" dirty="0">
                  <a:latin typeface="Aptos" panose="020B0004020202020204" pitchFamily="34" charset="0"/>
                </a:endParaRPr>
              </a:p>
            </p:txBody>
          </p:sp>
          <p:grpSp>
            <p:nvGrpSpPr>
              <p:cNvPr id="28" name="Group 897">
                <a:extLst>
                  <a:ext uri="{FF2B5EF4-FFF2-40B4-BE49-F238E27FC236}">
                    <a16:creationId xmlns:a16="http://schemas.microsoft.com/office/drawing/2014/main" id="{F9C01E21-7BA7-46AF-9C59-4F4E9B9EE8FC}"/>
                  </a:ext>
                </a:extLst>
              </p:cNvPr>
              <p:cNvGrpSpPr>
                <a:grpSpLocks noChangeAspect="1"/>
              </p:cNvGrpSpPr>
              <p:nvPr/>
            </p:nvGrpSpPr>
            <p:grpSpPr bwMode="gray">
              <a:xfrm>
                <a:off x="651600" y="1836000"/>
                <a:ext cx="864000" cy="864000"/>
                <a:chOff x="3891" y="3455"/>
                <a:chExt cx="340" cy="340"/>
              </a:xfrm>
              <a:solidFill>
                <a:schemeClr val="bg1"/>
              </a:solidFill>
            </p:grpSpPr>
            <p:sp>
              <p:nvSpPr>
                <p:cNvPr id="30" name="Freeform 898">
                  <a:extLst>
                    <a:ext uri="{FF2B5EF4-FFF2-40B4-BE49-F238E27FC236}">
                      <a16:creationId xmlns:a16="http://schemas.microsoft.com/office/drawing/2014/main" id="{CB41DF92-F94D-4BC7-8245-B5570A894C20}"/>
                    </a:ext>
                  </a:extLst>
                </p:cNvPr>
                <p:cNvSpPr>
                  <a:spLocks noEditPoints="1"/>
                </p:cNvSpPr>
                <p:nvPr/>
              </p:nvSpPr>
              <p:spPr bwMode="gray">
                <a:xfrm>
                  <a:off x="3891" y="345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81 w 512"/>
                    <a:gd name="T11" fmla="*/ 381 h 512"/>
                    <a:gd name="T12" fmla="*/ 373 w 512"/>
                    <a:gd name="T13" fmla="*/ 384 h 512"/>
                    <a:gd name="T14" fmla="*/ 365 w 512"/>
                    <a:gd name="T15" fmla="*/ 381 h 512"/>
                    <a:gd name="T16" fmla="*/ 270 w 512"/>
                    <a:gd name="T17" fmla="*/ 285 h 512"/>
                    <a:gd name="T18" fmla="*/ 202 w 512"/>
                    <a:gd name="T19" fmla="*/ 309 h 512"/>
                    <a:gd name="T20" fmla="*/ 96 w 512"/>
                    <a:gd name="T21" fmla="*/ 202 h 512"/>
                    <a:gd name="T22" fmla="*/ 202 w 512"/>
                    <a:gd name="T23" fmla="*/ 96 h 512"/>
                    <a:gd name="T24" fmla="*/ 309 w 512"/>
                    <a:gd name="T25" fmla="*/ 202 h 512"/>
                    <a:gd name="T26" fmla="*/ 285 w 512"/>
                    <a:gd name="T27" fmla="*/ 270 h 512"/>
                    <a:gd name="T28" fmla="*/ 381 w 512"/>
                    <a:gd name="T29" fmla="*/ 365 h 512"/>
                    <a:gd name="T30" fmla="*/ 381 w 512"/>
                    <a:gd name="T31" fmla="*/ 38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1" y="381"/>
                      </a:moveTo>
                      <a:cubicBezTo>
                        <a:pt x="378" y="383"/>
                        <a:pt x="376" y="384"/>
                        <a:pt x="373" y="384"/>
                      </a:cubicBezTo>
                      <a:cubicBezTo>
                        <a:pt x="370" y="384"/>
                        <a:pt x="368" y="383"/>
                        <a:pt x="365" y="381"/>
                      </a:cubicBezTo>
                      <a:cubicBezTo>
                        <a:pt x="270" y="285"/>
                        <a:pt x="270" y="285"/>
                        <a:pt x="270" y="285"/>
                      </a:cubicBezTo>
                      <a:cubicBezTo>
                        <a:pt x="251" y="300"/>
                        <a:pt x="228" y="309"/>
                        <a:pt x="202" y="309"/>
                      </a:cubicBezTo>
                      <a:cubicBezTo>
                        <a:pt x="144" y="309"/>
                        <a:pt x="96" y="261"/>
                        <a:pt x="96" y="202"/>
                      </a:cubicBezTo>
                      <a:cubicBezTo>
                        <a:pt x="96" y="144"/>
                        <a:pt x="144" y="96"/>
                        <a:pt x="202" y="96"/>
                      </a:cubicBezTo>
                      <a:cubicBezTo>
                        <a:pt x="261" y="96"/>
                        <a:pt x="309" y="144"/>
                        <a:pt x="309" y="202"/>
                      </a:cubicBezTo>
                      <a:cubicBezTo>
                        <a:pt x="309" y="228"/>
                        <a:pt x="300" y="251"/>
                        <a:pt x="285" y="270"/>
                      </a:cubicBezTo>
                      <a:cubicBezTo>
                        <a:pt x="381" y="365"/>
                        <a:pt x="381" y="365"/>
                        <a:pt x="381" y="365"/>
                      </a:cubicBezTo>
                      <a:cubicBezTo>
                        <a:pt x="385" y="370"/>
                        <a:pt x="385" y="376"/>
                        <a:pt x="381" y="38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none" lIns="0" tIns="0" rIns="0" bIns="0" numCol="1" anchor="ctr" anchorCtr="0" compatLnSpc="1">
                  <a:prstTxWarp prst="textNoShape">
                    <a:avLst/>
                  </a:prstTxWarp>
                </a:bodyPr>
                <a:lstStyle/>
                <a:p>
                  <a:pPr algn="ctr" defTabSz="742969">
                    <a:defRPr/>
                  </a:pPr>
                  <a:endParaRPr lang="en-GB" sz="975" dirty="0">
                    <a:solidFill>
                      <a:prstClr val="black"/>
                    </a:solidFill>
                    <a:latin typeface="Aptos" panose="020B0004020202020204" pitchFamily="34" charset="0"/>
                  </a:endParaRPr>
                </a:p>
              </p:txBody>
            </p:sp>
            <p:sp>
              <p:nvSpPr>
                <p:cNvPr id="31" name="Oval 899">
                  <a:extLst>
                    <a:ext uri="{FF2B5EF4-FFF2-40B4-BE49-F238E27FC236}">
                      <a16:creationId xmlns:a16="http://schemas.microsoft.com/office/drawing/2014/main" id="{261E6A4F-A9F1-4904-8054-DF7355C0B198}"/>
                    </a:ext>
                  </a:extLst>
                </p:cNvPr>
                <p:cNvSpPr>
                  <a:spLocks noChangeArrowheads="1"/>
                </p:cNvSpPr>
                <p:nvPr/>
              </p:nvSpPr>
              <p:spPr bwMode="gray">
                <a:xfrm>
                  <a:off x="3969" y="3533"/>
                  <a:ext cx="113" cy="113"/>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none" lIns="0" tIns="0" rIns="0" bIns="0" numCol="1" anchor="ctr" anchorCtr="0" compatLnSpc="1">
                  <a:prstTxWarp prst="textNoShape">
                    <a:avLst/>
                  </a:prstTxWarp>
                </a:bodyPr>
                <a:lstStyle/>
                <a:p>
                  <a:pPr algn="ctr" defTabSz="742969">
                    <a:defRPr/>
                  </a:pPr>
                  <a:endParaRPr lang="en-GB" sz="975" dirty="0">
                    <a:solidFill>
                      <a:prstClr val="black"/>
                    </a:solidFill>
                    <a:latin typeface="Aptos" panose="020B0004020202020204" pitchFamily="34" charset="0"/>
                  </a:endParaRPr>
                </a:p>
              </p:txBody>
            </p:sp>
          </p:grpSp>
          <p:sp>
            <p:nvSpPr>
              <p:cNvPr id="29" name="正方形/長方形 23">
                <a:extLst>
                  <a:ext uri="{FF2B5EF4-FFF2-40B4-BE49-F238E27FC236}">
                    <a16:creationId xmlns:a16="http://schemas.microsoft.com/office/drawing/2014/main" id="{07F5D8AC-4449-4BB8-BFF0-9C9F859C1170}"/>
                  </a:ext>
                </a:extLst>
              </p:cNvPr>
              <p:cNvSpPr/>
              <p:nvPr/>
            </p:nvSpPr>
            <p:spPr bwMode="gray">
              <a:xfrm>
                <a:off x="1713812" y="2225391"/>
                <a:ext cx="7613788" cy="576000"/>
              </a:xfrm>
              <a:prstGeom prst="rect">
                <a:avLst/>
              </a:prstGeom>
              <a:no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defTabSz="742969">
                  <a:defRPr/>
                </a:pPr>
                <a:r>
                  <a:rPr kumimoji="1" lang="en-US" altLang="ja-JP" sz="1200" dirty="0">
                    <a:solidFill>
                      <a:prstClr val="black"/>
                    </a:solidFill>
                    <a:latin typeface="Aptos" panose="020B0004020202020204" pitchFamily="34" charset="0"/>
                  </a:rPr>
                  <a:t>Text</a:t>
                </a:r>
              </a:p>
              <a:p>
                <a:pPr defTabSz="742969">
                  <a:defRPr/>
                </a:pPr>
                <a:r>
                  <a:rPr kumimoji="1" lang="en-US" altLang="ja-JP" sz="1200" dirty="0">
                    <a:solidFill>
                      <a:prstClr val="black"/>
                    </a:solidFill>
                    <a:latin typeface="Aptos" panose="020B0004020202020204" pitchFamily="34" charset="0"/>
                  </a:rPr>
                  <a:t>Text</a:t>
                </a:r>
              </a:p>
              <a:p>
                <a:pPr defTabSz="742969">
                  <a:defRPr/>
                </a:pPr>
                <a:r>
                  <a:rPr kumimoji="1" lang="en-US" altLang="ja-JP" sz="1200" dirty="0">
                    <a:solidFill>
                      <a:prstClr val="black"/>
                    </a:solidFill>
                    <a:latin typeface="Aptos" panose="020B0004020202020204" pitchFamily="34" charset="0"/>
                  </a:rPr>
                  <a:t>Text</a:t>
                </a:r>
                <a:endParaRPr kumimoji="1" lang="ja-JP" altLang="en-US" sz="1200" dirty="0">
                  <a:solidFill>
                    <a:prstClr val="black"/>
                  </a:solidFill>
                  <a:latin typeface="Aptos" panose="020B0004020202020204" pitchFamily="34" charset="0"/>
                </a:endParaRPr>
              </a:p>
            </p:txBody>
          </p:sp>
        </p:grpSp>
        <p:grpSp>
          <p:nvGrpSpPr>
            <p:cNvPr id="32" name="グループ化 28">
              <a:extLst>
                <a:ext uri="{FF2B5EF4-FFF2-40B4-BE49-F238E27FC236}">
                  <a16:creationId xmlns:a16="http://schemas.microsoft.com/office/drawing/2014/main" id="{2A03FCB1-F81A-48F2-AEDA-B20203F2EEC6}"/>
                </a:ext>
              </a:extLst>
            </p:cNvPr>
            <p:cNvGrpSpPr/>
            <p:nvPr/>
          </p:nvGrpSpPr>
          <p:grpSpPr>
            <a:xfrm>
              <a:off x="579000" y="3116261"/>
              <a:ext cx="8748000" cy="1008000"/>
              <a:chOff x="579600" y="2916000"/>
              <a:chExt cx="8748000" cy="1008000"/>
            </a:xfrm>
          </p:grpSpPr>
          <p:sp>
            <p:nvSpPr>
              <p:cNvPr id="33" name="フリーフォーム 15">
                <a:extLst>
                  <a:ext uri="{FF2B5EF4-FFF2-40B4-BE49-F238E27FC236}">
                    <a16:creationId xmlns:a16="http://schemas.microsoft.com/office/drawing/2014/main" id="{0A7EE1CD-19E7-449D-BFAB-05DDF9EE5831}"/>
                  </a:ext>
                </a:extLst>
              </p:cNvPr>
              <p:cNvSpPr/>
              <p:nvPr/>
            </p:nvSpPr>
            <p:spPr bwMode="gray">
              <a:xfrm>
                <a:off x="579600" y="2916000"/>
                <a:ext cx="8748000" cy="1008000"/>
              </a:xfrm>
              <a:custGeom>
                <a:avLst/>
                <a:gdLst>
                  <a:gd name="connsiteX0" fmla="*/ 504000 w 8748000"/>
                  <a:gd name="connsiteY0" fmla="*/ 0 h 1008000"/>
                  <a:gd name="connsiteX1" fmla="*/ 519058 w 8748000"/>
                  <a:gd name="connsiteY1" fmla="*/ 1518 h 1008000"/>
                  <a:gd name="connsiteX2" fmla="*/ 519058 w 8748000"/>
                  <a:gd name="connsiteY2" fmla="*/ 0 h 1008000"/>
                  <a:gd name="connsiteX3" fmla="*/ 8251258 w 8748000"/>
                  <a:gd name="connsiteY3" fmla="*/ 0 h 1008000"/>
                  <a:gd name="connsiteX4" fmla="*/ 8745019 w 8748000"/>
                  <a:gd name="connsiteY4" fmla="*/ 402426 h 1008000"/>
                  <a:gd name="connsiteX5" fmla="*/ 8748000 w 8748000"/>
                  <a:gd name="connsiteY5" fmla="*/ 432000 h 1008000"/>
                  <a:gd name="connsiteX6" fmla="*/ 1000742 w 8748000"/>
                  <a:gd name="connsiteY6" fmla="*/ 432000 h 1008000"/>
                  <a:gd name="connsiteX7" fmla="*/ 1008000 w 8748000"/>
                  <a:gd name="connsiteY7" fmla="*/ 504000 h 1008000"/>
                  <a:gd name="connsiteX8" fmla="*/ 504000 w 8748000"/>
                  <a:gd name="connsiteY8" fmla="*/ 1008000 h 1008000"/>
                  <a:gd name="connsiteX9" fmla="*/ 0 w 8748000"/>
                  <a:gd name="connsiteY9" fmla="*/ 504000 h 1008000"/>
                  <a:gd name="connsiteX10" fmla="*/ 504000 w 8748000"/>
                  <a:gd name="connsiteY10" fmla="*/ 0 h 100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8000" h="1008000">
                    <a:moveTo>
                      <a:pt x="504000" y="0"/>
                    </a:moveTo>
                    <a:lnTo>
                      <a:pt x="519058" y="1518"/>
                    </a:lnTo>
                    <a:lnTo>
                      <a:pt x="519058" y="0"/>
                    </a:lnTo>
                    <a:lnTo>
                      <a:pt x="8251258" y="0"/>
                    </a:lnTo>
                    <a:cubicBezTo>
                      <a:pt x="8494816" y="0"/>
                      <a:pt x="8698022" y="172762"/>
                      <a:pt x="8745019" y="402426"/>
                    </a:cubicBezTo>
                    <a:lnTo>
                      <a:pt x="8748000" y="432000"/>
                    </a:lnTo>
                    <a:lnTo>
                      <a:pt x="1000742" y="432000"/>
                    </a:lnTo>
                    <a:lnTo>
                      <a:pt x="1008000" y="504000"/>
                    </a:lnTo>
                    <a:cubicBezTo>
                      <a:pt x="1008000" y="782352"/>
                      <a:pt x="782352" y="1008000"/>
                      <a:pt x="504000" y="1008000"/>
                    </a:cubicBezTo>
                    <a:cubicBezTo>
                      <a:pt x="225648" y="1008000"/>
                      <a:pt x="0" y="782352"/>
                      <a:pt x="0" y="504000"/>
                    </a:cubicBezTo>
                    <a:cubicBezTo>
                      <a:pt x="0" y="225648"/>
                      <a:pt x="225648" y="0"/>
                      <a:pt x="504000" y="0"/>
                    </a:cubicBezTo>
                    <a:close/>
                  </a:path>
                </a:pathLst>
              </a:custGeom>
              <a:solidFill>
                <a:schemeClr val="accent2"/>
              </a:solidFill>
              <a:ln w="12700" algn="ctr">
                <a:noFill/>
                <a:miter lim="800000"/>
                <a:headEnd/>
                <a:tailEnd/>
              </a:ln>
            </p:spPr>
            <p:txBody>
              <a:bodyPr rot="0" spcFirstLastPara="0" vertOverflow="overflow" horzOverflow="overflow" vert="horz" wrap="square" lIns="819000" tIns="0" rIns="0" bIns="468000" numCol="1" spcCol="0" rtlCol="0" fromWordArt="0" anchor="ctr" anchorCtr="0" forceAA="0" compatLnSpc="1">
                <a:prstTxWarp prst="textNoShape">
                  <a:avLst/>
                </a:prstTxWarp>
                <a:noAutofit/>
              </a:bodyPr>
              <a:lstStyle/>
              <a:p>
                <a:pPr marL="292507" indent="-292507" defTabSz="742969">
                  <a:defRPr/>
                </a:pPr>
                <a:r>
                  <a:rPr kumimoji="1" lang="en-US" altLang="ja-JP" sz="1463" b="1" dirty="0">
                    <a:latin typeface="Aptos" panose="020B0004020202020204" pitchFamily="34" charset="0"/>
                  </a:rPr>
                  <a:t>       </a:t>
                </a:r>
                <a:r>
                  <a:rPr kumimoji="1" lang="en-US" altLang="ja-JP" sz="1600" b="1" dirty="0">
                    <a:latin typeface="Aptos" panose="020B0004020202020204" pitchFamily="34" charset="0"/>
                  </a:rPr>
                  <a:t>2 Text</a:t>
                </a:r>
                <a:endParaRPr kumimoji="1" lang="ja-JP" altLang="en-US" sz="1600" b="1" dirty="0">
                  <a:latin typeface="Aptos" panose="020B0004020202020204" pitchFamily="34" charset="0"/>
                </a:endParaRPr>
              </a:p>
            </p:txBody>
          </p:sp>
          <p:sp>
            <p:nvSpPr>
              <p:cNvPr id="34" name="Freeform 242">
                <a:extLst>
                  <a:ext uri="{FF2B5EF4-FFF2-40B4-BE49-F238E27FC236}">
                    <a16:creationId xmlns:a16="http://schemas.microsoft.com/office/drawing/2014/main" id="{1642AC1E-9B7D-4971-89BF-313E019C1AAF}"/>
                  </a:ext>
                </a:extLst>
              </p:cNvPr>
              <p:cNvSpPr>
                <a:spLocks noChangeAspect="1" noEditPoints="1"/>
              </p:cNvSpPr>
              <p:nvPr/>
            </p:nvSpPr>
            <p:spPr bwMode="gray">
              <a:xfrm>
                <a:off x="651600" y="2988000"/>
                <a:ext cx="864000" cy="864000"/>
              </a:xfrm>
              <a:custGeom>
                <a:avLst/>
                <a:gdLst>
                  <a:gd name="T0" fmla="*/ 117 w 512"/>
                  <a:gd name="T1" fmla="*/ 160 h 512"/>
                  <a:gd name="T2" fmla="*/ 266 w 512"/>
                  <a:gd name="T3" fmla="*/ 160 h 512"/>
                  <a:gd name="T4" fmla="*/ 266 w 512"/>
                  <a:gd name="T5" fmla="*/ 245 h 512"/>
                  <a:gd name="T6" fmla="*/ 181 w 512"/>
                  <a:gd name="T7" fmla="*/ 245 h 512"/>
                  <a:gd name="T8" fmla="*/ 173 w 512"/>
                  <a:gd name="T9" fmla="*/ 248 h 512"/>
                  <a:gd name="T10" fmla="*/ 149 w 512"/>
                  <a:gd name="T11" fmla="*/ 273 h 512"/>
                  <a:gd name="T12" fmla="*/ 149 w 512"/>
                  <a:gd name="T13" fmla="*/ 256 h 512"/>
                  <a:gd name="T14" fmla="*/ 138 w 512"/>
                  <a:gd name="T15" fmla="*/ 245 h 512"/>
                  <a:gd name="T16" fmla="*/ 117 w 512"/>
                  <a:gd name="T17" fmla="*/ 245 h 512"/>
                  <a:gd name="T18" fmla="*/ 117 w 512"/>
                  <a:gd name="T19" fmla="*/ 160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185 w 512"/>
                  <a:gd name="T31" fmla="*/ 266 h 512"/>
                  <a:gd name="T32" fmla="*/ 277 w 512"/>
                  <a:gd name="T33" fmla="*/ 266 h 512"/>
                  <a:gd name="T34" fmla="*/ 288 w 512"/>
                  <a:gd name="T35" fmla="*/ 256 h 512"/>
                  <a:gd name="T36" fmla="*/ 288 w 512"/>
                  <a:gd name="T37" fmla="*/ 149 h 512"/>
                  <a:gd name="T38" fmla="*/ 277 w 512"/>
                  <a:gd name="T39" fmla="*/ 138 h 512"/>
                  <a:gd name="T40" fmla="*/ 106 w 512"/>
                  <a:gd name="T41" fmla="*/ 138 h 512"/>
                  <a:gd name="T42" fmla="*/ 96 w 512"/>
                  <a:gd name="T43" fmla="*/ 149 h 512"/>
                  <a:gd name="T44" fmla="*/ 96 w 512"/>
                  <a:gd name="T45" fmla="*/ 256 h 512"/>
                  <a:gd name="T46" fmla="*/ 106 w 512"/>
                  <a:gd name="T47" fmla="*/ 266 h 512"/>
                  <a:gd name="T48" fmla="*/ 128 w 512"/>
                  <a:gd name="T49" fmla="*/ 266 h 512"/>
                  <a:gd name="T50" fmla="*/ 128 w 512"/>
                  <a:gd name="T51" fmla="*/ 298 h 512"/>
                  <a:gd name="T52" fmla="*/ 134 w 512"/>
                  <a:gd name="T53" fmla="*/ 308 h 512"/>
                  <a:gd name="T54" fmla="*/ 138 w 512"/>
                  <a:gd name="T55" fmla="*/ 309 h 512"/>
                  <a:gd name="T56" fmla="*/ 146 w 512"/>
                  <a:gd name="T57" fmla="*/ 306 h 512"/>
                  <a:gd name="T58" fmla="*/ 185 w 512"/>
                  <a:gd name="T59" fmla="*/ 266 h 512"/>
                  <a:gd name="T60" fmla="*/ 416 w 512"/>
                  <a:gd name="T61" fmla="*/ 234 h 512"/>
                  <a:gd name="T62" fmla="*/ 405 w 512"/>
                  <a:gd name="T63" fmla="*/ 224 h 512"/>
                  <a:gd name="T64" fmla="*/ 320 w 512"/>
                  <a:gd name="T65" fmla="*/ 224 h 512"/>
                  <a:gd name="T66" fmla="*/ 309 w 512"/>
                  <a:gd name="T67" fmla="*/ 234 h 512"/>
                  <a:gd name="T68" fmla="*/ 320 w 512"/>
                  <a:gd name="T69" fmla="*/ 245 h 512"/>
                  <a:gd name="T70" fmla="*/ 394 w 512"/>
                  <a:gd name="T71" fmla="*/ 245 h 512"/>
                  <a:gd name="T72" fmla="*/ 394 w 512"/>
                  <a:gd name="T73" fmla="*/ 352 h 512"/>
                  <a:gd name="T74" fmla="*/ 362 w 512"/>
                  <a:gd name="T75" fmla="*/ 352 h 512"/>
                  <a:gd name="T76" fmla="*/ 352 w 512"/>
                  <a:gd name="T77" fmla="*/ 362 h 512"/>
                  <a:gd name="T78" fmla="*/ 352 w 512"/>
                  <a:gd name="T79" fmla="*/ 379 h 512"/>
                  <a:gd name="T80" fmla="*/ 327 w 512"/>
                  <a:gd name="T81" fmla="*/ 355 h 512"/>
                  <a:gd name="T82" fmla="*/ 320 w 512"/>
                  <a:gd name="T83" fmla="*/ 352 h 512"/>
                  <a:gd name="T84" fmla="*/ 245 w 512"/>
                  <a:gd name="T85" fmla="*/ 352 h 512"/>
                  <a:gd name="T86" fmla="*/ 245 w 512"/>
                  <a:gd name="T87" fmla="*/ 298 h 512"/>
                  <a:gd name="T88" fmla="*/ 234 w 512"/>
                  <a:gd name="T89" fmla="*/ 288 h 512"/>
                  <a:gd name="T90" fmla="*/ 224 w 512"/>
                  <a:gd name="T91" fmla="*/ 298 h 512"/>
                  <a:gd name="T92" fmla="*/ 224 w 512"/>
                  <a:gd name="T93" fmla="*/ 362 h 512"/>
                  <a:gd name="T94" fmla="*/ 234 w 512"/>
                  <a:gd name="T95" fmla="*/ 373 h 512"/>
                  <a:gd name="T96" fmla="*/ 315 w 512"/>
                  <a:gd name="T97" fmla="*/ 373 h 512"/>
                  <a:gd name="T98" fmla="*/ 355 w 512"/>
                  <a:gd name="T99" fmla="*/ 413 h 512"/>
                  <a:gd name="T100" fmla="*/ 362 w 512"/>
                  <a:gd name="T101" fmla="*/ 416 h 512"/>
                  <a:gd name="T102" fmla="*/ 366 w 512"/>
                  <a:gd name="T103" fmla="*/ 415 h 512"/>
                  <a:gd name="T104" fmla="*/ 373 w 512"/>
                  <a:gd name="T105" fmla="*/ 405 h 512"/>
                  <a:gd name="T106" fmla="*/ 373 w 512"/>
                  <a:gd name="T107" fmla="*/ 373 h 512"/>
                  <a:gd name="T108" fmla="*/ 405 w 512"/>
                  <a:gd name="T109" fmla="*/ 373 h 512"/>
                  <a:gd name="T110" fmla="*/ 416 w 512"/>
                  <a:gd name="T111" fmla="*/ 362 h 512"/>
                  <a:gd name="T112" fmla="*/ 416 w 512"/>
                  <a:gd name="T113" fmla="*/ 23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117" y="160"/>
                    </a:moveTo>
                    <a:cubicBezTo>
                      <a:pt x="266" y="160"/>
                      <a:pt x="266" y="160"/>
                      <a:pt x="266" y="160"/>
                    </a:cubicBezTo>
                    <a:cubicBezTo>
                      <a:pt x="266" y="245"/>
                      <a:pt x="266" y="245"/>
                      <a:pt x="266" y="245"/>
                    </a:cubicBezTo>
                    <a:cubicBezTo>
                      <a:pt x="181" y="245"/>
                      <a:pt x="181" y="245"/>
                      <a:pt x="181" y="245"/>
                    </a:cubicBezTo>
                    <a:cubicBezTo>
                      <a:pt x="178" y="245"/>
                      <a:pt x="175" y="246"/>
                      <a:pt x="173" y="248"/>
                    </a:cubicBezTo>
                    <a:cubicBezTo>
                      <a:pt x="149" y="273"/>
                      <a:pt x="149" y="273"/>
                      <a:pt x="149" y="273"/>
                    </a:cubicBezTo>
                    <a:cubicBezTo>
                      <a:pt x="149" y="256"/>
                      <a:pt x="149" y="256"/>
                      <a:pt x="149" y="256"/>
                    </a:cubicBezTo>
                    <a:cubicBezTo>
                      <a:pt x="149" y="250"/>
                      <a:pt x="144" y="245"/>
                      <a:pt x="138" y="245"/>
                    </a:cubicBezTo>
                    <a:cubicBezTo>
                      <a:pt x="117" y="245"/>
                      <a:pt x="117" y="245"/>
                      <a:pt x="117" y="245"/>
                    </a:cubicBezTo>
                    <a:lnTo>
                      <a:pt x="117"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85" y="266"/>
                    </a:moveTo>
                    <a:cubicBezTo>
                      <a:pt x="277" y="266"/>
                      <a:pt x="277" y="266"/>
                      <a:pt x="277" y="266"/>
                    </a:cubicBezTo>
                    <a:cubicBezTo>
                      <a:pt x="283" y="266"/>
                      <a:pt x="288" y="262"/>
                      <a:pt x="288" y="256"/>
                    </a:cubicBezTo>
                    <a:cubicBezTo>
                      <a:pt x="288" y="149"/>
                      <a:pt x="288" y="149"/>
                      <a:pt x="288" y="149"/>
                    </a:cubicBezTo>
                    <a:cubicBezTo>
                      <a:pt x="288" y="143"/>
                      <a:pt x="283" y="138"/>
                      <a:pt x="277" y="138"/>
                    </a:cubicBezTo>
                    <a:cubicBezTo>
                      <a:pt x="106" y="138"/>
                      <a:pt x="106" y="138"/>
                      <a:pt x="106" y="138"/>
                    </a:cubicBezTo>
                    <a:cubicBezTo>
                      <a:pt x="100" y="138"/>
                      <a:pt x="96" y="143"/>
                      <a:pt x="96" y="149"/>
                    </a:cubicBezTo>
                    <a:cubicBezTo>
                      <a:pt x="96" y="256"/>
                      <a:pt x="96" y="256"/>
                      <a:pt x="96" y="256"/>
                    </a:cubicBezTo>
                    <a:cubicBezTo>
                      <a:pt x="96" y="262"/>
                      <a:pt x="100" y="266"/>
                      <a:pt x="106" y="266"/>
                    </a:cubicBezTo>
                    <a:cubicBezTo>
                      <a:pt x="128" y="266"/>
                      <a:pt x="128" y="266"/>
                      <a:pt x="128" y="266"/>
                    </a:cubicBezTo>
                    <a:cubicBezTo>
                      <a:pt x="128" y="298"/>
                      <a:pt x="128" y="298"/>
                      <a:pt x="128" y="298"/>
                    </a:cubicBezTo>
                    <a:cubicBezTo>
                      <a:pt x="128" y="303"/>
                      <a:pt x="130" y="307"/>
                      <a:pt x="134" y="308"/>
                    </a:cubicBezTo>
                    <a:cubicBezTo>
                      <a:pt x="136" y="309"/>
                      <a:pt x="137" y="309"/>
                      <a:pt x="138" y="309"/>
                    </a:cubicBezTo>
                    <a:cubicBezTo>
                      <a:pt x="141" y="309"/>
                      <a:pt x="144" y="308"/>
                      <a:pt x="146" y="306"/>
                    </a:cubicBezTo>
                    <a:lnTo>
                      <a:pt x="185" y="266"/>
                    </a:lnTo>
                    <a:close/>
                    <a:moveTo>
                      <a:pt x="416" y="234"/>
                    </a:moveTo>
                    <a:cubicBezTo>
                      <a:pt x="416" y="228"/>
                      <a:pt x="411" y="224"/>
                      <a:pt x="405" y="224"/>
                    </a:cubicBezTo>
                    <a:cubicBezTo>
                      <a:pt x="320" y="224"/>
                      <a:pt x="320" y="224"/>
                      <a:pt x="320" y="224"/>
                    </a:cubicBezTo>
                    <a:cubicBezTo>
                      <a:pt x="314" y="224"/>
                      <a:pt x="309" y="228"/>
                      <a:pt x="309" y="234"/>
                    </a:cubicBezTo>
                    <a:cubicBezTo>
                      <a:pt x="309" y="240"/>
                      <a:pt x="314" y="245"/>
                      <a:pt x="320" y="245"/>
                    </a:cubicBezTo>
                    <a:cubicBezTo>
                      <a:pt x="394" y="245"/>
                      <a:pt x="394" y="245"/>
                      <a:pt x="394" y="245"/>
                    </a:cubicBezTo>
                    <a:cubicBezTo>
                      <a:pt x="394" y="352"/>
                      <a:pt x="394" y="352"/>
                      <a:pt x="394" y="352"/>
                    </a:cubicBezTo>
                    <a:cubicBezTo>
                      <a:pt x="362" y="352"/>
                      <a:pt x="362" y="352"/>
                      <a:pt x="362" y="352"/>
                    </a:cubicBezTo>
                    <a:cubicBezTo>
                      <a:pt x="356" y="352"/>
                      <a:pt x="352" y="356"/>
                      <a:pt x="352" y="362"/>
                    </a:cubicBezTo>
                    <a:cubicBezTo>
                      <a:pt x="352" y="379"/>
                      <a:pt x="352" y="379"/>
                      <a:pt x="352" y="379"/>
                    </a:cubicBezTo>
                    <a:cubicBezTo>
                      <a:pt x="327" y="355"/>
                      <a:pt x="327" y="355"/>
                      <a:pt x="327" y="355"/>
                    </a:cubicBezTo>
                    <a:cubicBezTo>
                      <a:pt x="325" y="353"/>
                      <a:pt x="322" y="352"/>
                      <a:pt x="320" y="352"/>
                    </a:cubicBezTo>
                    <a:cubicBezTo>
                      <a:pt x="245" y="352"/>
                      <a:pt x="245" y="352"/>
                      <a:pt x="245" y="352"/>
                    </a:cubicBezTo>
                    <a:cubicBezTo>
                      <a:pt x="245" y="298"/>
                      <a:pt x="245" y="298"/>
                      <a:pt x="245" y="298"/>
                    </a:cubicBezTo>
                    <a:cubicBezTo>
                      <a:pt x="245" y="292"/>
                      <a:pt x="240" y="288"/>
                      <a:pt x="234" y="288"/>
                    </a:cubicBezTo>
                    <a:cubicBezTo>
                      <a:pt x="228" y="288"/>
                      <a:pt x="224" y="292"/>
                      <a:pt x="224" y="298"/>
                    </a:cubicBezTo>
                    <a:cubicBezTo>
                      <a:pt x="224" y="362"/>
                      <a:pt x="224" y="362"/>
                      <a:pt x="224" y="362"/>
                    </a:cubicBezTo>
                    <a:cubicBezTo>
                      <a:pt x="224" y="368"/>
                      <a:pt x="228" y="373"/>
                      <a:pt x="234" y="373"/>
                    </a:cubicBezTo>
                    <a:cubicBezTo>
                      <a:pt x="315" y="373"/>
                      <a:pt x="315" y="373"/>
                      <a:pt x="315" y="373"/>
                    </a:cubicBezTo>
                    <a:cubicBezTo>
                      <a:pt x="355" y="413"/>
                      <a:pt x="355" y="413"/>
                      <a:pt x="355" y="413"/>
                    </a:cubicBezTo>
                    <a:cubicBezTo>
                      <a:pt x="357" y="415"/>
                      <a:pt x="360" y="416"/>
                      <a:pt x="362" y="416"/>
                    </a:cubicBezTo>
                    <a:cubicBezTo>
                      <a:pt x="364" y="416"/>
                      <a:pt x="365" y="415"/>
                      <a:pt x="366" y="415"/>
                    </a:cubicBezTo>
                    <a:cubicBezTo>
                      <a:pt x="370" y="413"/>
                      <a:pt x="373" y="409"/>
                      <a:pt x="373" y="405"/>
                    </a:cubicBezTo>
                    <a:cubicBezTo>
                      <a:pt x="373" y="373"/>
                      <a:pt x="373" y="373"/>
                      <a:pt x="373" y="373"/>
                    </a:cubicBezTo>
                    <a:cubicBezTo>
                      <a:pt x="405" y="373"/>
                      <a:pt x="405" y="373"/>
                      <a:pt x="405" y="373"/>
                    </a:cubicBezTo>
                    <a:cubicBezTo>
                      <a:pt x="411" y="373"/>
                      <a:pt x="416" y="368"/>
                      <a:pt x="416" y="362"/>
                    </a:cubicBezTo>
                    <a:lnTo>
                      <a:pt x="416" y="234"/>
                    </a:lnTo>
                    <a:close/>
                  </a:path>
                </a:pathLst>
              </a:custGeom>
              <a:solidFill>
                <a:schemeClr val="bg1"/>
              </a:solidFill>
              <a:ln>
                <a:noFill/>
              </a:ln>
            </p:spPr>
            <p:txBody>
              <a:bodyPr vert="horz" wrap="none" lIns="0" tIns="0" rIns="0" bIns="0" numCol="1" anchor="ctr" anchorCtr="0" compatLnSpc="1">
                <a:prstTxWarp prst="textNoShape">
                  <a:avLst/>
                </a:prstTxWarp>
              </a:bodyPr>
              <a:lstStyle/>
              <a:p>
                <a:pPr algn="ctr" defTabSz="742969">
                  <a:defRPr/>
                </a:pPr>
                <a:endParaRPr lang="en-GB" sz="975" dirty="0">
                  <a:solidFill>
                    <a:prstClr val="black"/>
                  </a:solidFill>
                  <a:latin typeface="Aptos" panose="020B0004020202020204" pitchFamily="34" charset="0"/>
                </a:endParaRPr>
              </a:p>
            </p:txBody>
          </p:sp>
        </p:grpSp>
        <p:grpSp>
          <p:nvGrpSpPr>
            <p:cNvPr id="36" name="グループ化 27">
              <a:extLst>
                <a:ext uri="{FF2B5EF4-FFF2-40B4-BE49-F238E27FC236}">
                  <a16:creationId xmlns:a16="http://schemas.microsoft.com/office/drawing/2014/main" id="{E6F8C9A5-7120-4ACF-ADD8-C37B9434210B}"/>
                </a:ext>
              </a:extLst>
            </p:cNvPr>
            <p:cNvGrpSpPr/>
            <p:nvPr/>
          </p:nvGrpSpPr>
          <p:grpSpPr>
            <a:xfrm>
              <a:off x="579000" y="4468523"/>
              <a:ext cx="8748000" cy="1008000"/>
              <a:chOff x="579600" y="4068000"/>
              <a:chExt cx="8748000" cy="1008000"/>
            </a:xfrm>
          </p:grpSpPr>
          <p:sp>
            <p:nvSpPr>
              <p:cNvPr id="37" name="フリーフォーム 16">
                <a:extLst>
                  <a:ext uri="{FF2B5EF4-FFF2-40B4-BE49-F238E27FC236}">
                    <a16:creationId xmlns:a16="http://schemas.microsoft.com/office/drawing/2014/main" id="{87774C8B-E0A8-48D8-9793-AA762ACDF4CB}"/>
                  </a:ext>
                </a:extLst>
              </p:cNvPr>
              <p:cNvSpPr/>
              <p:nvPr/>
            </p:nvSpPr>
            <p:spPr bwMode="gray">
              <a:xfrm>
                <a:off x="579600" y="4068000"/>
                <a:ext cx="8748000" cy="1008000"/>
              </a:xfrm>
              <a:custGeom>
                <a:avLst/>
                <a:gdLst>
                  <a:gd name="connsiteX0" fmla="*/ 504000 w 8748000"/>
                  <a:gd name="connsiteY0" fmla="*/ 0 h 1008000"/>
                  <a:gd name="connsiteX1" fmla="*/ 519058 w 8748000"/>
                  <a:gd name="connsiteY1" fmla="*/ 1518 h 1008000"/>
                  <a:gd name="connsiteX2" fmla="*/ 519058 w 8748000"/>
                  <a:gd name="connsiteY2" fmla="*/ 0 h 1008000"/>
                  <a:gd name="connsiteX3" fmla="*/ 8251258 w 8748000"/>
                  <a:gd name="connsiteY3" fmla="*/ 0 h 1008000"/>
                  <a:gd name="connsiteX4" fmla="*/ 8745019 w 8748000"/>
                  <a:gd name="connsiteY4" fmla="*/ 402426 h 1008000"/>
                  <a:gd name="connsiteX5" fmla="*/ 8748000 w 8748000"/>
                  <a:gd name="connsiteY5" fmla="*/ 432000 h 1008000"/>
                  <a:gd name="connsiteX6" fmla="*/ 1000742 w 8748000"/>
                  <a:gd name="connsiteY6" fmla="*/ 432000 h 1008000"/>
                  <a:gd name="connsiteX7" fmla="*/ 1008000 w 8748000"/>
                  <a:gd name="connsiteY7" fmla="*/ 504000 h 1008000"/>
                  <a:gd name="connsiteX8" fmla="*/ 504000 w 8748000"/>
                  <a:gd name="connsiteY8" fmla="*/ 1008000 h 1008000"/>
                  <a:gd name="connsiteX9" fmla="*/ 0 w 8748000"/>
                  <a:gd name="connsiteY9" fmla="*/ 504000 h 1008000"/>
                  <a:gd name="connsiteX10" fmla="*/ 504000 w 8748000"/>
                  <a:gd name="connsiteY10" fmla="*/ 0 h 100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8000" h="1008000">
                    <a:moveTo>
                      <a:pt x="504000" y="0"/>
                    </a:moveTo>
                    <a:lnTo>
                      <a:pt x="519058" y="1518"/>
                    </a:lnTo>
                    <a:lnTo>
                      <a:pt x="519058" y="0"/>
                    </a:lnTo>
                    <a:lnTo>
                      <a:pt x="8251258" y="0"/>
                    </a:lnTo>
                    <a:cubicBezTo>
                      <a:pt x="8494816" y="0"/>
                      <a:pt x="8698022" y="172762"/>
                      <a:pt x="8745019" y="402426"/>
                    </a:cubicBezTo>
                    <a:lnTo>
                      <a:pt x="8748000" y="432000"/>
                    </a:lnTo>
                    <a:lnTo>
                      <a:pt x="1000742" y="432000"/>
                    </a:lnTo>
                    <a:lnTo>
                      <a:pt x="1008000" y="504000"/>
                    </a:lnTo>
                    <a:cubicBezTo>
                      <a:pt x="1008000" y="782352"/>
                      <a:pt x="782352" y="1008000"/>
                      <a:pt x="504000" y="1008000"/>
                    </a:cubicBezTo>
                    <a:cubicBezTo>
                      <a:pt x="225648" y="1008000"/>
                      <a:pt x="0" y="782352"/>
                      <a:pt x="0" y="504000"/>
                    </a:cubicBezTo>
                    <a:cubicBezTo>
                      <a:pt x="0" y="225648"/>
                      <a:pt x="225648" y="0"/>
                      <a:pt x="504000" y="0"/>
                    </a:cubicBezTo>
                    <a:close/>
                  </a:path>
                </a:pathLst>
              </a:custGeom>
              <a:solidFill>
                <a:schemeClr val="accent3"/>
              </a:solidFill>
              <a:ln w="12700" algn="ctr">
                <a:noFill/>
                <a:miter lim="800000"/>
                <a:headEnd/>
                <a:tailEnd/>
              </a:ln>
            </p:spPr>
            <p:txBody>
              <a:bodyPr rot="0" spcFirstLastPara="0" vertOverflow="overflow" horzOverflow="overflow" vert="horz" wrap="square" lIns="819000" tIns="0" rIns="0" bIns="468000" numCol="1" spcCol="0" rtlCol="0" fromWordArt="0" anchor="ctr" anchorCtr="0" forceAA="0" compatLnSpc="1">
                <a:prstTxWarp prst="textNoShape">
                  <a:avLst/>
                </a:prstTxWarp>
                <a:noAutofit/>
              </a:bodyPr>
              <a:lstStyle/>
              <a:p>
                <a:pPr marL="292507" indent="-292507" defTabSz="742969">
                  <a:defRPr/>
                </a:pPr>
                <a:r>
                  <a:rPr kumimoji="1" lang="en-US" altLang="ja-JP" sz="1600" b="1" dirty="0">
                    <a:solidFill>
                      <a:srgbClr val="FFFFFF"/>
                    </a:solidFill>
                    <a:latin typeface="Aptos" panose="020B0004020202020204" pitchFamily="34" charset="0"/>
                  </a:rPr>
                  <a:t>       3 Text</a:t>
                </a:r>
                <a:endParaRPr kumimoji="1" lang="ja-JP" altLang="en-US" sz="1600" b="1" dirty="0">
                  <a:solidFill>
                    <a:prstClr val="white"/>
                  </a:solidFill>
                  <a:latin typeface="Aptos" panose="020B0004020202020204" pitchFamily="34" charset="0"/>
                </a:endParaRPr>
              </a:p>
            </p:txBody>
          </p:sp>
          <p:sp>
            <p:nvSpPr>
              <p:cNvPr id="38" name="Freeform 59">
                <a:extLst>
                  <a:ext uri="{FF2B5EF4-FFF2-40B4-BE49-F238E27FC236}">
                    <a16:creationId xmlns:a16="http://schemas.microsoft.com/office/drawing/2014/main" id="{F61D657E-D306-4757-9518-9F45CEFB31A2}"/>
                  </a:ext>
                </a:extLst>
              </p:cNvPr>
              <p:cNvSpPr>
                <a:spLocks noChangeAspect="1" noEditPoints="1"/>
              </p:cNvSpPr>
              <p:nvPr/>
            </p:nvSpPr>
            <p:spPr bwMode="gray">
              <a:xfrm>
                <a:off x="651600" y="4140000"/>
                <a:ext cx="864000" cy="864000"/>
              </a:xfrm>
              <a:custGeom>
                <a:avLst/>
                <a:gdLst>
                  <a:gd name="T0" fmla="*/ 147 w 512"/>
                  <a:gd name="T1" fmla="*/ 170 h 512"/>
                  <a:gd name="T2" fmla="*/ 201 w 512"/>
                  <a:gd name="T3" fmla="*/ 170 h 512"/>
                  <a:gd name="T4" fmla="*/ 223 w 512"/>
                  <a:gd name="T5" fmla="*/ 170 h 512"/>
                  <a:gd name="T6" fmla="*/ 256 w 512"/>
                  <a:gd name="T7" fmla="*/ 117 h 512"/>
                  <a:gd name="T8" fmla="*/ 133 w 512"/>
                  <a:gd name="T9" fmla="*/ 192 h 512"/>
                  <a:gd name="T10" fmla="*/ 192 w 512"/>
                  <a:gd name="T11" fmla="*/ 245 h 512"/>
                  <a:gd name="T12" fmla="*/ 218 w 512"/>
                  <a:gd name="T13" fmla="*/ 320 h 512"/>
                  <a:gd name="T14" fmla="*/ 298 w 512"/>
                  <a:gd name="T15" fmla="*/ 266 h 512"/>
                  <a:gd name="T16" fmla="*/ 218 w 512"/>
                  <a:gd name="T17" fmla="*/ 320 h 512"/>
                  <a:gd name="T18" fmla="*/ 292 w 512"/>
                  <a:gd name="T19" fmla="*/ 122 h 512"/>
                  <a:gd name="T20" fmla="*/ 365 w 512"/>
                  <a:gd name="T21" fmla="*/ 170 h 512"/>
                  <a:gd name="T22" fmla="*/ 218 w 512"/>
                  <a:gd name="T23" fmla="*/ 192 h 512"/>
                  <a:gd name="T24" fmla="*/ 298 w 512"/>
                  <a:gd name="T25" fmla="*/ 245 h 512"/>
                  <a:gd name="T26" fmla="*/ 192 w 512"/>
                  <a:gd name="T27" fmla="*/ 266 h 512"/>
                  <a:gd name="T28" fmla="*/ 133 w 512"/>
                  <a:gd name="T29" fmla="*/ 320 h 512"/>
                  <a:gd name="T30" fmla="*/ 192 w 512"/>
                  <a:gd name="T31" fmla="*/ 266 h 512"/>
                  <a:gd name="T32" fmla="*/ 394 w 512"/>
                  <a:gd name="T33" fmla="*/ 245 h 512"/>
                  <a:gd name="T34" fmla="*/ 314 w 512"/>
                  <a:gd name="T35" fmla="*/ 192 h 512"/>
                  <a:gd name="T36" fmla="*/ 512 w 512"/>
                  <a:gd name="T37" fmla="*/ 256 h 512"/>
                  <a:gd name="T38" fmla="*/ 0 w 512"/>
                  <a:gd name="T39" fmla="*/ 256 h 512"/>
                  <a:gd name="T40" fmla="*/ 512 w 512"/>
                  <a:gd name="T41" fmla="*/ 256 h 512"/>
                  <a:gd name="T42" fmla="*/ 256 w 512"/>
                  <a:gd name="T43" fmla="*/ 96 h 512"/>
                  <a:gd name="T44" fmla="*/ 256 w 512"/>
                  <a:gd name="T45" fmla="*/ 416 h 512"/>
                  <a:gd name="T46" fmla="*/ 314 w 512"/>
                  <a:gd name="T47" fmla="*/ 320 h 512"/>
                  <a:gd name="T48" fmla="*/ 394 w 512"/>
                  <a:gd name="T49" fmla="*/ 266 h 512"/>
                  <a:gd name="T50" fmla="*/ 314 w 512"/>
                  <a:gd name="T51" fmla="*/ 320 h 512"/>
                  <a:gd name="T52" fmla="*/ 220 w 512"/>
                  <a:gd name="T53" fmla="*/ 389 h 512"/>
                  <a:gd name="T54" fmla="*/ 147 w 512"/>
                  <a:gd name="T55" fmla="*/ 341 h 512"/>
                  <a:gd name="T56" fmla="*/ 365 w 512"/>
                  <a:gd name="T57" fmla="*/ 341 h 512"/>
                  <a:gd name="T58" fmla="*/ 292 w 512"/>
                  <a:gd name="T59" fmla="*/ 389 h 512"/>
                  <a:gd name="T60" fmla="*/ 288 w 512"/>
                  <a:gd name="T61" fmla="*/ 341 h 512"/>
                  <a:gd name="T62" fmla="*/ 256 w 512"/>
                  <a:gd name="T6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01" y="170"/>
                    </a:moveTo>
                    <a:cubicBezTo>
                      <a:pt x="147" y="170"/>
                      <a:pt x="147" y="170"/>
                      <a:pt x="147" y="170"/>
                    </a:cubicBezTo>
                    <a:cubicBezTo>
                      <a:pt x="165" y="147"/>
                      <a:pt x="190" y="130"/>
                      <a:pt x="220" y="122"/>
                    </a:cubicBezTo>
                    <a:cubicBezTo>
                      <a:pt x="212" y="135"/>
                      <a:pt x="206" y="151"/>
                      <a:pt x="201" y="170"/>
                    </a:cubicBezTo>
                    <a:close/>
                    <a:moveTo>
                      <a:pt x="256" y="117"/>
                    </a:moveTo>
                    <a:cubicBezTo>
                      <a:pt x="245" y="117"/>
                      <a:pt x="232" y="137"/>
                      <a:pt x="223" y="170"/>
                    </a:cubicBezTo>
                    <a:cubicBezTo>
                      <a:pt x="288" y="170"/>
                      <a:pt x="288" y="170"/>
                      <a:pt x="288" y="170"/>
                    </a:cubicBezTo>
                    <a:cubicBezTo>
                      <a:pt x="279" y="137"/>
                      <a:pt x="266" y="117"/>
                      <a:pt x="256" y="117"/>
                    </a:cubicBezTo>
                    <a:close/>
                    <a:moveTo>
                      <a:pt x="197" y="192"/>
                    </a:moveTo>
                    <a:cubicBezTo>
                      <a:pt x="133" y="192"/>
                      <a:pt x="133" y="192"/>
                      <a:pt x="133" y="192"/>
                    </a:cubicBezTo>
                    <a:cubicBezTo>
                      <a:pt x="124" y="208"/>
                      <a:pt x="119" y="226"/>
                      <a:pt x="118" y="245"/>
                    </a:cubicBezTo>
                    <a:cubicBezTo>
                      <a:pt x="192" y="245"/>
                      <a:pt x="192" y="245"/>
                      <a:pt x="192" y="245"/>
                    </a:cubicBezTo>
                    <a:cubicBezTo>
                      <a:pt x="192" y="227"/>
                      <a:pt x="194" y="209"/>
                      <a:pt x="197" y="192"/>
                    </a:cubicBezTo>
                    <a:close/>
                    <a:moveTo>
                      <a:pt x="218" y="320"/>
                    </a:moveTo>
                    <a:cubicBezTo>
                      <a:pt x="293" y="320"/>
                      <a:pt x="293" y="320"/>
                      <a:pt x="293" y="320"/>
                    </a:cubicBezTo>
                    <a:cubicBezTo>
                      <a:pt x="296" y="304"/>
                      <a:pt x="298" y="286"/>
                      <a:pt x="298" y="266"/>
                    </a:cubicBezTo>
                    <a:cubicBezTo>
                      <a:pt x="213" y="266"/>
                      <a:pt x="213" y="266"/>
                      <a:pt x="213" y="266"/>
                    </a:cubicBezTo>
                    <a:cubicBezTo>
                      <a:pt x="214" y="286"/>
                      <a:pt x="216" y="304"/>
                      <a:pt x="218" y="320"/>
                    </a:cubicBezTo>
                    <a:close/>
                    <a:moveTo>
                      <a:pt x="365" y="170"/>
                    </a:moveTo>
                    <a:cubicBezTo>
                      <a:pt x="347" y="147"/>
                      <a:pt x="321" y="130"/>
                      <a:pt x="292" y="122"/>
                    </a:cubicBezTo>
                    <a:cubicBezTo>
                      <a:pt x="299" y="135"/>
                      <a:pt x="306" y="151"/>
                      <a:pt x="310" y="170"/>
                    </a:cubicBezTo>
                    <a:lnTo>
                      <a:pt x="365" y="170"/>
                    </a:lnTo>
                    <a:close/>
                    <a:moveTo>
                      <a:pt x="293" y="192"/>
                    </a:moveTo>
                    <a:cubicBezTo>
                      <a:pt x="218" y="192"/>
                      <a:pt x="218" y="192"/>
                      <a:pt x="218" y="192"/>
                    </a:cubicBezTo>
                    <a:cubicBezTo>
                      <a:pt x="216" y="207"/>
                      <a:pt x="214" y="225"/>
                      <a:pt x="213" y="245"/>
                    </a:cubicBezTo>
                    <a:cubicBezTo>
                      <a:pt x="298" y="245"/>
                      <a:pt x="298" y="245"/>
                      <a:pt x="298" y="245"/>
                    </a:cubicBezTo>
                    <a:cubicBezTo>
                      <a:pt x="298" y="225"/>
                      <a:pt x="296" y="207"/>
                      <a:pt x="293" y="192"/>
                    </a:cubicBezTo>
                    <a:close/>
                    <a:moveTo>
                      <a:pt x="192" y="266"/>
                    </a:moveTo>
                    <a:cubicBezTo>
                      <a:pt x="118" y="266"/>
                      <a:pt x="118" y="266"/>
                      <a:pt x="118" y="266"/>
                    </a:cubicBezTo>
                    <a:cubicBezTo>
                      <a:pt x="119" y="285"/>
                      <a:pt x="124" y="303"/>
                      <a:pt x="133" y="320"/>
                    </a:cubicBezTo>
                    <a:cubicBezTo>
                      <a:pt x="197" y="320"/>
                      <a:pt x="197" y="320"/>
                      <a:pt x="197" y="320"/>
                    </a:cubicBezTo>
                    <a:cubicBezTo>
                      <a:pt x="194" y="303"/>
                      <a:pt x="192" y="284"/>
                      <a:pt x="192" y="266"/>
                    </a:cubicBezTo>
                    <a:close/>
                    <a:moveTo>
                      <a:pt x="319" y="245"/>
                    </a:moveTo>
                    <a:cubicBezTo>
                      <a:pt x="394" y="245"/>
                      <a:pt x="394" y="245"/>
                      <a:pt x="394" y="245"/>
                    </a:cubicBezTo>
                    <a:cubicBezTo>
                      <a:pt x="392" y="226"/>
                      <a:pt x="387" y="208"/>
                      <a:pt x="379" y="192"/>
                    </a:cubicBezTo>
                    <a:cubicBezTo>
                      <a:pt x="314" y="192"/>
                      <a:pt x="314" y="192"/>
                      <a:pt x="314" y="192"/>
                    </a:cubicBezTo>
                    <a:cubicBezTo>
                      <a:pt x="317" y="209"/>
                      <a:pt x="319" y="227"/>
                      <a:pt x="319" y="245"/>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56"/>
                    </a:moveTo>
                    <a:cubicBezTo>
                      <a:pt x="416" y="167"/>
                      <a:pt x="344" y="96"/>
                      <a:pt x="256" y="96"/>
                    </a:cubicBezTo>
                    <a:cubicBezTo>
                      <a:pt x="167" y="96"/>
                      <a:pt x="96" y="167"/>
                      <a:pt x="96" y="256"/>
                    </a:cubicBezTo>
                    <a:cubicBezTo>
                      <a:pt x="96" y="344"/>
                      <a:pt x="167" y="416"/>
                      <a:pt x="256" y="416"/>
                    </a:cubicBezTo>
                    <a:cubicBezTo>
                      <a:pt x="344" y="416"/>
                      <a:pt x="416" y="344"/>
                      <a:pt x="416" y="256"/>
                    </a:cubicBezTo>
                    <a:close/>
                    <a:moveTo>
                      <a:pt x="314" y="320"/>
                    </a:moveTo>
                    <a:cubicBezTo>
                      <a:pt x="379" y="320"/>
                      <a:pt x="379" y="320"/>
                      <a:pt x="379" y="320"/>
                    </a:cubicBezTo>
                    <a:cubicBezTo>
                      <a:pt x="387" y="303"/>
                      <a:pt x="392" y="285"/>
                      <a:pt x="394" y="266"/>
                    </a:cubicBezTo>
                    <a:cubicBezTo>
                      <a:pt x="319" y="266"/>
                      <a:pt x="319" y="266"/>
                      <a:pt x="319" y="266"/>
                    </a:cubicBezTo>
                    <a:cubicBezTo>
                      <a:pt x="319" y="284"/>
                      <a:pt x="317" y="303"/>
                      <a:pt x="314" y="320"/>
                    </a:cubicBezTo>
                    <a:close/>
                    <a:moveTo>
                      <a:pt x="147" y="341"/>
                    </a:moveTo>
                    <a:cubicBezTo>
                      <a:pt x="165" y="364"/>
                      <a:pt x="190" y="381"/>
                      <a:pt x="220" y="389"/>
                    </a:cubicBezTo>
                    <a:cubicBezTo>
                      <a:pt x="212" y="377"/>
                      <a:pt x="206" y="360"/>
                      <a:pt x="201" y="341"/>
                    </a:cubicBezTo>
                    <a:lnTo>
                      <a:pt x="147" y="341"/>
                    </a:lnTo>
                    <a:close/>
                    <a:moveTo>
                      <a:pt x="292" y="389"/>
                    </a:moveTo>
                    <a:cubicBezTo>
                      <a:pt x="321" y="381"/>
                      <a:pt x="347" y="364"/>
                      <a:pt x="365" y="341"/>
                    </a:cubicBezTo>
                    <a:cubicBezTo>
                      <a:pt x="310" y="341"/>
                      <a:pt x="310" y="341"/>
                      <a:pt x="310" y="341"/>
                    </a:cubicBezTo>
                    <a:cubicBezTo>
                      <a:pt x="306" y="360"/>
                      <a:pt x="299" y="377"/>
                      <a:pt x="292" y="389"/>
                    </a:cubicBezTo>
                    <a:close/>
                    <a:moveTo>
                      <a:pt x="256" y="394"/>
                    </a:moveTo>
                    <a:cubicBezTo>
                      <a:pt x="266" y="394"/>
                      <a:pt x="279" y="375"/>
                      <a:pt x="288" y="341"/>
                    </a:cubicBezTo>
                    <a:cubicBezTo>
                      <a:pt x="223" y="341"/>
                      <a:pt x="223" y="341"/>
                      <a:pt x="223" y="341"/>
                    </a:cubicBezTo>
                    <a:cubicBezTo>
                      <a:pt x="232" y="375"/>
                      <a:pt x="245" y="394"/>
                      <a:pt x="256" y="394"/>
                    </a:cubicBezTo>
                    <a:close/>
                  </a:path>
                </a:pathLst>
              </a:custGeom>
              <a:solidFill>
                <a:schemeClr val="bg1"/>
              </a:solidFill>
              <a:ln>
                <a:noFill/>
              </a:ln>
            </p:spPr>
            <p:txBody>
              <a:bodyPr vert="horz" wrap="none" lIns="0" tIns="0" rIns="0" bIns="0" numCol="1" anchor="ctr" anchorCtr="0" compatLnSpc="1">
                <a:prstTxWarp prst="textNoShape">
                  <a:avLst/>
                </a:prstTxWarp>
              </a:bodyPr>
              <a:lstStyle/>
              <a:p>
                <a:pPr algn="ctr" defTabSz="742969">
                  <a:defRPr/>
                </a:pPr>
                <a:endParaRPr lang="en-GB" sz="975" dirty="0">
                  <a:solidFill>
                    <a:prstClr val="black"/>
                  </a:solidFill>
                  <a:latin typeface="Aptos" panose="020B0004020202020204" pitchFamily="34" charset="0"/>
                </a:endParaRPr>
              </a:p>
            </p:txBody>
          </p:sp>
        </p:grpSp>
      </p:grpSp>
      <p:sp>
        <p:nvSpPr>
          <p:cNvPr id="40" name="正方形/長方形 23">
            <a:extLst>
              <a:ext uri="{FF2B5EF4-FFF2-40B4-BE49-F238E27FC236}">
                <a16:creationId xmlns:a16="http://schemas.microsoft.com/office/drawing/2014/main" id="{F7881073-00C2-4475-8CCC-484C80765EE6}"/>
              </a:ext>
            </a:extLst>
          </p:cNvPr>
          <p:cNvSpPr/>
          <p:nvPr/>
        </p:nvSpPr>
        <p:spPr bwMode="gray">
          <a:xfrm>
            <a:off x="1803454" y="3741728"/>
            <a:ext cx="7172109" cy="560008"/>
          </a:xfrm>
          <a:prstGeom prst="rect">
            <a:avLst/>
          </a:prstGeom>
          <a:no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defTabSz="742969">
              <a:defRPr/>
            </a:pPr>
            <a:r>
              <a:rPr kumimoji="1" lang="en-US" altLang="ja-JP" sz="1200" dirty="0">
                <a:solidFill>
                  <a:prstClr val="black"/>
                </a:solidFill>
                <a:latin typeface="Aptos" panose="020B0004020202020204" pitchFamily="34" charset="0"/>
              </a:rPr>
              <a:t>Text</a:t>
            </a:r>
          </a:p>
          <a:p>
            <a:pPr defTabSz="742969">
              <a:defRPr/>
            </a:pPr>
            <a:r>
              <a:rPr kumimoji="1" lang="en-US" altLang="ja-JP" sz="1200" dirty="0">
                <a:solidFill>
                  <a:prstClr val="black"/>
                </a:solidFill>
                <a:latin typeface="Aptos" panose="020B0004020202020204" pitchFamily="34" charset="0"/>
              </a:rPr>
              <a:t>Text</a:t>
            </a:r>
          </a:p>
          <a:p>
            <a:pPr defTabSz="742969">
              <a:defRPr/>
            </a:pPr>
            <a:r>
              <a:rPr kumimoji="1" lang="en-US" altLang="ja-JP" sz="1200" dirty="0">
                <a:solidFill>
                  <a:prstClr val="black"/>
                </a:solidFill>
                <a:latin typeface="Aptos" panose="020B0004020202020204" pitchFamily="34" charset="0"/>
              </a:rPr>
              <a:t>Text</a:t>
            </a:r>
            <a:endParaRPr kumimoji="1" lang="ja-JP" altLang="en-US" sz="1200" dirty="0">
              <a:solidFill>
                <a:prstClr val="black"/>
              </a:solidFill>
              <a:latin typeface="Aptos" panose="020B0004020202020204" pitchFamily="34" charset="0"/>
            </a:endParaRPr>
          </a:p>
        </p:txBody>
      </p:sp>
      <p:sp>
        <p:nvSpPr>
          <p:cNvPr id="41" name="正方形/長方形 23">
            <a:extLst>
              <a:ext uri="{FF2B5EF4-FFF2-40B4-BE49-F238E27FC236}">
                <a16:creationId xmlns:a16="http://schemas.microsoft.com/office/drawing/2014/main" id="{E406B972-B89E-4571-91BA-7E0ED2EB5D48}"/>
              </a:ext>
            </a:extLst>
          </p:cNvPr>
          <p:cNvSpPr/>
          <p:nvPr/>
        </p:nvSpPr>
        <p:spPr bwMode="gray">
          <a:xfrm>
            <a:off x="1803451" y="5056447"/>
            <a:ext cx="7172110" cy="560008"/>
          </a:xfrm>
          <a:prstGeom prst="rect">
            <a:avLst/>
          </a:prstGeom>
          <a:no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defTabSz="742969">
              <a:defRPr/>
            </a:pPr>
            <a:r>
              <a:rPr kumimoji="1" lang="en-US" altLang="ja-JP" sz="1200" dirty="0">
                <a:solidFill>
                  <a:prstClr val="black"/>
                </a:solidFill>
                <a:latin typeface="Aptos" panose="020B0004020202020204" pitchFamily="34" charset="0"/>
              </a:rPr>
              <a:t>Text</a:t>
            </a:r>
          </a:p>
          <a:p>
            <a:pPr defTabSz="742969">
              <a:defRPr/>
            </a:pPr>
            <a:r>
              <a:rPr kumimoji="1" lang="en-US" altLang="ja-JP" sz="1200" dirty="0">
                <a:solidFill>
                  <a:prstClr val="black"/>
                </a:solidFill>
                <a:latin typeface="Aptos" panose="020B0004020202020204" pitchFamily="34" charset="0"/>
              </a:rPr>
              <a:t>Text</a:t>
            </a:r>
          </a:p>
          <a:p>
            <a:pPr defTabSz="742969">
              <a:defRPr/>
            </a:pPr>
            <a:r>
              <a:rPr kumimoji="1" lang="en-US" altLang="ja-JP" sz="1200" dirty="0">
                <a:solidFill>
                  <a:prstClr val="black"/>
                </a:solidFill>
                <a:latin typeface="Aptos" panose="020B0004020202020204" pitchFamily="34" charset="0"/>
              </a:rPr>
              <a:t>Text</a:t>
            </a:r>
            <a:endParaRPr kumimoji="1" lang="ja-JP" altLang="en-US" sz="1200" dirty="0">
              <a:solidFill>
                <a:prstClr val="black"/>
              </a:solidFill>
              <a:latin typeface="Aptos" panose="020B0004020202020204" pitchFamily="34" charset="0"/>
            </a:endParaRPr>
          </a:p>
        </p:txBody>
      </p:sp>
    </p:spTree>
    <p:extLst>
      <p:ext uri="{BB962C8B-B14F-4D97-AF65-F5344CB8AC3E}">
        <p14:creationId xmlns:p14="http://schemas.microsoft.com/office/powerpoint/2010/main" val="758956707"/>
      </p:ext>
    </p:extLst>
  </p:cSld>
  <p:clrMapOvr>
    <a:masterClrMapping/>
  </p:clrMapOvr>
  <p:transition>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t>Quotes and callouts</a:t>
            </a:r>
          </a:p>
        </p:txBody>
      </p:sp>
      <p:sp>
        <p:nvSpPr>
          <p:cNvPr id="2" name="Rectangle 1">
            <a:extLst>
              <a:ext uri="{FF2B5EF4-FFF2-40B4-BE49-F238E27FC236}">
                <a16:creationId xmlns:a16="http://schemas.microsoft.com/office/drawing/2014/main" id="{E9209182-04A1-7C0F-F4AD-CDCAD0D88006}"/>
              </a:ext>
            </a:extLst>
          </p:cNvPr>
          <p:cNvSpPr/>
          <p:nvPr/>
        </p:nvSpPr>
        <p:spPr bwMode="gray">
          <a:xfrm>
            <a:off x="6549919" y="1680083"/>
            <a:ext cx="2979123" cy="3432943"/>
          </a:xfrm>
          <a:prstGeom prst="rect">
            <a:avLst/>
          </a:prstGeom>
          <a:solidFill>
            <a:schemeClr val="accent5"/>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4" name="Speech Bubble: Rectangle 3">
            <a:extLst>
              <a:ext uri="{FF2B5EF4-FFF2-40B4-BE49-F238E27FC236}">
                <a16:creationId xmlns:a16="http://schemas.microsoft.com/office/drawing/2014/main" id="{78051008-FB1B-BC41-98A1-CD160532073F}"/>
              </a:ext>
            </a:extLst>
          </p:cNvPr>
          <p:cNvSpPr/>
          <p:nvPr/>
        </p:nvSpPr>
        <p:spPr bwMode="gray">
          <a:xfrm>
            <a:off x="376958" y="1689316"/>
            <a:ext cx="3082815" cy="3432943"/>
          </a:xfrm>
          <a:prstGeom prst="wedgeRectCallout">
            <a:avLst>
              <a:gd name="adj1" fmla="val 32353"/>
              <a:gd name="adj2" fmla="val 60714"/>
            </a:avLst>
          </a:prstGeom>
          <a:noFill/>
          <a:ln w="19050" algn="ctr">
            <a:solidFill>
              <a:schemeClr val="accent2"/>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5" name="TextBox 4">
            <a:extLst>
              <a:ext uri="{FF2B5EF4-FFF2-40B4-BE49-F238E27FC236}">
                <a16:creationId xmlns:a16="http://schemas.microsoft.com/office/drawing/2014/main" id="{826228B9-DD93-A429-E1AE-2CB188F848B6}"/>
              </a:ext>
            </a:extLst>
          </p:cNvPr>
          <p:cNvSpPr txBox="1"/>
          <p:nvPr/>
        </p:nvSpPr>
        <p:spPr>
          <a:xfrm>
            <a:off x="553976" y="1834490"/>
            <a:ext cx="2801131" cy="3080330"/>
          </a:xfrm>
          <a:prstGeom prst="rect">
            <a:avLst/>
          </a:prstGeom>
          <a:noFill/>
        </p:spPr>
        <p:txBody>
          <a:bodyPr wrap="square" lIns="0" tIns="0" rIns="0" bIns="0" rtlCol="0">
            <a:spAutoFit/>
          </a:bodyPr>
          <a:lstStyle/>
          <a:p>
            <a:pPr>
              <a:spcBef>
                <a:spcPts val="488"/>
              </a:spcBef>
              <a:buSzPct val="100000"/>
            </a:pPr>
            <a:r>
              <a:rPr lang="en-US" sz="2800" b="1" dirty="0">
                <a:latin typeface="Aptos" panose="020B0004020202020204" pitchFamily="34" charset="0"/>
              </a:rPr>
              <a:t>“This is dummy text that would be filled with a quote or callout from somewhere else in the text.”</a:t>
            </a:r>
          </a:p>
          <a:p>
            <a:pPr>
              <a:spcBef>
                <a:spcPts val="488"/>
              </a:spcBef>
              <a:buSzPct val="100000"/>
            </a:pPr>
            <a:r>
              <a:rPr lang="en-US" sz="1400" dirty="0">
                <a:latin typeface="Aptos" panose="020B0004020202020204" pitchFamily="34" charset="0"/>
              </a:rPr>
              <a:t>— Name of quoted person, </a:t>
            </a:r>
            <a:br>
              <a:rPr lang="en-US" sz="1400" dirty="0">
                <a:latin typeface="Aptos" panose="020B0004020202020204" pitchFamily="34" charset="0"/>
              </a:rPr>
            </a:br>
            <a:r>
              <a:rPr lang="en-US" sz="1400" dirty="0">
                <a:latin typeface="Aptos" panose="020B0004020202020204" pitchFamily="34" charset="0"/>
              </a:rPr>
              <a:t>Title of quoted person</a:t>
            </a:r>
            <a:endParaRPr lang="en-US" sz="1400" b="1" dirty="0">
              <a:latin typeface="Aptos" panose="020B0004020202020204" pitchFamily="34" charset="0"/>
            </a:endParaRPr>
          </a:p>
        </p:txBody>
      </p:sp>
      <p:sp>
        <p:nvSpPr>
          <p:cNvPr id="6" name="TextBox 5">
            <a:extLst>
              <a:ext uri="{FF2B5EF4-FFF2-40B4-BE49-F238E27FC236}">
                <a16:creationId xmlns:a16="http://schemas.microsoft.com/office/drawing/2014/main" id="{B3176004-C7C7-D79E-4650-B568B3E97407}"/>
              </a:ext>
            </a:extLst>
          </p:cNvPr>
          <p:cNvSpPr txBox="1"/>
          <p:nvPr/>
        </p:nvSpPr>
        <p:spPr>
          <a:xfrm>
            <a:off x="3727338" y="1808176"/>
            <a:ext cx="2709384" cy="3613938"/>
          </a:xfrm>
          <a:prstGeom prst="rect">
            <a:avLst/>
          </a:prstGeom>
          <a:noFill/>
        </p:spPr>
        <p:txBody>
          <a:bodyPr wrap="square" lIns="0" tIns="0" rIns="0" bIns="0" rtlCol="0">
            <a:spAutoFit/>
          </a:bodyPr>
          <a:lstStyle/>
          <a:p>
            <a:pPr>
              <a:spcBef>
                <a:spcPts val="488"/>
              </a:spcBef>
              <a:buSzPct val="100000"/>
            </a:pPr>
            <a:r>
              <a:rPr lang="en-US" sz="2800" dirty="0">
                <a:solidFill>
                  <a:schemeClr val="accent3"/>
                </a:solidFill>
                <a:latin typeface="Aptos" panose="020B0004020202020204" pitchFamily="34" charset="0"/>
              </a:rPr>
              <a:t>“This is dummy text that would be filled with a quote or callout from somewhere else in the text.”</a:t>
            </a:r>
          </a:p>
          <a:p>
            <a:pPr>
              <a:spcBef>
                <a:spcPts val="488"/>
              </a:spcBef>
              <a:buSzPct val="100000"/>
            </a:pPr>
            <a:r>
              <a:rPr lang="en-US" sz="1400" dirty="0">
                <a:solidFill>
                  <a:schemeClr val="accent3"/>
                </a:solidFill>
                <a:latin typeface="Aptos" panose="020B0004020202020204" pitchFamily="34" charset="0"/>
              </a:rPr>
              <a:t>— Name of quoted person, </a:t>
            </a:r>
            <a:br>
              <a:rPr lang="en-US" sz="1400" dirty="0">
                <a:solidFill>
                  <a:schemeClr val="accent3"/>
                </a:solidFill>
                <a:latin typeface="Aptos" panose="020B0004020202020204" pitchFamily="34" charset="0"/>
              </a:rPr>
            </a:br>
            <a:r>
              <a:rPr lang="en-US" sz="1400" dirty="0">
                <a:solidFill>
                  <a:schemeClr val="accent3"/>
                </a:solidFill>
                <a:latin typeface="Aptos" panose="020B0004020202020204" pitchFamily="34" charset="0"/>
              </a:rPr>
              <a:t>Title of quoted person</a:t>
            </a:r>
            <a:endParaRPr lang="en-US" sz="1400" b="1" dirty="0">
              <a:solidFill>
                <a:schemeClr val="accent3"/>
              </a:solidFill>
              <a:latin typeface="Aptos" panose="020B0004020202020204" pitchFamily="34" charset="0"/>
            </a:endParaRPr>
          </a:p>
          <a:p>
            <a:pPr>
              <a:spcBef>
                <a:spcPts val="488"/>
              </a:spcBef>
              <a:buSzPct val="100000"/>
            </a:pPr>
            <a:endParaRPr lang="en-US" sz="2925" dirty="0">
              <a:solidFill>
                <a:schemeClr val="accent1"/>
              </a:solidFill>
              <a:latin typeface="Aptos" panose="020B0004020202020204" pitchFamily="34" charset="0"/>
            </a:endParaRPr>
          </a:p>
        </p:txBody>
      </p:sp>
      <p:sp>
        <p:nvSpPr>
          <p:cNvPr id="7" name="TextBox 6">
            <a:extLst>
              <a:ext uri="{FF2B5EF4-FFF2-40B4-BE49-F238E27FC236}">
                <a16:creationId xmlns:a16="http://schemas.microsoft.com/office/drawing/2014/main" id="{21A2092D-7667-D45A-33D2-DF29D012E079}"/>
              </a:ext>
            </a:extLst>
          </p:cNvPr>
          <p:cNvSpPr txBox="1"/>
          <p:nvPr/>
        </p:nvSpPr>
        <p:spPr>
          <a:xfrm>
            <a:off x="6735481" y="1808176"/>
            <a:ext cx="2709384" cy="3594574"/>
          </a:xfrm>
          <a:prstGeom prst="rect">
            <a:avLst/>
          </a:prstGeom>
          <a:noFill/>
        </p:spPr>
        <p:txBody>
          <a:bodyPr wrap="square" lIns="0" tIns="0" rIns="0" bIns="0" rtlCol="0">
            <a:spAutoFit/>
          </a:bodyPr>
          <a:lstStyle/>
          <a:p>
            <a:pPr>
              <a:spcBef>
                <a:spcPts val="488"/>
              </a:spcBef>
              <a:buSzPct val="100000"/>
            </a:pPr>
            <a:r>
              <a:rPr lang="en-US" sz="2800" dirty="0">
                <a:solidFill>
                  <a:schemeClr val="bg1"/>
                </a:solidFill>
                <a:latin typeface="Aptos" panose="020B0004020202020204" pitchFamily="34" charset="0"/>
              </a:rPr>
              <a:t>“This is dummy text that would be filled with a quote or callout from somewhere else in the text.”</a:t>
            </a:r>
          </a:p>
          <a:p>
            <a:pPr>
              <a:spcBef>
                <a:spcPts val="488"/>
              </a:spcBef>
              <a:buSzPct val="100000"/>
            </a:pPr>
            <a:r>
              <a:rPr lang="en-US" sz="1400" dirty="0">
                <a:solidFill>
                  <a:schemeClr val="bg1"/>
                </a:solidFill>
                <a:latin typeface="Aptos" panose="020B0004020202020204" pitchFamily="34" charset="0"/>
              </a:rPr>
              <a:t>— Name of quoted person, </a:t>
            </a:r>
            <a:br>
              <a:rPr lang="en-US" sz="1400" dirty="0">
                <a:solidFill>
                  <a:schemeClr val="bg1"/>
                </a:solidFill>
                <a:latin typeface="Aptos" panose="020B0004020202020204" pitchFamily="34" charset="0"/>
              </a:rPr>
            </a:br>
            <a:r>
              <a:rPr lang="en-US" sz="1400" dirty="0">
                <a:solidFill>
                  <a:schemeClr val="bg1"/>
                </a:solidFill>
                <a:latin typeface="Aptos" panose="020B0004020202020204" pitchFamily="34" charset="0"/>
              </a:rPr>
              <a:t>Title of quoted person</a:t>
            </a:r>
            <a:endParaRPr lang="en-US" sz="1400" b="1" dirty="0">
              <a:solidFill>
                <a:schemeClr val="bg1"/>
              </a:solidFill>
              <a:latin typeface="Aptos" panose="020B0004020202020204" pitchFamily="34" charset="0"/>
            </a:endParaRPr>
          </a:p>
          <a:p>
            <a:pPr>
              <a:spcBef>
                <a:spcPts val="488"/>
              </a:spcBef>
              <a:buSzPct val="100000"/>
            </a:pPr>
            <a:endParaRPr lang="en-US" sz="2925" dirty="0">
              <a:solidFill>
                <a:schemeClr val="bg1"/>
              </a:solidFill>
              <a:latin typeface="Aptos" panose="020B0004020202020204" pitchFamily="34" charset="0"/>
            </a:endParaRPr>
          </a:p>
        </p:txBody>
      </p:sp>
    </p:spTree>
    <p:extLst>
      <p:ext uri="{BB962C8B-B14F-4D97-AF65-F5344CB8AC3E}">
        <p14:creationId xmlns:p14="http://schemas.microsoft.com/office/powerpoint/2010/main" val="445735032"/>
      </p:ext>
    </p:extLst>
  </p:cSld>
  <p:clrMapOvr>
    <a:masterClrMapping/>
  </p:clrMapOvr>
  <p:transition>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397316" y="315074"/>
            <a:ext cx="9090819" cy="271455"/>
          </a:xfrm>
        </p:spPr>
        <p:txBody>
          <a:bodyPr/>
          <a:lstStyle/>
          <a:p>
            <a:r>
              <a:rPr lang="en-US" dirty="0"/>
              <a:t>Quotes and callouts</a:t>
            </a:r>
          </a:p>
        </p:txBody>
      </p:sp>
      <p:sp>
        <p:nvSpPr>
          <p:cNvPr id="2" name="Rectangle 1">
            <a:extLst>
              <a:ext uri="{FF2B5EF4-FFF2-40B4-BE49-F238E27FC236}">
                <a16:creationId xmlns:a16="http://schemas.microsoft.com/office/drawing/2014/main" id="{78D2616B-B391-9274-A0A4-B76773F13E12}"/>
              </a:ext>
            </a:extLst>
          </p:cNvPr>
          <p:cNvSpPr/>
          <p:nvPr/>
        </p:nvSpPr>
        <p:spPr bwMode="gray">
          <a:xfrm>
            <a:off x="6549919" y="1680083"/>
            <a:ext cx="2979123" cy="3432943"/>
          </a:xfrm>
          <a:prstGeom prst="rect">
            <a:avLst/>
          </a:prstGeom>
          <a:solidFill>
            <a:schemeClr val="accent5"/>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4" name="Speech Bubble: Rectangle 3">
            <a:extLst>
              <a:ext uri="{FF2B5EF4-FFF2-40B4-BE49-F238E27FC236}">
                <a16:creationId xmlns:a16="http://schemas.microsoft.com/office/drawing/2014/main" id="{FFBC4F53-7EF8-6CAC-1641-D79D3371ADA3}"/>
              </a:ext>
            </a:extLst>
          </p:cNvPr>
          <p:cNvSpPr/>
          <p:nvPr/>
        </p:nvSpPr>
        <p:spPr bwMode="gray">
          <a:xfrm>
            <a:off x="376958" y="1689316"/>
            <a:ext cx="3082815" cy="3432943"/>
          </a:xfrm>
          <a:prstGeom prst="wedgeRectCallout">
            <a:avLst>
              <a:gd name="adj1" fmla="val 32353"/>
              <a:gd name="adj2" fmla="val 60714"/>
            </a:avLst>
          </a:prstGeom>
          <a:solidFill>
            <a:schemeClr val="tx1"/>
          </a:solidFill>
          <a:ln w="19050" algn="ctr">
            <a:solidFill>
              <a:schemeClr val="accent2"/>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5" name="TextBox 4">
            <a:extLst>
              <a:ext uri="{FF2B5EF4-FFF2-40B4-BE49-F238E27FC236}">
                <a16:creationId xmlns:a16="http://schemas.microsoft.com/office/drawing/2014/main" id="{3378EFDB-652D-7BCA-AD5A-8ED2B1A8C304}"/>
              </a:ext>
            </a:extLst>
          </p:cNvPr>
          <p:cNvSpPr txBox="1"/>
          <p:nvPr/>
        </p:nvSpPr>
        <p:spPr>
          <a:xfrm>
            <a:off x="553976" y="1834490"/>
            <a:ext cx="2801131" cy="3080330"/>
          </a:xfrm>
          <a:prstGeom prst="rect">
            <a:avLst/>
          </a:prstGeom>
          <a:noFill/>
        </p:spPr>
        <p:txBody>
          <a:bodyPr wrap="square" lIns="0" tIns="0" rIns="0" bIns="0" rtlCol="0">
            <a:spAutoFit/>
          </a:bodyPr>
          <a:lstStyle/>
          <a:p>
            <a:pPr>
              <a:spcBef>
                <a:spcPts val="488"/>
              </a:spcBef>
              <a:buSzPct val="100000"/>
            </a:pPr>
            <a:r>
              <a:rPr lang="en-US" sz="2800" b="1" dirty="0">
                <a:solidFill>
                  <a:schemeClr val="accent3"/>
                </a:solidFill>
                <a:latin typeface="Aptos" panose="020B0004020202020204" pitchFamily="34" charset="0"/>
              </a:rPr>
              <a:t>“This is dummy text that would be filled with a quote or callout from somewhere else in the text.”</a:t>
            </a:r>
          </a:p>
          <a:p>
            <a:pPr>
              <a:spcBef>
                <a:spcPts val="488"/>
              </a:spcBef>
              <a:buSzPct val="100000"/>
            </a:pPr>
            <a:r>
              <a:rPr lang="en-US" sz="1400" dirty="0">
                <a:solidFill>
                  <a:schemeClr val="accent3"/>
                </a:solidFill>
                <a:latin typeface="Aptos" panose="020B0004020202020204" pitchFamily="34" charset="0"/>
              </a:rPr>
              <a:t>— Name of quoted person, </a:t>
            </a:r>
            <a:br>
              <a:rPr lang="en-US" sz="1400" dirty="0">
                <a:solidFill>
                  <a:schemeClr val="accent3"/>
                </a:solidFill>
                <a:latin typeface="Aptos" panose="020B0004020202020204" pitchFamily="34" charset="0"/>
              </a:rPr>
            </a:br>
            <a:r>
              <a:rPr lang="en-US" sz="1400" dirty="0">
                <a:solidFill>
                  <a:schemeClr val="accent3"/>
                </a:solidFill>
                <a:latin typeface="Aptos" panose="020B0004020202020204" pitchFamily="34" charset="0"/>
              </a:rPr>
              <a:t>Title of quoted person</a:t>
            </a:r>
            <a:endParaRPr lang="en-US" sz="1400" b="1" dirty="0">
              <a:solidFill>
                <a:schemeClr val="accent3"/>
              </a:solidFill>
              <a:latin typeface="Aptos" panose="020B0004020202020204" pitchFamily="34" charset="0"/>
            </a:endParaRPr>
          </a:p>
        </p:txBody>
      </p:sp>
      <p:sp>
        <p:nvSpPr>
          <p:cNvPr id="6" name="TextBox 5">
            <a:extLst>
              <a:ext uri="{FF2B5EF4-FFF2-40B4-BE49-F238E27FC236}">
                <a16:creationId xmlns:a16="http://schemas.microsoft.com/office/drawing/2014/main" id="{40CC3276-D036-AE14-C46A-042D9303E1F4}"/>
              </a:ext>
            </a:extLst>
          </p:cNvPr>
          <p:cNvSpPr txBox="1"/>
          <p:nvPr/>
        </p:nvSpPr>
        <p:spPr>
          <a:xfrm>
            <a:off x="3727338" y="1808176"/>
            <a:ext cx="2709384" cy="3613938"/>
          </a:xfrm>
          <a:prstGeom prst="rect">
            <a:avLst/>
          </a:prstGeom>
          <a:noFill/>
        </p:spPr>
        <p:txBody>
          <a:bodyPr wrap="square" lIns="0" tIns="0" rIns="0" bIns="0" rtlCol="0">
            <a:spAutoFit/>
          </a:bodyPr>
          <a:lstStyle/>
          <a:p>
            <a:pPr>
              <a:spcBef>
                <a:spcPts val="488"/>
              </a:spcBef>
              <a:buSzPct val="100000"/>
            </a:pPr>
            <a:r>
              <a:rPr lang="en-US" sz="2800" dirty="0">
                <a:solidFill>
                  <a:schemeClr val="accent3"/>
                </a:solidFill>
                <a:latin typeface="Aptos" panose="020B0004020202020204" pitchFamily="34" charset="0"/>
              </a:rPr>
              <a:t>“This is dummy text that would be filled with a quote or callout from somewhere else in the text.”</a:t>
            </a:r>
          </a:p>
          <a:p>
            <a:pPr>
              <a:spcBef>
                <a:spcPts val="488"/>
              </a:spcBef>
              <a:buSzPct val="100000"/>
            </a:pPr>
            <a:r>
              <a:rPr lang="en-US" sz="1400" dirty="0">
                <a:solidFill>
                  <a:schemeClr val="accent3"/>
                </a:solidFill>
                <a:latin typeface="Aptos" panose="020B0004020202020204" pitchFamily="34" charset="0"/>
              </a:rPr>
              <a:t>— Name of quoted person, </a:t>
            </a:r>
            <a:br>
              <a:rPr lang="en-US" sz="1400" dirty="0">
                <a:solidFill>
                  <a:schemeClr val="accent3"/>
                </a:solidFill>
                <a:latin typeface="Aptos" panose="020B0004020202020204" pitchFamily="34" charset="0"/>
              </a:rPr>
            </a:br>
            <a:r>
              <a:rPr lang="en-US" sz="1400" dirty="0">
                <a:solidFill>
                  <a:schemeClr val="accent3"/>
                </a:solidFill>
                <a:latin typeface="Aptos" panose="020B0004020202020204" pitchFamily="34" charset="0"/>
              </a:rPr>
              <a:t>Title of quoted person</a:t>
            </a:r>
            <a:endParaRPr lang="en-US" sz="1400" b="1" dirty="0">
              <a:solidFill>
                <a:schemeClr val="accent3"/>
              </a:solidFill>
              <a:latin typeface="Aptos" panose="020B0004020202020204" pitchFamily="34" charset="0"/>
            </a:endParaRPr>
          </a:p>
          <a:p>
            <a:pPr>
              <a:spcBef>
                <a:spcPts val="488"/>
              </a:spcBef>
              <a:buSzPct val="100000"/>
            </a:pPr>
            <a:endParaRPr lang="en-US" sz="2925" dirty="0">
              <a:solidFill>
                <a:schemeClr val="accent1"/>
              </a:solidFill>
              <a:latin typeface="Aptos" panose="020B0004020202020204" pitchFamily="34" charset="0"/>
            </a:endParaRPr>
          </a:p>
        </p:txBody>
      </p:sp>
      <p:sp>
        <p:nvSpPr>
          <p:cNvPr id="7" name="TextBox 6">
            <a:extLst>
              <a:ext uri="{FF2B5EF4-FFF2-40B4-BE49-F238E27FC236}">
                <a16:creationId xmlns:a16="http://schemas.microsoft.com/office/drawing/2014/main" id="{3A5D86D0-0B76-7CC7-3476-C1BB85F2B091}"/>
              </a:ext>
            </a:extLst>
          </p:cNvPr>
          <p:cNvSpPr txBox="1"/>
          <p:nvPr/>
        </p:nvSpPr>
        <p:spPr>
          <a:xfrm>
            <a:off x="6735481" y="1808176"/>
            <a:ext cx="2709384" cy="3594574"/>
          </a:xfrm>
          <a:prstGeom prst="rect">
            <a:avLst/>
          </a:prstGeom>
          <a:noFill/>
        </p:spPr>
        <p:txBody>
          <a:bodyPr wrap="square" lIns="0" tIns="0" rIns="0" bIns="0" rtlCol="0">
            <a:spAutoFit/>
          </a:bodyPr>
          <a:lstStyle/>
          <a:p>
            <a:pPr>
              <a:spcBef>
                <a:spcPts val="488"/>
              </a:spcBef>
              <a:buSzPct val="100000"/>
            </a:pPr>
            <a:r>
              <a:rPr lang="en-US" sz="2800" dirty="0">
                <a:solidFill>
                  <a:schemeClr val="bg1"/>
                </a:solidFill>
                <a:latin typeface="Aptos" panose="020B0004020202020204" pitchFamily="34" charset="0"/>
              </a:rPr>
              <a:t>“This is dummy text that would be filled with a quote or callout from somewhere else in the text.”</a:t>
            </a:r>
          </a:p>
          <a:p>
            <a:pPr>
              <a:spcBef>
                <a:spcPts val="488"/>
              </a:spcBef>
              <a:buSzPct val="100000"/>
            </a:pPr>
            <a:r>
              <a:rPr lang="en-US" sz="1400" dirty="0">
                <a:solidFill>
                  <a:schemeClr val="bg1"/>
                </a:solidFill>
                <a:latin typeface="Aptos" panose="020B0004020202020204" pitchFamily="34" charset="0"/>
              </a:rPr>
              <a:t>— Name of quoted person, </a:t>
            </a:r>
            <a:br>
              <a:rPr lang="en-US" sz="1400" dirty="0">
                <a:solidFill>
                  <a:schemeClr val="bg1"/>
                </a:solidFill>
                <a:latin typeface="Aptos" panose="020B0004020202020204" pitchFamily="34" charset="0"/>
              </a:rPr>
            </a:br>
            <a:r>
              <a:rPr lang="en-US" sz="1400" dirty="0">
                <a:solidFill>
                  <a:schemeClr val="bg1"/>
                </a:solidFill>
                <a:latin typeface="Aptos" panose="020B0004020202020204" pitchFamily="34" charset="0"/>
              </a:rPr>
              <a:t>Title of quoted person</a:t>
            </a:r>
            <a:endParaRPr lang="en-US" sz="1400" b="1" dirty="0">
              <a:solidFill>
                <a:schemeClr val="bg1"/>
              </a:solidFill>
              <a:latin typeface="Aptos" panose="020B0004020202020204" pitchFamily="34" charset="0"/>
            </a:endParaRPr>
          </a:p>
          <a:p>
            <a:pPr>
              <a:spcBef>
                <a:spcPts val="488"/>
              </a:spcBef>
              <a:buSzPct val="100000"/>
            </a:pPr>
            <a:endParaRPr lang="en-US" sz="2925" dirty="0">
              <a:solidFill>
                <a:schemeClr val="bg1"/>
              </a:solidFill>
              <a:latin typeface="Aptos" panose="020B0004020202020204" pitchFamily="34" charset="0"/>
            </a:endParaRPr>
          </a:p>
        </p:txBody>
      </p:sp>
    </p:spTree>
    <p:extLst>
      <p:ext uri="{BB962C8B-B14F-4D97-AF65-F5344CB8AC3E}">
        <p14:creationId xmlns:p14="http://schemas.microsoft.com/office/powerpoint/2010/main" val="3170686621"/>
      </p:ext>
    </p:extLst>
  </p:cSld>
  <p:clrMapOvr>
    <a:masterClrMapping/>
  </p:clrMapOvr>
  <p:transition>
    <p:fade/>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dirty="0"/>
              <a:t>Descriptive text</a:t>
            </a:r>
          </a:p>
        </p:txBody>
      </p:sp>
      <p:sp>
        <p:nvSpPr>
          <p:cNvPr id="3" name="Title 2"/>
          <p:cNvSpPr>
            <a:spLocks noGrp="1"/>
          </p:cNvSpPr>
          <p:nvPr>
            <p:ph type="title"/>
          </p:nvPr>
        </p:nvSpPr>
        <p:spPr/>
        <p:txBody>
          <a:bodyPr/>
          <a:lstStyle/>
          <a:p>
            <a:r>
              <a:rPr lang="en-GB" dirty="0"/>
              <a:t>Highlight numbers</a:t>
            </a:r>
          </a:p>
        </p:txBody>
      </p:sp>
      <p:sp>
        <p:nvSpPr>
          <p:cNvPr id="50" name="TextBox 49"/>
          <p:cNvSpPr txBox="1"/>
          <p:nvPr/>
        </p:nvSpPr>
        <p:spPr>
          <a:xfrm>
            <a:off x="2795735" y="2152467"/>
            <a:ext cx="1666785" cy="875240"/>
          </a:xfrm>
          <a:prstGeom prst="rect">
            <a:avLst/>
          </a:prstGeom>
          <a:noFill/>
        </p:spPr>
        <p:txBody>
          <a:bodyPr wrap="square" lIns="0" tIns="0" rIns="0" bIns="0" rtlCol="0">
            <a:noAutofit/>
          </a:bodyPr>
          <a:lstStyle/>
          <a:p>
            <a:r>
              <a:rPr lang="en-GB" sz="1200" b="1" dirty="0">
                <a:latin typeface="Aptos" panose="020B0004020202020204" pitchFamily="34" charset="0"/>
              </a:rPr>
              <a:t>Maecenas </a:t>
            </a:r>
            <a:r>
              <a:rPr lang="en-US" sz="1200" b="1" dirty="0" err="1">
                <a:latin typeface="Aptos" panose="020B0004020202020204" pitchFamily="34" charset="0"/>
              </a:rPr>
              <a:t>tincidunt</a:t>
            </a:r>
            <a:endParaRPr lang="en-US" sz="1200" b="1" dirty="0">
              <a:latin typeface="Aptos" panose="020B0004020202020204" pitchFamily="34" charset="0"/>
            </a:endParaRPr>
          </a:p>
          <a:p>
            <a:r>
              <a:rPr lang="en-GB" sz="1200" dirty="0" err="1">
                <a:latin typeface="Aptos" panose="020B0004020202020204" pitchFamily="34" charset="0"/>
              </a:rPr>
              <a:t>fringilla</a:t>
            </a:r>
            <a:r>
              <a:rPr lang="en-GB" sz="1200" dirty="0">
                <a:latin typeface="Aptos" panose="020B0004020202020204" pitchFamily="34" charset="0"/>
              </a:rPr>
              <a:t> </a:t>
            </a:r>
            <a:r>
              <a:rPr lang="en-GB" sz="1200" dirty="0" err="1">
                <a:latin typeface="Aptos" panose="020B0004020202020204" pitchFamily="34" charset="0"/>
              </a:rPr>
              <a:t>felis</a:t>
            </a:r>
            <a:r>
              <a:rPr lang="en-GB" sz="1200" dirty="0">
                <a:latin typeface="Aptos" panose="020B0004020202020204" pitchFamily="34" charset="0"/>
              </a:rPr>
              <a:t> </a:t>
            </a:r>
            <a:r>
              <a:rPr lang="en-GB" sz="1200" dirty="0" err="1">
                <a:latin typeface="Aptos" panose="020B0004020202020204" pitchFamily="34" charset="0"/>
              </a:rPr>
              <a:t>vel</a:t>
            </a:r>
            <a:endParaRPr lang="en-GB" sz="1200" dirty="0">
              <a:latin typeface="Aptos" panose="020B0004020202020204" pitchFamily="34" charset="0"/>
            </a:endParaRPr>
          </a:p>
          <a:p>
            <a:r>
              <a:rPr lang="en-GB" sz="1200" dirty="0" err="1">
                <a:latin typeface="Aptos" panose="020B0004020202020204" pitchFamily="34" charset="0"/>
              </a:rPr>
              <a:t>bibendum</a:t>
            </a:r>
            <a:r>
              <a:rPr lang="en-GB" sz="1200" dirty="0">
                <a:latin typeface="Aptos" panose="020B0004020202020204" pitchFamily="34" charset="0"/>
              </a:rPr>
              <a:t>. Maecenas</a:t>
            </a:r>
          </a:p>
          <a:p>
            <a:r>
              <a:rPr lang="en-GB" sz="1200" dirty="0" err="1">
                <a:latin typeface="Aptos" panose="020B0004020202020204" pitchFamily="34" charset="0"/>
              </a:rPr>
              <a:t>porttitor</a:t>
            </a:r>
            <a:r>
              <a:rPr lang="en-GB" sz="1200" dirty="0">
                <a:latin typeface="Aptos" panose="020B0004020202020204" pitchFamily="34" charset="0"/>
              </a:rPr>
              <a:t> </a:t>
            </a:r>
            <a:r>
              <a:rPr lang="en-GB" sz="1200" dirty="0" err="1">
                <a:latin typeface="Aptos" panose="020B0004020202020204" pitchFamily="34" charset="0"/>
              </a:rPr>
              <a:t>tortor</a:t>
            </a:r>
            <a:r>
              <a:rPr lang="en-GB" sz="1200" dirty="0">
                <a:latin typeface="Aptos" panose="020B0004020202020204" pitchFamily="34" charset="0"/>
              </a:rPr>
              <a:t> convallis</a:t>
            </a:r>
          </a:p>
          <a:p>
            <a:r>
              <a:rPr lang="en-GB" sz="1200" dirty="0">
                <a:latin typeface="Aptos" panose="020B0004020202020204" pitchFamily="34" charset="0"/>
              </a:rPr>
              <a:t>quam </a:t>
            </a:r>
            <a:r>
              <a:rPr lang="en-GB" sz="1200" dirty="0" err="1">
                <a:latin typeface="Aptos" panose="020B0004020202020204" pitchFamily="34" charset="0"/>
              </a:rPr>
              <a:t>aliquet</a:t>
            </a:r>
            <a:r>
              <a:rPr lang="en-GB" sz="1200" dirty="0">
                <a:latin typeface="Aptos" panose="020B0004020202020204" pitchFamily="34" charset="0"/>
              </a:rPr>
              <a:t> </a:t>
            </a:r>
            <a:r>
              <a:rPr lang="en-GB" sz="1200" dirty="0" err="1">
                <a:latin typeface="Aptos" panose="020B0004020202020204" pitchFamily="34" charset="0"/>
              </a:rPr>
              <a:t>viverra</a:t>
            </a:r>
            <a:r>
              <a:rPr lang="en-GB" sz="1200" dirty="0">
                <a:latin typeface="Aptos" panose="020B0004020202020204" pitchFamily="34" charset="0"/>
              </a:rPr>
              <a:t>.</a:t>
            </a:r>
          </a:p>
        </p:txBody>
      </p:sp>
      <p:sp>
        <p:nvSpPr>
          <p:cNvPr id="52" name="TextBox 51"/>
          <p:cNvSpPr txBox="1"/>
          <p:nvPr/>
        </p:nvSpPr>
        <p:spPr>
          <a:xfrm>
            <a:off x="1223703" y="2996597"/>
            <a:ext cx="1749733" cy="1100301"/>
          </a:xfrm>
          <a:prstGeom prst="rect">
            <a:avLst/>
          </a:prstGeom>
          <a:noFill/>
        </p:spPr>
        <p:txBody>
          <a:bodyPr wrap="square" lIns="0" tIns="0" rIns="0" bIns="0" rtlCol="0">
            <a:spAutoFit/>
          </a:bodyPr>
          <a:lstStyle/>
          <a:p>
            <a:pPr algn="ctr">
              <a:spcBef>
                <a:spcPts val="488"/>
              </a:spcBef>
              <a:buSzPct val="100000"/>
            </a:pPr>
            <a:r>
              <a:rPr lang="en-GB" sz="7150" dirty="0">
                <a:solidFill>
                  <a:schemeClr val="accent2"/>
                </a:solidFill>
                <a:latin typeface="Aptos" panose="020B0004020202020204" pitchFamily="34" charset="0"/>
              </a:rPr>
              <a:t>02</a:t>
            </a:r>
          </a:p>
        </p:txBody>
      </p:sp>
      <p:sp>
        <p:nvSpPr>
          <p:cNvPr id="53" name="TextBox 52"/>
          <p:cNvSpPr txBox="1"/>
          <p:nvPr/>
        </p:nvSpPr>
        <p:spPr>
          <a:xfrm>
            <a:off x="1223703" y="1966749"/>
            <a:ext cx="1749733" cy="1100301"/>
          </a:xfrm>
          <a:prstGeom prst="rect">
            <a:avLst/>
          </a:prstGeom>
          <a:noFill/>
        </p:spPr>
        <p:txBody>
          <a:bodyPr wrap="square" lIns="0" tIns="0" rIns="0" bIns="0" rtlCol="0">
            <a:spAutoFit/>
          </a:bodyPr>
          <a:lstStyle/>
          <a:p>
            <a:pPr algn="ctr">
              <a:spcBef>
                <a:spcPts val="488"/>
              </a:spcBef>
              <a:buSzPct val="100000"/>
            </a:pPr>
            <a:r>
              <a:rPr lang="en-GB" sz="7150" dirty="0">
                <a:solidFill>
                  <a:schemeClr val="accent3"/>
                </a:solidFill>
                <a:latin typeface="Aptos" panose="020B0004020202020204" pitchFamily="34" charset="0"/>
              </a:rPr>
              <a:t>01</a:t>
            </a:r>
          </a:p>
        </p:txBody>
      </p:sp>
      <p:sp>
        <p:nvSpPr>
          <p:cNvPr id="55" name="TextBox 54"/>
          <p:cNvSpPr txBox="1"/>
          <p:nvPr/>
        </p:nvSpPr>
        <p:spPr>
          <a:xfrm>
            <a:off x="6221377" y="2152467"/>
            <a:ext cx="1833464" cy="875240"/>
          </a:xfrm>
          <a:prstGeom prst="rect">
            <a:avLst/>
          </a:prstGeom>
          <a:noFill/>
        </p:spPr>
        <p:txBody>
          <a:bodyPr wrap="square" lIns="0" tIns="0" rIns="0" bIns="0" rtlCol="0">
            <a:noAutofit/>
          </a:bodyPr>
          <a:lstStyle/>
          <a:p>
            <a:r>
              <a:rPr lang="en-GB" sz="1200" b="1" dirty="0">
                <a:latin typeface="Aptos" panose="020B0004020202020204" pitchFamily="34" charset="0"/>
              </a:rPr>
              <a:t>Maecenas </a:t>
            </a:r>
            <a:r>
              <a:rPr lang="en-GB" sz="1200" b="1" dirty="0" err="1">
                <a:latin typeface="Aptos" panose="020B0004020202020204" pitchFamily="34" charset="0"/>
              </a:rPr>
              <a:t>tincidunt</a:t>
            </a:r>
            <a:endParaRPr lang="en-GB" sz="1200" b="1" dirty="0">
              <a:latin typeface="Aptos" panose="020B0004020202020204" pitchFamily="34" charset="0"/>
            </a:endParaRPr>
          </a:p>
          <a:p>
            <a:r>
              <a:rPr lang="en-GB" sz="1200" dirty="0" err="1">
                <a:latin typeface="Aptos" panose="020B0004020202020204" pitchFamily="34" charset="0"/>
              </a:rPr>
              <a:t>fringilla</a:t>
            </a:r>
            <a:r>
              <a:rPr lang="en-GB" sz="1200" dirty="0">
                <a:latin typeface="Aptos" panose="020B0004020202020204" pitchFamily="34" charset="0"/>
              </a:rPr>
              <a:t> </a:t>
            </a:r>
            <a:r>
              <a:rPr lang="en-GB" sz="1200" dirty="0" err="1">
                <a:latin typeface="Aptos" panose="020B0004020202020204" pitchFamily="34" charset="0"/>
              </a:rPr>
              <a:t>felis</a:t>
            </a:r>
            <a:r>
              <a:rPr lang="en-GB" sz="1200" dirty="0">
                <a:latin typeface="Aptos" panose="020B0004020202020204" pitchFamily="34" charset="0"/>
              </a:rPr>
              <a:t> </a:t>
            </a:r>
            <a:r>
              <a:rPr lang="en-GB" sz="1200" dirty="0" err="1">
                <a:latin typeface="Aptos" panose="020B0004020202020204" pitchFamily="34" charset="0"/>
              </a:rPr>
              <a:t>vel</a:t>
            </a:r>
            <a:endParaRPr lang="en-GB" sz="1200" dirty="0">
              <a:latin typeface="Aptos" panose="020B0004020202020204" pitchFamily="34" charset="0"/>
            </a:endParaRPr>
          </a:p>
          <a:p>
            <a:r>
              <a:rPr lang="en-GB" sz="1200" dirty="0" err="1">
                <a:latin typeface="Aptos" panose="020B0004020202020204" pitchFamily="34" charset="0"/>
              </a:rPr>
              <a:t>bibendum</a:t>
            </a:r>
            <a:r>
              <a:rPr lang="en-GB" sz="1200" dirty="0">
                <a:latin typeface="Aptos" panose="020B0004020202020204" pitchFamily="34" charset="0"/>
              </a:rPr>
              <a:t>. Maecenas</a:t>
            </a:r>
          </a:p>
          <a:p>
            <a:r>
              <a:rPr lang="en-GB" sz="1200" dirty="0" err="1">
                <a:latin typeface="Aptos" panose="020B0004020202020204" pitchFamily="34" charset="0"/>
              </a:rPr>
              <a:t>porttitor</a:t>
            </a:r>
            <a:r>
              <a:rPr lang="en-GB" sz="1200" dirty="0">
                <a:latin typeface="Aptos" panose="020B0004020202020204" pitchFamily="34" charset="0"/>
              </a:rPr>
              <a:t> </a:t>
            </a:r>
            <a:r>
              <a:rPr lang="en-GB" sz="1200" dirty="0" err="1">
                <a:latin typeface="Aptos" panose="020B0004020202020204" pitchFamily="34" charset="0"/>
              </a:rPr>
              <a:t>tortor</a:t>
            </a:r>
            <a:r>
              <a:rPr lang="en-GB" sz="1200" dirty="0">
                <a:latin typeface="Aptos" panose="020B0004020202020204" pitchFamily="34" charset="0"/>
              </a:rPr>
              <a:t> convallis</a:t>
            </a:r>
          </a:p>
          <a:p>
            <a:r>
              <a:rPr lang="en-GB" sz="1200" dirty="0">
                <a:latin typeface="Aptos" panose="020B0004020202020204" pitchFamily="34" charset="0"/>
              </a:rPr>
              <a:t>quam </a:t>
            </a:r>
            <a:r>
              <a:rPr lang="en-GB" sz="1200" dirty="0" err="1">
                <a:latin typeface="Aptos" panose="020B0004020202020204" pitchFamily="34" charset="0"/>
              </a:rPr>
              <a:t>aliquet</a:t>
            </a:r>
            <a:r>
              <a:rPr lang="en-GB" sz="1200" dirty="0">
                <a:latin typeface="Aptos" panose="020B0004020202020204" pitchFamily="34" charset="0"/>
              </a:rPr>
              <a:t> </a:t>
            </a:r>
            <a:r>
              <a:rPr lang="en-GB" sz="1200" dirty="0" err="1">
                <a:latin typeface="Aptos" panose="020B0004020202020204" pitchFamily="34" charset="0"/>
              </a:rPr>
              <a:t>viverra</a:t>
            </a:r>
            <a:r>
              <a:rPr lang="en-GB" sz="1200" dirty="0">
                <a:latin typeface="Aptos" panose="020B0004020202020204" pitchFamily="34" charset="0"/>
              </a:rPr>
              <a:t>.</a:t>
            </a:r>
          </a:p>
        </p:txBody>
      </p:sp>
      <p:sp>
        <p:nvSpPr>
          <p:cNvPr id="56" name="TextBox 55"/>
          <p:cNvSpPr txBox="1"/>
          <p:nvPr/>
        </p:nvSpPr>
        <p:spPr>
          <a:xfrm>
            <a:off x="4642322" y="1966749"/>
            <a:ext cx="1749733" cy="1100301"/>
          </a:xfrm>
          <a:prstGeom prst="rect">
            <a:avLst/>
          </a:prstGeom>
          <a:noFill/>
        </p:spPr>
        <p:txBody>
          <a:bodyPr wrap="square" lIns="0" tIns="0" rIns="0" bIns="0" rtlCol="0">
            <a:spAutoFit/>
          </a:bodyPr>
          <a:lstStyle/>
          <a:p>
            <a:pPr algn="ctr">
              <a:spcBef>
                <a:spcPts val="488"/>
              </a:spcBef>
              <a:buSzPct val="100000"/>
            </a:pPr>
            <a:r>
              <a:rPr lang="en-GB" sz="7150" dirty="0">
                <a:solidFill>
                  <a:schemeClr val="tx2">
                    <a:lumMod val="75000"/>
                  </a:schemeClr>
                </a:solidFill>
                <a:latin typeface="Aptos" panose="020B0004020202020204" pitchFamily="34" charset="0"/>
              </a:rPr>
              <a:t>04</a:t>
            </a:r>
          </a:p>
        </p:txBody>
      </p:sp>
      <p:sp>
        <p:nvSpPr>
          <p:cNvPr id="58" name="TextBox 57"/>
          <p:cNvSpPr txBox="1"/>
          <p:nvPr/>
        </p:nvSpPr>
        <p:spPr>
          <a:xfrm>
            <a:off x="1223703" y="4132253"/>
            <a:ext cx="1749733" cy="1100301"/>
          </a:xfrm>
          <a:prstGeom prst="rect">
            <a:avLst/>
          </a:prstGeom>
          <a:noFill/>
        </p:spPr>
        <p:txBody>
          <a:bodyPr wrap="square" lIns="0" tIns="0" rIns="0" bIns="0" rtlCol="0">
            <a:spAutoFit/>
          </a:bodyPr>
          <a:lstStyle/>
          <a:p>
            <a:pPr algn="ctr">
              <a:spcBef>
                <a:spcPts val="488"/>
              </a:spcBef>
              <a:buSzPct val="100000"/>
            </a:pPr>
            <a:r>
              <a:rPr lang="en-GB" sz="7150" dirty="0">
                <a:solidFill>
                  <a:schemeClr val="accent1"/>
                </a:solidFill>
                <a:latin typeface="Aptos" panose="020B0004020202020204" pitchFamily="34" charset="0"/>
              </a:rPr>
              <a:t>03</a:t>
            </a:r>
          </a:p>
        </p:txBody>
      </p:sp>
      <p:sp>
        <p:nvSpPr>
          <p:cNvPr id="59" name="TextBox 58"/>
          <p:cNvSpPr txBox="1"/>
          <p:nvPr/>
        </p:nvSpPr>
        <p:spPr>
          <a:xfrm>
            <a:off x="4642322" y="2996597"/>
            <a:ext cx="1749733" cy="1100301"/>
          </a:xfrm>
          <a:prstGeom prst="rect">
            <a:avLst/>
          </a:prstGeom>
          <a:noFill/>
        </p:spPr>
        <p:txBody>
          <a:bodyPr wrap="square" lIns="0" tIns="0" rIns="0" bIns="0" rtlCol="0">
            <a:spAutoFit/>
          </a:bodyPr>
          <a:lstStyle/>
          <a:p>
            <a:pPr algn="ctr">
              <a:spcBef>
                <a:spcPts val="488"/>
              </a:spcBef>
              <a:buSzPct val="100000"/>
            </a:pPr>
            <a:r>
              <a:rPr lang="en-GB" sz="7150" dirty="0">
                <a:solidFill>
                  <a:schemeClr val="accent5"/>
                </a:solidFill>
                <a:latin typeface="Aptos" panose="020B0004020202020204" pitchFamily="34" charset="0"/>
              </a:rPr>
              <a:t>05</a:t>
            </a:r>
          </a:p>
        </p:txBody>
      </p:sp>
      <p:sp>
        <p:nvSpPr>
          <p:cNvPr id="61" name="TextBox 60"/>
          <p:cNvSpPr txBox="1"/>
          <p:nvPr/>
        </p:nvSpPr>
        <p:spPr>
          <a:xfrm>
            <a:off x="4642322" y="4132253"/>
            <a:ext cx="1749733" cy="1100301"/>
          </a:xfrm>
          <a:prstGeom prst="rect">
            <a:avLst/>
          </a:prstGeom>
          <a:noFill/>
        </p:spPr>
        <p:txBody>
          <a:bodyPr wrap="square" lIns="0" tIns="0" rIns="0" bIns="0" rtlCol="0">
            <a:spAutoFit/>
          </a:bodyPr>
          <a:lstStyle/>
          <a:p>
            <a:pPr algn="ctr">
              <a:spcBef>
                <a:spcPts val="488"/>
              </a:spcBef>
              <a:buSzPct val="100000"/>
            </a:pPr>
            <a:r>
              <a:rPr lang="en-GB" sz="7150" dirty="0">
                <a:solidFill>
                  <a:schemeClr val="accent3"/>
                </a:solidFill>
                <a:latin typeface="Aptos" panose="020B0004020202020204" pitchFamily="34" charset="0"/>
              </a:rPr>
              <a:t>06</a:t>
            </a:r>
          </a:p>
        </p:txBody>
      </p:sp>
      <p:sp>
        <p:nvSpPr>
          <p:cNvPr id="65" name="TextBox 64"/>
          <p:cNvSpPr txBox="1"/>
          <p:nvPr/>
        </p:nvSpPr>
        <p:spPr>
          <a:xfrm>
            <a:off x="2795735" y="3216100"/>
            <a:ext cx="1666785" cy="875240"/>
          </a:xfrm>
          <a:prstGeom prst="rect">
            <a:avLst/>
          </a:prstGeom>
          <a:noFill/>
        </p:spPr>
        <p:txBody>
          <a:bodyPr wrap="square" lIns="0" tIns="0" rIns="0" bIns="0" rtlCol="0">
            <a:noAutofit/>
          </a:bodyPr>
          <a:lstStyle/>
          <a:p>
            <a:r>
              <a:rPr lang="en-GB" sz="1200" b="1" dirty="0">
                <a:latin typeface="Aptos" panose="020B0004020202020204" pitchFamily="34" charset="0"/>
              </a:rPr>
              <a:t>Maecenas </a:t>
            </a:r>
            <a:r>
              <a:rPr lang="en-GB" sz="1200" b="1" dirty="0" err="1">
                <a:latin typeface="Aptos" panose="020B0004020202020204" pitchFamily="34" charset="0"/>
              </a:rPr>
              <a:t>tincidunt</a:t>
            </a:r>
            <a:endParaRPr lang="en-GB" sz="1200" b="1" dirty="0">
              <a:latin typeface="Aptos" panose="020B0004020202020204" pitchFamily="34" charset="0"/>
            </a:endParaRPr>
          </a:p>
          <a:p>
            <a:r>
              <a:rPr lang="en-GB" sz="1200" dirty="0" err="1">
                <a:latin typeface="Aptos" panose="020B0004020202020204" pitchFamily="34" charset="0"/>
              </a:rPr>
              <a:t>fringilla</a:t>
            </a:r>
            <a:r>
              <a:rPr lang="en-GB" sz="1200" dirty="0">
                <a:latin typeface="Aptos" panose="020B0004020202020204" pitchFamily="34" charset="0"/>
              </a:rPr>
              <a:t> </a:t>
            </a:r>
            <a:r>
              <a:rPr lang="en-GB" sz="1200" dirty="0" err="1">
                <a:latin typeface="Aptos" panose="020B0004020202020204" pitchFamily="34" charset="0"/>
              </a:rPr>
              <a:t>felis</a:t>
            </a:r>
            <a:r>
              <a:rPr lang="en-GB" sz="1200" dirty="0">
                <a:latin typeface="Aptos" panose="020B0004020202020204" pitchFamily="34" charset="0"/>
              </a:rPr>
              <a:t> </a:t>
            </a:r>
            <a:r>
              <a:rPr lang="en-GB" sz="1200" dirty="0" err="1">
                <a:latin typeface="Aptos" panose="020B0004020202020204" pitchFamily="34" charset="0"/>
              </a:rPr>
              <a:t>vel</a:t>
            </a:r>
            <a:endParaRPr lang="en-GB" sz="1200" dirty="0">
              <a:latin typeface="Aptos" panose="020B0004020202020204" pitchFamily="34" charset="0"/>
            </a:endParaRPr>
          </a:p>
          <a:p>
            <a:r>
              <a:rPr lang="en-GB" sz="1200" dirty="0" err="1">
                <a:latin typeface="Aptos" panose="020B0004020202020204" pitchFamily="34" charset="0"/>
              </a:rPr>
              <a:t>bibendum</a:t>
            </a:r>
            <a:r>
              <a:rPr lang="en-GB" sz="1200" dirty="0">
                <a:latin typeface="Aptos" panose="020B0004020202020204" pitchFamily="34" charset="0"/>
              </a:rPr>
              <a:t>. Maecenas</a:t>
            </a:r>
          </a:p>
          <a:p>
            <a:r>
              <a:rPr lang="en-GB" sz="1200" dirty="0" err="1">
                <a:latin typeface="Aptos" panose="020B0004020202020204" pitchFamily="34" charset="0"/>
              </a:rPr>
              <a:t>porttitor</a:t>
            </a:r>
            <a:r>
              <a:rPr lang="en-GB" sz="1200" dirty="0">
                <a:latin typeface="Aptos" panose="020B0004020202020204" pitchFamily="34" charset="0"/>
              </a:rPr>
              <a:t> </a:t>
            </a:r>
            <a:r>
              <a:rPr lang="en-GB" sz="1200" dirty="0" err="1">
                <a:latin typeface="Aptos" panose="020B0004020202020204" pitchFamily="34" charset="0"/>
              </a:rPr>
              <a:t>tortor</a:t>
            </a:r>
            <a:r>
              <a:rPr lang="en-GB" sz="1200" dirty="0">
                <a:latin typeface="Aptos" panose="020B0004020202020204" pitchFamily="34" charset="0"/>
              </a:rPr>
              <a:t> convallis</a:t>
            </a:r>
          </a:p>
          <a:p>
            <a:r>
              <a:rPr lang="en-GB" sz="1200" dirty="0">
                <a:latin typeface="Aptos" panose="020B0004020202020204" pitchFamily="34" charset="0"/>
              </a:rPr>
              <a:t>quam </a:t>
            </a:r>
            <a:r>
              <a:rPr lang="en-GB" sz="1200" dirty="0" err="1">
                <a:latin typeface="Aptos" panose="020B0004020202020204" pitchFamily="34" charset="0"/>
              </a:rPr>
              <a:t>aliquet</a:t>
            </a:r>
            <a:r>
              <a:rPr lang="en-GB" sz="1200" dirty="0">
                <a:latin typeface="Aptos" panose="020B0004020202020204" pitchFamily="34" charset="0"/>
              </a:rPr>
              <a:t> </a:t>
            </a:r>
            <a:r>
              <a:rPr lang="en-GB" sz="1200" dirty="0" err="1">
                <a:latin typeface="Aptos" panose="020B0004020202020204" pitchFamily="34" charset="0"/>
              </a:rPr>
              <a:t>viverra</a:t>
            </a:r>
            <a:r>
              <a:rPr lang="en-GB" sz="1200" dirty="0">
                <a:latin typeface="Aptos" panose="020B0004020202020204" pitchFamily="34" charset="0"/>
              </a:rPr>
              <a:t>.</a:t>
            </a:r>
          </a:p>
        </p:txBody>
      </p:sp>
      <p:sp>
        <p:nvSpPr>
          <p:cNvPr id="67" name="TextBox 66"/>
          <p:cNvSpPr txBox="1"/>
          <p:nvPr/>
        </p:nvSpPr>
        <p:spPr>
          <a:xfrm>
            <a:off x="6221377" y="3216100"/>
            <a:ext cx="1833464" cy="875240"/>
          </a:xfrm>
          <a:prstGeom prst="rect">
            <a:avLst/>
          </a:prstGeom>
          <a:noFill/>
        </p:spPr>
        <p:txBody>
          <a:bodyPr wrap="square" lIns="0" tIns="0" rIns="0" bIns="0" rtlCol="0">
            <a:noAutofit/>
          </a:bodyPr>
          <a:lstStyle/>
          <a:p>
            <a:r>
              <a:rPr lang="en-GB" sz="1200" b="1" dirty="0">
                <a:latin typeface="Aptos" panose="020B0004020202020204" pitchFamily="34" charset="0"/>
              </a:rPr>
              <a:t>Maecenas </a:t>
            </a:r>
            <a:r>
              <a:rPr lang="en-GB" sz="1200" b="1" dirty="0" err="1">
                <a:latin typeface="Aptos" panose="020B0004020202020204" pitchFamily="34" charset="0"/>
              </a:rPr>
              <a:t>tincidunt</a:t>
            </a:r>
            <a:endParaRPr lang="en-GB" sz="1200" b="1" dirty="0">
              <a:latin typeface="Aptos" panose="020B0004020202020204" pitchFamily="34" charset="0"/>
            </a:endParaRPr>
          </a:p>
          <a:p>
            <a:r>
              <a:rPr lang="en-GB" sz="1200" dirty="0" err="1">
                <a:latin typeface="Aptos" panose="020B0004020202020204" pitchFamily="34" charset="0"/>
              </a:rPr>
              <a:t>fringilla</a:t>
            </a:r>
            <a:r>
              <a:rPr lang="en-GB" sz="1200" dirty="0">
                <a:latin typeface="Aptos" panose="020B0004020202020204" pitchFamily="34" charset="0"/>
              </a:rPr>
              <a:t> </a:t>
            </a:r>
            <a:r>
              <a:rPr lang="en-GB" sz="1200" dirty="0" err="1">
                <a:latin typeface="Aptos" panose="020B0004020202020204" pitchFamily="34" charset="0"/>
              </a:rPr>
              <a:t>felis</a:t>
            </a:r>
            <a:r>
              <a:rPr lang="en-GB" sz="1200" dirty="0">
                <a:latin typeface="Aptos" panose="020B0004020202020204" pitchFamily="34" charset="0"/>
              </a:rPr>
              <a:t> </a:t>
            </a:r>
            <a:r>
              <a:rPr lang="en-GB" sz="1200" dirty="0" err="1">
                <a:latin typeface="Aptos" panose="020B0004020202020204" pitchFamily="34" charset="0"/>
              </a:rPr>
              <a:t>vel</a:t>
            </a:r>
            <a:endParaRPr lang="en-GB" sz="1200" dirty="0">
              <a:latin typeface="Aptos" panose="020B0004020202020204" pitchFamily="34" charset="0"/>
            </a:endParaRPr>
          </a:p>
          <a:p>
            <a:r>
              <a:rPr lang="en-GB" sz="1200" dirty="0" err="1">
                <a:latin typeface="Aptos" panose="020B0004020202020204" pitchFamily="34" charset="0"/>
              </a:rPr>
              <a:t>bibendum</a:t>
            </a:r>
            <a:r>
              <a:rPr lang="en-GB" sz="1200" dirty="0">
                <a:latin typeface="Aptos" panose="020B0004020202020204" pitchFamily="34" charset="0"/>
              </a:rPr>
              <a:t>. Maecenas</a:t>
            </a:r>
          </a:p>
          <a:p>
            <a:r>
              <a:rPr lang="en-GB" sz="1200" dirty="0" err="1">
                <a:latin typeface="Aptos" panose="020B0004020202020204" pitchFamily="34" charset="0"/>
              </a:rPr>
              <a:t>porttitor</a:t>
            </a:r>
            <a:r>
              <a:rPr lang="en-GB" sz="1200" dirty="0">
                <a:latin typeface="Aptos" panose="020B0004020202020204" pitchFamily="34" charset="0"/>
              </a:rPr>
              <a:t> </a:t>
            </a:r>
            <a:r>
              <a:rPr lang="en-GB" sz="1200" dirty="0" err="1">
                <a:latin typeface="Aptos" panose="020B0004020202020204" pitchFamily="34" charset="0"/>
              </a:rPr>
              <a:t>tortor</a:t>
            </a:r>
            <a:r>
              <a:rPr lang="en-GB" sz="1200" dirty="0">
                <a:latin typeface="Aptos" panose="020B0004020202020204" pitchFamily="34" charset="0"/>
              </a:rPr>
              <a:t> convallis</a:t>
            </a:r>
          </a:p>
          <a:p>
            <a:r>
              <a:rPr lang="en-GB" sz="1200" dirty="0">
                <a:latin typeface="Aptos" panose="020B0004020202020204" pitchFamily="34" charset="0"/>
              </a:rPr>
              <a:t>quam </a:t>
            </a:r>
            <a:r>
              <a:rPr lang="en-GB" sz="1200" dirty="0" err="1">
                <a:latin typeface="Aptos" panose="020B0004020202020204" pitchFamily="34" charset="0"/>
              </a:rPr>
              <a:t>aliquet</a:t>
            </a:r>
            <a:r>
              <a:rPr lang="en-GB" sz="1200" dirty="0">
                <a:latin typeface="Aptos" panose="020B0004020202020204" pitchFamily="34" charset="0"/>
              </a:rPr>
              <a:t> </a:t>
            </a:r>
            <a:r>
              <a:rPr lang="en-GB" sz="1200" dirty="0" err="1">
                <a:latin typeface="Aptos" panose="020B0004020202020204" pitchFamily="34" charset="0"/>
              </a:rPr>
              <a:t>viverra</a:t>
            </a:r>
            <a:r>
              <a:rPr lang="en-GB" sz="1200" dirty="0">
                <a:latin typeface="Aptos" panose="020B0004020202020204" pitchFamily="34" charset="0"/>
              </a:rPr>
              <a:t>.</a:t>
            </a:r>
          </a:p>
        </p:txBody>
      </p:sp>
      <p:sp>
        <p:nvSpPr>
          <p:cNvPr id="69" name="TextBox 68"/>
          <p:cNvSpPr txBox="1"/>
          <p:nvPr/>
        </p:nvSpPr>
        <p:spPr>
          <a:xfrm>
            <a:off x="2795735" y="4357314"/>
            <a:ext cx="1666785" cy="875240"/>
          </a:xfrm>
          <a:prstGeom prst="rect">
            <a:avLst/>
          </a:prstGeom>
          <a:noFill/>
        </p:spPr>
        <p:txBody>
          <a:bodyPr wrap="square" lIns="0" tIns="0" rIns="0" bIns="0" rtlCol="0">
            <a:noAutofit/>
          </a:bodyPr>
          <a:lstStyle/>
          <a:p>
            <a:r>
              <a:rPr lang="en-GB" sz="1200" b="1" dirty="0">
                <a:latin typeface="Aptos" panose="020B0004020202020204" pitchFamily="34" charset="0"/>
              </a:rPr>
              <a:t>Maecenas </a:t>
            </a:r>
            <a:r>
              <a:rPr lang="en-GB" sz="1200" b="1" dirty="0" err="1">
                <a:latin typeface="Aptos" panose="020B0004020202020204" pitchFamily="34" charset="0"/>
              </a:rPr>
              <a:t>tincidunt</a:t>
            </a:r>
            <a:endParaRPr lang="en-GB" sz="1200" b="1" dirty="0">
              <a:latin typeface="Aptos" panose="020B0004020202020204" pitchFamily="34" charset="0"/>
            </a:endParaRPr>
          </a:p>
          <a:p>
            <a:r>
              <a:rPr lang="en-GB" sz="1200" dirty="0" err="1">
                <a:latin typeface="Aptos" panose="020B0004020202020204" pitchFamily="34" charset="0"/>
              </a:rPr>
              <a:t>fringilla</a:t>
            </a:r>
            <a:r>
              <a:rPr lang="en-GB" sz="1200" dirty="0">
                <a:latin typeface="Aptos" panose="020B0004020202020204" pitchFamily="34" charset="0"/>
              </a:rPr>
              <a:t> </a:t>
            </a:r>
            <a:r>
              <a:rPr lang="en-GB" sz="1200" dirty="0" err="1">
                <a:latin typeface="Aptos" panose="020B0004020202020204" pitchFamily="34" charset="0"/>
              </a:rPr>
              <a:t>felis</a:t>
            </a:r>
            <a:r>
              <a:rPr lang="en-GB" sz="1200" dirty="0">
                <a:latin typeface="Aptos" panose="020B0004020202020204" pitchFamily="34" charset="0"/>
              </a:rPr>
              <a:t> </a:t>
            </a:r>
            <a:r>
              <a:rPr lang="en-GB" sz="1200" dirty="0" err="1">
                <a:latin typeface="Aptos" panose="020B0004020202020204" pitchFamily="34" charset="0"/>
              </a:rPr>
              <a:t>vel</a:t>
            </a:r>
            <a:endParaRPr lang="en-GB" sz="1200" dirty="0">
              <a:latin typeface="Aptos" panose="020B0004020202020204" pitchFamily="34" charset="0"/>
            </a:endParaRPr>
          </a:p>
          <a:p>
            <a:r>
              <a:rPr lang="en-GB" sz="1200" dirty="0" err="1">
                <a:latin typeface="Aptos" panose="020B0004020202020204" pitchFamily="34" charset="0"/>
              </a:rPr>
              <a:t>bibendum</a:t>
            </a:r>
            <a:r>
              <a:rPr lang="en-GB" sz="1200" dirty="0">
                <a:latin typeface="Aptos" panose="020B0004020202020204" pitchFamily="34" charset="0"/>
              </a:rPr>
              <a:t>. Maecenas</a:t>
            </a:r>
          </a:p>
          <a:p>
            <a:r>
              <a:rPr lang="en-GB" sz="1200" dirty="0" err="1">
                <a:latin typeface="Aptos" panose="020B0004020202020204" pitchFamily="34" charset="0"/>
              </a:rPr>
              <a:t>porttitor</a:t>
            </a:r>
            <a:r>
              <a:rPr lang="en-GB" sz="1200" dirty="0">
                <a:latin typeface="Aptos" panose="020B0004020202020204" pitchFamily="34" charset="0"/>
              </a:rPr>
              <a:t> </a:t>
            </a:r>
            <a:r>
              <a:rPr lang="en-GB" sz="1200" dirty="0" err="1">
                <a:latin typeface="Aptos" panose="020B0004020202020204" pitchFamily="34" charset="0"/>
              </a:rPr>
              <a:t>tortor</a:t>
            </a:r>
            <a:r>
              <a:rPr lang="en-GB" sz="1200" dirty="0">
                <a:latin typeface="Aptos" panose="020B0004020202020204" pitchFamily="34" charset="0"/>
              </a:rPr>
              <a:t> convallis</a:t>
            </a:r>
          </a:p>
          <a:p>
            <a:r>
              <a:rPr lang="en-GB" sz="1200" dirty="0">
                <a:latin typeface="Aptos" panose="020B0004020202020204" pitchFamily="34" charset="0"/>
              </a:rPr>
              <a:t>quam </a:t>
            </a:r>
            <a:r>
              <a:rPr lang="en-GB" sz="1200" dirty="0" err="1">
                <a:latin typeface="Aptos" panose="020B0004020202020204" pitchFamily="34" charset="0"/>
              </a:rPr>
              <a:t>aliquet</a:t>
            </a:r>
            <a:r>
              <a:rPr lang="en-GB" sz="1200" dirty="0">
                <a:latin typeface="Aptos" panose="020B0004020202020204" pitchFamily="34" charset="0"/>
              </a:rPr>
              <a:t> </a:t>
            </a:r>
            <a:r>
              <a:rPr lang="en-GB" sz="1200" dirty="0" err="1">
                <a:latin typeface="Aptos" panose="020B0004020202020204" pitchFamily="34" charset="0"/>
              </a:rPr>
              <a:t>viverra</a:t>
            </a:r>
            <a:r>
              <a:rPr lang="en-GB" sz="1200" dirty="0">
                <a:latin typeface="Aptos" panose="020B0004020202020204" pitchFamily="34" charset="0"/>
              </a:rPr>
              <a:t>.</a:t>
            </a:r>
          </a:p>
        </p:txBody>
      </p:sp>
      <p:sp>
        <p:nvSpPr>
          <p:cNvPr id="71" name="TextBox 70"/>
          <p:cNvSpPr txBox="1"/>
          <p:nvPr/>
        </p:nvSpPr>
        <p:spPr>
          <a:xfrm>
            <a:off x="6221377" y="4357314"/>
            <a:ext cx="1833464" cy="875240"/>
          </a:xfrm>
          <a:prstGeom prst="rect">
            <a:avLst/>
          </a:prstGeom>
          <a:noFill/>
        </p:spPr>
        <p:txBody>
          <a:bodyPr wrap="square" lIns="0" tIns="0" rIns="0" bIns="0" rtlCol="0">
            <a:noAutofit/>
          </a:bodyPr>
          <a:lstStyle/>
          <a:p>
            <a:r>
              <a:rPr lang="en-GB" sz="1200" b="1" dirty="0">
                <a:latin typeface="Aptos" panose="020B0004020202020204" pitchFamily="34" charset="0"/>
              </a:rPr>
              <a:t>Maecenas </a:t>
            </a:r>
            <a:r>
              <a:rPr lang="en-GB" sz="1200" b="1" dirty="0" err="1">
                <a:latin typeface="Aptos" panose="020B0004020202020204" pitchFamily="34" charset="0"/>
              </a:rPr>
              <a:t>tincidunt</a:t>
            </a:r>
            <a:endParaRPr lang="en-GB" sz="1200" b="1" dirty="0">
              <a:latin typeface="Aptos" panose="020B0004020202020204" pitchFamily="34" charset="0"/>
            </a:endParaRPr>
          </a:p>
          <a:p>
            <a:r>
              <a:rPr lang="en-GB" sz="1200" dirty="0" err="1">
                <a:latin typeface="Aptos" panose="020B0004020202020204" pitchFamily="34" charset="0"/>
              </a:rPr>
              <a:t>fringilla</a:t>
            </a:r>
            <a:r>
              <a:rPr lang="en-GB" sz="1200" dirty="0">
                <a:latin typeface="Aptos" panose="020B0004020202020204" pitchFamily="34" charset="0"/>
              </a:rPr>
              <a:t> </a:t>
            </a:r>
            <a:r>
              <a:rPr lang="en-GB" sz="1200" dirty="0" err="1">
                <a:latin typeface="Aptos" panose="020B0004020202020204" pitchFamily="34" charset="0"/>
              </a:rPr>
              <a:t>felis</a:t>
            </a:r>
            <a:r>
              <a:rPr lang="en-GB" sz="1200" dirty="0">
                <a:latin typeface="Aptos" panose="020B0004020202020204" pitchFamily="34" charset="0"/>
              </a:rPr>
              <a:t> </a:t>
            </a:r>
            <a:r>
              <a:rPr lang="en-GB" sz="1200" dirty="0" err="1">
                <a:latin typeface="Aptos" panose="020B0004020202020204" pitchFamily="34" charset="0"/>
              </a:rPr>
              <a:t>vel</a:t>
            </a:r>
            <a:endParaRPr lang="en-GB" sz="1200" dirty="0">
              <a:latin typeface="Aptos" panose="020B0004020202020204" pitchFamily="34" charset="0"/>
            </a:endParaRPr>
          </a:p>
          <a:p>
            <a:r>
              <a:rPr lang="en-GB" sz="1200" dirty="0" err="1">
                <a:latin typeface="Aptos" panose="020B0004020202020204" pitchFamily="34" charset="0"/>
              </a:rPr>
              <a:t>bibendum</a:t>
            </a:r>
            <a:r>
              <a:rPr lang="en-GB" sz="1200" dirty="0">
                <a:latin typeface="Aptos" panose="020B0004020202020204" pitchFamily="34" charset="0"/>
              </a:rPr>
              <a:t>. Maecenas</a:t>
            </a:r>
          </a:p>
          <a:p>
            <a:r>
              <a:rPr lang="en-GB" sz="1200" dirty="0" err="1">
                <a:latin typeface="Aptos" panose="020B0004020202020204" pitchFamily="34" charset="0"/>
              </a:rPr>
              <a:t>porttitor</a:t>
            </a:r>
            <a:r>
              <a:rPr lang="en-GB" sz="1200" dirty="0">
                <a:latin typeface="Aptos" panose="020B0004020202020204" pitchFamily="34" charset="0"/>
              </a:rPr>
              <a:t> </a:t>
            </a:r>
            <a:r>
              <a:rPr lang="en-GB" sz="1200" dirty="0" err="1">
                <a:latin typeface="Aptos" panose="020B0004020202020204" pitchFamily="34" charset="0"/>
              </a:rPr>
              <a:t>tortor</a:t>
            </a:r>
            <a:r>
              <a:rPr lang="en-GB" sz="1200" dirty="0">
                <a:latin typeface="Aptos" panose="020B0004020202020204" pitchFamily="34" charset="0"/>
              </a:rPr>
              <a:t> convallis</a:t>
            </a:r>
          </a:p>
          <a:p>
            <a:r>
              <a:rPr lang="en-GB" sz="1200" dirty="0">
                <a:latin typeface="Aptos" panose="020B0004020202020204" pitchFamily="34" charset="0"/>
              </a:rPr>
              <a:t>quam </a:t>
            </a:r>
            <a:r>
              <a:rPr lang="en-GB" sz="1200" dirty="0" err="1">
                <a:latin typeface="Aptos" panose="020B0004020202020204" pitchFamily="34" charset="0"/>
              </a:rPr>
              <a:t>aliquet</a:t>
            </a:r>
            <a:r>
              <a:rPr lang="en-GB" sz="1200" dirty="0">
                <a:latin typeface="Aptos" panose="020B0004020202020204" pitchFamily="34" charset="0"/>
              </a:rPr>
              <a:t> </a:t>
            </a:r>
            <a:r>
              <a:rPr lang="en-GB" sz="1200" dirty="0" err="1">
                <a:latin typeface="Aptos" panose="020B0004020202020204" pitchFamily="34" charset="0"/>
              </a:rPr>
              <a:t>viverra</a:t>
            </a:r>
            <a:r>
              <a:rPr lang="en-GB" sz="1200" dirty="0">
                <a:latin typeface="Aptos" panose="020B0004020202020204" pitchFamily="34" charset="0"/>
              </a:rPr>
              <a:t>.</a:t>
            </a:r>
          </a:p>
        </p:txBody>
      </p:sp>
    </p:spTree>
    <p:extLst>
      <p:ext uri="{BB962C8B-B14F-4D97-AF65-F5344CB8AC3E}">
        <p14:creationId xmlns:p14="http://schemas.microsoft.com/office/powerpoint/2010/main" val="3767364715"/>
      </p:ext>
    </p:extLst>
  </p:cSld>
  <p:clrMapOvr>
    <a:masterClrMapping/>
  </p:clrMapOvr>
  <p:transition>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3"/>
          <p:cNvGraphicFramePr>
            <a:graphicFrameLocks noGrp="1"/>
          </p:cNvGraphicFramePr>
          <p:nvPr>
            <p:extLst>
              <p:ext uri="{D42A27DB-BD31-4B8C-83A1-F6EECF244321}">
                <p14:modId xmlns:p14="http://schemas.microsoft.com/office/powerpoint/2010/main" val="2014047600"/>
              </p:ext>
            </p:extLst>
          </p:nvPr>
        </p:nvGraphicFramePr>
        <p:xfrm>
          <a:off x="378907" y="1714500"/>
          <a:ext cx="9130855" cy="3832860"/>
        </p:xfrm>
        <a:graphic>
          <a:graphicData uri="http://schemas.openxmlformats.org/drawingml/2006/table">
            <a:tbl>
              <a:tblPr/>
              <a:tblGrid>
                <a:gridCol w="2486187">
                  <a:extLst>
                    <a:ext uri="{9D8B030D-6E8A-4147-A177-3AD203B41FA5}">
                      <a16:colId xmlns:a16="http://schemas.microsoft.com/office/drawing/2014/main" val="20000"/>
                    </a:ext>
                  </a:extLst>
                </a:gridCol>
                <a:gridCol w="2486187">
                  <a:extLst>
                    <a:ext uri="{9D8B030D-6E8A-4147-A177-3AD203B41FA5}">
                      <a16:colId xmlns:a16="http://schemas.microsoft.com/office/drawing/2014/main" val="20001"/>
                    </a:ext>
                  </a:extLst>
                </a:gridCol>
                <a:gridCol w="2152617">
                  <a:extLst>
                    <a:ext uri="{9D8B030D-6E8A-4147-A177-3AD203B41FA5}">
                      <a16:colId xmlns:a16="http://schemas.microsoft.com/office/drawing/2014/main" val="20002"/>
                    </a:ext>
                  </a:extLst>
                </a:gridCol>
                <a:gridCol w="2005864">
                  <a:extLst>
                    <a:ext uri="{9D8B030D-6E8A-4147-A177-3AD203B41FA5}">
                      <a16:colId xmlns:a16="http://schemas.microsoft.com/office/drawing/2014/main" val="20003"/>
                    </a:ext>
                  </a:extLst>
                </a:gridCol>
              </a:tblGrid>
              <a:tr h="327433">
                <a:tc>
                  <a:txBody>
                    <a:bodyPr/>
                    <a:lstStyle/>
                    <a:p>
                      <a:pPr marL="0" marR="0" lvl="0" indent="0" algn="l" defTabSz="684213" rtl="0" eaLnBrk="0" fontAlgn="base" latinLnBrk="0" hangingPunct="0">
                        <a:lnSpc>
                          <a:spcPct val="100000"/>
                        </a:lnSpc>
                        <a:spcBef>
                          <a:spcPts val="400"/>
                        </a:spcBef>
                        <a:spcAft>
                          <a:spcPts val="600"/>
                        </a:spcAft>
                        <a:buClrTx/>
                        <a:buSzPct val="25000"/>
                        <a:buFont typeface="Wingdings" pitchFamily="2" charset="2"/>
                        <a:buNone/>
                        <a:tabLst/>
                      </a:pPr>
                      <a:r>
                        <a:rPr kumimoji="0" lang="en-US" sz="1200" b="1" u="none" strike="noStrike" cap="none" normalizeH="0" baseline="0" dirty="0">
                          <a:ln>
                            <a:noFill/>
                          </a:ln>
                          <a:solidFill>
                            <a:schemeClr val="accent3"/>
                          </a:solidFill>
                          <a:effectLst/>
                          <a:latin typeface="Aptos" panose="020B0004020202020204" pitchFamily="34" charset="0"/>
                        </a:rPr>
                        <a:t>Topic</a:t>
                      </a:r>
                      <a:endParaRPr kumimoji="0" lang="en-US" sz="1200" b="1" i="0" u="none" strike="noStrike" cap="none" normalizeH="0" baseline="0" dirty="0">
                        <a:ln>
                          <a:noFill/>
                        </a:ln>
                        <a:solidFill>
                          <a:schemeClr val="accent3"/>
                        </a:solidFill>
                        <a:effectLst/>
                        <a:latin typeface="Aptos" panose="020B0004020202020204" pitchFamily="34" charset="0"/>
                      </a:endParaRPr>
                    </a:p>
                  </a:txBody>
                  <a:tcPr marL="74295" marR="74295" marT="74295" marB="74295" anchor="ctr" horzOverflow="overflow">
                    <a:lnL w="1270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4213" rtl="0" eaLnBrk="0" fontAlgn="base" latinLnBrk="0" hangingPunct="0">
                        <a:lnSpc>
                          <a:spcPct val="100000"/>
                        </a:lnSpc>
                        <a:spcBef>
                          <a:spcPts val="400"/>
                        </a:spcBef>
                        <a:spcAft>
                          <a:spcPts val="600"/>
                        </a:spcAft>
                        <a:buClrTx/>
                        <a:buSzPct val="65000"/>
                        <a:buFont typeface="Wingdings"/>
                        <a:buNone/>
                        <a:tabLst/>
                      </a:pPr>
                      <a:r>
                        <a:rPr kumimoji="0" lang="en-US" sz="1200" b="1" u="none" strike="noStrike" kern="1200" cap="none" normalizeH="0" baseline="0" dirty="0">
                          <a:ln>
                            <a:noFill/>
                          </a:ln>
                          <a:solidFill>
                            <a:schemeClr val="accent3"/>
                          </a:solidFill>
                          <a:effectLst/>
                          <a:latin typeface="Aptos" panose="020B0004020202020204" pitchFamily="34" charset="0"/>
                        </a:rPr>
                        <a:t>Content</a:t>
                      </a:r>
                      <a:endParaRPr kumimoji="0" lang="en-US" sz="1200" b="1" i="0" u="none" strike="noStrike" kern="1200" cap="none" normalizeH="0" baseline="0" dirty="0">
                        <a:ln>
                          <a:noFill/>
                        </a:ln>
                        <a:solidFill>
                          <a:schemeClr val="accent3"/>
                        </a:solidFill>
                        <a:effectLst/>
                        <a:latin typeface="Aptos" panose="020B0004020202020204" pitchFamily="34" charset="0"/>
                        <a:ea typeface="+mn-ea"/>
                        <a:cs typeface="+mn-cs"/>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4213" rtl="0" eaLnBrk="0" fontAlgn="base" latinLnBrk="0" hangingPunct="0">
                        <a:lnSpc>
                          <a:spcPct val="100000"/>
                        </a:lnSpc>
                        <a:spcBef>
                          <a:spcPts val="400"/>
                        </a:spcBef>
                        <a:spcAft>
                          <a:spcPts val="600"/>
                        </a:spcAft>
                        <a:buClrTx/>
                        <a:buSzPct val="65000"/>
                        <a:buFont typeface="Wingdings"/>
                        <a:buNone/>
                        <a:tabLst/>
                      </a:pPr>
                      <a:r>
                        <a:rPr kumimoji="0" lang="en-US" sz="1200" b="1" u="none" strike="noStrike" kern="1200" cap="none" normalizeH="0" baseline="0" dirty="0">
                          <a:ln>
                            <a:noFill/>
                          </a:ln>
                          <a:solidFill>
                            <a:schemeClr val="accent3"/>
                          </a:solidFill>
                          <a:effectLst/>
                          <a:latin typeface="Aptos" panose="020B0004020202020204" pitchFamily="34" charset="0"/>
                        </a:rPr>
                        <a:t>Person responsible</a:t>
                      </a:r>
                      <a:endParaRPr kumimoji="0" lang="en-US" sz="1200" b="1" i="0" u="none" strike="noStrike" kern="1200" cap="none" normalizeH="0" baseline="0" dirty="0">
                        <a:ln>
                          <a:noFill/>
                        </a:ln>
                        <a:solidFill>
                          <a:schemeClr val="accent3"/>
                        </a:solidFill>
                        <a:effectLst/>
                        <a:latin typeface="Aptos" panose="020B0004020202020204" pitchFamily="34" charset="0"/>
                        <a:ea typeface="+mn-ea"/>
                        <a:cs typeface="+mn-cs"/>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4213" rtl="0" eaLnBrk="0" fontAlgn="base" latinLnBrk="0" hangingPunct="0">
                        <a:lnSpc>
                          <a:spcPct val="100000"/>
                        </a:lnSpc>
                        <a:spcBef>
                          <a:spcPts val="400"/>
                        </a:spcBef>
                        <a:spcAft>
                          <a:spcPts val="600"/>
                        </a:spcAft>
                        <a:buClrTx/>
                        <a:buSzPct val="65000"/>
                        <a:buFont typeface="Wingdings"/>
                        <a:buNone/>
                        <a:tabLst/>
                      </a:pPr>
                      <a:r>
                        <a:rPr kumimoji="0" lang="en-US" sz="1200" b="1" u="none" strike="noStrike" kern="1200" cap="none" normalizeH="0" baseline="0" dirty="0">
                          <a:ln>
                            <a:noFill/>
                          </a:ln>
                          <a:solidFill>
                            <a:schemeClr val="accent3"/>
                          </a:solidFill>
                          <a:effectLst/>
                          <a:latin typeface="Aptos" panose="020B0004020202020204" pitchFamily="34" charset="0"/>
                        </a:rPr>
                        <a:t>Timing</a:t>
                      </a:r>
                      <a:endParaRPr kumimoji="0" lang="en-US" sz="1200" b="1" i="0" u="none" strike="noStrike" kern="1200" cap="none" normalizeH="0" baseline="0" dirty="0">
                        <a:ln>
                          <a:noFill/>
                        </a:ln>
                        <a:solidFill>
                          <a:schemeClr val="accent3"/>
                        </a:solidFill>
                        <a:effectLst/>
                        <a:latin typeface="Aptos" panose="020B0004020202020204" pitchFamily="34" charset="0"/>
                        <a:ea typeface="+mn-ea"/>
                        <a:cs typeface="+mn-cs"/>
                      </a:endParaRPr>
                    </a:p>
                  </a:txBody>
                  <a:tcPr marL="74295" marR="74295" marT="74295" marB="74295" anchor="ctr" horzOverflow="overflow">
                    <a:lnL w="63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567690">
                <a:tc>
                  <a:txBody>
                    <a:bodyPr/>
                    <a:lstStyle/>
                    <a:p>
                      <a:pPr marL="0" marR="0" lvl="0" indent="0" algn="l" defTabSz="684213" rtl="0" eaLnBrk="0" fontAlgn="base" latinLnBrk="0" hangingPunct="0">
                        <a:lnSpc>
                          <a:spcPct val="100000"/>
                        </a:lnSpc>
                        <a:spcBef>
                          <a:spcPts val="300"/>
                        </a:spcBef>
                        <a:spcAft>
                          <a:spcPts val="600"/>
                        </a:spcAft>
                        <a:buClrTx/>
                        <a:buSzPct val="25000"/>
                        <a:buFont typeface="Wingdings" pitchFamily="2" charset="2"/>
                        <a:buNone/>
                        <a:tabLst/>
                      </a:pPr>
                      <a:r>
                        <a:rPr kumimoji="0" lang="en-US" sz="1200" b="0" u="none" strike="noStrike" cap="none" normalizeH="0" baseline="0" dirty="0">
                          <a:ln>
                            <a:noFill/>
                          </a:ln>
                          <a:solidFill>
                            <a:schemeClr val="tx1"/>
                          </a:solidFill>
                          <a:effectLst/>
                          <a:latin typeface="Aptos" panose="020B0004020202020204" pitchFamily="34" charset="0"/>
                        </a:rPr>
                        <a:t>Subject</a:t>
                      </a:r>
                      <a:endParaRPr kumimoji="0" lang="en-US" sz="1200" b="0" i="0" u="none" strike="noStrike" cap="none" normalizeH="0" baseline="0" dirty="0">
                        <a:ln>
                          <a:noFill/>
                        </a:ln>
                        <a:solidFill>
                          <a:schemeClr val="tx1"/>
                        </a:solidFill>
                        <a:effectLst/>
                        <a:latin typeface="Aptos" panose="020B0004020202020204" pitchFamily="34" charset="0"/>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684213" rtl="0" eaLnBrk="0" fontAlgn="base" latinLnBrk="0" hangingPunct="0">
                        <a:lnSpc>
                          <a:spcPct val="100000"/>
                        </a:lnSpc>
                        <a:spcBef>
                          <a:spcPts val="300"/>
                        </a:spcBef>
                        <a:spcAft>
                          <a:spcPts val="600"/>
                        </a:spcAft>
                        <a:buClrTx/>
                        <a:buSzPct val="65000"/>
                        <a:buFont typeface="Wingdings"/>
                        <a:buNone/>
                        <a:tabLst/>
                      </a:pPr>
                      <a:r>
                        <a:rPr kumimoji="0" lang="en-US" sz="1200" u="none" strike="noStrike" kern="1200" cap="none" normalizeH="0" baseline="0" dirty="0">
                          <a:ln>
                            <a:noFill/>
                          </a:ln>
                          <a:solidFill>
                            <a:schemeClr val="tx1"/>
                          </a:solidFill>
                          <a:effectLst/>
                          <a:latin typeface="Aptos" panose="020B0004020202020204" pitchFamily="34" charset="0"/>
                        </a:rPr>
                        <a:t>Name</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684213" rtl="0" eaLnBrk="0" fontAlgn="base" latinLnBrk="0" hangingPunct="0">
                        <a:lnSpc>
                          <a:spcPct val="100000"/>
                        </a:lnSpc>
                        <a:spcBef>
                          <a:spcPts val="300"/>
                        </a:spcBef>
                        <a:spcAft>
                          <a:spcPts val="600"/>
                        </a:spcAft>
                        <a:buClrTx/>
                        <a:buSzPct val="65000"/>
                        <a:buFont typeface="Wingdings"/>
                        <a:buNone/>
                        <a:tabLst/>
                        <a:defRPr/>
                      </a:pPr>
                      <a:r>
                        <a:rPr kumimoji="0" lang="en-US" sz="1200" u="none" strike="noStrike" kern="1200" cap="none" normalizeH="0" baseline="0" dirty="0">
                          <a:ln>
                            <a:noFill/>
                          </a:ln>
                          <a:solidFill>
                            <a:schemeClr val="tx1"/>
                          </a:solidFill>
                          <a:effectLst/>
                          <a:latin typeface="Aptos" panose="020B0004020202020204" pitchFamily="34" charset="0"/>
                        </a:rPr>
                        <a:t>0:00 a.m. – 0:00 a.m.</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567690">
                <a:tc>
                  <a:txBody>
                    <a:bodyPr/>
                    <a:lstStyle/>
                    <a:p>
                      <a:pPr marL="0" marR="0" lvl="0" indent="0" algn="l" defTabSz="684213" rtl="0" eaLnBrk="0" fontAlgn="base" latinLnBrk="0" hangingPunct="0">
                        <a:lnSpc>
                          <a:spcPct val="100000"/>
                        </a:lnSpc>
                        <a:spcBef>
                          <a:spcPts val="300"/>
                        </a:spcBef>
                        <a:spcAft>
                          <a:spcPts val="600"/>
                        </a:spcAft>
                        <a:buClrTx/>
                        <a:buSzPct val="25000"/>
                        <a:buFont typeface="Wingdings" pitchFamily="2" charset="2"/>
                        <a:buNone/>
                        <a:tabLst/>
                      </a:pPr>
                      <a:r>
                        <a:rPr kumimoji="0" lang="en-US" sz="1200" b="0" u="none" strike="noStrike" cap="none" normalizeH="0" baseline="0" dirty="0">
                          <a:ln>
                            <a:noFill/>
                          </a:ln>
                          <a:solidFill>
                            <a:schemeClr val="tx1"/>
                          </a:solidFill>
                          <a:effectLst/>
                          <a:latin typeface="Aptos" panose="020B0004020202020204" pitchFamily="34" charset="0"/>
                        </a:rPr>
                        <a:t>Subject</a:t>
                      </a:r>
                      <a:endParaRPr kumimoji="0" lang="en-US" sz="1200" b="0" i="0" u="none" strike="noStrike" cap="none" normalizeH="0" baseline="0" dirty="0">
                        <a:ln>
                          <a:noFill/>
                        </a:ln>
                        <a:solidFill>
                          <a:schemeClr val="tx1"/>
                        </a:solidFill>
                        <a:effectLst/>
                        <a:latin typeface="Aptos" panose="020B0004020202020204" pitchFamily="34" charset="0"/>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53565A"/>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53565A"/>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684213" rtl="0" eaLnBrk="0" fontAlgn="base" latinLnBrk="0" hangingPunct="0">
                        <a:lnSpc>
                          <a:spcPct val="100000"/>
                        </a:lnSpc>
                        <a:spcBef>
                          <a:spcPts val="300"/>
                        </a:spcBef>
                        <a:spcAft>
                          <a:spcPts val="600"/>
                        </a:spcAft>
                        <a:buClrTx/>
                        <a:buSzPct val="65000"/>
                        <a:buFont typeface="Wingdings"/>
                        <a:buNone/>
                        <a:tabLst/>
                      </a:pPr>
                      <a:r>
                        <a:rPr kumimoji="0" lang="en-US" sz="1200" u="none" strike="noStrike" kern="1200" cap="none" normalizeH="0" baseline="0" dirty="0">
                          <a:ln>
                            <a:noFill/>
                          </a:ln>
                          <a:solidFill>
                            <a:schemeClr val="tx1"/>
                          </a:solidFill>
                          <a:effectLst/>
                          <a:latin typeface="Aptos" panose="020B0004020202020204" pitchFamily="34" charset="0"/>
                        </a:rPr>
                        <a:t>Name</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53565A"/>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684213" rtl="0" eaLnBrk="0" fontAlgn="base" latinLnBrk="0" hangingPunct="0">
                        <a:lnSpc>
                          <a:spcPct val="100000"/>
                        </a:lnSpc>
                        <a:spcBef>
                          <a:spcPts val="300"/>
                        </a:spcBef>
                        <a:spcAft>
                          <a:spcPts val="600"/>
                        </a:spcAft>
                        <a:buClrTx/>
                        <a:buSzPct val="65000"/>
                        <a:buFont typeface="Wingdings"/>
                        <a:buNone/>
                        <a:tabLst/>
                        <a:defRPr/>
                      </a:pPr>
                      <a:r>
                        <a:rPr kumimoji="0" lang="en-US" sz="1200" u="none" strike="noStrike" kern="1200" cap="none" normalizeH="0" baseline="0" dirty="0">
                          <a:ln>
                            <a:noFill/>
                          </a:ln>
                          <a:solidFill>
                            <a:schemeClr val="tx1"/>
                          </a:solidFill>
                          <a:effectLst/>
                          <a:latin typeface="Aptos" panose="020B0004020202020204" pitchFamily="34" charset="0"/>
                        </a:rPr>
                        <a:t>0:00 a.m. – 0:00 a.m.</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53565A"/>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00990">
                <a:tc gridSpan="4">
                  <a:txBody>
                    <a:bodyPr/>
                    <a:lstStyle/>
                    <a:p>
                      <a:pPr marL="0" marR="0" lvl="0" indent="0" algn="ctr" defTabSz="684213" rtl="0" eaLnBrk="0" fontAlgn="base" latinLnBrk="0" hangingPunct="0">
                        <a:lnSpc>
                          <a:spcPct val="100000"/>
                        </a:lnSpc>
                        <a:spcBef>
                          <a:spcPts val="300"/>
                        </a:spcBef>
                        <a:spcAft>
                          <a:spcPts val="600"/>
                        </a:spcAft>
                        <a:buClrTx/>
                        <a:buSzPct val="25000"/>
                        <a:buFont typeface="Wingdings" pitchFamily="2" charset="2"/>
                        <a:buNone/>
                        <a:tabLst/>
                      </a:pPr>
                      <a:r>
                        <a:rPr kumimoji="0" lang="en-US" sz="1200" b="0" i="0" u="none" strike="noStrike" cap="none" normalizeH="0" baseline="0" dirty="0">
                          <a:ln>
                            <a:noFill/>
                          </a:ln>
                          <a:solidFill>
                            <a:schemeClr val="tx1"/>
                          </a:solidFill>
                          <a:effectLst/>
                          <a:latin typeface="Aptos" panose="020B0004020202020204" pitchFamily="34" charset="0"/>
                        </a:rPr>
                        <a:t>Break</a:t>
                      </a: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53565A"/>
                      </a:solidFill>
                      <a:prstDash val="solid"/>
                      <a:round/>
                      <a:headEnd type="none" w="med" len="med"/>
                      <a:tailEnd type="none" w="med" len="med"/>
                    </a:lnT>
                    <a:lnB w="6350" cap="flat" cmpd="sng" algn="ctr">
                      <a:solidFill>
                        <a:srgbClr val="53565A"/>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US"/>
                    </a:p>
                  </a:txBody>
                  <a:tcPr/>
                </a:tc>
                <a:tc hMerge="1">
                  <a:txBody>
                    <a:bodyPr/>
                    <a:lstStyle/>
                    <a:p>
                      <a:endParaRPr lang="en-US"/>
                    </a:p>
                  </a:txBody>
                  <a:tcPr/>
                </a:tc>
                <a:tc hMerge="1">
                  <a:txBody>
                    <a:bodyPr/>
                    <a:lstStyle/>
                    <a:p>
                      <a:endParaRPr lang="en-GB"/>
                    </a:p>
                  </a:txBody>
                  <a:tcPr/>
                </a:tc>
                <a:extLst>
                  <a:ext uri="{0D108BD9-81ED-4DB2-BD59-A6C34878D82A}">
                    <a16:rowId xmlns:a16="http://schemas.microsoft.com/office/drawing/2014/main" val="10003"/>
                  </a:ext>
                </a:extLst>
              </a:tr>
              <a:tr h="567690">
                <a:tc>
                  <a:txBody>
                    <a:bodyPr/>
                    <a:lstStyle/>
                    <a:p>
                      <a:pPr marL="0" marR="0" lvl="0" indent="0" algn="l" defTabSz="684213" rtl="0" eaLnBrk="0" fontAlgn="base" latinLnBrk="0" hangingPunct="0">
                        <a:lnSpc>
                          <a:spcPct val="100000"/>
                        </a:lnSpc>
                        <a:spcBef>
                          <a:spcPts val="300"/>
                        </a:spcBef>
                        <a:spcAft>
                          <a:spcPts val="600"/>
                        </a:spcAft>
                        <a:buClrTx/>
                        <a:buSzPct val="25000"/>
                        <a:buFont typeface="Wingdings" pitchFamily="2" charset="2"/>
                        <a:buNone/>
                        <a:tabLst/>
                      </a:pPr>
                      <a:r>
                        <a:rPr kumimoji="0" lang="en-US" sz="1200" b="0" u="none" strike="noStrike" cap="none" normalizeH="0" baseline="0" dirty="0">
                          <a:ln>
                            <a:noFill/>
                          </a:ln>
                          <a:solidFill>
                            <a:schemeClr val="tx1"/>
                          </a:solidFill>
                          <a:effectLst/>
                          <a:latin typeface="Aptos" panose="020B0004020202020204" pitchFamily="34" charset="0"/>
                        </a:rPr>
                        <a:t>Subject</a:t>
                      </a:r>
                      <a:endParaRPr kumimoji="0" lang="en-US" sz="1200" b="0" i="0" u="none" strike="noStrike" cap="none" normalizeH="0" baseline="0" dirty="0">
                        <a:ln>
                          <a:noFill/>
                        </a:ln>
                        <a:solidFill>
                          <a:schemeClr val="tx1"/>
                        </a:solidFill>
                        <a:effectLst/>
                        <a:latin typeface="Aptos" panose="020B0004020202020204" pitchFamily="34" charset="0"/>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53565A"/>
                      </a:solidFill>
                      <a:prstDash val="solid"/>
                      <a:round/>
                      <a:headEnd type="none" w="med" len="med"/>
                      <a:tailEnd type="none" w="med" len="med"/>
                    </a:lnT>
                    <a:lnB w="6350" cap="flat" cmpd="sng" algn="ctr">
                      <a:solidFill>
                        <a:srgbClr val="53565A"/>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53565A"/>
                      </a:solidFill>
                      <a:prstDash val="solid"/>
                      <a:round/>
                      <a:headEnd type="none" w="med" len="med"/>
                      <a:tailEnd type="none" w="med" len="med"/>
                    </a:lnT>
                    <a:lnB w="6350" cap="flat" cmpd="sng" algn="ctr">
                      <a:solidFill>
                        <a:srgbClr val="53565A"/>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684213" rtl="0" eaLnBrk="0" fontAlgn="base" latinLnBrk="0" hangingPunct="0">
                        <a:lnSpc>
                          <a:spcPct val="100000"/>
                        </a:lnSpc>
                        <a:spcBef>
                          <a:spcPts val="300"/>
                        </a:spcBef>
                        <a:spcAft>
                          <a:spcPts val="600"/>
                        </a:spcAft>
                        <a:buClrTx/>
                        <a:buSzPct val="65000"/>
                        <a:buFont typeface="Wingdings"/>
                        <a:buNone/>
                        <a:tabLst/>
                      </a:pPr>
                      <a:r>
                        <a:rPr kumimoji="0" lang="en-US" sz="1200" u="none" strike="noStrike" kern="1200" cap="none" normalizeH="0" baseline="0" dirty="0">
                          <a:ln>
                            <a:noFill/>
                          </a:ln>
                          <a:solidFill>
                            <a:schemeClr val="tx1"/>
                          </a:solidFill>
                          <a:effectLst/>
                          <a:latin typeface="Aptos" panose="020B0004020202020204" pitchFamily="34" charset="0"/>
                        </a:rPr>
                        <a:t>Name</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53565A"/>
                      </a:solidFill>
                      <a:prstDash val="solid"/>
                      <a:round/>
                      <a:headEnd type="none" w="med" len="med"/>
                      <a:tailEnd type="none" w="med" len="med"/>
                    </a:lnT>
                    <a:lnB w="6350" cap="flat" cmpd="sng" algn="ctr">
                      <a:solidFill>
                        <a:srgbClr val="53565A"/>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684213" rtl="0" eaLnBrk="0" fontAlgn="base" latinLnBrk="0" hangingPunct="0">
                        <a:lnSpc>
                          <a:spcPct val="100000"/>
                        </a:lnSpc>
                        <a:spcBef>
                          <a:spcPts val="300"/>
                        </a:spcBef>
                        <a:spcAft>
                          <a:spcPts val="600"/>
                        </a:spcAft>
                        <a:buClrTx/>
                        <a:buSzPct val="65000"/>
                        <a:buFont typeface="Wingdings"/>
                        <a:buNone/>
                        <a:tabLst/>
                        <a:defRPr/>
                      </a:pPr>
                      <a:r>
                        <a:rPr kumimoji="0" lang="en-US" sz="1200" u="none" strike="noStrike" kern="1200" cap="none" normalizeH="0" baseline="0" dirty="0">
                          <a:ln>
                            <a:noFill/>
                          </a:ln>
                          <a:solidFill>
                            <a:schemeClr val="tx1"/>
                          </a:solidFill>
                          <a:effectLst/>
                          <a:latin typeface="Aptos" panose="020B0004020202020204" pitchFamily="34" charset="0"/>
                        </a:rPr>
                        <a:t>0:00 a.m. – 0:00 a.m.</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53565A"/>
                      </a:solidFill>
                      <a:prstDash val="solid"/>
                      <a:round/>
                      <a:headEnd type="none" w="med" len="med"/>
                      <a:tailEnd type="none" w="med" len="med"/>
                    </a:lnT>
                    <a:lnB w="6350" cap="flat" cmpd="sng" algn="ctr">
                      <a:solidFill>
                        <a:srgbClr val="53565A"/>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300990">
                <a:tc gridSpan="4">
                  <a:txBody>
                    <a:bodyPr/>
                    <a:lstStyle/>
                    <a:p>
                      <a:pPr marL="0" marR="0" lvl="0" indent="0" algn="ctr" defTabSz="684213" rtl="0" eaLnBrk="0" fontAlgn="base" latinLnBrk="0" hangingPunct="0">
                        <a:lnSpc>
                          <a:spcPct val="100000"/>
                        </a:lnSpc>
                        <a:spcBef>
                          <a:spcPts val="300"/>
                        </a:spcBef>
                        <a:spcAft>
                          <a:spcPts val="600"/>
                        </a:spcAft>
                        <a:buClrTx/>
                        <a:buSzPct val="25000"/>
                        <a:buFont typeface="Wingdings" pitchFamily="2" charset="2"/>
                        <a:buNone/>
                        <a:tabLst/>
                      </a:pPr>
                      <a:r>
                        <a:rPr kumimoji="0" lang="en-US" sz="1200" b="0" i="0" u="none" strike="noStrike" cap="none" normalizeH="0" baseline="0" dirty="0">
                          <a:ln>
                            <a:noFill/>
                          </a:ln>
                          <a:solidFill>
                            <a:schemeClr val="tx1"/>
                          </a:solidFill>
                          <a:effectLst/>
                          <a:latin typeface="Aptos" panose="020B0004020202020204" pitchFamily="34" charset="0"/>
                        </a:rPr>
                        <a:t>Lunch</a:t>
                      </a: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53565A"/>
                      </a:solidFill>
                      <a:prstDash val="solid"/>
                      <a:round/>
                      <a:headEnd type="none" w="med" len="med"/>
                      <a:tailEnd type="none" w="med" len="med"/>
                    </a:lnT>
                    <a:lnB w="6350" cap="flat" cmpd="sng" algn="ctr">
                      <a:solidFill>
                        <a:srgbClr val="53565A"/>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US"/>
                    </a:p>
                  </a:txBody>
                  <a:tcPr/>
                </a:tc>
                <a:tc hMerge="1">
                  <a:txBody>
                    <a:bodyPr/>
                    <a:lstStyle/>
                    <a:p>
                      <a:endParaRPr lang="en-US"/>
                    </a:p>
                  </a:txBody>
                  <a:tcPr/>
                </a:tc>
                <a:tc hMerge="1">
                  <a:txBody>
                    <a:bodyPr/>
                    <a:lstStyle/>
                    <a:p>
                      <a:endParaRPr lang="en-GB"/>
                    </a:p>
                  </a:txBody>
                  <a:tcPr/>
                </a:tc>
                <a:extLst>
                  <a:ext uri="{0D108BD9-81ED-4DB2-BD59-A6C34878D82A}">
                    <a16:rowId xmlns:a16="http://schemas.microsoft.com/office/drawing/2014/main" val="10005"/>
                  </a:ext>
                </a:extLst>
              </a:tr>
              <a:tr h="567690">
                <a:tc>
                  <a:txBody>
                    <a:bodyPr/>
                    <a:lstStyle/>
                    <a:p>
                      <a:pPr marL="0" marR="0" lvl="0" indent="0" algn="l" defTabSz="684213" rtl="0" eaLnBrk="0" fontAlgn="base" latinLnBrk="0" hangingPunct="0">
                        <a:lnSpc>
                          <a:spcPct val="100000"/>
                        </a:lnSpc>
                        <a:spcBef>
                          <a:spcPts val="300"/>
                        </a:spcBef>
                        <a:spcAft>
                          <a:spcPts val="600"/>
                        </a:spcAft>
                        <a:buClrTx/>
                        <a:buSzPct val="25000"/>
                        <a:buFont typeface="Wingdings" pitchFamily="2" charset="2"/>
                        <a:buNone/>
                        <a:tabLst/>
                      </a:pPr>
                      <a:r>
                        <a:rPr kumimoji="0" lang="en-US" sz="1200" b="0" u="none" strike="noStrike" cap="none" normalizeH="0" baseline="0" dirty="0">
                          <a:ln>
                            <a:noFill/>
                          </a:ln>
                          <a:solidFill>
                            <a:schemeClr val="tx1"/>
                          </a:solidFill>
                          <a:effectLst/>
                          <a:latin typeface="Aptos" panose="020B0004020202020204" pitchFamily="34" charset="0"/>
                        </a:rPr>
                        <a:t>Subject</a:t>
                      </a:r>
                      <a:endParaRPr kumimoji="0" lang="en-US" sz="1200" b="0" i="0" u="none" strike="noStrike" cap="none" normalizeH="0" baseline="0" dirty="0">
                        <a:ln>
                          <a:noFill/>
                        </a:ln>
                        <a:solidFill>
                          <a:schemeClr val="tx1"/>
                        </a:solidFill>
                        <a:effectLst/>
                        <a:latin typeface="Aptos" panose="020B0004020202020204" pitchFamily="34" charset="0"/>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53565A"/>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53565A"/>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684213" rtl="0" eaLnBrk="0" fontAlgn="base" latinLnBrk="0" hangingPunct="0">
                        <a:lnSpc>
                          <a:spcPct val="100000"/>
                        </a:lnSpc>
                        <a:spcBef>
                          <a:spcPts val="300"/>
                        </a:spcBef>
                        <a:spcAft>
                          <a:spcPts val="600"/>
                        </a:spcAft>
                        <a:buClrTx/>
                        <a:buSzPct val="65000"/>
                        <a:buFont typeface="Wingdings"/>
                        <a:buNone/>
                        <a:tabLst/>
                      </a:pPr>
                      <a:r>
                        <a:rPr kumimoji="0" lang="en-US" sz="1200" u="none" strike="noStrike" kern="1200" cap="none" normalizeH="0" baseline="0" dirty="0">
                          <a:ln>
                            <a:noFill/>
                          </a:ln>
                          <a:solidFill>
                            <a:schemeClr val="tx1"/>
                          </a:solidFill>
                          <a:effectLst/>
                          <a:latin typeface="Aptos" panose="020B0004020202020204" pitchFamily="34" charset="0"/>
                        </a:rPr>
                        <a:t>Name</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53565A"/>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684213" rtl="0" eaLnBrk="0" fontAlgn="base" latinLnBrk="0" hangingPunct="0">
                        <a:lnSpc>
                          <a:spcPct val="100000"/>
                        </a:lnSpc>
                        <a:spcBef>
                          <a:spcPts val="300"/>
                        </a:spcBef>
                        <a:spcAft>
                          <a:spcPts val="600"/>
                        </a:spcAft>
                        <a:buClrTx/>
                        <a:buSzPct val="65000"/>
                        <a:buFont typeface="Wingdings"/>
                        <a:buNone/>
                        <a:tabLst/>
                        <a:defRPr/>
                      </a:pPr>
                      <a:r>
                        <a:rPr kumimoji="0" lang="en-US" sz="1200" u="none" strike="noStrike" kern="1200" cap="none" normalizeH="0" baseline="0" dirty="0">
                          <a:ln>
                            <a:noFill/>
                          </a:ln>
                          <a:solidFill>
                            <a:schemeClr val="tx1"/>
                          </a:solidFill>
                          <a:effectLst/>
                          <a:latin typeface="Aptos" panose="020B0004020202020204" pitchFamily="34" charset="0"/>
                        </a:rPr>
                        <a:t>0:00 p.m. – 0:00 p.m.</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53565A"/>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567690">
                <a:tc>
                  <a:txBody>
                    <a:bodyPr/>
                    <a:lstStyle/>
                    <a:p>
                      <a:pPr marL="0" marR="0" lvl="0" indent="0" algn="l" defTabSz="684213" rtl="0" eaLnBrk="0" fontAlgn="base" latinLnBrk="0" hangingPunct="0">
                        <a:lnSpc>
                          <a:spcPct val="100000"/>
                        </a:lnSpc>
                        <a:spcBef>
                          <a:spcPts val="300"/>
                        </a:spcBef>
                        <a:spcAft>
                          <a:spcPts val="600"/>
                        </a:spcAft>
                        <a:buClrTx/>
                        <a:buSzPct val="25000"/>
                        <a:buFont typeface="Wingdings" pitchFamily="2" charset="2"/>
                        <a:buNone/>
                        <a:tabLst/>
                      </a:pPr>
                      <a:r>
                        <a:rPr kumimoji="0" lang="en-US" sz="1200" b="0" u="none" strike="noStrike" cap="none" normalizeH="0" baseline="0" dirty="0">
                          <a:ln>
                            <a:noFill/>
                          </a:ln>
                          <a:solidFill>
                            <a:schemeClr val="tx1"/>
                          </a:solidFill>
                          <a:effectLst/>
                          <a:latin typeface="Aptos" panose="020B0004020202020204" pitchFamily="34" charset="0"/>
                        </a:rPr>
                        <a:t>Subject</a:t>
                      </a:r>
                      <a:endParaRPr kumimoji="0" lang="en-US" sz="1200" b="0" i="0" u="none" strike="noStrike" cap="none" normalizeH="0" baseline="0" dirty="0">
                        <a:ln>
                          <a:noFill/>
                        </a:ln>
                        <a:solidFill>
                          <a:schemeClr val="tx1"/>
                        </a:solidFill>
                        <a:effectLst/>
                        <a:latin typeface="Aptos" panose="020B0004020202020204" pitchFamily="34" charset="0"/>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684213" rtl="0" eaLnBrk="0" fontAlgn="base" latinLnBrk="0" hangingPunct="0">
                        <a:lnSpc>
                          <a:spcPct val="100000"/>
                        </a:lnSpc>
                        <a:spcBef>
                          <a:spcPts val="300"/>
                        </a:spcBef>
                        <a:spcAft>
                          <a:spcPts val="600"/>
                        </a:spcAft>
                        <a:buClrTx/>
                        <a:buSzPct val="65000"/>
                        <a:buFont typeface="Wingdings"/>
                        <a:buNone/>
                        <a:tabLst/>
                      </a:pPr>
                      <a:r>
                        <a:rPr kumimoji="0" lang="en-US" sz="1200" u="none" strike="noStrike" kern="1200" cap="none" normalizeH="0" baseline="0" dirty="0">
                          <a:ln>
                            <a:noFill/>
                          </a:ln>
                          <a:solidFill>
                            <a:schemeClr val="tx1"/>
                          </a:solidFill>
                          <a:effectLst/>
                          <a:latin typeface="Aptos" panose="020B0004020202020204" pitchFamily="34" charset="0"/>
                        </a:rPr>
                        <a:t>Name</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684213" rtl="0" eaLnBrk="0" fontAlgn="base" latinLnBrk="0" hangingPunct="0">
                        <a:lnSpc>
                          <a:spcPct val="100000"/>
                        </a:lnSpc>
                        <a:spcBef>
                          <a:spcPts val="300"/>
                        </a:spcBef>
                        <a:spcAft>
                          <a:spcPts val="600"/>
                        </a:spcAft>
                        <a:buClrTx/>
                        <a:buSzPct val="65000"/>
                        <a:buFont typeface="Wingdings"/>
                        <a:buNone/>
                        <a:tabLst/>
                        <a:defRPr/>
                      </a:pPr>
                      <a:r>
                        <a:rPr kumimoji="0" lang="en-US" sz="1200" u="none" strike="noStrike" kern="1200" cap="none" normalizeH="0" baseline="0" dirty="0">
                          <a:ln>
                            <a:noFill/>
                          </a:ln>
                          <a:solidFill>
                            <a:schemeClr val="tx1"/>
                          </a:solidFill>
                          <a:effectLst/>
                          <a:latin typeface="Aptos" panose="020B0004020202020204" pitchFamily="34" charset="0"/>
                        </a:rPr>
                        <a:t>0:00 p.m. – 0:00 p.m.</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295" marR="74295" marT="74295" marB="7429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bl>
          </a:graphicData>
        </a:graphic>
      </p:graphicFrame>
      <p:sp>
        <p:nvSpPr>
          <p:cNvPr id="10" name="Text Placeholder 9"/>
          <p:cNvSpPr>
            <a:spLocks noGrp="1"/>
          </p:cNvSpPr>
          <p:nvPr>
            <p:ph type="body" sz="quarter" idx="13"/>
          </p:nvPr>
        </p:nvSpPr>
        <p:spPr/>
        <p:txBody>
          <a:bodyPr/>
          <a:lstStyle/>
          <a:p>
            <a:r>
              <a:rPr lang="en-GB" dirty="0"/>
              <a:t>Page subtitle</a:t>
            </a:r>
          </a:p>
        </p:txBody>
      </p:sp>
      <p:sp>
        <p:nvSpPr>
          <p:cNvPr id="15" name="Title 14"/>
          <p:cNvSpPr>
            <a:spLocks noGrp="1"/>
          </p:cNvSpPr>
          <p:nvPr>
            <p:ph type="title"/>
          </p:nvPr>
        </p:nvSpPr>
        <p:spPr/>
        <p:txBody>
          <a:bodyPr/>
          <a:lstStyle/>
          <a:p>
            <a:r>
              <a:rPr lang="en-US" dirty="0"/>
              <a:t>Agenda</a:t>
            </a:r>
          </a:p>
        </p:txBody>
      </p:sp>
    </p:spTree>
    <p:extLst>
      <p:ext uri="{BB962C8B-B14F-4D97-AF65-F5344CB8AC3E}">
        <p14:creationId xmlns:p14="http://schemas.microsoft.com/office/powerpoint/2010/main" val="973552944"/>
      </p:ext>
    </p:extLst>
  </p:cSld>
  <p:clrMapOvr>
    <a:masterClrMapping/>
  </p:clrMapOvr>
  <p:transition>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dirty="0"/>
              <a:t>Tables with text</a:t>
            </a:r>
          </a:p>
        </p:txBody>
      </p:sp>
      <p:sp>
        <p:nvSpPr>
          <p:cNvPr id="3" name="Title 2"/>
          <p:cNvSpPr>
            <a:spLocks noGrp="1"/>
          </p:cNvSpPr>
          <p:nvPr>
            <p:ph type="title"/>
          </p:nvPr>
        </p:nvSpPr>
        <p:spPr/>
        <p:txBody>
          <a:bodyPr/>
          <a:lstStyle/>
          <a:p>
            <a:r>
              <a:rPr lang="en-US" dirty="0"/>
              <a:t>Tables</a:t>
            </a:r>
          </a:p>
        </p:txBody>
      </p:sp>
      <p:graphicFrame>
        <p:nvGraphicFramePr>
          <p:cNvPr id="19" name="Chart Placeholder 18"/>
          <p:cNvGraphicFramePr>
            <a:graphicFrameLocks noGrp="1"/>
          </p:cNvGraphicFramePr>
          <p:nvPr>
            <p:ph idx="1"/>
            <p:extLst>
              <p:ext uri="{D42A27DB-BD31-4B8C-83A1-F6EECF244321}">
                <p14:modId xmlns:p14="http://schemas.microsoft.com/office/powerpoint/2010/main" val="1436107177"/>
              </p:ext>
            </p:extLst>
          </p:nvPr>
        </p:nvGraphicFramePr>
        <p:xfrm>
          <a:off x="384175" y="1682750"/>
          <a:ext cx="9144000" cy="4679950"/>
        </p:xfrm>
        <a:graphic>
          <a:graphicData uri="http://schemas.openxmlformats.org/drawingml/2006/table">
            <a:tbl>
              <a:tblPr firstRow="1" bandRow="1">
                <a:tableStyleId>{5C22544A-7EE6-4342-B048-85BDC9FD1C3A}</a:tableStyleId>
              </a:tblPr>
              <a:tblGrid>
                <a:gridCol w="2385390">
                  <a:extLst>
                    <a:ext uri="{9D8B030D-6E8A-4147-A177-3AD203B41FA5}">
                      <a16:colId xmlns:a16="http://schemas.microsoft.com/office/drawing/2014/main" val="20000"/>
                    </a:ext>
                  </a:extLst>
                </a:gridCol>
                <a:gridCol w="6758609">
                  <a:extLst>
                    <a:ext uri="{9D8B030D-6E8A-4147-A177-3AD203B41FA5}">
                      <a16:colId xmlns:a16="http://schemas.microsoft.com/office/drawing/2014/main" val="20001"/>
                    </a:ext>
                  </a:extLst>
                </a:gridCol>
              </a:tblGrid>
              <a:tr h="406575">
                <a:tc>
                  <a:txBody>
                    <a:bodyPr/>
                    <a:lstStyle/>
                    <a:p>
                      <a:pPr marL="0" indent="0">
                        <a:lnSpc>
                          <a:spcPct val="110000"/>
                        </a:lnSpc>
                        <a:spcAft>
                          <a:spcPts val="600"/>
                        </a:spcAft>
                        <a:buFont typeface="Arial" panose="020B0604020202020204" pitchFamily="34" charset="0"/>
                        <a:buNone/>
                      </a:pPr>
                      <a:r>
                        <a:rPr lang="en-US" sz="1200" b="1" dirty="0">
                          <a:solidFill>
                            <a:schemeClr val="accent3"/>
                          </a:solidFill>
                          <a:latin typeface="Aptos" panose="020B0004020202020204" pitchFamily="34" charset="0"/>
                        </a:rPr>
                        <a:t>Column heading</a:t>
                      </a:r>
                    </a:p>
                  </a:txBody>
                  <a:tcPr marL="74340" marR="74340" marT="74295" marB="74295" anchor="ctr">
                    <a:lnL w="571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spcAft>
                          <a:spcPts val="600"/>
                        </a:spcAft>
                      </a:pPr>
                      <a:r>
                        <a:rPr lang="en-GB" sz="1200" b="1" dirty="0">
                          <a:solidFill>
                            <a:schemeClr val="accent3"/>
                          </a:solidFill>
                          <a:latin typeface="Aptos" panose="020B0004020202020204" pitchFamily="34" charset="0"/>
                        </a:rPr>
                        <a:t>Column heading</a:t>
                      </a:r>
                    </a:p>
                  </a:txBody>
                  <a:tcPr marL="74340" marR="74340" marT="74295" marB="74295" anchor="ctr">
                    <a:lnL w="6350" cap="flat" cmpd="sng" algn="ctr">
                      <a:solidFill>
                        <a:schemeClr val="bg1"/>
                      </a:solidFill>
                      <a:prstDash val="solid"/>
                      <a:round/>
                      <a:headEnd type="none" w="med" len="med"/>
                      <a:tailEnd type="none" w="med" len="med"/>
                    </a:lnL>
                    <a:lnR w="57150" cap="flat" cmpd="sng" algn="ctr">
                      <a:no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669714">
                <a:tc>
                  <a:txBody>
                    <a:bodyPr/>
                    <a:lstStyle/>
                    <a:p>
                      <a:pPr marL="0" indent="0" algn="l">
                        <a:lnSpc>
                          <a:spcPct val="110000"/>
                        </a:lnSpc>
                        <a:spcBef>
                          <a:spcPts val="300"/>
                        </a:spcBef>
                        <a:spcAft>
                          <a:spcPts val="600"/>
                        </a:spcAft>
                        <a:buFont typeface="Arial" panose="020B0604020202020204" pitchFamily="34" charset="0"/>
                        <a:buNone/>
                      </a:pPr>
                      <a:r>
                        <a:rPr lang="en-US" sz="1200" b="0" dirty="0">
                          <a:solidFill>
                            <a:schemeClr val="tx1"/>
                          </a:solidFill>
                          <a:latin typeface="Aptos" panose="020B0004020202020204" pitchFamily="34" charset="0"/>
                        </a:rPr>
                        <a:t>Row</a:t>
                      </a:r>
                      <a:r>
                        <a:rPr lang="en-US" sz="1200" b="0" baseline="0" dirty="0">
                          <a:solidFill>
                            <a:schemeClr val="tx1"/>
                          </a:solidFill>
                          <a:latin typeface="Aptos" panose="020B0004020202020204" pitchFamily="34" charset="0"/>
                        </a:rPr>
                        <a:t> title</a:t>
                      </a:r>
                      <a:endParaRPr lang="en-US" sz="1200" b="0" dirty="0">
                        <a:solidFill>
                          <a:schemeClr val="tx1"/>
                        </a:solidFill>
                        <a:latin typeface="Aptos" panose="020B0004020202020204" pitchFamily="34" charset="0"/>
                      </a:endParaRPr>
                    </a:p>
                  </a:txBody>
                  <a:tcPr marL="74340" marR="74340" marT="74295" marB="74295">
                    <a:lnL w="5715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40" marR="74340" marT="74295" marB="74295">
                    <a:lnL w="5715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669714">
                <a:tc>
                  <a:txBody>
                    <a:bodyPr/>
                    <a:lstStyle/>
                    <a:p>
                      <a:pPr marL="0" indent="0" algn="l">
                        <a:lnSpc>
                          <a:spcPct val="110000"/>
                        </a:lnSpc>
                        <a:spcBef>
                          <a:spcPts val="300"/>
                        </a:spcBef>
                        <a:spcAft>
                          <a:spcPts val="600"/>
                        </a:spcAft>
                        <a:buFont typeface="Arial" panose="020B0604020202020204" pitchFamily="34" charset="0"/>
                        <a:buNone/>
                      </a:pPr>
                      <a:r>
                        <a:rPr lang="en-US" sz="1200" b="0" dirty="0">
                          <a:solidFill>
                            <a:schemeClr val="tx1"/>
                          </a:solidFill>
                          <a:latin typeface="Aptos" panose="020B0004020202020204" pitchFamily="34" charset="0"/>
                        </a:rPr>
                        <a:t>Row</a:t>
                      </a:r>
                      <a:r>
                        <a:rPr lang="en-US" sz="1200" b="0" baseline="0" dirty="0">
                          <a:solidFill>
                            <a:schemeClr val="tx1"/>
                          </a:solidFill>
                          <a:latin typeface="Aptos" panose="020B0004020202020204" pitchFamily="34" charset="0"/>
                        </a:rPr>
                        <a:t> title</a:t>
                      </a:r>
                      <a:endParaRPr lang="en-US" sz="1200" b="0" dirty="0">
                        <a:solidFill>
                          <a:schemeClr val="tx1"/>
                        </a:solidFill>
                        <a:latin typeface="Aptos" panose="020B0004020202020204" pitchFamily="34" charset="0"/>
                      </a:endParaRPr>
                    </a:p>
                  </a:txBody>
                  <a:tcPr marL="74340" marR="74340" marT="74295" marB="74295">
                    <a:lnL w="5715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40" marR="74340" marT="74295" marB="74295">
                    <a:lnL w="5715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669714">
                <a:tc>
                  <a:txBody>
                    <a:bodyPr/>
                    <a:lstStyle/>
                    <a:p>
                      <a:pPr marL="0" indent="0" algn="l">
                        <a:lnSpc>
                          <a:spcPct val="110000"/>
                        </a:lnSpc>
                        <a:spcBef>
                          <a:spcPts val="300"/>
                        </a:spcBef>
                        <a:spcAft>
                          <a:spcPts val="600"/>
                        </a:spcAft>
                        <a:buFont typeface="Arial" panose="020B0604020202020204" pitchFamily="34" charset="0"/>
                        <a:buNone/>
                      </a:pPr>
                      <a:r>
                        <a:rPr lang="en-US" sz="1200" b="0" dirty="0">
                          <a:solidFill>
                            <a:schemeClr val="tx1"/>
                          </a:solidFill>
                          <a:latin typeface="Aptos" panose="020B0004020202020204" pitchFamily="34" charset="0"/>
                        </a:rPr>
                        <a:t>Row</a:t>
                      </a:r>
                      <a:r>
                        <a:rPr lang="en-US" sz="1200" b="0" baseline="0" dirty="0">
                          <a:solidFill>
                            <a:schemeClr val="tx1"/>
                          </a:solidFill>
                          <a:latin typeface="Aptos" panose="020B0004020202020204" pitchFamily="34" charset="0"/>
                        </a:rPr>
                        <a:t> title</a:t>
                      </a:r>
                      <a:endParaRPr lang="en-US" sz="1200" b="0" dirty="0">
                        <a:solidFill>
                          <a:schemeClr val="tx1"/>
                        </a:solidFill>
                        <a:latin typeface="Aptos" panose="020B0004020202020204" pitchFamily="34" charset="0"/>
                      </a:endParaRPr>
                    </a:p>
                  </a:txBody>
                  <a:tcPr marL="74340" marR="74340" marT="74295" marB="74295">
                    <a:lnL w="5715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40" marR="74340" marT="74295" marB="74295">
                    <a:lnL w="5715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669714">
                <a:tc>
                  <a:txBody>
                    <a:bodyPr/>
                    <a:lstStyle/>
                    <a:p>
                      <a:pPr marL="0" indent="0" algn="l">
                        <a:lnSpc>
                          <a:spcPct val="110000"/>
                        </a:lnSpc>
                        <a:spcBef>
                          <a:spcPts val="300"/>
                        </a:spcBef>
                        <a:spcAft>
                          <a:spcPts val="600"/>
                        </a:spcAft>
                        <a:buFont typeface="Arial" panose="020B0604020202020204" pitchFamily="34" charset="0"/>
                        <a:buNone/>
                      </a:pPr>
                      <a:r>
                        <a:rPr lang="en-US" sz="1200" b="0" dirty="0">
                          <a:solidFill>
                            <a:schemeClr val="tx1"/>
                          </a:solidFill>
                          <a:latin typeface="Aptos" panose="020B0004020202020204" pitchFamily="34" charset="0"/>
                        </a:rPr>
                        <a:t>Row</a:t>
                      </a:r>
                      <a:r>
                        <a:rPr lang="en-US" sz="1200" b="0" baseline="0" dirty="0">
                          <a:solidFill>
                            <a:schemeClr val="tx1"/>
                          </a:solidFill>
                          <a:latin typeface="Aptos" panose="020B0004020202020204" pitchFamily="34" charset="0"/>
                        </a:rPr>
                        <a:t> title</a:t>
                      </a:r>
                      <a:endParaRPr lang="en-US" sz="1200" b="0" dirty="0">
                        <a:solidFill>
                          <a:schemeClr val="tx1"/>
                        </a:solidFill>
                        <a:latin typeface="Aptos" panose="020B0004020202020204" pitchFamily="34" charset="0"/>
                      </a:endParaRPr>
                    </a:p>
                  </a:txBody>
                  <a:tcPr marL="74340" marR="74340" marT="74295" marB="74295">
                    <a:lnL w="5715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40" marR="74340" marT="74295" marB="74295">
                    <a:lnL w="5715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1971237964"/>
      </p:ext>
    </p:extLst>
  </p:cSld>
  <p:clrMapOvr>
    <a:masterClrMapping/>
  </p:clrMapOvr>
  <p:transition>
    <p:fade/>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12"/>
          <p:cNvSpPr>
            <a:spLocks noGrp="1"/>
          </p:cNvSpPr>
          <p:nvPr>
            <p:ph type="body" sz="quarter" idx="13"/>
          </p:nvPr>
        </p:nvSpPr>
        <p:spPr/>
        <p:txBody>
          <a:bodyPr/>
          <a:lstStyle/>
          <a:p>
            <a:r>
              <a:rPr lang="en-US" dirty="0"/>
              <a:t>Tables with text</a:t>
            </a:r>
          </a:p>
        </p:txBody>
      </p:sp>
      <p:sp>
        <p:nvSpPr>
          <p:cNvPr id="2" name="Title 1"/>
          <p:cNvSpPr>
            <a:spLocks noGrp="1"/>
          </p:cNvSpPr>
          <p:nvPr>
            <p:ph type="title"/>
          </p:nvPr>
        </p:nvSpPr>
        <p:spPr/>
        <p:txBody>
          <a:bodyPr/>
          <a:lstStyle/>
          <a:p>
            <a:r>
              <a:rPr lang="en-US"/>
              <a:t>Tables</a:t>
            </a:r>
            <a:endParaRPr lang="en-GB" dirty="0"/>
          </a:p>
        </p:txBody>
      </p:sp>
      <p:graphicFrame>
        <p:nvGraphicFramePr>
          <p:cNvPr id="7" name="Content Placeholder 6"/>
          <p:cNvGraphicFramePr>
            <a:graphicFrameLocks noGrp="1"/>
          </p:cNvGraphicFramePr>
          <p:nvPr>
            <p:ph idx="1"/>
            <p:extLst>
              <p:ext uri="{D42A27DB-BD31-4B8C-83A1-F6EECF244321}">
                <p14:modId xmlns:p14="http://schemas.microsoft.com/office/powerpoint/2010/main" val="81923064"/>
              </p:ext>
            </p:extLst>
          </p:nvPr>
        </p:nvGraphicFramePr>
        <p:xfrm>
          <a:off x="384175" y="1682750"/>
          <a:ext cx="9144000" cy="4679950"/>
        </p:xfrm>
        <a:graphic>
          <a:graphicData uri="http://schemas.openxmlformats.org/drawingml/2006/table">
            <a:tbl>
              <a:tblPr firstRow="1" bandRow="1">
                <a:tableStyleId>{5C22544A-7EE6-4342-B048-85BDC9FD1C3A}</a:tableStyleId>
              </a:tblPr>
              <a:tblGrid>
                <a:gridCol w="2285999">
                  <a:extLst>
                    <a:ext uri="{9D8B030D-6E8A-4147-A177-3AD203B41FA5}">
                      <a16:colId xmlns:a16="http://schemas.microsoft.com/office/drawing/2014/main" val="20000"/>
                    </a:ext>
                  </a:extLst>
                </a:gridCol>
                <a:gridCol w="2285999">
                  <a:extLst>
                    <a:ext uri="{9D8B030D-6E8A-4147-A177-3AD203B41FA5}">
                      <a16:colId xmlns:a16="http://schemas.microsoft.com/office/drawing/2014/main" val="20001"/>
                    </a:ext>
                  </a:extLst>
                </a:gridCol>
                <a:gridCol w="2285999">
                  <a:extLst>
                    <a:ext uri="{9D8B030D-6E8A-4147-A177-3AD203B41FA5}">
                      <a16:colId xmlns:a16="http://schemas.microsoft.com/office/drawing/2014/main" val="20002"/>
                    </a:ext>
                  </a:extLst>
                </a:gridCol>
                <a:gridCol w="2285999">
                  <a:extLst>
                    <a:ext uri="{9D8B030D-6E8A-4147-A177-3AD203B41FA5}">
                      <a16:colId xmlns:a16="http://schemas.microsoft.com/office/drawing/2014/main" val="20003"/>
                    </a:ext>
                  </a:extLst>
                </a:gridCol>
              </a:tblGrid>
              <a:tr h="378739">
                <a:tc>
                  <a:txBody>
                    <a:bodyPr/>
                    <a:lstStyle/>
                    <a:p>
                      <a:r>
                        <a:rPr lang="en-GB" sz="1200" b="1" dirty="0">
                          <a:solidFill>
                            <a:schemeClr val="accent3"/>
                          </a:solidFill>
                          <a:latin typeface="Aptos" panose="020B0004020202020204" pitchFamily="34" charset="0"/>
                        </a:rPr>
                        <a:t>Section 1</a:t>
                      </a:r>
                    </a:p>
                  </a:txBody>
                  <a:tcPr marL="74398" marR="74398" marT="37148" marB="37148" anchor="ctr">
                    <a:lnL w="12700" cmpd="sng">
                      <a:noFill/>
                    </a:lnL>
                    <a:lnR w="12700" cmpd="sng">
                      <a:noFill/>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b="1" dirty="0">
                          <a:solidFill>
                            <a:schemeClr val="accent3"/>
                          </a:solidFill>
                          <a:latin typeface="Aptos" panose="020B0004020202020204" pitchFamily="34" charset="0"/>
                        </a:rPr>
                        <a:t>Section 2</a:t>
                      </a:r>
                    </a:p>
                  </a:txBody>
                  <a:tcPr marL="74398" marR="74398" marT="37148" marB="37148" anchor="ctr">
                    <a:lnL w="12700" cmpd="sng">
                      <a:noFill/>
                    </a:lnL>
                    <a:lnR w="12700" cmpd="sng">
                      <a:noFill/>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b="1" dirty="0">
                          <a:solidFill>
                            <a:schemeClr val="accent3"/>
                          </a:solidFill>
                          <a:latin typeface="Aptos" panose="020B0004020202020204" pitchFamily="34" charset="0"/>
                        </a:rPr>
                        <a:t>Section 3</a:t>
                      </a:r>
                    </a:p>
                  </a:txBody>
                  <a:tcPr marL="74398" marR="74398" marT="37148" marB="37148" anchor="ctr">
                    <a:lnL w="12700" cmpd="sng">
                      <a:noFill/>
                    </a:lnL>
                    <a:lnR w="12700" cmpd="sng">
                      <a:noFill/>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b="1" dirty="0">
                          <a:solidFill>
                            <a:schemeClr val="accent3"/>
                          </a:solidFill>
                          <a:latin typeface="Aptos" panose="020B0004020202020204" pitchFamily="34" charset="0"/>
                        </a:rPr>
                        <a:t>Section 4</a:t>
                      </a:r>
                    </a:p>
                  </a:txBody>
                  <a:tcPr marL="74398" marR="74398" marT="37148" marB="37148" anchor="ctr">
                    <a:lnL w="12700" cmpd="sng">
                      <a:noFill/>
                    </a:lnL>
                    <a:lnR w="12700" cmpd="sng">
                      <a:noFill/>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8739">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8739">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a:t>
                      </a:r>
                      <a:r>
                        <a:rPr lang="en-GB" sz="1200" baseline="0" dirty="0">
                          <a:solidFill>
                            <a:schemeClr val="tx1"/>
                          </a:solidFill>
                          <a:latin typeface="Aptos" panose="020B0004020202020204" pitchFamily="34" charset="0"/>
                        </a:rPr>
                        <a:t> here</a:t>
                      </a:r>
                      <a:endParaRPr lang="en-GB" sz="1200" dirty="0">
                        <a:solidFill>
                          <a:schemeClr val="tx1"/>
                        </a:solidFill>
                        <a:latin typeface="Aptos" panose="020B0004020202020204" pitchFamily="34" charset="0"/>
                      </a:endParaRP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873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873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873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873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Text here</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8739">
                <a:tc>
                  <a:txBody>
                    <a:bodyPr/>
                    <a:lstStyle/>
                    <a:p>
                      <a:r>
                        <a:rPr lang="en-GB" sz="1200" dirty="0">
                          <a:solidFill>
                            <a:schemeClr val="tx1"/>
                          </a:solidFill>
                          <a:latin typeface="Aptos" panose="020B0004020202020204" pitchFamily="34" charset="0"/>
                        </a:rPr>
                        <a:t>Result</a:t>
                      </a:r>
                      <a:r>
                        <a:rPr lang="en-GB" sz="1200" baseline="0" dirty="0">
                          <a:solidFill>
                            <a:schemeClr val="tx1"/>
                          </a:solidFill>
                          <a:latin typeface="Aptos" panose="020B0004020202020204" pitchFamily="34" charset="0"/>
                        </a:rPr>
                        <a:t> 1</a:t>
                      </a:r>
                      <a:endParaRPr lang="en-GB" sz="1200" dirty="0">
                        <a:solidFill>
                          <a:schemeClr val="tx1"/>
                        </a:solidFill>
                        <a:latin typeface="Aptos" panose="020B0004020202020204" pitchFamily="34" charset="0"/>
                      </a:endParaRP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Result</a:t>
                      </a:r>
                      <a:r>
                        <a:rPr lang="en-GB" sz="1200" baseline="0" dirty="0">
                          <a:solidFill>
                            <a:schemeClr val="tx1"/>
                          </a:solidFill>
                          <a:latin typeface="Aptos" panose="020B0004020202020204" pitchFamily="34" charset="0"/>
                        </a:rPr>
                        <a:t> 2</a:t>
                      </a:r>
                      <a:endParaRPr lang="en-GB" sz="1200" dirty="0">
                        <a:solidFill>
                          <a:schemeClr val="tx1"/>
                        </a:solidFill>
                        <a:latin typeface="Aptos" panose="020B0004020202020204" pitchFamily="34" charset="0"/>
                      </a:endParaRP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Result 3</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dirty="0">
                          <a:solidFill>
                            <a:schemeClr val="tx1"/>
                          </a:solidFill>
                          <a:latin typeface="Aptos" panose="020B0004020202020204" pitchFamily="34" charset="0"/>
                        </a:rPr>
                        <a:t>Result 4</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1319181924"/>
      </p:ext>
    </p:extLst>
  </p:cSld>
  <p:clrMapOvr>
    <a:masterClrMapping/>
  </p:clrMapOvr>
  <p:transition>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12"/>
          <p:cNvSpPr>
            <a:spLocks noGrp="1"/>
          </p:cNvSpPr>
          <p:nvPr>
            <p:ph type="body" sz="quarter" idx="13"/>
          </p:nvPr>
        </p:nvSpPr>
        <p:spPr/>
        <p:txBody>
          <a:bodyPr/>
          <a:lstStyle/>
          <a:p>
            <a:r>
              <a:rPr lang="en-US"/>
              <a:t>Tables with text</a:t>
            </a:r>
            <a:endParaRPr lang="en-US" dirty="0"/>
          </a:p>
        </p:txBody>
      </p:sp>
      <p:sp>
        <p:nvSpPr>
          <p:cNvPr id="2" name="Title 1"/>
          <p:cNvSpPr>
            <a:spLocks noGrp="1"/>
          </p:cNvSpPr>
          <p:nvPr>
            <p:ph type="title"/>
          </p:nvPr>
        </p:nvSpPr>
        <p:spPr/>
        <p:txBody>
          <a:bodyPr/>
          <a:lstStyle/>
          <a:p>
            <a:r>
              <a:rPr lang="en-US"/>
              <a:t>Tables</a:t>
            </a:r>
            <a:endParaRPr lang="en-GB" dirty="0"/>
          </a:p>
        </p:txBody>
      </p:sp>
      <p:graphicFrame>
        <p:nvGraphicFramePr>
          <p:cNvPr id="7" name="Content Placeholder 6"/>
          <p:cNvGraphicFramePr>
            <a:graphicFrameLocks noGrp="1"/>
          </p:cNvGraphicFramePr>
          <p:nvPr>
            <p:ph idx="1"/>
            <p:extLst>
              <p:ext uri="{D42A27DB-BD31-4B8C-83A1-F6EECF244321}">
                <p14:modId xmlns:p14="http://schemas.microsoft.com/office/powerpoint/2010/main" val="1975107739"/>
              </p:ext>
            </p:extLst>
          </p:nvPr>
        </p:nvGraphicFramePr>
        <p:xfrm>
          <a:off x="384175" y="1682750"/>
          <a:ext cx="9144000" cy="4679950"/>
        </p:xfrm>
        <a:graphic>
          <a:graphicData uri="http://schemas.openxmlformats.org/drawingml/2006/table">
            <a:tbl>
              <a:tblPr firstRow="1" bandRow="1">
                <a:tableStyleId>{5C22544A-7EE6-4342-B048-85BDC9FD1C3A}</a:tableStyleId>
              </a:tblPr>
              <a:tblGrid>
                <a:gridCol w="2003064">
                  <a:extLst>
                    <a:ext uri="{9D8B030D-6E8A-4147-A177-3AD203B41FA5}">
                      <a16:colId xmlns:a16="http://schemas.microsoft.com/office/drawing/2014/main" val="20000"/>
                    </a:ext>
                  </a:extLst>
                </a:gridCol>
                <a:gridCol w="3570467">
                  <a:extLst>
                    <a:ext uri="{9D8B030D-6E8A-4147-A177-3AD203B41FA5}">
                      <a16:colId xmlns:a16="http://schemas.microsoft.com/office/drawing/2014/main" val="20001"/>
                    </a:ext>
                  </a:extLst>
                </a:gridCol>
                <a:gridCol w="3570467">
                  <a:extLst>
                    <a:ext uri="{9D8B030D-6E8A-4147-A177-3AD203B41FA5}">
                      <a16:colId xmlns:a16="http://schemas.microsoft.com/office/drawing/2014/main" val="20002"/>
                    </a:ext>
                  </a:extLst>
                </a:gridCol>
              </a:tblGrid>
              <a:tr h="378739">
                <a:tc>
                  <a:txBody>
                    <a:bodyPr/>
                    <a:lstStyle/>
                    <a:p>
                      <a:pPr>
                        <a:spcAft>
                          <a:spcPts val="0"/>
                        </a:spcAft>
                      </a:pPr>
                      <a:r>
                        <a:rPr lang="en-GB" sz="1200" b="1" dirty="0">
                          <a:solidFill>
                            <a:schemeClr val="accent3"/>
                          </a:solidFill>
                          <a:latin typeface="Aptos" panose="020B0004020202020204" pitchFamily="34" charset="0"/>
                        </a:rPr>
                        <a:t>Column heading</a:t>
                      </a:r>
                    </a:p>
                  </a:txBody>
                  <a:tcPr marL="74398" marR="74398" marT="37148" marB="37148" anchor="ctr">
                    <a:lnL w="12700" cmpd="sng">
                      <a:noFill/>
                    </a:lnL>
                    <a:lnR w="12700" cmpd="sng">
                      <a:noFill/>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spcAft>
                          <a:spcPts val="0"/>
                        </a:spcAft>
                      </a:pPr>
                      <a:r>
                        <a:rPr lang="en-GB" sz="1200" b="1" dirty="0">
                          <a:solidFill>
                            <a:schemeClr val="accent3"/>
                          </a:solidFill>
                          <a:latin typeface="Aptos" panose="020B0004020202020204" pitchFamily="34" charset="0"/>
                        </a:rPr>
                        <a:t>Column heading</a:t>
                      </a:r>
                    </a:p>
                  </a:txBody>
                  <a:tcPr marL="74398" marR="74398" marT="37148" marB="37148" anchor="ctr">
                    <a:lnL w="12700" cmpd="sng">
                      <a:noFill/>
                    </a:lnL>
                    <a:lnR w="12700" cmpd="sng">
                      <a:noFill/>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spcAft>
                          <a:spcPts val="0"/>
                        </a:spcAft>
                      </a:pPr>
                      <a:r>
                        <a:rPr lang="en-GB" sz="1200" b="1" dirty="0">
                          <a:solidFill>
                            <a:schemeClr val="accent3"/>
                          </a:solidFill>
                          <a:latin typeface="Aptos" panose="020B0004020202020204" pitchFamily="34" charset="0"/>
                        </a:rPr>
                        <a:t>Column heading</a:t>
                      </a:r>
                    </a:p>
                  </a:txBody>
                  <a:tcPr marL="74398" marR="74398" marT="37148" marB="37148" anchor="ctr">
                    <a:lnL w="12700" cmpd="sng">
                      <a:noFill/>
                    </a:lnL>
                    <a:lnR w="12700" cmpd="sng">
                      <a:noFill/>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912496">
                <a:tc>
                  <a:txBody>
                    <a:bodyPr/>
                    <a:lstStyle/>
                    <a:p>
                      <a:pPr>
                        <a:spcAft>
                          <a:spcPts val="600"/>
                        </a:spcAft>
                      </a:pPr>
                      <a:r>
                        <a:rPr lang="en-GB" sz="1200" dirty="0">
                          <a:solidFill>
                            <a:schemeClr val="tx1"/>
                          </a:solidFill>
                          <a:latin typeface="Aptos" panose="020B0004020202020204" pitchFamily="34" charset="0"/>
                        </a:rPr>
                        <a:t>Row description</a:t>
                      </a:r>
                    </a:p>
                  </a:txBody>
                  <a:tcPr marL="74398" marR="74398" marT="37148" marB="37148">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912496">
                <a:tc>
                  <a:txBody>
                    <a:bodyPr/>
                    <a:lstStyle/>
                    <a:p>
                      <a:pPr>
                        <a:spcAft>
                          <a:spcPts val="600"/>
                        </a:spcAft>
                      </a:pPr>
                      <a:r>
                        <a:rPr lang="en-GB" sz="1200" dirty="0">
                          <a:solidFill>
                            <a:schemeClr val="tx1"/>
                          </a:solidFill>
                          <a:latin typeface="Aptos" panose="020B0004020202020204" pitchFamily="34" charset="0"/>
                        </a:rPr>
                        <a:t>Row description</a:t>
                      </a:r>
                    </a:p>
                  </a:txBody>
                  <a:tcPr marL="74398" marR="74398" marT="37148" marB="37148">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912496">
                <a:tc>
                  <a:txBody>
                    <a:bodyPr/>
                    <a:lstStyle/>
                    <a:p>
                      <a:pPr>
                        <a:spcAft>
                          <a:spcPts val="600"/>
                        </a:spcAft>
                      </a:pPr>
                      <a:r>
                        <a:rPr lang="en-GB" sz="1200" dirty="0">
                          <a:solidFill>
                            <a:schemeClr val="tx1"/>
                          </a:solidFill>
                          <a:latin typeface="Aptos" panose="020B0004020202020204" pitchFamily="34" charset="0"/>
                        </a:rPr>
                        <a:t>Row description</a:t>
                      </a:r>
                    </a:p>
                  </a:txBody>
                  <a:tcPr marL="74398" marR="74398" marT="37148" marB="37148">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3109458456"/>
      </p:ext>
    </p:extLst>
  </p:cSld>
  <p:clrMapOvr>
    <a:masterClrMapping/>
  </p:clrMapOvr>
  <p:transition>
    <p:fade/>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12"/>
          <p:cNvSpPr>
            <a:spLocks noGrp="1"/>
          </p:cNvSpPr>
          <p:nvPr>
            <p:ph type="body" sz="quarter" idx="13"/>
          </p:nvPr>
        </p:nvSpPr>
        <p:spPr/>
        <p:txBody>
          <a:bodyPr/>
          <a:lstStyle/>
          <a:p>
            <a:r>
              <a:rPr lang="en-US" dirty="0"/>
              <a:t>Table with full column of bullets and dashes</a:t>
            </a:r>
          </a:p>
        </p:txBody>
      </p:sp>
      <p:sp>
        <p:nvSpPr>
          <p:cNvPr id="2" name="Title 1"/>
          <p:cNvSpPr>
            <a:spLocks noGrp="1"/>
          </p:cNvSpPr>
          <p:nvPr>
            <p:ph type="title"/>
          </p:nvPr>
        </p:nvSpPr>
        <p:spPr/>
        <p:txBody>
          <a:bodyPr/>
          <a:lstStyle/>
          <a:p>
            <a:r>
              <a:rPr lang="en-US"/>
              <a:t>Tables</a:t>
            </a:r>
            <a:endParaRPr lang="en-GB" dirty="0"/>
          </a:p>
        </p:txBody>
      </p:sp>
      <p:graphicFrame>
        <p:nvGraphicFramePr>
          <p:cNvPr id="7" name="Content Placeholder 6"/>
          <p:cNvGraphicFramePr>
            <a:graphicFrameLocks noGrp="1"/>
          </p:cNvGraphicFramePr>
          <p:nvPr>
            <p:ph idx="1"/>
            <p:extLst>
              <p:ext uri="{D42A27DB-BD31-4B8C-83A1-F6EECF244321}">
                <p14:modId xmlns:p14="http://schemas.microsoft.com/office/powerpoint/2010/main" val="2521464390"/>
              </p:ext>
            </p:extLst>
          </p:nvPr>
        </p:nvGraphicFramePr>
        <p:xfrm>
          <a:off x="384175" y="1682750"/>
          <a:ext cx="9144000" cy="4679950"/>
        </p:xfrm>
        <a:graphic>
          <a:graphicData uri="http://schemas.openxmlformats.org/drawingml/2006/table">
            <a:tbl>
              <a:tblPr firstRow="1" bandRow="1">
                <a:tableStyleId>{5C22544A-7EE6-4342-B048-85BDC9FD1C3A}</a:tableStyleId>
              </a:tblPr>
              <a:tblGrid>
                <a:gridCol w="2285999">
                  <a:extLst>
                    <a:ext uri="{9D8B030D-6E8A-4147-A177-3AD203B41FA5}">
                      <a16:colId xmlns:a16="http://schemas.microsoft.com/office/drawing/2014/main" val="20000"/>
                    </a:ext>
                  </a:extLst>
                </a:gridCol>
                <a:gridCol w="2285999">
                  <a:extLst>
                    <a:ext uri="{9D8B030D-6E8A-4147-A177-3AD203B41FA5}">
                      <a16:colId xmlns:a16="http://schemas.microsoft.com/office/drawing/2014/main" val="20001"/>
                    </a:ext>
                  </a:extLst>
                </a:gridCol>
                <a:gridCol w="2285999">
                  <a:extLst>
                    <a:ext uri="{9D8B030D-6E8A-4147-A177-3AD203B41FA5}">
                      <a16:colId xmlns:a16="http://schemas.microsoft.com/office/drawing/2014/main" val="20003"/>
                    </a:ext>
                  </a:extLst>
                </a:gridCol>
                <a:gridCol w="2285999">
                  <a:extLst>
                    <a:ext uri="{9D8B030D-6E8A-4147-A177-3AD203B41FA5}">
                      <a16:colId xmlns:a16="http://schemas.microsoft.com/office/drawing/2014/main" val="20002"/>
                    </a:ext>
                  </a:extLst>
                </a:gridCol>
              </a:tblGrid>
              <a:tr h="378739">
                <a:tc>
                  <a:txBody>
                    <a:bodyPr/>
                    <a:lstStyle/>
                    <a:p>
                      <a:r>
                        <a:rPr lang="en-GB" sz="1200" b="1" dirty="0">
                          <a:solidFill>
                            <a:schemeClr val="accent3"/>
                          </a:solidFill>
                          <a:latin typeface="Aptos" panose="020B0004020202020204" pitchFamily="34" charset="0"/>
                        </a:rPr>
                        <a:t>Column heading</a:t>
                      </a:r>
                    </a:p>
                  </a:txBody>
                  <a:tcPr marL="74398" marR="74398" marT="37148" marB="37148" anchor="ctr">
                    <a:lnL w="12700" cmpd="sng">
                      <a:noFill/>
                    </a:lnL>
                    <a:lnR w="12700" cmpd="sng">
                      <a:noFill/>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b="1" dirty="0">
                          <a:solidFill>
                            <a:schemeClr val="accent3"/>
                          </a:solidFill>
                          <a:latin typeface="Aptos" panose="020B0004020202020204" pitchFamily="34" charset="0"/>
                        </a:rPr>
                        <a:t>Column heading</a:t>
                      </a:r>
                    </a:p>
                  </a:txBody>
                  <a:tcPr marL="74398" marR="74398" marT="37148" marB="37148" anchor="ctr">
                    <a:lnL w="12700" cmpd="sng">
                      <a:noFill/>
                    </a:lnL>
                    <a:lnR w="12700" cmpd="sng">
                      <a:noFill/>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b="1" dirty="0">
                          <a:solidFill>
                            <a:schemeClr val="accent3"/>
                          </a:solidFill>
                          <a:latin typeface="Aptos" panose="020B0004020202020204" pitchFamily="34" charset="0"/>
                        </a:rPr>
                        <a:t>Column heading</a:t>
                      </a:r>
                    </a:p>
                  </a:txBody>
                  <a:tcPr marL="74398" marR="74398" marT="37148" marB="37148" anchor="ctr">
                    <a:lnL w="12700" cmpd="sng">
                      <a:noFill/>
                    </a:lnL>
                    <a:lnR w="12700" cmpd="sng">
                      <a:noFill/>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200" b="1" dirty="0">
                          <a:solidFill>
                            <a:schemeClr val="accent3"/>
                          </a:solidFill>
                          <a:latin typeface="Aptos" panose="020B0004020202020204" pitchFamily="34" charset="0"/>
                        </a:rPr>
                        <a:t>Column heading</a:t>
                      </a:r>
                    </a:p>
                  </a:txBody>
                  <a:tcPr marL="74398" marR="74398" marT="37148" marB="37148" anchor="ctr">
                    <a:lnL w="12700" cmpd="sng">
                      <a:noFill/>
                    </a:lnL>
                    <a:lnR w="12700" cmpd="sng">
                      <a:noFill/>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912496">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912496">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kumimoji="0" lang="en-US" sz="1200" b="0" i="0" u="none" strike="noStrike" kern="1200" cap="none" spc="0" normalizeH="0" baseline="0" noProof="0" dirty="0">
                          <a:ln>
                            <a:noFill/>
                          </a:ln>
                          <a:solidFill>
                            <a:schemeClr val="tx1"/>
                          </a:solidFill>
                          <a:effectLst/>
                          <a:uLnTx/>
                          <a:uFillTx/>
                          <a:latin typeface="Aptos" panose="020B0004020202020204" pitchFamily="34" charset="0"/>
                          <a:ea typeface="+mn-ea"/>
                          <a:cs typeface="+mn-cs"/>
                        </a:rPr>
                        <a:t>T</a:t>
                      </a: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912496">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98" marR="74398" marT="37148" marB="37148" anchor="ctr">
                    <a:lnL w="12700" cmpd="sng">
                      <a:noFill/>
                    </a:lnL>
                    <a:lnR w="12700" cmpd="sng">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3899595252"/>
      </p:ext>
    </p:extLst>
  </p:cSld>
  <p:clrMapOvr>
    <a:masterClrMapping/>
  </p:clrMapOvr>
  <p:transition>
    <p:fade/>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12"/>
          <p:cNvSpPr>
            <a:spLocks noGrp="1"/>
          </p:cNvSpPr>
          <p:nvPr>
            <p:ph type="body" sz="quarter" idx="13"/>
          </p:nvPr>
        </p:nvSpPr>
        <p:spPr/>
        <p:txBody>
          <a:bodyPr/>
          <a:lstStyle/>
          <a:p>
            <a:r>
              <a:rPr lang="en-US"/>
              <a:t>Data table</a:t>
            </a:r>
            <a:endParaRPr lang="en-US" dirty="0"/>
          </a:p>
        </p:txBody>
      </p:sp>
      <p:sp>
        <p:nvSpPr>
          <p:cNvPr id="2" name="Title 1"/>
          <p:cNvSpPr>
            <a:spLocks noGrp="1"/>
          </p:cNvSpPr>
          <p:nvPr>
            <p:ph type="title"/>
          </p:nvPr>
        </p:nvSpPr>
        <p:spPr/>
        <p:txBody>
          <a:bodyPr/>
          <a:lstStyle/>
          <a:p>
            <a:r>
              <a:rPr lang="en-US"/>
              <a:t>Tables</a:t>
            </a:r>
            <a:endParaRPr lang="en-GB" dirty="0"/>
          </a:p>
        </p:txBody>
      </p:sp>
      <p:graphicFrame>
        <p:nvGraphicFramePr>
          <p:cNvPr id="9" name="Group 3"/>
          <p:cNvGraphicFramePr>
            <a:graphicFrameLocks noGrp="1"/>
          </p:cNvGraphicFramePr>
          <p:nvPr>
            <p:ph idx="1"/>
            <p:custDataLst>
              <p:tags r:id="rId1"/>
            </p:custDataLst>
            <p:extLst>
              <p:ext uri="{D42A27DB-BD31-4B8C-83A1-F6EECF244321}">
                <p14:modId xmlns:p14="http://schemas.microsoft.com/office/powerpoint/2010/main" val="884540795"/>
              </p:ext>
            </p:extLst>
          </p:nvPr>
        </p:nvGraphicFramePr>
        <p:xfrm>
          <a:off x="384175" y="1682750"/>
          <a:ext cx="9144000" cy="4679950"/>
        </p:xfrm>
        <a:graphic>
          <a:graphicData uri="http://schemas.openxmlformats.org/drawingml/2006/table">
            <a:tbl>
              <a:tblPr/>
              <a:tblGrid>
                <a:gridCol w="1495183">
                  <a:extLst>
                    <a:ext uri="{9D8B030D-6E8A-4147-A177-3AD203B41FA5}">
                      <a16:colId xmlns:a16="http://schemas.microsoft.com/office/drawing/2014/main" val="20000"/>
                    </a:ext>
                  </a:extLst>
                </a:gridCol>
                <a:gridCol w="956101">
                  <a:extLst>
                    <a:ext uri="{9D8B030D-6E8A-4147-A177-3AD203B41FA5}">
                      <a16:colId xmlns:a16="http://schemas.microsoft.com/office/drawing/2014/main" val="20001"/>
                    </a:ext>
                  </a:extLst>
                </a:gridCol>
                <a:gridCol w="956101">
                  <a:extLst>
                    <a:ext uri="{9D8B030D-6E8A-4147-A177-3AD203B41FA5}">
                      <a16:colId xmlns:a16="http://schemas.microsoft.com/office/drawing/2014/main" val="20002"/>
                    </a:ext>
                  </a:extLst>
                </a:gridCol>
                <a:gridCol w="956101">
                  <a:extLst>
                    <a:ext uri="{9D8B030D-6E8A-4147-A177-3AD203B41FA5}">
                      <a16:colId xmlns:a16="http://schemas.microsoft.com/office/drawing/2014/main" val="20003"/>
                    </a:ext>
                  </a:extLst>
                </a:gridCol>
                <a:gridCol w="956101">
                  <a:extLst>
                    <a:ext uri="{9D8B030D-6E8A-4147-A177-3AD203B41FA5}">
                      <a16:colId xmlns:a16="http://schemas.microsoft.com/office/drawing/2014/main" val="20004"/>
                    </a:ext>
                  </a:extLst>
                </a:gridCol>
                <a:gridCol w="956101">
                  <a:extLst>
                    <a:ext uri="{9D8B030D-6E8A-4147-A177-3AD203B41FA5}">
                      <a16:colId xmlns:a16="http://schemas.microsoft.com/office/drawing/2014/main" val="20005"/>
                    </a:ext>
                  </a:extLst>
                </a:gridCol>
                <a:gridCol w="956101">
                  <a:extLst>
                    <a:ext uri="{9D8B030D-6E8A-4147-A177-3AD203B41FA5}">
                      <a16:colId xmlns:a16="http://schemas.microsoft.com/office/drawing/2014/main" val="20006"/>
                    </a:ext>
                  </a:extLst>
                </a:gridCol>
                <a:gridCol w="956101">
                  <a:extLst>
                    <a:ext uri="{9D8B030D-6E8A-4147-A177-3AD203B41FA5}">
                      <a16:colId xmlns:a16="http://schemas.microsoft.com/office/drawing/2014/main" val="20007"/>
                    </a:ext>
                  </a:extLst>
                </a:gridCol>
                <a:gridCol w="956101">
                  <a:extLst>
                    <a:ext uri="{9D8B030D-6E8A-4147-A177-3AD203B41FA5}">
                      <a16:colId xmlns:a16="http://schemas.microsoft.com/office/drawing/2014/main" val="20008"/>
                    </a:ext>
                  </a:extLst>
                </a:gridCol>
              </a:tblGrid>
              <a:tr h="334328">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1" i="0" u="none" strike="noStrike" kern="1200" cap="none" normalizeH="0" baseline="0" dirty="0">
                          <a:ln>
                            <a:noFill/>
                          </a:ln>
                          <a:solidFill>
                            <a:schemeClr val="tx1"/>
                          </a:solidFill>
                          <a:effectLst/>
                          <a:latin typeface="Aptos" panose="020B0004020202020204" pitchFamily="34" charset="0"/>
                          <a:ea typeface="+mn-ea"/>
                          <a:cs typeface="+mn-cs"/>
                        </a:rPr>
                        <a:t>Column</a:t>
                      </a:r>
                    </a:p>
                  </a:txBody>
                  <a:tcPr marL="74340" marR="74340" marT="74295" marB="74295" anchor="ctr" horzOverflow="overflow">
                    <a:lnL w="12700" cmpd="sng">
                      <a:noFill/>
                      <a:prstDash val="soli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1" u="none" strike="noStrike" cap="none" normalizeH="0" baseline="0" dirty="0">
                          <a:ln>
                            <a:noFill/>
                          </a:ln>
                          <a:solidFill>
                            <a:schemeClr val="tx1"/>
                          </a:solidFill>
                          <a:effectLst/>
                          <a:latin typeface="Aptos" panose="020B0004020202020204" pitchFamily="34" charset="0"/>
                        </a:rPr>
                        <a:t>Column</a:t>
                      </a:r>
                      <a:endParaRPr kumimoji="0" lang="en-US" sz="1000" b="1"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1" u="none" strike="noStrike" cap="none" normalizeH="0" baseline="0" dirty="0">
                          <a:ln>
                            <a:noFill/>
                          </a:ln>
                          <a:solidFill>
                            <a:schemeClr val="tx1"/>
                          </a:solidFill>
                          <a:effectLst/>
                          <a:latin typeface="Aptos" panose="020B0004020202020204" pitchFamily="34" charset="0"/>
                        </a:rPr>
                        <a:t>Column</a:t>
                      </a:r>
                      <a:endParaRPr kumimoji="0" lang="en-US" sz="1000" b="1"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1" u="none" strike="noStrike" cap="none" normalizeH="0" baseline="0" dirty="0">
                          <a:ln>
                            <a:noFill/>
                          </a:ln>
                          <a:solidFill>
                            <a:schemeClr val="tx1"/>
                          </a:solidFill>
                          <a:effectLst/>
                          <a:latin typeface="Aptos" panose="020B0004020202020204" pitchFamily="34" charset="0"/>
                        </a:rPr>
                        <a:t>Column</a:t>
                      </a:r>
                      <a:endParaRPr kumimoji="0" lang="en-US" sz="1000" b="1"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1" u="none" strike="noStrike" cap="none" normalizeH="0" baseline="0" dirty="0">
                          <a:ln>
                            <a:noFill/>
                          </a:ln>
                          <a:solidFill>
                            <a:schemeClr val="tx1"/>
                          </a:solidFill>
                          <a:effectLst/>
                          <a:latin typeface="Aptos" panose="020B0004020202020204" pitchFamily="34" charset="0"/>
                        </a:rPr>
                        <a:t>Column</a:t>
                      </a:r>
                      <a:endParaRPr kumimoji="0" lang="en-US" sz="1000" b="1"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1" u="none" strike="noStrike" cap="none" normalizeH="0" baseline="0" dirty="0">
                          <a:ln>
                            <a:noFill/>
                          </a:ln>
                          <a:solidFill>
                            <a:schemeClr val="tx1"/>
                          </a:solidFill>
                          <a:effectLst/>
                          <a:latin typeface="Aptos" panose="020B0004020202020204" pitchFamily="34" charset="0"/>
                        </a:rPr>
                        <a:t>Column</a:t>
                      </a:r>
                      <a:endParaRPr kumimoji="0" lang="en-US" sz="1000" b="1"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1" u="none" strike="noStrike" cap="none" normalizeH="0" baseline="0" dirty="0">
                          <a:ln>
                            <a:noFill/>
                          </a:ln>
                          <a:solidFill>
                            <a:schemeClr val="tx1"/>
                          </a:solidFill>
                          <a:effectLst/>
                          <a:latin typeface="Aptos" panose="020B0004020202020204" pitchFamily="34" charset="0"/>
                        </a:rPr>
                        <a:t>Column</a:t>
                      </a:r>
                      <a:endParaRPr kumimoji="0" lang="en-US" sz="1000" b="1"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1" u="none" strike="noStrike" cap="none" normalizeH="0" baseline="0" dirty="0">
                          <a:ln>
                            <a:noFill/>
                          </a:ln>
                          <a:solidFill>
                            <a:schemeClr val="tx1"/>
                          </a:solidFill>
                          <a:effectLst/>
                          <a:latin typeface="Aptos" panose="020B0004020202020204" pitchFamily="34" charset="0"/>
                        </a:rPr>
                        <a:t>Column</a:t>
                      </a:r>
                      <a:endParaRPr kumimoji="0" lang="en-US" sz="1000" b="1"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1" u="none" strike="noStrike" cap="none" normalizeH="0" baseline="0" dirty="0">
                          <a:ln>
                            <a:noFill/>
                          </a:ln>
                          <a:solidFill>
                            <a:schemeClr val="tx1"/>
                          </a:solidFill>
                          <a:effectLst/>
                          <a:latin typeface="Aptos" panose="020B0004020202020204" pitchFamily="34" charset="0"/>
                        </a:rPr>
                        <a:t>Column</a:t>
                      </a:r>
                      <a:endParaRPr kumimoji="0" lang="en-US" sz="1000" b="1"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6350" cap="flat" cmpd="sng" algn="ctr">
                      <a:solidFill>
                        <a:schemeClr val="bg1"/>
                      </a:solidFill>
                      <a:prstDash val="solid"/>
                      <a:round/>
                      <a:headEnd type="none" w="med" len="med"/>
                      <a:tailEnd type="none" w="med" len="med"/>
                    </a:lnL>
                    <a:lnR w="12700" cmpd="sng">
                      <a:noFill/>
                      <a:prstDash val="solid"/>
                    </a:lnR>
                    <a:lnT w="38100" cap="flat" cmpd="sng" algn="ctr">
                      <a:solidFill>
                        <a:schemeClr val="accent1"/>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45144">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Row description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345144">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Row description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45144">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Row description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45144">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Row description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345144">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Row description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345144">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Row description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345144">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Row description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r h="345144">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Row description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u="none" strike="noStrike" cap="none" normalizeH="0" baseline="0" dirty="0">
                          <a:ln>
                            <a:noFill/>
                          </a:ln>
                          <a:solidFill>
                            <a:schemeClr val="tx1"/>
                          </a:solidFill>
                          <a:effectLst/>
                          <a:latin typeface="Aptos" panose="020B0004020202020204" pitchFamily="34" charset="0"/>
                        </a:rPr>
                        <a:t>xx</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2046624234"/>
      </p:ext>
    </p:extLst>
  </p:cSld>
  <p:clrMapOvr>
    <a:masterClrMapping/>
  </p:clrMapOvr>
  <p:transition>
    <p:fade/>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12"/>
          <p:cNvSpPr>
            <a:spLocks noGrp="1"/>
          </p:cNvSpPr>
          <p:nvPr>
            <p:ph type="body" sz="quarter" idx="13"/>
          </p:nvPr>
        </p:nvSpPr>
        <p:spPr/>
        <p:txBody>
          <a:bodyPr/>
          <a:lstStyle/>
          <a:p>
            <a:r>
              <a:rPr lang="en-US"/>
              <a:t>Data table</a:t>
            </a:r>
            <a:endParaRPr lang="en-US" dirty="0"/>
          </a:p>
        </p:txBody>
      </p:sp>
      <p:sp>
        <p:nvSpPr>
          <p:cNvPr id="2" name="Title 1"/>
          <p:cNvSpPr>
            <a:spLocks noGrp="1"/>
          </p:cNvSpPr>
          <p:nvPr>
            <p:ph type="title"/>
          </p:nvPr>
        </p:nvSpPr>
        <p:spPr/>
        <p:txBody>
          <a:bodyPr/>
          <a:lstStyle/>
          <a:p>
            <a:r>
              <a:rPr lang="en-US"/>
              <a:t>Tables</a:t>
            </a:r>
            <a:endParaRPr lang="en-GB" dirty="0"/>
          </a:p>
        </p:txBody>
      </p:sp>
      <p:graphicFrame>
        <p:nvGraphicFramePr>
          <p:cNvPr id="8" name="Group 3"/>
          <p:cNvGraphicFramePr>
            <a:graphicFrameLocks noGrp="1"/>
          </p:cNvGraphicFramePr>
          <p:nvPr>
            <p:ph idx="1"/>
            <p:extLst>
              <p:ext uri="{D42A27DB-BD31-4B8C-83A1-F6EECF244321}">
                <p14:modId xmlns:p14="http://schemas.microsoft.com/office/powerpoint/2010/main" val="227905024"/>
              </p:ext>
            </p:extLst>
          </p:nvPr>
        </p:nvGraphicFramePr>
        <p:xfrm>
          <a:off x="384175" y="1682750"/>
          <a:ext cx="9144000" cy="4679950"/>
        </p:xfrm>
        <a:graphic>
          <a:graphicData uri="http://schemas.openxmlformats.org/drawingml/2006/table">
            <a:tbl>
              <a:tblPr/>
              <a:tblGrid>
                <a:gridCol w="2399167">
                  <a:extLst>
                    <a:ext uri="{9D8B030D-6E8A-4147-A177-3AD203B41FA5}">
                      <a16:colId xmlns:a16="http://schemas.microsoft.com/office/drawing/2014/main" val="20000"/>
                    </a:ext>
                  </a:extLst>
                </a:gridCol>
                <a:gridCol w="1686208">
                  <a:extLst>
                    <a:ext uri="{9D8B030D-6E8A-4147-A177-3AD203B41FA5}">
                      <a16:colId xmlns:a16="http://schemas.microsoft.com/office/drawing/2014/main" val="20001"/>
                    </a:ext>
                  </a:extLst>
                </a:gridCol>
                <a:gridCol w="1686208">
                  <a:extLst>
                    <a:ext uri="{9D8B030D-6E8A-4147-A177-3AD203B41FA5}">
                      <a16:colId xmlns:a16="http://schemas.microsoft.com/office/drawing/2014/main" val="20002"/>
                    </a:ext>
                  </a:extLst>
                </a:gridCol>
                <a:gridCol w="1686208">
                  <a:extLst>
                    <a:ext uri="{9D8B030D-6E8A-4147-A177-3AD203B41FA5}">
                      <a16:colId xmlns:a16="http://schemas.microsoft.com/office/drawing/2014/main" val="20003"/>
                    </a:ext>
                  </a:extLst>
                </a:gridCol>
                <a:gridCol w="1686208">
                  <a:extLst>
                    <a:ext uri="{9D8B030D-6E8A-4147-A177-3AD203B41FA5}">
                      <a16:colId xmlns:a16="http://schemas.microsoft.com/office/drawing/2014/main" val="20004"/>
                    </a:ext>
                  </a:extLst>
                </a:gridCol>
              </a:tblGrid>
              <a:tr h="405208">
                <a:tc>
                  <a:txBody>
                    <a:bodyPr/>
                    <a:lstStyle/>
                    <a:p>
                      <a:pPr marL="0" marR="0" lvl="0" indent="0" algn="l" defTabSz="684213" rtl="0" eaLnBrk="0" fontAlgn="base" latinLnBrk="0" hangingPunct="0">
                        <a:lnSpc>
                          <a:spcPct val="100000"/>
                        </a:lnSpc>
                        <a:spcBef>
                          <a:spcPts val="0"/>
                        </a:spcBef>
                        <a:spcAft>
                          <a:spcPct val="0"/>
                        </a:spcAft>
                        <a:buClrTx/>
                        <a:buSzPct val="25000"/>
                        <a:buFont typeface="Wingdings" pitchFamily="2" charset="2"/>
                        <a:buNone/>
                        <a:tabLst/>
                        <a:defRPr/>
                      </a:pPr>
                      <a:endParaRPr lang="en-US" sz="1200" b="1" dirty="0">
                        <a:solidFill>
                          <a:schemeClr val="accent2"/>
                        </a:solidFill>
                        <a:latin typeface="Aptos" panose="020B0004020202020204" pitchFamily="34" charset="0"/>
                      </a:endParaRPr>
                    </a:p>
                  </a:txBody>
                  <a:tcPr marL="74340" marR="74340" marT="74295" marB="74295" anchor="ctr" horzOverflow="overflow">
                    <a:lnL w="12700" cmpd="sng">
                      <a:noFill/>
                      <a:prstDash val="solid"/>
                    </a:lnL>
                    <a:lnR w="6350" cap="flat" cmpd="sng" algn="ctr">
                      <a:noFill/>
                      <a:prstDash val="solid"/>
                      <a:round/>
                      <a:headEnd type="none" w="med" len="med"/>
                      <a:tailEnd type="none" w="med" len="med"/>
                    </a:lnR>
                    <a:lnT w="38100" cap="flat" cmpd="sng" algn="ctr">
                      <a:solidFill>
                        <a:schemeClr val="accent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4213" rtl="0" eaLnBrk="0" fontAlgn="base" latinLnBrk="0" hangingPunct="0">
                        <a:lnSpc>
                          <a:spcPct val="100000"/>
                        </a:lnSpc>
                        <a:spcBef>
                          <a:spcPts val="400"/>
                        </a:spcBef>
                        <a:spcAft>
                          <a:spcPct val="0"/>
                        </a:spcAft>
                        <a:buClrTx/>
                        <a:buSzPct val="100000"/>
                        <a:buFont typeface="Arial" panose="020B0604020202020204" pitchFamily="34" charset="0"/>
                        <a:buNone/>
                        <a:tabLst/>
                      </a:pPr>
                      <a:r>
                        <a:rPr kumimoji="0" lang="en-US" sz="1200" b="1" u="none" strike="noStrike" cap="none" normalizeH="0" baseline="0" dirty="0">
                          <a:ln>
                            <a:noFill/>
                          </a:ln>
                          <a:solidFill>
                            <a:schemeClr val="accent2"/>
                          </a:solidFill>
                          <a:effectLst/>
                          <a:latin typeface="Aptos" panose="020B0004020202020204" pitchFamily="34" charset="0"/>
                        </a:rPr>
                        <a:t>Column header</a:t>
                      </a:r>
                      <a:endParaRPr kumimoji="0" lang="en-US" sz="1200" b="1" i="0" u="none" strike="noStrike" cap="none" normalizeH="0" baseline="0" dirty="0">
                        <a:ln>
                          <a:noFill/>
                        </a:ln>
                        <a:solidFill>
                          <a:schemeClr val="accent2"/>
                        </a:solidFill>
                        <a:effectLst/>
                        <a:latin typeface="Aptos" panose="020B0004020202020204" pitchFamily="34" charset="0"/>
                      </a:endParaRPr>
                    </a:p>
                  </a:txBody>
                  <a:tcPr marL="74340" marR="74340" marT="74295" marB="74295" anchor="ctr" horzOverflow="overflow">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4213" rtl="0" eaLnBrk="0" fontAlgn="base" latinLnBrk="0" hangingPunct="0">
                        <a:lnSpc>
                          <a:spcPct val="100000"/>
                        </a:lnSpc>
                        <a:spcBef>
                          <a:spcPts val="400"/>
                        </a:spcBef>
                        <a:spcAft>
                          <a:spcPct val="0"/>
                        </a:spcAft>
                        <a:buClrTx/>
                        <a:buSzPct val="100000"/>
                        <a:buFont typeface="Arial" panose="020B0604020202020204" pitchFamily="34" charset="0"/>
                        <a:buNone/>
                        <a:tabLst/>
                      </a:pPr>
                      <a:r>
                        <a:rPr kumimoji="0" lang="en-US" sz="1200" b="1" u="none" strike="noStrike" cap="none" normalizeH="0" baseline="0" dirty="0">
                          <a:ln>
                            <a:noFill/>
                          </a:ln>
                          <a:solidFill>
                            <a:schemeClr val="accent2"/>
                          </a:solidFill>
                          <a:effectLst/>
                          <a:latin typeface="Aptos" panose="020B0004020202020204" pitchFamily="34" charset="0"/>
                        </a:rPr>
                        <a:t>Column header</a:t>
                      </a:r>
                      <a:endParaRPr kumimoji="0" lang="en-US" sz="1200" b="1" i="0" u="none" strike="noStrike" cap="none" normalizeH="0" baseline="0" dirty="0">
                        <a:ln>
                          <a:noFill/>
                        </a:ln>
                        <a:solidFill>
                          <a:schemeClr val="accent2"/>
                        </a:solidFill>
                        <a:effectLst/>
                        <a:latin typeface="Aptos" panose="020B0004020202020204" pitchFamily="34" charset="0"/>
                      </a:endParaRPr>
                    </a:p>
                  </a:txBody>
                  <a:tcPr marL="74340" marR="74340"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4213" rtl="0" eaLnBrk="0" fontAlgn="base" latinLnBrk="0" hangingPunct="0">
                        <a:lnSpc>
                          <a:spcPct val="100000"/>
                        </a:lnSpc>
                        <a:spcBef>
                          <a:spcPts val="400"/>
                        </a:spcBef>
                        <a:spcAft>
                          <a:spcPct val="0"/>
                        </a:spcAft>
                        <a:buClrTx/>
                        <a:buSzPct val="100000"/>
                        <a:buFont typeface="Arial" panose="020B0604020202020204" pitchFamily="34" charset="0"/>
                        <a:buNone/>
                        <a:tabLst/>
                      </a:pPr>
                      <a:r>
                        <a:rPr kumimoji="0" lang="en-US" sz="1200" b="1" u="none" strike="noStrike" cap="none" normalizeH="0" baseline="0" dirty="0">
                          <a:ln>
                            <a:noFill/>
                          </a:ln>
                          <a:solidFill>
                            <a:schemeClr val="accent2"/>
                          </a:solidFill>
                          <a:effectLst/>
                          <a:latin typeface="Aptos" panose="020B0004020202020204" pitchFamily="34" charset="0"/>
                        </a:rPr>
                        <a:t>Column header</a:t>
                      </a:r>
                      <a:endParaRPr kumimoji="0" lang="en-US" sz="1200" b="1" i="0" u="none" strike="noStrike" cap="none" normalizeH="0" baseline="0" dirty="0">
                        <a:ln>
                          <a:noFill/>
                        </a:ln>
                        <a:solidFill>
                          <a:schemeClr val="accent2"/>
                        </a:solidFill>
                        <a:effectLst/>
                        <a:latin typeface="Aptos" panose="020B0004020202020204" pitchFamily="34" charset="0"/>
                      </a:endParaRPr>
                    </a:p>
                  </a:txBody>
                  <a:tcPr marL="74340" marR="74340"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4213" rtl="0" eaLnBrk="0" fontAlgn="base" latinLnBrk="0" hangingPunct="0">
                        <a:lnSpc>
                          <a:spcPct val="100000"/>
                        </a:lnSpc>
                        <a:spcBef>
                          <a:spcPts val="400"/>
                        </a:spcBef>
                        <a:spcAft>
                          <a:spcPct val="0"/>
                        </a:spcAft>
                        <a:buClrTx/>
                        <a:buSzPct val="100000"/>
                        <a:buFont typeface="Arial" panose="020B0604020202020204" pitchFamily="34" charset="0"/>
                        <a:buNone/>
                        <a:tabLst/>
                      </a:pPr>
                      <a:r>
                        <a:rPr kumimoji="0" lang="en-US" sz="1200" b="1" u="none" strike="noStrike" cap="none" normalizeH="0" baseline="0" dirty="0">
                          <a:ln>
                            <a:noFill/>
                          </a:ln>
                          <a:solidFill>
                            <a:schemeClr val="accent2"/>
                          </a:solidFill>
                          <a:effectLst/>
                          <a:latin typeface="Aptos" panose="020B0004020202020204" pitchFamily="34" charset="0"/>
                        </a:rPr>
                        <a:t>Column header</a:t>
                      </a:r>
                      <a:endParaRPr kumimoji="0" lang="en-US" sz="1200" b="1" i="0" u="none" strike="noStrike" cap="none" normalizeH="0" baseline="0" dirty="0">
                        <a:ln>
                          <a:noFill/>
                        </a:ln>
                        <a:solidFill>
                          <a:schemeClr val="accent2"/>
                        </a:solidFill>
                        <a:effectLst/>
                        <a:latin typeface="Aptos" panose="020B0004020202020204" pitchFamily="34" charset="0"/>
                      </a:endParaRPr>
                    </a:p>
                  </a:txBody>
                  <a:tcPr marL="74340" marR="74340" marT="74295" marB="74295" anchor="ctr" horzOverflow="overflow">
                    <a:lnL w="6350" cap="flat" cmpd="sng" algn="ctr">
                      <a:solidFill>
                        <a:schemeClr val="bg1"/>
                      </a:solidFill>
                      <a:prstDash val="solid"/>
                      <a:round/>
                      <a:headEnd type="none" w="med" len="med"/>
                      <a:tailEnd type="none" w="med" len="med"/>
                    </a:lnL>
                    <a:lnR w="12700" cmpd="sng">
                      <a:solidFill>
                        <a:srgbClr val="FFFFFF"/>
                      </a:solidFill>
                      <a:prstDash val="solid"/>
                    </a:lnR>
                    <a:lnT w="38100" cap="flat" cmpd="sng" algn="ctr">
                      <a:solidFill>
                        <a:schemeClr val="accent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383075">
                <a:tc>
                  <a:txBody>
                    <a:bodyPr/>
                    <a:lstStyle/>
                    <a:p>
                      <a:pPr marL="0" indent="0" algn="l">
                        <a:lnSpc>
                          <a:spcPct val="110000"/>
                        </a:lnSpc>
                        <a:spcBef>
                          <a:spcPts val="300"/>
                        </a:spcBef>
                        <a:spcAft>
                          <a:spcPts val="600"/>
                        </a:spcAft>
                        <a:buFont typeface="Arial" panose="020B0604020202020204" pitchFamily="34" charset="0"/>
                        <a:buNone/>
                      </a:pPr>
                      <a:r>
                        <a:rPr lang="en-US" sz="1200" b="0" dirty="0">
                          <a:solidFill>
                            <a:schemeClr val="tx1"/>
                          </a:solidFill>
                          <a:latin typeface="Aptos" panose="020B0004020202020204" pitchFamily="34" charset="0"/>
                        </a:rPr>
                        <a:t>Row</a:t>
                      </a:r>
                      <a:r>
                        <a:rPr lang="en-US" sz="1200" b="0" baseline="0" dirty="0">
                          <a:solidFill>
                            <a:schemeClr val="tx1"/>
                          </a:solidFill>
                          <a:latin typeface="Aptos" panose="020B0004020202020204" pitchFamily="34" charset="0"/>
                        </a:rPr>
                        <a:t> title</a:t>
                      </a:r>
                      <a:endParaRPr lang="en-US" sz="1200" b="0" dirty="0">
                        <a:solidFill>
                          <a:schemeClr val="tx1"/>
                        </a:solidFill>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383075">
                <a:tc>
                  <a:txBody>
                    <a:bodyPr/>
                    <a:lstStyle/>
                    <a:p>
                      <a:pPr marL="0" indent="0" algn="l">
                        <a:lnSpc>
                          <a:spcPct val="110000"/>
                        </a:lnSpc>
                        <a:spcBef>
                          <a:spcPts val="300"/>
                        </a:spcBef>
                        <a:spcAft>
                          <a:spcPts val="600"/>
                        </a:spcAft>
                        <a:buFont typeface="Arial" panose="020B0604020202020204" pitchFamily="34" charset="0"/>
                        <a:buNone/>
                      </a:pPr>
                      <a:r>
                        <a:rPr lang="en-US" sz="1200" b="0" dirty="0">
                          <a:solidFill>
                            <a:schemeClr val="tx1"/>
                          </a:solidFill>
                          <a:latin typeface="Aptos" panose="020B0004020202020204" pitchFamily="34" charset="0"/>
                        </a:rPr>
                        <a:t>Row</a:t>
                      </a:r>
                      <a:r>
                        <a:rPr lang="en-US" sz="1200" b="0" baseline="0" dirty="0">
                          <a:solidFill>
                            <a:schemeClr val="tx1"/>
                          </a:solidFill>
                          <a:latin typeface="Aptos" panose="020B0004020202020204" pitchFamily="34" charset="0"/>
                        </a:rPr>
                        <a:t> title</a:t>
                      </a:r>
                      <a:endParaRPr lang="en-US" sz="1200" b="0" dirty="0">
                        <a:solidFill>
                          <a:schemeClr val="tx1"/>
                        </a:solidFill>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83075">
                <a:tc>
                  <a:txBody>
                    <a:bodyPr/>
                    <a:lstStyle/>
                    <a:p>
                      <a:pPr marL="0" marR="0" lvl="0" indent="0" algn="l"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cap="none" normalizeH="0" baseline="0" dirty="0">
                          <a:ln>
                            <a:noFill/>
                          </a:ln>
                          <a:solidFill>
                            <a:schemeClr val="tx1"/>
                          </a:solidFill>
                          <a:effectLst/>
                          <a:latin typeface="Aptos" panose="020B0004020202020204" pitchFamily="34" charset="0"/>
                        </a:rPr>
                        <a:t>Subtotal</a:t>
                      </a:r>
                      <a:endParaRPr kumimoji="0" lang="en-US" sz="12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83075">
                <a:tc>
                  <a:txBody>
                    <a:bodyPr/>
                    <a:lstStyle/>
                    <a:p>
                      <a:pPr marL="0" indent="0" algn="l">
                        <a:lnSpc>
                          <a:spcPct val="110000"/>
                        </a:lnSpc>
                        <a:spcBef>
                          <a:spcPts val="300"/>
                        </a:spcBef>
                        <a:spcAft>
                          <a:spcPts val="600"/>
                        </a:spcAft>
                        <a:buFont typeface="Arial" panose="020B0604020202020204" pitchFamily="34" charset="0"/>
                        <a:buNone/>
                      </a:pPr>
                      <a:r>
                        <a:rPr lang="en-US" sz="1200" b="0" dirty="0">
                          <a:solidFill>
                            <a:schemeClr val="tx1"/>
                          </a:solidFill>
                          <a:latin typeface="Aptos" panose="020B0004020202020204" pitchFamily="34" charset="0"/>
                        </a:rPr>
                        <a:t>Row</a:t>
                      </a:r>
                      <a:r>
                        <a:rPr lang="en-US" sz="1200" b="0" baseline="0" dirty="0">
                          <a:solidFill>
                            <a:schemeClr val="tx1"/>
                          </a:solidFill>
                          <a:latin typeface="Aptos" panose="020B0004020202020204" pitchFamily="34" charset="0"/>
                        </a:rPr>
                        <a:t> title</a:t>
                      </a:r>
                      <a:endParaRPr lang="en-US" sz="1200" b="0" dirty="0">
                        <a:solidFill>
                          <a:schemeClr val="tx1"/>
                        </a:solidFill>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383075">
                <a:tc>
                  <a:txBody>
                    <a:bodyPr/>
                    <a:lstStyle/>
                    <a:p>
                      <a:pPr marL="0" indent="0" algn="l">
                        <a:lnSpc>
                          <a:spcPct val="110000"/>
                        </a:lnSpc>
                        <a:spcBef>
                          <a:spcPts val="300"/>
                        </a:spcBef>
                        <a:spcAft>
                          <a:spcPts val="600"/>
                        </a:spcAft>
                        <a:buFont typeface="Arial" panose="020B0604020202020204" pitchFamily="34" charset="0"/>
                        <a:buNone/>
                      </a:pPr>
                      <a:r>
                        <a:rPr lang="en-US" sz="1200" b="0" dirty="0">
                          <a:solidFill>
                            <a:schemeClr val="tx1"/>
                          </a:solidFill>
                          <a:latin typeface="Aptos" panose="020B0004020202020204" pitchFamily="34" charset="0"/>
                        </a:rPr>
                        <a:t>Row</a:t>
                      </a:r>
                      <a:r>
                        <a:rPr lang="en-US" sz="1200" b="0" baseline="0" dirty="0">
                          <a:solidFill>
                            <a:schemeClr val="tx1"/>
                          </a:solidFill>
                          <a:latin typeface="Aptos" panose="020B0004020202020204" pitchFamily="34" charset="0"/>
                        </a:rPr>
                        <a:t> title</a:t>
                      </a:r>
                      <a:endParaRPr lang="en-US" sz="1200" b="0" dirty="0">
                        <a:solidFill>
                          <a:schemeClr val="tx1"/>
                        </a:solidFill>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383075">
                <a:tc>
                  <a:txBody>
                    <a:bodyPr/>
                    <a:lstStyle/>
                    <a:p>
                      <a:pPr marL="0" marR="0" lvl="0" indent="0" algn="l"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cap="none" normalizeH="0" baseline="0" dirty="0">
                          <a:ln>
                            <a:noFill/>
                          </a:ln>
                          <a:solidFill>
                            <a:schemeClr val="tx1"/>
                          </a:solidFill>
                          <a:effectLst/>
                          <a:latin typeface="Aptos" panose="020B0004020202020204" pitchFamily="34" charset="0"/>
                        </a:rPr>
                        <a:t>Subtotal</a:t>
                      </a:r>
                      <a:endParaRPr kumimoji="0" lang="en-US" sz="12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383075">
                <a:tc>
                  <a:txBody>
                    <a:bodyPr/>
                    <a:lstStyle/>
                    <a:p>
                      <a:pPr marL="0" marR="0" lvl="0" indent="0" algn="l"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cap="none" normalizeH="0" baseline="0" dirty="0">
                          <a:ln>
                            <a:noFill/>
                          </a:ln>
                          <a:solidFill>
                            <a:schemeClr val="tx1"/>
                          </a:solidFill>
                          <a:effectLst/>
                          <a:latin typeface="Aptos" panose="020B0004020202020204" pitchFamily="34" charset="0"/>
                        </a:rPr>
                        <a:t>Total</a:t>
                      </a:r>
                      <a:endParaRPr kumimoji="0" lang="en-US" sz="1200" b="0" i="0" u="none" strike="noStrike" cap="none" normalizeH="0" baseline="0" dirty="0">
                        <a:ln>
                          <a:noFill/>
                        </a:ln>
                        <a:solidFill>
                          <a:schemeClr val="tx1"/>
                        </a:solidFill>
                        <a:effectLst/>
                        <a:latin typeface="Aptos" panose="020B0004020202020204" pitchFamily="34" charset="0"/>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684213" rtl="0" eaLnBrk="0" fontAlgn="base" latinLnBrk="0" hangingPunct="0">
                        <a:lnSpc>
                          <a:spcPct val="100000"/>
                        </a:lnSpc>
                        <a:spcBef>
                          <a:spcPts val="300"/>
                        </a:spcBef>
                        <a:spcAft>
                          <a:spcPct val="0"/>
                        </a:spcAft>
                        <a:buClrTx/>
                        <a:buSzPct val="100000"/>
                        <a:buFont typeface="Arial" panose="020B0604020202020204" pitchFamily="34" charset="0"/>
                        <a:buNone/>
                        <a:tabLst/>
                      </a:pPr>
                      <a:r>
                        <a:rPr kumimoji="0" lang="en-US" sz="1200" b="0" u="none" strike="noStrike" kern="1200" cap="none" normalizeH="0" baseline="0" dirty="0">
                          <a:ln>
                            <a:noFill/>
                          </a:ln>
                          <a:solidFill>
                            <a:schemeClr val="tx1"/>
                          </a:solidFill>
                          <a:effectLst/>
                          <a:latin typeface="Aptos" panose="020B0004020202020204" pitchFamily="34" charset="0"/>
                        </a:rPr>
                        <a:t>xx</a:t>
                      </a:r>
                      <a:endParaRPr kumimoji="0" lang="en-US" sz="1200" b="0" i="0" u="none" strike="noStrike" kern="1200" cap="none" normalizeH="0" baseline="0" dirty="0">
                        <a:ln>
                          <a:noFill/>
                        </a:ln>
                        <a:solidFill>
                          <a:schemeClr val="tx1"/>
                        </a:solidFill>
                        <a:effectLst/>
                        <a:latin typeface="Aptos" panose="020B0004020202020204" pitchFamily="34" charset="0"/>
                        <a:ea typeface="+mn-ea"/>
                        <a:cs typeface="+mn-cs"/>
                      </a:endParaRPr>
                    </a:p>
                  </a:txBody>
                  <a:tcPr marL="74340" marR="74340" marT="74295" marB="74295" anchor="ctr" horzOverflow="overflow">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1267303651"/>
      </p:ext>
    </p:extLst>
  </p:cSld>
  <p:clrMapOvr>
    <a:masterClrMapping/>
  </p:clrMapOvr>
  <p:transition>
    <p:fade/>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Group 8"/>
          <p:cNvGraphicFramePr>
            <a:graphicFrameLocks noGrp="1"/>
          </p:cNvGraphicFramePr>
          <p:nvPr>
            <p:extLst>
              <p:ext uri="{D42A27DB-BD31-4B8C-83A1-F6EECF244321}">
                <p14:modId xmlns:p14="http://schemas.microsoft.com/office/powerpoint/2010/main" val="4195035910"/>
              </p:ext>
            </p:extLst>
          </p:nvPr>
        </p:nvGraphicFramePr>
        <p:xfrm>
          <a:off x="377952" y="2275607"/>
          <a:ext cx="9156573" cy="2910558"/>
        </p:xfrm>
        <a:graphic>
          <a:graphicData uri="http://schemas.openxmlformats.org/drawingml/2006/table">
            <a:tbl>
              <a:tblPr/>
              <a:tblGrid>
                <a:gridCol w="1746915">
                  <a:extLst>
                    <a:ext uri="{9D8B030D-6E8A-4147-A177-3AD203B41FA5}">
                      <a16:colId xmlns:a16="http://schemas.microsoft.com/office/drawing/2014/main" val="20000"/>
                    </a:ext>
                  </a:extLst>
                </a:gridCol>
                <a:gridCol w="1234943">
                  <a:extLst>
                    <a:ext uri="{9D8B030D-6E8A-4147-A177-3AD203B41FA5}">
                      <a16:colId xmlns:a16="http://schemas.microsoft.com/office/drawing/2014/main" val="20001"/>
                    </a:ext>
                  </a:extLst>
                </a:gridCol>
                <a:gridCol w="1234943">
                  <a:extLst>
                    <a:ext uri="{9D8B030D-6E8A-4147-A177-3AD203B41FA5}">
                      <a16:colId xmlns:a16="http://schemas.microsoft.com/office/drawing/2014/main" val="20002"/>
                    </a:ext>
                  </a:extLst>
                </a:gridCol>
                <a:gridCol w="1234943">
                  <a:extLst>
                    <a:ext uri="{9D8B030D-6E8A-4147-A177-3AD203B41FA5}">
                      <a16:colId xmlns:a16="http://schemas.microsoft.com/office/drawing/2014/main" val="20003"/>
                    </a:ext>
                  </a:extLst>
                </a:gridCol>
                <a:gridCol w="1234943">
                  <a:extLst>
                    <a:ext uri="{9D8B030D-6E8A-4147-A177-3AD203B41FA5}">
                      <a16:colId xmlns:a16="http://schemas.microsoft.com/office/drawing/2014/main" val="20004"/>
                    </a:ext>
                  </a:extLst>
                </a:gridCol>
                <a:gridCol w="1234943">
                  <a:extLst>
                    <a:ext uri="{9D8B030D-6E8A-4147-A177-3AD203B41FA5}">
                      <a16:colId xmlns:a16="http://schemas.microsoft.com/office/drawing/2014/main" val="20005"/>
                    </a:ext>
                  </a:extLst>
                </a:gridCol>
                <a:gridCol w="1234943">
                  <a:extLst>
                    <a:ext uri="{9D8B030D-6E8A-4147-A177-3AD203B41FA5}">
                      <a16:colId xmlns:a16="http://schemas.microsoft.com/office/drawing/2014/main" val="20006"/>
                    </a:ext>
                  </a:extLst>
                </a:gridCol>
              </a:tblGrid>
              <a:tr h="334328">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kern="1200" cap="none" normalizeH="0" baseline="0" dirty="0">
                          <a:ln>
                            <a:noFill/>
                          </a:ln>
                          <a:solidFill>
                            <a:schemeClr val="tx1"/>
                          </a:solidFill>
                          <a:effectLst/>
                          <a:latin typeface="Aptos" panose="020B0004020202020204" pitchFamily="34" charset="0"/>
                          <a:ea typeface="+mn-ea"/>
                          <a:cs typeface="+mn-cs"/>
                        </a:rPr>
                        <a:t>Column</a:t>
                      </a:r>
                    </a:p>
                  </a:txBody>
                  <a:tcPr marL="74295" marR="74295" marT="74295" marB="74295" anchor="ctr" horzOverflow="overflow">
                    <a:lnL cap="flat">
                      <a:noFill/>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Column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Column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Column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Column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Column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u="none" strike="noStrike" cap="none" normalizeH="0" baseline="0" dirty="0">
                          <a:ln>
                            <a:noFill/>
                          </a:ln>
                          <a:solidFill>
                            <a:schemeClr val="tx1"/>
                          </a:solidFill>
                          <a:effectLst/>
                          <a:latin typeface="Aptos" panose="020B0004020202020204" pitchFamily="34" charset="0"/>
                        </a:rPr>
                        <a:t>Column</a:t>
                      </a: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6" name="Text Placeholder 5"/>
          <p:cNvSpPr>
            <a:spLocks noGrp="1"/>
          </p:cNvSpPr>
          <p:nvPr>
            <p:ph type="body" sz="quarter" idx="13"/>
          </p:nvPr>
        </p:nvSpPr>
        <p:spPr/>
        <p:txBody>
          <a:bodyPr/>
          <a:lstStyle/>
          <a:p>
            <a:r>
              <a:rPr lang="en-US" dirty="0"/>
              <a:t>Subtitle runs here</a:t>
            </a:r>
          </a:p>
        </p:txBody>
      </p:sp>
      <p:sp>
        <p:nvSpPr>
          <p:cNvPr id="275516" name="Title 1"/>
          <p:cNvSpPr>
            <a:spLocks noGrp="1"/>
          </p:cNvSpPr>
          <p:nvPr>
            <p:ph type="title"/>
          </p:nvPr>
        </p:nvSpPr>
        <p:spPr/>
        <p:txBody>
          <a:bodyPr/>
          <a:lstStyle/>
          <a:p>
            <a:r>
              <a:rPr lang="en-US" altLang="ja-JP" dirty="0"/>
              <a:t>Table with moons</a:t>
            </a:r>
            <a:endParaRPr lang="en-US" dirty="0"/>
          </a:p>
        </p:txBody>
      </p:sp>
      <p:sp>
        <p:nvSpPr>
          <p:cNvPr id="4" name="Text Placeholder 3">
            <a:extLst>
              <a:ext uri="{FF2B5EF4-FFF2-40B4-BE49-F238E27FC236}">
                <a16:creationId xmlns:a16="http://schemas.microsoft.com/office/drawing/2014/main" id="{32DDF391-AD56-40D9-9210-4874A020BF94}"/>
              </a:ext>
            </a:extLst>
          </p:cNvPr>
          <p:cNvSpPr>
            <a:spLocks noGrp="1"/>
          </p:cNvSpPr>
          <p:nvPr>
            <p:ph idx="1"/>
          </p:nvPr>
        </p:nvSpPr>
        <p:spPr/>
        <p:txBody>
          <a:bodyPr/>
          <a:lstStyle/>
          <a:p>
            <a:r>
              <a:rPr lang="en-US" dirty="0"/>
              <a:t>Table title</a:t>
            </a:r>
          </a:p>
          <a:p>
            <a:endParaRPr lang="en-US" dirty="0"/>
          </a:p>
        </p:txBody>
      </p:sp>
      <p:sp>
        <p:nvSpPr>
          <p:cNvPr id="104" name="Oval 19"/>
          <p:cNvSpPr>
            <a:spLocks noChangeArrowheads="1"/>
          </p:cNvSpPr>
          <p:nvPr/>
        </p:nvSpPr>
        <p:spPr bwMode="auto">
          <a:xfrm>
            <a:off x="8798340" y="2746177"/>
            <a:ext cx="234000" cy="234000"/>
          </a:xfrm>
          <a:prstGeom prst="ellipse">
            <a:avLst/>
          </a:prstGeom>
          <a:solidFill>
            <a:schemeClr val="tx2"/>
          </a:solidFill>
          <a:ln w="9525">
            <a:solidFill>
              <a:schemeClr val="tx2"/>
            </a:solidFill>
            <a:round/>
            <a:headEnd/>
            <a:tailEnd/>
          </a:ln>
        </p:spPr>
        <p:txBody>
          <a:bodyPr wrap="none" anchor="ctr"/>
          <a:lstStyle/>
          <a:p>
            <a:pPr algn="ctr">
              <a:defRPr/>
            </a:pPr>
            <a:endParaRPr lang="en-US" sz="813" dirty="0"/>
          </a:p>
        </p:txBody>
      </p:sp>
      <p:sp>
        <p:nvSpPr>
          <p:cNvPr id="121" name="Oval 20"/>
          <p:cNvSpPr>
            <a:spLocks noChangeArrowheads="1"/>
          </p:cNvSpPr>
          <p:nvPr/>
        </p:nvSpPr>
        <p:spPr bwMode="auto">
          <a:xfrm>
            <a:off x="8798340" y="4811918"/>
            <a:ext cx="234000" cy="234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grpSp>
        <p:nvGrpSpPr>
          <p:cNvPr id="19" name="Group 18"/>
          <p:cNvGrpSpPr/>
          <p:nvPr/>
        </p:nvGrpSpPr>
        <p:grpSpPr>
          <a:xfrm>
            <a:off x="8798340" y="3779047"/>
            <a:ext cx="234000" cy="234000"/>
            <a:chOff x="8034422" y="3770602"/>
            <a:chExt cx="288000" cy="288000"/>
          </a:xfrm>
        </p:grpSpPr>
        <p:sp>
          <p:nvSpPr>
            <p:cNvPr id="127" name="Oval 22"/>
            <p:cNvSpPr>
              <a:spLocks noChangeArrowheads="1"/>
            </p:cNvSpPr>
            <p:nvPr/>
          </p:nvSpPr>
          <p:spPr bwMode="auto">
            <a:xfrm flipH="1">
              <a:off x="8034422" y="3770602"/>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131" name="Arc 23"/>
            <p:cNvSpPr>
              <a:spLocks/>
            </p:cNvSpPr>
            <p:nvPr/>
          </p:nvSpPr>
          <p:spPr bwMode="auto">
            <a:xfrm flipH="1">
              <a:off x="8178422" y="3770603"/>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3" name="Group 2"/>
          <p:cNvGrpSpPr/>
          <p:nvPr/>
        </p:nvGrpSpPr>
        <p:grpSpPr>
          <a:xfrm>
            <a:off x="8798340" y="3262612"/>
            <a:ext cx="234000" cy="234000"/>
            <a:chOff x="8034422" y="3134990"/>
            <a:chExt cx="288000" cy="288000"/>
          </a:xfrm>
        </p:grpSpPr>
        <p:sp>
          <p:nvSpPr>
            <p:cNvPr id="137" name="Oval 25"/>
            <p:cNvSpPr>
              <a:spLocks noChangeArrowheads="1"/>
            </p:cNvSpPr>
            <p:nvPr/>
          </p:nvSpPr>
          <p:spPr bwMode="auto">
            <a:xfrm flipH="1">
              <a:off x="8034422" y="3134990"/>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141" name="Arc 26"/>
            <p:cNvSpPr>
              <a:spLocks/>
            </p:cNvSpPr>
            <p:nvPr/>
          </p:nvSpPr>
          <p:spPr bwMode="auto">
            <a:xfrm flipH="1">
              <a:off x="8034422" y="3134990"/>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25" name="Group 24"/>
          <p:cNvGrpSpPr/>
          <p:nvPr/>
        </p:nvGrpSpPr>
        <p:grpSpPr>
          <a:xfrm>
            <a:off x="8798340" y="4295483"/>
            <a:ext cx="234000" cy="234000"/>
            <a:chOff x="8034422" y="4406215"/>
            <a:chExt cx="288000" cy="288000"/>
          </a:xfrm>
        </p:grpSpPr>
        <p:sp>
          <p:nvSpPr>
            <p:cNvPr id="147" name="Oval 28"/>
            <p:cNvSpPr>
              <a:spLocks noChangeArrowheads="1"/>
            </p:cNvSpPr>
            <p:nvPr/>
          </p:nvSpPr>
          <p:spPr bwMode="auto">
            <a:xfrm flipH="1">
              <a:off x="8034422" y="4406215"/>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151" name="Arc 29"/>
            <p:cNvSpPr>
              <a:spLocks/>
            </p:cNvSpPr>
            <p:nvPr/>
          </p:nvSpPr>
          <p:spPr bwMode="auto">
            <a:xfrm flipH="1">
              <a:off x="8178422" y="4406216"/>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sp>
        <p:nvSpPr>
          <p:cNvPr id="154" name="Oval 153"/>
          <p:cNvSpPr>
            <a:spLocks noChangeArrowheads="1"/>
          </p:cNvSpPr>
          <p:nvPr/>
        </p:nvSpPr>
        <p:spPr bwMode="auto">
          <a:xfrm>
            <a:off x="6359681" y="2746177"/>
            <a:ext cx="234000" cy="234000"/>
          </a:xfrm>
          <a:prstGeom prst="ellipse">
            <a:avLst/>
          </a:prstGeom>
          <a:solidFill>
            <a:schemeClr val="tx2"/>
          </a:solidFill>
          <a:ln w="9525">
            <a:solidFill>
              <a:schemeClr val="tx2"/>
            </a:solidFill>
            <a:round/>
            <a:headEnd/>
            <a:tailEnd/>
          </a:ln>
        </p:spPr>
        <p:txBody>
          <a:bodyPr wrap="none" anchor="ctr"/>
          <a:lstStyle/>
          <a:p>
            <a:pPr algn="ctr">
              <a:defRPr/>
            </a:pPr>
            <a:endParaRPr lang="en-US" sz="813" dirty="0"/>
          </a:p>
        </p:txBody>
      </p:sp>
      <p:sp>
        <p:nvSpPr>
          <p:cNvPr id="157" name="Oval 156"/>
          <p:cNvSpPr>
            <a:spLocks noChangeArrowheads="1"/>
          </p:cNvSpPr>
          <p:nvPr/>
        </p:nvSpPr>
        <p:spPr bwMode="auto">
          <a:xfrm>
            <a:off x="6359681" y="4811918"/>
            <a:ext cx="234000" cy="234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grpSp>
        <p:nvGrpSpPr>
          <p:cNvPr id="17" name="Group 16"/>
          <p:cNvGrpSpPr/>
          <p:nvPr/>
        </p:nvGrpSpPr>
        <p:grpSpPr>
          <a:xfrm>
            <a:off x="6359681" y="3779047"/>
            <a:ext cx="234000" cy="234000"/>
            <a:chOff x="5785271" y="3770602"/>
            <a:chExt cx="288000" cy="288000"/>
          </a:xfrm>
        </p:grpSpPr>
        <p:sp>
          <p:nvSpPr>
            <p:cNvPr id="164" name="Oval 163"/>
            <p:cNvSpPr>
              <a:spLocks noChangeArrowheads="1"/>
            </p:cNvSpPr>
            <p:nvPr/>
          </p:nvSpPr>
          <p:spPr bwMode="auto">
            <a:xfrm flipH="1">
              <a:off x="5785271" y="3770602"/>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167" name="Arc 40"/>
            <p:cNvSpPr>
              <a:spLocks/>
            </p:cNvSpPr>
            <p:nvPr/>
          </p:nvSpPr>
          <p:spPr bwMode="auto">
            <a:xfrm flipH="1">
              <a:off x="5929271" y="3770603"/>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12" name="Group 11"/>
          <p:cNvGrpSpPr/>
          <p:nvPr/>
        </p:nvGrpSpPr>
        <p:grpSpPr>
          <a:xfrm>
            <a:off x="6359681" y="3262612"/>
            <a:ext cx="234000" cy="234000"/>
            <a:chOff x="5785271" y="3134990"/>
            <a:chExt cx="288000" cy="288000"/>
          </a:xfrm>
        </p:grpSpPr>
        <p:sp>
          <p:nvSpPr>
            <p:cNvPr id="172" name="Oval 171"/>
            <p:cNvSpPr>
              <a:spLocks noChangeArrowheads="1"/>
            </p:cNvSpPr>
            <p:nvPr/>
          </p:nvSpPr>
          <p:spPr bwMode="auto">
            <a:xfrm flipH="1">
              <a:off x="5785271" y="3134990"/>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174" name="Arc 43"/>
            <p:cNvSpPr>
              <a:spLocks/>
            </p:cNvSpPr>
            <p:nvPr/>
          </p:nvSpPr>
          <p:spPr bwMode="auto">
            <a:xfrm flipH="1">
              <a:off x="5785271" y="3134990"/>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23" name="Group 22"/>
          <p:cNvGrpSpPr/>
          <p:nvPr/>
        </p:nvGrpSpPr>
        <p:grpSpPr>
          <a:xfrm>
            <a:off x="6359681" y="4295483"/>
            <a:ext cx="234000" cy="234000"/>
            <a:chOff x="5785271" y="4406215"/>
            <a:chExt cx="288000" cy="288000"/>
          </a:xfrm>
        </p:grpSpPr>
        <p:sp>
          <p:nvSpPr>
            <p:cNvPr id="177" name="Oval 176"/>
            <p:cNvSpPr>
              <a:spLocks noChangeArrowheads="1"/>
            </p:cNvSpPr>
            <p:nvPr/>
          </p:nvSpPr>
          <p:spPr bwMode="auto">
            <a:xfrm flipH="1">
              <a:off x="5785271" y="4406215"/>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178" name="Arc 46"/>
            <p:cNvSpPr>
              <a:spLocks/>
            </p:cNvSpPr>
            <p:nvPr/>
          </p:nvSpPr>
          <p:spPr bwMode="auto">
            <a:xfrm flipH="1">
              <a:off x="5929271" y="4406216"/>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sp>
        <p:nvSpPr>
          <p:cNvPr id="179" name="Oval 178"/>
          <p:cNvSpPr>
            <a:spLocks noChangeArrowheads="1"/>
          </p:cNvSpPr>
          <p:nvPr/>
        </p:nvSpPr>
        <p:spPr bwMode="auto">
          <a:xfrm>
            <a:off x="5127384" y="2746177"/>
            <a:ext cx="234000" cy="234000"/>
          </a:xfrm>
          <a:prstGeom prst="ellipse">
            <a:avLst/>
          </a:prstGeom>
          <a:solidFill>
            <a:schemeClr val="tx2"/>
          </a:solidFill>
          <a:ln w="9525">
            <a:solidFill>
              <a:schemeClr val="tx2"/>
            </a:solidFill>
            <a:round/>
            <a:headEnd/>
            <a:tailEnd/>
          </a:ln>
        </p:spPr>
        <p:txBody>
          <a:bodyPr wrap="none" anchor="ctr"/>
          <a:lstStyle/>
          <a:p>
            <a:pPr algn="ctr">
              <a:defRPr/>
            </a:pPr>
            <a:endParaRPr lang="en-US" sz="813" dirty="0"/>
          </a:p>
        </p:txBody>
      </p:sp>
      <p:sp>
        <p:nvSpPr>
          <p:cNvPr id="180" name="Oval 179"/>
          <p:cNvSpPr>
            <a:spLocks noChangeArrowheads="1"/>
          </p:cNvSpPr>
          <p:nvPr/>
        </p:nvSpPr>
        <p:spPr bwMode="auto">
          <a:xfrm>
            <a:off x="5127384" y="4811918"/>
            <a:ext cx="234000" cy="234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grpSp>
        <p:nvGrpSpPr>
          <p:cNvPr id="16" name="Group 15"/>
          <p:cNvGrpSpPr/>
          <p:nvPr/>
        </p:nvGrpSpPr>
        <p:grpSpPr>
          <a:xfrm>
            <a:off x="5127384" y="3779047"/>
            <a:ext cx="234000" cy="234000"/>
            <a:chOff x="4660695" y="3770602"/>
            <a:chExt cx="288000" cy="288000"/>
          </a:xfrm>
        </p:grpSpPr>
        <p:sp>
          <p:nvSpPr>
            <p:cNvPr id="182" name="Oval 181"/>
            <p:cNvSpPr>
              <a:spLocks noChangeArrowheads="1"/>
            </p:cNvSpPr>
            <p:nvPr/>
          </p:nvSpPr>
          <p:spPr bwMode="auto">
            <a:xfrm flipH="1">
              <a:off x="4660695" y="3770602"/>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183" name="Arc 51"/>
            <p:cNvSpPr>
              <a:spLocks/>
            </p:cNvSpPr>
            <p:nvPr/>
          </p:nvSpPr>
          <p:spPr bwMode="auto">
            <a:xfrm flipH="1">
              <a:off x="4804695" y="3770603"/>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11" name="Group 10"/>
          <p:cNvGrpSpPr/>
          <p:nvPr/>
        </p:nvGrpSpPr>
        <p:grpSpPr>
          <a:xfrm>
            <a:off x="5127384" y="3262612"/>
            <a:ext cx="234000" cy="234000"/>
            <a:chOff x="4660695" y="3134990"/>
            <a:chExt cx="288000" cy="288000"/>
          </a:xfrm>
        </p:grpSpPr>
        <p:sp>
          <p:nvSpPr>
            <p:cNvPr id="185" name="Oval 184"/>
            <p:cNvSpPr>
              <a:spLocks noChangeArrowheads="1"/>
            </p:cNvSpPr>
            <p:nvPr/>
          </p:nvSpPr>
          <p:spPr bwMode="auto">
            <a:xfrm flipH="1">
              <a:off x="4660695" y="3134990"/>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186" name="Arc 54"/>
            <p:cNvSpPr>
              <a:spLocks/>
            </p:cNvSpPr>
            <p:nvPr/>
          </p:nvSpPr>
          <p:spPr bwMode="auto">
            <a:xfrm flipH="1">
              <a:off x="4660695" y="3134990"/>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22" name="Group 21"/>
          <p:cNvGrpSpPr/>
          <p:nvPr/>
        </p:nvGrpSpPr>
        <p:grpSpPr>
          <a:xfrm>
            <a:off x="5127384" y="4295483"/>
            <a:ext cx="234000" cy="234000"/>
            <a:chOff x="4660695" y="4406215"/>
            <a:chExt cx="288000" cy="288000"/>
          </a:xfrm>
        </p:grpSpPr>
        <p:sp>
          <p:nvSpPr>
            <p:cNvPr id="188" name="Oval 187"/>
            <p:cNvSpPr>
              <a:spLocks noChangeArrowheads="1"/>
            </p:cNvSpPr>
            <p:nvPr/>
          </p:nvSpPr>
          <p:spPr bwMode="auto">
            <a:xfrm flipH="1">
              <a:off x="4660695" y="4406215"/>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189" name="Arc 57"/>
            <p:cNvSpPr>
              <a:spLocks/>
            </p:cNvSpPr>
            <p:nvPr/>
          </p:nvSpPr>
          <p:spPr bwMode="auto">
            <a:xfrm flipH="1">
              <a:off x="4804695" y="4406216"/>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sp>
        <p:nvSpPr>
          <p:cNvPr id="190" name="Oval 189"/>
          <p:cNvSpPr>
            <a:spLocks noChangeArrowheads="1"/>
          </p:cNvSpPr>
          <p:nvPr/>
        </p:nvSpPr>
        <p:spPr bwMode="auto">
          <a:xfrm>
            <a:off x="3924497" y="2746177"/>
            <a:ext cx="234000" cy="234000"/>
          </a:xfrm>
          <a:prstGeom prst="ellipse">
            <a:avLst/>
          </a:prstGeom>
          <a:solidFill>
            <a:schemeClr val="tx2"/>
          </a:solidFill>
          <a:ln w="9525">
            <a:solidFill>
              <a:schemeClr val="tx2"/>
            </a:solidFill>
            <a:round/>
            <a:headEnd/>
            <a:tailEnd/>
          </a:ln>
        </p:spPr>
        <p:txBody>
          <a:bodyPr wrap="none" anchor="ctr"/>
          <a:lstStyle/>
          <a:p>
            <a:pPr algn="ctr">
              <a:defRPr/>
            </a:pPr>
            <a:endParaRPr lang="en-US" sz="813" dirty="0"/>
          </a:p>
        </p:txBody>
      </p:sp>
      <p:sp>
        <p:nvSpPr>
          <p:cNvPr id="191" name="Oval 190"/>
          <p:cNvSpPr>
            <a:spLocks noChangeArrowheads="1"/>
          </p:cNvSpPr>
          <p:nvPr/>
        </p:nvSpPr>
        <p:spPr bwMode="auto">
          <a:xfrm>
            <a:off x="3924497" y="4811918"/>
            <a:ext cx="234000" cy="234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grpSp>
        <p:nvGrpSpPr>
          <p:cNvPr id="15" name="Group 14"/>
          <p:cNvGrpSpPr/>
          <p:nvPr/>
        </p:nvGrpSpPr>
        <p:grpSpPr>
          <a:xfrm>
            <a:off x="3924497" y="3779047"/>
            <a:ext cx="234000" cy="234000"/>
            <a:chOff x="3536119" y="3770602"/>
            <a:chExt cx="288000" cy="288000"/>
          </a:xfrm>
        </p:grpSpPr>
        <p:sp>
          <p:nvSpPr>
            <p:cNvPr id="193" name="Oval 192"/>
            <p:cNvSpPr>
              <a:spLocks noChangeArrowheads="1"/>
            </p:cNvSpPr>
            <p:nvPr/>
          </p:nvSpPr>
          <p:spPr bwMode="auto">
            <a:xfrm flipH="1">
              <a:off x="3536119" y="3770602"/>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194" name="Arc 62"/>
            <p:cNvSpPr>
              <a:spLocks/>
            </p:cNvSpPr>
            <p:nvPr/>
          </p:nvSpPr>
          <p:spPr bwMode="auto">
            <a:xfrm flipH="1">
              <a:off x="3680119" y="3770603"/>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10" name="Group 9"/>
          <p:cNvGrpSpPr/>
          <p:nvPr/>
        </p:nvGrpSpPr>
        <p:grpSpPr>
          <a:xfrm>
            <a:off x="3924497" y="3262612"/>
            <a:ext cx="234000" cy="234000"/>
            <a:chOff x="3536119" y="3134990"/>
            <a:chExt cx="288000" cy="288000"/>
          </a:xfrm>
        </p:grpSpPr>
        <p:sp>
          <p:nvSpPr>
            <p:cNvPr id="196" name="Oval 195"/>
            <p:cNvSpPr>
              <a:spLocks noChangeArrowheads="1"/>
            </p:cNvSpPr>
            <p:nvPr/>
          </p:nvSpPr>
          <p:spPr bwMode="auto">
            <a:xfrm flipH="1">
              <a:off x="3536119" y="3134990"/>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197" name="Arc 65"/>
            <p:cNvSpPr>
              <a:spLocks/>
            </p:cNvSpPr>
            <p:nvPr/>
          </p:nvSpPr>
          <p:spPr bwMode="auto">
            <a:xfrm flipH="1">
              <a:off x="3536119" y="3134990"/>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21" name="Group 20"/>
          <p:cNvGrpSpPr/>
          <p:nvPr/>
        </p:nvGrpSpPr>
        <p:grpSpPr>
          <a:xfrm>
            <a:off x="3924497" y="4295483"/>
            <a:ext cx="234000" cy="234000"/>
            <a:chOff x="3536119" y="4406215"/>
            <a:chExt cx="288000" cy="288000"/>
          </a:xfrm>
        </p:grpSpPr>
        <p:sp>
          <p:nvSpPr>
            <p:cNvPr id="199" name="Oval 198"/>
            <p:cNvSpPr>
              <a:spLocks noChangeArrowheads="1"/>
            </p:cNvSpPr>
            <p:nvPr/>
          </p:nvSpPr>
          <p:spPr bwMode="auto">
            <a:xfrm flipH="1">
              <a:off x="3536119" y="4406215"/>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200" name="Arc 68"/>
            <p:cNvSpPr>
              <a:spLocks/>
            </p:cNvSpPr>
            <p:nvPr/>
          </p:nvSpPr>
          <p:spPr bwMode="auto">
            <a:xfrm flipH="1">
              <a:off x="3680119" y="4406216"/>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sp>
        <p:nvSpPr>
          <p:cNvPr id="201" name="Oval 200"/>
          <p:cNvSpPr>
            <a:spLocks noChangeArrowheads="1"/>
          </p:cNvSpPr>
          <p:nvPr/>
        </p:nvSpPr>
        <p:spPr bwMode="auto">
          <a:xfrm>
            <a:off x="2702500" y="2746177"/>
            <a:ext cx="234000" cy="234000"/>
          </a:xfrm>
          <a:prstGeom prst="ellipse">
            <a:avLst/>
          </a:prstGeom>
          <a:solidFill>
            <a:schemeClr val="tx2"/>
          </a:solidFill>
          <a:ln w="9525">
            <a:solidFill>
              <a:schemeClr val="tx2"/>
            </a:solidFill>
            <a:round/>
            <a:headEnd/>
            <a:tailEnd/>
          </a:ln>
        </p:spPr>
        <p:txBody>
          <a:bodyPr wrap="none" anchor="ctr"/>
          <a:lstStyle/>
          <a:p>
            <a:pPr algn="ctr">
              <a:defRPr/>
            </a:pPr>
            <a:endParaRPr lang="en-US" sz="813" dirty="0"/>
          </a:p>
        </p:txBody>
      </p:sp>
      <p:sp>
        <p:nvSpPr>
          <p:cNvPr id="202" name="Oval 201"/>
          <p:cNvSpPr>
            <a:spLocks noChangeArrowheads="1"/>
          </p:cNvSpPr>
          <p:nvPr/>
        </p:nvSpPr>
        <p:spPr bwMode="auto">
          <a:xfrm>
            <a:off x="2702500" y="4811918"/>
            <a:ext cx="234000" cy="234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grpSp>
        <p:nvGrpSpPr>
          <p:cNvPr id="14" name="Group 13"/>
          <p:cNvGrpSpPr/>
          <p:nvPr/>
        </p:nvGrpSpPr>
        <p:grpSpPr>
          <a:xfrm>
            <a:off x="2702500" y="3779047"/>
            <a:ext cx="234000" cy="234000"/>
            <a:chOff x="2411543" y="3770602"/>
            <a:chExt cx="288000" cy="288000"/>
          </a:xfrm>
        </p:grpSpPr>
        <p:sp>
          <p:nvSpPr>
            <p:cNvPr id="204" name="Oval 203"/>
            <p:cNvSpPr>
              <a:spLocks noChangeArrowheads="1"/>
            </p:cNvSpPr>
            <p:nvPr/>
          </p:nvSpPr>
          <p:spPr bwMode="auto">
            <a:xfrm flipH="1">
              <a:off x="2411543" y="3770602"/>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205" name="Arc 73"/>
            <p:cNvSpPr>
              <a:spLocks/>
            </p:cNvSpPr>
            <p:nvPr/>
          </p:nvSpPr>
          <p:spPr bwMode="auto">
            <a:xfrm flipH="1">
              <a:off x="2555543" y="3770603"/>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7" name="Group 6"/>
          <p:cNvGrpSpPr/>
          <p:nvPr/>
        </p:nvGrpSpPr>
        <p:grpSpPr>
          <a:xfrm>
            <a:off x="2702500" y="3262612"/>
            <a:ext cx="234000" cy="234000"/>
            <a:chOff x="2411543" y="3134990"/>
            <a:chExt cx="288000" cy="288000"/>
          </a:xfrm>
        </p:grpSpPr>
        <p:sp>
          <p:nvSpPr>
            <p:cNvPr id="207" name="Oval 206"/>
            <p:cNvSpPr>
              <a:spLocks noChangeArrowheads="1"/>
            </p:cNvSpPr>
            <p:nvPr/>
          </p:nvSpPr>
          <p:spPr bwMode="auto">
            <a:xfrm flipH="1">
              <a:off x="2411543" y="3134990"/>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208" name="Arc 76"/>
            <p:cNvSpPr>
              <a:spLocks/>
            </p:cNvSpPr>
            <p:nvPr/>
          </p:nvSpPr>
          <p:spPr bwMode="auto">
            <a:xfrm flipH="1">
              <a:off x="2411543" y="3134990"/>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20" name="Group 19"/>
          <p:cNvGrpSpPr/>
          <p:nvPr/>
        </p:nvGrpSpPr>
        <p:grpSpPr>
          <a:xfrm>
            <a:off x="2702500" y="4295483"/>
            <a:ext cx="234000" cy="234000"/>
            <a:chOff x="2411543" y="4406215"/>
            <a:chExt cx="288000" cy="288000"/>
          </a:xfrm>
        </p:grpSpPr>
        <p:sp>
          <p:nvSpPr>
            <p:cNvPr id="210" name="Oval 209"/>
            <p:cNvSpPr>
              <a:spLocks noChangeArrowheads="1"/>
            </p:cNvSpPr>
            <p:nvPr/>
          </p:nvSpPr>
          <p:spPr bwMode="auto">
            <a:xfrm flipH="1">
              <a:off x="2411543" y="4406215"/>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211" name="Arc 79"/>
            <p:cNvSpPr>
              <a:spLocks/>
            </p:cNvSpPr>
            <p:nvPr/>
          </p:nvSpPr>
          <p:spPr bwMode="auto">
            <a:xfrm flipH="1">
              <a:off x="2555543" y="4406216"/>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sp>
        <p:nvSpPr>
          <p:cNvPr id="212" name="Oval 19"/>
          <p:cNvSpPr>
            <a:spLocks noChangeArrowheads="1"/>
          </p:cNvSpPr>
          <p:nvPr/>
        </p:nvSpPr>
        <p:spPr bwMode="auto">
          <a:xfrm>
            <a:off x="7591001" y="2746177"/>
            <a:ext cx="234000" cy="234000"/>
          </a:xfrm>
          <a:prstGeom prst="ellipse">
            <a:avLst/>
          </a:prstGeom>
          <a:solidFill>
            <a:schemeClr val="tx2"/>
          </a:solidFill>
          <a:ln w="9525">
            <a:solidFill>
              <a:schemeClr val="tx2"/>
            </a:solidFill>
            <a:round/>
            <a:headEnd/>
            <a:tailEnd/>
          </a:ln>
        </p:spPr>
        <p:txBody>
          <a:bodyPr wrap="none" anchor="ctr"/>
          <a:lstStyle/>
          <a:p>
            <a:pPr algn="ctr">
              <a:defRPr/>
            </a:pPr>
            <a:endParaRPr lang="en-US" sz="813" dirty="0"/>
          </a:p>
        </p:txBody>
      </p:sp>
      <p:sp>
        <p:nvSpPr>
          <p:cNvPr id="213" name="Oval 20"/>
          <p:cNvSpPr>
            <a:spLocks noChangeArrowheads="1"/>
          </p:cNvSpPr>
          <p:nvPr/>
        </p:nvSpPr>
        <p:spPr bwMode="auto">
          <a:xfrm>
            <a:off x="7591001" y="4811918"/>
            <a:ext cx="234000" cy="234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grpSp>
        <p:nvGrpSpPr>
          <p:cNvPr id="18" name="Group 17"/>
          <p:cNvGrpSpPr/>
          <p:nvPr/>
        </p:nvGrpSpPr>
        <p:grpSpPr>
          <a:xfrm>
            <a:off x="7591001" y="3779047"/>
            <a:ext cx="234000" cy="234000"/>
            <a:chOff x="6909847" y="3770602"/>
            <a:chExt cx="288000" cy="288000"/>
          </a:xfrm>
        </p:grpSpPr>
        <p:sp>
          <p:nvSpPr>
            <p:cNvPr id="215" name="Oval 22"/>
            <p:cNvSpPr>
              <a:spLocks noChangeArrowheads="1"/>
            </p:cNvSpPr>
            <p:nvPr/>
          </p:nvSpPr>
          <p:spPr bwMode="auto">
            <a:xfrm flipH="1">
              <a:off x="6909847" y="3770602"/>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216" name="Arc 23"/>
            <p:cNvSpPr>
              <a:spLocks/>
            </p:cNvSpPr>
            <p:nvPr/>
          </p:nvSpPr>
          <p:spPr bwMode="auto">
            <a:xfrm flipH="1">
              <a:off x="7053847" y="3770603"/>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13" name="Group 12"/>
          <p:cNvGrpSpPr/>
          <p:nvPr/>
        </p:nvGrpSpPr>
        <p:grpSpPr>
          <a:xfrm>
            <a:off x="7591001" y="3262612"/>
            <a:ext cx="234000" cy="234000"/>
            <a:chOff x="6909847" y="3134990"/>
            <a:chExt cx="288000" cy="288000"/>
          </a:xfrm>
        </p:grpSpPr>
        <p:sp>
          <p:nvSpPr>
            <p:cNvPr id="218" name="Oval 25"/>
            <p:cNvSpPr>
              <a:spLocks noChangeArrowheads="1"/>
            </p:cNvSpPr>
            <p:nvPr/>
          </p:nvSpPr>
          <p:spPr bwMode="auto">
            <a:xfrm flipH="1">
              <a:off x="6909847" y="3134990"/>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219" name="Arc 26"/>
            <p:cNvSpPr>
              <a:spLocks/>
            </p:cNvSpPr>
            <p:nvPr/>
          </p:nvSpPr>
          <p:spPr bwMode="auto">
            <a:xfrm flipH="1">
              <a:off x="6909847" y="3134990"/>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24" name="Group 23"/>
          <p:cNvGrpSpPr/>
          <p:nvPr/>
        </p:nvGrpSpPr>
        <p:grpSpPr>
          <a:xfrm>
            <a:off x="7591001" y="4295483"/>
            <a:ext cx="234000" cy="234000"/>
            <a:chOff x="6909847" y="4406215"/>
            <a:chExt cx="288000" cy="288000"/>
          </a:xfrm>
        </p:grpSpPr>
        <p:sp>
          <p:nvSpPr>
            <p:cNvPr id="221" name="Oval 28"/>
            <p:cNvSpPr>
              <a:spLocks noChangeArrowheads="1"/>
            </p:cNvSpPr>
            <p:nvPr/>
          </p:nvSpPr>
          <p:spPr bwMode="auto">
            <a:xfrm flipH="1">
              <a:off x="6909847" y="4406215"/>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813" dirty="0"/>
            </a:p>
          </p:txBody>
        </p:sp>
        <p:sp>
          <p:nvSpPr>
            <p:cNvPr id="222" name="Arc 29"/>
            <p:cNvSpPr>
              <a:spLocks/>
            </p:cNvSpPr>
            <p:nvPr/>
          </p:nvSpPr>
          <p:spPr bwMode="auto">
            <a:xfrm flipH="1">
              <a:off x="7053847" y="4406216"/>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813" dirty="0"/>
            </a:p>
          </p:txBody>
        </p:sp>
      </p:grpSp>
      <p:grpSp>
        <p:nvGrpSpPr>
          <p:cNvPr id="81" name="Group 80"/>
          <p:cNvGrpSpPr/>
          <p:nvPr/>
        </p:nvGrpSpPr>
        <p:grpSpPr>
          <a:xfrm>
            <a:off x="4441478" y="5506089"/>
            <a:ext cx="1026754" cy="150650"/>
            <a:chOff x="6817465" y="6022432"/>
            <a:chExt cx="2181227" cy="320040"/>
          </a:xfrm>
        </p:grpSpPr>
        <p:sp>
          <p:nvSpPr>
            <p:cNvPr id="82" name="Oval 31"/>
            <p:cNvSpPr>
              <a:spLocks noChangeArrowheads="1"/>
            </p:cNvSpPr>
            <p:nvPr/>
          </p:nvSpPr>
          <p:spPr bwMode="auto">
            <a:xfrm>
              <a:off x="6817465" y="6022432"/>
              <a:ext cx="320040" cy="320040"/>
            </a:xfrm>
            <a:prstGeom prst="ellipse">
              <a:avLst/>
            </a:prstGeom>
            <a:solidFill>
              <a:schemeClr val="tx2"/>
            </a:solidFill>
            <a:ln w="6350" cap="rnd" algn="ctr">
              <a:solidFill>
                <a:schemeClr val="tx2"/>
              </a:solidFill>
              <a:round/>
              <a:headEnd/>
              <a:tailEnd/>
            </a:ln>
          </p:spPr>
          <p:txBody>
            <a:bodyPr wrap="none" anchor="ctr"/>
            <a:lstStyle/>
            <a:p>
              <a:pPr algn="ctr">
                <a:defRPr/>
              </a:pPr>
              <a:endParaRPr lang="en-US" sz="813" dirty="0"/>
            </a:p>
          </p:txBody>
        </p:sp>
        <p:sp>
          <p:nvSpPr>
            <p:cNvPr id="83" name="Text Box 32"/>
            <p:cNvSpPr txBox="1">
              <a:spLocks noChangeArrowheads="1"/>
            </p:cNvSpPr>
            <p:nvPr/>
          </p:nvSpPr>
          <p:spPr bwMode="auto">
            <a:xfrm>
              <a:off x="7222523" y="6049571"/>
              <a:ext cx="592542" cy="265760"/>
            </a:xfrm>
            <a:prstGeom prst="rect">
              <a:avLst/>
            </a:prstGeom>
            <a:noFill/>
            <a:ln w="9525">
              <a:noFill/>
              <a:miter lim="800000"/>
              <a:headEnd type="none" w="sm" len="sm"/>
              <a:tailEnd type="none" w="sm" len="sm"/>
            </a:ln>
          </p:spPr>
          <p:txBody>
            <a:bodyPr wrap="none" lIns="0" tIns="0" rIns="0" bIns="0" anchor="ctr" anchorCtr="0">
              <a:spAutoFit/>
            </a:bodyPr>
            <a:lstStyle/>
            <a:p>
              <a:r>
                <a:rPr lang="en-US" altLang="ja-JP" sz="813" dirty="0">
                  <a:ea typeface="ＭＳ Ｐゴシック" charset="-128"/>
                </a:rPr>
                <a:t>Strong</a:t>
              </a:r>
            </a:p>
          </p:txBody>
        </p:sp>
        <p:sp>
          <p:nvSpPr>
            <p:cNvPr id="84" name="Oval 33"/>
            <p:cNvSpPr>
              <a:spLocks noChangeArrowheads="1"/>
            </p:cNvSpPr>
            <p:nvPr/>
          </p:nvSpPr>
          <p:spPr bwMode="auto">
            <a:xfrm>
              <a:off x="8082511" y="6022432"/>
              <a:ext cx="320040" cy="320040"/>
            </a:xfrm>
            <a:prstGeom prst="ellipse">
              <a:avLst/>
            </a:prstGeom>
            <a:solidFill>
              <a:schemeClr val="bg1"/>
            </a:solidFill>
            <a:ln w="6350">
              <a:solidFill>
                <a:schemeClr val="tx2"/>
              </a:solidFill>
              <a:round/>
              <a:headEnd/>
              <a:tailEnd/>
            </a:ln>
          </p:spPr>
          <p:txBody>
            <a:bodyPr wrap="none" anchor="ctr"/>
            <a:lstStyle/>
            <a:p>
              <a:pPr algn="ctr">
                <a:defRPr/>
              </a:pPr>
              <a:endParaRPr lang="en-US" sz="813" dirty="0"/>
            </a:p>
          </p:txBody>
        </p:sp>
        <p:sp>
          <p:nvSpPr>
            <p:cNvPr id="85" name="Text Box 34"/>
            <p:cNvSpPr txBox="1">
              <a:spLocks noChangeArrowheads="1"/>
            </p:cNvSpPr>
            <p:nvPr/>
          </p:nvSpPr>
          <p:spPr bwMode="auto">
            <a:xfrm>
              <a:off x="8484475" y="6049571"/>
              <a:ext cx="514217" cy="265760"/>
            </a:xfrm>
            <a:prstGeom prst="rect">
              <a:avLst/>
            </a:prstGeom>
            <a:noFill/>
            <a:ln w="9525">
              <a:noFill/>
              <a:miter lim="800000"/>
              <a:headEnd type="none" w="sm" len="sm"/>
              <a:tailEnd type="none" w="sm" len="sm"/>
            </a:ln>
          </p:spPr>
          <p:txBody>
            <a:bodyPr wrap="none" lIns="0" tIns="0" rIns="0" bIns="0" anchor="ctr" anchorCtr="0">
              <a:spAutoFit/>
            </a:bodyPr>
            <a:lstStyle/>
            <a:p>
              <a:r>
                <a:rPr lang="en-US" altLang="ja-JP" sz="813" dirty="0">
                  <a:ea typeface="ＭＳ Ｐゴシック" charset="-128"/>
                </a:rPr>
                <a:t>Weak</a:t>
              </a:r>
            </a:p>
          </p:txBody>
        </p:sp>
      </p:grpSp>
    </p:spTree>
    <p:extLst>
      <p:ext uri="{BB962C8B-B14F-4D97-AF65-F5344CB8AC3E}">
        <p14:creationId xmlns:p14="http://schemas.microsoft.com/office/powerpoint/2010/main" val="3544893123"/>
      </p:ext>
    </p:extLst>
  </p:cSld>
  <p:clrMapOvr>
    <a:masterClrMapping/>
  </p:clrMapOvr>
  <p:transition>
    <p:fade/>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E19C289-1845-4CE1-832A-0C4F2317F6B9}"/>
              </a:ext>
            </a:extLst>
          </p:cNvPr>
          <p:cNvGrpSpPr/>
          <p:nvPr/>
        </p:nvGrpSpPr>
        <p:grpSpPr>
          <a:xfrm>
            <a:off x="8690442" y="1892530"/>
            <a:ext cx="234000" cy="3604093"/>
            <a:chOff x="8823325" y="1537956"/>
            <a:chExt cx="288000" cy="4435807"/>
          </a:xfrm>
        </p:grpSpPr>
        <p:sp>
          <p:nvSpPr>
            <p:cNvPr id="265" name="Oval 19"/>
            <p:cNvSpPr>
              <a:spLocks noChangeArrowheads="1"/>
            </p:cNvSpPr>
            <p:nvPr/>
          </p:nvSpPr>
          <p:spPr bwMode="auto">
            <a:xfrm>
              <a:off x="8823325" y="5685763"/>
              <a:ext cx="288000" cy="288000"/>
            </a:xfrm>
            <a:prstGeom prst="ellipse">
              <a:avLst/>
            </a:prstGeom>
            <a:solidFill>
              <a:schemeClr val="tx2"/>
            </a:solidFill>
            <a:ln w="9525">
              <a:solidFill>
                <a:schemeClr val="tx2"/>
              </a:solidFill>
              <a:round/>
              <a:headEnd/>
              <a:tailEnd/>
            </a:ln>
          </p:spPr>
          <p:txBody>
            <a:bodyPr wrap="none" anchor="ctr"/>
            <a:lstStyle/>
            <a:p>
              <a:pPr algn="ctr">
                <a:defRPr/>
              </a:pPr>
              <a:endParaRPr lang="en-US" sz="1463" dirty="0"/>
            </a:p>
          </p:txBody>
        </p:sp>
        <p:sp>
          <p:nvSpPr>
            <p:cNvPr id="266" name="Oval 20"/>
            <p:cNvSpPr>
              <a:spLocks noChangeArrowheads="1"/>
            </p:cNvSpPr>
            <p:nvPr/>
          </p:nvSpPr>
          <p:spPr bwMode="auto">
            <a:xfrm>
              <a:off x="8823325" y="3868075"/>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grpSp>
          <p:nvGrpSpPr>
            <p:cNvPr id="267" name="Group 266"/>
            <p:cNvGrpSpPr/>
            <p:nvPr/>
          </p:nvGrpSpPr>
          <p:grpSpPr>
            <a:xfrm>
              <a:off x="8823325" y="4776125"/>
              <a:ext cx="288000" cy="288000"/>
              <a:chOff x="7858741" y="3820267"/>
              <a:chExt cx="288000" cy="288000"/>
            </a:xfrm>
          </p:grpSpPr>
          <p:sp>
            <p:nvSpPr>
              <p:cNvPr id="268" name="Oval 22"/>
              <p:cNvSpPr>
                <a:spLocks noChangeArrowheads="1"/>
              </p:cNvSpPr>
              <p:nvPr/>
            </p:nvSpPr>
            <p:spPr bwMode="auto">
              <a:xfrm flipH="1">
                <a:off x="7858741" y="382026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269"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270" name="Group 269"/>
            <p:cNvGrpSpPr/>
            <p:nvPr/>
          </p:nvGrpSpPr>
          <p:grpSpPr>
            <a:xfrm>
              <a:off x="8823325" y="5231738"/>
              <a:ext cx="288000" cy="288000"/>
              <a:chOff x="7858741" y="3007459"/>
              <a:chExt cx="288000" cy="288000"/>
            </a:xfrm>
          </p:grpSpPr>
          <p:sp>
            <p:nvSpPr>
              <p:cNvPr id="271" name="Oval 25"/>
              <p:cNvSpPr>
                <a:spLocks noChangeArrowheads="1"/>
              </p:cNvSpPr>
              <p:nvPr/>
            </p:nvSpPr>
            <p:spPr bwMode="auto">
              <a:xfrm flipH="1">
                <a:off x="7858741" y="3007459"/>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272"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273" name="Group 272"/>
            <p:cNvGrpSpPr/>
            <p:nvPr/>
          </p:nvGrpSpPr>
          <p:grpSpPr>
            <a:xfrm>
              <a:off x="8823325" y="4322100"/>
              <a:ext cx="288000" cy="288000"/>
              <a:chOff x="7858741" y="4628297"/>
              <a:chExt cx="288000" cy="288000"/>
            </a:xfrm>
          </p:grpSpPr>
          <p:sp>
            <p:nvSpPr>
              <p:cNvPr id="274" name="Oval 28"/>
              <p:cNvSpPr>
                <a:spLocks noChangeArrowheads="1"/>
              </p:cNvSpPr>
              <p:nvPr/>
            </p:nvSpPr>
            <p:spPr bwMode="auto">
              <a:xfrm flipH="1">
                <a:off x="7858741" y="462829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275"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sp>
          <p:nvSpPr>
            <p:cNvPr id="254" name="Oval 19"/>
            <p:cNvSpPr>
              <a:spLocks noChangeArrowheads="1"/>
            </p:cNvSpPr>
            <p:nvPr/>
          </p:nvSpPr>
          <p:spPr bwMode="auto">
            <a:xfrm>
              <a:off x="8823325" y="3356438"/>
              <a:ext cx="288000" cy="288000"/>
            </a:xfrm>
            <a:prstGeom prst="ellipse">
              <a:avLst/>
            </a:prstGeom>
            <a:solidFill>
              <a:schemeClr val="accent3"/>
            </a:solidFill>
            <a:ln w="9525">
              <a:solidFill>
                <a:schemeClr val="accent3"/>
              </a:solidFill>
              <a:round/>
              <a:headEnd/>
              <a:tailEnd/>
            </a:ln>
          </p:spPr>
          <p:txBody>
            <a:bodyPr wrap="none" anchor="ctr"/>
            <a:lstStyle/>
            <a:p>
              <a:pPr algn="ctr">
                <a:defRPr/>
              </a:pPr>
              <a:endParaRPr lang="en-US" sz="1463" dirty="0"/>
            </a:p>
          </p:txBody>
        </p:sp>
        <p:sp>
          <p:nvSpPr>
            <p:cNvPr id="255" name="Oval 20"/>
            <p:cNvSpPr>
              <a:spLocks noChangeArrowheads="1"/>
            </p:cNvSpPr>
            <p:nvPr/>
          </p:nvSpPr>
          <p:spPr bwMode="auto">
            <a:xfrm>
              <a:off x="8823325" y="1537956"/>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grpSp>
          <p:nvGrpSpPr>
            <p:cNvPr id="256" name="Group 255"/>
            <p:cNvGrpSpPr/>
            <p:nvPr/>
          </p:nvGrpSpPr>
          <p:grpSpPr>
            <a:xfrm>
              <a:off x="8823325" y="2446800"/>
              <a:ext cx="288000" cy="288000"/>
              <a:chOff x="7858741" y="3820267"/>
              <a:chExt cx="288000" cy="288000"/>
            </a:xfrm>
          </p:grpSpPr>
          <p:sp>
            <p:nvSpPr>
              <p:cNvPr id="257" name="Oval 22"/>
              <p:cNvSpPr>
                <a:spLocks noChangeArrowheads="1"/>
              </p:cNvSpPr>
              <p:nvPr/>
            </p:nvSpPr>
            <p:spPr bwMode="auto">
              <a:xfrm flipH="1">
                <a:off x="7858741" y="382026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258"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259" name="Group 258"/>
            <p:cNvGrpSpPr/>
            <p:nvPr/>
          </p:nvGrpSpPr>
          <p:grpSpPr>
            <a:xfrm>
              <a:off x="8823325" y="2901619"/>
              <a:ext cx="288000" cy="288000"/>
              <a:chOff x="7858741" y="3007459"/>
              <a:chExt cx="288000" cy="288000"/>
            </a:xfrm>
          </p:grpSpPr>
          <p:sp>
            <p:nvSpPr>
              <p:cNvPr id="260" name="Oval 25"/>
              <p:cNvSpPr>
                <a:spLocks noChangeArrowheads="1"/>
              </p:cNvSpPr>
              <p:nvPr/>
            </p:nvSpPr>
            <p:spPr bwMode="auto">
              <a:xfrm flipH="1">
                <a:off x="7858741" y="3007459"/>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261"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262" name="Group 261"/>
            <p:cNvGrpSpPr/>
            <p:nvPr/>
          </p:nvGrpSpPr>
          <p:grpSpPr>
            <a:xfrm>
              <a:off x="8823325" y="1992775"/>
              <a:ext cx="288000" cy="288000"/>
              <a:chOff x="7858741" y="4628297"/>
              <a:chExt cx="288000" cy="288000"/>
            </a:xfrm>
          </p:grpSpPr>
          <p:sp>
            <p:nvSpPr>
              <p:cNvPr id="263" name="Oval 28"/>
              <p:cNvSpPr>
                <a:spLocks noChangeArrowheads="1"/>
              </p:cNvSpPr>
              <p:nvPr/>
            </p:nvSpPr>
            <p:spPr bwMode="auto">
              <a:xfrm flipH="1">
                <a:off x="7858741" y="462829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264"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sp>
        <p:nvSpPr>
          <p:cNvPr id="5" name="Text Placeholder 4"/>
          <p:cNvSpPr>
            <a:spLocks noGrp="1"/>
          </p:cNvSpPr>
          <p:nvPr>
            <p:ph type="body" sz="quarter" idx="13"/>
          </p:nvPr>
        </p:nvSpPr>
        <p:spPr/>
        <p:txBody>
          <a:bodyPr/>
          <a:lstStyle/>
          <a:p>
            <a:r>
              <a:rPr lang="en-US"/>
              <a:t>Subtitle runs here</a:t>
            </a:r>
            <a:endParaRPr lang="en-US" dirty="0"/>
          </a:p>
        </p:txBody>
      </p:sp>
      <p:sp>
        <p:nvSpPr>
          <p:cNvPr id="794625" name="Title 1"/>
          <p:cNvSpPr>
            <a:spLocks noGrp="1"/>
          </p:cNvSpPr>
          <p:nvPr>
            <p:ph type="title"/>
          </p:nvPr>
        </p:nvSpPr>
        <p:spPr/>
        <p:txBody>
          <a:bodyPr/>
          <a:lstStyle/>
          <a:p>
            <a:r>
              <a:rPr lang="en-US" altLang="ja-JP" dirty="0"/>
              <a:t>More moons (i.e., Harvey Balls)</a:t>
            </a:r>
            <a:endParaRPr lang="en-US" dirty="0"/>
          </a:p>
        </p:txBody>
      </p:sp>
      <p:grpSp>
        <p:nvGrpSpPr>
          <p:cNvPr id="2" name="Group 1">
            <a:extLst>
              <a:ext uri="{FF2B5EF4-FFF2-40B4-BE49-F238E27FC236}">
                <a16:creationId xmlns:a16="http://schemas.microsoft.com/office/drawing/2014/main" id="{3340655C-4EC9-4976-AB0C-A1D2A7639560}"/>
              </a:ext>
            </a:extLst>
          </p:cNvPr>
          <p:cNvGrpSpPr/>
          <p:nvPr/>
        </p:nvGrpSpPr>
        <p:grpSpPr>
          <a:xfrm>
            <a:off x="1036609" y="1892527"/>
            <a:ext cx="84960" cy="3520135"/>
            <a:chOff x="3060803" y="1574006"/>
            <a:chExt cx="104566" cy="4332473"/>
          </a:xfrm>
        </p:grpSpPr>
        <p:sp>
          <p:nvSpPr>
            <p:cNvPr id="794632" name="Text Box 30"/>
            <p:cNvSpPr txBox="1">
              <a:spLocks noChangeArrowheads="1"/>
            </p:cNvSpPr>
            <p:nvPr/>
          </p:nvSpPr>
          <p:spPr bwMode="auto">
            <a:xfrm>
              <a:off x="3060803" y="2937669"/>
              <a:ext cx="104566" cy="184666"/>
            </a:xfrm>
            <a:prstGeom prst="rect">
              <a:avLst/>
            </a:prstGeom>
            <a:noFill/>
            <a:ln w="9525">
              <a:noFill/>
              <a:miter lim="800000"/>
              <a:headEnd/>
              <a:tailEnd/>
            </a:ln>
          </p:spPr>
          <p:txBody>
            <a:bodyPr wrap="none" lIns="0" tIns="0" rIns="0" bIns="0">
              <a:spAutoFit/>
            </a:bodyPr>
            <a:lstStyle/>
            <a:p>
              <a:pPr algn="ctr"/>
              <a:r>
                <a:rPr lang="en-US" altLang="ja-JP" sz="975" dirty="0">
                  <a:solidFill>
                    <a:srgbClr val="53565A"/>
                  </a:solidFill>
                  <a:ea typeface="ＭＳ Ｐゴシック" charset="-128"/>
                </a:rPr>
                <a:t>¾</a:t>
              </a:r>
            </a:p>
          </p:txBody>
        </p:sp>
        <p:sp>
          <p:nvSpPr>
            <p:cNvPr id="794642" name="Text Box 64"/>
            <p:cNvSpPr txBox="1">
              <a:spLocks noChangeArrowheads="1"/>
            </p:cNvSpPr>
            <p:nvPr/>
          </p:nvSpPr>
          <p:spPr bwMode="auto">
            <a:xfrm>
              <a:off x="3061790" y="2482850"/>
              <a:ext cx="102593" cy="184666"/>
            </a:xfrm>
            <a:prstGeom prst="rect">
              <a:avLst/>
            </a:prstGeom>
            <a:noFill/>
            <a:ln w="9525">
              <a:noFill/>
              <a:miter lim="800000"/>
              <a:headEnd/>
              <a:tailEnd/>
            </a:ln>
          </p:spPr>
          <p:txBody>
            <a:bodyPr wrap="none" lIns="0" tIns="0" rIns="0" bIns="0">
              <a:spAutoFit/>
            </a:bodyPr>
            <a:lstStyle/>
            <a:p>
              <a:pPr algn="ctr"/>
              <a:r>
                <a:rPr lang="en-US" altLang="ja-JP" sz="975" dirty="0">
                  <a:solidFill>
                    <a:srgbClr val="53565A"/>
                  </a:solidFill>
                  <a:ea typeface="ＭＳ Ｐゴシック" charset="-128"/>
                </a:rPr>
                <a:t>½</a:t>
              </a:r>
            </a:p>
          </p:txBody>
        </p:sp>
        <p:sp>
          <p:nvSpPr>
            <p:cNvPr id="794648" name="Text Box 95"/>
            <p:cNvSpPr txBox="1">
              <a:spLocks noChangeArrowheads="1"/>
            </p:cNvSpPr>
            <p:nvPr/>
          </p:nvSpPr>
          <p:spPr bwMode="auto">
            <a:xfrm>
              <a:off x="3063763" y="2028824"/>
              <a:ext cx="98646" cy="184666"/>
            </a:xfrm>
            <a:prstGeom prst="rect">
              <a:avLst/>
            </a:prstGeom>
            <a:noFill/>
            <a:ln w="9525">
              <a:noFill/>
              <a:miter lim="800000"/>
              <a:headEnd/>
              <a:tailEnd/>
            </a:ln>
          </p:spPr>
          <p:txBody>
            <a:bodyPr wrap="none" lIns="0" tIns="0" rIns="0" bIns="0">
              <a:spAutoFit/>
            </a:bodyPr>
            <a:lstStyle/>
            <a:p>
              <a:pPr algn="ctr"/>
              <a:r>
                <a:rPr lang="en-US" altLang="ja-JP" sz="975" dirty="0">
                  <a:solidFill>
                    <a:srgbClr val="53565A"/>
                  </a:solidFill>
                  <a:ea typeface="ＭＳ Ｐゴシック" charset="-128"/>
                </a:rPr>
                <a:t>¼</a:t>
              </a:r>
            </a:p>
          </p:txBody>
        </p:sp>
        <p:sp>
          <p:nvSpPr>
            <p:cNvPr id="794654" name="Text Box 107"/>
            <p:cNvSpPr txBox="1">
              <a:spLocks noChangeArrowheads="1"/>
            </p:cNvSpPr>
            <p:nvPr/>
          </p:nvSpPr>
          <p:spPr bwMode="auto">
            <a:xfrm>
              <a:off x="3068867" y="1574006"/>
              <a:ext cx="78917" cy="184666"/>
            </a:xfrm>
            <a:prstGeom prst="rect">
              <a:avLst/>
            </a:prstGeom>
            <a:noFill/>
            <a:ln w="9525">
              <a:noFill/>
              <a:miter lim="800000"/>
              <a:headEnd/>
              <a:tailEnd/>
            </a:ln>
          </p:spPr>
          <p:txBody>
            <a:bodyPr wrap="none" lIns="0" tIns="0" rIns="0" bIns="0">
              <a:spAutoFit/>
            </a:bodyPr>
            <a:lstStyle/>
            <a:p>
              <a:pPr algn="ctr"/>
              <a:r>
                <a:rPr lang="en-US" altLang="ja-JP" sz="975" dirty="0">
                  <a:solidFill>
                    <a:srgbClr val="53565A"/>
                  </a:solidFill>
                  <a:ea typeface="ＭＳ Ｐゴシック" charset="-128"/>
                </a:rPr>
                <a:t>0</a:t>
              </a:r>
            </a:p>
          </p:txBody>
        </p:sp>
        <p:sp>
          <p:nvSpPr>
            <p:cNvPr id="794661" name="Text Box 114"/>
            <p:cNvSpPr txBox="1">
              <a:spLocks noChangeArrowheads="1"/>
            </p:cNvSpPr>
            <p:nvPr/>
          </p:nvSpPr>
          <p:spPr bwMode="auto">
            <a:xfrm>
              <a:off x="3068867" y="3392488"/>
              <a:ext cx="78917" cy="184666"/>
            </a:xfrm>
            <a:prstGeom prst="rect">
              <a:avLst/>
            </a:prstGeom>
            <a:noFill/>
            <a:ln w="9525">
              <a:noFill/>
              <a:miter lim="800000"/>
              <a:headEnd/>
              <a:tailEnd/>
            </a:ln>
          </p:spPr>
          <p:txBody>
            <a:bodyPr wrap="none" lIns="0" tIns="0" rIns="0" bIns="0">
              <a:spAutoFit/>
            </a:bodyPr>
            <a:lstStyle/>
            <a:p>
              <a:pPr algn="ctr"/>
              <a:r>
                <a:rPr lang="en-US" altLang="ja-JP" sz="975" dirty="0">
                  <a:solidFill>
                    <a:srgbClr val="53565A"/>
                  </a:solidFill>
                  <a:ea typeface="ＭＳ Ｐゴシック" charset="-128"/>
                </a:rPr>
                <a:t>1</a:t>
              </a:r>
            </a:p>
          </p:txBody>
        </p:sp>
        <p:sp>
          <p:nvSpPr>
            <p:cNvPr id="794668" name="Text Box 141"/>
            <p:cNvSpPr txBox="1">
              <a:spLocks noChangeArrowheads="1"/>
            </p:cNvSpPr>
            <p:nvPr/>
          </p:nvSpPr>
          <p:spPr bwMode="auto">
            <a:xfrm>
              <a:off x="3060803" y="5267786"/>
              <a:ext cx="104566" cy="184666"/>
            </a:xfrm>
            <a:prstGeom prst="rect">
              <a:avLst/>
            </a:prstGeom>
            <a:noFill/>
            <a:ln w="9525">
              <a:noFill/>
              <a:miter lim="800000"/>
              <a:headEnd/>
              <a:tailEnd/>
            </a:ln>
          </p:spPr>
          <p:txBody>
            <a:bodyPr wrap="none" lIns="0" tIns="0" rIns="0" bIns="0">
              <a:spAutoFit/>
            </a:bodyPr>
            <a:lstStyle/>
            <a:p>
              <a:pPr algn="ctr"/>
              <a:r>
                <a:rPr lang="en-US" altLang="ja-JP" sz="975" dirty="0">
                  <a:solidFill>
                    <a:srgbClr val="53565A"/>
                  </a:solidFill>
                  <a:ea typeface="ＭＳ Ｐゴシック" charset="-128"/>
                </a:rPr>
                <a:t>¾</a:t>
              </a:r>
            </a:p>
          </p:txBody>
        </p:sp>
        <p:sp>
          <p:nvSpPr>
            <p:cNvPr id="794673" name="Text Box 166"/>
            <p:cNvSpPr txBox="1">
              <a:spLocks noChangeArrowheads="1"/>
            </p:cNvSpPr>
            <p:nvPr/>
          </p:nvSpPr>
          <p:spPr bwMode="auto">
            <a:xfrm>
              <a:off x="3061790" y="4812175"/>
              <a:ext cx="102593" cy="184666"/>
            </a:xfrm>
            <a:prstGeom prst="rect">
              <a:avLst/>
            </a:prstGeom>
            <a:noFill/>
            <a:ln w="9525">
              <a:noFill/>
              <a:miter lim="800000"/>
              <a:headEnd/>
              <a:tailEnd/>
            </a:ln>
          </p:spPr>
          <p:txBody>
            <a:bodyPr wrap="none" lIns="0" tIns="0" rIns="0" bIns="0">
              <a:spAutoFit/>
            </a:bodyPr>
            <a:lstStyle/>
            <a:p>
              <a:pPr algn="ctr"/>
              <a:r>
                <a:rPr lang="en-US" altLang="ja-JP" sz="975" dirty="0">
                  <a:solidFill>
                    <a:srgbClr val="53565A"/>
                  </a:solidFill>
                  <a:ea typeface="ＭＳ Ｐゴシック" charset="-128"/>
                </a:rPr>
                <a:t>½</a:t>
              </a:r>
            </a:p>
          </p:txBody>
        </p:sp>
        <p:sp>
          <p:nvSpPr>
            <p:cNvPr id="794676" name="Text Box 179"/>
            <p:cNvSpPr txBox="1">
              <a:spLocks noChangeArrowheads="1"/>
            </p:cNvSpPr>
            <p:nvPr/>
          </p:nvSpPr>
          <p:spPr bwMode="auto">
            <a:xfrm>
              <a:off x="3063763" y="4358150"/>
              <a:ext cx="98646" cy="184666"/>
            </a:xfrm>
            <a:prstGeom prst="rect">
              <a:avLst/>
            </a:prstGeom>
            <a:noFill/>
            <a:ln w="9525">
              <a:noFill/>
              <a:miter lim="800000"/>
              <a:headEnd/>
              <a:tailEnd/>
            </a:ln>
          </p:spPr>
          <p:txBody>
            <a:bodyPr wrap="none" lIns="0" tIns="0" rIns="0" bIns="0">
              <a:spAutoFit/>
            </a:bodyPr>
            <a:lstStyle/>
            <a:p>
              <a:pPr algn="ctr"/>
              <a:r>
                <a:rPr lang="en-US" altLang="ja-JP" sz="975" dirty="0">
                  <a:solidFill>
                    <a:srgbClr val="53565A"/>
                  </a:solidFill>
                  <a:ea typeface="ＭＳ Ｐゴシック" charset="-128"/>
                </a:rPr>
                <a:t>¼</a:t>
              </a:r>
            </a:p>
          </p:txBody>
        </p:sp>
        <p:sp>
          <p:nvSpPr>
            <p:cNvPr id="794683" name="Text Box 198"/>
            <p:cNvSpPr txBox="1">
              <a:spLocks noChangeArrowheads="1"/>
            </p:cNvSpPr>
            <p:nvPr/>
          </p:nvSpPr>
          <p:spPr bwMode="auto">
            <a:xfrm>
              <a:off x="3068867" y="3904125"/>
              <a:ext cx="78917" cy="184666"/>
            </a:xfrm>
            <a:prstGeom prst="rect">
              <a:avLst/>
            </a:prstGeom>
            <a:noFill/>
            <a:ln w="9525">
              <a:noFill/>
              <a:miter lim="800000"/>
              <a:headEnd/>
              <a:tailEnd/>
            </a:ln>
          </p:spPr>
          <p:txBody>
            <a:bodyPr wrap="none" lIns="0" tIns="0" rIns="0" bIns="0">
              <a:spAutoFit/>
            </a:bodyPr>
            <a:lstStyle/>
            <a:p>
              <a:pPr algn="ctr"/>
              <a:r>
                <a:rPr lang="en-US" altLang="ja-JP" sz="975" dirty="0">
                  <a:solidFill>
                    <a:srgbClr val="53565A"/>
                  </a:solidFill>
                  <a:ea typeface="ＭＳ Ｐゴシック" charset="-128"/>
                </a:rPr>
                <a:t>0</a:t>
              </a:r>
            </a:p>
          </p:txBody>
        </p:sp>
        <p:sp>
          <p:nvSpPr>
            <p:cNvPr id="794690" name="Text Box 205"/>
            <p:cNvSpPr txBox="1">
              <a:spLocks noChangeArrowheads="1"/>
            </p:cNvSpPr>
            <p:nvPr/>
          </p:nvSpPr>
          <p:spPr bwMode="auto">
            <a:xfrm>
              <a:off x="3068867" y="5721813"/>
              <a:ext cx="78917" cy="184666"/>
            </a:xfrm>
            <a:prstGeom prst="rect">
              <a:avLst/>
            </a:prstGeom>
            <a:noFill/>
            <a:ln w="9525">
              <a:noFill/>
              <a:miter lim="800000"/>
              <a:headEnd/>
              <a:tailEnd/>
            </a:ln>
          </p:spPr>
          <p:txBody>
            <a:bodyPr wrap="none" lIns="0" tIns="0" rIns="0" bIns="0">
              <a:spAutoFit/>
            </a:bodyPr>
            <a:lstStyle/>
            <a:p>
              <a:pPr algn="ctr"/>
              <a:r>
                <a:rPr lang="en-US" altLang="ja-JP" sz="975" dirty="0">
                  <a:solidFill>
                    <a:srgbClr val="53565A"/>
                  </a:solidFill>
                  <a:ea typeface="ＭＳ Ｐゴシック" charset="-128"/>
                </a:rPr>
                <a:t>1</a:t>
              </a:r>
            </a:p>
          </p:txBody>
        </p:sp>
      </p:grpSp>
      <p:grpSp>
        <p:nvGrpSpPr>
          <p:cNvPr id="4" name="Group 3">
            <a:extLst>
              <a:ext uri="{FF2B5EF4-FFF2-40B4-BE49-F238E27FC236}">
                <a16:creationId xmlns:a16="http://schemas.microsoft.com/office/drawing/2014/main" id="{67729976-96C7-407E-B43D-321D35560BDE}"/>
              </a:ext>
            </a:extLst>
          </p:cNvPr>
          <p:cNvGrpSpPr/>
          <p:nvPr/>
        </p:nvGrpSpPr>
        <p:grpSpPr>
          <a:xfrm>
            <a:off x="7121662" y="1892530"/>
            <a:ext cx="204750" cy="3574843"/>
            <a:chOff x="7779541" y="1555956"/>
            <a:chExt cx="252000" cy="4399807"/>
          </a:xfrm>
        </p:grpSpPr>
        <p:sp>
          <p:nvSpPr>
            <p:cNvPr id="276" name="Oval 19"/>
            <p:cNvSpPr>
              <a:spLocks noChangeArrowheads="1"/>
            </p:cNvSpPr>
            <p:nvPr/>
          </p:nvSpPr>
          <p:spPr bwMode="auto">
            <a:xfrm>
              <a:off x="7779541" y="5703763"/>
              <a:ext cx="252000" cy="252000"/>
            </a:xfrm>
            <a:prstGeom prst="ellipse">
              <a:avLst/>
            </a:prstGeom>
            <a:solidFill>
              <a:schemeClr val="tx2"/>
            </a:solidFill>
            <a:ln w="9525">
              <a:solidFill>
                <a:schemeClr val="tx2"/>
              </a:solidFill>
              <a:round/>
              <a:headEnd/>
              <a:tailEnd/>
            </a:ln>
          </p:spPr>
          <p:txBody>
            <a:bodyPr wrap="none" anchor="ctr"/>
            <a:lstStyle/>
            <a:p>
              <a:pPr algn="ctr">
                <a:defRPr/>
              </a:pPr>
              <a:endParaRPr lang="en-US" sz="1463" dirty="0"/>
            </a:p>
          </p:txBody>
        </p:sp>
        <p:sp>
          <p:nvSpPr>
            <p:cNvPr id="277" name="Oval 20"/>
            <p:cNvSpPr>
              <a:spLocks noChangeArrowheads="1"/>
            </p:cNvSpPr>
            <p:nvPr/>
          </p:nvSpPr>
          <p:spPr bwMode="auto">
            <a:xfrm>
              <a:off x="7779541" y="3886075"/>
              <a:ext cx="252000" cy="252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grpSp>
          <p:nvGrpSpPr>
            <p:cNvPr id="278" name="Group 277"/>
            <p:cNvGrpSpPr/>
            <p:nvPr/>
          </p:nvGrpSpPr>
          <p:grpSpPr>
            <a:xfrm>
              <a:off x="7779541" y="4794125"/>
              <a:ext cx="252000" cy="252000"/>
              <a:chOff x="7858741" y="3820267"/>
              <a:chExt cx="288000" cy="288000"/>
            </a:xfrm>
          </p:grpSpPr>
          <p:sp>
            <p:nvSpPr>
              <p:cNvPr id="279" name="Oval 22"/>
              <p:cNvSpPr>
                <a:spLocks noChangeArrowheads="1"/>
              </p:cNvSpPr>
              <p:nvPr/>
            </p:nvSpPr>
            <p:spPr bwMode="auto">
              <a:xfrm flipH="1">
                <a:off x="7858741" y="382026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280"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281" name="Group 280"/>
            <p:cNvGrpSpPr/>
            <p:nvPr/>
          </p:nvGrpSpPr>
          <p:grpSpPr>
            <a:xfrm>
              <a:off x="7779541" y="5249738"/>
              <a:ext cx="252000" cy="252000"/>
              <a:chOff x="7858741" y="3007459"/>
              <a:chExt cx="288000" cy="288000"/>
            </a:xfrm>
          </p:grpSpPr>
          <p:sp>
            <p:nvSpPr>
              <p:cNvPr id="282" name="Oval 25"/>
              <p:cNvSpPr>
                <a:spLocks noChangeArrowheads="1"/>
              </p:cNvSpPr>
              <p:nvPr/>
            </p:nvSpPr>
            <p:spPr bwMode="auto">
              <a:xfrm flipH="1">
                <a:off x="7858741" y="3007459"/>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283"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284" name="Group 283"/>
            <p:cNvGrpSpPr/>
            <p:nvPr/>
          </p:nvGrpSpPr>
          <p:grpSpPr>
            <a:xfrm>
              <a:off x="7779541" y="4340100"/>
              <a:ext cx="252000" cy="252000"/>
              <a:chOff x="7858741" y="4628297"/>
              <a:chExt cx="288000" cy="288000"/>
            </a:xfrm>
          </p:grpSpPr>
          <p:sp>
            <p:nvSpPr>
              <p:cNvPr id="285" name="Oval 28"/>
              <p:cNvSpPr>
                <a:spLocks noChangeArrowheads="1"/>
              </p:cNvSpPr>
              <p:nvPr/>
            </p:nvSpPr>
            <p:spPr bwMode="auto">
              <a:xfrm flipH="1">
                <a:off x="7858741" y="462829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286"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sp>
          <p:nvSpPr>
            <p:cNvPr id="287" name="Oval 19"/>
            <p:cNvSpPr>
              <a:spLocks noChangeArrowheads="1"/>
            </p:cNvSpPr>
            <p:nvPr/>
          </p:nvSpPr>
          <p:spPr bwMode="auto">
            <a:xfrm>
              <a:off x="7779541" y="3374438"/>
              <a:ext cx="252000" cy="252000"/>
            </a:xfrm>
            <a:prstGeom prst="ellipse">
              <a:avLst/>
            </a:prstGeom>
            <a:solidFill>
              <a:schemeClr val="accent3"/>
            </a:solidFill>
            <a:ln w="9525">
              <a:solidFill>
                <a:schemeClr val="accent3"/>
              </a:solidFill>
              <a:round/>
              <a:headEnd/>
              <a:tailEnd/>
            </a:ln>
          </p:spPr>
          <p:txBody>
            <a:bodyPr wrap="none" anchor="ctr"/>
            <a:lstStyle/>
            <a:p>
              <a:pPr algn="ctr">
                <a:defRPr/>
              </a:pPr>
              <a:endParaRPr lang="en-US" sz="1463" dirty="0"/>
            </a:p>
          </p:txBody>
        </p:sp>
        <p:sp>
          <p:nvSpPr>
            <p:cNvPr id="288" name="Oval 20"/>
            <p:cNvSpPr>
              <a:spLocks noChangeArrowheads="1"/>
            </p:cNvSpPr>
            <p:nvPr/>
          </p:nvSpPr>
          <p:spPr bwMode="auto">
            <a:xfrm>
              <a:off x="7779541" y="1555956"/>
              <a:ext cx="252000" cy="252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grpSp>
          <p:nvGrpSpPr>
            <p:cNvPr id="289" name="Group 288"/>
            <p:cNvGrpSpPr/>
            <p:nvPr/>
          </p:nvGrpSpPr>
          <p:grpSpPr>
            <a:xfrm>
              <a:off x="7779541" y="2464800"/>
              <a:ext cx="252000" cy="252000"/>
              <a:chOff x="7858741" y="3820267"/>
              <a:chExt cx="288000" cy="288000"/>
            </a:xfrm>
          </p:grpSpPr>
          <p:sp>
            <p:nvSpPr>
              <p:cNvPr id="290" name="Oval 22"/>
              <p:cNvSpPr>
                <a:spLocks noChangeArrowheads="1"/>
              </p:cNvSpPr>
              <p:nvPr/>
            </p:nvSpPr>
            <p:spPr bwMode="auto">
              <a:xfrm flipH="1">
                <a:off x="7858741" y="382026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291"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292" name="Group 291"/>
            <p:cNvGrpSpPr/>
            <p:nvPr/>
          </p:nvGrpSpPr>
          <p:grpSpPr>
            <a:xfrm>
              <a:off x="7779541" y="2919619"/>
              <a:ext cx="252000" cy="252000"/>
              <a:chOff x="7858741" y="3007459"/>
              <a:chExt cx="288000" cy="288000"/>
            </a:xfrm>
          </p:grpSpPr>
          <p:sp>
            <p:nvSpPr>
              <p:cNvPr id="293" name="Oval 25"/>
              <p:cNvSpPr>
                <a:spLocks noChangeArrowheads="1"/>
              </p:cNvSpPr>
              <p:nvPr/>
            </p:nvSpPr>
            <p:spPr bwMode="auto">
              <a:xfrm flipH="1">
                <a:off x="7858741" y="3007459"/>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294"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295" name="Group 294"/>
            <p:cNvGrpSpPr/>
            <p:nvPr/>
          </p:nvGrpSpPr>
          <p:grpSpPr>
            <a:xfrm>
              <a:off x="7779541" y="2010775"/>
              <a:ext cx="252000" cy="252000"/>
              <a:chOff x="7858741" y="4628297"/>
              <a:chExt cx="288000" cy="288000"/>
            </a:xfrm>
          </p:grpSpPr>
          <p:sp>
            <p:nvSpPr>
              <p:cNvPr id="296" name="Oval 28"/>
              <p:cNvSpPr>
                <a:spLocks noChangeArrowheads="1"/>
              </p:cNvSpPr>
              <p:nvPr/>
            </p:nvSpPr>
            <p:spPr bwMode="auto">
              <a:xfrm flipH="1">
                <a:off x="7858741" y="462829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297"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grpSp>
        <p:nvGrpSpPr>
          <p:cNvPr id="6" name="Group 5">
            <a:extLst>
              <a:ext uri="{FF2B5EF4-FFF2-40B4-BE49-F238E27FC236}">
                <a16:creationId xmlns:a16="http://schemas.microsoft.com/office/drawing/2014/main" id="{C930551D-D403-4CA0-8F4B-08212A7F87E5}"/>
              </a:ext>
            </a:extLst>
          </p:cNvPr>
          <p:cNvGrpSpPr/>
          <p:nvPr/>
        </p:nvGrpSpPr>
        <p:grpSpPr>
          <a:xfrm>
            <a:off x="5657289" y="1892530"/>
            <a:ext cx="175500" cy="3545593"/>
            <a:chOff x="6771757" y="1573956"/>
            <a:chExt cx="216000" cy="4363807"/>
          </a:xfrm>
        </p:grpSpPr>
        <p:sp>
          <p:nvSpPr>
            <p:cNvPr id="298" name="Oval 19"/>
            <p:cNvSpPr>
              <a:spLocks noChangeArrowheads="1"/>
            </p:cNvSpPr>
            <p:nvPr/>
          </p:nvSpPr>
          <p:spPr bwMode="auto">
            <a:xfrm>
              <a:off x="6771757" y="5721763"/>
              <a:ext cx="216000" cy="216000"/>
            </a:xfrm>
            <a:prstGeom prst="ellipse">
              <a:avLst/>
            </a:prstGeom>
            <a:solidFill>
              <a:schemeClr val="tx2"/>
            </a:solidFill>
            <a:ln w="9525">
              <a:solidFill>
                <a:schemeClr val="tx2"/>
              </a:solidFill>
              <a:round/>
              <a:headEnd/>
              <a:tailEnd/>
            </a:ln>
          </p:spPr>
          <p:txBody>
            <a:bodyPr wrap="none" anchor="ctr"/>
            <a:lstStyle/>
            <a:p>
              <a:pPr algn="ctr">
                <a:defRPr/>
              </a:pPr>
              <a:endParaRPr lang="en-US" sz="1463" dirty="0"/>
            </a:p>
          </p:txBody>
        </p:sp>
        <p:sp>
          <p:nvSpPr>
            <p:cNvPr id="299" name="Oval 20"/>
            <p:cNvSpPr>
              <a:spLocks noChangeArrowheads="1"/>
            </p:cNvSpPr>
            <p:nvPr/>
          </p:nvSpPr>
          <p:spPr bwMode="auto">
            <a:xfrm>
              <a:off x="6771757" y="3904075"/>
              <a:ext cx="216000" cy="216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grpSp>
          <p:nvGrpSpPr>
            <p:cNvPr id="300" name="Group 299"/>
            <p:cNvGrpSpPr/>
            <p:nvPr/>
          </p:nvGrpSpPr>
          <p:grpSpPr>
            <a:xfrm>
              <a:off x="6771757" y="4812125"/>
              <a:ext cx="216000" cy="216000"/>
              <a:chOff x="7858741" y="3820267"/>
              <a:chExt cx="288000" cy="288000"/>
            </a:xfrm>
          </p:grpSpPr>
          <p:sp>
            <p:nvSpPr>
              <p:cNvPr id="301" name="Oval 22"/>
              <p:cNvSpPr>
                <a:spLocks noChangeArrowheads="1"/>
              </p:cNvSpPr>
              <p:nvPr/>
            </p:nvSpPr>
            <p:spPr bwMode="auto">
              <a:xfrm flipH="1">
                <a:off x="7858741" y="382026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02"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303" name="Group 302"/>
            <p:cNvGrpSpPr/>
            <p:nvPr/>
          </p:nvGrpSpPr>
          <p:grpSpPr>
            <a:xfrm>
              <a:off x="6771757" y="5267738"/>
              <a:ext cx="216000" cy="216000"/>
              <a:chOff x="7858741" y="3007459"/>
              <a:chExt cx="288000" cy="288000"/>
            </a:xfrm>
          </p:grpSpPr>
          <p:sp>
            <p:nvSpPr>
              <p:cNvPr id="304" name="Oval 25"/>
              <p:cNvSpPr>
                <a:spLocks noChangeArrowheads="1"/>
              </p:cNvSpPr>
              <p:nvPr/>
            </p:nvSpPr>
            <p:spPr bwMode="auto">
              <a:xfrm flipH="1">
                <a:off x="7858741" y="3007459"/>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05"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306" name="Group 305"/>
            <p:cNvGrpSpPr/>
            <p:nvPr/>
          </p:nvGrpSpPr>
          <p:grpSpPr>
            <a:xfrm>
              <a:off x="6771757" y="4358100"/>
              <a:ext cx="216000" cy="216000"/>
              <a:chOff x="7858741" y="4628297"/>
              <a:chExt cx="288000" cy="288000"/>
            </a:xfrm>
          </p:grpSpPr>
          <p:sp>
            <p:nvSpPr>
              <p:cNvPr id="307" name="Oval 28"/>
              <p:cNvSpPr>
                <a:spLocks noChangeArrowheads="1"/>
              </p:cNvSpPr>
              <p:nvPr/>
            </p:nvSpPr>
            <p:spPr bwMode="auto">
              <a:xfrm flipH="1">
                <a:off x="7858741" y="462829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08"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sp>
          <p:nvSpPr>
            <p:cNvPr id="309" name="Oval 19"/>
            <p:cNvSpPr>
              <a:spLocks noChangeArrowheads="1"/>
            </p:cNvSpPr>
            <p:nvPr/>
          </p:nvSpPr>
          <p:spPr bwMode="auto">
            <a:xfrm>
              <a:off x="6771757" y="3392438"/>
              <a:ext cx="216000" cy="216000"/>
            </a:xfrm>
            <a:prstGeom prst="ellipse">
              <a:avLst/>
            </a:prstGeom>
            <a:solidFill>
              <a:schemeClr val="accent3"/>
            </a:solidFill>
            <a:ln w="9525">
              <a:solidFill>
                <a:schemeClr val="accent3"/>
              </a:solidFill>
              <a:round/>
              <a:headEnd/>
              <a:tailEnd/>
            </a:ln>
          </p:spPr>
          <p:txBody>
            <a:bodyPr wrap="none" anchor="ctr"/>
            <a:lstStyle/>
            <a:p>
              <a:pPr algn="ctr">
                <a:defRPr/>
              </a:pPr>
              <a:endParaRPr lang="en-US" sz="1463" dirty="0"/>
            </a:p>
          </p:txBody>
        </p:sp>
        <p:sp>
          <p:nvSpPr>
            <p:cNvPr id="310" name="Oval 20"/>
            <p:cNvSpPr>
              <a:spLocks noChangeArrowheads="1"/>
            </p:cNvSpPr>
            <p:nvPr/>
          </p:nvSpPr>
          <p:spPr bwMode="auto">
            <a:xfrm>
              <a:off x="6771757" y="1573956"/>
              <a:ext cx="216000" cy="216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grpSp>
          <p:nvGrpSpPr>
            <p:cNvPr id="311" name="Group 310"/>
            <p:cNvGrpSpPr/>
            <p:nvPr/>
          </p:nvGrpSpPr>
          <p:grpSpPr>
            <a:xfrm>
              <a:off x="6771757" y="2482800"/>
              <a:ext cx="216000" cy="216000"/>
              <a:chOff x="7858741" y="3820267"/>
              <a:chExt cx="288000" cy="288000"/>
            </a:xfrm>
          </p:grpSpPr>
          <p:sp>
            <p:nvSpPr>
              <p:cNvPr id="312" name="Oval 22"/>
              <p:cNvSpPr>
                <a:spLocks noChangeArrowheads="1"/>
              </p:cNvSpPr>
              <p:nvPr/>
            </p:nvSpPr>
            <p:spPr bwMode="auto">
              <a:xfrm flipH="1">
                <a:off x="7858741" y="382026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13"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314" name="Group 313"/>
            <p:cNvGrpSpPr/>
            <p:nvPr/>
          </p:nvGrpSpPr>
          <p:grpSpPr>
            <a:xfrm>
              <a:off x="6771757" y="2937619"/>
              <a:ext cx="216000" cy="216000"/>
              <a:chOff x="7858741" y="3007459"/>
              <a:chExt cx="288000" cy="288000"/>
            </a:xfrm>
          </p:grpSpPr>
          <p:sp>
            <p:nvSpPr>
              <p:cNvPr id="315" name="Oval 25"/>
              <p:cNvSpPr>
                <a:spLocks noChangeArrowheads="1"/>
              </p:cNvSpPr>
              <p:nvPr/>
            </p:nvSpPr>
            <p:spPr bwMode="auto">
              <a:xfrm flipH="1">
                <a:off x="7858741" y="3007459"/>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16"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317" name="Group 316"/>
            <p:cNvGrpSpPr/>
            <p:nvPr/>
          </p:nvGrpSpPr>
          <p:grpSpPr>
            <a:xfrm>
              <a:off x="6771757" y="2028775"/>
              <a:ext cx="216000" cy="216000"/>
              <a:chOff x="7858741" y="4628297"/>
              <a:chExt cx="288000" cy="288000"/>
            </a:xfrm>
          </p:grpSpPr>
          <p:sp>
            <p:nvSpPr>
              <p:cNvPr id="318" name="Oval 28"/>
              <p:cNvSpPr>
                <a:spLocks noChangeArrowheads="1"/>
              </p:cNvSpPr>
              <p:nvPr/>
            </p:nvSpPr>
            <p:spPr bwMode="auto">
              <a:xfrm flipH="1">
                <a:off x="7858741" y="462829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19"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grpSp>
        <p:nvGrpSpPr>
          <p:cNvPr id="7" name="Group 6">
            <a:extLst>
              <a:ext uri="{FF2B5EF4-FFF2-40B4-BE49-F238E27FC236}">
                <a16:creationId xmlns:a16="http://schemas.microsoft.com/office/drawing/2014/main" id="{B09A783C-E518-40B7-9621-9DE2065143BF}"/>
              </a:ext>
            </a:extLst>
          </p:cNvPr>
          <p:cNvGrpSpPr/>
          <p:nvPr/>
        </p:nvGrpSpPr>
        <p:grpSpPr>
          <a:xfrm>
            <a:off x="4497974" y="1892530"/>
            <a:ext cx="146250" cy="3516343"/>
            <a:chOff x="5802135" y="1591956"/>
            <a:chExt cx="180000" cy="4327807"/>
          </a:xfrm>
        </p:grpSpPr>
        <p:sp>
          <p:nvSpPr>
            <p:cNvPr id="320" name="Oval 19"/>
            <p:cNvSpPr>
              <a:spLocks noChangeArrowheads="1"/>
            </p:cNvSpPr>
            <p:nvPr/>
          </p:nvSpPr>
          <p:spPr bwMode="auto">
            <a:xfrm>
              <a:off x="5802135" y="5739763"/>
              <a:ext cx="180000" cy="180000"/>
            </a:xfrm>
            <a:prstGeom prst="ellipse">
              <a:avLst/>
            </a:prstGeom>
            <a:solidFill>
              <a:schemeClr val="tx2"/>
            </a:solidFill>
            <a:ln w="9525">
              <a:solidFill>
                <a:schemeClr val="tx2"/>
              </a:solidFill>
              <a:round/>
              <a:headEnd/>
              <a:tailEnd/>
            </a:ln>
          </p:spPr>
          <p:txBody>
            <a:bodyPr wrap="none" anchor="ctr"/>
            <a:lstStyle/>
            <a:p>
              <a:pPr algn="ctr">
                <a:defRPr/>
              </a:pPr>
              <a:endParaRPr lang="en-US" sz="1463" dirty="0"/>
            </a:p>
          </p:txBody>
        </p:sp>
        <p:sp>
          <p:nvSpPr>
            <p:cNvPr id="321" name="Oval 20"/>
            <p:cNvSpPr>
              <a:spLocks noChangeArrowheads="1"/>
            </p:cNvSpPr>
            <p:nvPr/>
          </p:nvSpPr>
          <p:spPr bwMode="auto">
            <a:xfrm>
              <a:off x="5802135" y="3922075"/>
              <a:ext cx="180000" cy="180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grpSp>
          <p:nvGrpSpPr>
            <p:cNvPr id="322" name="Group 321"/>
            <p:cNvGrpSpPr/>
            <p:nvPr/>
          </p:nvGrpSpPr>
          <p:grpSpPr>
            <a:xfrm>
              <a:off x="5802135" y="4830125"/>
              <a:ext cx="180000" cy="180000"/>
              <a:chOff x="7858741" y="3820267"/>
              <a:chExt cx="288000" cy="288000"/>
            </a:xfrm>
          </p:grpSpPr>
          <p:sp>
            <p:nvSpPr>
              <p:cNvPr id="323" name="Oval 22"/>
              <p:cNvSpPr>
                <a:spLocks noChangeArrowheads="1"/>
              </p:cNvSpPr>
              <p:nvPr/>
            </p:nvSpPr>
            <p:spPr bwMode="auto">
              <a:xfrm flipH="1">
                <a:off x="7858741" y="382026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24"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325" name="Group 324"/>
            <p:cNvGrpSpPr/>
            <p:nvPr/>
          </p:nvGrpSpPr>
          <p:grpSpPr>
            <a:xfrm>
              <a:off x="5802135" y="5285738"/>
              <a:ext cx="180000" cy="180000"/>
              <a:chOff x="7858741" y="3007459"/>
              <a:chExt cx="288000" cy="288000"/>
            </a:xfrm>
          </p:grpSpPr>
          <p:sp>
            <p:nvSpPr>
              <p:cNvPr id="326" name="Oval 25"/>
              <p:cNvSpPr>
                <a:spLocks noChangeArrowheads="1"/>
              </p:cNvSpPr>
              <p:nvPr/>
            </p:nvSpPr>
            <p:spPr bwMode="auto">
              <a:xfrm flipH="1">
                <a:off x="7858741" y="3007459"/>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27"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328" name="Group 327"/>
            <p:cNvGrpSpPr/>
            <p:nvPr/>
          </p:nvGrpSpPr>
          <p:grpSpPr>
            <a:xfrm>
              <a:off x="5802135" y="4376100"/>
              <a:ext cx="180000" cy="180000"/>
              <a:chOff x="7858741" y="4628297"/>
              <a:chExt cx="288000" cy="288000"/>
            </a:xfrm>
          </p:grpSpPr>
          <p:sp>
            <p:nvSpPr>
              <p:cNvPr id="329" name="Oval 28"/>
              <p:cNvSpPr>
                <a:spLocks noChangeArrowheads="1"/>
              </p:cNvSpPr>
              <p:nvPr/>
            </p:nvSpPr>
            <p:spPr bwMode="auto">
              <a:xfrm flipH="1">
                <a:off x="7858741" y="462829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30"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sp>
          <p:nvSpPr>
            <p:cNvPr id="331" name="Oval 19"/>
            <p:cNvSpPr>
              <a:spLocks noChangeArrowheads="1"/>
            </p:cNvSpPr>
            <p:nvPr/>
          </p:nvSpPr>
          <p:spPr bwMode="auto">
            <a:xfrm>
              <a:off x="5802135" y="3410438"/>
              <a:ext cx="180000" cy="180000"/>
            </a:xfrm>
            <a:prstGeom prst="ellipse">
              <a:avLst/>
            </a:prstGeom>
            <a:solidFill>
              <a:schemeClr val="accent3"/>
            </a:solidFill>
            <a:ln w="9525">
              <a:solidFill>
                <a:schemeClr val="accent3"/>
              </a:solidFill>
              <a:round/>
              <a:headEnd/>
              <a:tailEnd/>
            </a:ln>
          </p:spPr>
          <p:txBody>
            <a:bodyPr wrap="none" anchor="ctr"/>
            <a:lstStyle/>
            <a:p>
              <a:pPr algn="ctr">
                <a:defRPr/>
              </a:pPr>
              <a:endParaRPr lang="en-US" sz="1463" dirty="0"/>
            </a:p>
          </p:txBody>
        </p:sp>
        <p:sp>
          <p:nvSpPr>
            <p:cNvPr id="332" name="Oval 20"/>
            <p:cNvSpPr>
              <a:spLocks noChangeArrowheads="1"/>
            </p:cNvSpPr>
            <p:nvPr/>
          </p:nvSpPr>
          <p:spPr bwMode="auto">
            <a:xfrm>
              <a:off x="5802135" y="1591956"/>
              <a:ext cx="180000" cy="180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grpSp>
          <p:nvGrpSpPr>
            <p:cNvPr id="333" name="Group 332"/>
            <p:cNvGrpSpPr/>
            <p:nvPr/>
          </p:nvGrpSpPr>
          <p:grpSpPr>
            <a:xfrm>
              <a:off x="5802135" y="2500800"/>
              <a:ext cx="180000" cy="180000"/>
              <a:chOff x="7858741" y="3820267"/>
              <a:chExt cx="288000" cy="288000"/>
            </a:xfrm>
          </p:grpSpPr>
          <p:sp>
            <p:nvSpPr>
              <p:cNvPr id="334" name="Oval 22"/>
              <p:cNvSpPr>
                <a:spLocks noChangeArrowheads="1"/>
              </p:cNvSpPr>
              <p:nvPr/>
            </p:nvSpPr>
            <p:spPr bwMode="auto">
              <a:xfrm flipH="1">
                <a:off x="7858741" y="382026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35"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336" name="Group 335"/>
            <p:cNvGrpSpPr/>
            <p:nvPr/>
          </p:nvGrpSpPr>
          <p:grpSpPr>
            <a:xfrm>
              <a:off x="5802135" y="2955619"/>
              <a:ext cx="180000" cy="180000"/>
              <a:chOff x="7858741" y="3007459"/>
              <a:chExt cx="288000" cy="288000"/>
            </a:xfrm>
          </p:grpSpPr>
          <p:sp>
            <p:nvSpPr>
              <p:cNvPr id="337" name="Oval 25"/>
              <p:cNvSpPr>
                <a:spLocks noChangeArrowheads="1"/>
              </p:cNvSpPr>
              <p:nvPr/>
            </p:nvSpPr>
            <p:spPr bwMode="auto">
              <a:xfrm flipH="1">
                <a:off x="7858741" y="3007459"/>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38"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339" name="Group 338"/>
            <p:cNvGrpSpPr/>
            <p:nvPr/>
          </p:nvGrpSpPr>
          <p:grpSpPr>
            <a:xfrm>
              <a:off x="5802135" y="2046775"/>
              <a:ext cx="180000" cy="180000"/>
              <a:chOff x="7858741" y="4628297"/>
              <a:chExt cx="288000" cy="288000"/>
            </a:xfrm>
          </p:grpSpPr>
          <p:sp>
            <p:nvSpPr>
              <p:cNvPr id="340" name="Oval 28"/>
              <p:cNvSpPr>
                <a:spLocks noChangeArrowheads="1"/>
              </p:cNvSpPr>
              <p:nvPr/>
            </p:nvSpPr>
            <p:spPr bwMode="auto">
              <a:xfrm flipH="1">
                <a:off x="7858741" y="462829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41"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grpSp>
        <p:nvGrpSpPr>
          <p:cNvPr id="8" name="Group 7">
            <a:extLst>
              <a:ext uri="{FF2B5EF4-FFF2-40B4-BE49-F238E27FC236}">
                <a16:creationId xmlns:a16="http://schemas.microsoft.com/office/drawing/2014/main" id="{5DBA3BA5-3596-4475-B93E-D85B4F3ACB63}"/>
              </a:ext>
            </a:extLst>
          </p:cNvPr>
          <p:cNvGrpSpPr/>
          <p:nvPr/>
        </p:nvGrpSpPr>
        <p:grpSpPr>
          <a:xfrm>
            <a:off x="3430559" y="1892530"/>
            <a:ext cx="117000" cy="3487093"/>
            <a:chOff x="4869436" y="1609956"/>
            <a:chExt cx="144000" cy="4291807"/>
          </a:xfrm>
        </p:grpSpPr>
        <p:sp>
          <p:nvSpPr>
            <p:cNvPr id="342" name="Oval 19"/>
            <p:cNvSpPr>
              <a:spLocks noChangeArrowheads="1"/>
            </p:cNvSpPr>
            <p:nvPr/>
          </p:nvSpPr>
          <p:spPr bwMode="auto">
            <a:xfrm>
              <a:off x="4869436" y="5757763"/>
              <a:ext cx="144000" cy="144000"/>
            </a:xfrm>
            <a:prstGeom prst="ellipse">
              <a:avLst/>
            </a:prstGeom>
            <a:solidFill>
              <a:schemeClr val="tx2"/>
            </a:solidFill>
            <a:ln w="9525">
              <a:solidFill>
                <a:schemeClr val="tx2"/>
              </a:solidFill>
              <a:round/>
              <a:headEnd/>
              <a:tailEnd/>
            </a:ln>
          </p:spPr>
          <p:txBody>
            <a:bodyPr wrap="none" anchor="ctr"/>
            <a:lstStyle/>
            <a:p>
              <a:pPr algn="ctr">
                <a:defRPr/>
              </a:pPr>
              <a:endParaRPr lang="en-US" sz="1463" dirty="0"/>
            </a:p>
          </p:txBody>
        </p:sp>
        <p:sp>
          <p:nvSpPr>
            <p:cNvPr id="343" name="Oval 20"/>
            <p:cNvSpPr>
              <a:spLocks noChangeArrowheads="1"/>
            </p:cNvSpPr>
            <p:nvPr/>
          </p:nvSpPr>
          <p:spPr bwMode="auto">
            <a:xfrm>
              <a:off x="4869436" y="3940075"/>
              <a:ext cx="144000" cy="144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grpSp>
          <p:nvGrpSpPr>
            <p:cNvPr id="344" name="Group 343"/>
            <p:cNvGrpSpPr/>
            <p:nvPr/>
          </p:nvGrpSpPr>
          <p:grpSpPr>
            <a:xfrm>
              <a:off x="4869436" y="4848125"/>
              <a:ext cx="144000" cy="144000"/>
              <a:chOff x="7858741" y="3820267"/>
              <a:chExt cx="288000" cy="288000"/>
            </a:xfrm>
          </p:grpSpPr>
          <p:sp>
            <p:nvSpPr>
              <p:cNvPr id="345" name="Oval 22"/>
              <p:cNvSpPr>
                <a:spLocks noChangeArrowheads="1"/>
              </p:cNvSpPr>
              <p:nvPr/>
            </p:nvSpPr>
            <p:spPr bwMode="auto">
              <a:xfrm flipH="1">
                <a:off x="7858741" y="382026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46"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347" name="Group 346"/>
            <p:cNvGrpSpPr/>
            <p:nvPr/>
          </p:nvGrpSpPr>
          <p:grpSpPr>
            <a:xfrm>
              <a:off x="4869436" y="5303738"/>
              <a:ext cx="144000" cy="144000"/>
              <a:chOff x="7858741" y="3007459"/>
              <a:chExt cx="288000" cy="288000"/>
            </a:xfrm>
          </p:grpSpPr>
          <p:sp>
            <p:nvSpPr>
              <p:cNvPr id="348" name="Oval 25"/>
              <p:cNvSpPr>
                <a:spLocks noChangeArrowheads="1"/>
              </p:cNvSpPr>
              <p:nvPr/>
            </p:nvSpPr>
            <p:spPr bwMode="auto">
              <a:xfrm flipH="1">
                <a:off x="7858741" y="3007459"/>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49"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350" name="Group 349"/>
            <p:cNvGrpSpPr/>
            <p:nvPr/>
          </p:nvGrpSpPr>
          <p:grpSpPr>
            <a:xfrm>
              <a:off x="4869436" y="4394100"/>
              <a:ext cx="144000" cy="144000"/>
              <a:chOff x="7858741" y="4628297"/>
              <a:chExt cx="288000" cy="288000"/>
            </a:xfrm>
          </p:grpSpPr>
          <p:sp>
            <p:nvSpPr>
              <p:cNvPr id="351" name="Oval 28"/>
              <p:cNvSpPr>
                <a:spLocks noChangeArrowheads="1"/>
              </p:cNvSpPr>
              <p:nvPr/>
            </p:nvSpPr>
            <p:spPr bwMode="auto">
              <a:xfrm flipH="1">
                <a:off x="7858741" y="462829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52"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sp>
          <p:nvSpPr>
            <p:cNvPr id="353" name="Oval 19"/>
            <p:cNvSpPr>
              <a:spLocks noChangeArrowheads="1"/>
            </p:cNvSpPr>
            <p:nvPr/>
          </p:nvSpPr>
          <p:spPr bwMode="auto">
            <a:xfrm>
              <a:off x="4869436" y="3428438"/>
              <a:ext cx="144000" cy="144000"/>
            </a:xfrm>
            <a:prstGeom prst="ellipse">
              <a:avLst/>
            </a:prstGeom>
            <a:solidFill>
              <a:schemeClr val="accent3"/>
            </a:solidFill>
            <a:ln w="9525">
              <a:solidFill>
                <a:schemeClr val="accent3"/>
              </a:solidFill>
              <a:round/>
              <a:headEnd/>
              <a:tailEnd/>
            </a:ln>
          </p:spPr>
          <p:txBody>
            <a:bodyPr wrap="none" anchor="ctr"/>
            <a:lstStyle/>
            <a:p>
              <a:pPr algn="ctr">
                <a:defRPr/>
              </a:pPr>
              <a:endParaRPr lang="en-US" sz="1463" dirty="0"/>
            </a:p>
          </p:txBody>
        </p:sp>
        <p:sp>
          <p:nvSpPr>
            <p:cNvPr id="354" name="Oval 20"/>
            <p:cNvSpPr>
              <a:spLocks noChangeArrowheads="1"/>
            </p:cNvSpPr>
            <p:nvPr/>
          </p:nvSpPr>
          <p:spPr bwMode="auto">
            <a:xfrm>
              <a:off x="4869436" y="1609956"/>
              <a:ext cx="144000" cy="144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grpSp>
          <p:nvGrpSpPr>
            <p:cNvPr id="355" name="Group 354"/>
            <p:cNvGrpSpPr/>
            <p:nvPr/>
          </p:nvGrpSpPr>
          <p:grpSpPr>
            <a:xfrm>
              <a:off x="4869436" y="2518800"/>
              <a:ext cx="144000" cy="144000"/>
              <a:chOff x="7858741" y="3820267"/>
              <a:chExt cx="288000" cy="288000"/>
            </a:xfrm>
          </p:grpSpPr>
          <p:sp>
            <p:nvSpPr>
              <p:cNvPr id="356" name="Oval 22"/>
              <p:cNvSpPr>
                <a:spLocks noChangeArrowheads="1"/>
              </p:cNvSpPr>
              <p:nvPr/>
            </p:nvSpPr>
            <p:spPr bwMode="auto">
              <a:xfrm flipH="1">
                <a:off x="7858741" y="382026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57"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358" name="Group 357"/>
            <p:cNvGrpSpPr/>
            <p:nvPr/>
          </p:nvGrpSpPr>
          <p:grpSpPr>
            <a:xfrm>
              <a:off x="4869436" y="2973619"/>
              <a:ext cx="144000" cy="144000"/>
              <a:chOff x="7858741" y="3007459"/>
              <a:chExt cx="288000" cy="288000"/>
            </a:xfrm>
          </p:grpSpPr>
          <p:sp>
            <p:nvSpPr>
              <p:cNvPr id="359" name="Oval 25"/>
              <p:cNvSpPr>
                <a:spLocks noChangeArrowheads="1"/>
              </p:cNvSpPr>
              <p:nvPr/>
            </p:nvSpPr>
            <p:spPr bwMode="auto">
              <a:xfrm flipH="1">
                <a:off x="7858741" y="3007459"/>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60"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361" name="Group 360"/>
            <p:cNvGrpSpPr/>
            <p:nvPr/>
          </p:nvGrpSpPr>
          <p:grpSpPr>
            <a:xfrm>
              <a:off x="4869436" y="2064775"/>
              <a:ext cx="144000" cy="144000"/>
              <a:chOff x="7858741" y="4628297"/>
              <a:chExt cx="288000" cy="288000"/>
            </a:xfrm>
          </p:grpSpPr>
          <p:sp>
            <p:nvSpPr>
              <p:cNvPr id="362" name="Oval 28"/>
              <p:cNvSpPr>
                <a:spLocks noChangeArrowheads="1"/>
              </p:cNvSpPr>
              <p:nvPr/>
            </p:nvSpPr>
            <p:spPr bwMode="auto">
              <a:xfrm flipH="1">
                <a:off x="7858741" y="462829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63"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grpSp>
        <p:nvGrpSpPr>
          <p:cNvPr id="9" name="Group 8">
            <a:extLst>
              <a:ext uri="{FF2B5EF4-FFF2-40B4-BE49-F238E27FC236}">
                <a16:creationId xmlns:a16="http://schemas.microsoft.com/office/drawing/2014/main" id="{CF91C5AD-7652-465C-B9B0-4A622DE8A712}"/>
              </a:ext>
            </a:extLst>
          </p:cNvPr>
          <p:cNvGrpSpPr/>
          <p:nvPr/>
        </p:nvGrpSpPr>
        <p:grpSpPr>
          <a:xfrm>
            <a:off x="2319270" y="1892530"/>
            <a:ext cx="87750" cy="3457843"/>
            <a:chOff x="3974580" y="1627956"/>
            <a:chExt cx="108000" cy="4255807"/>
          </a:xfrm>
        </p:grpSpPr>
        <p:sp>
          <p:nvSpPr>
            <p:cNvPr id="364" name="Oval 19"/>
            <p:cNvSpPr>
              <a:spLocks noChangeArrowheads="1"/>
            </p:cNvSpPr>
            <p:nvPr/>
          </p:nvSpPr>
          <p:spPr bwMode="auto">
            <a:xfrm>
              <a:off x="3974580" y="5775763"/>
              <a:ext cx="108000" cy="108000"/>
            </a:xfrm>
            <a:prstGeom prst="ellipse">
              <a:avLst/>
            </a:prstGeom>
            <a:solidFill>
              <a:schemeClr val="tx2"/>
            </a:solidFill>
            <a:ln w="9525">
              <a:solidFill>
                <a:schemeClr val="tx2"/>
              </a:solidFill>
              <a:round/>
              <a:headEnd/>
              <a:tailEnd/>
            </a:ln>
          </p:spPr>
          <p:txBody>
            <a:bodyPr wrap="none" anchor="ctr"/>
            <a:lstStyle/>
            <a:p>
              <a:pPr algn="ctr">
                <a:defRPr/>
              </a:pPr>
              <a:endParaRPr lang="en-US" sz="1463" dirty="0"/>
            </a:p>
          </p:txBody>
        </p:sp>
        <p:sp>
          <p:nvSpPr>
            <p:cNvPr id="365" name="Oval 20"/>
            <p:cNvSpPr>
              <a:spLocks noChangeArrowheads="1"/>
            </p:cNvSpPr>
            <p:nvPr/>
          </p:nvSpPr>
          <p:spPr bwMode="auto">
            <a:xfrm>
              <a:off x="3974580" y="3958075"/>
              <a:ext cx="108000" cy="10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grpSp>
          <p:nvGrpSpPr>
            <p:cNvPr id="366" name="Group 365"/>
            <p:cNvGrpSpPr/>
            <p:nvPr/>
          </p:nvGrpSpPr>
          <p:grpSpPr>
            <a:xfrm>
              <a:off x="3974580" y="4866125"/>
              <a:ext cx="108000" cy="108000"/>
              <a:chOff x="7858741" y="3820267"/>
              <a:chExt cx="288000" cy="288000"/>
            </a:xfrm>
          </p:grpSpPr>
          <p:sp>
            <p:nvSpPr>
              <p:cNvPr id="367" name="Oval 22"/>
              <p:cNvSpPr>
                <a:spLocks noChangeArrowheads="1"/>
              </p:cNvSpPr>
              <p:nvPr/>
            </p:nvSpPr>
            <p:spPr bwMode="auto">
              <a:xfrm flipH="1">
                <a:off x="7858741" y="382026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68"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369" name="Group 368"/>
            <p:cNvGrpSpPr/>
            <p:nvPr/>
          </p:nvGrpSpPr>
          <p:grpSpPr>
            <a:xfrm>
              <a:off x="3974580" y="5321738"/>
              <a:ext cx="108000" cy="108000"/>
              <a:chOff x="7858741" y="3007459"/>
              <a:chExt cx="288000" cy="288000"/>
            </a:xfrm>
          </p:grpSpPr>
          <p:sp>
            <p:nvSpPr>
              <p:cNvPr id="370" name="Oval 25"/>
              <p:cNvSpPr>
                <a:spLocks noChangeArrowheads="1"/>
              </p:cNvSpPr>
              <p:nvPr/>
            </p:nvSpPr>
            <p:spPr bwMode="auto">
              <a:xfrm flipH="1">
                <a:off x="7858741" y="3007459"/>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71"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grpSp>
          <p:nvGrpSpPr>
            <p:cNvPr id="372" name="Group 371"/>
            <p:cNvGrpSpPr/>
            <p:nvPr/>
          </p:nvGrpSpPr>
          <p:grpSpPr>
            <a:xfrm>
              <a:off x="3974580" y="4412100"/>
              <a:ext cx="108000" cy="108000"/>
              <a:chOff x="7858741" y="4628297"/>
              <a:chExt cx="288000" cy="288000"/>
            </a:xfrm>
          </p:grpSpPr>
          <p:sp>
            <p:nvSpPr>
              <p:cNvPr id="373" name="Oval 28"/>
              <p:cNvSpPr>
                <a:spLocks noChangeArrowheads="1"/>
              </p:cNvSpPr>
              <p:nvPr/>
            </p:nvSpPr>
            <p:spPr bwMode="auto">
              <a:xfrm flipH="1">
                <a:off x="7858741" y="4628297"/>
                <a:ext cx="288000" cy="288000"/>
              </a:xfrm>
              <a:prstGeom prst="ellipse">
                <a:avLst/>
              </a:prstGeom>
              <a:solidFill>
                <a:schemeClr val="bg1"/>
              </a:solidFill>
              <a:ln w="9525">
                <a:solidFill>
                  <a:schemeClr val="tx2"/>
                </a:solidFill>
                <a:round/>
                <a:headEnd/>
                <a:tailEnd/>
              </a:ln>
            </p:spPr>
            <p:txBody>
              <a:bodyPr wrap="none" anchor="ctr"/>
              <a:lstStyle/>
              <a:p>
                <a:pPr algn="ctr">
                  <a:defRPr/>
                </a:pPr>
                <a:endParaRPr lang="en-US" sz="1463" dirty="0"/>
              </a:p>
            </p:txBody>
          </p:sp>
          <p:sp>
            <p:nvSpPr>
              <p:cNvPr id="374"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tx2"/>
              </a:solidFill>
              <a:ln w="9525" cap="rnd">
                <a:solidFill>
                  <a:schemeClr val="tx2"/>
                </a:solidFill>
                <a:round/>
                <a:headEnd/>
                <a:tailEnd/>
              </a:ln>
            </p:spPr>
            <p:txBody>
              <a:bodyPr wrap="none" anchor="ctr"/>
              <a:lstStyle/>
              <a:p>
                <a:pPr algn="ctr">
                  <a:defRPr/>
                </a:pPr>
                <a:endParaRPr lang="en-US" sz="1463" dirty="0"/>
              </a:p>
            </p:txBody>
          </p:sp>
        </p:grpSp>
        <p:sp>
          <p:nvSpPr>
            <p:cNvPr id="375" name="Oval 19"/>
            <p:cNvSpPr>
              <a:spLocks noChangeArrowheads="1"/>
            </p:cNvSpPr>
            <p:nvPr/>
          </p:nvSpPr>
          <p:spPr bwMode="auto">
            <a:xfrm>
              <a:off x="3974580" y="3446438"/>
              <a:ext cx="108000" cy="108000"/>
            </a:xfrm>
            <a:prstGeom prst="ellipse">
              <a:avLst/>
            </a:prstGeom>
            <a:solidFill>
              <a:schemeClr val="accent3"/>
            </a:solidFill>
            <a:ln w="9525">
              <a:solidFill>
                <a:schemeClr val="accent3"/>
              </a:solidFill>
              <a:round/>
              <a:headEnd/>
              <a:tailEnd/>
            </a:ln>
          </p:spPr>
          <p:txBody>
            <a:bodyPr wrap="none" anchor="ctr"/>
            <a:lstStyle/>
            <a:p>
              <a:pPr algn="ctr">
                <a:defRPr/>
              </a:pPr>
              <a:endParaRPr lang="en-US" sz="1463" dirty="0"/>
            </a:p>
          </p:txBody>
        </p:sp>
        <p:sp>
          <p:nvSpPr>
            <p:cNvPr id="376" name="Oval 20"/>
            <p:cNvSpPr>
              <a:spLocks noChangeArrowheads="1"/>
            </p:cNvSpPr>
            <p:nvPr/>
          </p:nvSpPr>
          <p:spPr bwMode="auto">
            <a:xfrm>
              <a:off x="3974580" y="1627956"/>
              <a:ext cx="108000" cy="10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grpSp>
          <p:nvGrpSpPr>
            <p:cNvPr id="377" name="Group 376"/>
            <p:cNvGrpSpPr/>
            <p:nvPr/>
          </p:nvGrpSpPr>
          <p:grpSpPr>
            <a:xfrm>
              <a:off x="3974580" y="2536800"/>
              <a:ext cx="108000" cy="108000"/>
              <a:chOff x="7858741" y="3820267"/>
              <a:chExt cx="288000" cy="288000"/>
            </a:xfrm>
          </p:grpSpPr>
          <p:sp>
            <p:nvSpPr>
              <p:cNvPr id="378" name="Oval 22"/>
              <p:cNvSpPr>
                <a:spLocks noChangeArrowheads="1"/>
              </p:cNvSpPr>
              <p:nvPr/>
            </p:nvSpPr>
            <p:spPr bwMode="auto">
              <a:xfrm flipH="1">
                <a:off x="7858741" y="382026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79" name="Arc 23"/>
              <p:cNvSpPr>
                <a:spLocks/>
              </p:cNvSpPr>
              <p:nvPr/>
            </p:nvSpPr>
            <p:spPr bwMode="auto">
              <a:xfrm flipH="1">
                <a:off x="8002741" y="3820268"/>
                <a:ext cx="144000" cy="286515"/>
              </a:xfrm>
              <a:custGeom>
                <a:avLst/>
                <a:gdLst>
                  <a:gd name="T0" fmla="*/ 0 w 21600"/>
                  <a:gd name="T1" fmla="*/ 0 h 43198"/>
                  <a:gd name="T2" fmla="*/ 0 w 21600"/>
                  <a:gd name="T3" fmla="*/ 0 h 43198"/>
                  <a:gd name="T4" fmla="*/ 0 w 21600"/>
                  <a:gd name="T5" fmla="*/ 0 h 43198"/>
                  <a:gd name="T6" fmla="*/ 0 60000 65536"/>
                  <a:gd name="T7" fmla="*/ 0 60000 65536"/>
                  <a:gd name="T8" fmla="*/ 0 60000 65536"/>
                  <a:gd name="T9" fmla="*/ 0 w 21600"/>
                  <a:gd name="T10" fmla="*/ 0 h 43198"/>
                  <a:gd name="T11" fmla="*/ 21600 w 21600"/>
                  <a:gd name="T12" fmla="*/ 43198 h 43198"/>
                </a:gdLst>
                <a:ahLst/>
                <a:cxnLst>
                  <a:cxn ang="T6">
                    <a:pos x="T0" y="T1"/>
                  </a:cxn>
                  <a:cxn ang="T7">
                    <a:pos x="T2" y="T3"/>
                  </a:cxn>
                  <a:cxn ang="T8">
                    <a:pos x="T4" y="T5"/>
                  </a:cxn>
                </a:cxnLst>
                <a:rect l="T9" t="T10" r="T11" b="T12"/>
                <a:pathLst>
                  <a:path w="21600" h="43198" fill="none" extrusionOk="0">
                    <a:moveTo>
                      <a:pt x="21600" y="43198"/>
                    </a:moveTo>
                    <a:cubicBezTo>
                      <a:pt x="9670" y="43198"/>
                      <a:pt x="0" y="33527"/>
                      <a:pt x="0" y="21598"/>
                    </a:cubicBezTo>
                    <a:cubicBezTo>
                      <a:pt x="-1" y="9771"/>
                      <a:pt x="9511" y="143"/>
                      <a:pt x="21336" y="-1"/>
                    </a:cubicBezTo>
                  </a:path>
                  <a:path w="21600" h="43198" stroke="0" extrusionOk="0">
                    <a:moveTo>
                      <a:pt x="21600" y="43198"/>
                    </a:move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380" name="Group 379"/>
            <p:cNvGrpSpPr/>
            <p:nvPr/>
          </p:nvGrpSpPr>
          <p:grpSpPr>
            <a:xfrm>
              <a:off x="3974580" y="2991619"/>
              <a:ext cx="108000" cy="108000"/>
              <a:chOff x="7858741" y="3007459"/>
              <a:chExt cx="288000" cy="288000"/>
            </a:xfrm>
          </p:grpSpPr>
          <p:sp>
            <p:nvSpPr>
              <p:cNvPr id="381" name="Oval 25"/>
              <p:cNvSpPr>
                <a:spLocks noChangeArrowheads="1"/>
              </p:cNvSpPr>
              <p:nvPr/>
            </p:nvSpPr>
            <p:spPr bwMode="auto">
              <a:xfrm flipH="1">
                <a:off x="7858741" y="3007459"/>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82" name="Arc 26"/>
              <p:cNvSpPr>
                <a:spLocks/>
              </p:cNvSpPr>
              <p:nvPr/>
            </p:nvSpPr>
            <p:spPr bwMode="auto">
              <a:xfrm flipH="1">
                <a:off x="7858741" y="3007459"/>
                <a:ext cx="288000" cy="288000"/>
              </a:xfrm>
              <a:custGeom>
                <a:avLst/>
                <a:gdLst>
                  <a:gd name="T0" fmla="*/ 0 w 43200"/>
                  <a:gd name="T1" fmla="*/ 0 h 43198"/>
                  <a:gd name="T2" fmla="*/ 0 w 43200"/>
                  <a:gd name="T3" fmla="*/ 0 h 43198"/>
                  <a:gd name="T4" fmla="*/ 0 w 43200"/>
                  <a:gd name="T5" fmla="*/ 0 h 43198"/>
                  <a:gd name="T6" fmla="*/ 0 60000 65536"/>
                  <a:gd name="T7" fmla="*/ 0 60000 65536"/>
                  <a:gd name="T8" fmla="*/ 0 60000 65536"/>
                  <a:gd name="T9" fmla="*/ 0 w 43200"/>
                  <a:gd name="T10" fmla="*/ 0 h 43198"/>
                  <a:gd name="T11" fmla="*/ 43200 w 43200"/>
                  <a:gd name="T12" fmla="*/ 43198 h 43198"/>
                </a:gdLst>
                <a:ahLst/>
                <a:cxnLst>
                  <a:cxn ang="T6">
                    <a:pos x="T0" y="T1"/>
                  </a:cxn>
                  <a:cxn ang="T7">
                    <a:pos x="T2" y="T3"/>
                  </a:cxn>
                  <a:cxn ang="T8">
                    <a:pos x="T4" y="T5"/>
                  </a:cxn>
                </a:cxnLst>
                <a:rect l="T9" t="T10" r="T11" b="T12"/>
                <a:pathLst>
                  <a:path w="43200" h="43198" fill="none"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path>
                  <a:path w="43200" h="43198" stroke="0" extrusionOk="0">
                    <a:moveTo>
                      <a:pt x="43194" y="21130"/>
                    </a:moveTo>
                    <a:cubicBezTo>
                      <a:pt x="43198" y="21285"/>
                      <a:pt x="43200" y="21441"/>
                      <a:pt x="43200" y="21598"/>
                    </a:cubicBezTo>
                    <a:cubicBezTo>
                      <a:pt x="43200" y="33527"/>
                      <a:pt x="33529" y="43198"/>
                      <a:pt x="21600" y="43198"/>
                    </a:cubicBezTo>
                    <a:cubicBezTo>
                      <a:pt x="9670" y="43198"/>
                      <a:pt x="0" y="33527"/>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nvGrpSpPr>
            <p:cNvPr id="383" name="Group 382"/>
            <p:cNvGrpSpPr/>
            <p:nvPr/>
          </p:nvGrpSpPr>
          <p:grpSpPr>
            <a:xfrm>
              <a:off x="3974580" y="2082775"/>
              <a:ext cx="108000" cy="108000"/>
              <a:chOff x="7858741" y="4628297"/>
              <a:chExt cx="288000" cy="288000"/>
            </a:xfrm>
          </p:grpSpPr>
          <p:sp>
            <p:nvSpPr>
              <p:cNvPr id="384" name="Oval 28"/>
              <p:cNvSpPr>
                <a:spLocks noChangeArrowheads="1"/>
              </p:cNvSpPr>
              <p:nvPr/>
            </p:nvSpPr>
            <p:spPr bwMode="auto">
              <a:xfrm flipH="1">
                <a:off x="7858741" y="4628297"/>
                <a:ext cx="288000" cy="288000"/>
              </a:xfrm>
              <a:prstGeom prst="ellipse">
                <a:avLst/>
              </a:prstGeom>
              <a:solidFill>
                <a:schemeClr val="bg1"/>
              </a:solidFill>
              <a:ln w="9525">
                <a:solidFill>
                  <a:schemeClr val="accent3"/>
                </a:solidFill>
                <a:round/>
                <a:headEnd/>
                <a:tailEnd/>
              </a:ln>
            </p:spPr>
            <p:txBody>
              <a:bodyPr wrap="none" anchor="ctr"/>
              <a:lstStyle/>
              <a:p>
                <a:pPr algn="ctr">
                  <a:defRPr/>
                </a:pPr>
                <a:endParaRPr lang="en-US" sz="1463" dirty="0"/>
              </a:p>
            </p:txBody>
          </p:sp>
          <p:sp>
            <p:nvSpPr>
              <p:cNvPr id="385" name="Arc 29"/>
              <p:cNvSpPr>
                <a:spLocks/>
              </p:cNvSpPr>
              <p:nvPr/>
            </p:nvSpPr>
            <p:spPr bwMode="auto">
              <a:xfrm flipH="1">
                <a:off x="8002741" y="4628298"/>
                <a:ext cx="144000" cy="144000"/>
              </a:xfrm>
              <a:custGeom>
                <a:avLst/>
                <a:gdLst>
                  <a:gd name="T0" fmla="*/ 0 w 21600"/>
                  <a:gd name="T1" fmla="*/ 0 h 22083"/>
                  <a:gd name="T2" fmla="*/ 0 w 21600"/>
                  <a:gd name="T3" fmla="*/ 0 h 22083"/>
                  <a:gd name="T4" fmla="*/ 0 w 21600"/>
                  <a:gd name="T5" fmla="*/ 0 h 22083"/>
                  <a:gd name="T6" fmla="*/ 0 60000 65536"/>
                  <a:gd name="T7" fmla="*/ 0 60000 65536"/>
                  <a:gd name="T8" fmla="*/ 0 60000 65536"/>
                  <a:gd name="T9" fmla="*/ 0 w 21600"/>
                  <a:gd name="T10" fmla="*/ 0 h 22083"/>
                  <a:gd name="T11" fmla="*/ 21600 w 21600"/>
                  <a:gd name="T12" fmla="*/ 22083 h 22083"/>
                </a:gdLst>
                <a:ahLst/>
                <a:cxnLst>
                  <a:cxn ang="T6">
                    <a:pos x="T0" y="T1"/>
                  </a:cxn>
                  <a:cxn ang="T7">
                    <a:pos x="T2" y="T3"/>
                  </a:cxn>
                  <a:cxn ang="T8">
                    <a:pos x="T4" y="T5"/>
                  </a:cxn>
                </a:cxnLst>
                <a:rect l="T9" t="T10" r="T11" b="T12"/>
                <a:pathLst>
                  <a:path w="21600" h="22083" fill="none" extrusionOk="0">
                    <a:moveTo>
                      <a:pt x="5" y="22082"/>
                    </a:moveTo>
                    <a:cubicBezTo>
                      <a:pt x="1" y="21921"/>
                      <a:pt x="0" y="21759"/>
                      <a:pt x="0" y="21598"/>
                    </a:cubicBezTo>
                    <a:cubicBezTo>
                      <a:pt x="-1" y="9771"/>
                      <a:pt x="9511" y="143"/>
                      <a:pt x="21336" y="-1"/>
                    </a:cubicBezTo>
                  </a:path>
                  <a:path w="21600" h="22083" stroke="0" extrusionOk="0">
                    <a:moveTo>
                      <a:pt x="5" y="22082"/>
                    </a:moveTo>
                    <a:cubicBezTo>
                      <a:pt x="1" y="21921"/>
                      <a:pt x="0" y="21759"/>
                      <a:pt x="0" y="21598"/>
                    </a:cubicBezTo>
                    <a:cubicBezTo>
                      <a:pt x="-1" y="9771"/>
                      <a:pt x="9511" y="143"/>
                      <a:pt x="21336" y="-1"/>
                    </a:cubicBezTo>
                    <a:lnTo>
                      <a:pt x="21600" y="21598"/>
                    </a:lnTo>
                    <a:close/>
                  </a:path>
                </a:pathLst>
              </a:custGeom>
              <a:solidFill>
                <a:schemeClr val="accent3"/>
              </a:solidFill>
              <a:ln w="9525" cap="rnd">
                <a:solidFill>
                  <a:schemeClr val="accent3"/>
                </a:solidFill>
                <a:round/>
                <a:headEnd/>
                <a:tailEnd/>
              </a:ln>
            </p:spPr>
            <p:txBody>
              <a:bodyPr wrap="none" anchor="ctr"/>
              <a:lstStyle/>
              <a:p>
                <a:pPr algn="ctr">
                  <a:defRPr/>
                </a:pPr>
                <a:endParaRPr lang="en-US" sz="1463" dirty="0"/>
              </a:p>
            </p:txBody>
          </p:sp>
        </p:grpSp>
      </p:grpSp>
    </p:spTree>
    <p:extLst>
      <p:ext uri="{BB962C8B-B14F-4D97-AF65-F5344CB8AC3E}">
        <p14:creationId xmlns:p14="http://schemas.microsoft.com/office/powerpoint/2010/main" val="3014620660"/>
      </p:ext>
    </p:extLst>
  </p:cSld>
  <p:clrMapOvr>
    <a:masterClrMapping/>
  </p:clrMapOvr>
  <p:transition>
    <p:fade/>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Subtitle runs here</a:t>
            </a:r>
            <a:endParaRPr lang="en-US" dirty="0"/>
          </a:p>
        </p:txBody>
      </p:sp>
      <p:sp>
        <p:nvSpPr>
          <p:cNvPr id="795649" name="Title 1"/>
          <p:cNvSpPr>
            <a:spLocks noGrp="1"/>
          </p:cNvSpPr>
          <p:nvPr>
            <p:ph type="title"/>
          </p:nvPr>
        </p:nvSpPr>
        <p:spPr/>
        <p:txBody>
          <a:bodyPr/>
          <a:lstStyle/>
          <a:p>
            <a:r>
              <a:rPr lang="en-US" altLang="ja-JP" dirty="0"/>
              <a:t>Table with traffic lights</a:t>
            </a:r>
            <a:endParaRPr lang="en-US" dirty="0"/>
          </a:p>
        </p:txBody>
      </p:sp>
      <p:sp>
        <p:nvSpPr>
          <p:cNvPr id="4" name="Text Placeholder 3">
            <a:extLst>
              <a:ext uri="{FF2B5EF4-FFF2-40B4-BE49-F238E27FC236}">
                <a16:creationId xmlns:a16="http://schemas.microsoft.com/office/drawing/2014/main" id="{858682C2-0F9C-4549-B8AE-3F00305AC731}"/>
              </a:ext>
            </a:extLst>
          </p:cNvPr>
          <p:cNvSpPr>
            <a:spLocks noGrp="1"/>
          </p:cNvSpPr>
          <p:nvPr>
            <p:ph idx="1"/>
          </p:nvPr>
        </p:nvSpPr>
        <p:spPr/>
        <p:txBody>
          <a:bodyPr/>
          <a:lstStyle/>
          <a:p>
            <a:r>
              <a:rPr lang="en-US" dirty="0"/>
              <a:t>Table title</a:t>
            </a:r>
          </a:p>
        </p:txBody>
      </p:sp>
      <p:graphicFrame>
        <p:nvGraphicFramePr>
          <p:cNvPr id="42" name="Group 8"/>
          <p:cNvGraphicFramePr>
            <a:graphicFrameLocks noGrp="1"/>
          </p:cNvGraphicFramePr>
          <p:nvPr>
            <p:extLst>
              <p:ext uri="{D42A27DB-BD31-4B8C-83A1-F6EECF244321}">
                <p14:modId xmlns:p14="http://schemas.microsoft.com/office/powerpoint/2010/main" val="48465924"/>
              </p:ext>
            </p:extLst>
          </p:nvPr>
        </p:nvGraphicFramePr>
        <p:xfrm>
          <a:off x="377953" y="2276929"/>
          <a:ext cx="9147047" cy="2910558"/>
        </p:xfrm>
        <a:graphic>
          <a:graphicData uri="http://schemas.openxmlformats.org/drawingml/2006/table">
            <a:tbl>
              <a:tblPr/>
              <a:tblGrid>
                <a:gridCol w="1745099">
                  <a:extLst>
                    <a:ext uri="{9D8B030D-6E8A-4147-A177-3AD203B41FA5}">
                      <a16:colId xmlns:a16="http://schemas.microsoft.com/office/drawing/2014/main" val="20000"/>
                    </a:ext>
                  </a:extLst>
                </a:gridCol>
                <a:gridCol w="1233658">
                  <a:extLst>
                    <a:ext uri="{9D8B030D-6E8A-4147-A177-3AD203B41FA5}">
                      <a16:colId xmlns:a16="http://schemas.microsoft.com/office/drawing/2014/main" val="20001"/>
                    </a:ext>
                  </a:extLst>
                </a:gridCol>
                <a:gridCol w="1233658">
                  <a:extLst>
                    <a:ext uri="{9D8B030D-6E8A-4147-A177-3AD203B41FA5}">
                      <a16:colId xmlns:a16="http://schemas.microsoft.com/office/drawing/2014/main" val="20002"/>
                    </a:ext>
                  </a:extLst>
                </a:gridCol>
                <a:gridCol w="1233658">
                  <a:extLst>
                    <a:ext uri="{9D8B030D-6E8A-4147-A177-3AD203B41FA5}">
                      <a16:colId xmlns:a16="http://schemas.microsoft.com/office/drawing/2014/main" val="20003"/>
                    </a:ext>
                  </a:extLst>
                </a:gridCol>
                <a:gridCol w="1233658">
                  <a:extLst>
                    <a:ext uri="{9D8B030D-6E8A-4147-A177-3AD203B41FA5}">
                      <a16:colId xmlns:a16="http://schemas.microsoft.com/office/drawing/2014/main" val="20004"/>
                    </a:ext>
                  </a:extLst>
                </a:gridCol>
                <a:gridCol w="1233658">
                  <a:extLst>
                    <a:ext uri="{9D8B030D-6E8A-4147-A177-3AD203B41FA5}">
                      <a16:colId xmlns:a16="http://schemas.microsoft.com/office/drawing/2014/main" val="20005"/>
                    </a:ext>
                  </a:extLst>
                </a:gridCol>
                <a:gridCol w="1233658">
                  <a:extLst>
                    <a:ext uri="{9D8B030D-6E8A-4147-A177-3AD203B41FA5}">
                      <a16:colId xmlns:a16="http://schemas.microsoft.com/office/drawing/2014/main" val="20006"/>
                    </a:ext>
                  </a:extLst>
                </a:gridCol>
              </a:tblGrid>
              <a:tr h="334328">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cap="flat">
                      <a:noFill/>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0"/>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43" name="Oval 19"/>
          <p:cNvSpPr>
            <a:spLocks noChangeArrowheads="1"/>
          </p:cNvSpPr>
          <p:nvPr/>
        </p:nvSpPr>
        <p:spPr bwMode="auto">
          <a:xfrm>
            <a:off x="8780545" y="2746177"/>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sp>
        <p:nvSpPr>
          <p:cNvPr id="54" name="Oval 53"/>
          <p:cNvSpPr>
            <a:spLocks noChangeArrowheads="1"/>
          </p:cNvSpPr>
          <p:nvPr/>
        </p:nvSpPr>
        <p:spPr bwMode="auto">
          <a:xfrm>
            <a:off x="6321378" y="2746177"/>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sp>
        <p:nvSpPr>
          <p:cNvPr id="65" name="Oval 64"/>
          <p:cNvSpPr>
            <a:spLocks noChangeArrowheads="1"/>
          </p:cNvSpPr>
          <p:nvPr/>
        </p:nvSpPr>
        <p:spPr bwMode="auto">
          <a:xfrm>
            <a:off x="5069549" y="2746177"/>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sp>
        <p:nvSpPr>
          <p:cNvPr id="76" name="Oval 75"/>
          <p:cNvSpPr>
            <a:spLocks noChangeArrowheads="1"/>
          </p:cNvSpPr>
          <p:nvPr/>
        </p:nvSpPr>
        <p:spPr bwMode="auto">
          <a:xfrm>
            <a:off x="3853311" y="2746177"/>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sp>
        <p:nvSpPr>
          <p:cNvPr id="87" name="Oval 86"/>
          <p:cNvSpPr>
            <a:spLocks noChangeArrowheads="1"/>
          </p:cNvSpPr>
          <p:nvPr/>
        </p:nvSpPr>
        <p:spPr bwMode="auto">
          <a:xfrm>
            <a:off x="2645978" y="2746177"/>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sp>
        <p:nvSpPr>
          <p:cNvPr id="98" name="Oval 19"/>
          <p:cNvSpPr>
            <a:spLocks noChangeArrowheads="1"/>
          </p:cNvSpPr>
          <p:nvPr/>
        </p:nvSpPr>
        <p:spPr bwMode="auto">
          <a:xfrm>
            <a:off x="7537616" y="2746177"/>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sp>
        <p:nvSpPr>
          <p:cNvPr id="44" name="Oval 20"/>
          <p:cNvSpPr>
            <a:spLocks noChangeArrowheads="1"/>
          </p:cNvSpPr>
          <p:nvPr/>
        </p:nvSpPr>
        <p:spPr bwMode="auto">
          <a:xfrm>
            <a:off x="8780545" y="4811918"/>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55" name="Oval 54"/>
          <p:cNvSpPr>
            <a:spLocks noChangeArrowheads="1"/>
          </p:cNvSpPr>
          <p:nvPr/>
        </p:nvSpPr>
        <p:spPr bwMode="auto">
          <a:xfrm>
            <a:off x="6321378" y="4811918"/>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66" name="Oval 65"/>
          <p:cNvSpPr>
            <a:spLocks noChangeArrowheads="1"/>
          </p:cNvSpPr>
          <p:nvPr/>
        </p:nvSpPr>
        <p:spPr bwMode="auto">
          <a:xfrm>
            <a:off x="5069549" y="4811918"/>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77" name="Oval 76"/>
          <p:cNvSpPr>
            <a:spLocks noChangeArrowheads="1"/>
          </p:cNvSpPr>
          <p:nvPr/>
        </p:nvSpPr>
        <p:spPr bwMode="auto">
          <a:xfrm>
            <a:off x="3853311" y="4811918"/>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88" name="Oval 87"/>
          <p:cNvSpPr>
            <a:spLocks noChangeArrowheads="1"/>
          </p:cNvSpPr>
          <p:nvPr/>
        </p:nvSpPr>
        <p:spPr bwMode="auto">
          <a:xfrm>
            <a:off x="2645978" y="4811918"/>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99" name="Oval 20"/>
          <p:cNvSpPr>
            <a:spLocks noChangeArrowheads="1"/>
          </p:cNvSpPr>
          <p:nvPr/>
        </p:nvSpPr>
        <p:spPr bwMode="auto">
          <a:xfrm>
            <a:off x="7537616" y="4811918"/>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115" name="Oval 19"/>
          <p:cNvSpPr>
            <a:spLocks noChangeArrowheads="1"/>
          </p:cNvSpPr>
          <p:nvPr/>
        </p:nvSpPr>
        <p:spPr bwMode="auto">
          <a:xfrm>
            <a:off x="8780545" y="3262612"/>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116" name="Oval 115"/>
          <p:cNvSpPr>
            <a:spLocks noChangeArrowheads="1"/>
          </p:cNvSpPr>
          <p:nvPr/>
        </p:nvSpPr>
        <p:spPr bwMode="auto">
          <a:xfrm>
            <a:off x="6321378" y="3262612"/>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117" name="Oval 116"/>
          <p:cNvSpPr>
            <a:spLocks noChangeArrowheads="1"/>
          </p:cNvSpPr>
          <p:nvPr/>
        </p:nvSpPr>
        <p:spPr bwMode="auto">
          <a:xfrm>
            <a:off x="5069549" y="3262612"/>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118" name="Oval 117"/>
          <p:cNvSpPr>
            <a:spLocks noChangeArrowheads="1"/>
          </p:cNvSpPr>
          <p:nvPr/>
        </p:nvSpPr>
        <p:spPr bwMode="auto">
          <a:xfrm>
            <a:off x="3853311" y="3262612"/>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119" name="Oval 118"/>
          <p:cNvSpPr>
            <a:spLocks noChangeArrowheads="1"/>
          </p:cNvSpPr>
          <p:nvPr/>
        </p:nvSpPr>
        <p:spPr bwMode="auto">
          <a:xfrm>
            <a:off x="2645978" y="3262612"/>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120" name="Oval 19"/>
          <p:cNvSpPr>
            <a:spLocks noChangeArrowheads="1"/>
          </p:cNvSpPr>
          <p:nvPr/>
        </p:nvSpPr>
        <p:spPr bwMode="auto">
          <a:xfrm>
            <a:off x="7537616" y="3262612"/>
            <a:ext cx="234000" cy="234000"/>
          </a:xfrm>
          <a:prstGeom prst="ellipse">
            <a:avLst/>
          </a:prstGeom>
          <a:solidFill>
            <a:srgbClr val="ED8B00"/>
          </a:solidFill>
          <a:ln w="6350">
            <a:noFill/>
            <a:round/>
            <a:headEnd/>
            <a:tailEnd/>
          </a:ln>
        </p:spPr>
        <p:txBody>
          <a:bodyPr wrap="none" anchor="ctr"/>
          <a:lstStyle/>
          <a:p>
            <a:pPr algn="ctr">
              <a:defRPr/>
            </a:pPr>
            <a:endParaRPr lang="en-US" sz="813" dirty="0"/>
          </a:p>
        </p:txBody>
      </p:sp>
      <p:sp>
        <p:nvSpPr>
          <p:cNvPr id="122" name="Oval 19"/>
          <p:cNvSpPr>
            <a:spLocks noChangeArrowheads="1"/>
          </p:cNvSpPr>
          <p:nvPr/>
        </p:nvSpPr>
        <p:spPr bwMode="auto">
          <a:xfrm>
            <a:off x="8780545" y="3779047"/>
            <a:ext cx="234000" cy="234000"/>
          </a:xfrm>
          <a:prstGeom prst="ellipse">
            <a:avLst/>
          </a:prstGeom>
          <a:solidFill>
            <a:srgbClr val="009A44"/>
          </a:solidFill>
          <a:ln w="6350">
            <a:noFill/>
            <a:round/>
            <a:headEnd/>
            <a:tailEnd/>
          </a:ln>
        </p:spPr>
        <p:txBody>
          <a:bodyPr wrap="none" anchor="ctr"/>
          <a:lstStyle/>
          <a:p>
            <a:pPr algn="ctr">
              <a:defRPr/>
            </a:pPr>
            <a:endParaRPr lang="en-US" sz="813" dirty="0"/>
          </a:p>
        </p:txBody>
      </p:sp>
      <p:sp>
        <p:nvSpPr>
          <p:cNvPr id="123" name="Oval 122"/>
          <p:cNvSpPr>
            <a:spLocks noChangeArrowheads="1"/>
          </p:cNvSpPr>
          <p:nvPr/>
        </p:nvSpPr>
        <p:spPr bwMode="auto">
          <a:xfrm>
            <a:off x="6321378" y="3779047"/>
            <a:ext cx="234000" cy="234000"/>
          </a:xfrm>
          <a:prstGeom prst="ellipse">
            <a:avLst/>
          </a:prstGeom>
          <a:solidFill>
            <a:srgbClr val="009A44"/>
          </a:solidFill>
          <a:ln w="6350">
            <a:noFill/>
            <a:round/>
            <a:headEnd/>
            <a:tailEnd/>
          </a:ln>
        </p:spPr>
        <p:txBody>
          <a:bodyPr wrap="none" anchor="ctr"/>
          <a:lstStyle/>
          <a:p>
            <a:pPr algn="ctr">
              <a:defRPr/>
            </a:pPr>
            <a:endParaRPr lang="en-US" sz="813" dirty="0"/>
          </a:p>
        </p:txBody>
      </p:sp>
      <p:sp>
        <p:nvSpPr>
          <p:cNvPr id="124" name="Oval 123"/>
          <p:cNvSpPr>
            <a:spLocks noChangeArrowheads="1"/>
          </p:cNvSpPr>
          <p:nvPr/>
        </p:nvSpPr>
        <p:spPr bwMode="auto">
          <a:xfrm>
            <a:off x="5069549" y="3779047"/>
            <a:ext cx="234000" cy="234000"/>
          </a:xfrm>
          <a:prstGeom prst="ellipse">
            <a:avLst/>
          </a:prstGeom>
          <a:solidFill>
            <a:srgbClr val="009A44"/>
          </a:solidFill>
          <a:ln w="6350">
            <a:noFill/>
            <a:round/>
            <a:headEnd/>
            <a:tailEnd/>
          </a:ln>
        </p:spPr>
        <p:txBody>
          <a:bodyPr wrap="none" anchor="ctr"/>
          <a:lstStyle/>
          <a:p>
            <a:pPr algn="ctr">
              <a:defRPr/>
            </a:pPr>
            <a:endParaRPr lang="en-US" sz="813" dirty="0"/>
          </a:p>
        </p:txBody>
      </p:sp>
      <p:sp>
        <p:nvSpPr>
          <p:cNvPr id="125" name="Oval 124"/>
          <p:cNvSpPr>
            <a:spLocks noChangeArrowheads="1"/>
          </p:cNvSpPr>
          <p:nvPr/>
        </p:nvSpPr>
        <p:spPr bwMode="auto">
          <a:xfrm>
            <a:off x="3853311" y="3779047"/>
            <a:ext cx="234000" cy="234000"/>
          </a:xfrm>
          <a:prstGeom prst="ellipse">
            <a:avLst/>
          </a:prstGeom>
          <a:solidFill>
            <a:srgbClr val="009A44"/>
          </a:solidFill>
          <a:ln w="6350">
            <a:noFill/>
            <a:round/>
            <a:headEnd/>
            <a:tailEnd/>
          </a:ln>
        </p:spPr>
        <p:txBody>
          <a:bodyPr wrap="none" anchor="ctr"/>
          <a:lstStyle/>
          <a:p>
            <a:pPr algn="ctr">
              <a:defRPr/>
            </a:pPr>
            <a:endParaRPr lang="en-US" sz="813" dirty="0"/>
          </a:p>
        </p:txBody>
      </p:sp>
      <p:sp>
        <p:nvSpPr>
          <p:cNvPr id="126" name="Oval 125"/>
          <p:cNvSpPr>
            <a:spLocks noChangeArrowheads="1"/>
          </p:cNvSpPr>
          <p:nvPr/>
        </p:nvSpPr>
        <p:spPr bwMode="auto">
          <a:xfrm>
            <a:off x="2645978" y="3779047"/>
            <a:ext cx="234000" cy="234000"/>
          </a:xfrm>
          <a:prstGeom prst="ellipse">
            <a:avLst/>
          </a:prstGeom>
          <a:solidFill>
            <a:srgbClr val="009A44"/>
          </a:solidFill>
          <a:ln w="6350">
            <a:noFill/>
            <a:round/>
            <a:headEnd/>
            <a:tailEnd/>
          </a:ln>
        </p:spPr>
        <p:txBody>
          <a:bodyPr wrap="none" anchor="ctr"/>
          <a:lstStyle/>
          <a:p>
            <a:pPr algn="ctr">
              <a:defRPr/>
            </a:pPr>
            <a:endParaRPr lang="en-US" sz="813" dirty="0"/>
          </a:p>
        </p:txBody>
      </p:sp>
      <p:sp>
        <p:nvSpPr>
          <p:cNvPr id="127" name="Oval 19"/>
          <p:cNvSpPr>
            <a:spLocks noChangeArrowheads="1"/>
          </p:cNvSpPr>
          <p:nvPr/>
        </p:nvSpPr>
        <p:spPr bwMode="auto">
          <a:xfrm>
            <a:off x="7537616" y="3779047"/>
            <a:ext cx="234000" cy="234000"/>
          </a:xfrm>
          <a:prstGeom prst="ellipse">
            <a:avLst/>
          </a:prstGeom>
          <a:solidFill>
            <a:srgbClr val="009A44"/>
          </a:solidFill>
          <a:ln w="6350">
            <a:noFill/>
            <a:round/>
            <a:headEnd/>
            <a:tailEnd/>
          </a:ln>
        </p:spPr>
        <p:txBody>
          <a:bodyPr wrap="none" anchor="ctr"/>
          <a:lstStyle/>
          <a:p>
            <a:pPr algn="ctr">
              <a:defRPr/>
            </a:pPr>
            <a:endParaRPr lang="en-US" sz="813" dirty="0"/>
          </a:p>
        </p:txBody>
      </p:sp>
      <p:sp>
        <p:nvSpPr>
          <p:cNvPr id="129" name="Oval 19"/>
          <p:cNvSpPr>
            <a:spLocks noChangeArrowheads="1"/>
          </p:cNvSpPr>
          <p:nvPr/>
        </p:nvSpPr>
        <p:spPr bwMode="auto">
          <a:xfrm>
            <a:off x="8780545" y="4295482"/>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sp>
        <p:nvSpPr>
          <p:cNvPr id="130" name="Oval 129"/>
          <p:cNvSpPr>
            <a:spLocks noChangeArrowheads="1"/>
          </p:cNvSpPr>
          <p:nvPr/>
        </p:nvSpPr>
        <p:spPr bwMode="auto">
          <a:xfrm>
            <a:off x="6321378" y="4295482"/>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sp>
        <p:nvSpPr>
          <p:cNvPr id="131" name="Oval 130"/>
          <p:cNvSpPr>
            <a:spLocks noChangeArrowheads="1"/>
          </p:cNvSpPr>
          <p:nvPr/>
        </p:nvSpPr>
        <p:spPr bwMode="auto">
          <a:xfrm>
            <a:off x="5069549" y="4295482"/>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sp>
        <p:nvSpPr>
          <p:cNvPr id="132" name="Oval 131"/>
          <p:cNvSpPr>
            <a:spLocks noChangeArrowheads="1"/>
          </p:cNvSpPr>
          <p:nvPr/>
        </p:nvSpPr>
        <p:spPr bwMode="auto">
          <a:xfrm>
            <a:off x="3853311" y="4295482"/>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sp>
        <p:nvSpPr>
          <p:cNvPr id="133" name="Oval 132"/>
          <p:cNvSpPr>
            <a:spLocks noChangeArrowheads="1"/>
          </p:cNvSpPr>
          <p:nvPr/>
        </p:nvSpPr>
        <p:spPr bwMode="auto">
          <a:xfrm>
            <a:off x="2645978" y="4295482"/>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sp>
        <p:nvSpPr>
          <p:cNvPr id="134" name="Oval 19"/>
          <p:cNvSpPr>
            <a:spLocks noChangeArrowheads="1"/>
          </p:cNvSpPr>
          <p:nvPr/>
        </p:nvSpPr>
        <p:spPr bwMode="auto">
          <a:xfrm>
            <a:off x="7537616" y="4295482"/>
            <a:ext cx="234000" cy="234000"/>
          </a:xfrm>
          <a:prstGeom prst="ellipse">
            <a:avLst/>
          </a:prstGeom>
          <a:solidFill>
            <a:srgbClr val="DA291C"/>
          </a:solidFill>
          <a:ln w="6350">
            <a:noFill/>
            <a:round/>
            <a:headEnd/>
            <a:tailEnd/>
          </a:ln>
        </p:spPr>
        <p:txBody>
          <a:bodyPr wrap="none" anchor="ctr"/>
          <a:lstStyle/>
          <a:p>
            <a:pPr algn="ctr">
              <a:defRPr/>
            </a:pPr>
            <a:endParaRPr lang="en-US" sz="813" dirty="0"/>
          </a:p>
        </p:txBody>
      </p:sp>
      <p:grpSp>
        <p:nvGrpSpPr>
          <p:cNvPr id="2" name="Group 1"/>
          <p:cNvGrpSpPr/>
          <p:nvPr/>
        </p:nvGrpSpPr>
        <p:grpSpPr>
          <a:xfrm>
            <a:off x="3932676" y="5655035"/>
            <a:ext cx="2006787" cy="144717"/>
            <a:chOff x="4660695" y="5744680"/>
            <a:chExt cx="3993871" cy="288010"/>
          </a:xfrm>
        </p:grpSpPr>
        <p:grpSp>
          <p:nvGrpSpPr>
            <p:cNvPr id="10" name="Group 9"/>
            <p:cNvGrpSpPr/>
            <p:nvPr/>
          </p:nvGrpSpPr>
          <p:grpSpPr>
            <a:xfrm>
              <a:off x="6136607" y="5744681"/>
              <a:ext cx="969955" cy="288000"/>
              <a:chOff x="6131279" y="5634953"/>
              <a:chExt cx="969955" cy="288000"/>
            </a:xfrm>
          </p:grpSpPr>
          <p:sp>
            <p:nvSpPr>
              <p:cNvPr id="109" name="Text Box 32"/>
              <p:cNvSpPr txBox="1">
                <a:spLocks noChangeArrowheads="1"/>
              </p:cNvSpPr>
              <p:nvPr/>
            </p:nvSpPr>
            <p:spPr bwMode="auto">
              <a:xfrm>
                <a:off x="6466370" y="5654476"/>
                <a:ext cx="634864" cy="248967"/>
              </a:xfrm>
              <a:prstGeom prst="rect">
                <a:avLst/>
              </a:prstGeom>
              <a:noFill/>
              <a:ln w="9525">
                <a:noFill/>
                <a:miter lim="800000"/>
                <a:headEnd type="none" w="sm" len="sm"/>
                <a:tailEnd type="none" w="sm" len="sm"/>
              </a:ln>
            </p:spPr>
            <p:txBody>
              <a:bodyPr wrap="none" lIns="0" tIns="0" rIns="0" bIns="0" anchor="ctr">
                <a:spAutoFit/>
              </a:bodyPr>
              <a:lstStyle/>
              <a:p>
                <a:r>
                  <a:rPr lang="en-US" altLang="ja-JP" sz="813" dirty="0">
                    <a:solidFill>
                      <a:srgbClr val="313131"/>
                    </a:solidFill>
                    <a:ea typeface="ＭＳ Ｐゴシック" charset="-128"/>
                  </a:rPr>
                  <a:t>Neutral</a:t>
                </a:r>
              </a:p>
            </p:txBody>
          </p:sp>
          <p:sp>
            <p:nvSpPr>
              <p:cNvPr id="111" name="Oval 110"/>
              <p:cNvSpPr>
                <a:spLocks noChangeArrowheads="1"/>
              </p:cNvSpPr>
              <p:nvPr/>
            </p:nvSpPr>
            <p:spPr bwMode="auto">
              <a:xfrm>
                <a:off x="6131279" y="5634953"/>
                <a:ext cx="287998" cy="288000"/>
              </a:xfrm>
              <a:prstGeom prst="ellipse">
                <a:avLst/>
              </a:prstGeom>
              <a:solidFill>
                <a:srgbClr val="ED8B00"/>
              </a:solidFill>
              <a:ln w="6350">
                <a:noFill/>
                <a:round/>
                <a:headEnd/>
                <a:tailEnd/>
              </a:ln>
            </p:spPr>
            <p:txBody>
              <a:bodyPr wrap="none" anchor="ctr"/>
              <a:lstStyle/>
              <a:p>
                <a:pPr algn="ctr">
                  <a:defRPr/>
                </a:pPr>
                <a:endParaRPr lang="en-US" sz="813" dirty="0"/>
              </a:p>
            </p:txBody>
          </p:sp>
        </p:grpSp>
        <p:grpSp>
          <p:nvGrpSpPr>
            <p:cNvPr id="11" name="Group 10"/>
            <p:cNvGrpSpPr/>
            <p:nvPr/>
          </p:nvGrpSpPr>
          <p:grpSpPr>
            <a:xfrm>
              <a:off x="7568604" y="5744689"/>
              <a:ext cx="1085962" cy="288001"/>
              <a:chOff x="7562943" y="5634961"/>
              <a:chExt cx="1085962" cy="288001"/>
            </a:xfrm>
          </p:grpSpPr>
          <p:sp>
            <p:nvSpPr>
              <p:cNvPr id="110" name="Text Box 34"/>
              <p:cNvSpPr txBox="1">
                <a:spLocks noChangeArrowheads="1"/>
              </p:cNvSpPr>
              <p:nvPr/>
            </p:nvSpPr>
            <p:spPr bwMode="auto">
              <a:xfrm>
                <a:off x="7902382" y="5654477"/>
                <a:ext cx="746523" cy="248968"/>
              </a:xfrm>
              <a:prstGeom prst="rect">
                <a:avLst/>
              </a:prstGeom>
              <a:noFill/>
              <a:ln w="9525">
                <a:noFill/>
                <a:miter lim="800000"/>
                <a:headEnd type="none" w="sm" len="sm"/>
                <a:tailEnd type="none" w="sm" len="sm"/>
              </a:ln>
            </p:spPr>
            <p:txBody>
              <a:bodyPr wrap="none" lIns="0" tIns="0" rIns="0" bIns="0" anchor="ctr">
                <a:spAutoFit/>
              </a:bodyPr>
              <a:lstStyle/>
              <a:p>
                <a:r>
                  <a:rPr lang="en-US" altLang="ja-JP" sz="813" dirty="0">
                    <a:solidFill>
                      <a:srgbClr val="313131"/>
                    </a:solidFill>
                    <a:ea typeface="ＭＳ Ｐゴシック" charset="-128"/>
                  </a:rPr>
                  <a:t>Negative</a:t>
                </a:r>
              </a:p>
            </p:txBody>
          </p:sp>
          <p:sp>
            <p:nvSpPr>
              <p:cNvPr id="112" name="Oval 111"/>
              <p:cNvSpPr>
                <a:spLocks noChangeArrowheads="1"/>
              </p:cNvSpPr>
              <p:nvPr/>
            </p:nvSpPr>
            <p:spPr bwMode="auto">
              <a:xfrm>
                <a:off x="7562943" y="5634961"/>
                <a:ext cx="287998" cy="288001"/>
              </a:xfrm>
              <a:prstGeom prst="ellipse">
                <a:avLst/>
              </a:prstGeom>
              <a:solidFill>
                <a:srgbClr val="C00000"/>
              </a:solidFill>
              <a:ln w="6350">
                <a:noFill/>
                <a:round/>
                <a:headEnd/>
                <a:tailEnd/>
              </a:ln>
            </p:spPr>
            <p:txBody>
              <a:bodyPr wrap="none" anchor="ctr"/>
              <a:lstStyle/>
              <a:p>
                <a:pPr algn="ctr">
                  <a:defRPr/>
                </a:pPr>
                <a:endParaRPr lang="en-US" sz="813" dirty="0"/>
              </a:p>
            </p:txBody>
          </p:sp>
        </p:grpSp>
        <p:grpSp>
          <p:nvGrpSpPr>
            <p:cNvPr id="9" name="Group 8"/>
            <p:cNvGrpSpPr/>
            <p:nvPr/>
          </p:nvGrpSpPr>
          <p:grpSpPr>
            <a:xfrm>
              <a:off x="4660695" y="5744680"/>
              <a:ext cx="992287" cy="288000"/>
              <a:chOff x="4655700" y="5634952"/>
              <a:chExt cx="992287" cy="288000"/>
            </a:xfrm>
          </p:grpSpPr>
          <p:sp>
            <p:nvSpPr>
              <p:cNvPr id="136" name="Text Box 32"/>
              <p:cNvSpPr txBox="1">
                <a:spLocks noChangeArrowheads="1"/>
              </p:cNvSpPr>
              <p:nvPr/>
            </p:nvSpPr>
            <p:spPr bwMode="auto">
              <a:xfrm>
                <a:off x="4990791" y="5654468"/>
                <a:ext cx="657196" cy="248967"/>
              </a:xfrm>
              <a:prstGeom prst="rect">
                <a:avLst/>
              </a:prstGeom>
              <a:noFill/>
              <a:ln w="9525">
                <a:noFill/>
                <a:miter lim="800000"/>
                <a:headEnd type="none" w="sm" len="sm"/>
                <a:tailEnd type="none" w="sm" len="sm"/>
              </a:ln>
            </p:spPr>
            <p:txBody>
              <a:bodyPr wrap="none" lIns="0" tIns="0" rIns="0" bIns="0" anchor="ctr">
                <a:spAutoFit/>
              </a:bodyPr>
              <a:lstStyle/>
              <a:p>
                <a:r>
                  <a:rPr lang="en-US" altLang="ja-JP" sz="813" dirty="0">
                    <a:solidFill>
                      <a:srgbClr val="313131"/>
                    </a:solidFill>
                    <a:ea typeface="ＭＳ Ｐゴシック" charset="-128"/>
                  </a:rPr>
                  <a:t>Positive</a:t>
                </a:r>
              </a:p>
            </p:txBody>
          </p:sp>
          <p:sp>
            <p:nvSpPr>
              <p:cNvPr id="137" name="Oval 136"/>
              <p:cNvSpPr>
                <a:spLocks noChangeArrowheads="1"/>
              </p:cNvSpPr>
              <p:nvPr/>
            </p:nvSpPr>
            <p:spPr bwMode="auto">
              <a:xfrm>
                <a:off x="4655700" y="5634952"/>
                <a:ext cx="288000" cy="288000"/>
              </a:xfrm>
              <a:prstGeom prst="ellipse">
                <a:avLst/>
              </a:prstGeom>
              <a:solidFill>
                <a:srgbClr val="009A44"/>
              </a:solidFill>
              <a:ln w="6350">
                <a:noFill/>
                <a:round/>
                <a:headEnd/>
                <a:tailEnd/>
              </a:ln>
            </p:spPr>
            <p:txBody>
              <a:bodyPr wrap="none" anchor="ctr"/>
              <a:lstStyle/>
              <a:p>
                <a:pPr algn="ctr">
                  <a:defRPr/>
                </a:pPr>
                <a:endParaRPr lang="en-US" sz="813" dirty="0"/>
              </a:p>
            </p:txBody>
          </p:sp>
        </p:grpSp>
      </p:grpSp>
    </p:spTree>
    <p:extLst>
      <p:ext uri="{BB962C8B-B14F-4D97-AF65-F5344CB8AC3E}">
        <p14:creationId xmlns:p14="http://schemas.microsoft.com/office/powerpoint/2010/main" val="2510758372"/>
      </p:ext>
    </p:extLst>
  </p:cSld>
  <p:clrMapOvr>
    <a:masterClrMapping/>
  </p:clrMapOvr>
  <p:transition>
    <p:fade/>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dirty="0"/>
              <a:t>Subtitle runs here</a:t>
            </a:r>
          </a:p>
        </p:txBody>
      </p:sp>
      <p:sp>
        <p:nvSpPr>
          <p:cNvPr id="796673" name="Title 1"/>
          <p:cNvSpPr>
            <a:spLocks noGrp="1"/>
          </p:cNvSpPr>
          <p:nvPr>
            <p:ph type="title"/>
          </p:nvPr>
        </p:nvSpPr>
        <p:spPr/>
        <p:txBody>
          <a:bodyPr/>
          <a:lstStyle/>
          <a:p>
            <a:r>
              <a:rPr lang="en-US" altLang="ja-JP" dirty="0"/>
              <a:t>Table with arrows</a:t>
            </a:r>
            <a:endParaRPr lang="en-US" dirty="0"/>
          </a:p>
        </p:txBody>
      </p:sp>
      <p:sp>
        <p:nvSpPr>
          <p:cNvPr id="3" name="Text Placeholder 2">
            <a:extLst>
              <a:ext uri="{FF2B5EF4-FFF2-40B4-BE49-F238E27FC236}">
                <a16:creationId xmlns:a16="http://schemas.microsoft.com/office/drawing/2014/main" id="{B0CDA6E2-19BE-4FEB-BCB8-3481A0C172E9}"/>
              </a:ext>
            </a:extLst>
          </p:cNvPr>
          <p:cNvSpPr>
            <a:spLocks noGrp="1"/>
          </p:cNvSpPr>
          <p:nvPr>
            <p:ph idx="1"/>
          </p:nvPr>
        </p:nvSpPr>
        <p:spPr/>
        <p:txBody>
          <a:bodyPr/>
          <a:lstStyle/>
          <a:p>
            <a:r>
              <a:rPr lang="en-US" dirty="0"/>
              <a:t>Table title</a:t>
            </a:r>
          </a:p>
        </p:txBody>
      </p:sp>
      <p:graphicFrame>
        <p:nvGraphicFramePr>
          <p:cNvPr id="106" name="Group 8"/>
          <p:cNvGraphicFramePr>
            <a:graphicFrameLocks noGrp="1"/>
          </p:cNvGraphicFramePr>
          <p:nvPr>
            <p:extLst>
              <p:ext uri="{D42A27DB-BD31-4B8C-83A1-F6EECF244321}">
                <p14:modId xmlns:p14="http://schemas.microsoft.com/office/powerpoint/2010/main" val="1192177401"/>
              </p:ext>
            </p:extLst>
          </p:nvPr>
        </p:nvGraphicFramePr>
        <p:xfrm>
          <a:off x="377953" y="2276929"/>
          <a:ext cx="9161526" cy="2910558"/>
        </p:xfrm>
        <a:graphic>
          <a:graphicData uri="http://schemas.openxmlformats.org/drawingml/2006/table">
            <a:tbl>
              <a:tblPr/>
              <a:tblGrid>
                <a:gridCol w="1747860">
                  <a:extLst>
                    <a:ext uri="{9D8B030D-6E8A-4147-A177-3AD203B41FA5}">
                      <a16:colId xmlns:a16="http://schemas.microsoft.com/office/drawing/2014/main" val="20000"/>
                    </a:ext>
                  </a:extLst>
                </a:gridCol>
                <a:gridCol w="1235611">
                  <a:extLst>
                    <a:ext uri="{9D8B030D-6E8A-4147-A177-3AD203B41FA5}">
                      <a16:colId xmlns:a16="http://schemas.microsoft.com/office/drawing/2014/main" val="20001"/>
                    </a:ext>
                  </a:extLst>
                </a:gridCol>
                <a:gridCol w="1235611">
                  <a:extLst>
                    <a:ext uri="{9D8B030D-6E8A-4147-A177-3AD203B41FA5}">
                      <a16:colId xmlns:a16="http://schemas.microsoft.com/office/drawing/2014/main" val="20002"/>
                    </a:ext>
                  </a:extLst>
                </a:gridCol>
                <a:gridCol w="1235611">
                  <a:extLst>
                    <a:ext uri="{9D8B030D-6E8A-4147-A177-3AD203B41FA5}">
                      <a16:colId xmlns:a16="http://schemas.microsoft.com/office/drawing/2014/main" val="20003"/>
                    </a:ext>
                  </a:extLst>
                </a:gridCol>
                <a:gridCol w="1235611">
                  <a:extLst>
                    <a:ext uri="{9D8B030D-6E8A-4147-A177-3AD203B41FA5}">
                      <a16:colId xmlns:a16="http://schemas.microsoft.com/office/drawing/2014/main" val="20004"/>
                    </a:ext>
                  </a:extLst>
                </a:gridCol>
                <a:gridCol w="1235611">
                  <a:extLst>
                    <a:ext uri="{9D8B030D-6E8A-4147-A177-3AD203B41FA5}">
                      <a16:colId xmlns:a16="http://schemas.microsoft.com/office/drawing/2014/main" val="20005"/>
                    </a:ext>
                  </a:extLst>
                </a:gridCol>
                <a:gridCol w="1235611">
                  <a:extLst>
                    <a:ext uri="{9D8B030D-6E8A-4147-A177-3AD203B41FA5}">
                      <a16:colId xmlns:a16="http://schemas.microsoft.com/office/drawing/2014/main" val="20006"/>
                    </a:ext>
                  </a:extLst>
                </a:gridCol>
              </a:tblGrid>
              <a:tr h="334328">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cap="flat">
                      <a:noFill/>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6000"/>
                        </a:lnSpc>
                        <a:spcBef>
                          <a:spcPct val="50000"/>
                        </a:spcBef>
                        <a:spcAft>
                          <a:spcPct val="0"/>
                        </a:spcAft>
                        <a:buClrTx/>
                        <a:buSzTx/>
                        <a:buFont typeface="Arial" panose="020B0604020202020204" pitchFamily="34" charset="0"/>
                        <a:buNone/>
                        <a:tabLst/>
                      </a:pPr>
                      <a:r>
                        <a:rPr kumimoji="0" lang="en-US" sz="1000" b="0" i="0" u="none" strike="noStrike" cap="none" normalizeH="0" baseline="0" dirty="0">
                          <a:ln>
                            <a:noFill/>
                          </a:ln>
                          <a:solidFill>
                            <a:schemeClr val="bg1"/>
                          </a:solidFill>
                          <a:effectLst/>
                          <a:latin typeface="Aptos" panose="020B0004020202020204" pitchFamily="34" charset="0"/>
                        </a:rPr>
                        <a:t>Column</a:t>
                      </a:r>
                    </a:p>
                  </a:txBody>
                  <a:tcPr marL="74295" marR="74295" marT="74295" marB="74295" anchor="ctr" horzOverflow="overflow">
                    <a:lnL w="635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5"/>
                    </a:solidFill>
                  </a:tcPr>
                </a:tc>
                <a:extLst>
                  <a:ext uri="{0D108BD9-81ED-4DB2-BD59-A6C34878D82A}">
                    <a16:rowId xmlns:a16="http://schemas.microsoft.com/office/drawing/2014/main" val="10000"/>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5246">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a:noFill/>
                    </a:lnL>
                    <a:lnR cap="flat">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148" name="AutoShape 85"/>
          <p:cNvSpPr>
            <a:spLocks noChangeArrowheads="1"/>
          </p:cNvSpPr>
          <p:nvPr/>
        </p:nvSpPr>
        <p:spPr bwMode="grayWhite">
          <a:xfrm>
            <a:off x="2631733" y="2757773"/>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49" name="AutoShape 90"/>
          <p:cNvSpPr>
            <a:spLocks noChangeArrowheads="1"/>
          </p:cNvSpPr>
          <p:nvPr/>
        </p:nvSpPr>
        <p:spPr bwMode="grayWhite">
          <a:xfrm>
            <a:off x="3911718" y="2757773"/>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50" name="AutoShape 95"/>
          <p:cNvSpPr>
            <a:spLocks noChangeArrowheads="1"/>
          </p:cNvSpPr>
          <p:nvPr/>
        </p:nvSpPr>
        <p:spPr bwMode="grayWhite">
          <a:xfrm>
            <a:off x="5063994" y="2757773"/>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51" name="AutoShape 100"/>
          <p:cNvSpPr>
            <a:spLocks noChangeArrowheads="1"/>
          </p:cNvSpPr>
          <p:nvPr/>
        </p:nvSpPr>
        <p:spPr bwMode="grayWhite">
          <a:xfrm>
            <a:off x="6325406" y="2757773"/>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52" name="AutoShape 105"/>
          <p:cNvSpPr>
            <a:spLocks noChangeArrowheads="1"/>
          </p:cNvSpPr>
          <p:nvPr/>
        </p:nvSpPr>
        <p:spPr bwMode="grayWhite">
          <a:xfrm>
            <a:off x="7537181" y="2757773"/>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53" name="AutoShape 110"/>
          <p:cNvSpPr>
            <a:spLocks noChangeArrowheads="1"/>
          </p:cNvSpPr>
          <p:nvPr/>
        </p:nvSpPr>
        <p:spPr bwMode="grayWhite">
          <a:xfrm>
            <a:off x="8767530" y="2757773"/>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55" name="AutoShape 85"/>
          <p:cNvSpPr>
            <a:spLocks noChangeArrowheads="1"/>
          </p:cNvSpPr>
          <p:nvPr/>
        </p:nvSpPr>
        <p:spPr bwMode="grayWhite">
          <a:xfrm>
            <a:off x="2631733" y="4301610"/>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56" name="AutoShape 90"/>
          <p:cNvSpPr>
            <a:spLocks noChangeArrowheads="1"/>
          </p:cNvSpPr>
          <p:nvPr/>
        </p:nvSpPr>
        <p:spPr bwMode="grayWhite">
          <a:xfrm>
            <a:off x="3911718" y="4301610"/>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57" name="AutoShape 95"/>
          <p:cNvSpPr>
            <a:spLocks noChangeArrowheads="1"/>
          </p:cNvSpPr>
          <p:nvPr/>
        </p:nvSpPr>
        <p:spPr bwMode="grayWhite">
          <a:xfrm>
            <a:off x="5063994" y="4301610"/>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58" name="AutoShape 100"/>
          <p:cNvSpPr>
            <a:spLocks noChangeArrowheads="1"/>
          </p:cNvSpPr>
          <p:nvPr/>
        </p:nvSpPr>
        <p:spPr bwMode="grayWhite">
          <a:xfrm>
            <a:off x="6325406" y="4301610"/>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59" name="AutoShape 105"/>
          <p:cNvSpPr>
            <a:spLocks noChangeArrowheads="1"/>
          </p:cNvSpPr>
          <p:nvPr/>
        </p:nvSpPr>
        <p:spPr bwMode="grayWhite">
          <a:xfrm>
            <a:off x="7537181" y="4301610"/>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60" name="AutoShape 110"/>
          <p:cNvSpPr>
            <a:spLocks noChangeArrowheads="1"/>
          </p:cNvSpPr>
          <p:nvPr/>
        </p:nvSpPr>
        <p:spPr bwMode="grayWhite">
          <a:xfrm>
            <a:off x="8767530" y="4301610"/>
            <a:ext cx="260033" cy="222885"/>
          </a:xfrm>
          <a:prstGeom prst="upArrow">
            <a:avLst>
              <a:gd name="adj1" fmla="val 49880"/>
              <a:gd name="adj2" fmla="val 49801"/>
            </a:avLst>
          </a:prstGeom>
          <a:solidFill>
            <a:srgbClr val="009A44"/>
          </a:solidFill>
          <a:ln w="12700" algn="ctr">
            <a:noFill/>
            <a:miter lim="800000"/>
            <a:headEnd/>
            <a:tailEnd/>
          </a:ln>
        </p:spPr>
        <p:txBody>
          <a:bodyPr wrap="none" anchor="ctr"/>
          <a:lstStyle/>
          <a:p>
            <a:pPr algn="ctr"/>
            <a:endParaRPr lang="en-US" sz="1138" dirty="0"/>
          </a:p>
        </p:txBody>
      </p:sp>
      <p:sp>
        <p:nvSpPr>
          <p:cNvPr id="154" name="AutoShape 85"/>
          <p:cNvSpPr>
            <a:spLocks noChangeArrowheads="1"/>
          </p:cNvSpPr>
          <p:nvPr/>
        </p:nvSpPr>
        <p:spPr bwMode="grayWhite">
          <a:xfrm rot="5400000">
            <a:off x="2631733" y="3278576"/>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61" name="AutoShape 85"/>
          <p:cNvSpPr>
            <a:spLocks noChangeArrowheads="1"/>
          </p:cNvSpPr>
          <p:nvPr/>
        </p:nvSpPr>
        <p:spPr bwMode="grayWhite">
          <a:xfrm rot="5400000">
            <a:off x="8767530" y="3278576"/>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62" name="AutoShape 85"/>
          <p:cNvSpPr>
            <a:spLocks noChangeArrowheads="1"/>
          </p:cNvSpPr>
          <p:nvPr/>
        </p:nvSpPr>
        <p:spPr bwMode="grayWhite">
          <a:xfrm rot="5400000">
            <a:off x="3911718" y="3278576"/>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63" name="AutoShape 85"/>
          <p:cNvSpPr>
            <a:spLocks noChangeArrowheads="1"/>
          </p:cNvSpPr>
          <p:nvPr/>
        </p:nvSpPr>
        <p:spPr bwMode="grayWhite">
          <a:xfrm rot="5400000">
            <a:off x="5063994" y="3278576"/>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64" name="AutoShape 85"/>
          <p:cNvSpPr>
            <a:spLocks noChangeArrowheads="1"/>
          </p:cNvSpPr>
          <p:nvPr/>
        </p:nvSpPr>
        <p:spPr bwMode="grayWhite">
          <a:xfrm rot="5400000">
            <a:off x="6325406" y="3278576"/>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65" name="AutoShape 85"/>
          <p:cNvSpPr>
            <a:spLocks noChangeArrowheads="1"/>
          </p:cNvSpPr>
          <p:nvPr/>
        </p:nvSpPr>
        <p:spPr bwMode="grayWhite">
          <a:xfrm rot="5400000">
            <a:off x="7537181" y="3278576"/>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67" name="AutoShape 85"/>
          <p:cNvSpPr>
            <a:spLocks noChangeArrowheads="1"/>
          </p:cNvSpPr>
          <p:nvPr/>
        </p:nvSpPr>
        <p:spPr bwMode="grayWhite">
          <a:xfrm rot="5400000">
            <a:off x="2631733" y="4822415"/>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68" name="AutoShape 85"/>
          <p:cNvSpPr>
            <a:spLocks noChangeArrowheads="1"/>
          </p:cNvSpPr>
          <p:nvPr/>
        </p:nvSpPr>
        <p:spPr bwMode="grayWhite">
          <a:xfrm rot="5400000">
            <a:off x="8767530" y="4822415"/>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69" name="AutoShape 85"/>
          <p:cNvSpPr>
            <a:spLocks noChangeArrowheads="1"/>
          </p:cNvSpPr>
          <p:nvPr/>
        </p:nvSpPr>
        <p:spPr bwMode="grayWhite">
          <a:xfrm rot="5400000">
            <a:off x="3911718" y="4822415"/>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70" name="AutoShape 85"/>
          <p:cNvSpPr>
            <a:spLocks noChangeArrowheads="1"/>
          </p:cNvSpPr>
          <p:nvPr/>
        </p:nvSpPr>
        <p:spPr bwMode="grayWhite">
          <a:xfrm rot="5400000">
            <a:off x="5063994" y="4822415"/>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71" name="AutoShape 85"/>
          <p:cNvSpPr>
            <a:spLocks noChangeArrowheads="1"/>
          </p:cNvSpPr>
          <p:nvPr/>
        </p:nvSpPr>
        <p:spPr bwMode="grayWhite">
          <a:xfrm rot="5400000">
            <a:off x="6325406" y="4822415"/>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72" name="AutoShape 85"/>
          <p:cNvSpPr>
            <a:spLocks noChangeArrowheads="1"/>
          </p:cNvSpPr>
          <p:nvPr/>
        </p:nvSpPr>
        <p:spPr bwMode="grayWhite">
          <a:xfrm rot="5400000">
            <a:off x="7537181" y="4822415"/>
            <a:ext cx="260033" cy="222885"/>
          </a:xfrm>
          <a:prstGeom prst="upArrow">
            <a:avLst>
              <a:gd name="adj1" fmla="val 49880"/>
              <a:gd name="adj2" fmla="val 49801"/>
            </a:avLst>
          </a:prstGeom>
          <a:solidFill>
            <a:srgbClr val="ED8B00"/>
          </a:solidFill>
          <a:ln w="12700" algn="ctr">
            <a:noFill/>
            <a:miter lim="800000"/>
            <a:headEnd/>
            <a:tailEnd/>
          </a:ln>
        </p:spPr>
        <p:txBody>
          <a:bodyPr wrap="none" anchor="ctr"/>
          <a:lstStyle/>
          <a:p>
            <a:pPr algn="ctr"/>
            <a:endParaRPr lang="en-US" sz="1138" dirty="0"/>
          </a:p>
        </p:txBody>
      </p:sp>
      <p:sp>
        <p:nvSpPr>
          <p:cNvPr id="173" name="AutoShape 85"/>
          <p:cNvSpPr>
            <a:spLocks noChangeArrowheads="1"/>
          </p:cNvSpPr>
          <p:nvPr/>
        </p:nvSpPr>
        <p:spPr bwMode="grayWhite">
          <a:xfrm rot="10800000">
            <a:off x="2631733" y="3814092"/>
            <a:ext cx="260033" cy="222885"/>
          </a:xfrm>
          <a:prstGeom prst="upArrow">
            <a:avLst>
              <a:gd name="adj1" fmla="val 49880"/>
              <a:gd name="adj2" fmla="val 49801"/>
            </a:avLst>
          </a:prstGeom>
          <a:solidFill>
            <a:srgbClr val="DA291C"/>
          </a:solidFill>
          <a:ln w="12700" algn="ctr">
            <a:noFill/>
            <a:miter lim="800000"/>
            <a:headEnd/>
            <a:tailEnd/>
          </a:ln>
        </p:spPr>
        <p:txBody>
          <a:bodyPr wrap="none" anchor="ctr"/>
          <a:lstStyle/>
          <a:p>
            <a:pPr algn="ctr"/>
            <a:endParaRPr lang="en-US" sz="1138" dirty="0"/>
          </a:p>
        </p:txBody>
      </p:sp>
      <p:sp>
        <p:nvSpPr>
          <p:cNvPr id="174" name="AutoShape 85"/>
          <p:cNvSpPr>
            <a:spLocks noChangeArrowheads="1"/>
          </p:cNvSpPr>
          <p:nvPr/>
        </p:nvSpPr>
        <p:spPr bwMode="grayWhite">
          <a:xfrm rot="10800000">
            <a:off x="3911718" y="3814092"/>
            <a:ext cx="260033" cy="222885"/>
          </a:xfrm>
          <a:prstGeom prst="upArrow">
            <a:avLst>
              <a:gd name="adj1" fmla="val 49880"/>
              <a:gd name="adj2" fmla="val 49801"/>
            </a:avLst>
          </a:prstGeom>
          <a:solidFill>
            <a:srgbClr val="DA291C"/>
          </a:solidFill>
          <a:ln w="12700" algn="ctr">
            <a:noFill/>
            <a:miter lim="800000"/>
            <a:headEnd/>
            <a:tailEnd/>
          </a:ln>
        </p:spPr>
        <p:txBody>
          <a:bodyPr wrap="none" anchor="ctr"/>
          <a:lstStyle/>
          <a:p>
            <a:pPr algn="ctr"/>
            <a:endParaRPr lang="en-US" sz="1138" dirty="0"/>
          </a:p>
        </p:txBody>
      </p:sp>
      <p:sp>
        <p:nvSpPr>
          <p:cNvPr id="175" name="AutoShape 85"/>
          <p:cNvSpPr>
            <a:spLocks noChangeArrowheads="1"/>
          </p:cNvSpPr>
          <p:nvPr/>
        </p:nvSpPr>
        <p:spPr bwMode="grayWhite">
          <a:xfrm rot="10800000">
            <a:off x="5063995" y="3814092"/>
            <a:ext cx="260033" cy="222885"/>
          </a:xfrm>
          <a:prstGeom prst="upArrow">
            <a:avLst>
              <a:gd name="adj1" fmla="val 49880"/>
              <a:gd name="adj2" fmla="val 49801"/>
            </a:avLst>
          </a:prstGeom>
          <a:solidFill>
            <a:srgbClr val="DA291C"/>
          </a:solidFill>
          <a:ln w="12700" algn="ctr">
            <a:noFill/>
            <a:miter lim="800000"/>
            <a:headEnd/>
            <a:tailEnd/>
          </a:ln>
        </p:spPr>
        <p:txBody>
          <a:bodyPr wrap="none" anchor="ctr"/>
          <a:lstStyle/>
          <a:p>
            <a:pPr algn="ctr"/>
            <a:endParaRPr lang="en-US" sz="1138" dirty="0"/>
          </a:p>
        </p:txBody>
      </p:sp>
      <p:sp>
        <p:nvSpPr>
          <p:cNvPr id="176" name="AutoShape 85"/>
          <p:cNvSpPr>
            <a:spLocks noChangeArrowheads="1"/>
          </p:cNvSpPr>
          <p:nvPr/>
        </p:nvSpPr>
        <p:spPr bwMode="grayWhite">
          <a:xfrm rot="10800000">
            <a:off x="6325407" y="3814092"/>
            <a:ext cx="260033" cy="222885"/>
          </a:xfrm>
          <a:prstGeom prst="upArrow">
            <a:avLst>
              <a:gd name="adj1" fmla="val 49880"/>
              <a:gd name="adj2" fmla="val 49801"/>
            </a:avLst>
          </a:prstGeom>
          <a:solidFill>
            <a:srgbClr val="DA291C"/>
          </a:solidFill>
          <a:ln w="12700" algn="ctr">
            <a:noFill/>
            <a:miter lim="800000"/>
            <a:headEnd/>
            <a:tailEnd/>
          </a:ln>
        </p:spPr>
        <p:txBody>
          <a:bodyPr wrap="none" anchor="ctr"/>
          <a:lstStyle/>
          <a:p>
            <a:pPr algn="ctr"/>
            <a:endParaRPr lang="en-US" sz="1138" dirty="0"/>
          </a:p>
        </p:txBody>
      </p:sp>
      <p:sp>
        <p:nvSpPr>
          <p:cNvPr id="177" name="AutoShape 85"/>
          <p:cNvSpPr>
            <a:spLocks noChangeArrowheads="1"/>
          </p:cNvSpPr>
          <p:nvPr/>
        </p:nvSpPr>
        <p:spPr bwMode="grayWhite">
          <a:xfrm rot="10800000">
            <a:off x="7537183" y="3814092"/>
            <a:ext cx="260033" cy="222885"/>
          </a:xfrm>
          <a:prstGeom prst="upArrow">
            <a:avLst>
              <a:gd name="adj1" fmla="val 49880"/>
              <a:gd name="adj2" fmla="val 49801"/>
            </a:avLst>
          </a:prstGeom>
          <a:solidFill>
            <a:srgbClr val="DA291C"/>
          </a:solidFill>
          <a:ln w="12700" algn="ctr">
            <a:noFill/>
            <a:miter lim="800000"/>
            <a:headEnd/>
            <a:tailEnd/>
          </a:ln>
        </p:spPr>
        <p:txBody>
          <a:bodyPr wrap="none" anchor="ctr"/>
          <a:lstStyle/>
          <a:p>
            <a:pPr algn="ctr"/>
            <a:endParaRPr lang="en-US" sz="1138" dirty="0"/>
          </a:p>
        </p:txBody>
      </p:sp>
      <p:sp>
        <p:nvSpPr>
          <p:cNvPr id="178" name="AutoShape 85"/>
          <p:cNvSpPr>
            <a:spLocks noChangeArrowheads="1"/>
          </p:cNvSpPr>
          <p:nvPr/>
        </p:nvSpPr>
        <p:spPr bwMode="grayWhite">
          <a:xfrm rot="10800000">
            <a:off x="8767531" y="3814092"/>
            <a:ext cx="260033" cy="222885"/>
          </a:xfrm>
          <a:prstGeom prst="upArrow">
            <a:avLst>
              <a:gd name="adj1" fmla="val 49880"/>
              <a:gd name="adj2" fmla="val 49801"/>
            </a:avLst>
          </a:prstGeom>
          <a:solidFill>
            <a:srgbClr val="DA291C"/>
          </a:solidFill>
          <a:ln w="12700" algn="ctr">
            <a:noFill/>
            <a:miter lim="800000"/>
            <a:headEnd/>
            <a:tailEnd/>
          </a:ln>
        </p:spPr>
        <p:txBody>
          <a:bodyPr wrap="none" anchor="ctr"/>
          <a:lstStyle/>
          <a:p>
            <a:pPr algn="ctr"/>
            <a:endParaRPr lang="en-US" sz="1138" dirty="0"/>
          </a:p>
        </p:txBody>
      </p:sp>
      <p:grpSp>
        <p:nvGrpSpPr>
          <p:cNvPr id="43" name="Group 42"/>
          <p:cNvGrpSpPr/>
          <p:nvPr/>
        </p:nvGrpSpPr>
        <p:grpSpPr>
          <a:xfrm>
            <a:off x="3951191" y="5623081"/>
            <a:ext cx="2057062" cy="183939"/>
            <a:chOff x="5649426" y="6058564"/>
            <a:chExt cx="3627770" cy="324388"/>
          </a:xfrm>
        </p:grpSpPr>
        <p:sp>
          <p:nvSpPr>
            <p:cNvPr id="44" name="AutoShape 11"/>
            <p:cNvSpPr>
              <a:spLocks noChangeArrowheads="1"/>
            </p:cNvSpPr>
            <p:nvPr/>
          </p:nvSpPr>
          <p:spPr bwMode="gray">
            <a:xfrm>
              <a:off x="8261908" y="6088054"/>
              <a:ext cx="324388" cy="265408"/>
            </a:xfrm>
            <a:prstGeom prst="downArrow">
              <a:avLst>
                <a:gd name="adj1" fmla="val 49815"/>
                <a:gd name="adj2" fmla="val 54667"/>
              </a:avLst>
            </a:prstGeom>
            <a:solidFill>
              <a:srgbClr val="DA291C"/>
            </a:solidFill>
            <a:ln w="28575" algn="ctr">
              <a:noFill/>
              <a:miter lim="800000"/>
              <a:headEnd type="none" w="sm" len="sm"/>
              <a:tailEnd type="none" w="sm" len="sm"/>
            </a:ln>
          </p:spPr>
          <p:txBody>
            <a:bodyPr rot="10800000" vert="eaVert" wrap="none" lIns="36116" tIns="36116" rIns="36116" bIns="36116" anchor="ctr"/>
            <a:lstStyle/>
            <a:p>
              <a:pPr>
                <a:spcBef>
                  <a:spcPct val="20000"/>
                </a:spcBef>
              </a:pPr>
              <a:endParaRPr lang="en-US" sz="813" b="1" dirty="0">
                <a:solidFill>
                  <a:schemeClr val="tx2"/>
                </a:solidFill>
                <a:cs typeface="Arial" pitchFamily="34" charset="0"/>
              </a:endParaRPr>
            </a:p>
          </p:txBody>
        </p:sp>
        <p:sp>
          <p:nvSpPr>
            <p:cNvPr id="45" name="AutoShape 11"/>
            <p:cNvSpPr>
              <a:spLocks noChangeArrowheads="1"/>
            </p:cNvSpPr>
            <p:nvPr/>
          </p:nvSpPr>
          <p:spPr bwMode="gray">
            <a:xfrm rot="16200000">
              <a:off x="6985537" y="6088053"/>
              <a:ext cx="324388" cy="265409"/>
            </a:xfrm>
            <a:prstGeom prst="downArrow">
              <a:avLst>
                <a:gd name="adj1" fmla="val 49815"/>
                <a:gd name="adj2" fmla="val 54667"/>
              </a:avLst>
            </a:prstGeom>
            <a:solidFill>
              <a:srgbClr val="ED8B00"/>
            </a:solidFill>
            <a:ln w="28575" algn="ctr">
              <a:noFill/>
              <a:miter lim="800000"/>
              <a:headEnd type="none" w="sm" len="sm"/>
              <a:tailEnd type="none" w="sm" len="sm"/>
            </a:ln>
          </p:spPr>
          <p:txBody>
            <a:bodyPr wrap="none" lIns="36116" tIns="36116" rIns="36116" bIns="36116" anchor="ctr"/>
            <a:lstStyle/>
            <a:p>
              <a:pPr>
                <a:spcBef>
                  <a:spcPct val="20000"/>
                </a:spcBef>
              </a:pPr>
              <a:endParaRPr lang="en-US" sz="813" b="1" dirty="0">
                <a:solidFill>
                  <a:schemeClr val="tx2"/>
                </a:solidFill>
                <a:cs typeface="Arial" pitchFamily="34" charset="0"/>
              </a:endParaRPr>
            </a:p>
          </p:txBody>
        </p:sp>
        <p:sp>
          <p:nvSpPr>
            <p:cNvPr id="46" name="AutoShape 11"/>
            <p:cNvSpPr>
              <a:spLocks noChangeArrowheads="1"/>
            </p:cNvSpPr>
            <p:nvPr/>
          </p:nvSpPr>
          <p:spPr bwMode="gray">
            <a:xfrm rot="10800000">
              <a:off x="5649426" y="6088044"/>
              <a:ext cx="324388" cy="265408"/>
            </a:xfrm>
            <a:prstGeom prst="downArrow">
              <a:avLst>
                <a:gd name="adj1" fmla="val 49815"/>
                <a:gd name="adj2" fmla="val 54667"/>
              </a:avLst>
            </a:prstGeom>
            <a:solidFill>
              <a:srgbClr val="009A44"/>
            </a:solidFill>
            <a:ln w="28575" algn="ctr">
              <a:noFill/>
              <a:miter lim="800000"/>
              <a:headEnd type="none" w="sm" len="sm"/>
              <a:tailEnd type="none" w="sm" len="sm"/>
            </a:ln>
          </p:spPr>
          <p:txBody>
            <a:bodyPr vert="eaVert" wrap="none" lIns="36116" tIns="36116" rIns="36116" bIns="36116" anchor="ctr"/>
            <a:lstStyle/>
            <a:p>
              <a:pPr>
                <a:spcBef>
                  <a:spcPct val="20000"/>
                </a:spcBef>
              </a:pPr>
              <a:endParaRPr lang="en-US" sz="813" b="1" dirty="0">
                <a:solidFill>
                  <a:schemeClr val="tx2"/>
                </a:solidFill>
                <a:cs typeface="Arial" pitchFamily="34" charset="0"/>
              </a:endParaRPr>
            </a:p>
          </p:txBody>
        </p:sp>
        <p:sp>
          <p:nvSpPr>
            <p:cNvPr id="47" name="Text Box 26"/>
            <p:cNvSpPr txBox="1">
              <a:spLocks noChangeArrowheads="1"/>
            </p:cNvSpPr>
            <p:nvPr/>
          </p:nvSpPr>
          <p:spPr bwMode="auto">
            <a:xfrm>
              <a:off x="6038393" y="6128415"/>
              <a:ext cx="582364" cy="220620"/>
            </a:xfrm>
            <a:prstGeom prst="rect">
              <a:avLst/>
            </a:prstGeom>
            <a:noFill/>
            <a:ln w="9525">
              <a:noFill/>
              <a:miter lim="800000"/>
              <a:headEnd type="none" w="sm" len="sm"/>
              <a:tailEnd type="none" w="sm" len="sm"/>
            </a:ln>
          </p:spPr>
          <p:txBody>
            <a:bodyPr wrap="none" lIns="0" tIns="0" rIns="0" bIns="0">
              <a:spAutoFit/>
            </a:bodyPr>
            <a:lstStyle/>
            <a:p>
              <a:pPr eaLnBrk="1" hangingPunct="1">
                <a:spcBef>
                  <a:spcPct val="20000"/>
                </a:spcBef>
              </a:pPr>
              <a:r>
                <a:rPr lang="en-GB" altLang="ja-JP" sz="813" dirty="0">
                  <a:ea typeface="ＭＳ Ｐゴシック" charset="-128"/>
                  <a:cs typeface="Arial" pitchFamily="34" charset="0"/>
                </a:rPr>
                <a:t>Positive</a:t>
              </a:r>
            </a:p>
          </p:txBody>
        </p:sp>
        <p:sp>
          <p:nvSpPr>
            <p:cNvPr id="48" name="Text Box 26"/>
            <p:cNvSpPr txBox="1">
              <a:spLocks noChangeArrowheads="1"/>
            </p:cNvSpPr>
            <p:nvPr/>
          </p:nvSpPr>
          <p:spPr bwMode="auto">
            <a:xfrm>
              <a:off x="7329202" y="6128420"/>
              <a:ext cx="562575" cy="220620"/>
            </a:xfrm>
            <a:prstGeom prst="rect">
              <a:avLst/>
            </a:prstGeom>
            <a:noFill/>
            <a:ln w="9525">
              <a:noFill/>
              <a:miter lim="800000"/>
              <a:headEnd type="none" w="sm" len="sm"/>
              <a:tailEnd type="none" w="sm" len="sm"/>
            </a:ln>
          </p:spPr>
          <p:txBody>
            <a:bodyPr wrap="none" lIns="0" tIns="0" rIns="0" bIns="0">
              <a:spAutoFit/>
            </a:bodyPr>
            <a:lstStyle/>
            <a:p>
              <a:pPr eaLnBrk="1" hangingPunct="1">
                <a:spcBef>
                  <a:spcPct val="20000"/>
                </a:spcBef>
              </a:pPr>
              <a:r>
                <a:rPr lang="en-GB" altLang="ja-JP" sz="813" dirty="0">
                  <a:ea typeface="ＭＳ Ｐゴシック" charset="-128"/>
                  <a:cs typeface="Arial" pitchFamily="34" charset="0"/>
                </a:rPr>
                <a:t>Neutral</a:t>
              </a:r>
            </a:p>
          </p:txBody>
        </p:sp>
        <p:sp>
          <p:nvSpPr>
            <p:cNvPr id="49" name="Text Box 26"/>
            <p:cNvSpPr txBox="1">
              <a:spLocks noChangeArrowheads="1"/>
            </p:cNvSpPr>
            <p:nvPr/>
          </p:nvSpPr>
          <p:spPr bwMode="auto">
            <a:xfrm>
              <a:off x="8615676" y="6128420"/>
              <a:ext cx="661520" cy="220620"/>
            </a:xfrm>
            <a:prstGeom prst="rect">
              <a:avLst/>
            </a:prstGeom>
            <a:noFill/>
            <a:ln w="9525">
              <a:noFill/>
              <a:miter lim="800000"/>
              <a:headEnd type="none" w="sm" len="sm"/>
              <a:tailEnd type="none" w="sm" len="sm"/>
            </a:ln>
          </p:spPr>
          <p:txBody>
            <a:bodyPr wrap="none" lIns="0" tIns="0" rIns="0" bIns="0">
              <a:spAutoFit/>
            </a:bodyPr>
            <a:lstStyle/>
            <a:p>
              <a:pPr eaLnBrk="1" hangingPunct="1">
                <a:spcBef>
                  <a:spcPct val="20000"/>
                </a:spcBef>
              </a:pPr>
              <a:r>
                <a:rPr lang="en-GB" altLang="ja-JP" sz="813" dirty="0">
                  <a:ea typeface="ＭＳ Ｐゴシック" charset="-128"/>
                  <a:cs typeface="Arial" pitchFamily="34" charset="0"/>
                </a:rPr>
                <a:t>Negative</a:t>
              </a:r>
            </a:p>
          </p:txBody>
        </p:sp>
      </p:grpSp>
    </p:spTree>
    <p:extLst>
      <p:ext uri="{BB962C8B-B14F-4D97-AF65-F5344CB8AC3E}">
        <p14:creationId xmlns:p14="http://schemas.microsoft.com/office/powerpoint/2010/main" val="1418847183"/>
      </p:ext>
    </p:extLst>
  </p:cSld>
  <p:clrMapOvr>
    <a:masterClrMapping/>
  </p:clrMapOvr>
  <p:transition>
    <p:fade/>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dirty="0"/>
              <a:t>Single color highlight</a:t>
            </a:r>
          </a:p>
        </p:txBody>
      </p:sp>
      <p:sp>
        <p:nvSpPr>
          <p:cNvPr id="3" name="Title 2"/>
          <p:cNvSpPr>
            <a:spLocks noGrp="1"/>
          </p:cNvSpPr>
          <p:nvPr>
            <p:ph type="title"/>
          </p:nvPr>
        </p:nvSpPr>
        <p:spPr/>
        <p:txBody>
          <a:bodyPr/>
          <a:lstStyle/>
          <a:p>
            <a:r>
              <a:rPr lang="en-US"/>
              <a:t>Flow table</a:t>
            </a:r>
            <a:endParaRPr lang="en-US" dirty="0"/>
          </a:p>
        </p:txBody>
      </p:sp>
      <p:sp>
        <p:nvSpPr>
          <p:cNvPr id="5" name="Text Placeholder 4">
            <a:extLst>
              <a:ext uri="{FF2B5EF4-FFF2-40B4-BE49-F238E27FC236}">
                <a16:creationId xmlns:a16="http://schemas.microsoft.com/office/drawing/2014/main" id="{B2E45F3E-8F31-4779-96A5-E0AB4B1DBB04}"/>
              </a:ext>
            </a:extLst>
          </p:cNvPr>
          <p:cNvSpPr>
            <a:spLocks noGrp="1"/>
          </p:cNvSpPr>
          <p:nvPr>
            <p:ph idx="1"/>
          </p:nvPr>
        </p:nvSpPr>
        <p:spPr/>
        <p:txBody>
          <a:bodyPr/>
          <a:lstStyle/>
          <a:p>
            <a:r>
              <a:rPr lang="en-US" dirty="0"/>
              <a:t>Table title </a:t>
            </a:r>
          </a:p>
        </p:txBody>
      </p:sp>
      <p:graphicFrame>
        <p:nvGraphicFramePr>
          <p:cNvPr id="14" name="Table 13"/>
          <p:cNvGraphicFramePr>
            <a:graphicFrameLocks noGrp="1"/>
          </p:cNvGraphicFramePr>
          <p:nvPr>
            <p:extLst>
              <p:ext uri="{D42A27DB-BD31-4B8C-83A1-F6EECF244321}">
                <p14:modId xmlns:p14="http://schemas.microsoft.com/office/powerpoint/2010/main" val="913429520"/>
              </p:ext>
            </p:extLst>
          </p:nvPr>
        </p:nvGraphicFramePr>
        <p:xfrm>
          <a:off x="389120" y="2678575"/>
          <a:ext cx="9090815" cy="2429800"/>
        </p:xfrm>
        <a:graphic>
          <a:graphicData uri="http://schemas.openxmlformats.org/drawingml/2006/table">
            <a:tbl>
              <a:tblPr>
                <a:tableStyleId>{5C22544A-7EE6-4342-B048-85BDC9FD1C3A}</a:tableStyleId>
              </a:tblPr>
              <a:tblGrid>
                <a:gridCol w="1760887">
                  <a:extLst>
                    <a:ext uri="{9D8B030D-6E8A-4147-A177-3AD203B41FA5}">
                      <a16:colId xmlns:a16="http://schemas.microsoft.com/office/drawing/2014/main" val="20000"/>
                    </a:ext>
                  </a:extLst>
                </a:gridCol>
                <a:gridCol w="1832482">
                  <a:extLst>
                    <a:ext uri="{9D8B030D-6E8A-4147-A177-3AD203B41FA5}">
                      <a16:colId xmlns:a16="http://schemas.microsoft.com/office/drawing/2014/main" val="20001"/>
                    </a:ext>
                  </a:extLst>
                </a:gridCol>
                <a:gridCol w="1832482">
                  <a:extLst>
                    <a:ext uri="{9D8B030D-6E8A-4147-A177-3AD203B41FA5}">
                      <a16:colId xmlns:a16="http://schemas.microsoft.com/office/drawing/2014/main" val="20002"/>
                    </a:ext>
                  </a:extLst>
                </a:gridCol>
                <a:gridCol w="1832482">
                  <a:extLst>
                    <a:ext uri="{9D8B030D-6E8A-4147-A177-3AD203B41FA5}">
                      <a16:colId xmlns:a16="http://schemas.microsoft.com/office/drawing/2014/main" val="20003"/>
                    </a:ext>
                  </a:extLst>
                </a:gridCol>
                <a:gridCol w="1832482">
                  <a:extLst>
                    <a:ext uri="{9D8B030D-6E8A-4147-A177-3AD203B41FA5}">
                      <a16:colId xmlns:a16="http://schemas.microsoft.com/office/drawing/2014/main" val="20004"/>
                    </a:ext>
                  </a:extLst>
                </a:gridCol>
              </a:tblGrid>
              <a:tr h="485960">
                <a:tc>
                  <a:txBody>
                    <a:bodyPr/>
                    <a:lstStyle/>
                    <a:p>
                      <a:pPr marL="0" indent="0">
                        <a:spcBef>
                          <a:spcPts val="300"/>
                        </a:spcBef>
                        <a:buFont typeface="Arial" panose="020B0604020202020204" pitchFamily="34" charset="0"/>
                        <a:buNone/>
                      </a:pPr>
                      <a:r>
                        <a:rPr lang="en-US" sz="1000" b="0" dirty="0">
                          <a:solidFill>
                            <a:schemeClr val="tx1"/>
                          </a:solidFill>
                          <a:latin typeface="Aptos" panose="020B0004020202020204" pitchFamily="34" charset="0"/>
                        </a:rPr>
                        <a:t>Activity #1</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extLst>
                  <a:ext uri="{0D108BD9-81ED-4DB2-BD59-A6C34878D82A}">
                    <a16:rowId xmlns:a16="http://schemas.microsoft.com/office/drawing/2014/main" val="10000"/>
                  </a:ext>
                </a:extLst>
              </a:tr>
              <a:tr h="485960">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Activity #2</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extLst>
                  <a:ext uri="{0D108BD9-81ED-4DB2-BD59-A6C34878D82A}">
                    <a16:rowId xmlns:a16="http://schemas.microsoft.com/office/drawing/2014/main" val="10001"/>
                  </a:ext>
                </a:extLst>
              </a:tr>
              <a:tr h="485960">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Activity #3</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extLst>
                  <a:ext uri="{0D108BD9-81ED-4DB2-BD59-A6C34878D82A}">
                    <a16:rowId xmlns:a16="http://schemas.microsoft.com/office/drawing/2014/main" val="10002"/>
                  </a:ext>
                </a:extLst>
              </a:tr>
              <a:tr h="485960">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Activity #4</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extLst>
                  <a:ext uri="{0D108BD9-81ED-4DB2-BD59-A6C34878D82A}">
                    <a16:rowId xmlns:a16="http://schemas.microsoft.com/office/drawing/2014/main" val="10003"/>
                  </a:ext>
                </a:extLst>
              </a:tr>
              <a:tr h="485960">
                <a:tc>
                  <a:txBody>
                    <a:bodyPr/>
                    <a:lstStyle/>
                    <a:p>
                      <a:pPr marL="0" indent="0">
                        <a:spcBef>
                          <a:spcPts val="300"/>
                        </a:spcBef>
                        <a:buFont typeface="Arial" panose="020B0604020202020204" pitchFamily="34" charset="0"/>
                        <a:buNone/>
                      </a:pPr>
                      <a:r>
                        <a:rPr lang="en-US" sz="1000" b="0" dirty="0">
                          <a:solidFill>
                            <a:schemeClr val="tx1"/>
                          </a:solidFill>
                          <a:latin typeface="Aptos" panose="020B0004020202020204" pitchFamily="34" charset="0"/>
                        </a:rPr>
                        <a:t>Activity #5</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tx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grpSp>
        <p:nvGrpSpPr>
          <p:cNvPr id="11" name="Group 10">
            <a:extLst>
              <a:ext uri="{FF2B5EF4-FFF2-40B4-BE49-F238E27FC236}">
                <a16:creationId xmlns:a16="http://schemas.microsoft.com/office/drawing/2014/main" id="{C3EC85D5-E36A-4C76-8CA6-27F0E3DFCC8C}"/>
              </a:ext>
            </a:extLst>
          </p:cNvPr>
          <p:cNvGrpSpPr/>
          <p:nvPr/>
        </p:nvGrpSpPr>
        <p:grpSpPr>
          <a:xfrm>
            <a:off x="1946697" y="2200151"/>
            <a:ext cx="7551717" cy="477610"/>
            <a:chOff x="1954696" y="1965706"/>
            <a:chExt cx="6819162" cy="548640"/>
          </a:xfrm>
        </p:grpSpPr>
        <p:sp>
          <p:nvSpPr>
            <p:cNvPr id="16" name="Pentagon 15">
              <a:extLst>
                <a:ext uri="{FF2B5EF4-FFF2-40B4-BE49-F238E27FC236}">
                  <a16:creationId xmlns:a16="http://schemas.microsoft.com/office/drawing/2014/main" id="{FD1018F8-194F-4D42-91AB-2023A37C1C8C}"/>
                </a:ext>
              </a:extLst>
            </p:cNvPr>
            <p:cNvSpPr/>
            <p:nvPr/>
          </p:nvSpPr>
          <p:spPr>
            <a:xfrm>
              <a:off x="1954696" y="1965706"/>
              <a:ext cx="1828800" cy="548640"/>
            </a:xfrm>
            <a:prstGeom prst="homePlat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96308" tIns="96308" rIns="96308" bIns="96308" rtlCol="0" anchor="ctr"/>
            <a:lstStyle/>
            <a:p>
              <a:r>
                <a:rPr lang="en-US" sz="1200" dirty="0">
                  <a:solidFill>
                    <a:schemeClr val="bg1"/>
                  </a:solidFill>
                  <a:latin typeface="Aptos" panose="020B0004020202020204" pitchFamily="34" charset="0"/>
                </a:rPr>
                <a:t>Name of phase</a:t>
              </a:r>
            </a:p>
          </p:txBody>
        </p:sp>
        <p:sp>
          <p:nvSpPr>
            <p:cNvPr id="18" name="Chevron 17">
              <a:extLst>
                <a:ext uri="{FF2B5EF4-FFF2-40B4-BE49-F238E27FC236}">
                  <a16:creationId xmlns:a16="http://schemas.microsoft.com/office/drawing/2014/main" id="{A53AE81E-CCA6-42C1-A4B3-3BFAD64233C2}"/>
                </a:ext>
              </a:extLst>
            </p:cNvPr>
            <p:cNvSpPr/>
            <p:nvPr/>
          </p:nvSpPr>
          <p:spPr>
            <a:xfrm>
              <a:off x="3618150" y="1965706"/>
              <a:ext cx="1828800" cy="548640"/>
            </a:xfrm>
            <a:prstGeom prst="chevron">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96308" tIns="96308" rIns="96308" bIns="96308" rtlCol="0" anchor="ctr"/>
            <a:lstStyle/>
            <a:p>
              <a:r>
                <a:rPr lang="en-US" sz="1200" dirty="0">
                  <a:solidFill>
                    <a:schemeClr val="bg1"/>
                  </a:solidFill>
                  <a:latin typeface="Aptos" panose="020B0004020202020204" pitchFamily="34" charset="0"/>
                </a:rPr>
                <a:t>Name of phase</a:t>
              </a:r>
            </a:p>
          </p:txBody>
        </p:sp>
        <p:sp>
          <p:nvSpPr>
            <p:cNvPr id="19" name="Chevron 18">
              <a:extLst>
                <a:ext uri="{FF2B5EF4-FFF2-40B4-BE49-F238E27FC236}">
                  <a16:creationId xmlns:a16="http://schemas.microsoft.com/office/drawing/2014/main" id="{74340B32-650C-4B5B-B7BA-AD2ED00EF1D8}"/>
                </a:ext>
              </a:extLst>
            </p:cNvPr>
            <p:cNvSpPr/>
            <p:nvPr/>
          </p:nvSpPr>
          <p:spPr>
            <a:xfrm>
              <a:off x="5281604" y="1965706"/>
              <a:ext cx="1828800" cy="548640"/>
            </a:xfrm>
            <a:prstGeom prst="chevron">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96308" tIns="96308" rIns="96308" bIns="96308" rtlCol="0" anchor="ctr"/>
            <a:lstStyle/>
            <a:p>
              <a:r>
                <a:rPr lang="en-US" sz="1200" dirty="0">
                  <a:solidFill>
                    <a:schemeClr val="bg1"/>
                  </a:solidFill>
                  <a:latin typeface="Aptos" panose="020B0004020202020204" pitchFamily="34" charset="0"/>
                </a:rPr>
                <a:t>Name of phase</a:t>
              </a:r>
            </a:p>
          </p:txBody>
        </p:sp>
        <p:sp>
          <p:nvSpPr>
            <p:cNvPr id="21" name="Chevron 24">
              <a:extLst>
                <a:ext uri="{FF2B5EF4-FFF2-40B4-BE49-F238E27FC236}">
                  <a16:creationId xmlns:a16="http://schemas.microsoft.com/office/drawing/2014/main" id="{DCD89596-EA7B-424C-A91F-2884A0AEB17E}"/>
                </a:ext>
              </a:extLst>
            </p:cNvPr>
            <p:cNvSpPr/>
            <p:nvPr/>
          </p:nvSpPr>
          <p:spPr>
            <a:xfrm>
              <a:off x="6945058" y="1965706"/>
              <a:ext cx="1828800" cy="548640"/>
            </a:xfrm>
            <a:prstGeom prst="chevron">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96308" tIns="96308" rIns="96308" bIns="96308" rtlCol="0" anchor="ctr"/>
            <a:lstStyle/>
            <a:p>
              <a:r>
                <a:rPr lang="en-US" sz="1200" dirty="0">
                  <a:solidFill>
                    <a:schemeClr val="bg1"/>
                  </a:solidFill>
                  <a:latin typeface="Aptos" panose="020B0004020202020204" pitchFamily="34" charset="0"/>
                </a:rPr>
                <a:t>Name of phase</a:t>
              </a:r>
            </a:p>
          </p:txBody>
        </p:sp>
      </p:grpSp>
    </p:spTree>
    <p:extLst>
      <p:ext uri="{BB962C8B-B14F-4D97-AF65-F5344CB8AC3E}">
        <p14:creationId xmlns:p14="http://schemas.microsoft.com/office/powerpoint/2010/main" val="2506705745"/>
      </p:ext>
    </p:extLst>
  </p:cSld>
  <p:clrMapOvr>
    <a:masterClrMapping/>
  </p:clrMapOvr>
  <p:transition>
    <p:fade/>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t>Flow table </a:t>
            </a:r>
          </a:p>
        </p:txBody>
      </p:sp>
      <p:sp>
        <p:nvSpPr>
          <p:cNvPr id="4" name="Text Placeholder 3"/>
          <p:cNvSpPr>
            <a:spLocks noGrp="1"/>
          </p:cNvSpPr>
          <p:nvPr>
            <p:ph type="body" sz="quarter" idx="13"/>
          </p:nvPr>
        </p:nvSpPr>
        <p:spPr/>
        <p:txBody>
          <a:bodyPr/>
          <a:lstStyle/>
          <a:p>
            <a:r>
              <a:rPr lang="en-US"/>
              <a:t>Single color highlight</a:t>
            </a:r>
            <a:endParaRPr lang="en-US" dirty="0"/>
          </a:p>
        </p:txBody>
      </p:sp>
      <p:graphicFrame>
        <p:nvGraphicFramePr>
          <p:cNvPr id="21" name="Chart Placeholder 19"/>
          <p:cNvGraphicFramePr>
            <a:graphicFrameLocks/>
          </p:cNvGraphicFramePr>
          <p:nvPr>
            <p:extLst>
              <p:ext uri="{D42A27DB-BD31-4B8C-83A1-F6EECF244321}">
                <p14:modId xmlns:p14="http://schemas.microsoft.com/office/powerpoint/2010/main" val="365297874"/>
              </p:ext>
            </p:extLst>
          </p:nvPr>
        </p:nvGraphicFramePr>
        <p:xfrm>
          <a:off x="392057" y="2678312"/>
          <a:ext cx="9138285" cy="2429800"/>
        </p:xfrm>
        <a:graphic>
          <a:graphicData uri="http://schemas.openxmlformats.org/drawingml/2006/table">
            <a:tbl>
              <a:tblPr>
                <a:tableStyleId>{5C22544A-7EE6-4342-B048-85BDC9FD1C3A}</a:tableStyleId>
              </a:tblPr>
              <a:tblGrid>
                <a:gridCol w="1770081">
                  <a:extLst>
                    <a:ext uri="{9D8B030D-6E8A-4147-A177-3AD203B41FA5}">
                      <a16:colId xmlns:a16="http://schemas.microsoft.com/office/drawing/2014/main" val="20000"/>
                    </a:ext>
                  </a:extLst>
                </a:gridCol>
                <a:gridCol w="1842051">
                  <a:extLst>
                    <a:ext uri="{9D8B030D-6E8A-4147-A177-3AD203B41FA5}">
                      <a16:colId xmlns:a16="http://schemas.microsoft.com/office/drawing/2014/main" val="20001"/>
                    </a:ext>
                  </a:extLst>
                </a:gridCol>
                <a:gridCol w="1842051">
                  <a:extLst>
                    <a:ext uri="{9D8B030D-6E8A-4147-A177-3AD203B41FA5}">
                      <a16:colId xmlns:a16="http://schemas.microsoft.com/office/drawing/2014/main" val="20002"/>
                    </a:ext>
                  </a:extLst>
                </a:gridCol>
                <a:gridCol w="1842051">
                  <a:extLst>
                    <a:ext uri="{9D8B030D-6E8A-4147-A177-3AD203B41FA5}">
                      <a16:colId xmlns:a16="http://schemas.microsoft.com/office/drawing/2014/main" val="20003"/>
                    </a:ext>
                  </a:extLst>
                </a:gridCol>
                <a:gridCol w="1842051">
                  <a:extLst>
                    <a:ext uri="{9D8B030D-6E8A-4147-A177-3AD203B41FA5}">
                      <a16:colId xmlns:a16="http://schemas.microsoft.com/office/drawing/2014/main" val="20004"/>
                    </a:ext>
                  </a:extLst>
                </a:gridCol>
              </a:tblGrid>
              <a:tr h="485960">
                <a:tc>
                  <a:txBody>
                    <a:bodyPr/>
                    <a:lstStyle/>
                    <a:p>
                      <a:pPr marL="0" indent="0">
                        <a:spcBef>
                          <a:spcPts val="300"/>
                        </a:spcBef>
                        <a:buFont typeface="Arial" panose="020B0604020202020204" pitchFamily="34" charset="0"/>
                        <a:buNone/>
                      </a:pPr>
                      <a:r>
                        <a:rPr lang="en-US" sz="1000" b="0" dirty="0">
                          <a:solidFill>
                            <a:schemeClr val="bg1"/>
                          </a:solidFill>
                          <a:latin typeface="Aptos" panose="020B0004020202020204" pitchFamily="34" charset="0"/>
                        </a:rPr>
                        <a:t>Activity #1</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0000"/>
                  </a:ext>
                </a:extLst>
              </a:tr>
              <a:tr h="485960">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Activity #2</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0001"/>
                  </a:ext>
                </a:extLst>
              </a:tr>
              <a:tr h="485960">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Activity #3</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indent="0">
                        <a:spcBef>
                          <a:spcPts val="300"/>
                        </a:spcBef>
                        <a:buFont typeface="Arial" panose="020B0604020202020204" pitchFamily="34" charset="0"/>
                        <a:buNone/>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0002"/>
                  </a:ext>
                </a:extLst>
              </a:tr>
              <a:tr h="485960">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Activity #4</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0003"/>
                  </a:ext>
                </a:extLst>
              </a:tr>
              <a:tr h="485960">
                <a:tc>
                  <a:txBody>
                    <a:bodyPr/>
                    <a:lstStyle/>
                    <a:p>
                      <a:pPr marL="0" indent="0">
                        <a:spcBef>
                          <a:spcPts val="300"/>
                        </a:spcBef>
                        <a:buFont typeface="Arial" panose="020B0604020202020204" pitchFamily="34" charset="0"/>
                        <a:buNone/>
                      </a:pPr>
                      <a:r>
                        <a:rPr lang="en-US" sz="1000" b="0" dirty="0">
                          <a:solidFill>
                            <a:schemeClr val="bg1"/>
                          </a:solidFill>
                          <a:latin typeface="Aptos" panose="020B0004020202020204" pitchFamily="34" charset="0"/>
                        </a:rPr>
                        <a:t>Activity #5</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b="0" dirty="0">
                          <a:solidFill>
                            <a:schemeClr val="bg1"/>
                          </a:solidFill>
                          <a:latin typeface="Aptos" panose="020B0004020202020204" pitchFamily="34" charset="0"/>
                        </a:rPr>
                        <a:t>Text here</a:t>
                      </a:r>
                    </a:p>
                  </a:txBody>
                  <a:tcPr marL="74295" marR="74295" marT="74295" marB="74295"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grpSp>
        <p:nvGrpSpPr>
          <p:cNvPr id="10" name="Group 9">
            <a:extLst>
              <a:ext uri="{FF2B5EF4-FFF2-40B4-BE49-F238E27FC236}">
                <a16:creationId xmlns:a16="http://schemas.microsoft.com/office/drawing/2014/main" id="{74A77CAA-2DA5-4769-8565-3779DACA6CB2}"/>
              </a:ext>
            </a:extLst>
          </p:cNvPr>
          <p:cNvGrpSpPr/>
          <p:nvPr/>
        </p:nvGrpSpPr>
        <p:grpSpPr>
          <a:xfrm>
            <a:off x="1946697" y="2200151"/>
            <a:ext cx="7551717" cy="477610"/>
            <a:chOff x="1954696" y="1965706"/>
            <a:chExt cx="6819162" cy="548640"/>
          </a:xfrm>
        </p:grpSpPr>
        <p:sp>
          <p:nvSpPr>
            <p:cNvPr id="11" name="Pentagon 15">
              <a:extLst>
                <a:ext uri="{FF2B5EF4-FFF2-40B4-BE49-F238E27FC236}">
                  <a16:creationId xmlns:a16="http://schemas.microsoft.com/office/drawing/2014/main" id="{75C7352D-0CBA-4AB2-A775-028B69AB51A7}"/>
                </a:ext>
              </a:extLst>
            </p:cNvPr>
            <p:cNvSpPr/>
            <p:nvPr/>
          </p:nvSpPr>
          <p:spPr>
            <a:xfrm>
              <a:off x="1954696" y="1965706"/>
              <a:ext cx="1828800" cy="548640"/>
            </a:xfrm>
            <a:prstGeom prst="homePlate">
              <a:avLst/>
            </a:prstGeom>
            <a:solidFill>
              <a:schemeClr val="accent6"/>
            </a:solidFill>
            <a:ln w="63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96308" tIns="96308" rIns="96308" bIns="96308" rtlCol="0" anchor="ctr"/>
            <a:lstStyle/>
            <a:p>
              <a:r>
                <a:rPr lang="en-US" sz="1200" dirty="0">
                  <a:solidFill>
                    <a:schemeClr val="bg1"/>
                  </a:solidFill>
                  <a:latin typeface="Aptos" panose="020B0004020202020204" pitchFamily="34" charset="0"/>
                </a:rPr>
                <a:t>Name of phase</a:t>
              </a:r>
            </a:p>
          </p:txBody>
        </p:sp>
        <p:sp>
          <p:nvSpPr>
            <p:cNvPr id="12" name="Chevron 17">
              <a:extLst>
                <a:ext uri="{FF2B5EF4-FFF2-40B4-BE49-F238E27FC236}">
                  <a16:creationId xmlns:a16="http://schemas.microsoft.com/office/drawing/2014/main" id="{BEFF86CB-C339-443E-B4D6-CE2539A8E47E}"/>
                </a:ext>
              </a:extLst>
            </p:cNvPr>
            <p:cNvSpPr/>
            <p:nvPr/>
          </p:nvSpPr>
          <p:spPr>
            <a:xfrm>
              <a:off x="3629618" y="1965706"/>
              <a:ext cx="1828800" cy="548640"/>
            </a:xfrm>
            <a:prstGeom prst="chevron">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96308" tIns="96308" rIns="96308" bIns="96308" rtlCol="0" anchor="ctr"/>
            <a:lstStyle/>
            <a:p>
              <a:r>
                <a:rPr lang="en-US" sz="1200" dirty="0">
                  <a:solidFill>
                    <a:schemeClr val="tx1"/>
                  </a:solidFill>
                  <a:latin typeface="Aptos" panose="020B0004020202020204" pitchFamily="34" charset="0"/>
                </a:rPr>
                <a:t>Name of phase</a:t>
              </a:r>
            </a:p>
          </p:txBody>
        </p:sp>
        <p:sp>
          <p:nvSpPr>
            <p:cNvPr id="13" name="Chevron 18">
              <a:extLst>
                <a:ext uri="{FF2B5EF4-FFF2-40B4-BE49-F238E27FC236}">
                  <a16:creationId xmlns:a16="http://schemas.microsoft.com/office/drawing/2014/main" id="{6FA56AD2-8D48-4D83-A3AC-3BB808B4B780}"/>
                </a:ext>
              </a:extLst>
            </p:cNvPr>
            <p:cNvSpPr/>
            <p:nvPr/>
          </p:nvSpPr>
          <p:spPr>
            <a:xfrm>
              <a:off x="5281604" y="1965706"/>
              <a:ext cx="1828800" cy="548640"/>
            </a:xfrm>
            <a:prstGeom prst="chevr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6308" tIns="96308" rIns="96308" bIns="96308" rtlCol="0" anchor="ctr"/>
            <a:lstStyle/>
            <a:p>
              <a:r>
                <a:rPr lang="en-US" sz="1200" dirty="0">
                  <a:solidFill>
                    <a:schemeClr val="tx1"/>
                  </a:solidFill>
                  <a:latin typeface="Aptos" panose="020B0004020202020204" pitchFamily="34" charset="0"/>
                </a:rPr>
                <a:t>Name of phase</a:t>
              </a:r>
            </a:p>
          </p:txBody>
        </p:sp>
        <p:sp>
          <p:nvSpPr>
            <p:cNvPr id="15" name="Chevron 24">
              <a:extLst>
                <a:ext uri="{FF2B5EF4-FFF2-40B4-BE49-F238E27FC236}">
                  <a16:creationId xmlns:a16="http://schemas.microsoft.com/office/drawing/2014/main" id="{A74C587C-22F7-46EF-B0A9-3FAFDB717253}"/>
                </a:ext>
              </a:extLst>
            </p:cNvPr>
            <p:cNvSpPr/>
            <p:nvPr/>
          </p:nvSpPr>
          <p:spPr>
            <a:xfrm>
              <a:off x="6945058" y="1965706"/>
              <a:ext cx="1828800" cy="548640"/>
            </a:xfrm>
            <a:prstGeom prst="chevr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6308" tIns="96308" rIns="96308" bIns="96308" rtlCol="0" anchor="ctr"/>
            <a:lstStyle/>
            <a:p>
              <a:r>
                <a:rPr lang="en-US" sz="1200" dirty="0">
                  <a:solidFill>
                    <a:schemeClr val="tx1"/>
                  </a:solidFill>
                  <a:latin typeface="Aptos" panose="020B0004020202020204" pitchFamily="34" charset="0"/>
                </a:rPr>
                <a:t>Name of phase</a:t>
              </a:r>
            </a:p>
          </p:txBody>
        </p:sp>
      </p:grpSp>
      <p:sp>
        <p:nvSpPr>
          <p:cNvPr id="16" name="Text Placeholder 4">
            <a:extLst>
              <a:ext uri="{FF2B5EF4-FFF2-40B4-BE49-F238E27FC236}">
                <a16:creationId xmlns:a16="http://schemas.microsoft.com/office/drawing/2014/main" id="{0CFF6C04-F485-4CF3-BD3E-EBB1605AE86C}"/>
              </a:ext>
            </a:extLst>
          </p:cNvPr>
          <p:cNvSpPr txBox="1">
            <a:spLocks/>
          </p:cNvSpPr>
          <p:nvPr/>
        </p:nvSpPr>
        <p:spPr>
          <a:xfrm>
            <a:off x="391958" y="1689499"/>
            <a:ext cx="9138285" cy="290214"/>
          </a:xfrm>
          <a:prstGeom prst="rect">
            <a:avLst/>
          </a:prstGeom>
        </p:spPr>
        <p:txBody>
          <a:bodyPr lIns="0" tIns="0" rIns="0" bIns="0"/>
          <a:lstStyle>
            <a:lvl1pPr marL="0" indent="0" algn="l" defTabSz="914400" rtl="0" eaLnBrk="1" latinLnBrk="0" hangingPunct="1">
              <a:spcBef>
                <a:spcPts val="0"/>
              </a:spcBef>
              <a:spcAft>
                <a:spcPts val="600"/>
              </a:spcAft>
              <a:buSzPct val="100000"/>
              <a:buFontTx/>
              <a:buNone/>
              <a:defRPr sz="12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600"/>
              </a:spcAft>
              <a:buClrTx/>
              <a:buSzPct val="100000"/>
              <a:buFont typeface="Arial" panose="020B0604020202020204" pitchFamily="34" charset="0"/>
              <a:buChar char="•"/>
              <a:defRPr lang="en-US" sz="12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60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r>
              <a:rPr lang="en-US" dirty="0">
                <a:solidFill>
                  <a:schemeClr val="bg1"/>
                </a:solidFill>
                <a:latin typeface="Aptos" panose="020B0004020202020204" pitchFamily="34" charset="0"/>
              </a:rPr>
              <a:t>Table title</a:t>
            </a:r>
          </a:p>
          <a:p>
            <a:endParaRPr lang="en-US" dirty="0">
              <a:solidFill>
                <a:schemeClr val="bg1"/>
              </a:solidFill>
              <a:latin typeface="Aptos" panose="020B0004020202020204" pitchFamily="34" charset="0"/>
            </a:endParaRPr>
          </a:p>
        </p:txBody>
      </p:sp>
    </p:spTree>
    <p:extLst>
      <p:ext uri="{BB962C8B-B14F-4D97-AF65-F5344CB8AC3E}">
        <p14:creationId xmlns:p14="http://schemas.microsoft.com/office/powerpoint/2010/main" val="2515899089"/>
      </p:ext>
    </p:extLst>
  </p:cSld>
  <p:clrMapOvr>
    <a:masterClrMapping/>
  </p:clrMapOvr>
  <p:transition>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GB" dirty="0"/>
              <a:t>Page subtitle</a:t>
            </a:r>
          </a:p>
        </p:txBody>
      </p:sp>
      <p:sp>
        <p:nvSpPr>
          <p:cNvPr id="3" name="Title 2"/>
          <p:cNvSpPr>
            <a:spLocks noGrp="1"/>
          </p:cNvSpPr>
          <p:nvPr>
            <p:ph type="title"/>
          </p:nvPr>
        </p:nvSpPr>
        <p:spPr/>
        <p:txBody>
          <a:bodyPr/>
          <a:lstStyle/>
          <a:p>
            <a:r>
              <a:rPr lang="en-US" dirty="0"/>
              <a:t>Project timeline</a:t>
            </a:r>
          </a:p>
        </p:txBody>
      </p:sp>
      <p:sp>
        <p:nvSpPr>
          <p:cNvPr id="4" name="Text Placeholder 3">
            <a:extLst>
              <a:ext uri="{FF2B5EF4-FFF2-40B4-BE49-F238E27FC236}">
                <a16:creationId xmlns:a16="http://schemas.microsoft.com/office/drawing/2014/main" id="{CE25AECD-E61F-416D-913B-69303AE3A39E}"/>
              </a:ext>
            </a:extLst>
          </p:cNvPr>
          <p:cNvSpPr>
            <a:spLocks noGrp="1"/>
          </p:cNvSpPr>
          <p:nvPr>
            <p:ph idx="1"/>
          </p:nvPr>
        </p:nvSpPr>
        <p:spPr/>
        <p:txBody>
          <a:bodyPr/>
          <a:lstStyle/>
          <a:p>
            <a:r>
              <a:rPr lang="en-US" dirty="0"/>
              <a:t>Table title</a:t>
            </a:r>
          </a:p>
          <a:p>
            <a:endParaRPr lang="en-US" dirty="0"/>
          </a:p>
          <a:p>
            <a:endParaRPr lang="en-US" dirty="0"/>
          </a:p>
        </p:txBody>
      </p:sp>
      <p:graphicFrame>
        <p:nvGraphicFramePr>
          <p:cNvPr id="21" name="Table 20">
            <a:extLst>
              <a:ext uri="{FF2B5EF4-FFF2-40B4-BE49-F238E27FC236}">
                <a16:creationId xmlns:a16="http://schemas.microsoft.com/office/drawing/2014/main" id="{409D0114-E780-4A3A-A07D-FC15C925B73A}"/>
              </a:ext>
            </a:extLst>
          </p:cNvPr>
          <p:cNvGraphicFramePr>
            <a:graphicFrameLocks noGrp="1"/>
          </p:cNvGraphicFramePr>
          <p:nvPr>
            <p:extLst>
              <p:ext uri="{D42A27DB-BD31-4B8C-83A1-F6EECF244321}">
                <p14:modId xmlns:p14="http://schemas.microsoft.com/office/powerpoint/2010/main" val="333501330"/>
              </p:ext>
            </p:extLst>
          </p:nvPr>
        </p:nvGraphicFramePr>
        <p:xfrm>
          <a:off x="401069" y="2148305"/>
          <a:ext cx="9203093" cy="3424090"/>
        </p:xfrm>
        <a:graphic>
          <a:graphicData uri="http://schemas.openxmlformats.org/drawingml/2006/table">
            <a:tbl>
              <a:tblPr firstRow="1" bandRow="1">
                <a:tableStyleId>{5C22544A-7EE6-4342-B048-85BDC9FD1C3A}</a:tableStyleId>
              </a:tblPr>
              <a:tblGrid>
                <a:gridCol w="2314061">
                  <a:extLst>
                    <a:ext uri="{9D8B030D-6E8A-4147-A177-3AD203B41FA5}">
                      <a16:colId xmlns:a16="http://schemas.microsoft.com/office/drawing/2014/main" val="4284568668"/>
                    </a:ext>
                  </a:extLst>
                </a:gridCol>
                <a:gridCol w="287043">
                  <a:extLst>
                    <a:ext uri="{9D8B030D-6E8A-4147-A177-3AD203B41FA5}">
                      <a16:colId xmlns:a16="http://schemas.microsoft.com/office/drawing/2014/main" val="836960948"/>
                    </a:ext>
                  </a:extLst>
                </a:gridCol>
                <a:gridCol w="287043">
                  <a:extLst>
                    <a:ext uri="{9D8B030D-6E8A-4147-A177-3AD203B41FA5}">
                      <a16:colId xmlns:a16="http://schemas.microsoft.com/office/drawing/2014/main" val="2004318409"/>
                    </a:ext>
                  </a:extLst>
                </a:gridCol>
                <a:gridCol w="287043">
                  <a:extLst>
                    <a:ext uri="{9D8B030D-6E8A-4147-A177-3AD203B41FA5}">
                      <a16:colId xmlns:a16="http://schemas.microsoft.com/office/drawing/2014/main" val="1017825163"/>
                    </a:ext>
                  </a:extLst>
                </a:gridCol>
                <a:gridCol w="287043">
                  <a:extLst>
                    <a:ext uri="{9D8B030D-6E8A-4147-A177-3AD203B41FA5}">
                      <a16:colId xmlns:a16="http://schemas.microsoft.com/office/drawing/2014/main" val="2715765131"/>
                    </a:ext>
                  </a:extLst>
                </a:gridCol>
                <a:gridCol w="287043">
                  <a:extLst>
                    <a:ext uri="{9D8B030D-6E8A-4147-A177-3AD203B41FA5}">
                      <a16:colId xmlns:a16="http://schemas.microsoft.com/office/drawing/2014/main" val="2001071721"/>
                    </a:ext>
                  </a:extLst>
                </a:gridCol>
                <a:gridCol w="287043">
                  <a:extLst>
                    <a:ext uri="{9D8B030D-6E8A-4147-A177-3AD203B41FA5}">
                      <a16:colId xmlns:a16="http://schemas.microsoft.com/office/drawing/2014/main" val="261554609"/>
                    </a:ext>
                  </a:extLst>
                </a:gridCol>
                <a:gridCol w="287043">
                  <a:extLst>
                    <a:ext uri="{9D8B030D-6E8A-4147-A177-3AD203B41FA5}">
                      <a16:colId xmlns:a16="http://schemas.microsoft.com/office/drawing/2014/main" val="1892241911"/>
                    </a:ext>
                  </a:extLst>
                </a:gridCol>
                <a:gridCol w="287043">
                  <a:extLst>
                    <a:ext uri="{9D8B030D-6E8A-4147-A177-3AD203B41FA5}">
                      <a16:colId xmlns:a16="http://schemas.microsoft.com/office/drawing/2014/main" val="3314754578"/>
                    </a:ext>
                  </a:extLst>
                </a:gridCol>
                <a:gridCol w="287043">
                  <a:extLst>
                    <a:ext uri="{9D8B030D-6E8A-4147-A177-3AD203B41FA5}">
                      <a16:colId xmlns:a16="http://schemas.microsoft.com/office/drawing/2014/main" val="3950544124"/>
                    </a:ext>
                  </a:extLst>
                </a:gridCol>
                <a:gridCol w="287043">
                  <a:extLst>
                    <a:ext uri="{9D8B030D-6E8A-4147-A177-3AD203B41FA5}">
                      <a16:colId xmlns:a16="http://schemas.microsoft.com/office/drawing/2014/main" val="2182457792"/>
                    </a:ext>
                  </a:extLst>
                </a:gridCol>
                <a:gridCol w="287043">
                  <a:extLst>
                    <a:ext uri="{9D8B030D-6E8A-4147-A177-3AD203B41FA5}">
                      <a16:colId xmlns:a16="http://schemas.microsoft.com/office/drawing/2014/main" val="2759418153"/>
                    </a:ext>
                  </a:extLst>
                </a:gridCol>
                <a:gridCol w="287043">
                  <a:extLst>
                    <a:ext uri="{9D8B030D-6E8A-4147-A177-3AD203B41FA5}">
                      <a16:colId xmlns:a16="http://schemas.microsoft.com/office/drawing/2014/main" val="1229282592"/>
                    </a:ext>
                  </a:extLst>
                </a:gridCol>
                <a:gridCol w="287043">
                  <a:extLst>
                    <a:ext uri="{9D8B030D-6E8A-4147-A177-3AD203B41FA5}">
                      <a16:colId xmlns:a16="http://schemas.microsoft.com/office/drawing/2014/main" val="721608108"/>
                    </a:ext>
                  </a:extLst>
                </a:gridCol>
                <a:gridCol w="287043">
                  <a:extLst>
                    <a:ext uri="{9D8B030D-6E8A-4147-A177-3AD203B41FA5}">
                      <a16:colId xmlns:a16="http://schemas.microsoft.com/office/drawing/2014/main" val="1579713459"/>
                    </a:ext>
                  </a:extLst>
                </a:gridCol>
                <a:gridCol w="287043">
                  <a:extLst>
                    <a:ext uri="{9D8B030D-6E8A-4147-A177-3AD203B41FA5}">
                      <a16:colId xmlns:a16="http://schemas.microsoft.com/office/drawing/2014/main" val="1739190514"/>
                    </a:ext>
                  </a:extLst>
                </a:gridCol>
                <a:gridCol w="287043">
                  <a:extLst>
                    <a:ext uri="{9D8B030D-6E8A-4147-A177-3AD203B41FA5}">
                      <a16:colId xmlns:a16="http://schemas.microsoft.com/office/drawing/2014/main" val="2171498321"/>
                    </a:ext>
                  </a:extLst>
                </a:gridCol>
                <a:gridCol w="287043">
                  <a:extLst>
                    <a:ext uri="{9D8B030D-6E8A-4147-A177-3AD203B41FA5}">
                      <a16:colId xmlns:a16="http://schemas.microsoft.com/office/drawing/2014/main" val="2804590845"/>
                    </a:ext>
                  </a:extLst>
                </a:gridCol>
                <a:gridCol w="287043">
                  <a:extLst>
                    <a:ext uri="{9D8B030D-6E8A-4147-A177-3AD203B41FA5}">
                      <a16:colId xmlns:a16="http://schemas.microsoft.com/office/drawing/2014/main" val="3502522299"/>
                    </a:ext>
                  </a:extLst>
                </a:gridCol>
                <a:gridCol w="287043">
                  <a:extLst>
                    <a:ext uri="{9D8B030D-6E8A-4147-A177-3AD203B41FA5}">
                      <a16:colId xmlns:a16="http://schemas.microsoft.com/office/drawing/2014/main" val="1066764142"/>
                    </a:ext>
                  </a:extLst>
                </a:gridCol>
                <a:gridCol w="287043">
                  <a:extLst>
                    <a:ext uri="{9D8B030D-6E8A-4147-A177-3AD203B41FA5}">
                      <a16:colId xmlns:a16="http://schemas.microsoft.com/office/drawing/2014/main" val="1054838701"/>
                    </a:ext>
                  </a:extLst>
                </a:gridCol>
                <a:gridCol w="287043">
                  <a:extLst>
                    <a:ext uri="{9D8B030D-6E8A-4147-A177-3AD203B41FA5}">
                      <a16:colId xmlns:a16="http://schemas.microsoft.com/office/drawing/2014/main" val="2589886849"/>
                    </a:ext>
                  </a:extLst>
                </a:gridCol>
                <a:gridCol w="287043">
                  <a:extLst>
                    <a:ext uri="{9D8B030D-6E8A-4147-A177-3AD203B41FA5}">
                      <a16:colId xmlns:a16="http://schemas.microsoft.com/office/drawing/2014/main" val="3657955512"/>
                    </a:ext>
                  </a:extLst>
                </a:gridCol>
                <a:gridCol w="287043">
                  <a:extLst>
                    <a:ext uri="{9D8B030D-6E8A-4147-A177-3AD203B41FA5}">
                      <a16:colId xmlns:a16="http://schemas.microsoft.com/office/drawing/2014/main" val="1245657576"/>
                    </a:ext>
                  </a:extLst>
                </a:gridCol>
                <a:gridCol w="287043">
                  <a:extLst>
                    <a:ext uri="{9D8B030D-6E8A-4147-A177-3AD203B41FA5}">
                      <a16:colId xmlns:a16="http://schemas.microsoft.com/office/drawing/2014/main" val="2065718407"/>
                    </a:ext>
                  </a:extLst>
                </a:gridCol>
              </a:tblGrid>
              <a:tr h="215315">
                <a:tc>
                  <a:txBody>
                    <a:bodyPr/>
                    <a:lstStyle/>
                    <a:p>
                      <a:endParaRPr lang="en-GB" sz="1000" b="0" dirty="0">
                        <a:solidFill>
                          <a:schemeClr val="tx1"/>
                        </a:solidFill>
                        <a:latin typeface="Aptos" panose="020B0004020202020204" pitchFamily="34" charset="0"/>
                      </a:endParaRPr>
                    </a:p>
                  </a:txBody>
                  <a:tcPr marL="29250" marR="29250" marT="29250" marB="2925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gridSpan="4">
                  <a:txBody>
                    <a:bodyPr/>
                    <a:lstStyle/>
                    <a:p>
                      <a:pPr algn="ctr"/>
                      <a:r>
                        <a:rPr lang="en-GB" sz="1000" b="0" dirty="0">
                          <a:solidFill>
                            <a:schemeClr val="tx1"/>
                          </a:solidFill>
                          <a:latin typeface="Aptos" panose="020B0004020202020204" pitchFamily="34" charset="0"/>
                        </a:rPr>
                        <a:t>August</a:t>
                      </a:r>
                    </a:p>
                  </a:txBody>
                  <a:tcPr marL="29250" marR="29250" marT="29250" marB="2925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tc gridSpan="4">
                  <a:txBody>
                    <a:bodyPr/>
                    <a:lstStyle/>
                    <a:p>
                      <a:pPr algn="ctr"/>
                      <a:r>
                        <a:rPr lang="en-GB" sz="1000" b="0" dirty="0">
                          <a:solidFill>
                            <a:schemeClr val="tx1"/>
                          </a:solidFill>
                          <a:latin typeface="Aptos" panose="020B0004020202020204" pitchFamily="34" charset="0"/>
                        </a:rPr>
                        <a:t>September</a:t>
                      </a:r>
                    </a:p>
                  </a:txBody>
                  <a:tcPr marL="29250" marR="29250" marT="29250" marB="2925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tc gridSpan="5">
                  <a:txBody>
                    <a:bodyPr/>
                    <a:lstStyle/>
                    <a:p>
                      <a:pPr algn="ctr"/>
                      <a:r>
                        <a:rPr lang="en-GB" sz="1000" b="0" dirty="0">
                          <a:solidFill>
                            <a:schemeClr val="tx1"/>
                          </a:solidFill>
                          <a:latin typeface="Aptos" panose="020B0004020202020204" pitchFamily="34" charset="0"/>
                        </a:rPr>
                        <a:t>October</a:t>
                      </a:r>
                    </a:p>
                  </a:txBody>
                  <a:tcPr marL="29250" marR="29250" marT="29250" marB="2925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tc gridSpan="4">
                  <a:txBody>
                    <a:bodyPr/>
                    <a:lstStyle/>
                    <a:p>
                      <a:pPr algn="ctr"/>
                      <a:r>
                        <a:rPr lang="en-GB" sz="1000" b="0" dirty="0">
                          <a:solidFill>
                            <a:schemeClr val="tx1"/>
                          </a:solidFill>
                          <a:latin typeface="Aptos" panose="020B0004020202020204" pitchFamily="34" charset="0"/>
                        </a:rPr>
                        <a:t>November</a:t>
                      </a:r>
                    </a:p>
                  </a:txBody>
                  <a:tcPr marL="29250" marR="29250" marT="29250" marB="2925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tc gridSpan="3">
                  <a:txBody>
                    <a:bodyPr/>
                    <a:lstStyle/>
                    <a:p>
                      <a:pPr algn="ctr"/>
                      <a:r>
                        <a:rPr lang="en-GB" sz="1000" b="0" dirty="0">
                          <a:solidFill>
                            <a:schemeClr val="tx1"/>
                          </a:solidFill>
                          <a:latin typeface="Aptos" panose="020B0004020202020204" pitchFamily="34" charset="0"/>
                        </a:rPr>
                        <a:t>December</a:t>
                      </a:r>
                    </a:p>
                  </a:txBody>
                  <a:tcPr marL="29250" marR="29250" marT="29250" marB="2925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tc gridSpan="4">
                  <a:txBody>
                    <a:bodyPr/>
                    <a:lstStyle/>
                    <a:p>
                      <a:pPr algn="ctr"/>
                      <a:r>
                        <a:rPr lang="en-GB" sz="1000" b="0" dirty="0">
                          <a:solidFill>
                            <a:schemeClr val="tx1"/>
                          </a:solidFill>
                          <a:latin typeface="Aptos" panose="020B0004020202020204" pitchFamily="34" charset="0"/>
                        </a:rPr>
                        <a:t>January</a:t>
                      </a:r>
                    </a:p>
                  </a:txBody>
                  <a:tcPr marL="29250" marR="29250" marT="29250" marB="2925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tc hMerge="1">
                  <a:txBody>
                    <a:bodyPr/>
                    <a:lstStyle/>
                    <a:p>
                      <a:endParaRPr lang="en-GB" sz="800" b="0" dirty="0"/>
                    </a:p>
                  </a:txBody>
                  <a:tcPr marL="36000" marR="36000" marT="36000" marB="36000" anchor="ctr"/>
                </a:tc>
                <a:extLst>
                  <a:ext uri="{0D108BD9-81ED-4DB2-BD59-A6C34878D82A}">
                    <a16:rowId xmlns:a16="http://schemas.microsoft.com/office/drawing/2014/main" val="1576951222"/>
                  </a:ext>
                </a:extLst>
              </a:tr>
              <a:tr h="215315">
                <a:tc>
                  <a:txBody>
                    <a:bodyPr/>
                    <a:lstStyle/>
                    <a:p>
                      <a:endParaRPr lang="en-GB" sz="1000" b="0" dirty="0">
                        <a:solidFill>
                          <a:schemeClr val="tx1"/>
                        </a:solidFill>
                        <a:latin typeface="Aptos" panose="020B0004020202020204" pitchFamily="34" charset="0"/>
                      </a:endParaRPr>
                    </a:p>
                  </a:txBody>
                  <a:tcPr marL="29250" marR="29250" marT="29250" marB="29250"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8</a:t>
                      </a:r>
                    </a:p>
                  </a:txBody>
                  <a:tcPr marL="29250" marR="29250" marT="29250" marB="29250"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15</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22</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29</a:t>
                      </a:r>
                    </a:p>
                  </a:txBody>
                  <a:tcPr marL="29250" marR="29250" marT="29250" marB="29250"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5</a:t>
                      </a:r>
                    </a:p>
                  </a:txBody>
                  <a:tcPr marL="29250" marR="29250" marT="29250" marB="29250"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12</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19</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26</a:t>
                      </a:r>
                    </a:p>
                  </a:txBody>
                  <a:tcPr marL="29250" marR="29250" marT="29250" marB="29250"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3</a:t>
                      </a:r>
                    </a:p>
                  </a:txBody>
                  <a:tcPr marL="29250" marR="29250" marT="29250" marB="29250"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10</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17</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24</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31</a:t>
                      </a:r>
                    </a:p>
                  </a:txBody>
                  <a:tcPr marL="29250" marR="29250" marT="29250" marB="29250"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7</a:t>
                      </a:r>
                    </a:p>
                  </a:txBody>
                  <a:tcPr marL="29250" marR="29250" marT="29250" marB="29250"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14</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21</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28</a:t>
                      </a:r>
                    </a:p>
                  </a:txBody>
                  <a:tcPr marL="29250" marR="29250" marT="29250" marB="29250"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5</a:t>
                      </a:r>
                    </a:p>
                  </a:txBody>
                  <a:tcPr marL="29250" marR="29250" marT="29250" marB="29250"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12</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19</a:t>
                      </a:r>
                    </a:p>
                  </a:txBody>
                  <a:tcPr marL="29250" marR="29250" marT="29250" marB="29250"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2</a:t>
                      </a:r>
                    </a:p>
                  </a:txBody>
                  <a:tcPr marL="29250" marR="29250" marT="29250" marB="29250"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9</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16</a:t>
                      </a:r>
                    </a:p>
                  </a:txBody>
                  <a:tcPr marL="29250" marR="29250" marT="29250" marB="2925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GB" sz="1000" b="0" dirty="0">
                          <a:solidFill>
                            <a:schemeClr val="tx1"/>
                          </a:solidFill>
                          <a:latin typeface="Aptos" panose="020B0004020202020204" pitchFamily="34" charset="0"/>
                        </a:rPr>
                        <a:t>23</a:t>
                      </a:r>
                    </a:p>
                  </a:txBody>
                  <a:tcPr marL="29250" marR="29250" marT="29250" marB="29250"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98908177"/>
                  </a:ext>
                </a:extLst>
              </a:tr>
              <a:tr h="199564">
                <a:tc>
                  <a:txBody>
                    <a:bodyPr/>
                    <a:lstStyle/>
                    <a:p>
                      <a:pPr marL="0" indent="0">
                        <a:lnSpc>
                          <a:spcPct val="100000"/>
                        </a:lnSpc>
                        <a:spcBef>
                          <a:spcPts val="300"/>
                        </a:spcBef>
                        <a:buFont typeface="Arial" panose="020B0604020202020204" pitchFamily="34" charset="0"/>
                        <a:buNone/>
                      </a:pPr>
                      <a:r>
                        <a:rPr lang="en-US" sz="1000" b="1" dirty="0">
                          <a:solidFill>
                            <a:schemeClr val="tx1"/>
                          </a:solidFill>
                          <a:latin typeface="Aptos" panose="020B0004020202020204" pitchFamily="34" charset="0"/>
                        </a:rPr>
                        <a:t>Stage 1: </a:t>
                      </a:r>
                      <a:r>
                        <a:rPr lang="en-US" sz="1000" dirty="0">
                          <a:solidFill>
                            <a:schemeClr val="tx1"/>
                          </a:solidFill>
                          <a:latin typeface="Aptos" panose="020B0004020202020204" pitchFamily="34" charset="0"/>
                        </a:rPr>
                        <a:t>Stage description</a:t>
                      </a: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2488464"/>
                  </a:ext>
                </a:extLst>
              </a:tr>
              <a:tr h="199564">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dirty="0">
                          <a:solidFill>
                            <a:schemeClr val="tx1"/>
                          </a:solidFill>
                          <a:latin typeface="Aptos" panose="020B0004020202020204" pitchFamily="34" charset="0"/>
                        </a:rPr>
                        <a:t>Activity detail</a:t>
                      </a: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11338347"/>
                  </a:ext>
                </a:extLst>
              </a:tr>
              <a:tr h="199564">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dirty="0">
                          <a:solidFill>
                            <a:schemeClr val="tx1"/>
                          </a:solidFill>
                          <a:latin typeface="Aptos" panose="020B0004020202020204" pitchFamily="34" charset="0"/>
                        </a:rPr>
                        <a:t>Activity detail</a:t>
                      </a: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45344956"/>
                  </a:ext>
                </a:extLst>
              </a:tr>
              <a:tr h="199564">
                <a:tc>
                  <a:txBody>
                    <a:bodyPr/>
                    <a:lstStyle/>
                    <a:p>
                      <a:pPr marL="0" indent="0">
                        <a:lnSpc>
                          <a:spcPct val="100000"/>
                        </a:lnSpc>
                        <a:spcBef>
                          <a:spcPts val="300"/>
                        </a:spcBef>
                        <a:buFont typeface="Arial" panose="020B0604020202020204" pitchFamily="34" charset="0"/>
                        <a:buNone/>
                      </a:pPr>
                      <a:r>
                        <a:rPr lang="en-US" sz="1000" b="1" dirty="0">
                          <a:solidFill>
                            <a:schemeClr val="tx1"/>
                          </a:solidFill>
                          <a:latin typeface="Aptos" panose="020B0004020202020204" pitchFamily="34" charset="0"/>
                        </a:rPr>
                        <a:t>Stage 2: </a:t>
                      </a:r>
                      <a:r>
                        <a:rPr lang="en-US" sz="1000" dirty="0">
                          <a:solidFill>
                            <a:schemeClr val="tx1"/>
                          </a:solidFill>
                          <a:latin typeface="Aptos" panose="020B0004020202020204" pitchFamily="34" charset="0"/>
                        </a:rPr>
                        <a:t>Stage description</a:t>
                      </a: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40455852"/>
                  </a:ext>
                </a:extLst>
              </a:tr>
              <a:tr h="199564">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dirty="0">
                          <a:solidFill>
                            <a:schemeClr val="tx1"/>
                          </a:solidFill>
                          <a:latin typeface="Aptos" panose="020B0004020202020204" pitchFamily="34" charset="0"/>
                        </a:rPr>
                        <a:t>Activity detail</a:t>
                      </a: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25066683"/>
                  </a:ext>
                </a:extLst>
              </a:tr>
              <a:tr h="199564">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dirty="0">
                          <a:solidFill>
                            <a:schemeClr val="tx1"/>
                          </a:solidFill>
                          <a:latin typeface="Aptos" panose="020B0004020202020204" pitchFamily="34" charset="0"/>
                        </a:rPr>
                        <a:t>Activity detail</a:t>
                      </a: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5832365"/>
                  </a:ext>
                </a:extLst>
              </a:tr>
              <a:tr h="199564">
                <a:tc>
                  <a:txBody>
                    <a:bodyPr/>
                    <a:lstStyle/>
                    <a:p>
                      <a:pPr marL="0" indent="0">
                        <a:lnSpc>
                          <a:spcPct val="100000"/>
                        </a:lnSpc>
                        <a:spcBef>
                          <a:spcPts val="300"/>
                        </a:spcBef>
                        <a:buFont typeface="Arial" panose="020B0604020202020204" pitchFamily="34" charset="0"/>
                        <a:buNone/>
                      </a:pPr>
                      <a:r>
                        <a:rPr lang="en-US" sz="1000" b="1" dirty="0">
                          <a:solidFill>
                            <a:schemeClr val="tx1"/>
                          </a:solidFill>
                          <a:latin typeface="Aptos" panose="020B0004020202020204" pitchFamily="34" charset="0"/>
                        </a:rPr>
                        <a:t>Stage 3: </a:t>
                      </a:r>
                      <a:r>
                        <a:rPr lang="en-US" sz="1000" dirty="0">
                          <a:solidFill>
                            <a:schemeClr val="tx1"/>
                          </a:solidFill>
                          <a:latin typeface="Aptos" panose="020B0004020202020204" pitchFamily="34" charset="0"/>
                        </a:rPr>
                        <a:t>Stage description</a:t>
                      </a: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9346808"/>
                  </a:ext>
                </a:extLst>
              </a:tr>
              <a:tr h="199564">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dirty="0">
                          <a:solidFill>
                            <a:schemeClr val="tx1"/>
                          </a:solidFill>
                          <a:latin typeface="Aptos" panose="020B0004020202020204" pitchFamily="34" charset="0"/>
                        </a:rPr>
                        <a:t>Activity detail</a:t>
                      </a: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7364659"/>
                  </a:ext>
                </a:extLst>
              </a:tr>
              <a:tr h="199564">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dirty="0">
                          <a:solidFill>
                            <a:schemeClr val="tx1"/>
                          </a:solidFill>
                          <a:latin typeface="Aptos" panose="020B0004020202020204" pitchFamily="34" charset="0"/>
                        </a:rPr>
                        <a:t>Activity detail</a:t>
                      </a: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9504253"/>
                  </a:ext>
                </a:extLst>
              </a:tr>
              <a:tr h="199564">
                <a:tc>
                  <a:txBody>
                    <a:bodyPr/>
                    <a:lstStyle/>
                    <a:p>
                      <a:pPr marL="0" indent="0">
                        <a:lnSpc>
                          <a:spcPct val="100000"/>
                        </a:lnSpc>
                        <a:spcBef>
                          <a:spcPts val="300"/>
                        </a:spcBef>
                        <a:buFont typeface="Arial" panose="020B0604020202020204" pitchFamily="34" charset="0"/>
                        <a:buNone/>
                      </a:pPr>
                      <a:r>
                        <a:rPr lang="en-US" sz="1000" b="1" dirty="0">
                          <a:solidFill>
                            <a:schemeClr val="tx1"/>
                          </a:solidFill>
                          <a:latin typeface="Aptos" panose="020B0004020202020204" pitchFamily="34" charset="0"/>
                        </a:rPr>
                        <a:t>Stage 4: </a:t>
                      </a:r>
                      <a:r>
                        <a:rPr lang="en-US" sz="1000" dirty="0">
                          <a:solidFill>
                            <a:schemeClr val="tx1"/>
                          </a:solidFill>
                          <a:latin typeface="Aptos" panose="020B0004020202020204" pitchFamily="34" charset="0"/>
                        </a:rPr>
                        <a:t>Stage description</a:t>
                      </a: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05257486"/>
                  </a:ext>
                </a:extLst>
              </a:tr>
              <a:tr h="199564">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dirty="0">
                          <a:solidFill>
                            <a:schemeClr val="tx1"/>
                          </a:solidFill>
                          <a:latin typeface="Aptos" panose="020B0004020202020204" pitchFamily="34" charset="0"/>
                        </a:rPr>
                        <a:t>Activity detail</a:t>
                      </a: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1424317"/>
                  </a:ext>
                </a:extLst>
              </a:tr>
              <a:tr h="199564">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dirty="0">
                          <a:solidFill>
                            <a:schemeClr val="tx1"/>
                          </a:solidFill>
                          <a:latin typeface="Aptos" panose="020B0004020202020204" pitchFamily="34" charset="0"/>
                        </a:rPr>
                        <a:t>Activity detail</a:t>
                      </a: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312721"/>
                  </a:ext>
                </a:extLst>
              </a:tr>
              <a:tr h="199564">
                <a:tc>
                  <a:txBody>
                    <a:bodyPr/>
                    <a:lstStyle/>
                    <a:p>
                      <a:pPr marL="0" indent="0">
                        <a:lnSpc>
                          <a:spcPct val="100000"/>
                        </a:lnSpc>
                        <a:spcBef>
                          <a:spcPts val="300"/>
                        </a:spcBef>
                        <a:buFont typeface="Arial" panose="020B0604020202020204" pitchFamily="34" charset="0"/>
                        <a:buNone/>
                      </a:pPr>
                      <a:r>
                        <a:rPr lang="en-US" sz="1000" b="1" dirty="0">
                          <a:solidFill>
                            <a:schemeClr val="tx1"/>
                          </a:solidFill>
                          <a:latin typeface="Aptos" panose="020B0004020202020204" pitchFamily="34" charset="0"/>
                        </a:rPr>
                        <a:t>Stage 5: </a:t>
                      </a:r>
                      <a:r>
                        <a:rPr lang="en-US" sz="1000" dirty="0">
                          <a:solidFill>
                            <a:schemeClr val="tx1"/>
                          </a:solidFill>
                          <a:latin typeface="Aptos" panose="020B0004020202020204" pitchFamily="34" charset="0"/>
                        </a:rPr>
                        <a:t>Stage description</a:t>
                      </a: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349255"/>
                  </a:ext>
                </a:extLst>
              </a:tr>
              <a:tr h="199564">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dirty="0">
                          <a:solidFill>
                            <a:schemeClr val="tx1"/>
                          </a:solidFill>
                          <a:latin typeface="Aptos" panose="020B0004020202020204" pitchFamily="34" charset="0"/>
                        </a:rPr>
                        <a:t>Activity detail</a:t>
                      </a: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415919"/>
                  </a:ext>
                </a:extLst>
              </a:tr>
              <a:tr h="199564">
                <a:tc>
                  <a:txBody>
                    <a:bodyPr/>
                    <a:lstStyle/>
                    <a:p>
                      <a:pPr marL="0" marR="0" indent="0" algn="l"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lang="en-US" sz="1000" dirty="0">
                          <a:solidFill>
                            <a:schemeClr val="tx1"/>
                          </a:solidFill>
                          <a:latin typeface="Aptos" panose="020B0004020202020204" pitchFamily="34" charset="0"/>
                        </a:rPr>
                        <a:t>Activity detail</a:t>
                      </a: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3175" cap="flat" cmpd="sng" algn="ctr">
                      <a:solidFill>
                        <a:schemeClr val="tx1"/>
                      </a:solidFill>
                      <a:prstDash val="solid"/>
                      <a:round/>
                      <a:headEnd type="none" w="med" len="med"/>
                      <a:tailEnd type="none" w="med" len="med"/>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000" b="0" dirty="0">
                        <a:solidFill>
                          <a:schemeClr val="tx1"/>
                        </a:solidFill>
                        <a:latin typeface="Aptos" panose="020B0004020202020204" pitchFamily="34" charset="0"/>
                      </a:endParaRPr>
                    </a:p>
                  </a:txBody>
                  <a:tcPr marL="0" marR="0" marT="14625" marB="14625" anchor="ctr">
                    <a:lnL w="12700" cmpd="sng">
                      <a:noFill/>
                    </a:lnL>
                    <a:lnR w="3175" cap="flat" cmpd="sng" algn="ctr">
                      <a:solidFill>
                        <a:schemeClr val="tx1"/>
                      </a:solidFill>
                      <a:prstDash val="solid"/>
                      <a:round/>
                      <a:headEnd type="none" w="med" len="med"/>
                      <a:tailEnd type="none" w="med" len="med"/>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7959485"/>
                  </a:ext>
                </a:extLst>
              </a:tr>
            </a:tbl>
          </a:graphicData>
        </a:graphic>
      </p:graphicFrame>
      <p:sp>
        <p:nvSpPr>
          <p:cNvPr id="22" name="Rectangle 21">
            <a:extLst>
              <a:ext uri="{FF2B5EF4-FFF2-40B4-BE49-F238E27FC236}">
                <a16:creationId xmlns:a16="http://schemas.microsoft.com/office/drawing/2014/main" id="{610DF13F-122E-4BDF-868C-FDF427A26570}"/>
              </a:ext>
            </a:extLst>
          </p:cNvPr>
          <p:cNvSpPr/>
          <p:nvPr/>
        </p:nvSpPr>
        <p:spPr bwMode="gray">
          <a:xfrm>
            <a:off x="3575436" y="2805819"/>
            <a:ext cx="628875" cy="731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37" name="Rectangle 36">
            <a:extLst>
              <a:ext uri="{FF2B5EF4-FFF2-40B4-BE49-F238E27FC236}">
                <a16:creationId xmlns:a16="http://schemas.microsoft.com/office/drawing/2014/main" id="{7F1A30F3-BBAF-49F4-8E54-C2AEB5698573}"/>
              </a:ext>
            </a:extLst>
          </p:cNvPr>
          <p:cNvSpPr/>
          <p:nvPr/>
        </p:nvSpPr>
        <p:spPr bwMode="gray">
          <a:xfrm>
            <a:off x="4203704" y="3008707"/>
            <a:ext cx="424125" cy="731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38" name="Rectangle 37">
            <a:extLst>
              <a:ext uri="{FF2B5EF4-FFF2-40B4-BE49-F238E27FC236}">
                <a16:creationId xmlns:a16="http://schemas.microsoft.com/office/drawing/2014/main" id="{826E2B74-FDD3-4239-A23A-0F14C4B6CC05}"/>
              </a:ext>
            </a:extLst>
          </p:cNvPr>
          <p:cNvSpPr/>
          <p:nvPr/>
        </p:nvSpPr>
        <p:spPr bwMode="gray">
          <a:xfrm>
            <a:off x="4624834" y="3454400"/>
            <a:ext cx="424125" cy="731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39" name="Rectangle 38">
            <a:extLst>
              <a:ext uri="{FF2B5EF4-FFF2-40B4-BE49-F238E27FC236}">
                <a16:creationId xmlns:a16="http://schemas.microsoft.com/office/drawing/2014/main" id="{56CB5726-8C8B-453F-BD6D-5E5F3B5A2F69}"/>
              </a:ext>
            </a:extLst>
          </p:cNvPr>
          <p:cNvSpPr/>
          <p:nvPr/>
        </p:nvSpPr>
        <p:spPr bwMode="gray">
          <a:xfrm>
            <a:off x="5051285" y="3620164"/>
            <a:ext cx="204750" cy="731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40" name="Rectangle 39">
            <a:extLst>
              <a:ext uri="{FF2B5EF4-FFF2-40B4-BE49-F238E27FC236}">
                <a16:creationId xmlns:a16="http://schemas.microsoft.com/office/drawing/2014/main" id="{AD77CE0E-3B0D-4F61-81A0-929E208C1920}"/>
              </a:ext>
            </a:extLst>
          </p:cNvPr>
          <p:cNvSpPr/>
          <p:nvPr/>
        </p:nvSpPr>
        <p:spPr bwMode="gray">
          <a:xfrm>
            <a:off x="5256036" y="4023468"/>
            <a:ext cx="424125" cy="731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41" name="Rectangle 40">
            <a:extLst>
              <a:ext uri="{FF2B5EF4-FFF2-40B4-BE49-F238E27FC236}">
                <a16:creationId xmlns:a16="http://schemas.microsoft.com/office/drawing/2014/main" id="{EFE1A507-B04E-4919-A6D8-293DC833B163}"/>
              </a:ext>
            </a:extLst>
          </p:cNvPr>
          <p:cNvSpPr/>
          <p:nvPr/>
        </p:nvSpPr>
        <p:spPr bwMode="gray">
          <a:xfrm>
            <a:off x="5677380" y="4207736"/>
            <a:ext cx="204750" cy="731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42" name="Rectangle 41">
            <a:extLst>
              <a:ext uri="{FF2B5EF4-FFF2-40B4-BE49-F238E27FC236}">
                <a16:creationId xmlns:a16="http://schemas.microsoft.com/office/drawing/2014/main" id="{FC2562A0-647E-4CC8-89A2-60A7D9E2C9B2}"/>
              </a:ext>
            </a:extLst>
          </p:cNvPr>
          <p:cNvSpPr/>
          <p:nvPr/>
        </p:nvSpPr>
        <p:spPr bwMode="gray">
          <a:xfrm>
            <a:off x="5882130" y="4595644"/>
            <a:ext cx="628875" cy="731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43" name="Rectangle 42">
            <a:extLst>
              <a:ext uri="{FF2B5EF4-FFF2-40B4-BE49-F238E27FC236}">
                <a16:creationId xmlns:a16="http://schemas.microsoft.com/office/drawing/2014/main" id="{4D1D7740-1E6D-4DBC-9FDA-406426B04226}"/>
              </a:ext>
            </a:extLst>
          </p:cNvPr>
          <p:cNvSpPr/>
          <p:nvPr/>
        </p:nvSpPr>
        <p:spPr bwMode="gray">
          <a:xfrm>
            <a:off x="6517389" y="4757245"/>
            <a:ext cx="204750" cy="731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44" name="Rectangle 43">
            <a:extLst>
              <a:ext uri="{FF2B5EF4-FFF2-40B4-BE49-F238E27FC236}">
                <a16:creationId xmlns:a16="http://schemas.microsoft.com/office/drawing/2014/main" id="{EBB5731A-2A85-48A5-B5F3-E37C750725CF}"/>
              </a:ext>
            </a:extLst>
          </p:cNvPr>
          <p:cNvSpPr/>
          <p:nvPr/>
        </p:nvSpPr>
        <p:spPr bwMode="gray">
          <a:xfrm>
            <a:off x="6752227" y="5225459"/>
            <a:ext cx="833625" cy="731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45" name="Rectangle 44">
            <a:extLst>
              <a:ext uri="{FF2B5EF4-FFF2-40B4-BE49-F238E27FC236}">
                <a16:creationId xmlns:a16="http://schemas.microsoft.com/office/drawing/2014/main" id="{69E259D8-B668-4667-A7E6-B68E89B57E1D}"/>
              </a:ext>
            </a:extLst>
          </p:cNvPr>
          <p:cNvSpPr/>
          <p:nvPr/>
        </p:nvSpPr>
        <p:spPr bwMode="gray">
          <a:xfrm>
            <a:off x="7585851" y="5393233"/>
            <a:ext cx="204750" cy="731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46" name="Oval 45">
            <a:extLst>
              <a:ext uri="{FF2B5EF4-FFF2-40B4-BE49-F238E27FC236}">
                <a16:creationId xmlns:a16="http://schemas.microsoft.com/office/drawing/2014/main" id="{756FA861-729B-44C4-A8BE-4011CC6B9E84}"/>
              </a:ext>
            </a:extLst>
          </p:cNvPr>
          <p:cNvSpPr/>
          <p:nvPr/>
        </p:nvSpPr>
        <p:spPr bwMode="gray">
          <a:xfrm>
            <a:off x="5329119" y="3626355"/>
            <a:ext cx="73125" cy="73125"/>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47" name="Oval 46">
            <a:extLst>
              <a:ext uri="{FF2B5EF4-FFF2-40B4-BE49-F238E27FC236}">
                <a16:creationId xmlns:a16="http://schemas.microsoft.com/office/drawing/2014/main" id="{C23AC008-C509-4690-8778-857C7BD0B10B}"/>
              </a:ext>
            </a:extLst>
          </p:cNvPr>
          <p:cNvSpPr/>
          <p:nvPr/>
        </p:nvSpPr>
        <p:spPr bwMode="gray">
          <a:xfrm>
            <a:off x="6752227" y="4752642"/>
            <a:ext cx="73125" cy="73125"/>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p>
        </p:txBody>
      </p:sp>
      <p:sp>
        <p:nvSpPr>
          <p:cNvPr id="48" name="Oval 47">
            <a:extLst>
              <a:ext uri="{FF2B5EF4-FFF2-40B4-BE49-F238E27FC236}">
                <a16:creationId xmlns:a16="http://schemas.microsoft.com/office/drawing/2014/main" id="{1099605F-8FE7-45C6-937F-D87586B2B5F9}"/>
              </a:ext>
            </a:extLst>
          </p:cNvPr>
          <p:cNvSpPr/>
          <p:nvPr/>
        </p:nvSpPr>
        <p:spPr bwMode="gray">
          <a:xfrm>
            <a:off x="7542952" y="5639406"/>
            <a:ext cx="73125" cy="73125"/>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63" dirty="0">
              <a:solidFill>
                <a:schemeClr val="tx2"/>
              </a:solidFill>
            </a:endParaRPr>
          </a:p>
        </p:txBody>
      </p:sp>
      <p:sp>
        <p:nvSpPr>
          <p:cNvPr id="49" name="Rectangle 48">
            <a:extLst>
              <a:ext uri="{FF2B5EF4-FFF2-40B4-BE49-F238E27FC236}">
                <a16:creationId xmlns:a16="http://schemas.microsoft.com/office/drawing/2014/main" id="{A68D1411-1F1B-4701-84E4-28D2493A0595}"/>
              </a:ext>
            </a:extLst>
          </p:cNvPr>
          <p:cNvSpPr/>
          <p:nvPr/>
        </p:nvSpPr>
        <p:spPr bwMode="gray">
          <a:xfrm>
            <a:off x="7653565" y="5613452"/>
            <a:ext cx="496230" cy="125034"/>
          </a:xfrm>
          <a:prstGeom prst="rect">
            <a:avLst/>
          </a:prstGeom>
        </p:spPr>
        <p:txBody>
          <a:bodyPr wrap="none" lIns="0" tIns="0" rIns="0" bIns="0">
            <a:noAutofit/>
          </a:bodyPr>
          <a:lstStyle/>
          <a:p>
            <a:r>
              <a:rPr lang="en-US" sz="813" dirty="0">
                <a:solidFill>
                  <a:schemeClr val="tx1">
                    <a:lumMod val="65000"/>
                    <a:lumOff val="35000"/>
                  </a:schemeClr>
                </a:solidFill>
              </a:rPr>
              <a:t>Milestone</a:t>
            </a:r>
          </a:p>
        </p:txBody>
      </p:sp>
    </p:spTree>
    <p:extLst>
      <p:ext uri="{BB962C8B-B14F-4D97-AF65-F5344CB8AC3E}">
        <p14:creationId xmlns:p14="http://schemas.microsoft.com/office/powerpoint/2010/main" val="3983786201"/>
      </p:ext>
    </p:extLst>
  </p:cSld>
  <p:clrMapOvr>
    <a:masterClrMapping/>
  </p:clrMapOvr>
  <p:transition>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FAE0415B-9498-4E47-F1D2-BBCED3290FE6}"/>
              </a:ext>
            </a:extLst>
          </p:cNvPr>
          <p:cNvSpPr>
            <a:spLocks noGrp="1"/>
          </p:cNvSpPr>
          <p:nvPr>
            <p:ph sz="quarter" idx="10"/>
          </p:nvPr>
        </p:nvSpPr>
        <p:spPr/>
        <p:txBody>
          <a:bodyPr/>
          <a:lstStyle/>
          <a:p>
            <a:pPr>
              <a:tabLst/>
              <a:defRPr/>
            </a:pPr>
            <a:r>
              <a:rPr lang="en-GB" sz="1200" b="1" dirty="0">
                <a:solidFill>
                  <a:schemeClr val="accent2"/>
                </a:solidFill>
                <a:latin typeface="+mj-lt"/>
              </a:rPr>
              <a:t>Text box title runs here</a:t>
            </a:r>
            <a:endParaRPr lang="en-US" sz="1200" b="1" dirty="0">
              <a:solidFill>
                <a:schemeClr val="accent2"/>
              </a:solidFill>
              <a:latin typeface="+mj-lt"/>
            </a:endParaRPr>
          </a:p>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p>
            <a:endParaRPr lang="en-US" sz="1200" dirty="0"/>
          </a:p>
        </p:txBody>
      </p:sp>
      <p:sp>
        <p:nvSpPr>
          <p:cNvPr id="8" name="Text Placeholder 7"/>
          <p:cNvSpPr>
            <a:spLocks noGrp="1"/>
          </p:cNvSpPr>
          <p:nvPr>
            <p:ph type="body" sz="quarter" idx="13"/>
          </p:nvPr>
        </p:nvSpPr>
        <p:spPr/>
        <p:txBody>
          <a:bodyPr/>
          <a:lstStyle/>
          <a:p>
            <a:r>
              <a:rPr lang="en-US" dirty="0"/>
              <a:t>Three columns</a:t>
            </a:r>
          </a:p>
        </p:txBody>
      </p:sp>
      <p:sp>
        <p:nvSpPr>
          <p:cNvPr id="3" name="Title 2"/>
          <p:cNvSpPr>
            <a:spLocks noGrp="1"/>
          </p:cNvSpPr>
          <p:nvPr>
            <p:ph type="title"/>
          </p:nvPr>
        </p:nvSpPr>
        <p:spPr/>
        <p:txBody>
          <a:bodyPr/>
          <a:lstStyle/>
          <a:p>
            <a:r>
              <a:rPr lang="en-US" dirty="0"/>
              <a:t>Text boxes</a:t>
            </a:r>
          </a:p>
        </p:txBody>
      </p:sp>
      <p:sp>
        <p:nvSpPr>
          <p:cNvPr id="4" name="Content Placeholder 3">
            <a:extLst>
              <a:ext uri="{FF2B5EF4-FFF2-40B4-BE49-F238E27FC236}">
                <a16:creationId xmlns:a16="http://schemas.microsoft.com/office/drawing/2014/main" id="{EA0A69C3-CFD7-FBE2-0CFF-5214DBAA6481}"/>
              </a:ext>
            </a:extLst>
          </p:cNvPr>
          <p:cNvSpPr>
            <a:spLocks noGrp="1"/>
          </p:cNvSpPr>
          <p:nvPr>
            <p:ph sz="quarter" idx="17"/>
          </p:nvPr>
        </p:nvSpPr>
        <p:spPr/>
        <p:txBody>
          <a:bodyPr/>
          <a:lstStyle/>
          <a:p>
            <a:pPr>
              <a:tabLst/>
              <a:defRPr/>
            </a:pPr>
            <a:r>
              <a:rPr lang="en-GB" sz="1200" b="1" dirty="0">
                <a:solidFill>
                  <a:schemeClr val="accent2"/>
                </a:solidFill>
                <a:latin typeface="+mj-lt"/>
              </a:rPr>
              <a:t>Text box title runs here</a:t>
            </a:r>
            <a:endParaRPr lang="en-US" sz="1200" b="1" dirty="0">
              <a:solidFill>
                <a:schemeClr val="accent2"/>
              </a:solidFill>
              <a:latin typeface="+mj-lt"/>
            </a:endParaRPr>
          </a:p>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p>
            <a:endParaRPr lang="en-US" sz="1200" dirty="0"/>
          </a:p>
        </p:txBody>
      </p:sp>
      <p:sp>
        <p:nvSpPr>
          <p:cNvPr id="5" name="Content Placeholder 4">
            <a:extLst>
              <a:ext uri="{FF2B5EF4-FFF2-40B4-BE49-F238E27FC236}">
                <a16:creationId xmlns:a16="http://schemas.microsoft.com/office/drawing/2014/main" id="{F2396469-9F9C-5324-9E7C-309899B5E561}"/>
              </a:ext>
            </a:extLst>
          </p:cNvPr>
          <p:cNvSpPr>
            <a:spLocks noGrp="1"/>
          </p:cNvSpPr>
          <p:nvPr>
            <p:ph sz="quarter" idx="18"/>
          </p:nvPr>
        </p:nvSpPr>
        <p:spPr/>
        <p:txBody>
          <a:bodyPr/>
          <a:lstStyle/>
          <a:p>
            <a:pPr>
              <a:tabLst/>
              <a:defRPr/>
            </a:pPr>
            <a:r>
              <a:rPr lang="en-GB" sz="1200" b="1" dirty="0">
                <a:solidFill>
                  <a:schemeClr val="accent2"/>
                </a:solidFill>
                <a:latin typeface="+mj-lt"/>
              </a:rPr>
              <a:t>Text box title runs here</a:t>
            </a:r>
            <a:endParaRPr lang="en-US" sz="1200" b="1" dirty="0">
              <a:solidFill>
                <a:schemeClr val="accent2"/>
              </a:solidFill>
              <a:latin typeface="+mj-lt"/>
            </a:endParaRPr>
          </a:p>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p>
            <a:endParaRPr lang="en-US" sz="1200" dirty="0"/>
          </a:p>
        </p:txBody>
      </p:sp>
    </p:spTree>
    <p:extLst>
      <p:ext uri="{BB962C8B-B14F-4D97-AF65-F5344CB8AC3E}">
        <p14:creationId xmlns:p14="http://schemas.microsoft.com/office/powerpoint/2010/main" val="3046551406"/>
      </p:ext>
    </p:extLst>
  </p:cSld>
  <p:clrMapOvr>
    <a:masterClrMapping/>
  </p:clrMapOvr>
  <p:transition>
    <p:fade/>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p:cNvSpPr>
            <a:spLocks noGrp="1"/>
          </p:cNvSpPr>
          <p:nvPr>
            <p:ph type="body" sz="quarter" idx="13"/>
          </p:nvPr>
        </p:nvSpPr>
        <p:spPr/>
        <p:txBody>
          <a:bodyPr/>
          <a:lstStyle/>
          <a:p>
            <a:r>
              <a:rPr lang="en-US" dirty="0"/>
              <a:t>Two-by-two</a:t>
            </a:r>
          </a:p>
        </p:txBody>
      </p:sp>
      <p:sp>
        <p:nvSpPr>
          <p:cNvPr id="3" name="Title 2"/>
          <p:cNvSpPr>
            <a:spLocks noGrp="1"/>
          </p:cNvSpPr>
          <p:nvPr>
            <p:ph type="title"/>
          </p:nvPr>
        </p:nvSpPr>
        <p:spPr/>
        <p:txBody>
          <a:bodyPr/>
          <a:lstStyle/>
          <a:p>
            <a:r>
              <a:rPr lang="en-US" dirty="0"/>
              <a:t>Text boxes</a:t>
            </a:r>
          </a:p>
        </p:txBody>
      </p:sp>
      <p:graphicFrame>
        <p:nvGraphicFramePr>
          <p:cNvPr id="26" name="Content Placeholder 6">
            <a:extLst>
              <a:ext uri="{FF2B5EF4-FFF2-40B4-BE49-F238E27FC236}">
                <a16:creationId xmlns:a16="http://schemas.microsoft.com/office/drawing/2014/main" id="{F73874B3-72A2-4321-9D8C-48B69B74830B}"/>
              </a:ext>
            </a:extLst>
          </p:cNvPr>
          <p:cNvGraphicFramePr>
            <a:graphicFrameLocks/>
          </p:cNvGraphicFramePr>
          <p:nvPr>
            <p:extLst>
              <p:ext uri="{D42A27DB-BD31-4B8C-83A1-F6EECF244321}">
                <p14:modId xmlns:p14="http://schemas.microsoft.com/office/powerpoint/2010/main" val="3974215939"/>
              </p:ext>
            </p:extLst>
          </p:nvPr>
        </p:nvGraphicFramePr>
        <p:xfrm>
          <a:off x="384048" y="3720261"/>
          <a:ext cx="4462432" cy="1733551"/>
        </p:xfrm>
        <a:graphic>
          <a:graphicData uri="http://schemas.openxmlformats.org/drawingml/2006/table">
            <a:tbl>
              <a:tblPr firstRow="1" bandRow="1">
                <a:tableStyleId>{5C22544A-7EE6-4342-B048-85BDC9FD1C3A}</a:tableStyleId>
              </a:tblPr>
              <a:tblGrid>
                <a:gridCol w="4462432">
                  <a:extLst>
                    <a:ext uri="{9D8B030D-6E8A-4147-A177-3AD203B41FA5}">
                      <a16:colId xmlns:a16="http://schemas.microsoft.com/office/drawing/2014/main" val="20000"/>
                    </a:ext>
                  </a:extLst>
                </a:gridCol>
              </a:tblGrid>
              <a:tr h="1733551">
                <a:tc>
                  <a:txBody>
                    <a:bodyPr/>
                    <a:lstStyle/>
                    <a:p>
                      <a:pPr marL="0" marR="0" lvl="0" indent="0" algn="l" defTabSz="914400" rtl="0" eaLnBrk="1" fontAlgn="auto" latinLnBrk="0" hangingPunct="1">
                        <a:lnSpc>
                          <a:spcPct val="100000"/>
                        </a:lnSpc>
                        <a:spcBef>
                          <a:spcPts val="0"/>
                        </a:spcBef>
                        <a:spcAft>
                          <a:spcPts val="600"/>
                        </a:spcAft>
                        <a:buClrTx/>
                        <a:buSzPct val="100000"/>
                        <a:buFontTx/>
                        <a:buNone/>
                        <a:tabLst/>
                        <a:defRPr/>
                      </a:pPr>
                      <a:r>
                        <a:rPr kumimoji="0" lang="en-US" sz="1200" b="1" i="0" u="none" strike="noStrike" kern="1200" cap="none" spc="0" normalizeH="0" baseline="0" noProof="0" dirty="0">
                          <a:ln>
                            <a:noFill/>
                          </a:ln>
                          <a:solidFill>
                            <a:schemeClr val="accent2"/>
                          </a:solidFill>
                          <a:effectLst/>
                          <a:uLnTx/>
                          <a:uFillTx/>
                          <a:latin typeface="Aptos" panose="020B0004020202020204" pitchFamily="34" charset="0"/>
                          <a:ea typeface="+mn-ea"/>
                          <a:cs typeface="Calibri Light" panose="020F0302020204030204" pitchFamily="34" charset="0"/>
                        </a:rPr>
                        <a:t>Header</a:t>
                      </a:r>
                    </a:p>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p>
                      <a:pPr marL="0" marR="0" lvl="0" indent="0" algn="l" defTabSz="914400" rtl="0" eaLnBrk="1" fontAlgn="auto" latinLnBrk="0" hangingPunct="1">
                        <a:lnSpc>
                          <a:spcPct val="100000"/>
                        </a:lnSpc>
                        <a:spcBef>
                          <a:spcPts val="0"/>
                        </a:spcBef>
                        <a:spcAft>
                          <a:spcPts val="600"/>
                        </a:spcAft>
                        <a:buClrTx/>
                        <a:buSzPct val="100000"/>
                        <a:buFontTx/>
                        <a:buNone/>
                        <a:tabLst/>
                        <a:defRPr/>
                      </a:pPr>
                      <a:endParaRPr kumimoji="0" lang="en-US" sz="1200" b="1" i="0" u="none" strike="noStrike" kern="1200" cap="none" spc="0" normalizeH="0" baseline="0" noProof="0" dirty="0">
                        <a:ln>
                          <a:noFill/>
                        </a:ln>
                        <a:solidFill>
                          <a:srgbClr val="86BC25"/>
                        </a:solidFill>
                        <a:effectLst/>
                        <a:uLnTx/>
                        <a:uFillTx/>
                        <a:latin typeface="Aptos" panose="020B0004020202020204" pitchFamily="34" charset="0"/>
                        <a:ea typeface="+mn-ea"/>
                        <a:cs typeface="Calibri Light" panose="020F0302020204030204" pitchFamily="34" charset="0"/>
                      </a:endParaRPr>
                    </a:p>
                  </a:txBody>
                  <a:tcPr marL="74352" marR="74352" marT="111443" marB="37148">
                    <a:lnL w="12700" cmpd="sng">
                      <a:noFill/>
                    </a:lnL>
                    <a:lnR w="12700" cmpd="sng">
                      <a:noFill/>
                    </a:lnR>
                    <a:lnT w="38100" cap="flat" cmpd="sng" algn="ctr">
                      <a:solidFill>
                        <a:schemeClr val="accent3"/>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27" name="Content Placeholder 6">
            <a:extLst>
              <a:ext uri="{FF2B5EF4-FFF2-40B4-BE49-F238E27FC236}">
                <a16:creationId xmlns:a16="http://schemas.microsoft.com/office/drawing/2014/main" id="{9D2A8436-AAED-429C-85B2-465A89C9CDF1}"/>
              </a:ext>
            </a:extLst>
          </p:cNvPr>
          <p:cNvGraphicFramePr>
            <a:graphicFrameLocks/>
          </p:cNvGraphicFramePr>
          <p:nvPr>
            <p:extLst>
              <p:ext uri="{D42A27DB-BD31-4B8C-83A1-F6EECF244321}">
                <p14:modId xmlns:p14="http://schemas.microsoft.com/office/powerpoint/2010/main" val="3096697406"/>
              </p:ext>
            </p:extLst>
          </p:nvPr>
        </p:nvGraphicFramePr>
        <p:xfrm>
          <a:off x="5078810" y="1709583"/>
          <a:ext cx="4443141" cy="1803176"/>
        </p:xfrm>
        <a:graphic>
          <a:graphicData uri="http://schemas.openxmlformats.org/drawingml/2006/table">
            <a:tbl>
              <a:tblPr firstRow="1" bandRow="1">
                <a:tableStyleId>{5C22544A-7EE6-4342-B048-85BDC9FD1C3A}</a:tableStyleId>
              </a:tblPr>
              <a:tblGrid>
                <a:gridCol w="4443141">
                  <a:extLst>
                    <a:ext uri="{9D8B030D-6E8A-4147-A177-3AD203B41FA5}">
                      <a16:colId xmlns:a16="http://schemas.microsoft.com/office/drawing/2014/main" val="20000"/>
                    </a:ext>
                  </a:extLst>
                </a:gridCol>
              </a:tblGrid>
              <a:tr h="1803176">
                <a:tc>
                  <a:txBody>
                    <a:bodyPr/>
                    <a:lstStyle/>
                    <a:p>
                      <a:pPr marL="0" marR="0" lvl="0" indent="0" algn="l" defTabSz="914400" rtl="0" eaLnBrk="1" fontAlgn="auto" latinLnBrk="0" hangingPunct="1">
                        <a:lnSpc>
                          <a:spcPct val="100000"/>
                        </a:lnSpc>
                        <a:spcBef>
                          <a:spcPts val="0"/>
                        </a:spcBef>
                        <a:spcAft>
                          <a:spcPts val="600"/>
                        </a:spcAft>
                        <a:buClrTx/>
                        <a:buSzPct val="100000"/>
                        <a:buFontTx/>
                        <a:buNone/>
                        <a:tabLst/>
                        <a:defRPr/>
                      </a:pPr>
                      <a:r>
                        <a:rPr kumimoji="0" lang="en-US" sz="1200" b="1" i="0" u="none" strike="noStrike" kern="1200" cap="none" spc="0" normalizeH="0" baseline="0" noProof="0" dirty="0">
                          <a:ln>
                            <a:noFill/>
                          </a:ln>
                          <a:solidFill>
                            <a:schemeClr val="accent2"/>
                          </a:solidFill>
                          <a:effectLst/>
                          <a:uLnTx/>
                          <a:uFillTx/>
                          <a:latin typeface="Aptos" panose="020B0004020202020204" pitchFamily="34" charset="0"/>
                          <a:ea typeface="+mn-ea"/>
                          <a:cs typeface="Calibri Light" panose="020F0302020204030204" pitchFamily="34" charset="0"/>
                        </a:rPr>
                        <a:t>Header</a:t>
                      </a:r>
                    </a:p>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p>
                      <a:pPr marL="0" marR="0" lvl="0" indent="0" algn="l" defTabSz="914400" rtl="0" eaLnBrk="1" fontAlgn="auto" latinLnBrk="0" hangingPunct="1">
                        <a:lnSpc>
                          <a:spcPct val="100000"/>
                        </a:lnSpc>
                        <a:spcBef>
                          <a:spcPts val="0"/>
                        </a:spcBef>
                        <a:spcAft>
                          <a:spcPts val="600"/>
                        </a:spcAft>
                        <a:buClrTx/>
                        <a:buSzPct val="100000"/>
                        <a:buFontTx/>
                        <a:buNone/>
                        <a:tabLst/>
                        <a:defRPr/>
                      </a:pPr>
                      <a:endParaRPr kumimoji="0" lang="en-US" sz="1200" b="1" i="0" u="none" strike="noStrike" kern="1200" cap="none" spc="0" normalizeH="0" baseline="0" noProof="0" dirty="0">
                        <a:ln>
                          <a:noFill/>
                        </a:ln>
                        <a:solidFill>
                          <a:srgbClr val="86BC25"/>
                        </a:solidFill>
                        <a:effectLst/>
                        <a:uLnTx/>
                        <a:uFillTx/>
                        <a:latin typeface="Aptos" panose="020B0004020202020204" pitchFamily="34" charset="0"/>
                        <a:ea typeface="+mn-ea"/>
                        <a:cs typeface="Calibri Light" panose="020F0302020204030204" pitchFamily="34" charset="0"/>
                      </a:endParaRPr>
                    </a:p>
                  </a:txBody>
                  <a:tcPr marL="74352" marR="74352" marT="111443" marB="37148">
                    <a:lnL w="12700" cmpd="sng">
                      <a:noFill/>
                    </a:lnL>
                    <a:lnR w="12700" cmpd="sng">
                      <a:noFill/>
                    </a:lnR>
                    <a:lnT w="38100" cap="flat" cmpd="sng" algn="ctr">
                      <a:solidFill>
                        <a:schemeClr val="accent3"/>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28" name="Content Placeholder 6">
            <a:extLst>
              <a:ext uri="{FF2B5EF4-FFF2-40B4-BE49-F238E27FC236}">
                <a16:creationId xmlns:a16="http://schemas.microsoft.com/office/drawing/2014/main" id="{C5252B48-0FDA-429C-A005-CF86912F0717}"/>
              </a:ext>
            </a:extLst>
          </p:cNvPr>
          <p:cNvGraphicFramePr>
            <a:graphicFrameLocks/>
          </p:cNvGraphicFramePr>
          <p:nvPr>
            <p:extLst>
              <p:ext uri="{D42A27DB-BD31-4B8C-83A1-F6EECF244321}">
                <p14:modId xmlns:p14="http://schemas.microsoft.com/office/powerpoint/2010/main" val="218627588"/>
              </p:ext>
            </p:extLst>
          </p:nvPr>
        </p:nvGraphicFramePr>
        <p:xfrm>
          <a:off x="5078810" y="3720261"/>
          <a:ext cx="4443141" cy="1748791"/>
        </p:xfrm>
        <a:graphic>
          <a:graphicData uri="http://schemas.openxmlformats.org/drawingml/2006/table">
            <a:tbl>
              <a:tblPr firstRow="1" bandRow="1">
                <a:tableStyleId>{5C22544A-7EE6-4342-B048-85BDC9FD1C3A}</a:tableStyleId>
              </a:tblPr>
              <a:tblGrid>
                <a:gridCol w="4443141">
                  <a:extLst>
                    <a:ext uri="{9D8B030D-6E8A-4147-A177-3AD203B41FA5}">
                      <a16:colId xmlns:a16="http://schemas.microsoft.com/office/drawing/2014/main" val="20000"/>
                    </a:ext>
                  </a:extLst>
                </a:gridCol>
              </a:tblGrid>
              <a:tr h="1748791">
                <a:tc>
                  <a:txBody>
                    <a:bodyPr/>
                    <a:lstStyle/>
                    <a:p>
                      <a:pPr marL="0" marR="0" lvl="0" indent="0" algn="l" defTabSz="914400" rtl="0" eaLnBrk="1" fontAlgn="auto" latinLnBrk="0" hangingPunct="1">
                        <a:lnSpc>
                          <a:spcPct val="100000"/>
                        </a:lnSpc>
                        <a:spcBef>
                          <a:spcPts val="0"/>
                        </a:spcBef>
                        <a:spcAft>
                          <a:spcPts val="600"/>
                        </a:spcAft>
                        <a:buClrTx/>
                        <a:buSzPct val="100000"/>
                        <a:buFontTx/>
                        <a:buNone/>
                        <a:tabLst/>
                        <a:defRPr/>
                      </a:pPr>
                      <a:r>
                        <a:rPr kumimoji="0" lang="en-US" sz="1200" b="1" i="0" u="none" strike="noStrike" kern="1200" cap="none" spc="0" normalizeH="0" baseline="0" noProof="0" dirty="0">
                          <a:ln>
                            <a:noFill/>
                          </a:ln>
                          <a:solidFill>
                            <a:schemeClr val="accent2"/>
                          </a:solidFill>
                          <a:effectLst/>
                          <a:uLnTx/>
                          <a:uFillTx/>
                          <a:latin typeface="Aptos" panose="020B0004020202020204" pitchFamily="34" charset="0"/>
                          <a:ea typeface="+mn-ea"/>
                          <a:cs typeface="Calibri Light" panose="020F0302020204030204" pitchFamily="34" charset="0"/>
                        </a:rPr>
                        <a:t>Header</a:t>
                      </a:r>
                    </a:p>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p>
                      <a:pPr marL="0" marR="0" lvl="0" indent="0" algn="l" defTabSz="914400" rtl="0" eaLnBrk="1" fontAlgn="auto" latinLnBrk="0" hangingPunct="1">
                        <a:lnSpc>
                          <a:spcPct val="100000"/>
                        </a:lnSpc>
                        <a:spcBef>
                          <a:spcPts val="0"/>
                        </a:spcBef>
                        <a:spcAft>
                          <a:spcPts val="600"/>
                        </a:spcAft>
                        <a:buClrTx/>
                        <a:buSzPct val="100000"/>
                        <a:buFontTx/>
                        <a:buNone/>
                        <a:tabLst/>
                        <a:defRPr/>
                      </a:pPr>
                      <a:endParaRPr kumimoji="0" lang="en-US" sz="1200" b="1" i="0" u="none" strike="noStrike" kern="1200" cap="none" spc="0" normalizeH="0" baseline="0" noProof="0" dirty="0">
                        <a:ln>
                          <a:noFill/>
                        </a:ln>
                        <a:solidFill>
                          <a:srgbClr val="86BC25"/>
                        </a:solidFill>
                        <a:effectLst/>
                        <a:uLnTx/>
                        <a:uFillTx/>
                        <a:latin typeface="Aptos" panose="020B0004020202020204" pitchFamily="34" charset="0"/>
                        <a:ea typeface="+mn-ea"/>
                        <a:cs typeface="Calibri Light" panose="020F0302020204030204" pitchFamily="34" charset="0"/>
                      </a:endParaRPr>
                    </a:p>
                  </a:txBody>
                  <a:tcPr marL="74352" marR="74352" marT="111443" marB="37148">
                    <a:lnL w="12700" cmpd="sng">
                      <a:noFill/>
                    </a:lnL>
                    <a:lnR w="12700" cmpd="sng">
                      <a:noFill/>
                    </a:lnR>
                    <a:lnT w="38100" cap="flat" cmpd="sng" algn="ctr">
                      <a:solidFill>
                        <a:schemeClr val="accent3"/>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29" name="Content Placeholder 6">
            <a:extLst>
              <a:ext uri="{FF2B5EF4-FFF2-40B4-BE49-F238E27FC236}">
                <a16:creationId xmlns:a16="http://schemas.microsoft.com/office/drawing/2014/main" id="{3D6E8747-D0F2-4D9C-8912-5206F8AA86FF}"/>
              </a:ext>
            </a:extLst>
          </p:cNvPr>
          <p:cNvGraphicFramePr>
            <a:graphicFrameLocks/>
          </p:cNvGraphicFramePr>
          <p:nvPr>
            <p:extLst>
              <p:ext uri="{D42A27DB-BD31-4B8C-83A1-F6EECF244321}">
                <p14:modId xmlns:p14="http://schemas.microsoft.com/office/powerpoint/2010/main" val="2670188723"/>
              </p:ext>
            </p:extLst>
          </p:nvPr>
        </p:nvGraphicFramePr>
        <p:xfrm>
          <a:off x="384048" y="1709583"/>
          <a:ext cx="4462432" cy="1489711"/>
        </p:xfrm>
        <a:graphic>
          <a:graphicData uri="http://schemas.openxmlformats.org/drawingml/2006/table">
            <a:tbl>
              <a:tblPr firstRow="1" bandRow="1">
                <a:tableStyleId>{5C22544A-7EE6-4342-B048-85BDC9FD1C3A}</a:tableStyleId>
              </a:tblPr>
              <a:tblGrid>
                <a:gridCol w="4462432">
                  <a:extLst>
                    <a:ext uri="{9D8B030D-6E8A-4147-A177-3AD203B41FA5}">
                      <a16:colId xmlns:a16="http://schemas.microsoft.com/office/drawing/2014/main" val="20000"/>
                    </a:ext>
                  </a:extLst>
                </a:gridCol>
              </a:tblGrid>
              <a:tr h="1489711">
                <a:tc>
                  <a:txBody>
                    <a:bodyPr/>
                    <a:lstStyle/>
                    <a:p>
                      <a:pPr marL="0" marR="0" lvl="0" indent="0" algn="l" defTabSz="914400" rtl="0" eaLnBrk="1" fontAlgn="auto" latinLnBrk="0" hangingPunct="1">
                        <a:lnSpc>
                          <a:spcPct val="100000"/>
                        </a:lnSpc>
                        <a:spcBef>
                          <a:spcPts val="0"/>
                        </a:spcBef>
                        <a:spcAft>
                          <a:spcPts val="600"/>
                        </a:spcAft>
                        <a:buClrTx/>
                        <a:buSzPct val="100000"/>
                        <a:buFontTx/>
                        <a:buNone/>
                        <a:tabLst/>
                        <a:defRPr/>
                      </a:pPr>
                      <a:r>
                        <a:rPr kumimoji="0" lang="en-US" sz="1200" b="1" i="0" u="none" strike="noStrike" kern="1200" cap="none" spc="0" normalizeH="0" baseline="0" noProof="0" dirty="0">
                          <a:ln>
                            <a:noFill/>
                          </a:ln>
                          <a:solidFill>
                            <a:schemeClr val="accent2"/>
                          </a:solidFill>
                          <a:effectLst/>
                          <a:uLnTx/>
                          <a:uFillTx/>
                          <a:latin typeface="Aptos" panose="020B0004020202020204" pitchFamily="34" charset="0"/>
                          <a:ea typeface="+mn-ea"/>
                          <a:cs typeface="Calibri Light" panose="020F0302020204030204" pitchFamily="34" charset="0"/>
                        </a:rPr>
                        <a:t>Header</a:t>
                      </a:r>
                    </a:p>
                    <a:p>
                      <a:pPr>
                        <a:buClr>
                          <a:schemeClr val="bg1"/>
                        </a:buClr>
                        <a:buSzPct val="100000"/>
                      </a:pPr>
                      <a:r>
                        <a:rPr lang="en-US" sz="1200" b="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b="0" dirty="0">
                          <a:solidFill>
                            <a:schemeClr val="tx1"/>
                          </a:solidFill>
                          <a:latin typeface="Aptos" panose="020B0004020202020204" pitchFamily="34" charset="0"/>
                          <a:cs typeface="Arial" charset="0"/>
                        </a:rPr>
                        <a:t>This is a level 2 bullet</a:t>
                      </a:r>
                    </a:p>
                  </a:txBody>
                  <a:tcPr marL="74352" marR="74352" marT="111443" marB="37148">
                    <a:lnL w="12700" cmpd="sng">
                      <a:noFill/>
                    </a:lnL>
                    <a:lnR w="12700" cmpd="sng">
                      <a:noFill/>
                    </a:lnR>
                    <a:lnT w="38100" cap="flat" cmpd="sng" algn="ctr">
                      <a:solidFill>
                        <a:schemeClr val="accent3"/>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85259599"/>
      </p:ext>
    </p:extLst>
  </p:cSld>
  <p:clrMapOvr>
    <a:masterClrMapping/>
  </p:clrMapOvr>
  <p:transition>
    <p:fade/>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p:cNvSpPr>
            <a:spLocks noGrp="1"/>
          </p:cNvSpPr>
          <p:nvPr>
            <p:ph type="body" sz="quarter" idx="13"/>
          </p:nvPr>
        </p:nvSpPr>
        <p:spPr/>
        <p:txBody>
          <a:bodyPr/>
          <a:lstStyle/>
          <a:p>
            <a:r>
              <a:rPr lang="en-US" dirty="0"/>
              <a:t>Two columns of numbered points for each point</a:t>
            </a:r>
          </a:p>
        </p:txBody>
      </p:sp>
      <p:sp>
        <p:nvSpPr>
          <p:cNvPr id="9" name="Title 8"/>
          <p:cNvSpPr>
            <a:spLocks noGrp="1"/>
          </p:cNvSpPr>
          <p:nvPr>
            <p:ph type="title"/>
          </p:nvPr>
        </p:nvSpPr>
        <p:spPr/>
        <p:txBody>
          <a:bodyPr/>
          <a:lstStyle/>
          <a:p>
            <a:r>
              <a:rPr lang="en-US"/>
              <a:t>Text boxes</a:t>
            </a:r>
            <a:endParaRPr lang="en-US" dirty="0"/>
          </a:p>
        </p:txBody>
      </p:sp>
      <p:sp>
        <p:nvSpPr>
          <p:cNvPr id="11" name="Rectangle 4"/>
          <p:cNvSpPr>
            <a:spLocks noChangeArrowheads="1"/>
          </p:cNvSpPr>
          <p:nvPr/>
        </p:nvSpPr>
        <p:spPr bwMode="auto">
          <a:xfrm>
            <a:off x="389119" y="3270756"/>
            <a:ext cx="4457700" cy="330539"/>
          </a:xfrm>
          <a:prstGeom prst="rect">
            <a:avLst/>
          </a:prstGeom>
          <a:solidFill>
            <a:schemeClr val="accent5"/>
          </a:solidFill>
          <a:ln w="12700" algn="ctr">
            <a:noFill/>
            <a:miter lim="800000"/>
            <a:headEnd/>
            <a:tailEnd/>
          </a:ln>
        </p:spPr>
        <p:txBody>
          <a:bodyPr lIns="72231" tIns="72231" rIns="72231" bIns="72231" anchor="ctr">
            <a:spAutoFit/>
          </a:bodyPr>
          <a:lstStyle/>
          <a:p>
            <a:pPr defTabSz="828101"/>
            <a:r>
              <a:rPr lang="en-US" sz="1200" b="1" dirty="0">
                <a:solidFill>
                  <a:schemeClr val="bg1"/>
                </a:solidFill>
                <a:latin typeface="Aptos" panose="020B0004020202020204" pitchFamily="34" charset="0"/>
              </a:rPr>
              <a:t>3</a:t>
            </a:r>
          </a:p>
        </p:txBody>
      </p:sp>
      <p:sp>
        <p:nvSpPr>
          <p:cNvPr id="12" name="Rectangle 4"/>
          <p:cNvSpPr>
            <a:spLocks noChangeArrowheads="1"/>
          </p:cNvSpPr>
          <p:nvPr/>
        </p:nvSpPr>
        <p:spPr bwMode="auto">
          <a:xfrm>
            <a:off x="389119" y="4058667"/>
            <a:ext cx="4457700" cy="330539"/>
          </a:xfrm>
          <a:prstGeom prst="rect">
            <a:avLst/>
          </a:prstGeom>
          <a:solidFill>
            <a:schemeClr val="accent5"/>
          </a:solidFill>
          <a:ln w="12700" algn="ctr">
            <a:noFill/>
            <a:miter lim="800000"/>
            <a:headEnd/>
            <a:tailEnd/>
          </a:ln>
        </p:spPr>
        <p:txBody>
          <a:bodyPr lIns="72231" tIns="72231" rIns="72231" bIns="72231" anchor="ctr">
            <a:spAutoFit/>
          </a:bodyPr>
          <a:lstStyle/>
          <a:p>
            <a:pPr defTabSz="828101"/>
            <a:r>
              <a:rPr lang="en-US" sz="1200" b="1" dirty="0">
                <a:solidFill>
                  <a:schemeClr val="bg1"/>
                </a:solidFill>
                <a:latin typeface="Aptos" panose="020B0004020202020204" pitchFamily="34" charset="0"/>
              </a:rPr>
              <a:t>4</a:t>
            </a:r>
          </a:p>
        </p:txBody>
      </p:sp>
      <p:sp>
        <p:nvSpPr>
          <p:cNvPr id="13" name="Rectangle 4"/>
          <p:cNvSpPr>
            <a:spLocks noChangeArrowheads="1"/>
          </p:cNvSpPr>
          <p:nvPr/>
        </p:nvSpPr>
        <p:spPr bwMode="auto">
          <a:xfrm>
            <a:off x="389119" y="4846577"/>
            <a:ext cx="4457700" cy="330539"/>
          </a:xfrm>
          <a:prstGeom prst="rect">
            <a:avLst/>
          </a:prstGeom>
          <a:solidFill>
            <a:schemeClr val="accent5"/>
          </a:solidFill>
          <a:ln w="12700" algn="ctr">
            <a:noFill/>
            <a:miter lim="800000"/>
            <a:headEnd/>
            <a:tailEnd/>
          </a:ln>
        </p:spPr>
        <p:txBody>
          <a:bodyPr lIns="72231" tIns="72231" rIns="72231" bIns="72231" anchor="ctr">
            <a:spAutoFit/>
          </a:bodyPr>
          <a:lstStyle/>
          <a:p>
            <a:pPr defTabSz="828101"/>
            <a:r>
              <a:rPr lang="en-US" sz="1200" b="1" dirty="0">
                <a:solidFill>
                  <a:schemeClr val="bg1"/>
                </a:solidFill>
                <a:latin typeface="Aptos" panose="020B0004020202020204" pitchFamily="34" charset="0"/>
              </a:rPr>
              <a:t>5</a:t>
            </a:r>
          </a:p>
        </p:txBody>
      </p:sp>
      <p:sp>
        <p:nvSpPr>
          <p:cNvPr id="14" name="Rectangle 4"/>
          <p:cNvSpPr>
            <a:spLocks noChangeArrowheads="1"/>
          </p:cNvSpPr>
          <p:nvPr/>
        </p:nvSpPr>
        <p:spPr bwMode="auto">
          <a:xfrm>
            <a:off x="389119" y="2482847"/>
            <a:ext cx="4457700" cy="330539"/>
          </a:xfrm>
          <a:prstGeom prst="rect">
            <a:avLst/>
          </a:prstGeom>
          <a:solidFill>
            <a:schemeClr val="accent5"/>
          </a:solidFill>
          <a:ln w="12700" algn="ctr">
            <a:noFill/>
            <a:miter lim="800000"/>
            <a:headEnd/>
            <a:tailEnd/>
          </a:ln>
        </p:spPr>
        <p:txBody>
          <a:bodyPr lIns="72231" tIns="72231" rIns="72231" bIns="72231" anchor="ctr">
            <a:spAutoFit/>
          </a:bodyPr>
          <a:lstStyle/>
          <a:p>
            <a:pPr defTabSz="828101"/>
            <a:r>
              <a:rPr lang="en-US" sz="1200" b="1" dirty="0">
                <a:solidFill>
                  <a:schemeClr val="bg1"/>
                </a:solidFill>
                <a:latin typeface="Aptos" panose="020B0004020202020204" pitchFamily="34" charset="0"/>
              </a:rPr>
              <a:t>2</a:t>
            </a:r>
          </a:p>
        </p:txBody>
      </p:sp>
      <p:sp>
        <p:nvSpPr>
          <p:cNvPr id="15" name="Rectangle 4"/>
          <p:cNvSpPr>
            <a:spLocks noChangeArrowheads="1"/>
          </p:cNvSpPr>
          <p:nvPr/>
        </p:nvSpPr>
        <p:spPr bwMode="auto">
          <a:xfrm>
            <a:off x="389119" y="1691949"/>
            <a:ext cx="4457700" cy="330539"/>
          </a:xfrm>
          <a:prstGeom prst="rect">
            <a:avLst/>
          </a:prstGeom>
          <a:solidFill>
            <a:schemeClr val="accent5"/>
          </a:solidFill>
          <a:ln w="12700" algn="ctr">
            <a:noFill/>
            <a:miter lim="800000"/>
            <a:headEnd/>
            <a:tailEnd/>
          </a:ln>
        </p:spPr>
        <p:txBody>
          <a:bodyPr lIns="72231" tIns="72231" rIns="72231" bIns="72231" anchor="ctr">
            <a:spAutoFit/>
          </a:bodyPr>
          <a:lstStyle/>
          <a:p>
            <a:pPr defTabSz="828101"/>
            <a:r>
              <a:rPr lang="en-US" sz="1200" b="1" dirty="0">
                <a:solidFill>
                  <a:schemeClr val="bg1"/>
                </a:solidFill>
                <a:latin typeface="Aptos" panose="020B0004020202020204" pitchFamily="34" charset="0"/>
              </a:rPr>
              <a:t>1</a:t>
            </a:r>
          </a:p>
        </p:txBody>
      </p:sp>
      <p:sp>
        <p:nvSpPr>
          <p:cNvPr id="16" name="Rectangle 4"/>
          <p:cNvSpPr>
            <a:spLocks noChangeArrowheads="1"/>
          </p:cNvSpPr>
          <p:nvPr/>
        </p:nvSpPr>
        <p:spPr bwMode="auto">
          <a:xfrm>
            <a:off x="5077190" y="3270756"/>
            <a:ext cx="4457700" cy="330539"/>
          </a:xfrm>
          <a:prstGeom prst="rect">
            <a:avLst/>
          </a:prstGeom>
          <a:solidFill>
            <a:schemeClr val="accent5"/>
          </a:solidFill>
          <a:ln w="12700" algn="ctr">
            <a:noFill/>
            <a:miter lim="800000"/>
            <a:headEnd/>
            <a:tailEnd/>
          </a:ln>
        </p:spPr>
        <p:txBody>
          <a:bodyPr lIns="72231" tIns="72231" rIns="72231" bIns="72231" anchor="ctr">
            <a:spAutoFit/>
          </a:bodyPr>
          <a:lstStyle/>
          <a:p>
            <a:pPr defTabSz="828101"/>
            <a:r>
              <a:rPr lang="en-US" sz="1200" b="1" dirty="0">
                <a:solidFill>
                  <a:schemeClr val="bg1"/>
                </a:solidFill>
                <a:latin typeface="Aptos" panose="020B0004020202020204" pitchFamily="34" charset="0"/>
              </a:rPr>
              <a:t>8</a:t>
            </a:r>
          </a:p>
        </p:txBody>
      </p:sp>
      <p:sp>
        <p:nvSpPr>
          <p:cNvPr id="17" name="Rectangle 4"/>
          <p:cNvSpPr>
            <a:spLocks noChangeArrowheads="1"/>
          </p:cNvSpPr>
          <p:nvPr/>
        </p:nvSpPr>
        <p:spPr bwMode="auto">
          <a:xfrm>
            <a:off x="5077190" y="4058667"/>
            <a:ext cx="4457700" cy="330539"/>
          </a:xfrm>
          <a:prstGeom prst="rect">
            <a:avLst/>
          </a:prstGeom>
          <a:solidFill>
            <a:schemeClr val="accent5"/>
          </a:solidFill>
          <a:ln w="12700" algn="ctr">
            <a:noFill/>
            <a:miter lim="800000"/>
            <a:headEnd/>
            <a:tailEnd/>
          </a:ln>
        </p:spPr>
        <p:txBody>
          <a:bodyPr lIns="72231" tIns="72231" rIns="72231" bIns="72231" anchor="ctr">
            <a:spAutoFit/>
          </a:bodyPr>
          <a:lstStyle/>
          <a:p>
            <a:pPr defTabSz="828101"/>
            <a:r>
              <a:rPr lang="en-US" sz="1200" b="1" dirty="0">
                <a:solidFill>
                  <a:schemeClr val="bg1"/>
                </a:solidFill>
                <a:latin typeface="Aptos" panose="020B0004020202020204" pitchFamily="34" charset="0"/>
              </a:rPr>
              <a:t>9</a:t>
            </a:r>
          </a:p>
        </p:txBody>
      </p:sp>
      <p:sp>
        <p:nvSpPr>
          <p:cNvPr id="18" name="Rectangle 4"/>
          <p:cNvSpPr>
            <a:spLocks noChangeArrowheads="1"/>
          </p:cNvSpPr>
          <p:nvPr/>
        </p:nvSpPr>
        <p:spPr bwMode="auto">
          <a:xfrm>
            <a:off x="5077190" y="4846577"/>
            <a:ext cx="4457700" cy="330539"/>
          </a:xfrm>
          <a:prstGeom prst="rect">
            <a:avLst/>
          </a:prstGeom>
          <a:solidFill>
            <a:schemeClr val="accent5"/>
          </a:solidFill>
          <a:ln w="12700" algn="ctr">
            <a:noFill/>
            <a:miter lim="800000"/>
            <a:headEnd/>
            <a:tailEnd/>
          </a:ln>
        </p:spPr>
        <p:txBody>
          <a:bodyPr lIns="72231" tIns="72231" rIns="72231" bIns="72231" anchor="ctr">
            <a:spAutoFit/>
          </a:bodyPr>
          <a:lstStyle/>
          <a:p>
            <a:pPr defTabSz="828101"/>
            <a:r>
              <a:rPr lang="en-US" sz="1200" b="1" dirty="0">
                <a:solidFill>
                  <a:schemeClr val="bg1"/>
                </a:solidFill>
                <a:latin typeface="Aptos" panose="020B0004020202020204" pitchFamily="34" charset="0"/>
              </a:rPr>
              <a:t>10</a:t>
            </a:r>
          </a:p>
        </p:txBody>
      </p:sp>
      <p:sp>
        <p:nvSpPr>
          <p:cNvPr id="19" name="Rectangle 4"/>
          <p:cNvSpPr>
            <a:spLocks noChangeArrowheads="1"/>
          </p:cNvSpPr>
          <p:nvPr/>
        </p:nvSpPr>
        <p:spPr bwMode="auto">
          <a:xfrm>
            <a:off x="5077190" y="2482847"/>
            <a:ext cx="4457700" cy="330539"/>
          </a:xfrm>
          <a:prstGeom prst="rect">
            <a:avLst/>
          </a:prstGeom>
          <a:solidFill>
            <a:schemeClr val="accent5"/>
          </a:solidFill>
          <a:ln w="12700" algn="ctr">
            <a:noFill/>
            <a:miter lim="800000"/>
            <a:headEnd/>
            <a:tailEnd/>
          </a:ln>
        </p:spPr>
        <p:txBody>
          <a:bodyPr lIns="72231" tIns="72231" rIns="72231" bIns="72231" anchor="ctr">
            <a:spAutoFit/>
          </a:bodyPr>
          <a:lstStyle/>
          <a:p>
            <a:pPr defTabSz="828101"/>
            <a:r>
              <a:rPr lang="en-US" sz="1200" b="1" dirty="0">
                <a:solidFill>
                  <a:schemeClr val="bg1"/>
                </a:solidFill>
                <a:latin typeface="Aptos" panose="020B0004020202020204" pitchFamily="34" charset="0"/>
              </a:rPr>
              <a:t>7</a:t>
            </a:r>
          </a:p>
        </p:txBody>
      </p:sp>
      <p:sp>
        <p:nvSpPr>
          <p:cNvPr id="20" name="Rectangle 4"/>
          <p:cNvSpPr>
            <a:spLocks noChangeArrowheads="1"/>
          </p:cNvSpPr>
          <p:nvPr/>
        </p:nvSpPr>
        <p:spPr bwMode="auto">
          <a:xfrm>
            <a:off x="5077190" y="1691949"/>
            <a:ext cx="4457700" cy="330539"/>
          </a:xfrm>
          <a:prstGeom prst="rect">
            <a:avLst/>
          </a:prstGeom>
          <a:solidFill>
            <a:schemeClr val="accent5"/>
          </a:solidFill>
          <a:ln w="12700" algn="ctr">
            <a:noFill/>
            <a:miter lim="800000"/>
            <a:headEnd/>
            <a:tailEnd/>
          </a:ln>
        </p:spPr>
        <p:txBody>
          <a:bodyPr lIns="72231" tIns="72231" rIns="72231" bIns="72231" anchor="ctr">
            <a:spAutoFit/>
          </a:bodyPr>
          <a:lstStyle/>
          <a:p>
            <a:pPr defTabSz="828101"/>
            <a:r>
              <a:rPr lang="en-US" sz="1200" b="1" dirty="0">
                <a:solidFill>
                  <a:schemeClr val="bg1"/>
                </a:solidFill>
                <a:latin typeface="Aptos" panose="020B0004020202020204" pitchFamily="34" charset="0"/>
              </a:rPr>
              <a:t>6</a:t>
            </a:r>
          </a:p>
        </p:txBody>
      </p:sp>
      <p:sp>
        <p:nvSpPr>
          <p:cNvPr id="21" name="Text Placeholder 5"/>
          <p:cNvSpPr txBox="1">
            <a:spLocks/>
          </p:cNvSpPr>
          <p:nvPr/>
        </p:nvSpPr>
        <p:spPr>
          <a:xfrm>
            <a:off x="389119" y="2046754"/>
            <a:ext cx="4478796" cy="394980"/>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p:txBody>
      </p:sp>
      <p:sp>
        <p:nvSpPr>
          <p:cNvPr id="22" name="Text Placeholder 5"/>
          <p:cNvSpPr txBox="1">
            <a:spLocks/>
          </p:cNvSpPr>
          <p:nvPr/>
        </p:nvSpPr>
        <p:spPr>
          <a:xfrm>
            <a:off x="5077190" y="2046754"/>
            <a:ext cx="4478796" cy="394980"/>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p:txBody>
      </p:sp>
      <p:sp>
        <p:nvSpPr>
          <p:cNvPr id="23" name="Text Placeholder 5"/>
          <p:cNvSpPr txBox="1">
            <a:spLocks/>
          </p:cNvSpPr>
          <p:nvPr/>
        </p:nvSpPr>
        <p:spPr>
          <a:xfrm>
            <a:off x="389119" y="5203994"/>
            <a:ext cx="4478796" cy="394980"/>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p:txBody>
      </p:sp>
      <p:sp>
        <p:nvSpPr>
          <p:cNvPr id="24" name="Text Placeholder 5"/>
          <p:cNvSpPr txBox="1">
            <a:spLocks/>
          </p:cNvSpPr>
          <p:nvPr/>
        </p:nvSpPr>
        <p:spPr>
          <a:xfrm>
            <a:off x="5077190" y="5203994"/>
            <a:ext cx="4478796" cy="394980"/>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p:txBody>
      </p:sp>
      <p:sp>
        <p:nvSpPr>
          <p:cNvPr id="25" name="Text Placeholder 5"/>
          <p:cNvSpPr txBox="1">
            <a:spLocks/>
          </p:cNvSpPr>
          <p:nvPr/>
        </p:nvSpPr>
        <p:spPr>
          <a:xfrm>
            <a:off x="389119" y="2836063"/>
            <a:ext cx="4478796" cy="394980"/>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p:txBody>
      </p:sp>
      <p:sp>
        <p:nvSpPr>
          <p:cNvPr id="26" name="Text Placeholder 5"/>
          <p:cNvSpPr txBox="1">
            <a:spLocks/>
          </p:cNvSpPr>
          <p:nvPr/>
        </p:nvSpPr>
        <p:spPr>
          <a:xfrm>
            <a:off x="5077190" y="2836063"/>
            <a:ext cx="4478796" cy="394980"/>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p:txBody>
      </p:sp>
      <p:sp>
        <p:nvSpPr>
          <p:cNvPr id="27" name="Text Placeholder 5"/>
          <p:cNvSpPr txBox="1">
            <a:spLocks/>
          </p:cNvSpPr>
          <p:nvPr/>
        </p:nvSpPr>
        <p:spPr>
          <a:xfrm>
            <a:off x="389119" y="3625373"/>
            <a:ext cx="4478796" cy="394980"/>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p:txBody>
      </p:sp>
      <p:sp>
        <p:nvSpPr>
          <p:cNvPr id="28" name="Text Placeholder 5"/>
          <p:cNvSpPr txBox="1">
            <a:spLocks/>
          </p:cNvSpPr>
          <p:nvPr/>
        </p:nvSpPr>
        <p:spPr>
          <a:xfrm>
            <a:off x="5077190" y="3625373"/>
            <a:ext cx="4478796" cy="394980"/>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p:txBody>
      </p:sp>
      <p:sp>
        <p:nvSpPr>
          <p:cNvPr id="29" name="Text Placeholder 5"/>
          <p:cNvSpPr txBox="1">
            <a:spLocks/>
          </p:cNvSpPr>
          <p:nvPr/>
        </p:nvSpPr>
        <p:spPr>
          <a:xfrm>
            <a:off x="389119" y="4414684"/>
            <a:ext cx="4478796" cy="394980"/>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p:txBody>
      </p:sp>
      <p:sp>
        <p:nvSpPr>
          <p:cNvPr id="30" name="Text Placeholder 5"/>
          <p:cNvSpPr txBox="1">
            <a:spLocks/>
          </p:cNvSpPr>
          <p:nvPr/>
        </p:nvSpPr>
        <p:spPr>
          <a:xfrm>
            <a:off x="5077190" y="4414684"/>
            <a:ext cx="4478796" cy="394980"/>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p:txBody>
      </p:sp>
    </p:spTree>
    <p:extLst>
      <p:ext uri="{BB962C8B-B14F-4D97-AF65-F5344CB8AC3E}">
        <p14:creationId xmlns:p14="http://schemas.microsoft.com/office/powerpoint/2010/main" val="524992332"/>
      </p:ext>
    </p:extLst>
  </p:cSld>
  <p:clrMapOvr>
    <a:masterClrMapping/>
  </p:clrMapOvr>
  <p:transition>
    <p:fade/>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dirty="0"/>
              <a:t>Two ways of showing major points</a:t>
            </a:r>
          </a:p>
        </p:txBody>
      </p:sp>
      <p:sp>
        <p:nvSpPr>
          <p:cNvPr id="3" name="Title 2"/>
          <p:cNvSpPr>
            <a:spLocks noGrp="1"/>
          </p:cNvSpPr>
          <p:nvPr>
            <p:ph type="title"/>
          </p:nvPr>
        </p:nvSpPr>
        <p:spPr/>
        <p:txBody>
          <a:bodyPr/>
          <a:lstStyle/>
          <a:p>
            <a:r>
              <a:rPr lang="en-US"/>
              <a:t>Text boxes</a:t>
            </a:r>
            <a:endParaRPr lang="en-US" dirty="0"/>
          </a:p>
        </p:txBody>
      </p:sp>
      <p:sp>
        <p:nvSpPr>
          <p:cNvPr id="8" name="Pentagon 7"/>
          <p:cNvSpPr/>
          <p:nvPr/>
        </p:nvSpPr>
        <p:spPr bwMode="gray">
          <a:xfrm>
            <a:off x="389120" y="1693244"/>
            <a:ext cx="2125982" cy="668655"/>
          </a:xfrm>
          <a:prstGeom prst="homePlat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dirty="0">
                <a:solidFill>
                  <a:schemeClr val="bg1"/>
                </a:solidFill>
                <a:latin typeface="Aptos" panose="020B0004020202020204" pitchFamily="34" charset="0"/>
              </a:rPr>
              <a:t>Text runs here</a:t>
            </a:r>
          </a:p>
        </p:txBody>
      </p:sp>
      <p:sp>
        <p:nvSpPr>
          <p:cNvPr id="9" name="Text Placeholder 3"/>
          <p:cNvSpPr txBox="1">
            <a:spLocks/>
          </p:cNvSpPr>
          <p:nvPr/>
        </p:nvSpPr>
        <p:spPr bwMode="gray">
          <a:xfrm>
            <a:off x="2909842" y="3706294"/>
            <a:ext cx="3088967" cy="668655"/>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
        <p:nvSpPr>
          <p:cNvPr id="10" name="Pentagon 9"/>
          <p:cNvSpPr/>
          <p:nvPr/>
        </p:nvSpPr>
        <p:spPr bwMode="gray">
          <a:xfrm>
            <a:off x="389120" y="3694886"/>
            <a:ext cx="2125982" cy="668655"/>
          </a:xfrm>
          <a:prstGeom prst="homePlat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dirty="0">
                <a:solidFill>
                  <a:schemeClr val="bg1"/>
                </a:solidFill>
                <a:latin typeface="Aptos" panose="020B0004020202020204" pitchFamily="34" charset="0"/>
              </a:rPr>
              <a:t>Text runs here</a:t>
            </a:r>
          </a:p>
        </p:txBody>
      </p:sp>
      <p:sp>
        <p:nvSpPr>
          <p:cNvPr id="11" name="Text Placeholder 3"/>
          <p:cNvSpPr txBox="1">
            <a:spLocks/>
          </p:cNvSpPr>
          <p:nvPr/>
        </p:nvSpPr>
        <p:spPr bwMode="gray">
          <a:xfrm>
            <a:off x="2909842" y="4695708"/>
            <a:ext cx="3088967" cy="668655"/>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
        <p:nvSpPr>
          <p:cNvPr id="12" name="Pentagon 11"/>
          <p:cNvSpPr/>
          <p:nvPr/>
        </p:nvSpPr>
        <p:spPr bwMode="gray">
          <a:xfrm>
            <a:off x="389120" y="4695708"/>
            <a:ext cx="2125982" cy="668655"/>
          </a:xfrm>
          <a:prstGeom prst="homePlat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dirty="0">
                <a:solidFill>
                  <a:schemeClr val="bg1"/>
                </a:solidFill>
                <a:latin typeface="Aptos" panose="020B0004020202020204" pitchFamily="34" charset="0"/>
              </a:rPr>
              <a:t>Text runs here</a:t>
            </a:r>
          </a:p>
        </p:txBody>
      </p:sp>
      <p:sp>
        <p:nvSpPr>
          <p:cNvPr id="13" name="Text Placeholder 3"/>
          <p:cNvSpPr txBox="1">
            <a:spLocks/>
          </p:cNvSpPr>
          <p:nvPr/>
        </p:nvSpPr>
        <p:spPr bwMode="gray">
          <a:xfrm>
            <a:off x="2909842" y="1693243"/>
            <a:ext cx="3088967" cy="929710"/>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
        <p:nvSpPr>
          <p:cNvPr id="14" name="Pentagon 13"/>
          <p:cNvSpPr/>
          <p:nvPr/>
        </p:nvSpPr>
        <p:spPr bwMode="gray">
          <a:xfrm>
            <a:off x="389120" y="2694066"/>
            <a:ext cx="2125982" cy="668655"/>
          </a:xfrm>
          <a:prstGeom prst="homePlat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dirty="0">
                <a:solidFill>
                  <a:schemeClr val="bg1"/>
                </a:solidFill>
                <a:latin typeface="Aptos" panose="020B0004020202020204" pitchFamily="34" charset="0"/>
              </a:rPr>
              <a:t>Text runs here</a:t>
            </a:r>
          </a:p>
        </p:txBody>
      </p:sp>
      <p:sp>
        <p:nvSpPr>
          <p:cNvPr id="15" name="Text Placeholder 3"/>
          <p:cNvSpPr txBox="1">
            <a:spLocks/>
          </p:cNvSpPr>
          <p:nvPr/>
        </p:nvSpPr>
        <p:spPr bwMode="gray">
          <a:xfrm>
            <a:off x="2909842" y="2691705"/>
            <a:ext cx="3088967" cy="668655"/>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
        <p:nvSpPr>
          <p:cNvPr id="16" name="Text Placeholder 3"/>
          <p:cNvSpPr txBox="1">
            <a:spLocks/>
          </p:cNvSpPr>
          <p:nvPr/>
        </p:nvSpPr>
        <p:spPr bwMode="gray">
          <a:xfrm>
            <a:off x="6183023" y="3706293"/>
            <a:ext cx="3380722" cy="668655"/>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
        <p:nvSpPr>
          <p:cNvPr id="17" name="Text Placeholder 3"/>
          <p:cNvSpPr txBox="1">
            <a:spLocks/>
          </p:cNvSpPr>
          <p:nvPr/>
        </p:nvSpPr>
        <p:spPr bwMode="gray">
          <a:xfrm>
            <a:off x="6183023" y="4695707"/>
            <a:ext cx="3380722" cy="668655"/>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
        <p:nvSpPr>
          <p:cNvPr id="18" name="Text Placeholder 3"/>
          <p:cNvSpPr txBox="1">
            <a:spLocks/>
          </p:cNvSpPr>
          <p:nvPr/>
        </p:nvSpPr>
        <p:spPr bwMode="gray">
          <a:xfrm>
            <a:off x="6183023" y="1693243"/>
            <a:ext cx="3380722" cy="678974"/>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
        <p:nvSpPr>
          <p:cNvPr id="19" name="Text Placeholder 3"/>
          <p:cNvSpPr txBox="1">
            <a:spLocks/>
          </p:cNvSpPr>
          <p:nvPr/>
        </p:nvSpPr>
        <p:spPr bwMode="gray">
          <a:xfrm>
            <a:off x="6183023" y="2691704"/>
            <a:ext cx="3380722" cy="668655"/>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Tree>
    <p:extLst>
      <p:ext uri="{BB962C8B-B14F-4D97-AF65-F5344CB8AC3E}">
        <p14:creationId xmlns:p14="http://schemas.microsoft.com/office/powerpoint/2010/main" val="1135549735"/>
      </p:ext>
    </p:extLst>
  </p:cSld>
  <p:clrMapOvr>
    <a:masterClrMapping/>
  </p:clrMapOvr>
  <p:transition>
    <p:fade/>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dirty="0"/>
              <a:t>Page subtitle</a:t>
            </a:r>
          </a:p>
        </p:txBody>
      </p:sp>
      <p:sp>
        <p:nvSpPr>
          <p:cNvPr id="3" name="Title 2"/>
          <p:cNvSpPr>
            <a:spLocks noGrp="1"/>
          </p:cNvSpPr>
          <p:nvPr>
            <p:ph type="title"/>
          </p:nvPr>
        </p:nvSpPr>
        <p:spPr/>
        <p:txBody>
          <a:bodyPr/>
          <a:lstStyle/>
          <a:p>
            <a:r>
              <a:rPr lang="en-US"/>
              <a:t>Text boxes with arrows</a:t>
            </a:r>
            <a:endParaRPr lang="en-US" dirty="0"/>
          </a:p>
        </p:txBody>
      </p:sp>
      <p:sp>
        <p:nvSpPr>
          <p:cNvPr id="16" name="Pentagon 23">
            <a:extLst>
              <a:ext uri="{FF2B5EF4-FFF2-40B4-BE49-F238E27FC236}">
                <a16:creationId xmlns:a16="http://schemas.microsoft.com/office/drawing/2014/main" id="{3BD204F7-A057-422A-99CB-BE6A85C02AEF}"/>
              </a:ext>
            </a:extLst>
          </p:cNvPr>
          <p:cNvSpPr/>
          <p:nvPr/>
        </p:nvSpPr>
        <p:spPr bwMode="gray">
          <a:xfrm>
            <a:off x="370769" y="1689766"/>
            <a:ext cx="2988570" cy="668655"/>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dirty="0">
                <a:latin typeface="Aptos" panose="020B0004020202020204" pitchFamily="34" charset="0"/>
              </a:rPr>
              <a:t>Text runs here</a:t>
            </a:r>
          </a:p>
        </p:txBody>
      </p:sp>
      <p:sp>
        <p:nvSpPr>
          <p:cNvPr id="17" name="Text Placeholder 3">
            <a:extLst>
              <a:ext uri="{FF2B5EF4-FFF2-40B4-BE49-F238E27FC236}">
                <a16:creationId xmlns:a16="http://schemas.microsoft.com/office/drawing/2014/main" id="{274EB2A9-26D3-432B-B111-CBC15BD58832}"/>
              </a:ext>
            </a:extLst>
          </p:cNvPr>
          <p:cNvSpPr txBox="1">
            <a:spLocks/>
          </p:cNvSpPr>
          <p:nvPr/>
        </p:nvSpPr>
        <p:spPr bwMode="gray">
          <a:xfrm>
            <a:off x="3697425" y="3583073"/>
            <a:ext cx="4680585" cy="668655"/>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
        <p:nvSpPr>
          <p:cNvPr id="18" name="Pentagon 25">
            <a:extLst>
              <a:ext uri="{FF2B5EF4-FFF2-40B4-BE49-F238E27FC236}">
                <a16:creationId xmlns:a16="http://schemas.microsoft.com/office/drawing/2014/main" id="{CE7621EA-909F-4C47-9E0C-646515D9B00C}"/>
              </a:ext>
            </a:extLst>
          </p:cNvPr>
          <p:cNvSpPr/>
          <p:nvPr/>
        </p:nvSpPr>
        <p:spPr bwMode="gray">
          <a:xfrm>
            <a:off x="370769" y="3549186"/>
            <a:ext cx="2988570" cy="668655"/>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dirty="0">
                <a:latin typeface="Aptos" panose="020B0004020202020204" pitchFamily="34" charset="0"/>
              </a:rPr>
              <a:t>Text runs here</a:t>
            </a:r>
          </a:p>
        </p:txBody>
      </p:sp>
      <p:sp>
        <p:nvSpPr>
          <p:cNvPr id="19" name="Text Placeholder 3">
            <a:extLst>
              <a:ext uri="{FF2B5EF4-FFF2-40B4-BE49-F238E27FC236}">
                <a16:creationId xmlns:a16="http://schemas.microsoft.com/office/drawing/2014/main" id="{6B188465-2509-4C1F-8CF3-7A2A51E39ECC}"/>
              </a:ext>
            </a:extLst>
          </p:cNvPr>
          <p:cNvSpPr txBox="1">
            <a:spLocks/>
          </p:cNvSpPr>
          <p:nvPr/>
        </p:nvSpPr>
        <p:spPr bwMode="gray">
          <a:xfrm>
            <a:off x="3697425" y="4502871"/>
            <a:ext cx="4680585" cy="668655"/>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
        <p:nvSpPr>
          <p:cNvPr id="20" name="Pentagon 27">
            <a:extLst>
              <a:ext uri="{FF2B5EF4-FFF2-40B4-BE49-F238E27FC236}">
                <a16:creationId xmlns:a16="http://schemas.microsoft.com/office/drawing/2014/main" id="{C29703C2-C8EF-4BB2-9A50-03D06F294381}"/>
              </a:ext>
            </a:extLst>
          </p:cNvPr>
          <p:cNvSpPr/>
          <p:nvPr/>
        </p:nvSpPr>
        <p:spPr bwMode="gray">
          <a:xfrm>
            <a:off x="370769" y="4478634"/>
            <a:ext cx="2988570" cy="668655"/>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dirty="0">
                <a:latin typeface="Aptos" panose="020B0004020202020204" pitchFamily="34" charset="0"/>
              </a:rPr>
              <a:t>Text runs here</a:t>
            </a:r>
          </a:p>
        </p:txBody>
      </p:sp>
      <p:sp>
        <p:nvSpPr>
          <p:cNvPr id="21" name="Text Placeholder 3">
            <a:extLst>
              <a:ext uri="{FF2B5EF4-FFF2-40B4-BE49-F238E27FC236}">
                <a16:creationId xmlns:a16="http://schemas.microsoft.com/office/drawing/2014/main" id="{F7A5D9A4-6467-4D5B-BDB1-5FDC96831CAA}"/>
              </a:ext>
            </a:extLst>
          </p:cNvPr>
          <p:cNvSpPr txBox="1">
            <a:spLocks/>
          </p:cNvSpPr>
          <p:nvPr/>
        </p:nvSpPr>
        <p:spPr bwMode="gray">
          <a:xfrm>
            <a:off x="3697425" y="1686709"/>
            <a:ext cx="4680585" cy="678974"/>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
        <p:nvSpPr>
          <p:cNvPr id="22" name="Pentagon 29">
            <a:extLst>
              <a:ext uri="{FF2B5EF4-FFF2-40B4-BE49-F238E27FC236}">
                <a16:creationId xmlns:a16="http://schemas.microsoft.com/office/drawing/2014/main" id="{14710C37-F80E-48AA-AD08-9E0A6E5B9DAB}"/>
              </a:ext>
            </a:extLst>
          </p:cNvPr>
          <p:cNvSpPr/>
          <p:nvPr/>
        </p:nvSpPr>
        <p:spPr bwMode="gray">
          <a:xfrm>
            <a:off x="370769" y="2619477"/>
            <a:ext cx="2988570" cy="668655"/>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dirty="0">
                <a:latin typeface="Aptos" panose="020B0004020202020204" pitchFamily="34" charset="0"/>
              </a:rPr>
              <a:t>Text runs here</a:t>
            </a:r>
          </a:p>
        </p:txBody>
      </p:sp>
      <p:sp>
        <p:nvSpPr>
          <p:cNvPr id="23" name="Text Placeholder 3">
            <a:extLst>
              <a:ext uri="{FF2B5EF4-FFF2-40B4-BE49-F238E27FC236}">
                <a16:creationId xmlns:a16="http://schemas.microsoft.com/office/drawing/2014/main" id="{BD8EC21B-DF11-4F04-95D2-2141AF7F7E51}"/>
              </a:ext>
            </a:extLst>
          </p:cNvPr>
          <p:cNvSpPr txBox="1">
            <a:spLocks/>
          </p:cNvSpPr>
          <p:nvPr/>
        </p:nvSpPr>
        <p:spPr bwMode="gray">
          <a:xfrm>
            <a:off x="3697425" y="2653364"/>
            <a:ext cx="4680585" cy="668655"/>
          </a:xfrm>
          <a:prstGeom prst="rect">
            <a:avLst/>
          </a:prstGeom>
        </p:spPr>
        <p:txBody>
          <a:bodyPr vert="horz" lIns="0" tIns="0" rIns="0" bIns="0" rtlCol="0">
            <a:noAutofit/>
          </a:body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2 bullet</a:t>
            </a:r>
          </a:p>
        </p:txBody>
      </p:sp>
    </p:spTree>
    <p:extLst>
      <p:ext uri="{BB962C8B-B14F-4D97-AF65-F5344CB8AC3E}">
        <p14:creationId xmlns:p14="http://schemas.microsoft.com/office/powerpoint/2010/main" val="27439779"/>
      </p:ext>
    </p:extLst>
  </p:cSld>
  <p:clrMapOvr>
    <a:masterClrMapping/>
  </p:clrMapOvr>
  <p:transition>
    <p:fade/>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a:t>Chevrons with text boxes</a:t>
            </a:r>
            <a:endParaRPr lang="en-US" dirty="0"/>
          </a:p>
        </p:txBody>
      </p:sp>
      <p:sp>
        <p:nvSpPr>
          <p:cNvPr id="3" name="Title 2"/>
          <p:cNvSpPr>
            <a:spLocks noGrp="1"/>
          </p:cNvSpPr>
          <p:nvPr>
            <p:ph type="title"/>
          </p:nvPr>
        </p:nvSpPr>
        <p:spPr/>
        <p:txBody>
          <a:bodyPr/>
          <a:lstStyle/>
          <a:p>
            <a:r>
              <a:rPr lang="en-US"/>
              <a:t>Text boxes </a:t>
            </a:r>
            <a:endParaRPr lang="en-US" dirty="0"/>
          </a:p>
        </p:txBody>
      </p:sp>
      <p:sp>
        <p:nvSpPr>
          <p:cNvPr id="6" name="AutoShape 3"/>
          <p:cNvSpPr>
            <a:spLocks noChangeArrowheads="1"/>
          </p:cNvSpPr>
          <p:nvPr/>
        </p:nvSpPr>
        <p:spPr bwMode="gray">
          <a:xfrm>
            <a:off x="389119" y="1687433"/>
            <a:ext cx="2346624" cy="445770"/>
          </a:xfrm>
          <a:prstGeom prst="chevron">
            <a:avLst>
              <a:gd name="adj" fmla="val 34952"/>
            </a:avLst>
          </a:prstGeom>
          <a:solidFill>
            <a:schemeClr val="accent1"/>
          </a:solidFill>
          <a:ln w="12700" cap="rnd" algn="ctr">
            <a:noFill/>
            <a:miter lim="800000"/>
            <a:headEnd/>
            <a:tailEnd/>
          </a:ln>
        </p:spPr>
        <p:txBody>
          <a:bodyPr lIns="72231" tIns="72231" rIns="72231" bIns="72231" anchor="ctr" anchorCtr="0"/>
          <a:lstStyle/>
          <a:p>
            <a:pPr>
              <a:lnSpc>
                <a:spcPct val="106000"/>
              </a:lnSpc>
              <a:defRPr/>
            </a:pPr>
            <a:r>
              <a:rPr lang="en-US" sz="1200" dirty="0">
                <a:latin typeface="Aptos" panose="020B0004020202020204" pitchFamily="34" charset="0"/>
              </a:rPr>
              <a:t>Text</a:t>
            </a:r>
          </a:p>
        </p:txBody>
      </p:sp>
      <p:sp>
        <p:nvSpPr>
          <p:cNvPr id="7" name="AutoShape 4"/>
          <p:cNvSpPr>
            <a:spLocks noChangeArrowheads="1"/>
          </p:cNvSpPr>
          <p:nvPr/>
        </p:nvSpPr>
        <p:spPr bwMode="gray">
          <a:xfrm>
            <a:off x="2649922" y="1687433"/>
            <a:ext cx="2346624" cy="445770"/>
          </a:xfrm>
          <a:prstGeom prst="chevron">
            <a:avLst>
              <a:gd name="adj" fmla="val 34975"/>
            </a:avLst>
          </a:prstGeom>
          <a:solidFill>
            <a:schemeClr val="tx1"/>
          </a:solidFill>
          <a:ln w="12700" cap="rnd" algn="ctr">
            <a:noFill/>
            <a:miter lim="800000"/>
            <a:headEnd/>
            <a:tailEnd/>
          </a:ln>
        </p:spPr>
        <p:txBody>
          <a:bodyPr lIns="72231" tIns="72231" rIns="72231" bIns="72231" anchor="ctr" anchorCtr="0"/>
          <a:lstStyle/>
          <a:p>
            <a:pPr>
              <a:lnSpc>
                <a:spcPct val="106000"/>
              </a:lnSpc>
              <a:defRPr/>
            </a:pPr>
            <a:r>
              <a:rPr lang="en-US" sz="1200" dirty="0">
                <a:solidFill>
                  <a:schemeClr val="bg1"/>
                </a:solidFill>
                <a:latin typeface="Aptos" panose="020B0004020202020204" pitchFamily="34" charset="0"/>
              </a:rPr>
              <a:t>Text</a:t>
            </a:r>
          </a:p>
        </p:txBody>
      </p:sp>
      <p:sp>
        <p:nvSpPr>
          <p:cNvPr id="8" name="AutoShape 5"/>
          <p:cNvSpPr>
            <a:spLocks noChangeArrowheads="1"/>
          </p:cNvSpPr>
          <p:nvPr/>
        </p:nvSpPr>
        <p:spPr bwMode="gray">
          <a:xfrm>
            <a:off x="4910725" y="1687433"/>
            <a:ext cx="2346624" cy="445770"/>
          </a:xfrm>
          <a:prstGeom prst="chevron">
            <a:avLst>
              <a:gd name="adj" fmla="val 34975"/>
            </a:avLst>
          </a:prstGeom>
          <a:solidFill>
            <a:schemeClr val="tx1"/>
          </a:solidFill>
          <a:ln w="12700" cap="rnd" algn="ctr">
            <a:noFill/>
            <a:miter lim="800000"/>
            <a:headEnd/>
            <a:tailEnd/>
          </a:ln>
        </p:spPr>
        <p:txBody>
          <a:bodyPr lIns="72231" tIns="72231" rIns="72231" bIns="72231" anchor="ctr" anchorCtr="0"/>
          <a:lstStyle/>
          <a:p>
            <a:pPr>
              <a:lnSpc>
                <a:spcPct val="106000"/>
              </a:lnSpc>
              <a:defRPr/>
            </a:pPr>
            <a:r>
              <a:rPr lang="en-US" sz="1200" dirty="0">
                <a:solidFill>
                  <a:schemeClr val="bg1"/>
                </a:solidFill>
                <a:latin typeface="Aptos" panose="020B0004020202020204" pitchFamily="34" charset="0"/>
              </a:rPr>
              <a:t>Text</a:t>
            </a:r>
          </a:p>
        </p:txBody>
      </p:sp>
      <p:sp>
        <p:nvSpPr>
          <p:cNvPr id="9" name="AutoShape 6"/>
          <p:cNvSpPr>
            <a:spLocks noChangeArrowheads="1"/>
          </p:cNvSpPr>
          <p:nvPr/>
        </p:nvSpPr>
        <p:spPr bwMode="gray">
          <a:xfrm>
            <a:off x="7171527" y="1687433"/>
            <a:ext cx="2346624" cy="445770"/>
          </a:xfrm>
          <a:prstGeom prst="chevron">
            <a:avLst>
              <a:gd name="adj" fmla="val 34975"/>
            </a:avLst>
          </a:prstGeom>
          <a:solidFill>
            <a:schemeClr val="tx1"/>
          </a:solidFill>
          <a:ln w="12700" cap="rnd" algn="ctr">
            <a:noFill/>
            <a:miter lim="800000"/>
            <a:headEnd/>
            <a:tailEnd/>
          </a:ln>
        </p:spPr>
        <p:txBody>
          <a:bodyPr lIns="72231" tIns="72231" rIns="72231" bIns="72231" anchor="ctr" anchorCtr="0"/>
          <a:lstStyle/>
          <a:p>
            <a:pPr>
              <a:lnSpc>
                <a:spcPct val="106000"/>
              </a:lnSpc>
              <a:defRPr/>
            </a:pPr>
            <a:r>
              <a:rPr lang="en-US" sz="1200" dirty="0">
                <a:solidFill>
                  <a:schemeClr val="bg1"/>
                </a:solidFill>
                <a:latin typeface="Aptos" panose="020B0004020202020204" pitchFamily="34" charset="0"/>
              </a:rPr>
              <a:t>Text</a:t>
            </a:r>
          </a:p>
        </p:txBody>
      </p:sp>
      <p:sp>
        <p:nvSpPr>
          <p:cNvPr id="10" name="Text Placeholder 5"/>
          <p:cNvSpPr txBox="1">
            <a:spLocks/>
          </p:cNvSpPr>
          <p:nvPr/>
        </p:nvSpPr>
        <p:spPr>
          <a:xfrm>
            <a:off x="407592" y="2218582"/>
            <a:ext cx="2053296" cy="950260"/>
          </a:xfrm>
          <a:prstGeom prst="rect">
            <a:avLst/>
          </a:prstGeom>
        </p:spPr>
        <p:txBody>
          <a:bodyPr wrap="square" lIns="0" tIns="0" rIns="0" bIns="0">
            <a:no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tx1"/>
                </a:solidFill>
                <a:latin typeface="Aptos" panose="020B0004020202020204" pitchFamily="34" charset="0"/>
                <a:cs typeface="Arial" charset="0"/>
              </a:rPr>
              <a:t>This is a level 2 bullet</a:t>
            </a:r>
          </a:p>
        </p:txBody>
      </p:sp>
      <p:sp>
        <p:nvSpPr>
          <p:cNvPr id="11" name="Text Placeholder 5"/>
          <p:cNvSpPr txBox="1">
            <a:spLocks/>
          </p:cNvSpPr>
          <p:nvPr/>
        </p:nvSpPr>
        <p:spPr>
          <a:xfrm>
            <a:off x="2707795" y="2218583"/>
            <a:ext cx="2053296" cy="950260"/>
          </a:xfrm>
          <a:prstGeom prst="rect">
            <a:avLst/>
          </a:prstGeom>
        </p:spPr>
        <p:txBody>
          <a:bodyPr wrap="square" lIns="0" tIns="0" rIns="0" bIns="0">
            <a:no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tx1"/>
                </a:solidFill>
                <a:latin typeface="Aptos" panose="020B0004020202020204" pitchFamily="34" charset="0"/>
                <a:cs typeface="Arial" charset="0"/>
              </a:rPr>
              <a:t>This is a level 2 bullet</a:t>
            </a:r>
          </a:p>
        </p:txBody>
      </p:sp>
      <p:sp>
        <p:nvSpPr>
          <p:cNvPr id="12" name="Text Placeholder 5"/>
          <p:cNvSpPr txBox="1">
            <a:spLocks/>
          </p:cNvSpPr>
          <p:nvPr/>
        </p:nvSpPr>
        <p:spPr>
          <a:xfrm>
            <a:off x="4947668" y="2218583"/>
            <a:ext cx="2053296" cy="950260"/>
          </a:xfrm>
          <a:prstGeom prst="rect">
            <a:avLst/>
          </a:prstGeom>
        </p:spPr>
        <p:txBody>
          <a:bodyPr wrap="square" lIns="0" tIns="0" rIns="0" bIns="0">
            <a:no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tx1"/>
                </a:solidFill>
                <a:latin typeface="Aptos" panose="020B0004020202020204" pitchFamily="34" charset="0"/>
                <a:cs typeface="Arial" charset="0"/>
              </a:rPr>
              <a:t>This is a level 2 bullet</a:t>
            </a:r>
          </a:p>
        </p:txBody>
      </p:sp>
      <p:sp>
        <p:nvSpPr>
          <p:cNvPr id="13" name="Text Placeholder 5"/>
          <p:cNvSpPr txBox="1">
            <a:spLocks/>
          </p:cNvSpPr>
          <p:nvPr/>
        </p:nvSpPr>
        <p:spPr>
          <a:xfrm>
            <a:off x="7247063" y="2218583"/>
            <a:ext cx="2053296" cy="950260"/>
          </a:xfrm>
          <a:prstGeom prst="rect">
            <a:avLst/>
          </a:prstGeom>
        </p:spPr>
        <p:txBody>
          <a:bodyPr wrap="square" lIns="0" tIns="0" rIns="0" bIns="0">
            <a:no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tx1"/>
                </a:solidFill>
                <a:latin typeface="Aptos" panose="020B0004020202020204" pitchFamily="34" charset="0"/>
                <a:cs typeface="Arial" charset="0"/>
              </a:rPr>
              <a:t>This is a level 2 bullet</a:t>
            </a:r>
          </a:p>
        </p:txBody>
      </p:sp>
    </p:spTree>
    <p:extLst>
      <p:ext uri="{BB962C8B-B14F-4D97-AF65-F5344CB8AC3E}">
        <p14:creationId xmlns:p14="http://schemas.microsoft.com/office/powerpoint/2010/main" val="3406970536"/>
      </p:ext>
    </p:extLst>
  </p:cSld>
  <p:clrMapOvr>
    <a:masterClrMapping/>
  </p:clrMapOvr>
  <p:transition>
    <p:fade/>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a:t>Vertical chevrons with text</a:t>
            </a:r>
            <a:endParaRPr lang="en-US" dirty="0"/>
          </a:p>
        </p:txBody>
      </p:sp>
      <p:sp>
        <p:nvSpPr>
          <p:cNvPr id="3" name="Title 2"/>
          <p:cNvSpPr>
            <a:spLocks noGrp="1"/>
          </p:cNvSpPr>
          <p:nvPr>
            <p:ph type="title"/>
          </p:nvPr>
        </p:nvSpPr>
        <p:spPr/>
        <p:txBody>
          <a:bodyPr/>
          <a:lstStyle/>
          <a:p>
            <a:r>
              <a:rPr lang="en-US" altLang="ja-JP"/>
              <a:t>Text boxes</a:t>
            </a:r>
            <a:endParaRPr lang="en-US" dirty="0"/>
          </a:p>
        </p:txBody>
      </p:sp>
      <p:sp>
        <p:nvSpPr>
          <p:cNvPr id="6" name="AutoShape 3"/>
          <p:cNvSpPr>
            <a:spLocks noChangeArrowheads="1"/>
          </p:cNvSpPr>
          <p:nvPr/>
        </p:nvSpPr>
        <p:spPr bwMode="auto">
          <a:xfrm rot="5400000">
            <a:off x="1163843" y="904241"/>
            <a:ext cx="917070" cy="2505775"/>
          </a:xfrm>
          <a:prstGeom prst="chevron">
            <a:avLst>
              <a:gd name="adj" fmla="val 25000"/>
            </a:avLst>
          </a:prstGeom>
          <a:solidFill>
            <a:schemeClr val="bg2">
              <a:lumMod val="40000"/>
              <a:lumOff val="60000"/>
            </a:schemeClr>
          </a:solidFill>
          <a:ln w="6350" algn="ctr">
            <a:noFill/>
            <a:miter lim="800000"/>
            <a:headEnd/>
            <a:tailEnd/>
          </a:ln>
        </p:spPr>
        <p:txBody>
          <a:bodyPr rot="10800000" vert="eaVert" lIns="72231" tIns="72231" rIns="72231" bIns="72231" anchor="ctr"/>
          <a:lstStyle/>
          <a:p>
            <a:pPr algn="ctr">
              <a:defRPr/>
            </a:pPr>
            <a:r>
              <a:rPr lang="en-US" sz="1600" dirty="0">
                <a:latin typeface="Aptos" panose="020B0004020202020204" pitchFamily="34" charset="0"/>
                <a:ea typeface="ＭＳ Ｐゴシック" pitchFamily="50" charset="-128"/>
              </a:rPr>
              <a:t>Text</a:t>
            </a:r>
          </a:p>
        </p:txBody>
      </p:sp>
      <p:sp>
        <p:nvSpPr>
          <p:cNvPr id="7" name="AutoShape 4"/>
          <p:cNvSpPr>
            <a:spLocks noChangeArrowheads="1"/>
          </p:cNvSpPr>
          <p:nvPr/>
        </p:nvSpPr>
        <p:spPr bwMode="auto">
          <a:xfrm rot="5400000">
            <a:off x="1163843" y="1821310"/>
            <a:ext cx="917070" cy="2505775"/>
          </a:xfrm>
          <a:prstGeom prst="chevron">
            <a:avLst>
              <a:gd name="adj" fmla="val 25000"/>
            </a:avLst>
          </a:prstGeom>
          <a:solidFill>
            <a:schemeClr val="bg2">
              <a:lumMod val="60000"/>
              <a:lumOff val="40000"/>
            </a:schemeClr>
          </a:solidFill>
          <a:ln w="6350" algn="ctr">
            <a:noFill/>
            <a:miter lim="800000"/>
            <a:headEnd/>
            <a:tailEnd/>
          </a:ln>
        </p:spPr>
        <p:txBody>
          <a:bodyPr rot="10800000" vert="eaVert" lIns="72231" tIns="72231" rIns="72231" bIns="72231" anchor="ctr"/>
          <a:lstStyle/>
          <a:p>
            <a:pPr algn="ctr">
              <a:defRPr/>
            </a:pPr>
            <a:r>
              <a:rPr lang="en-US" sz="1600" dirty="0">
                <a:latin typeface="Aptos" panose="020B0004020202020204" pitchFamily="34" charset="0"/>
                <a:ea typeface="ＭＳ Ｐゴシック" pitchFamily="50" charset="-128"/>
              </a:rPr>
              <a:t>Text</a:t>
            </a:r>
          </a:p>
        </p:txBody>
      </p:sp>
      <p:sp>
        <p:nvSpPr>
          <p:cNvPr id="8" name="AutoShape 5"/>
          <p:cNvSpPr>
            <a:spLocks noChangeArrowheads="1"/>
          </p:cNvSpPr>
          <p:nvPr/>
        </p:nvSpPr>
        <p:spPr bwMode="auto">
          <a:xfrm rot="5400000">
            <a:off x="1163843" y="2738380"/>
            <a:ext cx="917070" cy="2505775"/>
          </a:xfrm>
          <a:prstGeom prst="chevron">
            <a:avLst>
              <a:gd name="adj" fmla="val 25000"/>
            </a:avLst>
          </a:prstGeom>
          <a:solidFill>
            <a:schemeClr val="bg2">
              <a:lumMod val="75000"/>
            </a:schemeClr>
          </a:solidFill>
          <a:ln w="6350" algn="ctr">
            <a:noFill/>
            <a:miter lim="800000"/>
            <a:headEnd/>
            <a:tailEnd/>
          </a:ln>
        </p:spPr>
        <p:txBody>
          <a:bodyPr rot="10800000" vert="eaVert" lIns="72231" tIns="72231" rIns="72231" bIns="72231" anchor="ctr"/>
          <a:lstStyle/>
          <a:p>
            <a:pPr algn="ctr">
              <a:defRPr/>
            </a:pPr>
            <a:r>
              <a:rPr lang="en-US" sz="1600" dirty="0">
                <a:latin typeface="Aptos" panose="020B0004020202020204" pitchFamily="34" charset="0"/>
                <a:ea typeface="ＭＳ Ｐゴシック" pitchFamily="50" charset="-128"/>
              </a:rPr>
              <a:t>Text</a:t>
            </a:r>
          </a:p>
        </p:txBody>
      </p:sp>
      <p:sp>
        <p:nvSpPr>
          <p:cNvPr id="9" name="AutoShape 6"/>
          <p:cNvSpPr>
            <a:spLocks noChangeArrowheads="1"/>
          </p:cNvSpPr>
          <p:nvPr/>
        </p:nvSpPr>
        <p:spPr bwMode="auto">
          <a:xfrm rot="5400000">
            <a:off x="1163843" y="3655447"/>
            <a:ext cx="917070" cy="2505775"/>
          </a:xfrm>
          <a:prstGeom prst="chevron">
            <a:avLst>
              <a:gd name="adj" fmla="val 25000"/>
            </a:avLst>
          </a:prstGeom>
          <a:solidFill>
            <a:schemeClr val="tx1"/>
          </a:solidFill>
          <a:ln w="6350" algn="ctr">
            <a:noFill/>
            <a:miter lim="800000"/>
            <a:headEnd/>
            <a:tailEnd/>
          </a:ln>
        </p:spPr>
        <p:txBody>
          <a:bodyPr rot="10800000" vert="eaVert" lIns="72231" tIns="72231" rIns="72231" bIns="72231" anchor="ctr"/>
          <a:lstStyle/>
          <a:p>
            <a:pPr algn="ctr">
              <a:defRPr/>
            </a:pPr>
            <a:r>
              <a:rPr lang="en-US" sz="1600" dirty="0">
                <a:solidFill>
                  <a:schemeClr val="bg1"/>
                </a:solidFill>
                <a:latin typeface="Aptos" panose="020B0004020202020204" pitchFamily="34" charset="0"/>
                <a:ea typeface="ＭＳ Ｐゴシック" pitchFamily="50" charset="-128"/>
              </a:rPr>
              <a:t>Text</a:t>
            </a:r>
          </a:p>
        </p:txBody>
      </p:sp>
      <p:sp>
        <p:nvSpPr>
          <p:cNvPr id="10" name="Text Placeholder 5"/>
          <p:cNvSpPr txBox="1">
            <a:spLocks/>
          </p:cNvSpPr>
          <p:nvPr/>
        </p:nvSpPr>
        <p:spPr>
          <a:xfrm>
            <a:off x="3439273" y="1832735"/>
            <a:ext cx="6059136"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tx1"/>
                </a:solidFill>
                <a:latin typeface="Aptos" panose="020B0004020202020204" pitchFamily="34" charset="0"/>
                <a:cs typeface="Arial" charset="0"/>
              </a:rPr>
              <a:t>This is a level 2 bullet</a:t>
            </a:r>
          </a:p>
        </p:txBody>
      </p:sp>
      <p:sp>
        <p:nvSpPr>
          <p:cNvPr id="11" name="Text Placeholder 5"/>
          <p:cNvSpPr txBox="1">
            <a:spLocks/>
          </p:cNvSpPr>
          <p:nvPr/>
        </p:nvSpPr>
        <p:spPr>
          <a:xfrm>
            <a:off x="3439273" y="2749804"/>
            <a:ext cx="6059136"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tx1"/>
                </a:solidFill>
                <a:latin typeface="Aptos" panose="020B0004020202020204" pitchFamily="34" charset="0"/>
                <a:cs typeface="Arial" charset="0"/>
              </a:rPr>
              <a:t>This is a level 2 bullet</a:t>
            </a:r>
          </a:p>
        </p:txBody>
      </p:sp>
      <p:sp>
        <p:nvSpPr>
          <p:cNvPr id="12" name="Text Placeholder 5"/>
          <p:cNvSpPr txBox="1">
            <a:spLocks/>
          </p:cNvSpPr>
          <p:nvPr/>
        </p:nvSpPr>
        <p:spPr>
          <a:xfrm>
            <a:off x="3439273" y="3666872"/>
            <a:ext cx="6059136"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tx1"/>
                </a:solidFill>
                <a:latin typeface="Aptos" panose="020B0004020202020204" pitchFamily="34" charset="0"/>
                <a:cs typeface="Arial" charset="0"/>
              </a:rPr>
              <a:t>This is a level 2 bullet</a:t>
            </a:r>
          </a:p>
        </p:txBody>
      </p:sp>
      <p:sp>
        <p:nvSpPr>
          <p:cNvPr id="13" name="Text Placeholder 5"/>
          <p:cNvSpPr txBox="1">
            <a:spLocks/>
          </p:cNvSpPr>
          <p:nvPr/>
        </p:nvSpPr>
        <p:spPr>
          <a:xfrm>
            <a:off x="3439273" y="4583940"/>
            <a:ext cx="6059136"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tx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tx1"/>
                </a:solidFill>
                <a:latin typeface="Aptos" panose="020B0004020202020204" pitchFamily="34" charset="0"/>
                <a:cs typeface="Arial" charset="0"/>
              </a:rPr>
              <a:t>This is a level 2 bullet</a:t>
            </a:r>
          </a:p>
        </p:txBody>
      </p:sp>
    </p:spTree>
    <p:extLst>
      <p:ext uri="{BB962C8B-B14F-4D97-AF65-F5344CB8AC3E}">
        <p14:creationId xmlns:p14="http://schemas.microsoft.com/office/powerpoint/2010/main" val="223423633"/>
      </p:ext>
    </p:extLst>
  </p:cSld>
  <p:clrMapOvr>
    <a:masterClrMapping/>
  </p:clrMapOvr>
  <p:transition>
    <p:fade/>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a:t>Influencing chevrons</a:t>
            </a:r>
            <a:endParaRPr lang="en-US" dirty="0"/>
          </a:p>
        </p:txBody>
      </p:sp>
      <p:sp>
        <p:nvSpPr>
          <p:cNvPr id="3" name="Title 2"/>
          <p:cNvSpPr>
            <a:spLocks noGrp="1"/>
          </p:cNvSpPr>
          <p:nvPr>
            <p:ph type="title"/>
          </p:nvPr>
        </p:nvSpPr>
        <p:spPr/>
        <p:txBody>
          <a:bodyPr/>
          <a:lstStyle/>
          <a:p>
            <a:r>
              <a:rPr lang="en-US" altLang="ja-JP" dirty="0"/>
              <a:t>Text boxes</a:t>
            </a:r>
            <a:endParaRPr lang="en-US" dirty="0"/>
          </a:p>
        </p:txBody>
      </p:sp>
      <p:sp>
        <p:nvSpPr>
          <p:cNvPr id="15" name="Text Placeholder 5"/>
          <p:cNvSpPr txBox="1">
            <a:spLocks/>
          </p:cNvSpPr>
          <p:nvPr/>
        </p:nvSpPr>
        <p:spPr>
          <a:xfrm>
            <a:off x="387964" y="1693172"/>
            <a:ext cx="3694484" cy="1080889"/>
          </a:xfrm>
          <a:prstGeom prst="homePlate">
            <a:avLst>
              <a:gd name="adj" fmla="val 22028"/>
            </a:avLst>
          </a:prstGeom>
          <a:solidFill>
            <a:schemeClr val="tx1"/>
          </a:solidFill>
          <a:ln>
            <a:noFill/>
          </a:ln>
        </p:spPr>
        <p:txBody>
          <a:bodyPr wrap="square" lIns="72231"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16" name="Text Placeholder 5"/>
          <p:cNvSpPr txBox="1">
            <a:spLocks/>
          </p:cNvSpPr>
          <p:nvPr/>
        </p:nvSpPr>
        <p:spPr>
          <a:xfrm>
            <a:off x="387964" y="2917155"/>
            <a:ext cx="3694484" cy="1080889"/>
          </a:xfrm>
          <a:prstGeom prst="homePlate">
            <a:avLst>
              <a:gd name="adj" fmla="val 22028"/>
            </a:avLst>
          </a:prstGeom>
          <a:solidFill>
            <a:schemeClr val="tx1"/>
          </a:solidFill>
          <a:ln>
            <a:noFill/>
          </a:ln>
        </p:spPr>
        <p:txBody>
          <a:bodyPr wrap="square" lIns="72231"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17" name="Text Placeholder 5"/>
          <p:cNvSpPr txBox="1">
            <a:spLocks/>
          </p:cNvSpPr>
          <p:nvPr/>
        </p:nvSpPr>
        <p:spPr>
          <a:xfrm>
            <a:off x="387964" y="4104194"/>
            <a:ext cx="3694484" cy="1080889"/>
          </a:xfrm>
          <a:prstGeom prst="homePlate">
            <a:avLst>
              <a:gd name="adj" fmla="val 22028"/>
            </a:avLst>
          </a:prstGeom>
          <a:solidFill>
            <a:schemeClr val="tx1"/>
          </a:solidFill>
          <a:ln>
            <a:noFill/>
          </a:ln>
        </p:spPr>
        <p:txBody>
          <a:bodyPr wrap="square" lIns="72231"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18" name="Text Placeholder 5"/>
          <p:cNvSpPr txBox="1">
            <a:spLocks/>
          </p:cNvSpPr>
          <p:nvPr/>
        </p:nvSpPr>
        <p:spPr>
          <a:xfrm flipH="1">
            <a:off x="5828100" y="1693172"/>
            <a:ext cx="3694484" cy="1080889"/>
          </a:xfrm>
          <a:prstGeom prst="homePlate">
            <a:avLst>
              <a:gd name="adj" fmla="val 22028"/>
            </a:avLst>
          </a:prstGeom>
          <a:solidFill>
            <a:schemeClr val="accent3"/>
          </a:solidFill>
          <a:ln>
            <a:noFill/>
          </a:ln>
        </p:spPr>
        <p:txBody>
          <a:bodyPr wrap="square" lIns="222885"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19" name="Text Placeholder 5"/>
          <p:cNvSpPr txBox="1">
            <a:spLocks/>
          </p:cNvSpPr>
          <p:nvPr/>
        </p:nvSpPr>
        <p:spPr>
          <a:xfrm flipH="1">
            <a:off x="5828100" y="2917157"/>
            <a:ext cx="3694484" cy="1080889"/>
          </a:xfrm>
          <a:prstGeom prst="homePlate">
            <a:avLst>
              <a:gd name="adj" fmla="val 22028"/>
            </a:avLst>
          </a:prstGeom>
          <a:solidFill>
            <a:schemeClr val="accent3"/>
          </a:solidFill>
          <a:ln>
            <a:noFill/>
          </a:ln>
        </p:spPr>
        <p:txBody>
          <a:bodyPr wrap="square" lIns="222885"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20" name="Text Placeholder 5"/>
          <p:cNvSpPr txBox="1">
            <a:spLocks/>
          </p:cNvSpPr>
          <p:nvPr>
            <p:custDataLst>
              <p:tags r:id="rId1"/>
            </p:custDataLst>
          </p:nvPr>
        </p:nvSpPr>
        <p:spPr>
          <a:xfrm flipH="1">
            <a:off x="5828100" y="4104196"/>
            <a:ext cx="3694484" cy="1080889"/>
          </a:xfrm>
          <a:prstGeom prst="homePlate">
            <a:avLst>
              <a:gd name="adj" fmla="val 22028"/>
            </a:avLst>
          </a:prstGeom>
          <a:solidFill>
            <a:schemeClr val="accent3"/>
          </a:solidFill>
          <a:ln>
            <a:noFill/>
          </a:ln>
        </p:spPr>
        <p:txBody>
          <a:bodyPr wrap="square" lIns="222885"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Tree>
    <p:extLst>
      <p:ext uri="{BB962C8B-B14F-4D97-AF65-F5344CB8AC3E}">
        <p14:creationId xmlns:p14="http://schemas.microsoft.com/office/powerpoint/2010/main" val="1225603327"/>
      </p:ext>
    </p:extLst>
  </p:cSld>
  <p:clrMapOvr>
    <a:masterClrMapping/>
  </p:clrMapOvr>
  <p:transition>
    <p:fade/>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a:t>Chevrons resulting from</a:t>
            </a:r>
            <a:endParaRPr lang="en-US" dirty="0"/>
          </a:p>
        </p:txBody>
      </p:sp>
      <p:sp>
        <p:nvSpPr>
          <p:cNvPr id="3" name="Title 2"/>
          <p:cNvSpPr>
            <a:spLocks noGrp="1"/>
          </p:cNvSpPr>
          <p:nvPr>
            <p:ph type="title"/>
          </p:nvPr>
        </p:nvSpPr>
        <p:spPr/>
        <p:txBody>
          <a:bodyPr/>
          <a:lstStyle/>
          <a:p>
            <a:r>
              <a:rPr lang="en-US" altLang="ja-JP"/>
              <a:t>Text boxes</a:t>
            </a:r>
            <a:endParaRPr lang="en-US" dirty="0"/>
          </a:p>
        </p:txBody>
      </p:sp>
      <p:grpSp>
        <p:nvGrpSpPr>
          <p:cNvPr id="4" name="Group 3">
            <a:extLst>
              <a:ext uri="{FF2B5EF4-FFF2-40B4-BE49-F238E27FC236}">
                <a16:creationId xmlns:a16="http://schemas.microsoft.com/office/drawing/2014/main" id="{E4CB28FB-8D7E-4592-95B8-D3559DE193F4}"/>
              </a:ext>
            </a:extLst>
          </p:cNvPr>
          <p:cNvGrpSpPr/>
          <p:nvPr/>
        </p:nvGrpSpPr>
        <p:grpSpPr>
          <a:xfrm>
            <a:off x="381000" y="1686308"/>
            <a:ext cx="9144000" cy="3460630"/>
            <a:chOff x="2219782" y="1646493"/>
            <a:chExt cx="7777448" cy="4259237"/>
          </a:xfrm>
        </p:grpSpPr>
        <p:sp>
          <p:nvSpPr>
            <p:cNvPr id="12" name="Text Placeholder 5"/>
            <p:cNvSpPr txBox="1">
              <a:spLocks/>
            </p:cNvSpPr>
            <p:nvPr>
              <p:custDataLst>
                <p:tags r:id="rId1"/>
              </p:custDataLst>
            </p:nvPr>
          </p:nvSpPr>
          <p:spPr>
            <a:xfrm flipH="1">
              <a:off x="2219782" y="1646493"/>
              <a:ext cx="3146425" cy="990000"/>
            </a:xfrm>
            <a:prstGeom prst="homePlate">
              <a:avLst>
                <a:gd name="adj" fmla="val 22028"/>
              </a:avLst>
            </a:prstGeom>
            <a:solidFill>
              <a:schemeClr val="tx1"/>
            </a:solidFill>
            <a:ln>
              <a:noFill/>
            </a:ln>
          </p:spPr>
          <p:txBody>
            <a:bodyPr wrap="square" lIns="148590"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13" name="Text Placeholder 5"/>
            <p:cNvSpPr txBox="1">
              <a:spLocks/>
            </p:cNvSpPr>
            <p:nvPr>
              <p:custDataLst>
                <p:tags r:id="rId2"/>
              </p:custDataLst>
            </p:nvPr>
          </p:nvSpPr>
          <p:spPr>
            <a:xfrm flipH="1">
              <a:off x="2219782" y="2736239"/>
              <a:ext cx="3146425" cy="990000"/>
            </a:xfrm>
            <a:prstGeom prst="homePlate">
              <a:avLst>
                <a:gd name="adj" fmla="val 22028"/>
              </a:avLst>
            </a:prstGeom>
            <a:solidFill>
              <a:schemeClr val="tx1"/>
            </a:solidFill>
            <a:ln>
              <a:noFill/>
            </a:ln>
          </p:spPr>
          <p:txBody>
            <a:bodyPr wrap="square" lIns="148590"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21" name="Text Placeholder 5"/>
            <p:cNvSpPr txBox="1">
              <a:spLocks/>
            </p:cNvSpPr>
            <p:nvPr>
              <p:custDataLst>
                <p:tags r:id="rId3"/>
              </p:custDataLst>
            </p:nvPr>
          </p:nvSpPr>
          <p:spPr>
            <a:xfrm flipH="1">
              <a:off x="2219782" y="3825985"/>
              <a:ext cx="3146425" cy="990000"/>
            </a:xfrm>
            <a:prstGeom prst="homePlate">
              <a:avLst>
                <a:gd name="adj" fmla="val 22028"/>
              </a:avLst>
            </a:prstGeom>
            <a:solidFill>
              <a:schemeClr val="tx1"/>
            </a:solidFill>
            <a:ln>
              <a:noFill/>
            </a:ln>
          </p:spPr>
          <p:txBody>
            <a:bodyPr wrap="square" lIns="148590"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22" name="Text Placeholder 5"/>
            <p:cNvSpPr txBox="1">
              <a:spLocks/>
            </p:cNvSpPr>
            <p:nvPr>
              <p:custDataLst>
                <p:tags r:id="rId4"/>
              </p:custDataLst>
            </p:nvPr>
          </p:nvSpPr>
          <p:spPr>
            <a:xfrm>
              <a:off x="6850805" y="1646493"/>
              <a:ext cx="3146425" cy="990000"/>
            </a:xfrm>
            <a:prstGeom prst="homePlate">
              <a:avLst>
                <a:gd name="adj" fmla="val 22028"/>
              </a:avLst>
            </a:prstGeom>
            <a:solidFill>
              <a:schemeClr val="accent3"/>
            </a:solidFill>
            <a:ln>
              <a:noFill/>
            </a:ln>
          </p:spPr>
          <p:txBody>
            <a:bodyPr wrap="square" lIns="72231"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23" name="Text Placeholder 5"/>
            <p:cNvSpPr txBox="1">
              <a:spLocks/>
            </p:cNvSpPr>
            <p:nvPr>
              <p:custDataLst>
                <p:tags r:id="rId5"/>
              </p:custDataLst>
            </p:nvPr>
          </p:nvSpPr>
          <p:spPr>
            <a:xfrm>
              <a:off x="6850805" y="2736239"/>
              <a:ext cx="3146425" cy="990000"/>
            </a:xfrm>
            <a:prstGeom prst="homePlate">
              <a:avLst>
                <a:gd name="adj" fmla="val 22028"/>
              </a:avLst>
            </a:prstGeom>
            <a:solidFill>
              <a:schemeClr val="accent3"/>
            </a:solidFill>
            <a:ln>
              <a:noFill/>
            </a:ln>
          </p:spPr>
          <p:txBody>
            <a:bodyPr wrap="square" lIns="72231"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24" name="Text Placeholder 5"/>
            <p:cNvSpPr txBox="1">
              <a:spLocks/>
            </p:cNvSpPr>
            <p:nvPr>
              <p:custDataLst>
                <p:tags r:id="rId6"/>
              </p:custDataLst>
            </p:nvPr>
          </p:nvSpPr>
          <p:spPr>
            <a:xfrm>
              <a:off x="6850805" y="3825985"/>
              <a:ext cx="3146425" cy="990000"/>
            </a:xfrm>
            <a:prstGeom prst="homePlate">
              <a:avLst>
                <a:gd name="adj" fmla="val 22028"/>
              </a:avLst>
            </a:prstGeom>
            <a:solidFill>
              <a:schemeClr val="accent3"/>
            </a:solidFill>
            <a:ln>
              <a:noFill/>
            </a:ln>
          </p:spPr>
          <p:txBody>
            <a:bodyPr wrap="square" lIns="72231"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25" name="Text Placeholder 5"/>
            <p:cNvSpPr txBox="1">
              <a:spLocks/>
            </p:cNvSpPr>
            <p:nvPr>
              <p:custDataLst>
                <p:tags r:id="rId7"/>
              </p:custDataLst>
            </p:nvPr>
          </p:nvSpPr>
          <p:spPr>
            <a:xfrm>
              <a:off x="6850805" y="4915730"/>
              <a:ext cx="3146425" cy="990000"/>
            </a:xfrm>
            <a:prstGeom prst="homePlate">
              <a:avLst>
                <a:gd name="adj" fmla="val 22028"/>
              </a:avLst>
            </a:prstGeom>
            <a:solidFill>
              <a:schemeClr val="accent3"/>
            </a:solidFill>
            <a:ln>
              <a:noFill/>
            </a:ln>
          </p:spPr>
          <p:txBody>
            <a:bodyPr wrap="square" lIns="72231"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sp>
          <p:nvSpPr>
            <p:cNvPr id="26" name="Text Placeholder 5"/>
            <p:cNvSpPr txBox="1">
              <a:spLocks/>
            </p:cNvSpPr>
            <p:nvPr>
              <p:custDataLst>
                <p:tags r:id="rId8"/>
              </p:custDataLst>
            </p:nvPr>
          </p:nvSpPr>
          <p:spPr>
            <a:xfrm flipH="1">
              <a:off x="2219782" y="4915730"/>
              <a:ext cx="3146425" cy="990000"/>
            </a:xfrm>
            <a:prstGeom prst="homePlate">
              <a:avLst>
                <a:gd name="adj" fmla="val 22028"/>
              </a:avLst>
            </a:prstGeom>
            <a:solidFill>
              <a:schemeClr val="tx1"/>
            </a:solidFill>
            <a:ln>
              <a:noFill/>
            </a:ln>
          </p:spPr>
          <p:txBody>
            <a:bodyPr wrap="square" lIns="148590"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buClr>
                  <a:schemeClr val="bg1"/>
                </a:buClr>
                <a:buSzPct val="100000"/>
              </a:pPr>
              <a:r>
                <a:rPr lang="en-US" sz="1200" dirty="0">
                  <a:solidFill>
                    <a:schemeClr val="bg1"/>
                  </a:solidFill>
                  <a:latin typeface="Aptos" panose="020B0004020202020204" pitchFamily="34" charset="0"/>
                  <a:cs typeface="Arial" charset="0"/>
                </a:rPr>
                <a:t>Text runs here</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cs typeface="Arial" charset="0"/>
                </a:rPr>
                <a:t>This is a level 1 bullet</a:t>
              </a:r>
            </a:p>
            <a:p>
              <a:pPr marL="365760" lvl="2" indent="-182880">
                <a:spcBef>
                  <a:spcPts val="200"/>
                </a:spcBef>
                <a:spcAft>
                  <a:spcPts val="200"/>
                </a:spcAft>
                <a:buSzPct val="100000"/>
                <a:buFont typeface="Arial"/>
                <a:buChar char="−"/>
              </a:pPr>
              <a:r>
                <a:rPr lang="en-US" dirty="0">
                  <a:solidFill>
                    <a:schemeClr val="bg1"/>
                  </a:solidFill>
                  <a:latin typeface="Aptos" panose="020B0004020202020204" pitchFamily="34" charset="0"/>
                  <a:cs typeface="Arial" charset="0"/>
                </a:rPr>
                <a:t>This is a level 2 bullet</a:t>
              </a:r>
            </a:p>
          </p:txBody>
        </p:sp>
      </p:grpSp>
    </p:spTree>
    <p:extLst>
      <p:ext uri="{BB962C8B-B14F-4D97-AF65-F5344CB8AC3E}">
        <p14:creationId xmlns:p14="http://schemas.microsoft.com/office/powerpoint/2010/main" val="2945785879"/>
      </p:ext>
    </p:extLst>
  </p:cSld>
  <p:clrMapOvr>
    <a:masterClrMapping/>
  </p:clrMapOvr>
  <p:transition>
    <p:fade/>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dirty="0"/>
              <a:t>Arrow leading to</a:t>
            </a:r>
          </a:p>
        </p:txBody>
      </p:sp>
      <p:sp>
        <p:nvSpPr>
          <p:cNvPr id="3" name="Title 2"/>
          <p:cNvSpPr>
            <a:spLocks noGrp="1"/>
          </p:cNvSpPr>
          <p:nvPr>
            <p:ph type="title"/>
          </p:nvPr>
        </p:nvSpPr>
        <p:spPr/>
        <p:txBody>
          <a:bodyPr/>
          <a:lstStyle/>
          <a:p>
            <a:r>
              <a:rPr lang="en-US"/>
              <a:t>Text blocks</a:t>
            </a:r>
            <a:endParaRPr lang="en-US" dirty="0"/>
          </a:p>
        </p:txBody>
      </p:sp>
      <p:sp>
        <p:nvSpPr>
          <p:cNvPr id="14" name="Oval 13"/>
          <p:cNvSpPr/>
          <p:nvPr/>
        </p:nvSpPr>
        <p:spPr bwMode="gray">
          <a:xfrm>
            <a:off x="7237089" y="2436653"/>
            <a:ext cx="1344740" cy="1345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2231" tIns="72231" rIns="72231" bIns="72231" rtlCol="0" anchor="ctr"/>
          <a:lstStyle/>
          <a:p>
            <a:pPr algn="ctr"/>
            <a:r>
              <a:rPr lang="en-US" sz="1200" dirty="0">
                <a:solidFill>
                  <a:schemeClr val="bg1"/>
                </a:solidFill>
                <a:latin typeface="Aptos" panose="020B0004020202020204" pitchFamily="34" charset="0"/>
              </a:rPr>
              <a:t>Text runs here</a:t>
            </a:r>
          </a:p>
        </p:txBody>
      </p:sp>
      <p:sp>
        <p:nvSpPr>
          <p:cNvPr id="15" name="TextBox 14"/>
          <p:cNvSpPr txBox="1"/>
          <p:nvPr/>
        </p:nvSpPr>
        <p:spPr bwMode="gray">
          <a:xfrm>
            <a:off x="407592" y="1815795"/>
            <a:ext cx="5130750" cy="184666"/>
          </a:xfrm>
          <a:prstGeom prst="rect">
            <a:avLst/>
          </a:prstGeom>
          <a:noFill/>
        </p:spPr>
        <p:txBody>
          <a:bodyPr wrap="square" lIns="0" tIns="0" rIns="0" bIns="0" rtlCol="0" anchor="ctr">
            <a:spAutoFit/>
          </a:bodyPr>
          <a:lstStyle/>
          <a:p>
            <a:r>
              <a:rPr lang="en-US" sz="1200" dirty="0">
                <a:latin typeface="Aptos" panose="020B0004020202020204" pitchFamily="34" charset="0"/>
              </a:rPr>
              <a:t>Text runs here</a:t>
            </a:r>
          </a:p>
        </p:txBody>
      </p:sp>
      <p:sp>
        <p:nvSpPr>
          <p:cNvPr id="16" name="TextBox 15"/>
          <p:cNvSpPr txBox="1"/>
          <p:nvPr/>
        </p:nvSpPr>
        <p:spPr bwMode="gray">
          <a:xfrm>
            <a:off x="407592" y="2298257"/>
            <a:ext cx="5130750" cy="184666"/>
          </a:xfrm>
          <a:prstGeom prst="rect">
            <a:avLst/>
          </a:prstGeom>
          <a:noFill/>
        </p:spPr>
        <p:txBody>
          <a:bodyPr wrap="square" lIns="0" tIns="0" rIns="0" bIns="0" rtlCol="0" anchor="ctr">
            <a:spAutoFit/>
          </a:bodyPr>
          <a:lstStyle/>
          <a:p>
            <a:r>
              <a:rPr lang="en-US" sz="1200" dirty="0">
                <a:latin typeface="Aptos" panose="020B0004020202020204" pitchFamily="34" charset="0"/>
              </a:rPr>
              <a:t>Text runs here</a:t>
            </a:r>
          </a:p>
        </p:txBody>
      </p:sp>
      <p:sp>
        <p:nvSpPr>
          <p:cNvPr id="17" name="TextBox 16"/>
          <p:cNvSpPr txBox="1"/>
          <p:nvPr/>
        </p:nvSpPr>
        <p:spPr bwMode="gray">
          <a:xfrm>
            <a:off x="407592" y="2780717"/>
            <a:ext cx="5130750" cy="184666"/>
          </a:xfrm>
          <a:prstGeom prst="rect">
            <a:avLst/>
          </a:prstGeom>
          <a:noFill/>
        </p:spPr>
        <p:txBody>
          <a:bodyPr wrap="square" lIns="0" tIns="0" rIns="0" bIns="0" rtlCol="0" anchor="ctr">
            <a:spAutoFit/>
          </a:bodyPr>
          <a:lstStyle/>
          <a:p>
            <a:r>
              <a:rPr lang="en-US" sz="1200" dirty="0">
                <a:latin typeface="Aptos" panose="020B0004020202020204" pitchFamily="34" charset="0"/>
              </a:rPr>
              <a:t>Text runs here</a:t>
            </a:r>
          </a:p>
        </p:txBody>
      </p:sp>
      <p:sp>
        <p:nvSpPr>
          <p:cNvPr id="18" name="TextBox 17"/>
          <p:cNvSpPr txBox="1"/>
          <p:nvPr/>
        </p:nvSpPr>
        <p:spPr bwMode="gray">
          <a:xfrm>
            <a:off x="407592" y="3263177"/>
            <a:ext cx="5130750" cy="184666"/>
          </a:xfrm>
          <a:prstGeom prst="rect">
            <a:avLst/>
          </a:prstGeom>
          <a:noFill/>
        </p:spPr>
        <p:txBody>
          <a:bodyPr wrap="square" lIns="0" tIns="0" rIns="0" bIns="0" rtlCol="0" anchor="ctr">
            <a:spAutoFit/>
          </a:bodyPr>
          <a:lstStyle/>
          <a:p>
            <a:r>
              <a:rPr lang="en-US" sz="1200" dirty="0">
                <a:latin typeface="Aptos" panose="020B0004020202020204" pitchFamily="34" charset="0"/>
              </a:rPr>
              <a:t>Text runs here</a:t>
            </a:r>
          </a:p>
        </p:txBody>
      </p:sp>
      <p:sp>
        <p:nvSpPr>
          <p:cNvPr id="19" name="TextBox 18"/>
          <p:cNvSpPr txBox="1"/>
          <p:nvPr/>
        </p:nvSpPr>
        <p:spPr bwMode="gray">
          <a:xfrm>
            <a:off x="407592" y="3745638"/>
            <a:ext cx="5130750" cy="184666"/>
          </a:xfrm>
          <a:prstGeom prst="rect">
            <a:avLst/>
          </a:prstGeom>
          <a:noFill/>
        </p:spPr>
        <p:txBody>
          <a:bodyPr wrap="square" lIns="0" tIns="0" rIns="0" bIns="0" rtlCol="0" anchor="ctr">
            <a:spAutoFit/>
          </a:bodyPr>
          <a:lstStyle/>
          <a:p>
            <a:r>
              <a:rPr lang="en-US" sz="1200" dirty="0">
                <a:latin typeface="Aptos" panose="020B0004020202020204" pitchFamily="34" charset="0"/>
              </a:rPr>
              <a:t>Text runs here</a:t>
            </a:r>
          </a:p>
        </p:txBody>
      </p:sp>
      <p:sp>
        <p:nvSpPr>
          <p:cNvPr id="20" name="TextBox 19"/>
          <p:cNvSpPr txBox="1"/>
          <p:nvPr/>
        </p:nvSpPr>
        <p:spPr bwMode="gray">
          <a:xfrm>
            <a:off x="407592" y="4228101"/>
            <a:ext cx="5130750" cy="184666"/>
          </a:xfrm>
          <a:prstGeom prst="rect">
            <a:avLst/>
          </a:prstGeom>
          <a:noFill/>
        </p:spPr>
        <p:txBody>
          <a:bodyPr wrap="square" lIns="0" tIns="0" rIns="0" bIns="0" rtlCol="0" anchor="ctr">
            <a:spAutoFit/>
          </a:bodyPr>
          <a:lstStyle/>
          <a:p>
            <a:r>
              <a:rPr lang="en-US" sz="1200" dirty="0">
                <a:latin typeface="Aptos" panose="020B0004020202020204" pitchFamily="34" charset="0"/>
              </a:rPr>
              <a:t>Text runs here</a:t>
            </a:r>
          </a:p>
        </p:txBody>
      </p:sp>
      <p:grpSp>
        <p:nvGrpSpPr>
          <p:cNvPr id="27" name="Group 26"/>
          <p:cNvGrpSpPr/>
          <p:nvPr/>
        </p:nvGrpSpPr>
        <p:grpSpPr>
          <a:xfrm>
            <a:off x="407591" y="1676740"/>
            <a:ext cx="6635850" cy="2906912"/>
            <a:chOff x="374650" y="1747816"/>
            <a:chExt cx="6547628" cy="3577738"/>
          </a:xfrm>
        </p:grpSpPr>
        <p:sp>
          <p:nvSpPr>
            <p:cNvPr id="28" name="Freeform 3"/>
            <p:cNvSpPr>
              <a:spLocks/>
            </p:cNvSpPr>
            <p:nvPr/>
          </p:nvSpPr>
          <p:spPr bwMode="auto">
            <a:xfrm>
              <a:off x="387975" y="3542474"/>
              <a:ext cx="6534303" cy="1783080"/>
            </a:xfrm>
            <a:custGeom>
              <a:avLst/>
              <a:gdLst>
                <a:gd name="T0" fmla="*/ 0 w 3783"/>
                <a:gd name="T1" fmla="*/ 1237 h 1144"/>
                <a:gd name="T2" fmla="*/ 4896 w 3783"/>
                <a:gd name="T3" fmla="*/ 1237 h 1144"/>
                <a:gd name="T4" fmla="*/ 6031 w 3783"/>
                <a:gd name="T5" fmla="*/ 0 h 1144"/>
                <a:gd name="T6" fmla="*/ 28 w 3783"/>
                <a:gd name="T7" fmla="*/ 0 h 1144"/>
                <a:gd name="T8" fmla="*/ 0 60000 65536"/>
                <a:gd name="T9" fmla="*/ 0 60000 65536"/>
                <a:gd name="T10" fmla="*/ 0 60000 65536"/>
                <a:gd name="T11" fmla="*/ 0 60000 65536"/>
                <a:gd name="T12" fmla="*/ 0 w 3783"/>
                <a:gd name="T13" fmla="*/ 0 h 1144"/>
                <a:gd name="T14" fmla="*/ 3783 w 3783"/>
                <a:gd name="T15" fmla="*/ 1144 h 1144"/>
                <a:gd name="connsiteX0" fmla="*/ 0 w 9997"/>
                <a:gd name="connsiteY0" fmla="*/ 9991 h 9991"/>
                <a:gd name="connsiteX1" fmla="*/ 8115 w 9997"/>
                <a:gd name="connsiteY1" fmla="*/ 9991 h 9991"/>
                <a:gd name="connsiteX2" fmla="*/ 9997 w 9997"/>
                <a:gd name="connsiteY2" fmla="*/ 0 h 9991"/>
              </a:gdLst>
              <a:ahLst/>
              <a:cxnLst>
                <a:cxn ang="0">
                  <a:pos x="connsiteX0" y="connsiteY0"/>
                </a:cxn>
                <a:cxn ang="0">
                  <a:pos x="connsiteX1" y="connsiteY1"/>
                </a:cxn>
                <a:cxn ang="0">
                  <a:pos x="connsiteX2" y="connsiteY2"/>
                </a:cxn>
              </a:cxnLst>
              <a:rect l="l" t="t" r="r" b="b"/>
              <a:pathLst>
                <a:path w="9997" h="9991">
                  <a:moveTo>
                    <a:pt x="0" y="9991"/>
                  </a:moveTo>
                  <a:lnTo>
                    <a:pt x="8115" y="9991"/>
                  </a:lnTo>
                  <a:lnTo>
                    <a:pt x="9997" y="0"/>
                  </a:lnTo>
                </a:path>
              </a:pathLst>
            </a:custGeom>
            <a:noFill/>
            <a:ln w="6350" cap="rnd">
              <a:solidFill>
                <a:srgbClr val="BBBCBC"/>
              </a:solidFill>
              <a:round/>
              <a:headEnd type="none" w="sm" len="sm"/>
              <a:tailEnd type="none" w="sm" len="sm"/>
            </a:ln>
          </p:spPr>
          <p:txBody>
            <a:bodyPr/>
            <a:lstStyle/>
            <a:p>
              <a:pPr>
                <a:buFont typeface="Arial" pitchFamily="34" charset="0"/>
                <a:buChar char="•"/>
                <a:defRPr/>
              </a:pPr>
              <a:endParaRPr lang="en-GB" sz="1200" dirty="0">
                <a:solidFill>
                  <a:schemeClr val="tx2"/>
                </a:solidFill>
                <a:latin typeface="Aptos" panose="020B0004020202020204" pitchFamily="34" charset="0"/>
              </a:endParaRPr>
            </a:p>
          </p:txBody>
        </p:sp>
        <p:sp>
          <p:nvSpPr>
            <p:cNvPr id="29" name="Freeform 4"/>
            <p:cNvSpPr>
              <a:spLocks/>
            </p:cNvSpPr>
            <p:nvPr/>
          </p:nvSpPr>
          <p:spPr bwMode="auto">
            <a:xfrm>
              <a:off x="374650" y="3542474"/>
              <a:ext cx="5966466" cy="1177861"/>
            </a:xfrm>
            <a:custGeom>
              <a:avLst/>
              <a:gdLst>
                <a:gd name="T0" fmla="*/ 0 w 3455"/>
                <a:gd name="T1" fmla="*/ 789 h 728"/>
                <a:gd name="T2" fmla="*/ 4753 w 3455"/>
                <a:gd name="T3" fmla="*/ 789 h 728"/>
                <a:gd name="T4" fmla="*/ 5506 w 3455"/>
                <a:gd name="T5" fmla="*/ 0 h 728"/>
                <a:gd name="T6" fmla="*/ 15 w 3455"/>
                <a:gd name="T7" fmla="*/ 0 h 728"/>
                <a:gd name="T8" fmla="*/ 0 60000 65536"/>
                <a:gd name="T9" fmla="*/ 0 60000 65536"/>
                <a:gd name="T10" fmla="*/ 0 60000 65536"/>
                <a:gd name="T11" fmla="*/ 0 60000 65536"/>
                <a:gd name="T12" fmla="*/ 0 w 3455"/>
                <a:gd name="T13" fmla="*/ 0 h 728"/>
                <a:gd name="T14" fmla="*/ 3455 w 3455"/>
                <a:gd name="T15" fmla="*/ 728 h 728"/>
                <a:gd name="connsiteX0" fmla="*/ 0 w 9997"/>
                <a:gd name="connsiteY0" fmla="*/ 9986 h 9986"/>
                <a:gd name="connsiteX1" fmla="*/ 8631 w 9997"/>
                <a:gd name="connsiteY1" fmla="*/ 9986 h 9986"/>
                <a:gd name="connsiteX2" fmla="*/ 9997 w 9997"/>
                <a:gd name="connsiteY2" fmla="*/ 0 h 9986"/>
              </a:gdLst>
              <a:ahLst/>
              <a:cxnLst>
                <a:cxn ang="0">
                  <a:pos x="connsiteX0" y="connsiteY0"/>
                </a:cxn>
                <a:cxn ang="0">
                  <a:pos x="connsiteX1" y="connsiteY1"/>
                </a:cxn>
                <a:cxn ang="0">
                  <a:pos x="connsiteX2" y="connsiteY2"/>
                </a:cxn>
              </a:cxnLst>
              <a:rect l="l" t="t" r="r" b="b"/>
              <a:pathLst>
                <a:path w="9997" h="9986">
                  <a:moveTo>
                    <a:pt x="0" y="9986"/>
                  </a:moveTo>
                  <a:lnTo>
                    <a:pt x="8631" y="9986"/>
                  </a:lnTo>
                  <a:lnTo>
                    <a:pt x="9997" y="0"/>
                  </a:lnTo>
                </a:path>
              </a:pathLst>
            </a:custGeom>
            <a:noFill/>
            <a:ln w="6350" cap="rnd">
              <a:solidFill>
                <a:srgbClr val="BBBCBC"/>
              </a:solidFill>
              <a:round/>
              <a:headEnd type="none" w="sm" len="sm"/>
              <a:tailEnd type="none" w="sm" len="sm"/>
            </a:ln>
          </p:spPr>
          <p:txBody>
            <a:bodyPr/>
            <a:lstStyle/>
            <a:p>
              <a:pPr>
                <a:buFont typeface="Arial" pitchFamily="34" charset="0"/>
                <a:buChar char="•"/>
                <a:defRPr/>
              </a:pPr>
              <a:endParaRPr lang="en-GB" sz="1200" dirty="0">
                <a:solidFill>
                  <a:schemeClr val="tx2"/>
                </a:solidFill>
                <a:latin typeface="Aptos" panose="020B0004020202020204" pitchFamily="34" charset="0"/>
              </a:endParaRPr>
            </a:p>
          </p:txBody>
        </p:sp>
        <p:sp>
          <p:nvSpPr>
            <p:cNvPr id="30" name="Freeform 6"/>
            <p:cNvSpPr>
              <a:spLocks/>
            </p:cNvSpPr>
            <p:nvPr/>
          </p:nvSpPr>
          <p:spPr bwMode="auto">
            <a:xfrm>
              <a:off x="377983" y="1747816"/>
              <a:ext cx="6544295" cy="1783080"/>
            </a:xfrm>
            <a:custGeom>
              <a:avLst/>
              <a:gdLst>
                <a:gd name="T0" fmla="*/ 0 w 3789"/>
                <a:gd name="T1" fmla="*/ 0 h 1144"/>
                <a:gd name="T2" fmla="*/ 4905 w 3789"/>
                <a:gd name="T3" fmla="*/ 0 h 1144"/>
                <a:gd name="T4" fmla="*/ 6041 w 3789"/>
                <a:gd name="T5" fmla="*/ 1237 h 1144"/>
                <a:gd name="T6" fmla="*/ 25 w 3789"/>
                <a:gd name="T7" fmla="*/ 1237 h 1144"/>
                <a:gd name="T8" fmla="*/ 0 60000 65536"/>
                <a:gd name="T9" fmla="*/ 0 60000 65536"/>
                <a:gd name="T10" fmla="*/ 0 60000 65536"/>
                <a:gd name="T11" fmla="*/ 0 60000 65536"/>
                <a:gd name="T12" fmla="*/ 0 w 3789"/>
                <a:gd name="T13" fmla="*/ 0 h 1144"/>
                <a:gd name="T14" fmla="*/ 3789 w 3789"/>
                <a:gd name="T15" fmla="*/ 1144 h 1144"/>
                <a:gd name="connsiteX0" fmla="*/ 0 w 9997"/>
                <a:gd name="connsiteY0" fmla="*/ 0 h 9991"/>
                <a:gd name="connsiteX1" fmla="*/ 8116 w 9997"/>
                <a:gd name="connsiteY1" fmla="*/ 0 h 9991"/>
                <a:gd name="connsiteX2" fmla="*/ 9997 w 9997"/>
                <a:gd name="connsiteY2" fmla="*/ 9991 h 9991"/>
              </a:gdLst>
              <a:ahLst/>
              <a:cxnLst>
                <a:cxn ang="0">
                  <a:pos x="connsiteX0" y="connsiteY0"/>
                </a:cxn>
                <a:cxn ang="0">
                  <a:pos x="connsiteX1" y="connsiteY1"/>
                </a:cxn>
                <a:cxn ang="0">
                  <a:pos x="connsiteX2" y="connsiteY2"/>
                </a:cxn>
              </a:cxnLst>
              <a:rect l="l" t="t" r="r" b="b"/>
              <a:pathLst>
                <a:path w="9997" h="9991">
                  <a:moveTo>
                    <a:pt x="0" y="0"/>
                  </a:moveTo>
                  <a:lnTo>
                    <a:pt x="8116" y="0"/>
                  </a:lnTo>
                  <a:lnTo>
                    <a:pt x="9997" y="9991"/>
                  </a:lnTo>
                </a:path>
              </a:pathLst>
            </a:custGeom>
            <a:noFill/>
            <a:ln w="6350" cap="rnd">
              <a:solidFill>
                <a:srgbClr val="BBBCBC"/>
              </a:solidFill>
              <a:round/>
              <a:headEnd type="none" w="sm" len="sm"/>
              <a:tailEnd type="none" w="sm" len="sm"/>
            </a:ln>
          </p:spPr>
          <p:txBody>
            <a:bodyPr/>
            <a:lstStyle/>
            <a:p>
              <a:pPr>
                <a:buFont typeface="Arial" pitchFamily="34" charset="0"/>
                <a:buChar char="•"/>
                <a:defRPr/>
              </a:pPr>
              <a:endParaRPr lang="en-GB" sz="1200" dirty="0">
                <a:solidFill>
                  <a:schemeClr val="tx2"/>
                </a:solidFill>
                <a:latin typeface="Aptos" panose="020B0004020202020204" pitchFamily="34" charset="0"/>
              </a:endParaRPr>
            </a:p>
          </p:txBody>
        </p:sp>
        <p:sp>
          <p:nvSpPr>
            <p:cNvPr id="31" name="Freeform 8"/>
            <p:cNvSpPr>
              <a:spLocks/>
            </p:cNvSpPr>
            <p:nvPr/>
          </p:nvSpPr>
          <p:spPr bwMode="auto">
            <a:xfrm>
              <a:off x="374650" y="2953599"/>
              <a:ext cx="5373648" cy="582564"/>
            </a:xfrm>
            <a:custGeom>
              <a:avLst/>
              <a:gdLst>
                <a:gd name="T0" fmla="*/ 0 w 3111"/>
                <a:gd name="T1" fmla="*/ 0 h 361"/>
                <a:gd name="T2" fmla="*/ 4629 w 3111"/>
                <a:gd name="T3" fmla="*/ 0 h 361"/>
                <a:gd name="T4" fmla="*/ 4960 w 3111"/>
                <a:gd name="T5" fmla="*/ 388 h 361"/>
                <a:gd name="T6" fmla="*/ 13 w 3111"/>
                <a:gd name="T7" fmla="*/ 388 h 361"/>
                <a:gd name="T8" fmla="*/ 0 60000 65536"/>
                <a:gd name="T9" fmla="*/ 0 60000 65536"/>
                <a:gd name="T10" fmla="*/ 0 60000 65536"/>
                <a:gd name="T11" fmla="*/ 0 60000 65536"/>
                <a:gd name="T12" fmla="*/ 0 w 3111"/>
                <a:gd name="T13" fmla="*/ 0 h 361"/>
                <a:gd name="T14" fmla="*/ 3111 w 3111"/>
                <a:gd name="T15" fmla="*/ 361 h 361"/>
                <a:gd name="connsiteX0" fmla="*/ 0 w 9997"/>
                <a:gd name="connsiteY0" fmla="*/ 0 h 9972"/>
                <a:gd name="connsiteX1" fmla="*/ 9328 w 9997"/>
                <a:gd name="connsiteY1" fmla="*/ 0 h 9972"/>
                <a:gd name="connsiteX2" fmla="*/ 9997 w 9997"/>
                <a:gd name="connsiteY2" fmla="*/ 9972 h 9972"/>
              </a:gdLst>
              <a:ahLst/>
              <a:cxnLst>
                <a:cxn ang="0">
                  <a:pos x="connsiteX0" y="connsiteY0"/>
                </a:cxn>
                <a:cxn ang="0">
                  <a:pos x="connsiteX1" y="connsiteY1"/>
                </a:cxn>
                <a:cxn ang="0">
                  <a:pos x="connsiteX2" y="connsiteY2"/>
                </a:cxn>
              </a:cxnLst>
              <a:rect l="l" t="t" r="r" b="b"/>
              <a:pathLst>
                <a:path w="9997" h="9972">
                  <a:moveTo>
                    <a:pt x="0" y="0"/>
                  </a:moveTo>
                  <a:lnTo>
                    <a:pt x="9328" y="0"/>
                  </a:lnTo>
                  <a:lnTo>
                    <a:pt x="9997" y="9972"/>
                  </a:lnTo>
                </a:path>
              </a:pathLst>
            </a:custGeom>
            <a:noFill/>
            <a:ln w="6350" cap="rnd">
              <a:solidFill>
                <a:srgbClr val="BBBCBC"/>
              </a:solidFill>
              <a:round/>
              <a:headEnd type="none" w="sm" len="sm"/>
              <a:tailEnd type="none" w="sm" len="sm"/>
            </a:ln>
          </p:spPr>
          <p:txBody>
            <a:bodyPr/>
            <a:lstStyle/>
            <a:p>
              <a:pPr>
                <a:buFont typeface="Arial" pitchFamily="34" charset="0"/>
                <a:buChar char="•"/>
                <a:defRPr/>
              </a:pPr>
              <a:endParaRPr lang="en-GB" sz="1200" dirty="0">
                <a:solidFill>
                  <a:schemeClr val="tx2"/>
                </a:solidFill>
                <a:latin typeface="Aptos" panose="020B0004020202020204" pitchFamily="34" charset="0"/>
              </a:endParaRPr>
            </a:p>
          </p:txBody>
        </p:sp>
        <p:sp>
          <p:nvSpPr>
            <p:cNvPr id="32" name="Freeform 4"/>
            <p:cNvSpPr>
              <a:spLocks/>
            </p:cNvSpPr>
            <p:nvPr/>
          </p:nvSpPr>
          <p:spPr bwMode="auto">
            <a:xfrm flipV="1">
              <a:off x="374650" y="2360017"/>
              <a:ext cx="5966466" cy="1177861"/>
            </a:xfrm>
            <a:custGeom>
              <a:avLst/>
              <a:gdLst>
                <a:gd name="T0" fmla="*/ 0 w 3455"/>
                <a:gd name="T1" fmla="*/ 789 h 728"/>
                <a:gd name="T2" fmla="*/ 4753 w 3455"/>
                <a:gd name="T3" fmla="*/ 789 h 728"/>
                <a:gd name="T4" fmla="*/ 5506 w 3455"/>
                <a:gd name="T5" fmla="*/ 0 h 728"/>
                <a:gd name="T6" fmla="*/ 15 w 3455"/>
                <a:gd name="T7" fmla="*/ 0 h 728"/>
                <a:gd name="T8" fmla="*/ 0 60000 65536"/>
                <a:gd name="T9" fmla="*/ 0 60000 65536"/>
                <a:gd name="T10" fmla="*/ 0 60000 65536"/>
                <a:gd name="T11" fmla="*/ 0 60000 65536"/>
                <a:gd name="T12" fmla="*/ 0 w 3455"/>
                <a:gd name="T13" fmla="*/ 0 h 728"/>
                <a:gd name="T14" fmla="*/ 3455 w 3455"/>
                <a:gd name="T15" fmla="*/ 728 h 728"/>
                <a:gd name="connsiteX0" fmla="*/ 0 w 9997"/>
                <a:gd name="connsiteY0" fmla="*/ 9986 h 9986"/>
                <a:gd name="connsiteX1" fmla="*/ 8631 w 9997"/>
                <a:gd name="connsiteY1" fmla="*/ 9986 h 9986"/>
                <a:gd name="connsiteX2" fmla="*/ 9997 w 9997"/>
                <a:gd name="connsiteY2" fmla="*/ 0 h 9986"/>
              </a:gdLst>
              <a:ahLst/>
              <a:cxnLst>
                <a:cxn ang="0">
                  <a:pos x="connsiteX0" y="connsiteY0"/>
                </a:cxn>
                <a:cxn ang="0">
                  <a:pos x="connsiteX1" y="connsiteY1"/>
                </a:cxn>
                <a:cxn ang="0">
                  <a:pos x="connsiteX2" y="connsiteY2"/>
                </a:cxn>
              </a:cxnLst>
              <a:rect l="l" t="t" r="r" b="b"/>
              <a:pathLst>
                <a:path w="9997" h="9986">
                  <a:moveTo>
                    <a:pt x="0" y="9986"/>
                  </a:moveTo>
                  <a:lnTo>
                    <a:pt x="8631" y="9986"/>
                  </a:lnTo>
                  <a:lnTo>
                    <a:pt x="9997" y="0"/>
                  </a:lnTo>
                </a:path>
              </a:pathLst>
            </a:custGeom>
            <a:noFill/>
            <a:ln w="6350" cap="rnd">
              <a:solidFill>
                <a:srgbClr val="BBBCBC"/>
              </a:solidFill>
              <a:round/>
              <a:headEnd type="none" w="sm" len="sm"/>
              <a:tailEnd type="none" w="sm" len="sm"/>
            </a:ln>
          </p:spPr>
          <p:txBody>
            <a:bodyPr/>
            <a:lstStyle/>
            <a:p>
              <a:pPr>
                <a:buFont typeface="Arial" pitchFamily="34" charset="0"/>
                <a:buChar char="•"/>
                <a:defRPr/>
              </a:pPr>
              <a:endParaRPr lang="en-GB" sz="1200" dirty="0">
                <a:solidFill>
                  <a:schemeClr val="tx2"/>
                </a:solidFill>
                <a:latin typeface="Aptos" panose="020B0004020202020204" pitchFamily="34" charset="0"/>
              </a:endParaRPr>
            </a:p>
          </p:txBody>
        </p:sp>
        <p:cxnSp>
          <p:nvCxnSpPr>
            <p:cNvPr id="33" name="Straight Connector 32"/>
            <p:cNvCxnSpPr/>
            <p:nvPr/>
          </p:nvCxnSpPr>
          <p:spPr>
            <a:xfrm flipH="1" flipV="1">
              <a:off x="374650" y="3538603"/>
              <a:ext cx="6547628" cy="0"/>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34" name="Freeform 8"/>
            <p:cNvSpPr>
              <a:spLocks/>
            </p:cNvSpPr>
            <p:nvPr/>
          </p:nvSpPr>
          <p:spPr bwMode="auto">
            <a:xfrm flipV="1">
              <a:off x="374650" y="3542322"/>
              <a:ext cx="5373648" cy="582564"/>
            </a:xfrm>
            <a:custGeom>
              <a:avLst/>
              <a:gdLst>
                <a:gd name="T0" fmla="*/ 0 w 3111"/>
                <a:gd name="T1" fmla="*/ 0 h 361"/>
                <a:gd name="T2" fmla="*/ 4629 w 3111"/>
                <a:gd name="T3" fmla="*/ 0 h 361"/>
                <a:gd name="T4" fmla="*/ 4960 w 3111"/>
                <a:gd name="T5" fmla="*/ 388 h 361"/>
                <a:gd name="T6" fmla="*/ 13 w 3111"/>
                <a:gd name="T7" fmla="*/ 388 h 361"/>
                <a:gd name="T8" fmla="*/ 0 60000 65536"/>
                <a:gd name="T9" fmla="*/ 0 60000 65536"/>
                <a:gd name="T10" fmla="*/ 0 60000 65536"/>
                <a:gd name="T11" fmla="*/ 0 60000 65536"/>
                <a:gd name="T12" fmla="*/ 0 w 3111"/>
                <a:gd name="T13" fmla="*/ 0 h 361"/>
                <a:gd name="T14" fmla="*/ 3111 w 3111"/>
                <a:gd name="T15" fmla="*/ 361 h 361"/>
                <a:gd name="connsiteX0" fmla="*/ 0 w 9997"/>
                <a:gd name="connsiteY0" fmla="*/ 0 h 9972"/>
                <a:gd name="connsiteX1" fmla="*/ 9328 w 9997"/>
                <a:gd name="connsiteY1" fmla="*/ 0 h 9972"/>
                <a:gd name="connsiteX2" fmla="*/ 9997 w 9997"/>
                <a:gd name="connsiteY2" fmla="*/ 9972 h 9972"/>
              </a:gdLst>
              <a:ahLst/>
              <a:cxnLst>
                <a:cxn ang="0">
                  <a:pos x="connsiteX0" y="connsiteY0"/>
                </a:cxn>
                <a:cxn ang="0">
                  <a:pos x="connsiteX1" y="connsiteY1"/>
                </a:cxn>
                <a:cxn ang="0">
                  <a:pos x="connsiteX2" y="connsiteY2"/>
                </a:cxn>
              </a:cxnLst>
              <a:rect l="l" t="t" r="r" b="b"/>
              <a:pathLst>
                <a:path w="9997" h="9972">
                  <a:moveTo>
                    <a:pt x="0" y="0"/>
                  </a:moveTo>
                  <a:lnTo>
                    <a:pt x="9328" y="0"/>
                  </a:lnTo>
                  <a:lnTo>
                    <a:pt x="9997" y="9972"/>
                  </a:lnTo>
                </a:path>
              </a:pathLst>
            </a:custGeom>
            <a:noFill/>
            <a:ln w="6350" cap="rnd">
              <a:solidFill>
                <a:srgbClr val="BBBCBC"/>
              </a:solidFill>
              <a:round/>
              <a:headEnd type="none" w="sm" len="sm"/>
              <a:tailEnd type="none" w="sm" len="sm"/>
            </a:ln>
          </p:spPr>
          <p:txBody>
            <a:bodyPr/>
            <a:lstStyle/>
            <a:p>
              <a:pPr>
                <a:buFont typeface="Arial" pitchFamily="34" charset="0"/>
                <a:buChar char="•"/>
                <a:defRPr/>
              </a:pPr>
              <a:endParaRPr lang="en-GB" sz="1200" dirty="0">
                <a:solidFill>
                  <a:schemeClr val="tx2"/>
                </a:solidFill>
                <a:latin typeface="Aptos" panose="020B0004020202020204" pitchFamily="34" charset="0"/>
              </a:endParaRPr>
            </a:p>
          </p:txBody>
        </p:sp>
      </p:grpSp>
    </p:spTree>
    <p:extLst>
      <p:ext uri="{BB962C8B-B14F-4D97-AF65-F5344CB8AC3E}">
        <p14:creationId xmlns:p14="http://schemas.microsoft.com/office/powerpoint/2010/main" val="2502572360"/>
      </p:ext>
    </p:extLst>
  </p:cSld>
  <p:clrMapOvr>
    <a:masterClrMapping/>
  </p:clrMapOvr>
  <p:transition>
    <p:fade/>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a:t>Elements leading to</a:t>
            </a:r>
            <a:endParaRPr lang="en-US" dirty="0"/>
          </a:p>
        </p:txBody>
      </p:sp>
      <p:sp>
        <p:nvSpPr>
          <p:cNvPr id="3" name="Title 2"/>
          <p:cNvSpPr>
            <a:spLocks noGrp="1"/>
          </p:cNvSpPr>
          <p:nvPr>
            <p:ph type="title"/>
          </p:nvPr>
        </p:nvSpPr>
        <p:spPr/>
        <p:txBody>
          <a:bodyPr/>
          <a:lstStyle/>
          <a:p>
            <a:r>
              <a:rPr lang="en-US"/>
              <a:t>Text blocks </a:t>
            </a:r>
            <a:endParaRPr lang="en-US" dirty="0"/>
          </a:p>
        </p:txBody>
      </p:sp>
      <p:grpSp>
        <p:nvGrpSpPr>
          <p:cNvPr id="15" name="Group 14">
            <a:extLst>
              <a:ext uri="{FF2B5EF4-FFF2-40B4-BE49-F238E27FC236}">
                <a16:creationId xmlns:a16="http://schemas.microsoft.com/office/drawing/2014/main" id="{C12244FE-ED7C-497C-9C7C-7972766C916D}"/>
              </a:ext>
            </a:extLst>
          </p:cNvPr>
          <p:cNvGrpSpPr/>
          <p:nvPr/>
        </p:nvGrpSpPr>
        <p:grpSpPr>
          <a:xfrm>
            <a:off x="379884" y="1683506"/>
            <a:ext cx="9143999" cy="3493018"/>
            <a:chOff x="2576685" y="1611784"/>
            <a:chExt cx="7038631" cy="4299099"/>
          </a:xfrm>
        </p:grpSpPr>
        <p:sp>
          <p:nvSpPr>
            <p:cNvPr id="4" name="Rectangle 3"/>
            <p:cNvSpPr>
              <a:spLocks noChangeArrowheads="1"/>
            </p:cNvSpPr>
            <p:nvPr/>
          </p:nvSpPr>
          <p:spPr bwMode="auto">
            <a:xfrm>
              <a:off x="2576685" y="1611784"/>
              <a:ext cx="1406525" cy="1371600"/>
            </a:xfrm>
            <a:prstGeom prst="rect">
              <a:avLst/>
            </a:prstGeom>
            <a:solidFill>
              <a:schemeClr val="accent1"/>
            </a:solidFill>
            <a:ln w="19050" algn="ctr">
              <a:no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5" name="Rectangle 4"/>
            <p:cNvSpPr>
              <a:spLocks noChangeArrowheads="1"/>
            </p:cNvSpPr>
            <p:nvPr/>
          </p:nvSpPr>
          <p:spPr bwMode="auto">
            <a:xfrm>
              <a:off x="4073526" y="1611784"/>
              <a:ext cx="1406525" cy="1371600"/>
            </a:xfrm>
            <a:prstGeom prst="rect">
              <a:avLst/>
            </a:prstGeom>
            <a:solidFill>
              <a:schemeClr val="accent1"/>
            </a:solidFill>
            <a:ln w="19050" algn="ctr">
              <a:noFill/>
              <a:miter lim="800000"/>
              <a:headEnd/>
              <a:tailEnd/>
            </a:ln>
          </p:spPr>
          <p:txBody>
            <a:bodyPr wrap="square" lIns="72231" tIns="72231" rIns="72231" bIns="72231" anchor="ctr"/>
            <a:lstStyle/>
            <a:p>
              <a:pPr lvl="0"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6" name="Rectangle 5"/>
            <p:cNvSpPr>
              <a:spLocks noChangeArrowheads="1"/>
            </p:cNvSpPr>
            <p:nvPr/>
          </p:nvSpPr>
          <p:spPr bwMode="auto">
            <a:xfrm>
              <a:off x="5570367" y="1611784"/>
              <a:ext cx="1406525" cy="1371600"/>
            </a:xfrm>
            <a:prstGeom prst="rect">
              <a:avLst/>
            </a:prstGeom>
            <a:solidFill>
              <a:schemeClr val="accent1"/>
            </a:solidFill>
            <a:ln w="19050" algn="ctr">
              <a:no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7" name="Rectangle 6"/>
            <p:cNvSpPr>
              <a:spLocks noChangeArrowheads="1"/>
            </p:cNvSpPr>
            <p:nvPr/>
          </p:nvSpPr>
          <p:spPr bwMode="auto">
            <a:xfrm>
              <a:off x="2576685" y="4539283"/>
              <a:ext cx="1406525" cy="1371600"/>
            </a:xfrm>
            <a:prstGeom prst="rect">
              <a:avLst/>
            </a:prstGeom>
            <a:solidFill>
              <a:schemeClr val="accent1"/>
            </a:solidFill>
            <a:ln w="19050" algn="ctr">
              <a:no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8" name="Rectangle 7"/>
            <p:cNvSpPr>
              <a:spLocks noChangeArrowheads="1"/>
            </p:cNvSpPr>
            <p:nvPr/>
          </p:nvSpPr>
          <p:spPr bwMode="auto">
            <a:xfrm>
              <a:off x="4073526" y="4539283"/>
              <a:ext cx="1406525" cy="1371600"/>
            </a:xfrm>
            <a:prstGeom prst="rect">
              <a:avLst/>
            </a:prstGeom>
            <a:solidFill>
              <a:schemeClr val="accent1"/>
            </a:solidFill>
            <a:ln w="19050" algn="ctr">
              <a:no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9" name="Rectangle 8"/>
            <p:cNvSpPr>
              <a:spLocks noChangeArrowheads="1"/>
            </p:cNvSpPr>
            <p:nvPr/>
          </p:nvSpPr>
          <p:spPr bwMode="auto">
            <a:xfrm>
              <a:off x="5570367" y="4539283"/>
              <a:ext cx="1406525" cy="1371600"/>
            </a:xfrm>
            <a:prstGeom prst="rect">
              <a:avLst/>
            </a:prstGeom>
            <a:solidFill>
              <a:schemeClr val="accent1"/>
            </a:solidFill>
            <a:ln w="19050" algn="ctr">
              <a:no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10" name="Rectangle 9"/>
            <p:cNvSpPr>
              <a:spLocks noChangeArrowheads="1"/>
            </p:cNvSpPr>
            <p:nvPr/>
          </p:nvSpPr>
          <p:spPr bwMode="auto">
            <a:xfrm>
              <a:off x="2576685" y="3075534"/>
              <a:ext cx="1406525" cy="1371600"/>
            </a:xfrm>
            <a:prstGeom prst="rect">
              <a:avLst/>
            </a:prstGeom>
            <a:solidFill>
              <a:schemeClr val="accent1"/>
            </a:solidFill>
            <a:ln w="19050" algn="ctr">
              <a:no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11" name="Rectangle 10"/>
            <p:cNvSpPr>
              <a:spLocks noChangeArrowheads="1"/>
            </p:cNvSpPr>
            <p:nvPr/>
          </p:nvSpPr>
          <p:spPr bwMode="auto">
            <a:xfrm>
              <a:off x="4073526" y="3075534"/>
              <a:ext cx="1406525" cy="1371600"/>
            </a:xfrm>
            <a:prstGeom prst="rect">
              <a:avLst/>
            </a:prstGeom>
            <a:solidFill>
              <a:schemeClr val="accent1"/>
            </a:solidFill>
            <a:ln w="19050" algn="ctr">
              <a:no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12" name="Rectangle 11"/>
            <p:cNvSpPr>
              <a:spLocks noChangeArrowheads="1"/>
            </p:cNvSpPr>
            <p:nvPr/>
          </p:nvSpPr>
          <p:spPr bwMode="auto">
            <a:xfrm>
              <a:off x="5570367" y="3075534"/>
              <a:ext cx="1406525" cy="1371600"/>
            </a:xfrm>
            <a:prstGeom prst="rect">
              <a:avLst/>
            </a:prstGeom>
            <a:solidFill>
              <a:schemeClr val="accent1"/>
            </a:solidFill>
            <a:ln w="19050" algn="ctr">
              <a:no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13" name="AutoShape 12"/>
            <p:cNvSpPr>
              <a:spLocks noChangeArrowheads="1"/>
            </p:cNvSpPr>
            <p:nvPr/>
          </p:nvSpPr>
          <p:spPr bwMode="auto">
            <a:xfrm>
              <a:off x="7178503" y="1611784"/>
              <a:ext cx="336550" cy="4297680"/>
            </a:xfrm>
            <a:prstGeom prst="homePlate">
              <a:avLst>
                <a:gd name="adj" fmla="val 100000"/>
              </a:avLst>
            </a:prstGeom>
            <a:solidFill>
              <a:schemeClr val="bg1">
                <a:lumMod val="75000"/>
              </a:schemeClr>
            </a:solidFill>
            <a:ln w="6350" algn="ctr">
              <a:noFill/>
              <a:miter lim="800000"/>
              <a:headEnd/>
              <a:tailEnd/>
            </a:ln>
          </p:spPr>
          <p:txBody>
            <a:bodyPr wrap="square" lIns="72231" tIns="72231" rIns="72231" bIns="72231" anchor="ctr"/>
            <a:lstStyle/>
            <a:p>
              <a:pPr algn="ctr"/>
              <a:endParaRPr lang="en-US" sz="1200" dirty="0">
                <a:latin typeface="Aptos" panose="020B0004020202020204" pitchFamily="34" charset="0"/>
              </a:endParaRPr>
            </a:p>
          </p:txBody>
        </p:sp>
        <p:sp>
          <p:nvSpPr>
            <p:cNvPr id="14" name="Rectangle 19"/>
            <p:cNvSpPr>
              <a:spLocks noChangeArrowheads="1"/>
            </p:cNvSpPr>
            <p:nvPr/>
          </p:nvSpPr>
          <p:spPr bwMode="auto">
            <a:xfrm>
              <a:off x="7716666" y="1611785"/>
              <a:ext cx="1898650" cy="4299098"/>
            </a:xfrm>
            <a:prstGeom prst="rect">
              <a:avLst/>
            </a:prstGeom>
            <a:solidFill>
              <a:schemeClr val="tx1"/>
            </a:solidFill>
            <a:ln w="19050" algn="ctr">
              <a:noFill/>
              <a:miter lim="800000"/>
              <a:headEnd/>
              <a:tailEnd/>
            </a:ln>
          </p:spPr>
          <p:txBody>
            <a:bodyPr wrap="square" lIns="72231" tIns="72231" rIns="72231" bIns="72231" anchor="ctr"/>
            <a:lstStyle/>
            <a:p>
              <a:pPr algn="ctr">
                <a:defRPr/>
              </a:pPr>
              <a:r>
                <a:rPr lang="en-US" sz="1200" dirty="0">
                  <a:solidFill>
                    <a:schemeClr val="bg1"/>
                  </a:solidFill>
                  <a:latin typeface="Aptos" panose="020B0004020202020204" pitchFamily="34" charset="0"/>
                  <a:ea typeface="ＭＳ Ｐゴシック" pitchFamily="50" charset="-128"/>
                </a:rPr>
                <a:t>Text runs here</a:t>
              </a:r>
              <a:endParaRPr lang="en-US" altLang="ja-JP" sz="1200" dirty="0">
                <a:solidFill>
                  <a:schemeClr val="bg1"/>
                </a:solidFill>
                <a:latin typeface="Aptos" panose="020B0004020202020204" pitchFamily="34" charset="0"/>
                <a:ea typeface="ＭＳ Ｐゴシック" pitchFamily="50" charset="-128"/>
              </a:endParaRPr>
            </a:p>
          </p:txBody>
        </p:sp>
      </p:grpSp>
    </p:spTree>
    <p:extLst>
      <p:ext uri="{BB962C8B-B14F-4D97-AF65-F5344CB8AC3E}">
        <p14:creationId xmlns:p14="http://schemas.microsoft.com/office/powerpoint/2010/main" val="496745728"/>
      </p:ext>
    </p:extLst>
  </p:cSld>
  <p:clrMapOvr>
    <a:masterClrMapping/>
  </p:clrMapOvr>
  <p:transition>
    <p:fade/>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dirty="0"/>
              <a:t>Elements leading to</a:t>
            </a:r>
          </a:p>
        </p:txBody>
      </p:sp>
      <p:sp>
        <p:nvSpPr>
          <p:cNvPr id="3" name="Title 2"/>
          <p:cNvSpPr>
            <a:spLocks noGrp="1"/>
          </p:cNvSpPr>
          <p:nvPr>
            <p:ph type="title"/>
          </p:nvPr>
        </p:nvSpPr>
        <p:spPr/>
        <p:txBody>
          <a:bodyPr/>
          <a:lstStyle/>
          <a:p>
            <a:r>
              <a:rPr lang="en-US"/>
              <a:t>Text blocks on solid background </a:t>
            </a:r>
            <a:endParaRPr lang="en-US" dirty="0"/>
          </a:p>
        </p:txBody>
      </p:sp>
      <p:grpSp>
        <p:nvGrpSpPr>
          <p:cNvPr id="15" name="Group 14">
            <a:extLst>
              <a:ext uri="{FF2B5EF4-FFF2-40B4-BE49-F238E27FC236}">
                <a16:creationId xmlns:a16="http://schemas.microsoft.com/office/drawing/2014/main" id="{6A4C7094-87F5-48B5-8C21-8948BFFC4A42}"/>
              </a:ext>
            </a:extLst>
          </p:cNvPr>
          <p:cNvGrpSpPr/>
          <p:nvPr/>
        </p:nvGrpSpPr>
        <p:grpSpPr>
          <a:xfrm>
            <a:off x="401295" y="1696670"/>
            <a:ext cx="9123705" cy="3493018"/>
            <a:chOff x="2576685" y="1611784"/>
            <a:chExt cx="7038631" cy="4299099"/>
          </a:xfrm>
        </p:grpSpPr>
        <p:sp>
          <p:nvSpPr>
            <p:cNvPr id="4" name="Rectangle 3"/>
            <p:cNvSpPr>
              <a:spLocks noChangeArrowheads="1"/>
            </p:cNvSpPr>
            <p:nvPr/>
          </p:nvSpPr>
          <p:spPr bwMode="auto">
            <a:xfrm>
              <a:off x="2576685" y="1611784"/>
              <a:ext cx="1406525" cy="1371600"/>
            </a:xfrm>
            <a:prstGeom prst="rect">
              <a:avLst/>
            </a:prstGeom>
            <a:noFill/>
            <a:ln w="19050" algn="ctr">
              <a:solidFill>
                <a:schemeClr val="accent1"/>
              </a:solid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5" name="Rectangle 4"/>
            <p:cNvSpPr>
              <a:spLocks noChangeArrowheads="1"/>
            </p:cNvSpPr>
            <p:nvPr/>
          </p:nvSpPr>
          <p:spPr bwMode="auto">
            <a:xfrm>
              <a:off x="4073526" y="1611784"/>
              <a:ext cx="1406525" cy="1371600"/>
            </a:xfrm>
            <a:prstGeom prst="rect">
              <a:avLst/>
            </a:prstGeom>
            <a:noFill/>
            <a:ln w="19050" algn="ctr">
              <a:solidFill>
                <a:schemeClr val="accent1"/>
              </a:solidFill>
              <a:miter lim="800000"/>
              <a:headEnd/>
              <a:tailEnd/>
            </a:ln>
          </p:spPr>
          <p:txBody>
            <a:bodyPr wrap="square" lIns="72231" tIns="72231" rIns="72231" bIns="72231" anchor="ctr"/>
            <a:lstStyle/>
            <a:p>
              <a:pPr lvl="0"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6" name="Rectangle 5"/>
            <p:cNvSpPr>
              <a:spLocks noChangeArrowheads="1"/>
            </p:cNvSpPr>
            <p:nvPr/>
          </p:nvSpPr>
          <p:spPr bwMode="auto">
            <a:xfrm>
              <a:off x="5570367" y="1611784"/>
              <a:ext cx="1406525" cy="1371600"/>
            </a:xfrm>
            <a:prstGeom prst="rect">
              <a:avLst/>
            </a:prstGeom>
            <a:noFill/>
            <a:ln w="19050" algn="ctr">
              <a:solidFill>
                <a:schemeClr val="accent1"/>
              </a:solid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7" name="Rectangle 6"/>
            <p:cNvSpPr>
              <a:spLocks noChangeArrowheads="1"/>
            </p:cNvSpPr>
            <p:nvPr/>
          </p:nvSpPr>
          <p:spPr bwMode="auto">
            <a:xfrm>
              <a:off x="2576685" y="4539283"/>
              <a:ext cx="1406525" cy="1371600"/>
            </a:xfrm>
            <a:prstGeom prst="rect">
              <a:avLst/>
            </a:prstGeom>
            <a:noFill/>
            <a:ln w="19050" algn="ctr">
              <a:solidFill>
                <a:schemeClr val="accent1"/>
              </a:solid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8" name="Rectangle 7"/>
            <p:cNvSpPr>
              <a:spLocks noChangeArrowheads="1"/>
            </p:cNvSpPr>
            <p:nvPr/>
          </p:nvSpPr>
          <p:spPr bwMode="auto">
            <a:xfrm>
              <a:off x="4073526" y="4539283"/>
              <a:ext cx="1406525" cy="1371600"/>
            </a:xfrm>
            <a:prstGeom prst="rect">
              <a:avLst/>
            </a:prstGeom>
            <a:noFill/>
            <a:ln w="19050" algn="ctr">
              <a:solidFill>
                <a:schemeClr val="accent1"/>
              </a:solid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9" name="Rectangle 8"/>
            <p:cNvSpPr>
              <a:spLocks noChangeArrowheads="1"/>
            </p:cNvSpPr>
            <p:nvPr/>
          </p:nvSpPr>
          <p:spPr bwMode="auto">
            <a:xfrm>
              <a:off x="5570367" y="4539283"/>
              <a:ext cx="1406525" cy="1371600"/>
            </a:xfrm>
            <a:prstGeom prst="rect">
              <a:avLst/>
            </a:prstGeom>
            <a:noFill/>
            <a:ln w="19050" algn="ctr">
              <a:solidFill>
                <a:schemeClr val="accent1"/>
              </a:solid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10" name="Rectangle 9"/>
            <p:cNvSpPr>
              <a:spLocks noChangeArrowheads="1"/>
            </p:cNvSpPr>
            <p:nvPr/>
          </p:nvSpPr>
          <p:spPr bwMode="auto">
            <a:xfrm>
              <a:off x="2576685" y="3075534"/>
              <a:ext cx="1406525" cy="1371600"/>
            </a:xfrm>
            <a:prstGeom prst="rect">
              <a:avLst/>
            </a:prstGeom>
            <a:noFill/>
            <a:ln w="19050" algn="ctr">
              <a:solidFill>
                <a:schemeClr val="accent1"/>
              </a:solid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11" name="Rectangle 10"/>
            <p:cNvSpPr>
              <a:spLocks noChangeArrowheads="1"/>
            </p:cNvSpPr>
            <p:nvPr/>
          </p:nvSpPr>
          <p:spPr bwMode="auto">
            <a:xfrm>
              <a:off x="4073526" y="3075534"/>
              <a:ext cx="1406525" cy="1371600"/>
            </a:xfrm>
            <a:prstGeom prst="rect">
              <a:avLst/>
            </a:prstGeom>
            <a:noFill/>
            <a:ln w="19050" algn="ctr">
              <a:solidFill>
                <a:schemeClr val="accent1"/>
              </a:solid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12" name="Rectangle 11"/>
            <p:cNvSpPr>
              <a:spLocks noChangeArrowheads="1"/>
            </p:cNvSpPr>
            <p:nvPr/>
          </p:nvSpPr>
          <p:spPr bwMode="auto">
            <a:xfrm>
              <a:off x="5570367" y="3075534"/>
              <a:ext cx="1406525" cy="1371600"/>
            </a:xfrm>
            <a:prstGeom prst="rect">
              <a:avLst/>
            </a:prstGeom>
            <a:noFill/>
            <a:ln w="19050" algn="ctr">
              <a:solidFill>
                <a:schemeClr val="accent1"/>
              </a:solid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sp>
          <p:nvSpPr>
            <p:cNvPr id="13" name="AutoShape 12"/>
            <p:cNvSpPr>
              <a:spLocks noChangeArrowheads="1"/>
            </p:cNvSpPr>
            <p:nvPr/>
          </p:nvSpPr>
          <p:spPr bwMode="auto">
            <a:xfrm>
              <a:off x="7178503" y="1611784"/>
              <a:ext cx="336550" cy="4297680"/>
            </a:xfrm>
            <a:prstGeom prst="homePlate">
              <a:avLst>
                <a:gd name="adj" fmla="val 100000"/>
              </a:avLst>
            </a:prstGeom>
            <a:solidFill>
              <a:schemeClr val="bg2">
                <a:lumMod val="75000"/>
              </a:schemeClr>
            </a:solidFill>
            <a:ln w="6350" algn="ctr">
              <a:noFill/>
              <a:miter lim="800000"/>
              <a:headEnd/>
              <a:tailEnd/>
            </a:ln>
          </p:spPr>
          <p:txBody>
            <a:bodyPr wrap="square" lIns="72231" tIns="72231" rIns="72231" bIns="72231" anchor="ctr"/>
            <a:lstStyle/>
            <a:p>
              <a:pPr algn="ctr"/>
              <a:endParaRPr lang="en-US" sz="1200" dirty="0">
                <a:latin typeface="Aptos" panose="020B0004020202020204" pitchFamily="34" charset="0"/>
              </a:endParaRPr>
            </a:p>
          </p:txBody>
        </p:sp>
        <p:sp>
          <p:nvSpPr>
            <p:cNvPr id="14" name="Rectangle 19"/>
            <p:cNvSpPr>
              <a:spLocks noChangeArrowheads="1"/>
            </p:cNvSpPr>
            <p:nvPr/>
          </p:nvSpPr>
          <p:spPr bwMode="auto">
            <a:xfrm>
              <a:off x="7716666" y="1611785"/>
              <a:ext cx="1898650" cy="4299098"/>
            </a:xfrm>
            <a:prstGeom prst="rect">
              <a:avLst/>
            </a:prstGeom>
            <a:noFill/>
            <a:ln w="19050" algn="ctr">
              <a:solidFill>
                <a:schemeClr val="tx1"/>
              </a:solidFill>
              <a:miter lim="800000"/>
              <a:headEnd/>
              <a:tailEnd/>
            </a:ln>
          </p:spPr>
          <p:txBody>
            <a:bodyPr wrap="square" lIns="72231" tIns="72231" rIns="72231" bIns="72231" anchor="ctr"/>
            <a:lstStyle/>
            <a:p>
              <a:pPr algn="ctr">
                <a:defRPr/>
              </a:pPr>
              <a:r>
                <a:rPr lang="en-US" sz="1200" dirty="0">
                  <a:latin typeface="Aptos" panose="020B0004020202020204" pitchFamily="34" charset="0"/>
                  <a:ea typeface="ＭＳ Ｐゴシック" pitchFamily="50" charset="-128"/>
                </a:rPr>
                <a:t>Text runs here</a:t>
              </a:r>
              <a:endParaRPr lang="en-US" altLang="ja-JP" sz="1200" dirty="0">
                <a:latin typeface="Aptos" panose="020B0004020202020204" pitchFamily="34" charset="0"/>
                <a:ea typeface="ＭＳ Ｐゴシック" pitchFamily="50" charset="-128"/>
              </a:endParaRPr>
            </a:p>
          </p:txBody>
        </p:sp>
      </p:grpSp>
    </p:spTree>
    <p:extLst>
      <p:ext uri="{BB962C8B-B14F-4D97-AF65-F5344CB8AC3E}">
        <p14:creationId xmlns:p14="http://schemas.microsoft.com/office/powerpoint/2010/main" val="1297394925"/>
      </p:ext>
    </p:extLst>
  </p:cSld>
  <p:clrMapOvr>
    <a:masterClrMapping/>
  </p:clrMapOvr>
  <p:transition>
    <p:fade/>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a:t>Interrelated</a:t>
            </a:r>
            <a:endParaRPr lang="en-US" dirty="0"/>
          </a:p>
        </p:txBody>
      </p:sp>
      <p:sp>
        <p:nvSpPr>
          <p:cNvPr id="3" name="Title 2"/>
          <p:cNvSpPr>
            <a:spLocks noGrp="1"/>
          </p:cNvSpPr>
          <p:nvPr>
            <p:ph type="title"/>
          </p:nvPr>
        </p:nvSpPr>
        <p:spPr/>
        <p:txBody>
          <a:bodyPr/>
          <a:lstStyle/>
          <a:p>
            <a:r>
              <a:rPr lang="en-US" altLang="ja-JP"/>
              <a:t>Text b</a:t>
            </a:r>
            <a:r>
              <a:rPr lang="en-US"/>
              <a:t>locks</a:t>
            </a:r>
            <a:endParaRPr lang="en-US" dirty="0"/>
          </a:p>
        </p:txBody>
      </p:sp>
      <p:grpSp>
        <p:nvGrpSpPr>
          <p:cNvPr id="20" name="Group 19"/>
          <p:cNvGrpSpPr/>
          <p:nvPr/>
        </p:nvGrpSpPr>
        <p:grpSpPr>
          <a:xfrm>
            <a:off x="3100223" y="1972662"/>
            <a:ext cx="3329939" cy="3329939"/>
            <a:chOff x="3524738" y="2896756"/>
            <a:chExt cx="2094524" cy="2161453"/>
          </a:xfrm>
        </p:grpSpPr>
        <p:sp>
          <p:nvSpPr>
            <p:cNvPr id="12" name="Freeform 3"/>
            <p:cNvSpPr>
              <a:spLocks/>
            </p:cNvSpPr>
            <p:nvPr/>
          </p:nvSpPr>
          <p:spPr bwMode="blackWhite">
            <a:xfrm>
              <a:off x="3650678" y="2896756"/>
              <a:ext cx="1091134" cy="958752"/>
            </a:xfrm>
            <a:custGeom>
              <a:avLst/>
              <a:gdLst>
                <a:gd name="T0" fmla="*/ 455 w 1057"/>
                <a:gd name="T1" fmla="*/ 879 h 900"/>
                <a:gd name="T2" fmla="*/ 471 w 1057"/>
                <a:gd name="T3" fmla="*/ 838 h 900"/>
                <a:gd name="T4" fmla="*/ 490 w 1057"/>
                <a:gd name="T5" fmla="*/ 799 h 900"/>
                <a:gd name="T6" fmla="*/ 514 w 1057"/>
                <a:gd name="T7" fmla="*/ 762 h 900"/>
                <a:gd name="T8" fmla="*/ 541 w 1057"/>
                <a:gd name="T9" fmla="*/ 728 h 900"/>
                <a:gd name="T10" fmla="*/ 570 w 1057"/>
                <a:gd name="T11" fmla="*/ 696 h 900"/>
                <a:gd name="T12" fmla="*/ 603 w 1057"/>
                <a:gd name="T13" fmla="*/ 667 h 900"/>
                <a:gd name="T14" fmla="*/ 639 w 1057"/>
                <a:gd name="T15" fmla="*/ 642 h 900"/>
                <a:gd name="T16" fmla="*/ 676 w 1057"/>
                <a:gd name="T17" fmla="*/ 621 h 900"/>
                <a:gd name="T18" fmla="*/ 713 w 1057"/>
                <a:gd name="T19" fmla="*/ 605 h 900"/>
                <a:gd name="T20" fmla="*/ 753 w 1057"/>
                <a:gd name="T21" fmla="*/ 591 h 900"/>
                <a:gd name="T22" fmla="*/ 793 w 1057"/>
                <a:gd name="T23" fmla="*/ 581 h 900"/>
                <a:gd name="T24" fmla="*/ 834 w 1057"/>
                <a:gd name="T25" fmla="*/ 575 h 900"/>
                <a:gd name="T26" fmla="*/ 833 w 1057"/>
                <a:gd name="T27" fmla="*/ 711 h 900"/>
                <a:gd name="T28" fmla="*/ 1056 w 1057"/>
                <a:gd name="T29" fmla="*/ 374 h 900"/>
                <a:gd name="T30" fmla="*/ 818 w 1057"/>
                <a:gd name="T31" fmla="*/ 0 h 900"/>
                <a:gd name="T32" fmla="*/ 819 w 1057"/>
                <a:gd name="T33" fmla="*/ 137 h 900"/>
                <a:gd name="T34" fmla="*/ 757 w 1057"/>
                <a:gd name="T35" fmla="*/ 143 h 900"/>
                <a:gd name="T36" fmla="*/ 694 w 1057"/>
                <a:gd name="T37" fmla="*/ 154 h 900"/>
                <a:gd name="T38" fmla="*/ 634 w 1057"/>
                <a:gd name="T39" fmla="*/ 168 h 900"/>
                <a:gd name="T40" fmla="*/ 574 w 1057"/>
                <a:gd name="T41" fmla="*/ 188 h 900"/>
                <a:gd name="T42" fmla="*/ 516 w 1057"/>
                <a:gd name="T43" fmla="*/ 211 h 900"/>
                <a:gd name="T44" fmla="*/ 460 w 1057"/>
                <a:gd name="T45" fmla="*/ 238 h 900"/>
                <a:gd name="T46" fmla="*/ 405 w 1057"/>
                <a:gd name="T47" fmla="*/ 270 h 900"/>
                <a:gd name="T48" fmla="*/ 352 w 1057"/>
                <a:gd name="T49" fmla="*/ 306 h 900"/>
                <a:gd name="T50" fmla="*/ 302 w 1057"/>
                <a:gd name="T51" fmla="*/ 346 h 900"/>
                <a:gd name="T52" fmla="*/ 255 w 1057"/>
                <a:gd name="T53" fmla="*/ 390 h 900"/>
                <a:gd name="T54" fmla="*/ 211 w 1057"/>
                <a:gd name="T55" fmla="*/ 437 h 900"/>
                <a:gd name="T56" fmla="*/ 170 w 1057"/>
                <a:gd name="T57" fmla="*/ 486 h 900"/>
                <a:gd name="T58" fmla="*/ 134 w 1057"/>
                <a:gd name="T59" fmla="*/ 539 h 900"/>
                <a:gd name="T60" fmla="*/ 101 w 1057"/>
                <a:gd name="T61" fmla="*/ 595 h 900"/>
                <a:gd name="T62" fmla="*/ 72 w 1057"/>
                <a:gd name="T63" fmla="*/ 653 h 900"/>
                <a:gd name="T64" fmla="*/ 47 w 1057"/>
                <a:gd name="T65" fmla="*/ 711 h 900"/>
                <a:gd name="T66" fmla="*/ 27 w 1057"/>
                <a:gd name="T67" fmla="*/ 773 h 900"/>
                <a:gd name="T68" fmla="*/ 11 w 1057"/>
                <a:gd name="T69" fmla="*/ 835 h 900"/>
                <a:gd name="T70" fmla="*/ 0 w 1057"/>
                <a:gd name="T71" fmla="*/ 899 h 900"/>
                <a:gd name="T72" fmla="*/ 238 w 1057"/>
                <a:gd name="T73" fmla="*/ 741 h 900"/>
                <a:gd name="T74" fmla="*/ 455 w 1057"/>
                <a:gd name="T75" fmla="*/ 879 h 90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57"/>
                <a:gd name="T115" fmla="*/ 0 h 900"/>
                <a:gd name="T116" fmla="*/ 1057 w 1057"/>
                <a:gd name="T117" fmla="*/ 900 h 90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57" h="900">
                  <a:moveTo>
                    <a:pt x="455" y="879"/>
                  </a:moveTo>
                  <a:lnTo>
                    <a:pt x="471" y="838"/>
                  </a:lnTo>
                  <a:lnTo>
                    <a:pt x="490" y="799"/>
                  </a:lnTo>
                  <a:lnTo>
                    <a:pt x="514" y="762"/>
                  </a:lnTo>
                  <a:lnTo>
                    <a:pt x="541" y="728"/>
                  </a:lnTo>
                  <a:lnTo>
                    <a:pt x="570" y="696"/>
                  </a:lnTo>
                  <a:lnTo>
                    <a:pt x="603" y="667"/>
                  </a:lnTo>
                  <a:lnTo>
                    <a:pt x="639" y="642"/>
                  </a:lnTo>
                  <a:lnTo>
                    <a:pt x="676" y="621"/>
                  </a:lnTo>
                  <a:lnTo>
                    <a:pt x="713" y="605"/>
                  </a:lnTo>
                  <a:lnTo>
                    <a:pt x="753" y="591"/>
                  </a:lnTo>
                  <a:lnTo>
                    <a:pt x="793" y="581"/>
                  </a:lnTo>
                  <a:lnTo>
                    <a:pt x="834" y="575"/>
                  </a:lnTo>
                  <a:lnTo>
                    <a:pt x="833" y="711"/>
                  </a:lnTo>
                  <a:lnTo>
                    <a:pt x="1056" y="374"/>
                  </a:lnTo>
                  <a:lnTo>
                    <a:pt x="818" y="0"/>
                  </a:lnTo>
                  <a:lnTo>
                    <a:pt x="819" y="137"/>
                  </a:lnTo>
                  <a:lnTo>
                    <a:pt x="757" y="143"/>
                  </a:lnTo>
                  <a:lnTo>
                    <a:pt x="694" y="154"/>
                  </a:lnTo>
                  <a:lnTo>
                    <a:pt x="634" y="168"/>
                  </a:lnTo>
                  <a:lnTo>
                    <a:pt x="574" y="188"/>
                  </a:lnTo>
                  <a:lnTo>
                    <a:pt x="516" y="211"/>
                  </a:lnTo>
                  <a:lnTo>
                    <a:pt x="460" y="238"/>
                  </a:lnTo>
                  <a:lnTo>
                    <a:pt x="405" y="270"/>
                  </a:lnTo>
                  <a:lnTo>
                    <a:pt x="352" y="306"/>
                  </a:lnTo>
                  <a:lnTo>
                    <a:pt x="302" y="346"/>
                  </a:lnTo>
                  <a:lnTo>
                    <a:pt x="255" y="390"/>
                  </a:lnTo>
                  <a:lnTo>
                    <a:pt x="211" y="437"/>
                  </a:lnTo>
                  <a:lnTo>
                    <a:pt x="170" y="486"/>
                  </a:lnTo>
                  <a:lnTo>
                    <a:pt x="134" y="539"/>
                  </a:lnTo>
                  <a:lnTo>
                    <a:pt x="101" y="595"/>
                  </a:lnTo>
                  <a:lnTo>
                    <a:pt x="72" y="653"/>
                  </a:lnTo>
                  <a:lnTo>
                    <a:pt x="47" y="711"/>
                  </a:lnTo>
                  <a:lnTo>
                    <a:pt x="27" y="773"/>
                  </a:lnTo>
                  <a:lnTo>
                    <a:pt x="11" y="835"/>
                  </a:lnTo>
                  <a:lnTo>
                    <a:pt x="0" y="899"/>
                  </a:lnTo>
                  <a:lnTo>
                    <a:pt x="238" y="741"/>
                  </a:lnTo>
                  <a:lnTo>
                    <a:pt x="455" y="879"/>
                  </a:lnTo>
                </a:path>
              </a:pathLst>
            </a:custGeom>
            <a:solidFill>
              <a:schemeClr val="accent1"/>
            </a:solidFill>
            <a:ln w="12700" cap="rnd">
              <a:solidFill>
                <a:schemeClr val="bg1"/>
              </a:solidFill>
              <a:round/>
              <a:headEnd/>
              <a:tailEnd/>
            </a:ln>
          </p:spPr>
          <p:txBody>
            <a:bodyPr/>
            <a:lstStyle/>
            <a:p>
              <a:pPr>
                <a:defRPr/>
              </a:pPr>
              <a:endParaRPr lang="en-GB" sz="1400" dirty="0">
                <a:latin typeface="Aptos" panose="020B0004020202020204" pitchFamily="34" charset="0"/>
              </a:endParaRPr>
            </a:p>
          </p:txBody>
        </p:sp>
        <p:sp>
          <p:nvSpPr>
            <p:cNvPr id="13" name="Freeform 4"/>
            <p:cNvSpPr>
              <a:spLocks/>
            </p:cNvSpPr>
            <p:nvPr/>
          </p:nvSpPr>
          <p:spPr bwMode="blackWhite">
            <a:xfrm>
              <a:off x="4380510" y="4095196"/>
              <a:ext cx="1066359" cy="963013"/>
            </a:xfrm>
            <a:custGeom>
              <a:avLst/>
              <a:gdLst>
                <a:gd name="T0" fmla="*/ 585 w 1033"/>
                <a:gd name="T1" fmla="*/ 1 h 904"/>
                <a:gd name="T2" fmla="*/ 573 w 1033"/>
                <a:gd name="T3" fmla="*/ 41 h 904"/>
                <a:gd name="T4" fmla="*/ 556 w 1033"/>
                <a:gd name="T5" fmla="*/ 78 h 904"/>
                <a:gd name="T6" fmla="*/ 537 w 1033"/>
                <a:gd name="T7" fmla="*/ 116 h 904"/>
                <a:gd name="T8" fmla="*/ 514 w 1033"/>
                <a:gd name="T9" fmla="*/ 150 h 904"/>
                <a:gd name="T10" fmla="*/ 488 w 1033"/>
                <a:gd name="T11" fmla="*/ 182 h 904"/>
                <a:gd name="T12" fmla="*/ 459 w 1033"/>
                <a:gd name="T13" fmla="*/ 212 h 904"/>
                <a:gd name="T14" fmla="*/ 427 w 1033"/>
                <a:gd name="T15" fmla="*/ 239 h 904"/>
                <a:gd name="T16" fmla="*/ 393 w 1033"/>
                <a:gd name="T17" fmla="*/ 262 h 904"/>
                <a:gd name="T18" fmla="*/ 356 w 1033"/>
                <a:gd name="T19" fmla="*/ 283 h 904"/>
                <a:gd name="T20" fmla="*/ 317 w 1033"/>
                <a:gd name="T21" fmla="*/ 301 h 904"/>
                <a:gd name="T22" fmla="*/ 277 w 1033"/>
                <a:gd name="T23" fmla="*/ 314 h 904"/>
                <a:gd name="T24" fmla="*/ 236 w 1033"/>
                <a:gd name="T25" fmla="*/ 323 h 904"/>
                <a:gd name="T26" fmla="*/ 235 w 1033"/>
                <a:gd name="T27" fmla="*/ 187 h 904"/>
                <a:gd name="T28" fmla="*/ 159 w 1033"/>
                <a:gd name="T29" fmla="*/ 298 h 904"/>
                <a:gd name="T30" fmla="*/ 80 w 1033"/>
                <a:gd name="T31" fmla="*/ 409 h 904"/>
                <a:gd name="T32" fmla="*/ 0 w 1033"/>
                <a:gd name="T33" fmla="*/ 517 h 904"/>
                <a:gd name="T34" fmla="*/ 236 w 1033"/>
                <a:gd name="T35" fmla="*/ 903 h 904"/>
                <a:gd name="T36" fmla="*/ 236 w 1033"/>
                <a:gd name="T37" fmla="*/ 766 h 904"/>
                <a:gd name="T38" fmla="*/ 295 w 1033"/>
                <a:gd name="T39" fmla="*/ 759 h 904"/>
                <a:gd name="T40" fmla="*/ 353 w 1033"/>
                <a:gd name="T41" fmla="*/ 747 h 904"/>
                <a:gd name="T42" fmla="*/ 411 w 1033"/>
                <a:gd name="T43" fmla="*/ 733 h 904"/>
                <a:gd name="T44" fmla="*/ 467 w 1033"/>
                <a:gd name="T45" fmla="*/ 713 h 904"/>
                <a:gd name="T46" fmla="*/ 522 w 1033"/>
                <a:gd name="T47" fmla="*/ 691 h 904"/>
                <a:gd name="T48" fmla="*/ 575 w 1033"/>
                <a:gd name="T49" fmla="*/ 665 h 904"/>
                <a:gd name="T50" fmla="*/ 626 w 1033"/>
                <a:gd name="T51" fmla="*/ 635 h 904"/>
                <a:gd name="T52" fmla="*/ 676 w 1033"/>
                <a:gd name="T53" fmla="*/ 601 h 904"/>
                <a:gd name="T54" fmla="*/ 724 w 1033"/>
                <a:gd name="T55" fmla="*/ 564 h 904"/>
                <a:gd name="T56" fmla="*/ 768 w 1033"/>
                <a:gd name="T57" fmla="*/ 525 h 904"/>
                <a:gd name="T58" fmla="*/ 811 w 1033"/>
                <a:gd name="T59" fmla="*/ 481 h 904"/>
                <a:gd name="T60" fmla="*/ 849 w 1033"/>
                <a:gd name="T61" fmla="*/ 435 h 904"/>
                <a:gd name="T62" fmla="*/ 884 w 1033"/>
                <a:gd name="T63" fmla="*/ 387 h 904"/>
                <a:gd name="T64" fmla="*/ 916 w 1033"/>
                <a:gd name="T65" fmla="*/ 337 h 904"/>
                <a:gd name="T66" fmla="*/ 945 w 1033"/>
                <a:gd name="T67" fmla="*/ 284 h 904"/>
                <a:gd name="T68" fmla="*/ 970 w 1033"/>
                <a:gd name="T69" fmla="*/ 231 h 904"/>
                <a:gd name="T70" fmla="*/ 991 w 1033"/>
                <a:gd name="T71" fmla="*/ 174 h 904"/>
                <a:gd name="T72" fmla="*/ 1009 w 1033"/>
                <a:gd name="T73" fmla="*/ 117 h 904"/>
                <a:gd name="T74" fmla="*/ 1023 w 1033"/>
                <a:gd name="T75" fmla="*/ 58 h 904"/>
                <a:gd name="T76" fmla="*/ 1032 w 1033"/>
                <a:gd name="T77" fmla="*/ 0 h 904"/>
                <a:gd name="T78" fmla="*/ 812 w 1033"/>
                <a:gd name="T79" fmla="*/ 132 h 904"/>
                <a:gd name="T80" fmla="*/ 585 w 1033"/>
                <a:gd name="T81" fmla="*/ 1 h 9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33"/>
                <a:gd name="T124" fmla="*/ 0 h 904"/>
                <a:gd name="T125" fmla="*/ 1033 w 1033"/>
                <a:gd name="T126" fmla="*/ 904 h 9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33" h="904">
                  <a:moveTo>
                    <a:pt x="585" y="1"/>
                  </a:moveTo>
                  <a:lnTo>
                    <a:pt x="573" y="41"/>
                  </a:lnTo>
                  <a:lnTo>
                    <a:pt x="556" y="78"/>
                  </a:lnTo>
                  <a:lnTo>
                    <a:pt x="537" y="116"/>
                  </a:lnTo>
                  <a:lnTo>
                    <a:pt x="514" y="150"/>
                  </a:lnTo>
                  <a:lnTo>
                    <a:pt x="488" y="182"/>
                  </a:lnTo>
                  <a:lnTo>
                    <a:pt x="459" y="212"/>
                  </a:lnTo>
                  <a:lnTo>
                    <a:pt x="427" y="239"/>
                  </a:lnTo>
                  <a:lnTo>
                    <a:pt x="393" y="262"/>
                  </a:lnTo>
                  <a:lnTo>
                    <a:pt x="356" y="283"/>
                  </a:lnTo>
                  <a:lnTo>
                    <a:pt x="317" y="301"/>
                  </a:lnTo>
                  <a:lnTo>
                    <a:pt x="277" y="314"/>
                  </a:lnTo>
                  <a:lnTo>
                    <a:pt x="236" y="323"/>
                  </a:lnTo>
                  <a:lnTo>
                    <a:pt x="235" y="187"/>
                  </a:lnTo>
                  <a:lnTo>
                    <a:pt x="159" y="298"/>
                  </a:lnTo>
                  <a:lnTo>
                    <a:pt x="80" y="409"/>
                  </a:lnTo>
                  <a:lnTo>
                    <a:pt x="0" y="517"/>
                  </a:lnTo>
                  <a:lnTo>
                    <a:pt x="236" y="903"/>
                  </a:lnTo>
                  <a:lnTo>
                    <a:pt x="236" y="766"/>
                  </a:lnTo>
                  <a:lnTo>
                    <a:pt x="295" y="759"/>
                  </a:lnTo>
                  <a:lnTo>
                    <a:pt x="353" y="747"/>
                  </a:lnTo>
                  <a:lnTo>
                    <a:pt x="411" y="733"/>
                  </a:lnTo>
                  <a:lnTo>
                    <a:pt x="467" y="713"/>
                  </a:lnTo>
                  <a:lnTo>
                    <a:pt x="522" y="691"/>
                  </a:lnTo>
                  <a:lnTo>
                    <a:pt x="575" y="665"/>
                  </a:lnTo>
                  <a:lnTo>
                    <a:pt x="626" y="635"/>
                  </a:lnTo>
                  <a:lnTo>
                    <a:pt x="676" y="601"/>
                  </a:lnTo>
                  <a:lnTo>
                    <a:pt x="724" y="564"/>
                  </a:lnTo>
                  <a:lnTo>
                    <a:pt x="768" y="525"/>
                  </a:lnTo>
                  <a:lnTo>
                    <a:pt x="811" y="481"/>
                  </a:lnTo>
                  <a:lnTo>
                    <a:pt x="849" y="435"/>
                  </a:lnTo>
                  <a:lnTo>
                    <a:pt x="884" y="387"/>
                  </a:lnTo>
                  <a:lnTo>
                    <a:pt x="916" y="337"/>
                  </a:lnTo>
                  <a:lnTo>
                    <a:pt x="945" y="284"/>
                  </a:lnTo>
                  <a:lnTo>
                    <a:pt x="970" y="231"/>
                  </a:lnTo>
                  <a:lnTo>
                    <a:pt x="991" y="174"/>
                  </a:lnTo>
                  <a:lnTo>
                    <a:pt x="1009" y="117"/>
                  </a:lnTo>
                  <a:lnTo>
                    <a:pt x="1023" y="58"/>
                  </a:lnTo>
                  <a:lnTo>
                    <a:pt x="1032" y="0"/>
                  </a:lnTo>
                  <a:lnTo>
                    <a:pt x="812" y="132"/>
                  </a:lnTo>
                  <a:lnTo>
                    <a:pt x="585" y="1"/>
                  </a:lnTo>
                </a:path>
              </a:pathLst>
            </a:custGeom>
            <a:solidFill>
              <a:schemeClr val="accent1"/>
            </a:solidFill>
            <a:ln w="12700" cap="rnd">
              <a:solidFill>
                <a:schemeClr val="bg1"/>
              </a:solidFill>
              <a:round/>
              <a:headEnd/>
              <a:tailEnd/>
            </a:ln>
          </p:spPr>
          <p:txBody>
            <a:bodyPr/>
            <a:lstStyle/>
            <a:p>
              <a:pPr>
                <a:defRPr/>
              </a:pPr>
              <a:endParaRPr lang="en-GB" sz="1400" dirty="0">
                <a:solidFill>
                  <a:schemeClr val="accent1"/>
                </a:solidFill>
                <a:latin typeface="Aptos" panose="020B0004020202020204" pitchFamily="34" charset="0"/>
              </a:endParaRPr>
            </a:p>
          </p:txBody>
        </p:sp>
        <p:sp>
          <p:nvSpPr>
            <p:cNvPr id="14" name="Freeform 5"/>
            <p:cNvSpPr>
              <a:spLocks/>
            </p:cNvSpPr>
            <p:nvPr/>
          </p:nvSpPr>
          <p:spPr bwMode="blackWhite">
            <a:xfrm>
              <a:off x="3524738" y="3744719"/>
              <a:ext cx="960033" cy="1145176"/>
            </a:xfrm>
            <a:custGeom>
              <a:avLst/>
              <a:gdLst>
                <a:gd name="T0" fmla="*/ 929 w 930"/>
                <a:gd name="T1" fmla="*/ 645 h 1075"/>
                <a:gd name="T2" fmla="*/ 887 w 930"/>
                <a:gd name="T3" fmla="*/ 634 h 1075"/>
                <a:gd name="T4" fmla="*/ 847 w 930"/>
                <a:gd name="T5" fmla="*/ 620 h 1075"/>
                <a:gd name="T6" fmla="*/ 807 w 930"/>
                <a:gd name="T7" fmla="*/ 603 h 1075"/>
                <a:gd name="T8" fmla="*/ 771 w 930"/>
                <a:gd name="T9" fmla="*/ 582 h 1075"/>
                <a:gd name="T10" fmla="*/ 735 w 930"/>
                <a:gd name="T11" fmla="*/ 557 h 1075"/>
                <a:gd name="T12" fmla="*/ 703 w 930"/>
                <a:gd name="T13" fmla="*/ 529 h 1075"/>
                <a:gd name="T14" fmla="*/ 673 w 930"/>
                <a:gd name="T15" fmla="*/ 497 h 1075"/>
                <a:gd name="T16" fmla="*/ 648 w 930"/>
                <a:gd name="T17" fmla="*/ 465 h 1075"/>
                <a:gd name="T18" fmla="*/ 624 w 930"/>
                <a:gd name="T19" fmla="*/ 428 h 1075"/>
                <a:gd name="T20" fmla="*/ 607 w 930"/>
                <a:gd name="T21" fmla="*/ 398 h 1075"/>
                <a:gd name="T22" fmla="*/ 594 w 930"/>
                <a:gd name="T23" fmla="*/ 366 h 1075"/>
                <a:gd name="T24" fmla="*/ 583 w 930"/>
                <a:gd name="T25" fmla="*/ 332 h 1075"/>
                <a:gd name="T26" fmla="*/ 577 w 930"/>
                <a:gd name="T27" fmla="*/ 298 h 1075"/>
                <a:gd name="T28" fmla="*/ 575 w 930"/>
                <a:gd name="T29" fmla="*/ 264 h 1075"/>
                <a:gd name="T30" fmla="*/ 576 w 930"/>
                <a:gd name="T31" fmla="*/ 229 h 1075"/>
                <a:gd name="T32" fmla="*/ 748 w 930"/>
                <a:gd name="T33" fmla="*/ 229 h 1075"/>
                <a:gd name="T34" fmla="*/ 360 w 930"/>
                <a:gd name="T35" fmla="*/ 0 h 1075"/>
                <a:gd name="T36" fmla="*/ 0 w 930"/>
                <a:gd name="T37" fmla="*/ 236 h 1075"/>
                <a:gd name="T38" fmla="*/ 136 w 930"/>
                <a:gd name="T39" fmla="*/ 237 h 1075"/>
                <a:gd name="T40" fmla="*/ 141 w 930"/>
                <a:gd name="T41" fmla="*/ 299 h 1075"/>
                <a:gd name="T42" fmla="*/ 150 w 930"/>
                <a:gd name="T43" fmla="*/ 362 h 1075"/>
                <a:gd name="T44" fmla="*/ 165 w 930"/>
                <a:gd name="T45" fmla="*/ 422 h 1075"/>
                <a:gd name="T46" fmla="*/ 182 w 930"/>
                <a:gd name="T47" fmla="*/ 483 h 1075"/>
                <a:gd name="T48" fmla="*/ 204 w 930"/>
                <a:gd name="T49" fmla="*/ 541 h 1075"/>
                <a:gd name="T50" fmla="*/ 231 w 930"/>
                <a:gd name="T51" fmla="*/ 598 h 1075"/>
                <a:gd name="T52" fmla="*/ 262 w 930"/>
                <a:gd name="T53" fmla="*/ 653 h 1075"/>
                <a:gd name="T54" fmla="*/ 296 w 930"/>
                <a:gd name="T55" fmla="*/ 704 h 1075"/>
                <a:gd name="T56" fmla="*/ 333 w 930"/>
                <a:gd name="T57" fmla="*/ 752 h 1075"/>
                <a:gd name="T58" fmla="*/ 374 w 930"/>
                <a:gd name="T59" fmla="*/ 797 h 1075"/>
                <a:gd name="T60" fmla="*/ 419 w 930"/>
                <a:gd name="T61" fmla="*/ 841 h 1075"/>
                <a:gd name="T62" fmla="*/ 465 w 930"/>
                <a:gd name="T63" fmla="*/ 880 h 1075"/>
                <a:gd name="T64" fmla="*/ 514 w 930"/>
                <a:gd name="T65" fmla="*/ 917 h 1075"/>
                <a:gd name="T66" fmla="*/ 566 w 930"/>
                <a:gd name="T67" fmla="*/ 951 h 1075"/>
                <a:gd name="T68" fmla="*/ 620 w 930"/>
                <a:gd name="T69" fmla="*/ 980 h 1075"/>
                <a:gd name="T70" fmla="*/ 675 w 930"/>
                <a:gd name="T71" fmla="*/ 1007 h 1075"/>
                <a:gd name="T72" fmla="*/ 732 w 930"/>
                <a:gd name="T73" fmla="*/ 1029 h 1075"/>
                <a:gd name="T74" fmla="*/ 790 w 930"/>
                <a:gd name="T75" fmla="*/ 1048 h 1075"/>
                <a:gd name="T76" fmla="*/ 849 w 930"/>
                <a:gd name="T77" fmla="*/ 1062 h 1075"/>
                <a:gd name="T78" fmla="*/ 910 w 930"/>
                <a:gd name="T79" fmla="*/ 1074 h 1075"/>
                <a:gd name="T80" fmla="*/ 772 w 930"/>
                <a:gd name="T81" fmla="*/ 845 h 1075"/>
                <a:gd name="T82" fmla="*/ 929 w 930"/>
                <a:gd name="T83" fmla="*/ 645 h 10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0"/>
                <a:gd name="T127" fmla="*/ 0 h 1075"/>
                <a:gd name="T128" fmla="*/ 930 w 930"/>
                <a:gd name="T129" fmla="*/ 1075 h 10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0" h="1075">
                  <a:moveTo>
                    <a:pt x="929" y="645"/>
                  </a:moveTo>
                  <a:lnTo>
                    <a:pt x="887" y="634"/>
                  </a:lnTo>
                  <a:lnTo>
                    <a:pt x="847" y="620"/>
                  </a:lnTo>
                  <a:lnTo>
                    <a:pt x="807" y="603"/>
                  </a:lnTo>
                  <a:lnTo>
                    <a:pt x="771" y="582"/>
                  </a:lnTo>
                  <a:lnTo>
                    <a:pt x="735" y="557"/>
                  </a:lnTo>
                  <a:lnTo>
                    <a:pt x="703" y="529"/>
                  </a:lnTo>
                  <a:lnTo>
                    <a:pt x="673" y="497"/>
                  </a:lnTo>
                  <a:lnTo>
                    <a:pt x="648" y="465"/>
                  </a:lnTo>
                  <a:lnTo>
                    <a:pt x="624" y="428"/>
                  </a:lnTo>
                  <a:lnTo>
                    <a:pt x="607" y="398"/>
                  </a:lnTo>
                  <a:lnTo>
                    <a:pt x="594" y="366"/>
                  </a:lnTo>
                  <a:lnTo>
                    <a:pt x="583" y="332"/>
                  </a:lnTo>
                  <a:lnTo>
                    <a:pt x="577" y="298"/>
                  </a:lnTo>
                  <a:lnTo>
                    <a:pt x="575" y="264"/>
                  </a:lnTo>
                  <a:lnTo>
                    <a:pt x="576" y="229"/>
                  </a:lnTo>
                  <a:lnTo>
                    <a:pt x="748" y="229"/>
                  </a:lnTo>
                  <a:lnTo>
                    <a:pt x="360" y="0"/>
                  </a:lnTo>
                  <a:lnTo>
                    <a:pt x="0" y="236"/>
                  </a:lnTo>
                  <a:lnTo>
                    <a:pt x="136" y="237"/>
                  </a:lnTo>
                  <a:lnTo>
                    <a:pt x="141" y="299"/>
                  </a:lnTo>
                  <a:lnTo>
                    <a:pt x="150" y="362"/>
                  </a:lnTo>
                  <a:lnTo>
                    <a:pt x="165" y="422"/>
                  </a:lnTo>
                  <a:lnTo>
                    <a:pt x="182" y="483"/>
                  </a:lnTo>
                  <a:lnTo>
                    <a:pt x="204" y="541"/>
                  </a:lnTo>
                  <a:lnTo>
                    <a:pt x="231" y="598"/>
                  </a:lnTo>
                  <a:lnTo>
                    <a:pt x="262" y="653"/>
                  </a:lnTo>
                  <a:lnTo>
                    <a:pt x="296" y="704"/>
                  </a:lnTo>
                  <a:lnTo>
                    <a:pt x="333" y="752"/>
                  </a:lnTo>
                  <a:lnTo>
                    <a:pt x="374" y="797"/>
                  </a:lnTo>
                  <a:lnTo>
                    <a:pt x="419" y="841"/>
                  </a:lnTo>
                  <a:lnTo>
                    <a:pt x="465" y="880"/>
                  </a:lnTo>
                  <a:lnTo>
                    <a:pt x="514" y="917"/>
                  </a:lnTo>
                  <a:lnTo>
                    <a:pt x="566" y="951"/>
                  </a:lnTo>
                  <a:lnTo>
                    <a:pt x="620" y="980"/>
                  </a:lnTo>
                  <a:lnTo>
                    <a:pt x="675" y="1007"/>
                  </a:lnTo>
                  <a:lnTo>
                    <a:pt x="732" y="1029"/>
                  </a:lnTo>
                  <a:lnTo>
                    <a:pt x="790" y="1048"/>
                  </a:lnTo>
                  <a:lnTo>
                    <a:pt x="849" y="1062"/>
                  </a:lnTo>
                  <a:lnTo>
                    <a:pt x="910" y="1074"/>
                  </a:lnTo>
                  <a:lnTo>
                    <a:pt x="772" y="845"/>
                  </a:lnTo>
                  <a:lnTo>
                    <a:pt x="929" y="645"/>
                  </a:lnTo>
                </a:path>
              </a:pathLst>
            </a:custGeom>
            <a:solidFill>
              <a:schemeClr val="accent1"/>
            </a:solidFill>
            <a:ln w="12700" cap="rnd">
              <a:solidFill>
                <a:schemeClr val="bg1"/>
              </a:solidFill>
              <a:round/>
              <a:headEnd/>
              <a:tailEnd/>
            </a:ln>
          </p:spPr>
          <p:txBody>
            <a:bodyPr/>
            <a:lstStyle/>
            <a:p>
              <a:pPr>
                <a:defRPr/>
              </a:pPr>
              <a:endParaRPr lang="en-GB" sz="1400" dirty="0">
                <a:latin typeface="Aptos" panose="020B0004020202020204" pitchFamily="34" charset="0"/>
              </a:endParaRPr>
            </a:p>
          </p:txBody>
        </p:sp>
        <p:sp>
          <p:nvSpPr>
            <p:cNvPr id="15" name="Freeform 6"/>
            <p:cNvSpPr>
              <a:spLocks/>
            </p:cNvSpPr>
            <p:nvPr/>
          </p:nvSpPr>
          <p:spPr bwMode="blackWhite">
            <a:xfrm>
              <a:off x="4645809" y="3048026"/>
              <a:ext cx="973453" cy="1134523"/>
            </a:xfrm>
            <a:custGeom>
              <a:avLst/>
              <a:gdLst>
                <a:gd name="T0" fmla="*/ 554 w 943"/>
                <a:gd name="T1" fmla="*/ 1064 h 1065"/>
                <a:gd name="T2" fmla="*/ 942 w 943"/>
                <a:gd name="T3" fmla="*/ 840 h 1065"/>
                <a:gd name="T4" fmla="*/ 781 w 943"/>
                <a:gd name="T5" fmla="*/ 840 h 1065"/>
                <a:gd name="T6" fmla="*/ 776 w 943"/>
                <a:gd name="T7" fmla="*/ 778 h 1065"/>
                <a:gd name="T8" fmla="*/ 767 w 943"/>
                <a:gd name="T9" fmla="*/ 716 h 1065"/>
                <a:gd name="T10" fmla="*/ 754 w 943"/>
                <a:gd name="T11" fmla="*/ 655 h 1065"/>
                <a:gd name="T12" fmla="*/ 737 w 943"/>
                <a:gd name="T13" fmla="*/ 595 h 1065"/>
                <a:gd name="T14" fmla="*/ 714 w 943"/>
                <a:gd name="T15" fmla="*/ 536 h 1065"/>
                <a:gd name="T16" fmla="*/ 688 w 943"/>
                <a:gd name="T17" fmla="*/ 480 h 1065"/>
                <a:gd name="T18" fmla="*/ 658 w 943"/>
                <a:gd name="T19" fmla="*/ 425 h 1065"/>
                <a:gd name="T20" fmla="*/ 624 w 943"/>
                <a:gd name="T21" fmla="*/ 372 h 1065"/>
                <a:gd name="T22" fmla="*/ 586 w 943"/>
                <a:gd name="T23" fmla="*/ 323 h 1065"/>
                <a:gd name="T24" fmla="*/ 547 w 943"/>
                <a:gd name="T25" fmla="*/ 275 h 1065"/>
                <a:gd name="T26" fmla="*/ 502 w 943"/>
                <a:gd name="T27" fmla="*/ 232 h 1065"/>
                <a:gd name="T28" fmla="*/ 455 w 943"/>
                <a:gd name="T29" fmla="*/ 191 h 1065"/>
                <a:gd name="T30" fmla="*/ 405 w 943"/>
                <a:gd name="T31" fmla="*/ 153 h 1065"/>
                <a:gd name="T32" fmla="*/ 352 w 943"/>
                <a:gd name="T33" fmla="*/ 120 h 1065"/>
                <a:gd name="T34" fmla="*/ 298 w 943"/>
                <a:gd name="T35" fmla="*/ 89 h 1065"/>
                <a:gd name="T36" fmla="*/ 241 w 943"/>
                <a:gd name="T37" fmla="*/ 63 h 1065"/>
                <a:gd name="T38" fmla="*/ 182 w 943"/>
                <a:gd name="T39" fmla="*/ 41 h 1065"/>
                <a:gd name="T40" fmla="*/ 122 w 943"/>
                <a:gd name="T41" fmla="*/ 23 h 1065"/>
                <a:gd name="T42" fmla="*/ 61 w 943"/>
                <a:gd name="T43" fmla="*/ 9 h 1065"/>
                <a:gd name="T44" fmla="*/ 0 w 943"/>
                <a:gd name="T45" fmla="*/ 0 h 1065"/>
                <a:gd name="T46" fmla="*/ 137 w 943"/>
                <a:gd name="T47" fmla="*/ 226 h 1065"/>
                <a:gd name="T48" fmla="*/ 5 w 943"/>
                <a:gd name="T49" fmla="*/ 451 h 1065"/>
                <a:gd name="T50" fmla="*/ 48 w 943"/>
                <a:gd name="T51" fmla="*/ 465 h 1065"/>
                <a:gd name="T52" fmla="*/ 90 w 943"/>
                <a:gd name="T53" fmla="*/ 483 h 1065"/>
                <a:gd name="T54" fmla="*/ 130 w 943"/>
                <a:gd name="T55" fmla="*/ 505 h 1065"/>
                <a:gd name="T56" fmla="*/ 168 w 943"/>
                <a:gd name="T57" fmla="*/ 531 h 1065"/>
                <a:gd name="T58" fmla="*/ 202 w 943"/>
                <a:gd name="T59" fmla="*/ 561 h 1065"/>
                <a:gd name="T60" fmla="*/ 233 w 943"/>
                <a:gd name="T61" fmla="*/ 594 h 1065"/>
                <a:gd name="T62" fmla="*/ 262 w 943"/>
                <a:gd name="T63" fmla="*/ 629 h 1065"/>
                <a:gd name="T64" fmla="*/ 285 w 943"/>
                <a:gd name="T65" fmla="*/ 668 h 1065"/>
                <a:gd name="T66" fmla="*/ 305 w 943"/>
                <a:gd name="T67" fmla="*/ 709 h 1065"/>
                <a:gd name="T68" fmla="*/ 321 w 943"/>
                <a:gd name="T69" fmla="*/ 751 h 1065"/>
                <a:gd name="T70" fmla="*/ 333 w 943"/>
                <a:gd name="T71" fmla="*/ 795 h 1065"/>
                <a:gd name="T72" fmla="*/ 340 w 943"/>
                <a:gd name="T73" fmla="*/ 840 h 1065"/>
                <a:gd name="T74" fmla="*/ 188 w 943"/>
                <a:gd name="T75" fmla="*/ 841 h 1065"/>
                <a:gd name="T76" fmla="*/ 554 w 943"/>
                <a:gd name="T77" fmla="*/ 1064 h 106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43"/>
                <a:gd name="T118" fmla="*/ 0 h 1065"/>
                <a:gd name="T119" fmla="*/ 943 w 943"/>
                <a:gd name="T120" fmla="*/ 1065 h 106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43" h="1065">
                  <a:moveTo>
                    <a:pt x="554" y="1064"/>
                  </a:moveTo>
                  <a:lnTo>
                    <a:pt x="942" y="840"/>
                  </a:lnTo>
                  <a:lnTo>
                    <a:pt x="781" y="840"/>
                  </a:lnTo>
                  <a:lnTo>
                    <a:pt x="776" y="778"/>
                  </a:lnTo>
                  <a:lnTo>
                    <a:pt x="767" y="716"/>
                  </a:lnTo>
                  <a:lnTo>
                    <a:pt x="754" y="655"/>
                  </a:lnTo>
                  <a:lnTo>
                    <a:pt x="737" y="595"/>
                  </a:lnTo>
                  <a:lnTo>
                    <a:pt x="714" y="536"/>
                  </a:lnTo>
                  <a:lnTo>
                    <a:pt x="688" y="480"/>
                  </a:lnTo>
                  <a:lnTo>
                    <a:pt x="658" y="425"/>
                  </a:lnTo>
                  <a:lnTo>
                    <a:pt x="624" y="372"/>
                  </a:lnTo>
                  <a:lnTo>
                    <a:pt x="586" y="323"/>
                  </a:lnTo>
                  <a:lnTo>
                    <a:pt x="547" y="275"/>
                  </a:lnTo>
                  <a:lnTo>
                    <a:pt x="502" y="232"/>
                  </a:lnTo>
                  <a:lnTo>
                    <a:pt x="455" y="191"/>
                  </a:lnTo>
                  <a:lnTo>
                    <a:pt x="405" y="153"/>
                  </a:lnTo>
                  <a:lnTo>
                    <a:pt x="352" y="120"/>
                  </a:lnTo>
                  <a:lnTo>
                    <a:pt x="298" y="89"/>
                  </a:lnTo>
                  <a:lnTo>
                    <a:pt x="241" y="63"/>
                  </a:lnTo>
                  <a:lnTo>
                    <a:pt x="182" y="41"/>
                  </a:lnTo>
                  <a:lnTo>
                    <a:pt x="122" y="23"/>
                  </a:lnTo>
                  <a:lnTo>
                    <a:pt x="61" y="9"/>
                  </a:lnTo>
                  <a:lnTo>
                    <a:pt x="0" y="0"/>
                  </a:lnTo>
                  <a:lnTo>
                    <a:pt x="137" y="226"/>
                  </a:lnTo>
                  <a:lnTo>
                    <a:pt x="5" y="451"/>
                  </a:lnTo>
                  <a:lnTo>
                    <a:pt x="48" y="465"/>
                  </a:lnTo>
                  <a:lnTo>
                    <a:pt x="90" y="483"/>
                  </a:lnTo>
                  <a:lnTo>
                    <a:pt x="130" y="505"/>
                  </a:lnTo>
                  <a:lnTo>
                    <a:pt x="168" y="531"/>
                  </a:lnTo>
                  <a:lnTo>
                    <a:pt x="202" y="561"/>
                  </a:lnTo>
                  <a:lnTo>
                    <a:pt x="233" y="594"/>
                  </a:lnTo>
                  <a:lnTo>
                    <a:pt x="262" y="629"/>
                  </a:lnTo>
                  <a:lnTo>
                    <a:pt x="285" y="668"/>
                  </a:lnTo>
                  <a:lnTo>
                    <a:pt x="305" y="709"/>
                  </a:lnTo>
                  <a:lnTo>
                    <a:pt x="321" y="751"/>
                  </a:lnTo>
                  <a:lnTo>
                    <a:pt x="333" y="795"/>
                  </a:lnTo>
                  <a:lnTo>
                    <a:pt x="340" y="840"/>
                  </a:lnTo>
                  <a:lnTo>
                    <a:pt x="188" y="841"/>
                  </a:lnTo>
                  <a:lnTo>
                    <a:pt x="554" y="1064"/>
                  </a:lnTo>
                </a:path>
              </a:pathLst>
            </a:custGeom>
            <a:solidFill>
              <a:schemeClr val="accent1"/>
            </a:solidFill>
            <a:ln w="12700" cap="rnd">
              <a:solidFill>
                <a:schemeClr val="bg1"/>
              </a:solidFill>
              <a:round/>
              <a:headEnd/>
              <a:tailEnd/>
            </a:ln>
          </p:spPr>
          <p:txBody>
            <a:bodyPr/>
            <a:lstStyle/>
            <a:p>
              <a:pPr>
                <a:defRPr/>
              </a:pPr>
              <a:endParaRPr lang="en-GB" sz="1400" dirty="0">
                <a:latin typeface="Aptos" panose="020B0004020202020204" pitchFamily="34" charset="0"/>
              </a:endParaRPr>
            </a:p>
          </p:txBody>
        </p:sp>
      </p:grpSp>
      <p:graphicFrame>
        <p:nvGraphicFramePr>
          <p:cNvPr id="16" name="Content Placeholder 6"/>
          <p:cNvGraphicFramePr>
            <a:graphicFrameLocks/>
          </p:cNvGraphicFramePr>
          <p:nvPr>
            <p:extLst>
              <p:ext uri="{D42A27DB-BD31-4B8C-83A1-F6EECF244321}">
                <p14:modId xmlns:p14="http://schemas.microsoft.com/office/powerpoint/2010/main" val="3087749579"/>
              </p:ext>
            </p:extLst>
          </p:nvPr>
        </p:nvGraphicFramePr>
        <p:xfrm>
          <a:off x="407591" y="1723016"/>
          <a:ext cx="2451735" cy="1644016"/>
        </p:xfrm>
        <a:graphic>
          <a:graphicData uri="http://schemas.openxmlformats.org/drawingml/2006/table">
            <a:tbl>
              <a:tblPr firstRow="1" bandRow="1">
                <a:tableStyleId>{5C22544A-7EE6-4342-B048-85BDC9FD1C3A}</a:tableStyleId>
              </a:tblPr>
              <a:tblGrid>
                <a:gridCol w="2451735">
                  <a:extLst>
                    <a:ext uri="{9D8B030D-6E8A-4147-A177-3AD203B41FA5}">
                      <a16:colId xmlns:a16="http://schemas.microsoft.com/office/drawing/2014/main" val="20000"/>
                    </a:ext>
                  </a:extLst>
                </a:gridCol>
              </a:tblGrid>
              <a:tr h="1644016">
                <a:tc>
                  <a:txBody>
                    <a:bodyPr/>
                    <a:lstStyle/>
                    <a:p>
                      <a:pPr lvl="0"/>
                      <a:r>
                        <a:rPr lang="en-US" sz="1200" b="0" noProof="0" dirty="0">
                          <a:solidFill>
                            <a:schemeClr val="tx1"/>
                          </a:solidFill>
                        </a:rPr>
                        <a:t>Click to add text</a:t>
                      </a:r>
                    </a:p>
                    <a:p>
                      <a:pPr marL="182880" lvl="1" indent="-182880">
                        <a:spcBef>
                          <a:spcPts val="200"/>
                        </a:spcBef>
                        <a:spcAft>
                          <a:spcPts val="200"/>
                        </a:spcAft>
                        <a:buFont typeface="Arial" panose="020B0604020202020204" pitchFamily="34" charset="0"/>
                        <a:buChar char="•"/>
                      </a:pPr>
                      <a:r>
                        <a:rPr lang="en-US" sz="1200" b="0" noProof="0" dirty="0">
                          <a:solidFill>
                            <a:schemeClr val="tx1"/>
                          </a:solidFill>
                        </a:rPr>
                        <a:t>Second level</a:t>
                      </a:r>
                    </a:p>
                    <a:p>
                      <a:pPr marL="365760" lvl="2" indent="-182880">
                        <a:spcBef>
                          <a:spcPts val="200"/>
                        </a:spcBef>
                        <a:spcAft>
                          <a:spcPts val="200"/>
                        </a:spcAft>
                        <a:buFont typeface="Aptos" panose="020B0004020202020204" pitchFamily="34" charset="0"/>
                        <a:buChar char="−"/>
                      </a:pPr>
                      <a:r>
                        <a:rPr lang="en-US" sz="1200" b="0" noProof="0" dirty="0">
                          <a:solidFill>
                            <a:schemeClr val="tx1"/>
                          </a:solidFill>
                        </a:rPr>
                        <a:t>Third level</a:t>
                      </a:r>
                    </a:p>
                    <a:p>
                      <a:pPr marL="548640" lvl="3" indent="-182880">
                        <a:spcBef>
                          <a:spcPts val="200"/>
                        </a:spcBef>
                        <a:spcAft>
                          <a:spcPts val="200"/>
                        </a:spcAft>
                        <a:buFont typeface="Aptos" panose="020B0004020202020204" pitchFamily="34" charset="0"/>
                        <a:buChar char="◦"/>
                      </a:pPr>
                      <a:r>
                        <a:rPr lang="en-US" sz="1200" b="0" noProof="0" dirty="0">
                          <a:solidFill>
                            <a:schemeClr val="tx1"/>
                          </a:solidFill>
                        </a:rPr>
                        <a:t>Fourth level</a:t>
                      </a:r>
                    </a:p>
                    <a:p>
                      <a:pPr marL="731520" lvl="4" indent="-182880">
                        <a:spcBef>
                          <a:spcPts val="200"/>
                        </a:spcBef>
                        <a:spcAft>
                          <a:spcPts val="200"/>
                        </a:spcAft>
                        <a:buFont typeface="Aptos" panose="020B0004020202020204" pitchFamily="34" charset="0"/>
                        <a:buChar char="−"/>
                      </a:pPr>
                      <a:r>
                        <a:rPr lang="en-US" sz="1200" b="0" noProof="0" dirty="0">
                          <a:solidFill>
                            <a:schemeClr val="tx1"/>
                          </a:solidFill>
                        </a:rPr>
                        <a:t>Fifth level</a:t>
                      </a:r>
                    </a:p>
                  </a:txBody>
                  <a:tcPr marL="74352" marR="74352" marT="37148" marB="37148">
                    <a:lnL w="12700" cmpd="sng">
                      <a:noFill/>
                    </a:lnL>
                    <a:lnR w="12700" cmpd="sng">
                      <a:noFill/>
                    </a:lnR>
                    <a:lnT w="38100" cap="flat" cmpd="sng" algn="ctr">
                      <a:solidFill>
                        <a:schemeClr val="accent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17" name="Content Placeholder 6"/>
          <p:cNvGraphicFramePr>
            <a:graphicFrameLocks/>
          </p:cNvGraphicFramePr>
          <p:nvPr>
            <p:extLst>
              <p:ext uri="{D42A27DB-BD31-4B8C-83A1-F6EECF244321}">
                <p14:modId xmlns:p14="http://schemas.microsoft.com/office/powerpoint/2010/main" val="1492696162"/>
              </p:ext>
            </p:extLst>
          </p:nvPr>
        </p:nvGraphicFramePr>
        <p:xfrm>
          <a:off x="407591" y="3922782"/>
          <a:ext cx="2451735" cy="1644016"/>
        </p:xfrm>
        <a:graphic>
          <a:graphicData uri="http://schemas.openxmlformats.org/drawingml/2006/table">
            <a:tbl>
              <a:tblPr firstRow="1" bandRow="1">
                <a:tableStyleId>{5C22544A-7EE6-4342-B048-85BDC9FD1C3A}</a:tableStyleId>
              </a:tblPr>
              <a:tblGrid>
                <a:gridCol w="2451735">
                  <a:extLst>
                    <a:ext uri="{9D8B030D-6E8A-4147-A177-3AD203B41FA5}">
                      <a16:colId xmlns:a16="http://schemas.microsoft.com/office/drawing/2014/main" val="20000"/>
                    </a:ext>
                  </a:extLst>
                </a:gridCol>
              </a:tblGrid>
              <a:tr h="1644016">
                <a:tc>
                  <a:txBody>
                    <a:bodyPr/>
                    <a:lstStyle/>
                    <a:p>
                      <a:pPr lvl="0"/>
                      <a:r>
                        <a:rPr lang="en-US" sz="1200" b="0" noProof="0" dirty="0">
                          <a:solidFill>
                            <a:schemeClr val="tx1"/>
                          </a:solidFill>
                        </a:rPr>
                        <a:t>Click to add text</a:t>
                      </a:r>
                    </a:p>
                    <a:p>
                      <a:pPr marL="182880" lvl="1" indent="-182880">
                        <a:spcBef>
                          <a:spcPts val="200"/>
                        </a:spcBef>
                        <a:spcAft>
                          <a:spcPts val="200"/>
                        </a:spcAft>
                        <a:buFont typeface="Arial" panose="020B0604020202020204" pitchFamily="34" charset="0"/>
                        <a:buChar char="•"/>
                      </a:pPr>
                      <a:r>
                        <a:rPr lang="en-US" sz="1200" b="0" noProof="0" dirty="0">
                          <a:solidFill>
                            <a:schemeClr val="tx1"/>
                          </a:solidFill>
                        </a:rPr>
                        <a:t>Second level</a:t>
                      </a:r>
                    </a:p>
                    <a:p>
                      <a:pPr marL="365760" lvl="2" indent="-182880">
                        <a:spcBef>
                          <a:spcPts val="200"/>
                        </a:spcBef>
                        <a:spcAft>
                          <a:spcPts val="200"/>
                        </a:spcAft>
                        <a:buFont typeface="Aptos" panose="020B0004020202020204" pitchFamily="34" charset="0"/>
                        <a:buChar char="−"/>
                      </a:pPr>
                      <a:r>
                        <a:rPr lang="en-US" sz="1200" b="0" noProof="0" dirty="0">
                          <a:solidFill>
                            <a:schemeClr val="tx1"/>
                          </a:solidFill>
                        </a:rPr>
                        <a:t>Third level</a:t>
                      </a:r>
                    </a:p>
                    <a:p>
                      <a:pPr marL="548640" lvl="3" indent="-182880">
                        <a:spcBef>
                          <a:spcPts val="200"/>
                        </a:spcBef>
                        <a:spcAft>
                          <a:spcPts val="200"/>
                        </a:spcAft>
                        <a:buFont typeface="Aptos" panose="020B0004020202020204" pitchFamily="34" charset="0"/>
                        <a:buChar char="◦"/>
                      </a:pPr>
                      <a:r>
                        <a:rPr lang="en-US" sz="1200" b="0" noProof="0" dirty="0">
                          <a:solidFill>
                            <a:schemeClr val="tx1"/>
                          </a:solidFill>
                        </a:rPr>
                        <a:t>Fourth level</a:t>
                      </a:r>
                    </a:p>
                    <a:p>
                      <a:pPr marL="731520" lvl="4" indent="-182880">
                        <a:spcBef>
                          <a:spcPts val="200"/>
                        </a:spcBef>
                        <a:spcAft>
                          <a:spcPts val="200"/>
                        </a:spcAft>
                        <a:buFont typeface="Aptos" panose="020B0004020202020204" pitchFamily="34" charset="0"/>
                        <a:buChar char="−"/>
                      </a:pPr>
                      <a:r>
                        <a:rPr lang="en-US" sz="1200" b="0" noProof="0" dirty="0">
                          <a:solidFill>
                            <a:schemeClr val="tx1"/>
                          </a:solidFill>
                        </a:rPr>
                        <a:t>Fifth level</a:t>
                      </a:r>
                    </a:p>
                  </a:txBody>
                  <a:tcPr marL="74352" marR="74352" marT="37148" marB="37148">
                    <a:lnL w="12700" cmpd="sng">
                      <a:noFill/>
                    </a:lnL>
                    <a:lnR w="12700" cmpd="sng">
                      <a:noFill/>
                    </a:lnR>
                    <a:lnT w="38100" cap="flat" cmpd="sng" algn="ctr">
                      <a:solidFill>
                        <a:schemeClr val="accent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18" name="Content Placeholder 6"/>
          <p:cNvGraphicFramePr>
            <a:graphicFrameLocks/>
          </p:cNvGraphicFramePr>
          <p:nvPr>
            <p:extLst>
              <p:ext uri="{D42A27DB-BD31-4B8C-83A1-F6EECF244321}">
                <p14:modId xmlns:p14="http://schemas.microsoft.com/office/powerpoint/2010/main" val="2431435868"/>
              </p:ext>
            </p:extLst>
          </p:nvPr>
        </p:nvGraphicFramePr>
        <p:xfrm>
          <a:off x="6805780" y="1693688"/>
          <a:ext cx="2451735" cy="1644016"/>
        </p:xfrm>
        <a:graphic>
          <a:graphicData uri="http://schemas.openxmlformats.org/drawingml/2006/table">
            <a:tbl>
              <a:tblPr firstRow="1" bandRow="1">
                <a:tableStyleId>{5C22544A-7EE6-4342-B048-85BDC9FD1C3A}</a:tableStyleId>
              </a:tblPr>
              <a:tblGrid>
                <a:gridCol w="2451735">
                  <a:extLst>
                    <a:ext uri="{9D8B030D-6E8A-4147-A177-3AD203B41FA5}">
                      <a16:colId xmlns:a16="http://schemas.microsoft.com/office/drawing/2014/main" val="20000"/>
                    </a:ext>
                  </a:extLst>
                </a:gridCol>
              </a:tblGrid>
              <a:tr h="1644016">
                <a:tc>
                  <a:txBody>
                    <a:bodyPr/>
                    <a:lstStyle/>
                    <a:p>
                      <a:pPr lvl="0"/>
                      <a:r>
                        <a:rPr lang="en-US" sz="1200" b="0" noProof="0" dirty="0">
                          <a:solidFill>
                            <a:schemeClr val="tx1"/>
                          </a:solidFill>
                        </a:rPr>
                        <a:t>Click to add text</a:t>
                      </a:r>
                    </a:p>
                    <a:p>
                      <a:pPr marL="182880" lvl="1" indent="-182880">
                        <a:spcBef>
                          <a:spcPts val="200"/>
                        </a:spcBef>
                        <a:spcAft>
                          <a:spcPts val="200"/>
                        </a:spcAft>
                        <a:buFont typeface="Arial" panose="020B0604020202020204" pitchFamily="34" charset="0"/>
                        <a:buChar char="•"/>
                      </a:pPr>
                      <a:r>
                        <a:rPr lang="en-US" sz="1200" b="0" noProof="0" dirty="0">
                          <a:solidFill>
                            <a:schemeClr val="tx1"/>
                          </a:solidFill>
                        </a:rPr>
                        <a:t>Second level</a:t>
                      </a:r>
                    </a:p>
                    <a:p>
                      <a:pPr marL="365760" lvl="2" indent="-182880">
                        <a:spcBef>
                          <a:spcPts val="200"/>
                        </a:spcBef>
                        <a:spcAft>
                          <a:spcPts val="200"/>
                        </a:spcAft>
                        <a:buFont typeface="Aptos" panose="020B0004020202020204" pitchFamily="34" charset="0"/>
                        <a:buChar char="−"/>
                      </a:pPr>
                      <a:r>
                        <a:rPr lang="en-US" sz="1200" b="0" noProof="0" dirty="0">
                          <a:solidFill>
                            <a:schemeClr val="tx1"/>
                          </a:solidFill>
                        </a:rPr>
                        <a:t>Third level</a:t>
                      </a:r>
                    </a:p>
                    <a:p>
                      <a:pPr marL="548640" lvl="3" indent="-182880">
                        <a:spcBef>
                          <a:spcPts val="200"/>
                        </a:spcBef>
                        <a:spcAft>
                          <a:spcPts val="200"/>
                        </a:spcAft>
                        <a:buFont typeface="Aptos" panose="020B0004020202020204" pitchFamily="34" charset="0"/>
                        <a:buChar char="◦"/>
                      </a:pPr>
                      <a:r>
                        <a:rPr lang="en-US" sz="1200" b="0" noProof="0" dirty="0">
                          <a:solidFill>
                            <a:schemeClr val="tx1"/>
                          </a:solidFill>
                        </a:rPr>
                        <a:t>Fourth level</a:t>
                      </a:r>
                    </a:p>
                    <a:p>
                      <a:pPr marL="731520" lvl="4" indent="-182880">
                        <a:spcBef>
                          <a:spcPts val="200"/>
                        </a:spcBef>
                        <a:spcAft>
                          <a:spcPts val="200"/>
                        </a:spcAft>
                        <a:buFont typeface="Aptos" panose="020B0004020202020204" pitchFamily="34" charset="0"/>
                        <a:buChar char="−"/>
                      </a:pPr>
                      <a:r>
                        <a:rPr lang="en-US" sz="1200" b="0" noProof="0" dirty="0">
                          <a:solidFill>
                            <a:schemeClr val="tx1"/>
                          </a:solidFill>
                        </a:rPr>
                        <a:t>Fifth level</a:t>
                      </a:r>
                    </a:p>
                  </a:txBody>
                  <a:tcPr marL="74352" marR="74352" marT="37148" marB="37148">
                    <a:lnL w="12700" cmpd="sng">
                      <a:noFill/>
                    </a:lnL>
                    <a:lnR w="12700" cmpd="sng">
                      <a:noFill/>
                    </a:lnR>
                    <a:lnT w="38100" cap="flat" cmpd="sng" algn="ctr">
                      <a:solidFill>
                        <a:schemeClr val="accent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19" name="Content Placeholder 6"/>
          <p:cNvGraphicFramePr>
            <a:graphicFrameLocks/>
          </p:cNvGraphicFramePr>
          <p:nvPr>
            <p:extLst>
              <p:ext uri="{D42A27DB-BD31-4B8C-83A1-F6EECF244321}">
                <p14:modId xmlns:p14="http://schemas.microsoft.com/office/powerpoint/2010/main" val="2221605697"/>
              </p:ext>
            </p:extLst>
          </p:nvPr>
        </p:nvGraphicFramePr>
        <p:xfrm>
          <a:off x="6805780" y="3922782"/>
          <a:ext cx="2451735" cy="1644016"/>
        </p:xfrm>
        <a:graphic>
          <a:graphicData uri="http://schemas.openxmlformats.org/drawingml/2006/table">
            <a:tbl>
              <a:tblPr firstRow="1" bandRow="1">
                <a:tableStyleId>{5C22544A-7EE6-4342-B048-85BDC9FD1C3A}</a:tableStyleId>
              </a:tblPr>
              <a:tblGrid>
                <a:gridCol w="2451735">
                  <a:extLst>
                    <a:ext uri="{9D8B030D-6E8A-4147-A177-3AD203B41FA5}">
                      <a16:colId xmlns:a16="http://schemas.microsoft.com/office/drawing/2014/main" val="20000"/>
                    </a:ext>
                  </a:extLst>
                </a:gridCol>
              </a:tblGrid>
              <a:tr h="1644016">
                <a:tc>
                  <a:txBody>
                    <a:bodyPr/>
                    <a:lstStyle/>
                    <a:p>
                      <a:pPr lvl="0"/>
                      <a:r>
                        <a:rPr lang="en-US" sz="1200" b="0" noProof="0" dirty="0">
                          <a:solidFill>
                            <a:schemeClr val="tx1"/>
                          </a:solidFill>
                        </a:rPr>
                        <a:t>Click to add text</a:t>
                      </a:r>
                    </a:p>
                    <a:p>
                      <a:pPr marL="182880" lvl="1" indent="-182880">
                        <a:spcBef>
                          <a:spcPts val="200"/>
                        </a:spcBef>
                        <a:spcAft>
                          <a:spcPts val="200"/>
                        </a:spcAft>
                        <a:buFont typeface="Arial" panose="020B0604020202020204" pitchFamily="34" charset="0"/>
                        <a:buChar char="•"/>
                      </a:pPr>
                      <a:r>
                        <a:rPr lang="en-US" sz="1200" b="0" noProof="0" dirty="0">
                          <a:solidFill>
                            <a:schemeClr val="tx1"/>
                          </a:solidFill>
                        </a:rPr>
                        <a:t>Second level</a:t>
                      </a:r>
                    </a:p>
                    <a:p>
                      <a:pPr marL="365760" lvl="2" indent="-182880">
                        <a:spcBef>
                          <a:spcPts val="200"/>
                        </a:spcBef>
                        <a:spcAft>
                          <a:spcPts val="200"/>
                        </a:spcAft>
                        <a:buFont typeface="Aptos" panose="020B0004020202020204" pitchFamily="34" charset="0"/>
                        <a:buChar char="−"/>
                      </a:pPr>
                      <a:r>
                        <a:rPr lang="en-US" sz="1200" b="0" noProof="0" dirty="0">
                          <a:solidFill>
                            <a:schemeClr val="tx1"/>
                          </a:solidFill>
                        </a:rPr>
                        <a:t>Third level</a:t>
                      </a:r>
                    </a:p>
                    <a:p>
                      <a:pPr marL="548640" lvl="3" indent="-182880">
                        <a:spcBef>
                          <a:spcPts val="200"/>
                        </a:spcBef>
                        <a:spcAft>
                          <a:spcPts val="200"/>
                        </a:spcAft>
                        <a:buFont typeface="Aptos" panose="020B0004020202020204" pitchFamily="34" charset="0"/>
                        <a:buChar char="◦"/>
                      </a:pPr>
                      <a:r>
                        <a:rPr lang="en-US" sz="1200" b="0" noProof="0" dirty="0">
                          <a:solidFill>
                            <a:schemeClr val="tx1"/>
                          </a:solidFill>
                        </a:rPr>
                        <a:t>Fourth level</a:t>
                      </a:r>
                    </a:p>
                    <a:p>
                      <a:pPr marL="731520" lvl="4" indent="-182880">
                        <a:spcBef>
                          <a:spcPts val="200"/>
                        </a:spcBef>
                        <a:spcAft>
                          <a:spcPts val="200"/>
                        </a:spcAft>
                        <a:buFont typeface="Aptos" panose="020B0004020202020204" pitchFamily="34" charset="0"/>
                        <a:buChar char="−"/>
                      </a:pPr>
                      <a:r>
                        <a:rPr lang="en-US" sz="1200" b="0" noProof="0" dirty="0">
                          <a:solidFill>
                            <a:schemeClr val="tx1"/>
                          </a:solidFill>
                        </a:rPr>
                        <a:t>Fifth level</a:t>
                      </a:r>
                    </a:p>
                  </a:txBody>
                  <a:tcPr marL="74352" marR="74352" marT="37148" marB="37148">
                    <a:lnL w="12700" cmpd="sng">
                      <a:noFill/>
                    </a:lnL>
                    <a:lnR w="12700" cmpd="sng">
                      <a:noFill/>
                    </a:lnR>
                    <a:lnT w="38100" cap="flat" cmpd="sng" algn="ctr">
                      <a:solidFill>
                        <a:schemeClr val="accent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78860326"/>
      </p:ext>
    </p:extLst>
  </p:cSld>
  <p:clrMapOvr>
    <a:masterClrMapping/>
  </p:clrMapOvr>
  <p:transition>
    <p:fade/>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a:t>Sequence</a:t>
            </a:r>
            <a:endParaRPr lang="en-US" dirty="0"/>
          </a:p>
        </p:txBody>
      </p:sp>
      <p:sp>
        <p:nvSpPr>
          <p:cNvPr id="3" name="Title 2"/>
          <p:cNvSpPr>
            <a:spLocks noGrp="1"/>
          </p:cNvSpPr>
          <p:nvPr>
            <p:ph type="title"/>
          </p:nvPr>
        </p:nvSpPr>
        <p:spPr/>
        <p:txBody>
          <a:bodyPr/>
          <a:lstStyle/>
          <a:p>
            <a:r>
              <a:rPr lang="en-US"/>
              <a:t>Text blocks </a:t>
            </a:r>
            <a:endParaRPr lang="en-US" dirty="0"/>
          </a:p>
        </p:txBody>
      </p:sp>
      <p:sp>
        <p:nvSpPr>
          <p:cNvPr id="4" name="Rectangle 3"/>
          <p:cNvSpPr>
            <a:spLocks noChangeArrowheads="1"/>
          </p:cNvSpPr>
          <p:nvPr/>
        </p:nvSpPr>
        <p:spPr bwMode="gray">
          <a:xfrm>
            <a:off x="407591" y="1716769"/>
            <a:ext cx="4704603" cy="668655"/>
          </a:xfrm>
          <a:prstGeom prst="rect">
            <a:avLst/>
          </a:prstGeom>
          <a:solidFill>
            <a:schemeClr val="accent3"/>
          </a:solidFill>
          <a:ln w="9525" algn="ctr">
            <a:noFill/>
            <a:miter lim="800000"/>
            <a:headEnd/>
            <a:tailEnd/>
          </a:ln>
        </p:spPr>
        <p:txBody>
          <a:bodyPr lIns="72231" tIns="72231" rIns="72231" bIns="72231" anchor="ctr" anchorCtr="0"/>
          <a:lstStyle/>
          <a:p>
            <a:pPr>
              <a:spcBef>
                <a:spcPts val="200"/>
              </a:spcBef>
              <a:spcAft>
                <a:spcPts val="200"/>
              </a:spcAft>
              <a:buSzPct val="25000"/>
            </a:pPr>
            <a:r>
              <a:rPr lang="en-US" sz="1200" dirty="0">
                <a:solidFill>
                  <a:schemeClr val="bg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rPr>
              <a:t>This is a level 1 bullet</a:t>
            </a:r>
          </a:p>
        </p:txBody>
      </p:sp>
      <p:sp>
        <p:nvSpPr>
          <p:cNvPr id="5" name="Rectangle 4"/>
          <p:cNvSpPr>
            <a:spLocks noChangeArrowheads="1"/>
          </p:cNvSpPr>
          <p:nvPr/>
        </p:nvSpPr>
        <p:spPr bwMode="gray">
          <a:xfrm>
            <a:off x="1870982" y="2719237"/>
            <a:ext cx="4702625" cy="668655"/>
          </a:xfrm>
          <a:prstGeom prst="rect">
            <a:avLst/>
          </a:prstGeom>
          <a:solidFill>
            <a:schemeClr val="accent3"/>
          </a:solidFill>
          <a:ln w="9525" algn="ctr">
            <a:noFill/>
            <a:miter lim="800000"/>
            <a:headEnd/>
            <a:tailEnd/>
          </a:ln>
        </p:spPr>
        <p:txBody>
          <a:bodyPr lIns="72231" tIns="72231" rIns="72231" bIns="72231" anchor="ctr" anchorCtr="0"/>
          <a:lstStyle/>
          <a:p>
            <a:pPr>
              <a:spcBef>
                <a:spcPts val="200"/>
              </a:spcBef>
              <a:spcAft>
                <a:spcPts val="200"/>
              </a:spcAft>
              <a:buSzPct val="25000"/>
            </a:pPr>
            <a:r>
              <a:rPr lang="en-US" sz="1200" dirty="0">
                <a:solidFill>
                  <a:schemeClr val="bg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rPr>
              <a:t>This is a level 1 bullet</a:t>
            </a:r>
          </a:p>
        </p:txBody>
      </p:sp>
      <p:sp>
        <p:nvSpPr>
          <p:cNvPr id="6" name="Rectangle 5"/>
          <p:cNvSpPr>
            <a:spLocks noChangeArrowheads="1"/>
          </p:cNvSpPr>
          <p:nvPr/>
        </p:nvSpPr>
        <p:spPr bwMode="gray">
          <a:xfrm>
            <a:off x="3332395" y="3721702"/>
            <a:ext cx="4704602" cy="668655"/>
          </a:xfrm>
          <a:prstGeom prst="rect">
            <a:avLst/>
          </a:prstGeom>
          <a:solidFill>
            <a:schemeClr val="accent3"/>
          </a:solidFill>
          <a:ln w="9525" algn="ctr">
            <a:noFill/>
            <a:miter lim="800000"/>
            <a:headEnd/>
            <a:tailEnd/>
          </a:ln>
        </p:spPr>
        <p:txBody>
          <a:bodyPr lIns="72231" tIns="72231" rIns="72231" bIns="72231" anchor="ctr" anchorCtr="0"/>
          <a:lstStyle/>
          <a:p>
            <a:pPr>
              <a:spcBef>
                <a:spcPts val="200"/>
              </a:spcBef>
              <a:spcAft>
                <a:spcPts val="200"/>
              </a:spcAft>
              <a:buSzPct val="25000"/>
            </a:pPr>
            <a:r>
              <a:rPr lang="en-US" sz="1200" dirty="0">
                <a:solidFill>
                  <a:schemeClr val="bg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rPr>
              <a:t>This is a level 1 bullet</a:t>
            </a:r>
          </a:p>
        </p:txBody>
      </p:sp>
      <p:sp>
        <p:nvSpPr>
          <p:cNvPr id="7" name="Rectangle 6"/>
          <p:cNvSpPr>
            <a:spLocks noChangeArrowheads="1"/>
          </p:cNvSpPr>
          <p:nvPr/>
        </p:nvSpPr>
        <p:spPr bwMode="gray">
          <a:xfrm>
            <a:off x="4829925" y="4724170"/>
            <a:ext cx="4704603" cy="668655"/>
          </a:xfrm>
          <a:prstGeom prst="rect">
            <a:avLst/>
          </a:prstGeom>
          <a:solidFill>
            <a:schemeClr val="accent3"/>
          </a:solidFill>
          <a:ln w="9525" algn="ctr">
            <a:noFill/>
            <a:miter lim="800000"/>
            <a:headEnd/>
            <a:tailEnd/>
          </a:ln>
        </p:spPr>
        <p:txBody>
          <a:bodyPr lIns="72231" tIns="72231" rIns="72231" bIns="72231" anchor="ctr" anchorCtr="0"/>
          <a:lstStyle/>
          <a:p>
            <a:pPr>
              <a:spcBef>
                <a:spcPts val="200"/>
              </a:spcBef>
              <a:spcAft>
                <a:spcPts val="200"/>
              </a:spcAft>
              <a:buSzPct val="25000"/>
            </a:pPr>
            <a:r>
              <a:rPr lang="en-US" sz="1200" dirty="0">
                <a:solidFill>
                  <a:schemeClr val="bg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rPr>
              <a:t>This is a level 1 bullet</a:t>
            </a:r>
          </a:p>
        </p:txBody>
      </p:sp>
      <p:cxnSp>
        <p:nvCxnSpPr>
          <p:cNvPr id="8" name="Elbow Connector 7"/>
          <p:cNvCxnSpPr>
            <a:cxnSpLocks/>
            <a:endCxn id="5" idx="1"/>
          </p:cNvCxnSpPr>
          <p:nvPr/>
        </p:nvCxnSpPr>
        <p:spPr>
          <a:xfrm rot="16200000" flipH="1">
            <a:off x="1109032" y="2414663"/>
            <a:ext cx="594360" cy="683443"/>
          </a:xfrm>
          <a:prstGeom prst="bentConnector2">
            <a:avLst/>
          </a:prstGeom>
          <a:noFill/>
          <a:ln w="6350">
            <a:solidFill>
              <a:srgbClr val="BBBCBC"/>
            </a:solidFill>
            <a:round/>
            <a:headEnd type="none" w="med" len="med"/>
            <a:tailEnd type="triangle" w="med" len="med"/>
          </a:ln>
        </p:spPr>
      </p:cxnSp>
      <p:cxnSp>
        <p:nvCxnSpPr>
          <p:cNvPr id="9" name="Elbow Connector 8"/>
          <p:cNvCxnSpPr/>
          <p:nvPr/>
        </p:nvCxnSpPr>
        <p:spPr>
          <a:xfrm rot="16200000" flipH="1">
            <a:off x="2597719" y="3415072"/>
            <a:ext cx="594360" cy="683443"/>
          </a:xfrm>
          <a:prstGeom prst="bentConnector2">
            <a:avLst/>
          </a:prstGeom>
          <a:noFill/>
          <a:ln w="6350">
            <a:solidFill>
              <a:srgbClr val="BBBCBC"/>
            </a:solidFill>
            <a:round/>
            <a:headEnd type="none" w="med" len="med"/>
            <a:tailEnd type="triangle" w="med" len="med"/>
          </a:ln>
        </p:spPr>
      </p:cxnSp>
      <p:cxnSp>
        <p:nvCxnSpPr>
          <p:cNvPr id="10" name="Elbow Connector 9"/>
          <p:cNvCxnSpPr>
            <a:cxnSpLocks/>
          </p:cNvCxnSpPr>
          <p:nvPr/>
        </p:nvCxnSpPr>
        <p:spPr>
          <a:xfrm rot="16200000" flipH="1">
            <a:off x="4067621" y="4415479"/>
            <a:ext cx="594360" cy="683443"/>
          </a:xfrm>
          <a:prstGeom prst="bentConnector2">
            <a:avLst/>
          </a:prstGeom>
          <a:noFill/>
          <a:ln w="6350">
            <a:solidFill>
              <a:srgbClr val="BBBCBC"/>
            </a:solidFill>
            <a:round/>
            <a:headEnd type="none" w="med" len="med"/>
            <a:tailEnd type="triangle" w="med" len="med"/>
          </a:ln>
        </p:spPr>
      </p:cxnSp>
    </p:spTree>
    <p:extLst>
      <p:ext uri="{BB962C8B-B14F-4D97-AF65-F5344CB8AC3E}">
        <p14:creationId xmlns:p14="http://schemas.microsoft.com/office/powerpoint/2010/main" val="851298988"/>
      </p:ext>
    </p:extLst>
  </p:cSld>
  <p:clrMapOvr>
    <a:masterClrMapping/>
  </p:clrMapOvr>
  <p:transition>
    <p:fade/>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a:t>Leading to</a:t>
            </a:r>
            <a:endParaRPr lang="en-US" dirty="0"/>
          </a:p>
        </p:txBody>
      </p:sp>
      <p:sp>
        <p:nvSpPr>
          <p:cNvPr id="3" name="Title 2"/>
          <p:cNvSpPr>
            <a:spLocks noGrp="1"/>
          </p:cNvSpPr>
          <p:nvPr>
            <p:ph type="title"/>
          </p:nvPr>
        </p:nvSpPr>
        <p:spPr/>
        <p:txBody>
          <a:bodyPr/>
          <a:lstStyle/>
          <a:p>
            <a:r>
              <a:rPr lang="en-US"/>
              <a:t>Text blocks</a:t>
            </a:r>
            <a:endParaRPr lang="en-US" dirty="0"/>
          </a:p>
        </p:txBody>
      </p:sp>
      <p:sp>
        <p:nvSpPr>
          <p:cNvPr id="4" name="Rectangle 15"/>
          <p:cNvSpPr>
            <a:spLocks noChangeArrowheads="1"/>
          </p:cNvSpPr>
          <p:nvPr>
            <p:custDataLst>
              <p:tags r:id="rId1"/>
            </p:custDataLst>
          </p:nvPr>
        </p:nvSpPr>
        <p:spPr bwMode="gray">
          <a:xfrm>
            <a:off x="471556" y="1864047"/>
            <a:ext cx="2668583" cy="397001"/>
          </a:xfrm>
          <a:prstGeom prst="rect">
            <a:avLst/>
          </a:prstGeom>
          <a:noFill/>
          <a:ln w="9525" algn="ctr">
            <a:noFill/>
            <a:miter lim="800000"/>
            <a:headEnd/>
            <a:tailEnd/>
          </a:ln>
        </p:spPr>
        <p:txBody>
          <a:bodyPr lIns="0" tIns="0" rIns="0" bIns="0" anchor="ctr" anchorCtr="0"/>
          <a:lstStyle/>
          <a:p>
            <a:pPr defTabSz="777796">
              <a:lnSpc>
                <a:spcPct val="106000"/>
              </a:lnSpc>
              <a:spcBef>
                <a:spcPts val="1097"/>
              </a:spcBef>
              <a:buSzPct val="100000"/>
            </a:pPr>
            <a:r>
              <a:rPr lang="en-GB" sz="1200" dirty="0">
                <a:latin typeface="Aptos" panose="020B0004020202020204" pitchFamily="34" charset="0"/>
              </a:rPr>
              <a:t>Text</a:t>
            </a:r>
          </a:p>
        </p:txBody>
      </p:sp>
      <p:sp>
        <p:nvSpPr>
          <p:cNvPr id="5" name="Rectangle 16"/>
          <p:cNvSpPr>
            <a:spLocks noChangeArrowheads="1"/>
          </p:cNvSpPr>
          <p:nvPr>
            <p:custDataLst>
              <p:tags r:id="rId2"/>
            </p:custDataLst>
          </p:nvPr>
        </p:nvSpPr>
        <p:spPr bwMode="gray">
          <a:xfrm>
            <a:off x="6829826" y="1864048"/>
            <a:ext cx="2668583" cy="397001"/>
          </a:xfrm>
          <a:prstGeom prst="rect">
            <a:avLst/>
          </a:prstGeom>
          <a:noFill/>
          <a:ln w="9525" algn="ctr">
            <a:noFill/>
            <a:miter lim="800000"/>
            <a:headEnd/>
            <a:tailEnd/>
          </a:ln>
        </p:spPr>
        <p:txBody>
          <a:bodyPr lIns="0" tIns="0" rIns="0" bIns="0" anchor="ctr" anchorCtr="0"/>
          <a:lstStyle/>
          <a:p>
            <a:pPr defTabSz="777796">
              <a:lnSpc>
                <a:spcPct val="106000"/>
              </a:lnSpc>
              <a:spcBef>
                <a:spcPts val="1097"/>
              </a:spcBef>
              <a:buSzPct val="100000"/>
            </a:pPr>
            <a:r>
              <a:rPr lang="en-GB" sz="1200" dirty="0">
                <a:latin typeface="Aptos" panose="020B0004020202020204" pitchFamily="34" charset="0"/>
              </a:rPr>
              <a:t>Text</a:t>
            </a:r>
          </a:p>
        </p:txBody>
      </p:sp>
      <p:sp>
        <p:nvSpPr>
          <p:cNvPr id="6" name="Rectangle 17"/>
          <p:cNvSpPr>
            <a:spLocks noChangeArrowheads="1"/>
          </p:cNvSpPr>
          <p:nvPr>
            <p:custDataLst>
              <p:tags r:id="rId3"/>
            </p:custDataLst>
          </p:nvPr>
        </p:nvSpPr>
        <p:spPr bwMode="gray">
          <a:xfrm>
            <a:off x="471556" y="2544152"/>
            <a:ext cx="2668583" cy="397001"/>
          </a:xfrm>
          <a:prstGeom prst="rect">
            <a:avLst/>
          </a:prstGeom>
          <a:noFill/>
          <a:ln w="9525" algn="ctr">
            <a:noFill/>
            <a:miter lim="800000"/>
            <a:headEnd/>
            <a:tailEnd/>
          </a:ln>
        </p:spPr>
        <p:txBody>
          <a:bodyPr lIns="0" tIns="0" rIns="0" bIns="0" anchor="ctr" anchorCtr="0"/>
          <a:lstStyle/>
          <a:p>
            <a:pPr defTabSz="777796">
              <a:lnSpc>
                <a:spcPct val="106000"/>
              </a:lnSpc>
              <a:spcBef>
                <a:spcPts val="1097"/>
              </a:spcBef>
              <a:buSzPct val="100000"/>
            </a:pPr>
            <a:r>
              <a:rPr lang="en-GB" sz="1200" dirty="0">
                <a:latin typeface="Aptos" panose="020B0004020202020204" pitchFamily="34" charset="0"/>
              </a:rPr>
              <a:t>Text</a:t>
            </a:r>
          </a:p>
        </p:txBody>
      </p:sp>
      <p:sp>
        <p:nvSpPr>
          <p:cNvPr id="7" name="Rectangle 18"/>
          <p:cNvSpPr>
            <a:spLocks noChangeArrowheads="1"/>
          </p:cNvSpPr>
          <p:nvPr>
            <p:custDataLst>
              <p:tags r:id="rId4"/>
            </p:custDataLst>
          </p:nvPr>
        </p:nvSpPr>
        <p:spPr bwMode="gray">
          <a:xfrm>
            <a:off x="6829826" y="2544154"/>
            <a:ext cx="2668583" cy="397001"/>
          </a:xfrm>
          <a:prstGeom prst="rect">
            <a:avLst/>
          </a:prstGeom>
          <a:noFill/>
          <a:ln w="9525" algn="ctr">
            <a:noFill/>
            <a:miter lim="800000"/>
            <a:headEnd/>
            <a:tailEnd/>
          </a:ln>
        </p:spPr>
        <p:txBody>
          <a:bodyPr lIns="0" tIns="0" rIns="0" bIns="0" anchor="ctr" anchorCtr="0"/>
          <a:lstStyle/>
          <a:p>
            <a:pPr defTabSz="777796">
              <a:lnSpc>
                <a:spcPct val="106000"/>
              </a:lnSpc>
              <a:spcBef>
                <a:spcPts val="1097"/>
              </a:spcBef>
              <a:buSzPct val="100000"/>
            </a:pPr>
            <a:r>
              <a:rPr lang="en-GB" sz="1200" dirty="0">
                <a:latin typeface="Aptos" panose="020B0004020202020204" pitchFamily="34" charset="0"/>
              </a:rPr>
              <a:t>Text</a:t>
            </a:r>
          </a:p>
        </p:txBody>
      </p:sp>
      <p:sp>
        <p:nvSpPr>
          <p:cNvPr id="8" name="Rectangle 19"/>
          <p:cNvSpPr>
            <a:spLocks noChangeArrowheads="1"/>
          </p:cNvSpPr>
          <p:nvPr>
            <p:custDataLst>
              <p:tags r:id="rId5"/>
            </p:custDataLst>
          </p:nvPr>
        </p:nvSpPr>
        <p:spPr bwMode="gray">
          <a:xfrm>
            <a:off x="471556" y="3504070"/>
            <a:ext cx="2668583" cy="397001"/>
          </a:xfrm>
          <a:prstGeom prst="rect">
            <a:avLst/>
          </a:prstGeom>
          <a:noFill/>
          <a:ln w="9525" algn="ctr">
            <a:noFill/>
            <a:miter lim="800000"/>
            <a:headEnd/>
            <a:tailEnd/>
          </a:ln>
        </p:spPr>
        <p:txBody>
          <a:bodyPr lIns="0" tIns="0" rIns="0" bIns="0" anchor="ctr" anchorCtr="0"/>
          <a:lstStyle/>
          <a:p>
            <a:pPr defTabSz="777796">
              <a:lnSpc>
                <a:spcPct val="106000"/>
              </a:lnSpc>
              <a:spcBef>
                <a:spcPts val="1097"/>
              </a:spcBef>
              <a:buSzPct val="100000"/>
            </a:pPr>
            <a:r>
              <a:rPr lang="en-GB" sz="1200" dirty="0">
                <a:latin typeface="Aptos" panose="020B0004020202020204" pitchFamily="34" charset="0"/>
              </a:rPr>
              <a:t>Text</a:t>
            </a:r>
          </a:p>
        </p:txBody>
      </p:sp>
      <p:sp>
        <p:nvSpPr>
          <p:cNvPr id="9" name="Rectangle 20"/>
          <p:cNvSpPr>
            <a:spLocks noChangeArrowheads="1"/>
          </p:cNvSpPr>
          <p:nvPr>
            <p:custDataLst>
              <p:tags r:id="rId6"/>
            </p:custDataLst>
          </p:nvPr>
        </p:nvSpPr>
        <p:spPr bwMode="gray">
          <a:xfrm>
            <a:off x="6829826" y="3504072"/>
            <a:ext cx="2668583" cy="397001"/>
          </a:xfrm>
          <a:prstGeom prst="rect">
            <a:avLst/>
          </a:prstGeom>
          <a:noFill/>
          <a:ln w="9525" algn="ctr">
            <a:noFill/>
            <a:miter lim="800000"/>
            <a:headEnd/>
            <a:tailEnd/>
          </a:ln>
        </p:spPr>
        <p:txBody>
          <a:bodyPr lIns="0" tIns="0" rIns="0" bIns="0" anchor="ctr" anchorCtr="0"/>
          <a:lstStyle/>
          <a:p>
            <a:pPr defTabSz="777796">
              <a:lnSpc>
                <a:spcPct val="106000"/>
              </a:lnSpc>
              <a:spcBef>
                <a:spcPts val="1097"/>
              </a:spcBef>
              <a:buSzPct val="100000"/>
            </a:pPr>
            <a:r>
              <a:rPr lang="en-GB" sz="1200" dirty="0">
                <a:latin typeface="Aptos" panose="020B0004020202020204" pitchFamily="34" charset="0"/>
              </a:rPr>
              <a:t>Text</a:t>
            </a:r>
          </a:p>
        </p:txBody>
      </p:sp>
      <p:sp>
        <p:nvSpPr>
          <p:cNvPr id="10" name="Rectangle 21"/>
          <p:cNvSpPr>
            <a:spLocks noChangeArrowheads="1"/>
          </p:cNvSpPr>
          <p:nvPr>
            <p:custDataLst>
              <p:tags r:id="rId7"/>
            </p:custDataLst>
          </p:nvPr>
        </p:nvSpPr>
        <p:spPr bwMode="gray">
          <a:xfrm>
            <a:off x="471556" y="4462294"/>
            <a:ext cx="2668583" cy="397001"/>
          </a:xfrm>
          <a:prstGeom prst="rect">
            <a:avLst/>
          </a:prstGeom>
          <a:noFill/>
          <a:ln w="9525" algn="ctr">
            <a:noFill/>
            <a:miter lim="800000"/>
            <a:headEnd/>
            <a:tailEnd/>
          </a:ln>
        </p:spPr>
        <p:txBody>
          <a:bodyPr lIns="0" tIns="0" rIns="0" bIns="0" anchor="ctr" anchorCtr="0"/>
          <a:lstStyle/>
          <a:p>
            <a:pPr defTabSz="777796">
              <a:lnSpc>
                <a:spcPct val="106000"/>
              </a:lnSpc>
              <a:spcBef>
                <a:spcPts val="1097"/>
              </a:spcBef>
              <a:buSzPct val="100000"/>
            </a:pPr>
            <a:r>
              <a:rPr lang="en-GB" sz="1200" dirty="0">
                <a:latin typeface="Aptos" panose="020B0004020202020204" pitchFamily="34" charset="0"/>
              </a:rPr>
              <a:t>Text</a:t>
            </a:r>
          </a:p>
        </p:txBody>
      </p:sp>
      <p:sp>
        <p:nvSpPr>
          <p:cNvPr id="11" name="Rectangle 22"/>
          <p:cNvSpPr>
            <a:spLocks noChangeArrowheads="1"/>
          </p:cNvSpPr>
          <p:nvPr>
            <p:custDataLst>
              <p:tags r:id="rId8"/>
            </p:custDataLst>
          </p:nvPr>
        </p:nvSpPr>
        <p:spPr bwMode="gray">
          <a:xfrm>
            <a:off x="6829826" y="4462296"/>
            <a:ext cx="2668583" cy="397001"/>
          </a:xfrm>
          <a:prstGeom prst="rect">
            <a:avLst/>
          </a:prstGeom>
          <a:noFill/>
          <a:ln w="9525" algn="ctr">
            <a:noFill/>
            <a:miter lim="800000"/>
            <a:headEnd/>
            <a:tailEnd/>
          </a:ln>
        </p:spPr>
        <p:txBody>
          <a:bodyPr lIns="0" tIns="0" rIns="0" bIns="0" anchor="ctr" anchorCtr="0"/>
          <a:lstStyle/>
          <a:p>
            <a:pPr defTabSz="777796">
              <a:lnSpc>
                <a:spcPct val="106000"/>
              </a:lnSpc>
              <a:spcBef>
                <a:spcPts val="1097"/>
              </a:spcBef>
              <a:buSzPct val="100000"/>
            </a:pPr>
            <a:r>
              <a:rPr lang="en-GB" sz="1200" dirty="0">
                <a:latin typeface="Aptos" panose="020B0004020202020204" pitchFamily="34" charset="0"/>
              </a:rPr>
              <a:t>Text</a:t>
            </a:r>
          </a:p>
        </p:txBody>
      </p:sp>
      <p:sp>
        <p:nvSpPr>
          <p:cNvPr id="12" name="Rectangle 23"/>
          <p:cNvSpPr>
            <a:spLocks noChangeArrowheads="1"/>
          </p:cNvSpPr>
          <p:nvPr>
            <p:custDataLst>
              <p:tags r:id="rId9"/>
            </p:custDataLst>
          </p:nvPr>
        </p:nvSpPr>
        <p:spPr bwMode="gray">
          <a:xfrm>
            <a:off x="471556" y="5145315"/>
            <a:ext cx="2668583" cy="397001"/>
          </a:xfrm>
          <a:prstGeom prst="rect">
            <a:avLst/>
          </a:prstGeom>
          <a:noFill/>
          <a:ln w="9525" algn="ctr">
            <a:noFill/>
            <a:miter lim="800000"/>
            <a:headEnd/>
            <a:tailEnd/>
          </a:ln>
        </p:spPr>
        <p:txBody>
          <a:bodyPr lIns="0" tIns="0" rIns="0" bIns="0" anchor="ctr" anchorCtr="0"/>
          <a:lstStyle/>
          <a:p>
            <a:pPr defTabSz="777796">
              <a:lnSpc>
                <a:spcPct val="106000"/>
              </a:lnSpc>
              <a:spcBef>
                <a:spcPts val="1097"/>
              </a:spcBef>
              <a:buSzPct val="100000"/>
            </a:pPr>
            <a:r>
              <a:rPr lang="en-GB" sz="1200" dirty="0">
                <a:latin typeface="Aptos" panose="020B0004020202020204" pitchFamily="34" charset="0"/>
              </a:rPr>
              <a:t>Text</a:t>
            </a:r>
          </a:p>
        </p:txBody>
      </p:sp>
      <p:sp>
        <p:nvSpPr>
          <p:cNvPr id="13" name="Rectangle 24"/>
          <p:cNvSpPr>
            <a:spLocks noChangeArrowheads="1"/>
          </p:cNvSpPr>
          <p:nvPr>
            <p:custDataLst>
              <p:tags r:id="rId10"/>
            </p:custDataLst>
          </p:nvPr>
        </p:nvSpPr>
        <p:spPr bwMode="gray">
          <a:xfrm>
            <a:off x="6829826" y="5145317"/>
            <a:ext cx="2668583" cy="397001"/>
          </a:xfrm>
          <a:prstGeom prst="rect">
            <a:avLst/>
          </a:prstGeom>
          <a:noFill/>
          <a:ln w="9525" algn="ctr">
            <a:noFill/>
            <a:miter lim="800000"/>
            <a:headEnd/>
            <a:tailEnd/>
          </a:ln>
        </p:spPr>
        <p:txBody>
          <a:bodyPr lIns="0" tIns="0" rIns="0" bIns="0" anchor="ctr" anchorCtr="0"/>
          <a:lstStyle/>
          <a:p>
            <a:pPr defTabSz="777796">
              <a:lnSpc>
                <a:spcPct val="106000"/>
              </a:lnSpc>
              <a:spcBef>
                <a:spcPts val="1097"/>
              </a:spcBef>
              <a:buSzPct val="100000"/>
            </a:pPr>
            <a:r>
              <a:rPr lang="en-GB" sz="1200" dirty="0">
                <a:latin typeface="Aptos" panose="020B0004020202020204" pitchFamily="34" charset="0"/>
              </a:rPr>
              <a:t>Text</a:t>
            </a:r>
          </a:p>
        </p:txBody>
      </p:sp>
      <p:grpSp>
        <p:nvGrpSpPr>
          <p:cNvPr id="27" name="Group 26"/>
          <p:cNvGrpSpPr/>
          <p:nvPr/>
        </p:nvGrpSpPr>
        <p:grpSpPr>
          <a:xfrm>
            <a:off x="505899" y="1717557"/>
            <a:ext cx="8958171" cy="3968081"/>
            <a:chOff x="365760" y="1610155"/>
            <a:chExt cx="8412480" cy="3977202"/>
          </a:xfrm>
        </p:grpSpPr>
        <p:sp>
          <p:nvSpPr>
            <p:cNvPr id="14" name="Freeform 2"/>
            <p:cNvSpPr>
              <a:spLocks/>
            </p:cNvSpPr>
            <p:nvPr/>
          </p:nvSpPr>
          <p:spPr bwMode="blackWhite">
            <a:xfrm>
              <a:off x="365760" y="2295674"/>
              <a:ext cx="3183306" cy="390314"/>
            </a:xfrm>
            <a:custGeom>
              <a:avLst/>
              <a:gdLst>
                <a:gd name="T0" fmla="*/ 2147483647 w 937"/>
                <a:gd name="T1" fmla="*/ 2147483647 h 153"/>
                <a:gd name="T2" fmla="*/ 2147483647 w 937"/>
                <a:gd name="T3" fmla="*/ 0 h 153"/>
                <a:gd name="T4" fmla="*/ 0 w 937"/>
                <a:gd name="T5" fmla="*/ 0 h 153"/>
                <a:gd name="T6" fmla="*/ 0 60000 65536"/>
                <a:gd name="T7" fmla="*/ 0 60000 65536"/>
                <a:gd name="T8" fmla="*/ 0 60000 65536"/>
                <a:gd name="T9" fmla="*/ 0 w 937"/>
                <a:gd name="T10" fmla="*/ 0 h 153"/>
                <a:gd name="T11" fmla="*/ 937 w 937"/>
                <a:gd name="T12" fmla="*/ 153 h 153"/>
                <a:gd name="connsiteX0" fmla="*/ 936 w 936"/>
                <a:gd name="connsiteY0" fmla="*/ 152 h 152"/>
                <a:gd name="connsiteX1" fmla="*/ 812 w 936"/>
                <a:gd name="connsiteY1" fmla="*/ 0 h 152"/>
                <a:gd name="connsiteX2" fmla="*/ 0 w 936"/>
                <a:gd name="connsiteY2" fmla="*/ 0 h 152"/>
                <a:gd name="connsiteX0" fmla="*/ 936 w 936"/>
                <a:gd name="connsiteY0" fmla="*/ 152 h 152"/>
                <a:gd name="connsiteX1" fmla="*/ 812 w 936"/>
                <a:gd name="connsiteY1" fmla="*/ 0 h 152"/>
                <a:gd name="connsiteX2" fmla="*/ 0 w 936"/>
                <a:gd name="connsiteY2" fmla="*/ 0 h 152"/>
              </a:gdLst>
              <a:ahLst/>
              <a:cxnLst>
                <a:cxn ang="0">
                  <a:pos x="connsiteX0" y="connsiteY0"/>
                </a:cxn>
                <a:cxn ang="0">
                  <a:pos x="connsiteX1" y="connsiteY1"/>
                </a:cxn>
                <a:cxn ang="0">
                  <a:pos x="connsiteX2" y="connsiteY2"/>
                </a:cxn>
              </a:cxnLst>
              <a:rect l="l" t="t" r="r" b="b"/>
              <a:pathLst>
                <a:path w="936" h="152">
                  <a:moveTo>
                    <a:pt x="936" y="152"/>
                  </a:moveTo>
                  <a:cubicBezTo>
                    <a:pt x="895" y="101"/>
                    <a:pt x="853" y="51"/>
                    <a:pt x="812" y="0"/>
                  </a:cubicBezTo>
                  <a:lnTo>
                    <a:pt x="0" y="0"/>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sp>
          <p:nvSpPr>
            <p:cNvPr id="15" name="Freeform 3"/>
            <p:cNvSpPr>
              <a:spLocks/>
            </p:cNvSpPr>
            <p:nvPr/>
          </p:nvSpPr>
          <p:spPr bwMode="blackWhite">
            <a:xfrm>
              <a:off x="365760" y="2984889"/>
              <a:ext cx="2811644" cy="597560"/>
            </a:xfrm>
            <a:custGeom>
              <a:avLst/>
              <a:gdLst>
                <a:gd name="T0" fmla="*/ 2147483647 w 831"/>
                <a:gd name="T1" fmla="*/ 2147483647 h 182"/>
                <a:gd name="T2" fmla="*/ 2147483647 w 831"/>
                <a:gd name="T3" fmla="*/ 0 h 182"/>
                <a:gd name="T4" fmla="*/ 0 w 831"/>
                <a:gd name="T5" fmla="*/ 0 h 182"/>
                <a:gd name="T6" fmla="*/ 0 60000 65536"/>
                <a:gd name="T7" fmla="*/ 0 60000 65536"/>
                <a:gd name="T8" fmla="*/ 0 60000 65536"/>
                <a:gd name="T9" fmla="*/ 0 w 831"/>
                <a:gd name="T10" fmla="*/ 0 h 182"/>
                <a:gd name="T11" fmla="*/ 831 w 831"/>
                <a:gd name="T12" fmla="*/ 182 h 182"/>
              </a:gdLst>
              <a:ahLst/>
              <a:cxnLst>
                <a:cxn ang="T6">
                  <a:pos x="T0" y="T1"/>
                </a:cxn>
                <a:cxn ang="T7">
                  <a:pos x="T2" y="T3"/>
                </a:cxn>
                <a:cxn ang="T8">
                  <a:pos x="T4" y="T5"/>
                </a:cxn>
              </a:cxnLst>
              <a:rect l="T9" t="T10" r="T11" b="T12"/>
              <a:pathLst>
                <a:path w="831" h="182">
                  <a:moveTo>
                    <a:pt x="830" y="181"/>
                  </a:moveTo>
                  <a:lnTo>
                    <a:pt x="639" y="0"/>
                  </a:lnTo>
                  <a:lnTo>
                    <a:pt x="0" y="0"/>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sp>
          <p:nvSpPr>
            <p:cNvPr id="16" name="Freeform 4"/>
            <p:cNvSpPr>
              <a:spLocks/>
            </p:cNvSpPr>
            <p:nvPr/>
          </p:nvSpPr>
          <p:spPr bwMode="blackWhite">
            <a:xfrm>
              <a:off x="365760" y="3604388"/>
              <a:ext cx="2809917" cy="595834"/>
            </a:xfrm>
            <a:custGeom>
              <a:avLst/>
              <a:gdLst>
                <a:gd name="T0" fmla="*/ 2147483647 w 825"/>
                <a:gd name="T1" fmla="*/ 0 h 182"/>
                <a:gd name="T2" fmla="*/ 2147483647 w 825"/>
                <a:gd name="T3" fmla="*/ 2147483647 h 182"/>
                <a:gd name="T4" fmla="*/ 0 w 825"/>
                <a:gd name="T5" fmla="*/ 2147483647 h 182"/>
                <a:gd name="T6" fmla="*/ 0 60000 65536"/>
                <a:gd name="T7" fmla="*/ 0 60000 65536"/>
                <a:gd name="T8" fmla="*/ 0 60000 65536"/>
                <a:gd name="T9" fmla="*/ 0 w 825"/>
                <a:gd name="T10" fmla="*/ 0 h 182"/>
                <a:gd name="T11" fmla="*/ 825 w 825"/>
                <a:gd name="T12" fmla="*/ 182 h 182"/>
              </a:gdLst>
              <a:ahLst/>
              <a:cxnLst>
                <a:cxn ang="T6">
                  <a:pos x="T0" y="T1"/>
                </a:cxn>
                <a:cxn ang="T7">
                  <a:pos x="T2" y="T3"/>
                </a:cxn>
                <a:cxn ang="T8">
                  <a:pos x="T4" y="T5"/>
                </a:cxn>
              </a:cxnLst>
              <a:rect l="T9" t="T10" r="T11" b="T12"/>
              <a:pathLst>
                <a:path w="825" h="182">
                  <a:moveTo>
                    <a:pt x="824" y="0"/>
                  </a:moveTo>
                  <a:lnTo>
                    <a:pt x="639" y="181"/>
                  </a:lnTo>
                  <a:lnTo>
                    <a:pt x="0" y="181"/>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sp>
          <p:nvSpPr>
            <p:cNvPr id="17" name="Freeform 6"/>
            <p:cNvSpPr>
              <a:spLocks/>
            </p:cNvSpPr>
            <p:nvPr/>
          </p:nvSpPr>
          <p:spPr bwMode="blackWhite">
            <a:xfrm>
              <a:off x="365760" y="1610155"/>
              <a:ext cx="4196741" cy="642464"/>
            </a:xfrm>
            <a:custGeom>
              <a:avLst/>
              <a:gdLst>
                <a:gd name="T0" fmla="*/ 2147483647 w 1239"/>
                <a:gd name="T1" fmla="*/ 2147483647 h 195"/>
                <a:gd name="T2" fmla="*/ 2147483647 w 1239"/>
                <a:gd name="T3" fmla="*/ 0 h 195"/>
                <a:gd name="T4" fmla="*/ 0 w 1239"/>
                <a:gd name="T5" fmla="*/ 0 h 195"/>
                <a:gd name="T6" fmla="*/ 0 60000 65536"/>
                <a:gd name="T7" fmla="*/ 0 60000 65536"/>
                <a:gd name="T8" fmla="*/ 0 60000 65536"/>
                <a:gd name="T9" fmla="*/ 0 w 1239"/>
                <a:gd name="T10" fmla="*/ 0 h 195"/>
                <a:gd name="T11" fmla="*/ 1239 w 1239"/>
                <a:gd name="T12" fmla="*/ 195 h 195"/>
              </a:gdLst>
              <a:ahLst/>
              <a:cxnLst>
                <a:cxn ang="T6">
                  <a:pos x="T0" y="T1"/>
                </a:cxn>
                <a:cxn ang="T7">
                  <a:pos x="T2" y="T3"/>
                </a:cxn>
                <a:cxn ang="T8">
                  <a:pos x="T4" y="T5"/>
                </a:cxn>
              </a:cxnLst>
              <a:rect l="T9" t="T10" r="T11" b="T12"/>
              <a:pathLst>
                <a:path w="1239" h="195">
                  <a:moveTo>
                    <a:pt x="1238" y="194"/>
                  </a:moveTo>
                  <a:lnTo>
                    <a:pt x="1047" y="0"/>
                  </a:lnTo>
                  <a:lnTo>
                    <a:pt x="0" y="0"/>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sp>
          <p:nvSpPr>
            <p:cNvPr id="18" name="Freeform 7"/>
            <p:cNvSpPr>
              <a:spLocks/>
            </p:cNvSpPr>
            <p:nvPr/>
          </p:nvSpPr>
          <p:spPr bwMode="blackWhite">
            <a:xfrm>
              <a:off x="365760" y="4979434"/>
              <a:ext cx="4196741" cy="607923"/>
            </a:xfrm>
            <a:custGeom>
              <a:avLst/>
              <a:gdLst>
                <a:gd name="T0" fmla="*/ 2147483647 w 1240"/>
                <a:gd name="T1" fmla="*/ 0 h 185"/>
                <a:gd name="T2" fmla="*/ 2147483647 w 1240"/>
                <a:gd name="T3" fmla="*/ 2147483647 h 185"/>
                <a:gd name="T4" fmla="*/ 0 w 1240"/>
                <a:gd name="T5" fmla="*/ 2147483647 h 185"/>
                <a:gd name="T6" fmla="*/ 0 60000 65536"/>
                <a:gd name="T7" fmla="*/ 0 60000 65536"/>
                <a:gd name="T8" fmla="*/ 0 60000 65536"/>
                <a:gd name="T9" fmla="*/ 0 w 1240"/>
                <a:gd name="T10" fmla="*/ 0 h 185"/>
                <a:gd name="T11" fmla="*/ 1240 w 1240"/>
                <a:gd name="T12" fmla="*/ 185 h 185"/>
              </a:gdLst>
              <a:ahLst/>
              <a:cxnLst>
                <a:cxn ang="T6">
                  <a:pos x="T0" y="T1"/>
                </a:cxn>
                <a:cxn ang="T7">
                  <a:pos x="T2" y="T3"/>
                </a:cxn>
                <a:cxn ang="T8">
                  <a:pos x="T4" y="T5"/>
                </a:cxn>
              </a:cxnLst>
              <a:rect l="T9" t="T10" r="T11" b="T12"/>
              <a:pathLst>
                <a:path w="1240" h="185">
                  <a:moveTo>
                    <a:pt x="1239" y="0"/>
                  </a:moveTo>
                  <a:lnTo>
                    <a:pt x="1047" y="184"/>
                  </a:lnTo>
                  <a:lnTo>
                    <a:pt x="0" y="184"/>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sp>
          <p:nvSpPr>
            <p:cNvPr id="19" name="Freeform 8"/>
            <p:cNvSpPr>
              <a:spLocks/>
            </p:cNvSpPr>
            <p:nvPr/>
          </p:nvSpPr>
          <p:spPr bwMode="blackWhite">
            <a:xfrm>
              <a:off x="365760" y="4511081"/>
              <a:ext cx="3153600" cy="392041"/>
            </a:xfrm>
            <a:custGeom>
              <a:avLst/>
              <a:gdLst>
                <a:gd name="T0" fmla="*/ 2147483647 w 920"/>
                <a:gd name="T1" fmla="*/ 0 h 120"/>
                <a:gd name="T2" fmla="*/ 2147483647 w 920"/>
                <a:gd name="T3" fmla="*/ 2147483647 h 120"/>
                <a:gd name="T4" fmla="*/ 0 w 920"/>
                <a:gd name="T5" fmla="*/ 2147483647 h 120"/>
                <a:gd name="T6" fmla="*/ 0 60000 65536"/>
                <a:gd name="T7" fmla="*/ 0 60000 65536"/>
                <a:gd name="T8" fmla="*/ 0 60000 65536"/>
                <a:gd name="T9" fmla="*/ 0 w 920"/>
                <a:gd name="T10" fmla="*/ 0 h 120"/>
                <a:gd name="T11" fmla="*/ 920 w 920"/>
                <a:gd name="T12" fmla="*/ 120 h 120"/>
              </a:gdLst>
              <a:ahLst/>
              <a:cxnLst>
                <a:cxn ang="T6">
                  <a:pos x="T0" y="T1"/>
                </a:cxn>
                <a:cxn ang="T7">
                  <a:pos x="T2" y="T3"/>
                </a:cxn>
                <a:cxn ang="T8">
                  <a:pos x="T4" y="T5"/>
                </a:cxn>
              </a:cxnLst>
              <a:rect l="T9" t="T10" r="T11" b="T12"/>
              <a:pathLst>
                <a:path w="920" h="120">
                  <a:moveTo>
                    <a:pt x="919" y="0"/>
                  </a:moveTo>
                  <a:lnTo>
                    <a:pt x="799" y="119"/>
                  </a:lnTo>
                  <a:lnTo>
                    <a:pt x="0" y="119"/>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sp>
          <p:nvSpPr>
            <p:cNvPr id="20" name="Freeform 9"/>
            <p:cNvSpPr>
              <a:spLocks/>
            </p:cNvSpPr>
            <p:nvPr/>
          </p:nvSpPr>
          <p:spPr bwMode="blackWhite">
            <a:xfrm>
              <a:off x="4574591" y="1610155"/>
              <a:ext cx="4203649" cy="649372"/>
            </a:xfrm>
            <a:custGeom>
              <a:avLst/>
              <a:gdLst>
                <a:gd name="T0" fmla="*/ 0 w 1233"/>
                <a:gd name="T1" fmla="*/ 2147483647 h 198"/>
                <a:gd name="T2" fmla="*/ 2147483647 w 1233"/>
                <a:gd name="T3" fmla="*/ 0 h 198"/>
                <a:gd name="T4" fmla="*/ 2147483647 w 1233"/>
                <a:gd name="T5" fmla="*/ 0 h 198"/>
                <a:gd name="T6" fmla="*/ 0 60000 65536"/>
                <a:gd name="T7" fmla="*/ 0 60000 65536"/>
                <a:gd name="T8" fmla="*/ 0 60000 65536"/>
                <a:gd name="T9" fmla="*/ 0 w 1233"/>
                <a:gd name="T10" fmla="*/ 0 h 198"/>
                <a:gd name="T11" fmla="*/ 1233 w 1233"/>
                <a:gd name="T12" fmla="*/ 198 h 198"/>
              </a:gdLst>
              <a:ahLst/>
              <a:cxnLst>
                <a:cxn ang="T6">
                  <a:pos x="T0" y="T1"/>
                </a:cxn>
                <a:cxn ang="T7">
                  <a:pos x="T2" y="T3"/>
                </a:cxn>
                <a:cxn ang="T8">
                  <a:pos x="T4" y="T5"/>
                </a:cxn>
              </a:cxnLst>
              <a:rect l="T9" t="T10" r="T11" b="T12"/>
              <a:pathLst>
                <a:path w="1233" h="198">
                  <a:moveTo>
                    <a:pt x="0" y="197"/>
                  </a:moveTo>
                  <a:lnTo>
                    <a:pt x="185" y="0"/>
                  </a:lnTo>
                  <a:lnTo>
                    <a:pt x="1232" y="0"/>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sp>
          <p:nvSpPr>
            <p:cNvPr id="21" name="Freeform 10"/>
            <p:cNvSpPr>
              <a:spLocks/>
            </p:cNvSpPr>
            <p:nvPr/>
          </p:nvSpPr>
          <p:spPr bwMode="blackWhite">
            <a:xfrm>
              <a:off x="5594934" y="2295674"/>
              <a:ext cx="3183306" cy="390314"/>
            </a:xfrm>
            <a:custGeom>
              <a:avLst/>
              <a:gdLst>
                <a:gd name="T0" fmla="*/ 0 w 920"/>
                <a:gd name="T1" fmla="*/ 2147483647 h 112"/>
                <a:gd name="T2" fmla="*/ 2147483647 w 920"/>
                <a:gd name="T3" fmla="*/ 0 h 112"/>
                <a:gd name="T4" fmla="*/ 2147483647 w 920"/>
                <a:gd name="T5" fmla="*/ 0 h 112"/>
                <a:gd name="T6" fmla="*/ 0 60000 65536"/>
                <a:gd name="T7" fmla="*/ 0 60000 65536"/>
                <a:gd name="T8" fmla="*/ 0 60000 65536"/>
                <a:gd name="T9" fmla="*/ 0 w 920"/>
                <a:gd name="T10" fmla="*/ 0 h 112"/>
                <a:gd name="T11" fmla="*/ 920 w 920"/>
                <a:gd name="T12" fmla="*/ 112 h 112"/>
              </a:gdLst>
              <a:ahLst/>
              <a:cxnLst>
                <a:cxn ang="T6">
                  <a:pos x="T0" y="T1"/>
                </a:cxn>
                <a:cxn ang="T7">
                  <a:pos x="T2" y="T3"/>
                </a:cxn>
                <a:cxn ang="T8">
                  <a:pos x="T4" y="T5"/>
                </a:cxn>
              </a:cxnLst>
              <a:rect l="T9" t="T10" r="T11" b="T12"/>
              <a:pathLst>
                <a:path w="920" h="112">
                  <a:moveTo>
                    <a:pt x="0" y="111"/>
                  </a:moveTo>
                  <a:lnTo>
                    <a:pt x="120" y="0"/>
                  </a:lnTo>
                  <a:lnTo>
                    <a:pt x="919" y="0"/>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sp>
          <p:nvSpPr>
            <p:cNvPr id="22" name="Freeform 11"/>
            <p:cNvSpPr>
              <a:spLocks/>
            </p:cNvSpPr>
            <p:nvPr/>
          </p:nvSpPr>
          <p:spPr bwMode="blackWhite">
            <a:xfrm>
              <a:off x="4578045" y="4979434"/>
              <a:ext cx="4200195" cy="607923"/>
            </a:xfrm>
            <a:custGeom>
              <a:avLst/>
              <a:gdLst>
                <a:gd name="T0" fmla="*/ 0 w 1232"/>
                <a:gd name="T1" fmla="*/ 0 h 185"/>
                <a:gd name="T2" fmla="*/ 2147483647 w 1232"/>
                <a:gd name="T3" fmla="*/ 2147483647 h 185"/>
                <a:gd name="T4" fmla="*/ 2147483647 w 1232"/>
                <a:gd name="T5" fmla="*/ 2147483647 h 185"/>
                <a:gd name="T6" fmla="*/ 0 60000 65536"/>
                <a:gd name="T7" fmla="*/ 0 60000 65536"/>
                <a:gd name="T8" fmla="*/ 0 60000 65536"/>
                <a:gd name="T9" fmla="*/ 0 w 1232"/>
                <a:gd name="T10" fmla="*/ 0 h 185"/>
                <a:gd name="T11" fmla="*/ 1232 w 1232"/>
                <a:gd name="T12" fmla="*/ 185 h 185"/>
              </a:gdLst>
              <a:ahLst/>
              <a:cxnLst>
                <a:cxn ang="T6">
                  <a:pos x="T0" y="T1"/>
                </a:cxn>
                <a:cxn ang="T7">
                  <a:pos x="T2" y="T3"/>
                </a:cxn>
                <a:cxn ang="T8">
                  <a:pos x="T4" y="T5"/>
                </a:cxn>
              </a:cxnLst>
              <a:rect l="T9" t="T10" r="T11" b="T12"/>
              <a:pathLst>
                <a:path w="1232" h="185">
                  <a:moveTo>
                    <a:pt x="0" y="0"/>
                  </a:moveTo>
                  <a:lnTo>
                    <a:pt x="184" y="184"/>
                  </a:lnTo>
                  <a:lnTo>
                    <a:pt x="1231" y="184"/>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sp>
          <p:nvSpPr>
            <p:cNvPr id="23" name="Freeform 12"/>
            <p:cNvSpPr>
              <a:spLocks/>
            </p:cNvSpPr>
            <p:nvPr/>
          </p:nvSpPr>
          <p:spPr bwMode="blackWhite">
            <a:xfrm>
              <a:off x="5621186" y="4511081"/>
              <a:ext cx="3157054" cy="392041"/>
            </a:xfrm>
            <a:custGeom>
              <a:avLst/>
              <a:gdLst>
                <a:gd name="T0" fmla="*/ 0 w 918"/>
                <a:gd name="T1" fmla="*/ 0 h 111"/>
                <a:gd name="T2" fmla="*/ 2147483647 w 918"/>
                <a:gd name="T3" fmla="*/ 2147483647 h 111"/>
                <a:gd name="T4" fmla="*/ 2147483647 w 918"/>
                <a:gd name="T5" fmla="*/ 2147483647 h 111"/>
                <a:gd name="T6" fmla="*/ 0 60000 65536"/>
                <a:gd name="T7" fmla="*/ 0 60000 65536"/>
                <a:gd name="T8" fmla="*/ 0 60000 65536"/>
                <a:gd name="T9" fmla="*/ 0 w 918"/>
                <a:gd name="T10" fmla="*/ 0 h 111"/>
                <a:gd name="T11" fmla="*/ 918 w 918"/>
                <a:gd name="T12" fmla="*/ 111 h 111"/>
              </a:gdLst>
              <a:ahLst/>
              <a:cxnLst>
                <a:cxn ang="T6">
                  <a:pos x="T0" y="T1"/>
                </a:cxn>
                <a:cxn ang="T7">
                  <a:pos x="T2" y="T3"/>
                </a:cxn>
                <a:cxn ang="T8">
                  <a:pos x="T4" y="T5"/>
                </a:cxn>
              </a:cxnLst>
              <a:rect l="T9" t="T10" r="T11" b="T12"/>
              <a:pathLst>
                <a:path w="918" h="111">
                  <a:moveTo>
                    <a:pt x="0" y="0"/>
                  </a:moveTo>
                  <a:lnTo>
                    <a:pt x="118" y="110"/>
                  </a:lnTo>
                  <a:lnTo>
                    <a:pt x="917" y="110"/>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sp>
          <p:nvSpPr>
            <p:cNvPr id="24" name="Freeform 13"/>
            <p:cNvSpPr>
              <a:spLocks/>
            </p:cNvSpPr>
            <p:nvPr/>
          </p:nvSpPr>
          <p:spPr bwMode="blackWhite">
            <a:xfrm>
              <a:off x="5961415" y="2984889"/>
              <a:ext cx="2816825" cy="597560"/>
            </a:xfrm>
            <a:custGeom>
              <a:avLst/>
              <a:gdLst>
                <a:gd name="T0" fmla="*/ 0 w 831"/>
                <a:gd name="T1" fmla="*/ 2147483647 h 182"/>
                <a:gd name="T2" fmla="*/ 2147483647 w 831"/>
                <a:gd name="T3" fmla="*/ 0 h 182"/>
                <a:gd name="T4" fmla="*/ 2147483647 w 831"/>
                <a:gd name="T5" fmla="*/ 0 h 182"/>
                <a:gd name="T6" fmla="*/ 0 60000 65536"/>
                <a:gd name="T7" fmla="*/ 0 60000 65536"/>
                <a:gd name="T8" fmla="*/ 0 60000 65536"/>
                <a:gd name="T9" fmla="*/ 0 w 831"/>
                <a:gd name="T10" fmla="*/ 0 h 182"/>
                <a:gd name="T11" fmla="*/ 831 w 831"/>
                <a:gd name="T12" fmla="*/ 182 h 182"/>
              </a:gdLst>
              <a:ahLst/>
              <a:cxnLst>
                <a:cxn ang="T6">
                  <a:pos x="T0" y="T1"/>
                </a:cxn>
                <a:cxn ang="T7">
                  <a:pos x="T2" y="T3"/>
                </a:cxn>
                <a:cxn ang="T8">
                  <a:pos x="T4" y="T5"/>
                </a:cxn>
              </a:cxnLst>
              <a:rect l="T9" t="T10" r="T11" b="T12"/>
              <a:pathLst>
                <a:path w="831" h="182">
                  <a:moveTo>
                    <a:pt x="0" y="181"/>
                  </a:moveTo>
                  <a:lnTo>
                    <a:pt x="191" y="0"/>
                  </a:lnTo>
                  <a:lnTo>
                    <a:pt x="830" y="0"/>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sp>
          <p:nvSpPr>
            <p:cNvPr id="25" name="Freeform 14"/>
            <p:cNvSpPr>
              <a:spLocks/>
            </p:cNvSpPr>
            <p:nvPr/>
          </p:nvSpPr>
          <p:spPr bwMode="blackWhite">
            <a:xfrm>
              <a:off x="5963004" y="3604388"/>
              <a:ext cx="2815236" cy="599288"/>
            </a:xfrm>
            <a:custGeom>
              <a:avLst/>
              <a:gdLst>
                <a:gd name="T0" fmla="*/ 0 w 835"/>
                <a:gd name="T1" fmla="*/ 0 h 183"/>
                <a:gd name="T2" fmla="*/ 2147483647 w 835"/>
                <a:gd name="T3" fmla="*/ 2147483647 h 183"/>
                <a:gd name="T4" fmla="*/ 2147483647 w 835"/>
                <a:gd name="T5" fmla="*/ 2147483647 h 183"/>
                <a:gd name="T6" fmla="*/ 0 60000 65536"/>
                <a:gd name="T7" fmla="*/ 0 60000 65536"/>
                <a:gd name="T8" fmla="*/ 0 60000 65536"/>
                <a:gd name="T9" fmla="*/ 0 w 835"/>
                <a:gd name="T10" fmla="*/ 0 h 183"/>
                <a:gd name="T11" fmla="*/ 835 w 835"/>
                <a:gd name="T12" fmla="*/ 183 h 183"/>
              </a:gdLst>
              <a:ahLst/>
              <a:cxnLst>
                <a:cxn ang="T6">
                  <a:pos x="T0" y="T1"/>
                </a:cxn>
                <a:cxn ang="T7">
                  <a:pos x="T2" y="T3"/>
                </a:cxn>
                <a:cxn ang="T8">
                  <a:pos x="T4" y="T5"/>
                </a:cxn>
              </a:cxnLst>
              <a:rect l="T9" t="T10" r="T11" b="T12"/>
              <a:pathLst>
                <a:path w="835" h="183">
                  <a:moveTo>
                    <a:pt x="0" y="0"/>
                  </a:moveTo>
                  <a:lnTo>
                    <a:pt x="196" y="182"/>
                  </a:lnTo>
                  <a:lnTo>
                    <a:pt x="834" y="182"/>
                  </a:lnTo>
                </a:path>
              </a:pathLst>
            </a:custGeom>
            <a:noFill/>
            <a:ln w="6350" cap="rnd">
              <a:solidFill>
                <a:srgbClr val="BBBCBC"/>
              </a:solidFill>
              <a:round/>
              <a:headEnd type="none" w="sm" len="sm"/>
              <a:tailEnd type="none" w="sm" len="sm"/>
            </a:ln>
          </p:spPr>
          <p:txBody>
            <a:bodyPr lIns="74293" tIns="37147" rIns="74293" bIns="37147" anchor="ctr"/>
            <a:lstStyle/>
            <a:p>
              <a:pPr>
                <a:defRPr/>
              </a:pPr>
              <a:endParaRPr lang="en-GB" sz="1200" dirty="0">
                <a:latin typeface="Aptos" panose="020B0004020202020204" pitchFamily="34" charset="0"/>
              </a:endParaRPr>
            </a:p>
          </p:txBody>
        </p:sp>
      </p:grpSp>
      <p:sp>
        <p:nvSpPr>
          <p:cNvPr id="26" name="Oval 5"/>
          <p:cNvSpPr>
            <a:spLocks noChangeArrowheads="1"/>
          </p:cNvSpPr>
          <p:nvPr/>
        </p:nvSpPr>
        <p:spPr bwMode="blackWhite">
          <a:xfrm>
            <a:off x="3581558" y="2312094"/>
            <a:ext cx="2823210" cy="2823210"/>
          </a:xfrm>
          <a:prstGeom prst="ellipse">
            <a:avLst/>
          </a:prstGeom>
          <a:solidFill>
            <a:schemeClr val="accent5"/>
          </a:solidFill>
          <a:ln w="12700">
            <a:noFill/>
            <a:round/>
            <a:headEnd/>
            <a:tailEnd/>
          </a:ln>
        </p:spPr>
        <p:txBody>
          <a:bodyPr wrap="square" lIns="72231" tIns="72231" rIns="72231" bIns="72231" anchor="ctr"/>
          <a:lstStyle/>
          <a:p>
            <a:pPr algn="ctr">
              <a:defRPr/>
            </a:pPr>
            <a:r>
              <a:rPr lang="en-GB" sz="1200" dirty="0">
                <a:solidFill>
                  <a:schemeClr val="bg1"/>
                </a:solidFill>
                <a:latin typeface="Aptos" panose="020B0004020202020204" pitchFamily="34" charset="0"/>
                <a:ea typeface="ＭＳ Ｐゴシック" pitchFamily="50" charset="-128"/>
              </a:rPr>
              <a:t>Conclusion</a:t>
            </a:r>
          </a:p>
        </p:txBody>
      </p:sp>
    </p:spTree>
    <p:extLst>
      <p:ext uri="{BB962C8B-B14F-4D97-AF65-F5344CB8AC3E}">
        <p14:creationId xmlns:p14="http://schemas.microsoft.com/office/powerpoint/2010/main" val="3328632818"/>
      </p:ext>
    </p:extLst>
  </p:cSld>
  <p:clrMapOvr>
    <a:masterClrMapping/>
  </p:clrMapOvr>
  <p:transition>
    <p:fade/>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dirty="0"/>
              <a:t>Sources leading to</a:t>
            </a:r>
          </a:p>
        </p:txBody>
      </p:sp>
      <p:sp>
        <p:nvSpPr>
          <p:cNvPr id="3" name="Title 2"/>
          <p:cNvSpPr>
            <a:spLocks noGrp="1"/>
          </p:cNvSpPr>
          <p:nvPr>
            <p:ph type="title"/>
          </p:nvPr>
        </p:nvSpPr>
        <p:spPr/>
        <p:txBody>
          <a:bodyPr/>
          <a:lstStyle/>
          <a:p>
            <a:r>
              <a:rPr lang="en-US"/>
              <a:t>Text blocks </a:t>
            </a:r>
            <a:endParaRPr lang="en-US" dirty="0"/>
          </a:p>
        </p:txBody>
      </p:sp>
      <p:grpSp>
        <p:nvGrpSpPr>
          <p:cNvPr id="7" name="Group 6">
            <a:extLst>
              <a:ext uri="{FF2B5EF4-FFF2-40B4-BE49-F238E27FC236}">
                <a16:creationId xmlns:a16="http://schemas.microsoft.com/office/drawing/2014/main" id="{5E4EFDBE-75EF-4291-9BA1-41CAF95B9340}"/>
              </a:ext>
            </a:extLst>
          </p:cNvPr>
          <p:cNvGrpSpPr/>
          <p:nvPr/>
        </p:nvGrpSpPr>
        <p:grpSpPr>
          <a:xfrm>
            <a:off x="828041" y="1696470"/>
            <a:ext cx="8249919" cy="3846299"/>
            <a:chOff x="1900238" y="1608028"/>
            <a:chExt cx="8391525" cy="3912320"/>
          </a:xfrm>
        </p:grpSpPr>
        <p:sp>
          <p:nvSpPr>
            <p:cNvPr id="4" name="Text Placeholder 5"/>
            <p:cNvSpPr txBox="1">
              <a:spLocks/>
            </p:cNvSpPr>
            <p:nvPr>
              <p:custDataLst>
                <p:tags r:id="rId1"/>
              </p:custDataLst>
            </p:nvPr>
          </p:nvSpPr>
          <p:spPr>
            <a:xfrm>
              <a:off x="1900238" y="1608896"/>
              <a:ext cx="3605213" cy="3911452"/>
            </a:xfrm>
            <a:prstGeom prst="homePlate">
              <a:avLst>
                <a:gd name="adj" fmla="val 8173"/>
              </a:avLst>
            </a:prstGeom>
            <a:solidFill>
              <a:sysClr val="window" lastClr="FFFFFF"/>
            </a:solidFill>
            <a:ln w="6350">
              <a:solidFill>
                <a:srgbClr val="BBBCBC"/>
              </a:solidFill>
            </a:ln>
          </p:spPr>
          <p:txBody>
            <a:bodyPr wrap="square" lIns="72231"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200"/>
                </a:spcBef>
                <a:spcAft>
                  <a:spcPts val="200"/>
                </a:spcAft>
                <a:buSzPct val="25000"/>
              </a:pPr>
              <a:r>
                <a:rPr lang="en-US" sz="1200" dirty="0">
                  <a:solidFill>
                    <a:schemeClr val="tx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rPr>
                <a:t>This is a level 1 bullet</a:t>
              </a:r>
            </a:p>
          </p:txBody>
        </p:sp>
        <p:sp>
          <p:nvSpPr>
            <p:cNvPr id="5" name="Text Placeholder 5"/>
            <p:cNvSpPr txBox="1">
              <a:spLocks/>
            </p:cNvSpPr>
            <p:nvPr/>
          </p:nvSpPr>
          <p:spPr>
            <a:xfrm flipH="1">
              <a:off x="6686550" y="1608028"/>
              <a:ext cx="3605213" cy="3911452"/>
            </a:xfrm>
            <a:prstGeom prst="homePlate">
              <a:avLst>
                <a:gd name="adj" fmla="val 8173"/>
              </a:avLst>
            </a:prstGeom>
            <a:solidFill>
              <a:sysClr val="window" lastClr="FFFFFF"/>
            </a:solidFill>
            <a:ln w="6350">
              <a:solidFill>
                <a:srgbClr val="BBBCBC"/>
              </a:solidFill>
            </a:ln>
          </p:spPr>
          <p:txBody>
            <a:bodyPr wrap="square" lIns="222885"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200"/>
                </a:spcBef>
                <a:spcAft>
                  <a:spcPts val="200"/>
                </a:spcAft>
                <a:buSzPct val="25000"/>
              </a:pPr>
              <a:r>
                <a:rPr lang="en-US" sz="1200" dirty="0">
                  <a:solidFill>
                    <a:schemeClr val="tx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tx1"/>
                  </a:solidFill>
                  <a:latin typeface="Aptos" panose="020B0004020202020204" pitchFamily="34" charset="0"/>
                </a:rPr>
                <a:t>This is a level 1 bullet</a:t>
              </a:r>
            </a:p>
          </p:txBody>
        </p:sp>
        <p:sp>
          <p:nvSpPr>
            <p:cNvPr id="6" name="Oval 5"/>
            <p:cNvSpPr>
              <a:spLocks noChangeArrowheads="1"/>
            </p:cNvSpPr>
            <p:nvPr>
              <p:custDataLst>
                <p:tags r:id="rId2"/>
              </p:custDataLst>
            </p:nvPr>
          </p:nvSpPr>
          <p:spPr bwMode="auto">
            <a:xfrm>
              <a:off x="4964087" y="2430541"/>
              <a:ext cx="2263829" cy="2266427"/>
            </a:xfrm>
            <a:prstGeom prst="ellipse">
              <a:avLst/>
            </a:prstGeom>
            <a:solidFill>
              <a:schemeClr val="accent4"/>
            </a:solidFill>
            <a:ln w="6350" algn="ctr">
              <a:noFill/>
              <a:round/>
              <a:headEnd/>
              <a:tailEnd/>
            </a:ln>
          </p:spPr>
          <p:txBody>
            <a:bodyPr lIns="72231" tIns="72231" rIns="72231" bIns="72231" anchor="ctr"/>
            <a:lstStyle/>
            <a:p>
              <a:pPr algn="ctr">
                <a:defRPr/>
              </a:pPr>
              <a:r>
                <a:rPr lang="en-US" sz="1200" kern="0" dirty="0">
                  <a:solidFill>
                    <a:prstClr val="white"/>
                  </a:solidFill>
                  <a:latin typeface="Aptos" panose="020B0004020202020204" pitchFamily="34" charset="0"/>
                  <a:ea typeface="ＭＳ Ｐゴシック" pitchFamily="50" charset="-128"/>
                </a:rPr>
                <a:t>Text</a:t>
              </a:r>
            </a:p>
          </p:txBody>
        </p:sp>
      </p:grpSp>
    </p:spTree>
    <p:extLst>
      <p:ext uri="{BB962C8B-B14F-4D97-AF65-F5344CB8AC3E}">
        <p14:creationId xmlns:p14="http://schemas.microsoft.com/office/powerpoint/2010/main" val="1268066355"/>
      </p:ext>
    </p:extLst>
  </p:cSld>
  <p:clrMapOvr>
    <a:masterClrMapping/>
  </p:clrMapOvr>
  <p:transition>
    <p:fade/>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dirty="0"/>
              <a:t>Gravitating to</a:t>
            </a:r>
          </a:p>
        </p:txBody>
      </p:sp>
      <p:sp>
        <p:nvSpPr>
          <p:cNvPr id="3" name="Title 2"/>
          <p:cNvSpPr>
            <a:spLocks noGrp="1"/>
          </p:cNvSpPr>
          <p:nvPr>
            <p:ph type="title"/>
          </p:nvPr>
        </p:nvSpPr>
        <p:spPr/>
        <p:txBody>
          <a:bodyPr/>
          <a:lstStyle/>
          <a:p>
            <a:r>
              <a:rPr lang="en-US"/>
              <a:t>Text blocks</a:t>
            </a:r>
            <a:endParaRPr lang="en-US" dirty="0"/>
          </a:p>
        </p:txBody>
      </p:sp>
      <p:sp>
        <p:nvSpPr>
          <p:cNvPr id="21" name="Oval 2"/>
          <p:cNvSpPr>
            <a:spLocks noChangeArrowheads="1"/>
          </p:cNvSpPr>
          <p:nvPr/>
        </p:nvSpPr>
        <p:spPr bwMode="auto">
          <a:xfrm>
            <a:off x="4055768" y="3364712"/>
            <a:ext cx="1782564" cy="826789"/>
          </a:xfrm>
          <a:prstGeom prst="ellipse">
            <a:avLst/>
          </a:prstGeom>
          <a:solidFill>
            <a:schemeClr val="accent6"/>
          </a:solidFill>
          <a:ln w="12700">
            <a:noFill/>
            <a:round/>
            <a:headEnd/>
            <a:tailEnd/>
          </a:ln>
        </p:spPr>
        <p:txBody>
          <a:bodyPr lIns="72231" tIns="72231" rIns="72231" bIns="72231" anchor="ctr"/>
          <a:lstStyle/>
          <a:p>
            <a:pPr algn="ctr" defTabSz="775216">
              <a:lnSpc>
                <a:spcPct val="95000"/>
              </a:lnSpc>
              <a:defRPr/>
            </a:pPr>
            <a:r>
              <a:rPr lang="en-US" sz="1400" kern="0" dirty="0">
                <a:solidFill>
                  <a:schemeClr val="bg1"/>
                </a:solidFill>
                <a:latin typeface="Aptos" panose="020B0004020202020204" pitchFamily="34" charset="0"/>
                <a:ea typeface="ＭＳ Ｐゴシック" charset="-128"/>
              </a:rPr>
              <a:t>Title</a:t>
            </a:r>
          </a:p>
        </p:txBody>
      </p:sp>
      <p:sp>
        <p:nvSpPr>
          <p:cNvPr id="22" name="Rectangle 3"/>
          <p:cNvSpPr>
            <a:spLocks noChangeArrowheads="1"/>
          </p:cNvSpPr>
          <p:nvPr/>
        </p:nvSpPr>
        <p:spPr bwMode="auto">
          <a:xfrm>
            <a:off x="4129802" y="4977014"/>
            <a:ext cx="1634490" cy="594360"/>
          </a:xfrm>
          <a:prstGeom prst="rect">
            <a:avLst/>
          </a:prstGeom>
          <a:solidFill>
            <a:schemeClr val="tx1"/>
          </a:solidFill>
          <a:ln w="19050">
            <a:no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3" name="Rectangle 4"/>
          <p:cNvSpPr>
            <a:spLocks noChangeArrowheads="1"/>
          </p:cNvSpPr>
          <p:nvPr/>
        </p:nvSpPr>
        <p:spPr bwMode="auto">
          <a:xfrm>
            <a:off x="6354446" y="2622791"/>
            <a:ext cx="1634490" cy="594360"/>
          </a:xfrm>
          <a:prstGeom prst="rect">
            <a:avLst/>
          </a:prstGeom>
          <a:solidFill>
            <a:schemeClr val="tx1"/>
          </a:solidFill>
          <a:ln w="19050" algn="ctr">
            <a:no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4" name="Rectangle 5"/>
          <p:cNvSpPr>
            <a:spLocks noChangeArrowheads="1"/>
          </p:cNvSpPr>
          <p:nvPr/>
        </p:nvSpPr>
        <p:spPr bwMode="auto">
          <a:xfrm>
            <a:off x="6340697" y="3483376"/>
            <a:ext cx="1634490" cy="594360"/>
          </a:xfrm>
          <a:prstGeom prst="rect">
            <a:avLst/>
          </a:prstGeom>
          <a:solidFill>
            <a:schemeClr val="tx1"/>
          </a:solidFill>
          <a:ln w="19050">
            <a:no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5" name="Rectangle 6"/>
          <p:cNvSpPr>
            <a:spLocks noChangeArrowheads="1"/>
          </p:cNvSpPr>
          <p:nvPr/>
        </p:nvSpPr>
        <p:spPr bwMode="auto">
          <a:xfrm>
            <a:off x="1919113" y="4440440"/>
            <a:ext cx="1634490" cy="594360"/>
          </a:xfrm>
          <a:prstGeom prst="rect">
            <a:avLst/>
          </a:prstGeom>
          <a:solidFill>
            <a:schemeClr val="tx1"/>
          </a:solidFill>
          <a:ln w="19050">
            <a:no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6" name="Rectangle 7"/>
          <p:cNvSpPr>
            <a:spLocks noChangeArrowheads="1"/>
          </p:cNvSpPr>
          <p:nvPr/>
        </p:nvSpPr>
        <p:spPr bwMode="auto">
          <a:xfrm>
            <a:off x="6340697" y="4440440"/>
            <a:ext cx="1634490" cy="594360"/>
          </a:xfrm>
          <a:prstGeom prst="rect">
            <a:avLst/>
          </a:prstGeom>
          <a:solidFill>
            <a:schemeClr val="tx1"/>
          </a:solidFill>
          <a:ln w="19050">
            <a:no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7" name="Rectangle 8"/>
          <p:cNvSpPr>
            <a:spLocks noChangeArrowheads="1"/>
          </p:cNvSpPr>
          <p:nvPr/>
        </p:nvSpPr>
        <p:spPr bwMode="auto">
          <a:xfrm>
            <a:off x="4129802" y="1985867"/>
            <a:ext cx="1634490" cy="594360"/>
          </a:xfrm>
          <a:prstGeom prst="rect">
            <a:avLst/>
          </a:prstGeom>
          <a:solidFill>
            <a:schemeClr val="tx1"/>
          </a:solidFill>
          <a:ln w="19050">
            <a:no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8" name="Rectangle 9"/>
          <p:cNvSpPr>
            <a:spLocks noChangeArrowheads="1"/>
          </p:cNvSpPr>
          <p:nvPr/>
        </p:nvSpPr>
        <p:spPr bwMode="auto">
          <a:xfrm>
            <a:off x="1919113" y="3483376"/>
            <a:ext cx="1634490" cy="594360"/>
          </a:xfrm>
          <a:prstGeom prst="rect">
            <a:avLst/>
          </a:prstGeom>
          <a:solidFill>
            <a:schemeClr val="tx1"/>
          </a:solidFill>
          <a:ln w="19050">
            <a:no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9" name="Rectangle 10"/>
          <p:cNvSpPr>
            <a:spLocks noChangeArrowheads="1"/>
          </p:cNvSpPr>
          <p:nvPr/>
        </p:nvSpPr>
        <p:spPr bwMode="auto">
          <a:xfrm>
            <a:off x="1919113" y="2585644"/>
            <a:ext cx="1634490" cy="594360"/>
          </a:xfrm>
          <a:prstGeom prst="rect">
            <a:avLst/>
          </a:prstGeom>
          <a:solidFill>
            <a:schemeClr val="tx1"/>
          </a:solidFill>
          <a:ln w="19050">
            <a:no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cxnSp>
        <p:nvCxnSpPr>
          <p:cNvPr id="30" name="AutoShape 11"/>
          <p:cNvCxnSpPr>
            <a:cxnSpLocks noChangeShapeType="1"/>
            <a:stCxn id="29" idx="3"/>
            <a:endCxn id="21" idx="1"/>
          </p:cNvCxnSpPr>
          <p:nvPr/>
        </p:nvCxnSpPr>
        <p:spPr bwMode="auto">
          <a:xfrm>
            <a:off x="3553606" y="2882827"/>
            <a:ext cx="763213" cy="602967"/>
          </a:xfrm>
          <a:prstGeom prst="curvedConnector2">
            <a:avLst/>
          </a:prstGeom>
          <a:noFill/>
          <a:ln w="6350">
            <a:solidFill>
              <a:srgbClr val="BBBCBC"/>
            </a:solidFill>
            <a:round/>
            <a:headEnd/>
            <a:tailEnd type="triangle" w="med" len="med"/>
          </a:ln>
        </p:spPr>
      </p:cxnSp>
      <p:cxnSp>
        <p:nvCxnSpPr>
          <p:cNvPr id="31" name="AutoShape 12"/>
          <p:cNvCxnSpPr>
            <a:cxnSpLocks noChangeShapeType="1"/>
            <a:stCxn id="25" idx="3"/>
            <a:endCxn id="21" idx="3"/>
          </p:cNvCxnSpPr>
          <p:nvPr/>
        </p:nvCxnSpPr>
        <p:spPr bwMode="auto">
          <a:xfrm flipV="1">
            <a:off x="3553606" y="4070420"/>
            <a:ext cx="763213" cy="667201"/>
          </a:xfrm>
          <a:prstGeom prst="curvedConnector2">
            <a:avLst/>
          </a:prstGeom>
          <a:noFill/>
          <a:ln w="6350">
            <a:solidFill>
              <a:srgbClr val="BBBCBC"/>
            </a:solidFill>
            <a:round/>
            <a:headEnd/>
            <a:tailEnd type="triangle" w="med" len="med"/>
          </a:ln>
        </p:spPr>
      </p:cxnSp>
      <p:cxnSp>
        <p:nvCxnSpPr>
          <p:cNvPr id="32" name="AutoShape 13"/>
          <p:cNvCxnSpPr>
            <a:cxnSpLocks noChangeShapeType="1"/>
            <a:stCxn id="26" idx="1"/>
            <a:endCxn id="21" idx="5"/>
          </p:cNvCxnSpPr>
          <p:nvPr/>
        </p:nvCxnSpPr>
        <p:spPr bwMode="auto">
          <a:xfrm rot="10800000">
            <a:off x="5577281" y="4070420"/>
            <a:ext cx="763419" cy="667201"/>
          </a:xfrm>
          <a:prstGeom prst="curvedConnector2">
            <a:avLst/>
          </a:prstGeom>
          <a:noFill/>
          <a:ln w="6350">
            <a:solidFill>
              <a:srgbClr val="BBBCBC"/>
            </a:solidFill>
            <a:round/>
            <a:headEnd/>
            <a:tailEnd type="triangle" w="med" len="med"/>
          </a:ln>
        </p:spPr>
      </p:cxnSp>
      <p:cxnSp>
        <p:nvCxnSpPr>
          <p:cNvPr id="33" name="AutoShape 14"/>
          <p:cNvCxnSpPr>
            <a:cxnSpLocks noChangeShapeType="1"/>
            <a:stCxn id="23" idx="1"/>
            <a:endCxn id="21" idx="7"/>
          </p:cNvCxnSpPr>
          <p:nvPr/>
        </p:nvCxnSpPr>
        <p:spPr bwMode="auto">
          <a:xfrm rot="10800000" flipV="1">
            <a:off x="5577284" y="2919971"/>
            <a:ext cx="777167" cy="565820"/>
          </a:xfrm>
          <a:prstGeom prst="curvedConnector2">
            <a:avLst/>
          </a:prstGeom>
          <a:noFill/>
          <a:ln w="6350">
            <a:solidFill>
              <a:srgbClr val="BBBCBC"/>
            </a:solidFill>
            <a:round/>
            <a:headEnd/>
            <a:tailEnd type="triangle" w="med" len="med"/>
          </a:ln>
        </p:spPr>
      </p:cxnSp>
      <p:cxnSp>
        <p:nvCxnSpPr>
          <p:cNvPr id="34" name="AutoShape 15"/>
          <p:cNvCxnSpPr>
            <a:cxnSpLocks noChangeShapeType="1"/>
            <a:stCxn id="27" idx="2"/>
            <a:endCxn id="21" idx="0"/>
          </p:cNvCxnSpPr>
          <p:nvPr/>
        </p:nvCxnSpPr>
        <p:spPr bwMode="auto">
          <a:xfrm>
            <a:off x="4947050" y="2580228"/>
            <a:ext cx="1" cy="784483"/>
          </a:xfrm>
          <a:prstGeom prst="straightConnector1">
            <a:avLst/>
          </a:prstGeom>
          <a:noFill/>
          <a:ln w="6350">
            <a:solidFill>
              <a:srgbClr val="BBBCBC"/>
            </a:solidFill>
            <a:round/>
            <a:headEnd/>
            <a:tailEnd type="triangle" w="med" len="med"/>
          </a:ln>
        </p:spPr>
      </p:cxnSp>
      <p:cxnSp>
        <p:nvCxnSpPr>
          <p:cNvPr id="35" name="AutoShape 16"/>
          <p:cNvCxnSpPr>
            <a:cxnSpLocks noChangeShapeType="1"/>
            <a:stCxn id="22" idx="0"/>
            <a:endCxn id="21" idx="4"/>
          </p:cNvCxnSpPr>
          <p:nvPr/>
        </p:nvCxnSpPr>
        <p:spPr bwMode="auto">
          <a:xfrm flipV="1">
            <a:off x="4947050" y="4191501"/>
            <a:ext cx="1" cy="785514"/>
          </a:xfrm>
          <a:prstGeom prst="straightConnector1">
            <a:avLst/>
          </a:prstGeom>
          <a:noFill/>
          <a:ln w="6350">
            <a:solidFill>
              <a:srgbClr val="BBBCBC"/>
            </a:solidFill>
            <a:round/>
            <a:headEnd/>
            <a:tailEnd type="triangle" w="med" len="med"/>
          </a:ln>
        </p:spPr>
      </p:cxnSp>
      <p:cxnSp>
        <p:nvCxnSpPr>
          <p:cNvPr id="36" name="AutoShape 17"/>
          <p:cNvCxnSpPr>
            <a:cxnSpLocks noChangeShapeType="1"/>
            <a:stCxn id="28" idx="3"/>
            <a:endCxn id="21" idx="2"/>
          </p:cNvCxnSpPr>
          <p:nvPr/>
        </p:nvCxnSpPr>
        <p:spPr bwMode="auto">
          <a:xfrm flipV="1">
            <a:off x="3553603" y="3778107"/>
            <a:ext cx="502162" cy="2451"/>
          </a:xfrm>
          <a:prstGeom prst="straightConnector1">
            <a:avLst/>
          </a:prstGeom>
          <a:noFill/>
          <a:ln w="6350">
            <a:solidFill>
              <a:srgbClr val="BBBCBC"/>
            </a:solidFill>
            <a:round/>
            <a:headEnd/>
            <a:tailEnd type="triangle" w="med" len="med"/>
          </a:ln>
        </p:spPr>
      </p:cxnSp>
      <p:cxnSp>
        <p:nvCxnSpPr>
          <p:cNvPr id="37" name="AutoShape 18"/>
          <p:cNvCxnSpPr>
            <a:cxnSpLocks noChangeShapeType="1"/>
            <a:stCxn id="24" idx="1"/>
            <a:endCxn id="21" idx="6"/>
          </p:cNvCxnSpPr>
          <p:nvPr/>
        </p:nvCxnSpPr>
        <p:spPr bwMode="auto">
          <a:xfrm flipH="1" flipV="1">
            <a:off x="5838332" y="3778107"/>
            <a:ext cx="502368" cy="2451"/>
          </a:xfrm>
          <a:prstGeom prst="straightConnector1">
            <a:avLst/>
          </a:prstGeom>
          <a:noFill/>
          <a:ln w="6350">
            <a:solidFill>
              <a:srgbClr val="BBBCBC"/>
            </a:solidFill>
            <a:round/>
            <a:headEnd/>
            <a:tailEnd type="triangle" w="med" len="med"/>
          </a:ln>
        </p:spPr>
      </p:cxnSp>
    </p:spTree>
    <p:extLst>
      <p:ext uri="{BB962C8B-B14F-4D97-AF65-F5344CB8AC3E}">
        <p14:creationId xmlns:p14="http://schemas.microsoft.com/office/powerpoint/2010/main" val="2194335252"/>
      </p:ext>
    </p:extLst>
  </p:cSld>
  <p:clrMapOvr>
    <a:masterClrMapping/>
  </p:clrMapOvr>
  <p:transition>
    <p:fade/>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dirty="0"/>
              <a:t>Gravitating to</a:t>
            </a:r>
          </a:p>
        </p:txBody>
      </p:sp>
      <p:sp>
        <p:nvSpPr>
          <p:cNvPr id="3" name="Title 2"/>
          <p:cNvSpPr>
            <a:spLocks noGrp="1"/>
          </p:cNvSpPr>
          <p:nvPr>
            <p:ph type="title"/>
          </p:nvPr>
        </p:nvSpPr>
        <p:spPr/>
        <p:txBody>
          <a:bodyPr/>
          <a:lstStyle/>
          <a:p>
            <a:r>
              <a:rPr lang="en-US"/>
              <a:t>Text blocks on solid background</a:t>
            </a:r>
            <a:endParaRPr lang="en-US" dirty="0"/>
          </a:p>
        </p:txBody>
      </p:sp>
      <p:sp>
        <p:nvSpPr>
          <p:cNvPr id="21" name="Oval 2"/>
          <p:cNvSpPr>
            <a:spLocks noChangeArrowheads="1"/>
          </p:cNvSpPr>
          <p:nvPr/>
        </p:nvSpPr>
        <p:spPr bwMode="auto">
          <a:xfrm>
            <a:off x="4055768" y="3354940"/>
            <a:ext cx="1782564" cy="826789"/>
          </a:xfrm>
          <a:prstGeom prst="ellipse">
            <a:avLst/>
          </a:prstGeom>
          <a:solidFill>
            <a:schemeClr val="accent3"/>
          </a:solidFill>
          <a:ln w="12700">
            <a:noFill/>
            <a:round/>
            <a:headEnd/>
            <a:tailEnd/>
          </a:ln>
        </p:spPr>
        <p:txBody>
          <a:bodyPr lIns="72231" tIns="72231" rIns="72231" bIns="72231" anchor="ctr"/>
          <a:lstStyle/>
          <a:p>
            <a:pPr algn="ctr" defTabSz="775216">
              <a:lnSpc>
                <a:spcPct val="95000"/>
              </a:lnSpc>
              <a:defRPr/>
            </a:pPr>
            <a:r>
              <a:rPr lang="en-US" sz="1400" kern="0" dirty="0">
                <a:latin typeface="Aptos" panose="020B0004020202020204" pitchFamily="34" charset="0"/>
                <a:ea typeface="ＭＳ Ｐゴシック" charset="-128"/>
              </a:rPr>
              <a:t>Title</a:t>
            </a:r>
          </a:p>
        </p:txBody>
      </p:sp>
      <p:sp>
        <p:nvSpPr>
          <p:cNvPr id="22" name="Rectangle 3"/>
          <p:cNvSpPr>
            <a:spLocks noChangeArrowheads="1"/>
          </p:cNvSpPr>
          <p:nvPr/>
        </p:nvSpPr>
        <p:spPr bwMode="auto">
          <a:xfrm>
            <a:off x="4129802" y="4967242"/>
            <a:ext cx="1634490" cy="594360"/>
          </a:xfrm>
          <a:prstGeom prst="rect">
            <a:avLst/>
          </a:prstGeom>
          <a:noFill/>
          <a:ln w="19050">
            <a:solidFill>
              <a:schemeClr val="tx1"/>
            </a:solid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3" name="Rectangle 4"/>
          <p:cNvSpPr>
            <a:spLocks noChangeArrowheads="1"/>
          </p:cNvSpPr>
          <p:nvPr/>
        </p:nvSpPr>
        <p:spPr bwMode="auto">
          <a:xfrm>
            <a:off x="6354446" y="2613019"/>
            <a:ext cx="1634490" cy="594360"/>
          </a:xfrm>
          <a:prstGeom prst="rect">
            <a:avLst/>
          </a:prstGeom>
          <a:noFill/>
          <a:ln w="19050" algn="ctr">
            <a:solidFill>
              <a:schemeClr val="tx1"/>
            </a:solid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4" name="Rectangle 5"/>
          <p:cNvSpPr>
            <a:spLocks noChangeArrowheads="1"/>
          </p:cNvSpPr>
          <p:nvPr/>
        </p:nvSpPr>
        <p:spPr bwMode="auto">
          <a:xfrm>
            <a:off x="6340697" y="3473604"/>
            <a:ext cx="1634490" cy="594360"/>
          </a:xfrm>
          <a:prstGeom prst="rect">
            <a:avLst/>
          </a:prstGeom>
          <a:noFill/>
          <a:ln w="19050">
            <a:solidFill>
              <a:schemeClr val="tx1"/>
            </a:solid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5" name="Rectangle 6"/>
          <p:cNvSpPr>
            <a:spLocks noChangeArrowheads="1"/>
          </p:cNvSpPr>
          <p:nvPr/>
        </p:nvSpPr>
        <p:spPr bwMode="auto">
          <a:xfrm>
            <a:off x="1919113" y="4430668"/>
            <a:ext cx="1634490" cy="594360"/>
          </a:xfrm>
          <a:prstGeom prst="rect">
            <a:avLst/>
          </a:prstGeom>
          <a:noFill/>
          <a:ln w="19050">
            <a:solidFill>
              <a:schemeClr val="tx1"/>
            </a:solid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6" name="Rectangle 7"/>
          <p:cNvSpPr>
            <a:spLocks noChangeArrowheads="1"/>
          </p:cNvSpPr>
          <p:nvPr/>
        </p:nvSpPr>
        <p:spPr bwMode="auto">
          <a:xfrm>
            <a:off x="6340697" y="4430668"/>
            <a:ext cx="1634490" cy="594360"/>
          </a:xfrm>
          <a:prstGeom prst="rect">
            <a:avLst/>
          </a:prstGeom>
          <a:noFill/>
          <a:ln w="19050">
            <a:solidFill>
              <a:schemeClr val="tx1"/>
            </a:solid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7" name="Rectangle 8"/>
          <p:cNvSpPr>
            <a:spLocks noChangeArrowheads="1"/>
          </p:cNvSpPr>
          <p:nvPr/>
        </p:nvSpPr>
        <p:spPr bwMode="auto">
          <a:xfrm>
            <a:off x="4129802" y="1976095"/>
            <a:ext cx="1634490" cy="594360"/>
          </a:xfrm>
          <a:prstGeom prst="rect">
            <a:avLst/>
          </a:prstGeom>
          <a:noFill/>
          <a:ln w="19050">
            <a:solidFill>
              <a:schemeClr val="tx1"/>
            </a:solid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8" name="Rectangle 9"/>
          <p:cNvSpPr>
            <a:spLocks noChangeArrowheads="1"/>
          </p:cNvSpPr>
          <p:nvPr/>
        </p:nvSpPr>
        <p:spPr bwMode="auto">
          <a:xfrm>
            <a:off x="1919113" y="3473604"/>
            <a:ext cx="1634490" cy="594360"/>
          </a:xfrm>
          <a:prstGeom prst="rect">
            <a:avLst/>
          </a:prstGeom>
          <a:noFill/>
          <a:ln w="19050">
            <a:solidFill>
              <a:schemeClr val="tx1"/>
            </a:solid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sp>
        <p:nvSpPr>
          <p:cNvPr id="29" name="Rectangle 10"/>
          <p:cNvSpPr>
            <a:spLocks noChangeArrowheads="1"/>
          </p:cNvSpPr>
          <p:nvPr/>
        </p:nvSpPr>
        <p:spPr bwMode="auto">
          <a:xfrm>
            <a:off x="1919113" y="2575872"/>
            <a:ext cx="1634490" cy="594360"/>
          </a:xfrm>
          <a:prstGeom prst="rect">
            <a:avLst/>
          </a:prstGeom>
          <a:noFill/>
          <a:ln w="19050">
            <a:solidFill>
              <a:schemeClr val="tx1"/>
            </a:solidFill>
            <a:miter lim="800000"/>
            <a:headEnd/>
            <a:tailEnd/>
          </a:ln>
        </p:spPr>
        <p:txBody>
          <a:bodyPr lIns="72231" tIns="72231" rIns="72231" bIns="72231" anchor="ctr"/>
          <a:lstStyle/>
          <a:p>
            <a:pPr algn="ctr" defTabSz="775216">
              <a:lnSpc>
                <a:spcPct val="95000"/>
              </a:lnSpc>
              <a:defRPr/>
            </a:pPr>
            <a:r>
              <a:rPr lang="en-US" sz="1400" kern="0" dirty="0">
                <a:solidFill>
                  <a:prstClr val="white"/>
                </a:solidFill>
                <a:latin typeface="Aptos" panose="020B0004020202020204" pitchFamily="34" charset="0"/>
                <a:ea typeface="ＭＳ Ｐゴシック" pitchFamily="50" charset="-128"/>
              </a:rPr>
              <a:t>Text</a:t>
            </a:r>
          </a:p>
        </p:txBody>
      </p:sp>
      <p:cxnSp>
        <p:nvCxnSpPr>
          <p:cNvPr id="30" name="AutoShape 11"/>
          <p:cNvCxnSpPr>
            <a:cxnSpLocks noChangeShapeType="1"/>
            <a:stCxn id="29" idx="3"/>
            <a:endCxn id="21" idx="1"/>
          </p:cNvCxnSpPr>
          <p:nvPr/>
        </p:nvCxnSpPr>
        <p:spPr bwMode="auto">
          <a:xfrm>
            <a:off x="3553606" y="2873055"/>
            <a:ext cx="763213" cy="602967"/>
          </a:xfrm>
          <a:prstGeom prst="curvedConnector2">
            <a:avLst/>
          </a:prstGeom>
          <a:noFill/>
          <a:ln w="6350">
            <a:solidFill>
              <a:schemeClr val="tx1"/>
            </a:solidFill>
            <a:round/>
            <a:headEnd/>
            <a:tailEnd type="triangle" w="med" len="med"/>
          </a:ln>
        </p:spPr>
      </p:cxnSp>
      <p:cxnSp>
        <p:nvCxnSpPr>
          <p:cNvPr id="31" name="AutoShape 12"/>
          <p:cNvCxnSpPr>
            <a:cxnSpLocks noChangeShapeType="1"/>
            <a:stCxn id="25" idx="3"/>
            <a:endCxn id="21" idx="3"/>
          </p:cNvCxnSpPr>
          <p:nvPr/>
        </p:nvCxnSpPr>
        <p:spPr bwMode="auto">
          <a:xfrm flipV="1">
            <a:off x="3553606" y="4060648"/>
            <a:ext cx="763213" cy="667201"/>
          </a:xfrm>
          <a:prstGeom prst="curvedConnector2">
            <a:avLst/>
          </a:prstGeom>
          <a:noFill/>
          <a:ln w="6350">
            <a:solidFill>
              <a:schemeClr val="tx1"/>
            </a:solidFill>
            <a:round/>
            <a:headEnd/>
            <a:tailEnd type="triangle" w="med" len="med"/>
          </a:ln>
        </p:spPr>
      </p:cxnSp>
      <p:cxnSp>
        <p:nvCxnSpPr>
          <p:cNvPr id="32" name="AutoShape 13"/>
          <p:cNvCxnSpPr>
            <a:cxnSpLocks noChangeShapeType="1"/>
            <a:stCxn id="26" idx="1"/>
            <a:endCxn id="21" idx="5"/>
          </p:cNvCxnSpPr>
          <p:nvPr/>
        </p:nvCxnSpPr>
        <p:spPr bwMode="auto">
          <a:xfrm rot="10800000">
            <a:off x="5577281" y="4060648"/>
            <a:ext cx="763419" cy="667201"/>
          </a:xfrm>
          <a:prstGeom prst="curvedConnector2">
            <a:avLst/>
          </a:prstGeom>
          <a:noFill/>
          <a:ln w="6350">
            <a:solidFill>
              <a:schemeClr val="tx1"/>
            </a:solidFill>
            <a:round/>
            <a:headEnd/>
            <a:tailEnd type="triangle" w="med" len="med"/>
          </a:ln>
        </p:spPr>
      </p:cxnSp>
      <p:cxnSp>
        <p:nvCxnSpPr>
          <p:cNvPr id="33" name="AutoShape 14"/>
          <p:cNvCxnSpPr>
            <a:cxnSpLocks noChangeShapeType="1"/>
            <a:stCxn id="23" idx="1"/>
            <a:endCxn id="21" idx="7"/>
          </p:cNvCxnSpPr>
          <p:nvPr/>
        </p:nvCxnSpPr>
        <p:spPr bwMode="auto">
          <a:xfrm rot="10800000" flipV="1">
            <a:off x="5577284" y="2910199"/>
            <a:ext cx="777167" cy="565820"/>
          </a:xfrm>
          <a:prstGeom prst="curvedConnector2">
            <a:avLst/>
          </a:prstGeom>
          <a:noFill/>
          <a:ln w="6350">
            <a:solidFill>
              <a:schemeClr val="tx1"/>
            </a:solidFill>
            <a:round/>
            <a:headEnd/>
            <a:tailEnd type="triangle" w="med" len="med"/>
          </a:ln>
        </p:spPr>
      </p:cxnSp>
      <p:cxnSp>
        <p:nvCxnSpPr>
          <p:cNvPr id="34" name="AutoShape 15"/>
          <p:cNvCxnSpPr>
            <a:cxnSpLocks noChangeShapeType="1"/>
            <a:stCxn id="27" idx="2"/>
            <a:endCxn id="21" idx="0"/>
          </p:cNvCxnSpPr>
          <p:nvPr/>
        </p:nvCxnSpPr>
        <p:spPr bwMode="auto">
          <a:xfrm>
            <a:off x="4947050" y="2570456"/>
            <a:ext cx="1" cy="784483"/>
          </a:xfrm>
          <a:prstGeom prst="straightConnector1">
            <a:avLst/>
          </a:prstGeom>
          <a:noFill/>
          <a:ln w="6350">
            <a:solidFill>
              <a:schemeClr val="tx1"/>
            </a:solidFill>
            <a:round/>
            <a:headEnd/>
            <a:tailEnd type="triangle" w="med" len="med"/>
          </a:ln>
        </p:spPr>
      </p:cxnSp>
      <p:cxnSp>
        <p:nvCxnSpPr>
          <p:cNvPr id="35" name="AutoShape 16"/>
          <p:cNvCxnSpPr>
            <a:cxnSpLocks noChangeShapeType="1"/>
            <a:stCxn id="22" idx="0"/>
            <a:endCxn id="21" idx="4"/>
          </p:cNvCxnSpPr>
          <p:nvPr/>
        </p:nvCxnSpPr>
        <p:spPr bwMode="auto">
          <a:xfrm flipV="1">
            <a:off x="4947050" y="4181729"/>
            <a:ext cx="1" cy="785514"/>
          </a:xfrm>
          <a:prstGeom prst="straightConnector1">
            <a:avLst/>
          </a:prstGeom>
          <a:noFill/>
          <a:ln w="6350">
            <a:solidFill>
              <a:schemeClr val="tx1"/>
            </a:solidFill>
            <a:round/>
            <a:headEnd/>
            <a:tailEnd type="triangle" w="med" len="med"/>
          </a:ln>
        </p:spPr>
      </p:cxnSp>
      <p:cxnSp>
        <p:nvCxnSpPr>
          <p:cNvPr id="36" name="AutoShape 17"/>
          <p:cNvCxnSpPr>
            <a:cxnSpLocks noChangeShapeType="1"/>
            <a:stCxn id="28" idx="3"/>
            <a:endCxn id="21" idx="2"/>
          </p:cNvCxnSpPr>
          <p:nvPr/>
        </p:nvCxnSpPr>
        <p:spPr bwMode="auto">
          <a:xfrm flipV="1">
            <a:off x="3553603" y="3768336"/>
            <a:ext cx="502162" cy="2451"/>
          </a:xfrm>
          <a:prstGeom prst="straightConnector1">
            <a:avLst/>
          </a:prstGeom>
          <a:noFill/>
          <a:ln w="6350">
            <a:solidFill>
              <a:schemeClr val="tx1"/>
            </a:solidFill>
            <a:round/>
            <a:headEnd/>
            <a:tailEnd type="triangle" w="med" len="med"/>
          </a:ln>
        </p:spPr>
      </p:cxnSp>
      <p:cxnSp>
        <p:nvCxnSpPr>
          <p:cNvPr id="37" name="AutoShape 18"/>
          <p:cNvCxnSpPr>
            <a:cxnSpLocks noChangeShapeType="1"/>
            <a:stCxn id="24" idx="1"/>
            <a:endCxn id="21" idx="6"/>
          </p:cNvCxnSpPr>
          <p:nvPr/>
        </p:nvCxnSpPr>
        <p:spPr bwMode="auto">
          <a:xfrm flipH="1" flipV="1">
            <a:off x="5838332" y="3768336"/>
            <a:ext cx="502368" cy="2451"/>
          </a:xfrm>
          <a:prstGeom prst="straightConnector1">
            <a:avLst/>
          </a:prstGeom>
          <a:noFill/>
          <a:ln w="6350">
            <a:solidFill>
              <a:schemeClr val="tx1"/>
            </a:solidFill>
            <a:round/>
            <a:headEnd/>
            <a:tailEnd type="triangle" w="med" len="med"/>
          </a:ln>
        </p:spPr>
      </p:cxnSp>
    </p:spTree>
    <p:extLst>
      <p:ext uri="{BB962C8B-B14F-4D97-AF65-F5344CB8AC3E}">
        <p14:creationId xmlns:p14="http://schemas.microsoft.com/office/powerpoint/2010/main" val="1528781611"/>
      </p:ext>
    </p:extLst>
  </p:cSld>
  <p:clrMapOvr>
    <a:masterClrMapping/>
  </p:clrMapOvr>
  <p:transition>
    <p:fade/>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3D39F352-7110-4ADC-885D-9CAC4AEF6FC0}"/>
              </a:ext>
            </a:extLst>
          </p:cNvPr>
          <p:cNvSpPr>
            <a:spLocks noGrp="1"/>
          </p:cNvSpPr>
          <p:nvPr>
            <p:ph idx="1"/>
          </p:nvPr>
        </p:nvSpPr>
        <p:spPr>
          <a:prstGeom prst="rect">
            <a:avLst/>
          </a:prstGeom>
        </p:spPr>
        <p:txBody>
          <a:bodyPr/>
          <a:lstStyle/>
          <a:p>
            <a:r>
              <a:rPr lang="en-US" dirty="0"/>
              <a:t>Title</a:t>
            </a:r>
          </a:p>
        </p:txBody>
      </p:sp>
      <p:sp>
        <p:nvSpPr>
          <p:cNvPr id="276484" name="Title 1"/>
          <p:cNvSpPr>
            <a:spLocks noGrp="1"/>
          </p:cNvSpPr>
          <p:nvPr>
            <p:ph type="title"/>
          </p:nvPr>
        </p:nvSpPr>
        <p:spPr/>
        <p:txBody>
          <a:bodyPr/>
          <a:lstStyle/>
          <a:p>
            <a:r>
              <a:rPr lang="en-US"/>
              <a:t>Steps</a:t>
            </a:r>
            <a:endParaRPr lang="en-US" dirty="0"/>
          </a:p>
        </p:txBody>
      </p:sp>
      <p:sp>
        <p:nvSpPr>
          <p:cNvPr id="5" name="Text Placeholder 4"/>
          <p:cNvSpPr>
            <a:spLocks noGrp="1"/>
          </p:cNvSpPr>
          <p:nvPr>
            <p:ph type="body" sz="quarter" idx="13"/>
          </p:nvPr>
        </p:nvSpPr>
        <p:spPr/>
        <p:txBody>
          <a:bodyPr/>
          <a:lstStyle/>
          <a:p>
            <a:r>
              <a:rPr lang="en-US"/>
              <a:t>Three</a:t>
            </a:r>
            <a:endParaRPr lang="en-US" dirty="0"/>
          </a:p>
        </p:txBody>
      </p:sp>
      <p:grpSp>
        <p:nvGrpSpPr>
          <p:cNvPr id="2" name="Group 1">
            <a:extLst>
              <a:ext uri="{FF2B5EF4-FFF2-40B4-BE49-F238E27FC236}">
                <a16:creationId xmlns:a16="http://schemas.microsoft.com/office/drawing/2014/main" id="{BC7DBD18-380C-4516-B921-1B01EE667F23}"/>
              </a:ext>
            </a:extLst>
          </p:cNvPr>
          <p:cNvGrpSpPr/>
          <p:nvPr/>
        </p:nvGrpSpPr>
        <p:grpSpPr>
          <a:xfrm>
            <a:off x="429002" y="2464199"/>
            <a:ext cx="9047999" cy="2077272"/>
            <a:chOff x="1900238" y="2241550"/>
            <a:chExt cx="8388350" cy="2556642"/>
          </a:xfrm>
        </p:grpSpPr>
        <p:sp>
          <p:nvSpPr>
            <p:cNvPr id="18" name="TextBox 17"/>
            <p:cNvSpPr txBox="1"/>
            <p:nvPr/>
          </p:nvSpPr>
          <p:spPr>
            <a:xfrm>
              <a:off x="2017776" y="4280496"/>
              <a:ext cx="265176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solidFill>
                    <a:schemeClr val="bg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rPr>
                <a:t>This is a level 1 bullet</a:t>
              </a:r>
            </a:p>
          </p:txBody>
        </p:sp>
        <p:sp>
          <p:nvSpPr>
            <p:cNvPr id="276488" name="Rectangle 3"/>
            <p:cNvSpPr>
              <a:spLocks noChangeArrowheads="1"/>
            </p:cNvSpPr>
            <p:nvPr/>
          </p:nvSpPr>
          <p:spPr bwMode="auto">
            <a:xfrm>
              <a:off x="2017776" y="3975101"/>
              <a:ext cx="265176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ea typeface="ＭＳ Ｐゴシック" charset="-128"/>
                </a:rPr>
                <a:t>Step 1</a:t>
              </a:r>
            </a:p>
          </p:txBody>
        </p:sp>
        <p:sp>
          <p:nvSpPr>
            <p:cNvPr id="276489" name="Rectangle 4"/>
            <p:cNvSpPr>
              <a:spLocks noChangeArrowheads="1"/>
            </p:cNvSpPr>
            <p:nvPr/>
          </p:nvSpPr>
          <p:spPr bwMode="auto">
            <a:xfrm>
              <a:off x="4813300" y="3167064"/>
              <a:ext cx="265176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ea typeface="ＭＳ Ｐゴシック" charset="-128"/>
                </a:rPr>
                <a:t>Step 2</a:t>
              </a:r>
            </a:p>
          </p:txBody>
        </p:sp>
        <p:sp>
          <p:nvSpPr>
            <p:cNvPr id="6" name="Freeform 5"/>
            <p:cNvSpPr>
              <a:spLocks/>
            </p:cNvSpPr>
            <p:nvPr/>
          </p:nvSpPr>
          <p:spPr bwMode="auto">
            <a:xfrm>
              <a:off x="1900238" y="2241550"/>
              <a:ext cx="8388350" cy="2433638"/>
            </a:xfrm>
            <a:custGeom>
              <a:avLst/>
              <a:gdLst>
                <a:gd name="T0" fmla="*/ 0 w 5281"/>
                <a:gd name="T1" fmla="*/ 2147483647 h 1635"/>
                <a:gd name="T2" fmla="*/ 0 w 5281"/>
                <a:gd name="T3" fmla="*/ 2147483647 h 1635"/>
                <a:gd name="T4" fmla="*/ 2147483647 w 5281"/>
                <a:gd name="T5" fmla="*/ 2147483647 h 1635"/>
                <a:gd name="T6" fmla="*/ 2147483647 w 5281"/>
                <a:gd name="T7" fmla="*/ 2147483647 h 1635"/>
                <a:gd name="T8" fmla="*/ 2147483647 w 5281"/>
                <a:gd name="T9" fmla="*/ 2147483647 h 1635"/>
                <a:gd name="T10" fmla="*/ 2147483647 w 5281"/>
                <a:gd name="T11" fmla="*/ 0 h 1635"/>
                <a:gd name="T12" fmla="*/ 2147483647 w 5281"/>
                <a:gd name="T13" fmla="*/ 0 h 1635"/>
                <a:gd name="T14" fmla="*/ 0 60000 65536"/>
                <a:gd name="T15" fmla="*/ 0 60000 65536"/>
                <a:gd name="T16" fmla="*/ 0 60000 65536"/>
                <a:gd name="T17" fmla="*/ 0 60000 65536"/>
                <a:gd name="T18" fmla="*/ 0 60000 65536"/>
                <a:gd name="T19" fmla="*/ 0 60000 65536"/>
                <a:gd name="T20" fmla="*/ 0 60000 65536"/>
                <a:gd name="T21" fmla="*/ 0 w 5281"/>
                <a:gd name="T22" fmla="*/ 0 h 1635"/>
                <a:gd name="T23" fmla="*/ 5281 w 5281"/>
                <a:gd name="T24" fmla="*/ 1635 h 16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81" h="1635">
                  <a:moveTo>
                    <a:pt x="0" y="1634"/>
                  </a:moveTo>
                  <a:lnTo>
                    <a:pt x="0" y="1089"/>
                  </a:lnTo>
                  <a:lnTo>
                    <a:pt x="1760" y="1089"/>
                  </a:lnTo>
                  <a:lnTo>
                    <a:pt x="1760" y="544"/>
                  </a:lnTo>
                  <a:lnTo>
                    <a:pt x="3520" y="544"/>
                  </a:lnTo>
                  <a:lnTo>
                    <a:pt x="3520" y="0"/>
                  </a:lnTo>
                  <a:lnTo>
                    <a:pt x="5280" y="0"/>
                  </a:lnTo>
                </a:path>
              </a:pathLst>
            </a:custGeom>
            <a:noFill/>
            <a:ln w="9525" cap="rnd">
              <a:solidFill>
                <a:schemeClr val="accent1"/>
              </a:solidFill>
              <a:round/>
              <a:headEnd type="none" w="sm" len="sm"/>
              <a:tailEnd type="none" w="sm" len="sm"/>
            </a:ln>
          </p:spPr>
          <p:txBody>
            <a:bodyPr/>
            <a:lstStyle/>
            <a:p>
              <a:pPr>
                <a:defRPr/>
              </a:pPr>
              <a:endParaRPr lang="en-US" sz="1463" dirty="0"/>
            </a:p>
          </p:txBody>
        </p:sp>
        <p:sp>
          <p:nvSpPr>
            <p:cNvPr id="276491" name="Text Box 6"/>
            <p:cNvSpPr txBox="1">
              <a:spLocks noChangeArrowheads="1"/>
            </p:cNvSpPr>
            <p:nvPr/>
          </p:nvSpPr>
          <p:spPr bwMode="auto">
            <a:xfrm>
              <a:off x="7616190" y="2336800"/>
              <a:ext cx="265176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ea typeface="ＭＳ Ｐゴシック" charset="-128"/>
                </a:rPr>
                <a:t>Step 3</a:t>
              </a:r>
            </a:p>
          </p:txBody>
        </p:sp>
        <p:sp>
          <p:nvSpPr>
            <p:cNvPr id="21" name="TextBox 20"/>
            <p:cNvSpPr txBox="1"/>
            <p:nvPr/>
          </p:nvSpPr>
          <p:spPr>
            <a:xfrm>
              <a:off x="4813300" y="3465830"/>
              <a:ext cx="265176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solidFill>
                    <a:schemeClr val="bg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rPr>
                <a:t>This is a level 1 bullet</a:t>
              </a:r>
            </a:p>
          </p:txBody>
        </p:sp>
        <p:sp>
          <p:nvSpPr>
            <p:cNvPr id="22" name="TextBox 21"/>
            <p:cNvSpPr txBox="1"/>
            <p:nvPr/>
          </p:nvSpPr>
          <p:spPr>
            <a:xfrm>
              <a:off x="7616190" y="2631603"/>
              <a:ext cx="265176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solidFill>
                    <a:schemeClr val="bg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rPr>
                <a:t>This is a level 1 bullet</a:t>
              </a:r>
            </a:p>
          </p:txBody>
        </p:sp>
      </p:grpSp>
    </p:spTree>
    <p:extLst>
      <p:ext uri="{BB962C8B-B14F-4D97-AF65-F5344CB8AC3E}">
        <p14:creationId xmlns:p14="http://schemas.microsoft.com/office/powerpoint/2010/main" val="2757430219"/>
      </p:ext>
    </p:extLst>
  </p:cSld>
  <p:clrMapOvr>
    <a:masterClrMapping/>
  </p:clrMapOvr>
  <p:transition>
    <p:fade/>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dirty="0"/>
              <a:t>Four</a:t>
            </a:r>
          </a:p>
        </p:txBody>
      </p:sp>
      <p:sp>
        <p:nvSpPr>
          <p:cNvPr id="277507" name="Title 1"/>
          <p:cNvSpPr>
            <a:spLocks noGrp="1"/>
          </p:cNvSpPr>
          <p:nvPr>
            <p:ph type="title"/>
          </p:nvPr>
        </p:nvSpPr>
        <p:spPr/>
        <p:txBody>
          <a:bodyPr/>
          <a:lstStyle/>
          <a:p>
            <a:r>
              <a:rPr lang="en-US" dirty="0"/>
              <a:t>Steps </a:t>
            </a:r>
          </a:p>
        </p:txBody>
      </p:sp>
      <p:sp>
        <p:nvSpPr>
          <p:cNvPr id="4" name="Text Placeholder 3">
            <a:extLst>
              <a:ext uri="{FF2B5EF4-FFF2-40B4-BE49-F238E27FC236}">
                <a16:creationId xmlns:a16="http://schemas.microsoft.com/office/drawing/2014/main" id="{E9A998C1-436E-4D3C-9A21-4FED58B12AD5}"/>
              </a:ext>
            </a:extLst>
          </p:cNvPr>
          <p:cNvSpPr>
            <a:spLocks noGrp="1"/>
          </p:cNvSpPr>
          <p:nvPr>
            <p:ph idx="1"/>
          </p:nvPr>
        </p:nvSpPr>
        <p:spPr/>
        <p:txBody>
          <a:bodyPr/>
          <a:lstStyle/>
          <a:p>
            <a:r>
              <a:rPr lang="en-US" dirty="0"/>
              <a:t>Title</a:t>
            </a:r>
          </a:p>
        </p:txBody>
      </p:sp>
      <p:grpSp>
        <p:nvGrpSpPr>
          <p:cNvPr id="2" name="Group 1">
            <a:extLst>
              <a:ext uri="{FF2B5EF4-FFF2-40B4-BE49-F238E27FC236}">
                <a16:creationId xmlns:a16="http://schemas.microsoft.com/office/drawing/2014/main" id="{EB5A7843-ADAC-4C3D-8FEA-C7D1E4FBE6D6}"/>
              </a:ext>
            </a:extLst>
          </p:cNvPr>
          <p:cNvGrpSpPr/>
          <p:nvPr/>
        </p:nvGrpSpPr>
        <p:grpSpPr>
          <a:xfrm>
            <a:off x="407591" y="2464197"/>
            <a:ext cx="9139540" cy="2173857"/>
            <a:chOff x="1900238" y="2241550"/>
            <a:chExt cx="8434070" cy="2675515"/>
          </a:xfrm>
        </p:grpSpPr>
        <p:sp>
          <p:nvSpPr>
            <p:cNvPr id="277513" name="Rectangle 3"/>
            <p:cNvSpPr>
              <a:spLocks noChangeArrowheads="1"/>
            </p:cNvSpPr>
            <p:nvPr/>
          </p:nvSpPr>
          <p:spPr bwMode="auto">
            <a:xfrm>
              <a:off x="2017776" y="4103688"/>
              <a:ext cx="201168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latin typeface="Aptos" panose="020B0004020202020204" pitchFamily="34" charset="0"/>
                  <a:ea typeface="ＭＳ Ｐゴシック" charset="-128"/>
                </a:rPr>
                <a:t>Step 1</a:t>
              </a:r>
            </a:p>
          </p:txBody>
        </p:sp>
        <p:sp>
          <p:nvSpPr>
            <p:cNvPr id="277514" name="Rectangle 4"/>
            <p:cNvSpPr>
              <a:spLocks noChangeArrowheads="1"/>
            </p:cNvSpPr>
            <p:nvPr/>
          </p:nvSpPr>
          <p:spPr bwMode="auto">
            <a:xfrm>
              <a:off x="4122420" y="3509963"/>
              <a:ext cx="201168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latin typeface="Aptos" panose="020B0004020202020204" pitchFamily="34" charset="0"/>
                  <a:ea typeface="ＭＳ Ｐゴシック" charset="-128"/>
                </a:rPr>
                <a:t>Step 2</a:t>
              </a:r>
            </a:p>
          </p:txBody>
        </p:sp>
        <p:sp>
          <p:nvSpPr>
            <p:cNvPr id="277515" name="Rectangle 5"/>
            <p:cNvSpPr>
              <a:spLocks noChangeArrowheads="1"/>
            </p:cNvSpPr>
            <p:nvPr/>
          </p:nvSpPr>
          <p:spPr bwMode="auto">
            <a:xfrm>
              <a:off x="6228080" y="2919412"/>
              <a:ext cx="201168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latin typeface="Aptos" panose="020B0004020202020204" pitchFamily="34" charset="0"/>
                  <a:ea typeface="ＭＳ Ｐゴシック" charset="-128"/>
                </a:rPr>
                <a:t>Step 3</a:t>
              </a:r>
            </a:p>
          </p:txBody>
        </p:sp>
        <p:sp>
          <p:nvSpPr>
            <p:cNvPr id="277516" name="Rectangle 6"/>
            <p:cNvSpPr>
              <a:spLocks noChangeArrowheads="1"/>
            </p:cNvSpPr>
            <p:nvPr/>
          </p:nvSpPr>
          <p:spPr bwMode="auto">
            <a:xfrm>
              <a:off x="8322628" y="2325688"/>
              <a:ext cx="201168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latin typeface="Aptos" panose="020B0004020202020204" pitchFamily="34" charset="0"/>
                  <a:ea typeface="ＭＳ Ｐゴシック" charset="-128"/>
                </a:rPr>
                <a:t>Step 4</a:t>
              </a:r>
            </a:p>
          </p:txBody>
        </p:sp>
        <p:sp>
          <p:nvSpPr>
            <p:cNvPr id="45" name="Freeform 7"/>
            <p:cNvSpPr>
              <a:spLocks/>
            </p:cNvSpPr>
            <p:nvPr/>
          </p:nvSpPr>
          <p:spPr bwMode="auto">
            <a:xfrm>
              <a:off x="1900238" y="2241550"/>
              <a:ext cx="8388350" cy="2373312"/>
            </a:xfrm>
            <a:custGeom>
              <a:avLst/>
              <a:gdLst>
                <a:gd name="T0" fmla="*/ 0 w 5233"/>
                <a:gd name="T1" fmla="*/ 2147483647 h 1595"/>
                <a:gd name="T2" fmla="*/ 0 w 5233"/>
                <a:gd name="T3" fmla="*/ 2147483647 h 1595"/>
                <a:gd name="T4" fmla="*/ 2147483647 w 5233"/>
                <a:gd name="T5" fmla="*/ 2147483647 h 1595"/>
                <a:gd name="T6" fmla="*/ 2147483647 w 5233"/>
                <a:gd name="T7" fmla="*/ 2147483647 h 1595"/>
                <a:gd name="T8" fmla="*/ 2147483647 w 5233"/>
                <a:gd name="T9" fmla="*/ 2147483647 h 1595"/>
                <a:gd name="T10" fmla="*/ 2147483647 w 5233"/>
                <a:gd name="T11" fmla="*/ 2147483647 h 1595"/>
                <a:gd name="T12" fmla="*/ 2147483647 w 5233"/>
                <a:gd name="T13" fmla="*/ 2147483647 h 1595"/>
                <a:gd name="T14" fmla="*/ 2147483647 w 5233"/>
                <a:gd name="T15" fmla="*/ 0 h 1595"/>
                <a:gd name="T16" fmla="*/ 2147483647 w 5233"/>
                <a:gd name="T17" fmla="*/ 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33"/>
                <a:gd name="T28" fmla="*/ 0 h 1595"/>
                <a:gd name="T29" fmla="*/ 5233 w 5233"/>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33" h="1595">
                  <a:moveTo>
                    <a:pt x="0" y="1594"/>
                  </a:moveTo>
                  <a:lnTo>
                    <a:pt x="0" y="1195"/>
                  </a:lnTo>
                  <a:lnTo>
                    <a:pt x="1308" y="1195"/>
                  </a:lnTo>
                  <a:lnTo>
                    <a:pt x="1308" y="797"/>
                  </a:lnTo>
                  <a:lnTo>
                    <a:pt x="2616" y="797"/>
                  </a:lnTo>
                  <a:lnTo>
                    <a:pt x="2616" y="398"/>
                  </a:lnTo>
                  <a:lnTo>
                    <a:pt x="3924" y="398"/>
                  </a:lnTo>
                  <a:lnTo>
                    <a:pt x="3924" y="0"/>
                  </a:lnTo>
                  <a:lnTo>
                    <a:pt x="5232" y="0"/>
                  </a:lnTo>
                </a:path>
              </a:pathLst>
            </a:custGeom>
            <a:noFill/>
            <a:ln w="9525" cap="rnd">
              <a:solidFill>
                <a:schemeClr val="accent1"/>
              </a:solidFill>
              <a:round/>
              <a:headEnd type="none" w="sm" len="sm"/>
              <a:tailEnd type="none" w="sm" len="sm"/>
            </a:ln>
          </p:spPr>
          <p:txBody>
            <a:bodyPr/>
            <a:lstStyle/>
            <a:p>
              <a:pPr>
                <a:defRPr/>
              </a:pPr>
              <a:endParaRPr lang="en-US" sz="1056" dirty="0">
                <a:latin typeface="Aptos" panose="020B0004020202020204" pitchFamily="34" charset="0"/>
              </a:endParaRPr>
            </a:p>
          </p:txBody>
        </p:sp>
        <p:sp>
          <p:nvSpPr>
            <p:cNvPr id="25" name="TextBox 24"/>
            <p:cNvSpPr txBox="1"/>
            <p:nvPr/>
          </p:nvSpPr>
          <p:spPr>
            <a:xfrm>
              <a:off x="2017776" y="4399369"/>
              <a:ext cx="201168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26" name="TextBox 25"/>
            <p:cNvSpPr txBox="1"/>
            <p:nvPr/>
          </p:nvSpPr>
          <p:spPr>
            <a:xfrm>
              <a:off x="4122420" y="3796689"/>
              <a:ext cx="201168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27" name="TextBox 26"/>
            <p:cNvSpPr txBox="1"/>
            <p:nvPr/>
          </p:nvSpPr>
          <p:spPr>
            <a:xfrm>
              <a:off x="6228080" y="3210713"/>
              <a:ext cx="201168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28" name="TextBox 27"/>
            <p:cNvSpPr txBox="1"/>
            <p:nvPr/>
          </p:nvSpPr>
          <p:spPr>
            <a:xfrm>
              <a:off x="8322628" y="2627782"/>
              <a:ext cx="201168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grpSp>
    </p:spTree>
    <p:extLst>
      <p:ext uri="{BB962C8B-B14F-4D97-AF65-F5344CB8AC3E}">
        <p14:creationId xmlns:p14="http://schemas.microsoft.com/office/powerpoint/2010/main" val="1822027372"/>
      </p:ext>
    </p:extLst>
  </p:cSld>
  <p:clrMapOvr>
    <a:masterClrMapping/>
  </p:clrMapOvr>
  <p:transition>
    <p:fade/>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sz="quarter" idx="13"/>
          </p:nvPr>
        </p:nvSpPr>
        <p:spPr/>
        <p:txBody>
          <a:bodyPr/>
          <a:lstStyle/>
          <a:p>
            <a:r>
              <a:rPr lang="en-US" dirty="0"/>
              <a:t>Five</a:t>
            </a:r>
          </a:p>
        </p:txBody>
      </p:sp>
      <p:sp>
        <p:nvSpPr>
          <p:cNvPr id="801793" name="Title 1"/>
          <p:cNvSpPr>
            <a:spLocks noGrp="1"/>
          </p:cNvSpPr>
          <p:nvPr>
            <p:ph type="title"/>
          </p:nvPr>
        </p:nvSpPr>
        <p:spPr/>
        <p:txBody>
          <a:bodyPr/>
          <a:lstStyle/>
          <a:p>
            <a:r>
              <a:rPr lang="en-US" dirty="0"/>
              <a:t>Steps </a:t>
            </a:r>
          </a:p>
        </p:txBody>
      </p:sp>
      <p:sp>
        <p:nvSpPr>
          <p:cNvPr id="4" name="Text Placeholder 3">
            <a:extLst>
              <a:ext uri="{FF2B5EF4-FFF2-40B4-BE49-F238E27FC236}">
                <a16:creationId xmlns:a16="http://schemas.microsoft.com/office/drawing/2014/main" id="{D02ED882-73A3-4662-BF4C-0F4E0A5E3670}"/>
              </a:ext>
            </a:extLst>
          </p:cNvPr>
          <p:cNvSpPr>
            <a:spLocks noGrp="1"/>
          </p:cNvSpPr>
          <p:nvPr>
            <p:ph idx="1"/>
          </p:nvPr>
        </p:nvSpPr>
        <p:spPr/>
        <p:txBody>
          <a:bodyPr/>
          <a:lstStyle/>
          <a:p>
            <a:r>
              <a:rPr lang="en-US" dirty="0"/>
              <a:t>Title</a:t>
            </a:r>
          </a:p>
        </p:txBody>
      </p:sp>
      <p:grpSp>
        <p:nvGrpSpPr>
          <p:cNvPr id="2" name="Group 1">
            <a:extLst>
              <a:ext uri="{FF2B5EF4-FFF2-40B4-BE49-F238E27FC236}">
                <a16:creationId xmlns:a16="http://schemas.microsoft.com/office/drawing/2014/main" id="{3B837209-115C-44D4-A2E6-3A7324A940B7}"/>
              </a:ext>
            </a:extLst>
          </p:cNvPr>
          <p:cNvGrpSpPr/>
          <p:nvPr/>
        </p:nvGrpSpPr>
        <p:grpSpPr>
          <a:xfrm>
            <a:off x="407593" y="2464199"/>
            <a:ext cx="9090818" cy="2324562"/>
            <a:chOff x="1900239" y="2241550"/>
            <a:chExt cx="8394255" cy="2860998"/>
          </a:xfrm>
        </p:grpSpPr>
        <p:sp>
          <p:nvSpPr>
            <p:cNvPr id="801800" name="Rectangle 3"/>
            <p:cNvSpPr>
              <a:spLocks noChangeArrowheads="1"/>
            </p:cNvSpPr>
            <p:nvPr/>
          </p:nvSpPr>
          <p:spPr bwMode="auto">
            <a:xfrm>
              <a:off x="2014538" y="4323079"/>
              <a:ext cx="155448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latin typeface="Aptos" panose="020B0004020202020204" pitchFamily="34" charset="0"/>
                  <a:ea typeface="ＭＳ Ｐゴシック" charset="-128"/>
                </a:rPr>
                <a:t>Step 1</a:t>
              </a:r>
            </a:p>
          </p:txBody>
        </p:sp>
        <p:sp>
          <p:nvSpPr>
            <p:cNvPr id="801801" name="Rectangle 4"/>
            <p:cNvSpPr>
              <a:spLocks noChangeArrowheads="1"/>
            </p:cNvSpPr>
            <p:nvPr/>
          </p:nvSpPr>
          <p:spPr bwMode="auto">
            <a:xfrm>
              <a:off x="3693986" y="3828097"/>
              <a:ext cx="155448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latin typeface="Aptos" panose="020B0004020202020204" pitchFamily="34" charset="0"/>
                  <a:ea typeface="ＭＳ Ｐゴシック" charset="-128"/>
                </a:rPr>
                <a:t>Step 2</a:t>
              </a:r>
            </a:p>
          </p:txBody>
        </p:sp>
        <p:sp>
          <p:nvSpPr>
            <p:cNvPr id="27" name="Freeform 5"/>
            <p:cNvSpPr>
              <a:spLocks/>
            </p:cNvSpPr>
            <p:nvPr/>
          </p:nvSpPr>
          <p:spPr bwMode="auto">
            <a:xfrm>
              <a:off x="1900239" y="2241550"/>
              <a:ext cx="8388349" cy="2501900"/>
            </a:xfrm>
            <a:custGeom>
              <a:avLst/>
              <a:gdLst>
                <a:gd name="T0" fmla="*/ 0 w 5713"/>
                <a:gd name="T1" fmla="*/ 2147483647 h 1681"/>
                <a:gd name="T2" fmla="*/ 0 w 5713"/>
                <a:gd name="T3" fmla="*/ 2147483647 h 1681"/>
                <a:gd name="T4" fmla="*/ 2147483647 w 5713"/>
                <a:gd name="T5" fmla="*/ 2147483647 h 1681"/>
                <a:gd name="T6" fmla="*/ 2147483647 w 5713"/>
                <a:gd name="T7" fmla="*/ 2147483647 h 1681"/>
                <a:gd name="T8" fmla="*/ 2147483647 w 5713"/>
                <a:gd name="T9" fmla="*/ 2147483647 h 1681"/>
                <a:gd name="T10" fmla="*/ 2147483647 w 5713"/>
                <a:gd name="T11" fmla="*/ 2147483647 h 1681"/>
                <a:gd name="T12" fmla="*/ 2147483647 w 5713"/>
                <a:gd name="T13" fmla="*/ 2147483647 h 1681"/>
                <a:gd name="T14" fmla="*/ 2147483647 w 5713"/>
                <a:gd name="T15" fmla="*/ 2147483647 h 1681"/>
                <a:gd name="T16" fmla="*/ 2147483647 w 5713"/>
                <a:gd name="T17" fmla="*/ 2147483647 h 1681"/>
                <a:gd name="T18" fmla="*/ 2147483647 w 5713"/>
                <a:gd name="T19" fmla="*/ 0 h 1681"/>
                <a:gd name="T20" fmla="*/ 2147483647 w 5713"/>
                <a:gd name="T21" fmla="*/ 0 h 16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13"/>
                <a:gd name="T34" fmla="*/ 0 h 1681"/>
                <a:gd name="T35" fmla="*/ 5713 w 5713"/>
                <a:gd name="T36" fmla="*/ 1681 h 168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13" h="1681">
                  <a:moveTo>
                    <a:pt x="0" y="1680"/>
                  </a:moveTo>
                  <a:lnTo>
                    <a:pt x="0" y="1344"/>
                  </a:lnTo>
                  <a:lnTo>
                    <a:pt x="1142" y="1344"/>
                  </a:lnTo>
                  <a:lnTo>
                    <a:pt x="1142" y="1008"/>
                  </a:lnTo>
                  <a:lnTo>
                    <a:pt x="2284" y="1008"/>
                  </a:lnTo>
                  <a:lnTo>
                    <a:pt x="2284" y="672"/>
                  </a:lnTo>
                  <a:lnTo>
                    <a:pt x="3427" y="672"/>
                  </a:lnTo>
                  <a:lnTo>
                    <a:pt x="3427" y="336"/>
                  </a:lnTo>
                  <a:lnTo>
                    <a:pt x="4569" y="336"/>
                  </a:lnTo>
                  <a:lnTo>
                    <a:pt x="4569" y="0"/>
                  </a:lnTo>
                  <a:lnTo>
                    <a:pt x="5712" y="0"/>
                  </a:lnTo>
                </a:path>
              </a:pathLst>
            </a:custGeom>
            <a:noFill/>
            <a:ln w="9525" cap="rnd">
              <a:solidFill>
                <a:schemeClr val="accent1"/>
              </a:solidFill>
              <a:round/>
              <a:headEnd type="none" w="sm" len="sm"/>
              <a:tailEnd type="none" w="sm" len="sm"/>
            </a:ln>
          </p:spPr>
          <p:txBody>
            <a:bodyPr/>
            <a:lstStyle/>
            <a:p>
              <a:pPr>
                <a:defRPr/>
              </a:pPr>
              <a:endParaRPr lang="en-US" sz="1056" dirty="0">
                <a:latin typeface="Aptos" panose="020B0004020202020204" pitchFamily="34" charset="0"/>
              </a:endParaRPr>
            </a:p>
          </p:txBody>
        </p:sp>
        <p:sp>
          <p:nvSpPr>
            <p:cNvPr id="801803" name="Rectangle 6"/>
            <p:cNvSpPr>
              <a:spLocks noChangeArrowheads="1"/>
            </p:cNvSpPr>
            <p:nvPr/>
          </p:nvSpPr>
          <p:spPr bwMode="auto">
            <a:xfrm>
              <a:off x="5398294" y="3323909"/>
              <a:ext cx="155448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latin typeface="Aptos" panose="020B0004020202020204" pitchFamily="34" charset="0"/>
                  <a:ea typeface="ＭＳ Ｐゴシック" charset="-128"/>
                </a:rPr>
                <a:t>Step 3</a:t>
              </a:r>
            </a:p>
          </p:txBody>
        </p:sp>
        <p:sp>
          <p:nvSpPr>
            <p:cNvPr id="801804" name="Rectangle 7"/>
            <p:cNvSpPr>
              <a:spLocks noChangeArrowheads="1"/>
            </p:cNvSpPr>
            <p:nvPr/>
          </p:nvSpPr>
          <p:spPr bwMode="auto">
            <a:xfrm>
              <a:off x="7074218" y="2817815"/>
              <a:ext cx="155448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latin typeface="Aptos" panose="020B0004020202020204" pitchFamily="34" charset="0"/>
                  <a:ea typeface="ＭＳ Ｐゴシック" charset="-128"/>
                </a:rPr>
                <a:t>Step 4</a:t>
              </a:r>
            </a:p>
          </p:txBody>
        </p:sp>
        <p:sp>
          <p:nvSpPr>
            <p:cNvPr id="801805" name="Rectangle 8"/>
            <p:cNvSpPr>
              <a:spLocks noChangeArrowheads="1"/>
            </p:cNvSpPr>
            <p:nvPr/>
          </p:nvSpPr>
          <p:spPr bwMode="auto">
            <a:xfrm>
              <a:off x="8740014" y="2302829"/>
              <a:ext cx="1554480" cy="25190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400" b="1" dirty="0">
                  <a:latin typeface="Aptos" panose="020B0004020202020204" pitchFamily="34" charset="0"/>
                  <a:ea typeface="ＭＳ Ｐゴシック" charset="-128"/>
                </a:rPr>
                <a:t>Step 5</a:t>
              </a:r>
            </a:p>
          </p:txBody>
        </p:sp>
        <p:sp>
          <p:nvSpPr>
            <p:cNvPr id="30" name="TextBox 29"/>
            <p:cNvSpPr txBox="1"/>
            <p:nvPr/>
          </p:nvSpPr>
          <p:spPr>
            <a:xfrm>
              <a:off x="2014538" y="4584852"/>
              <a:ext cx="155448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31" name="TextBox 30"/>
            <p:cNvSpPr txBox="1"/>
            <p:nvPr/>
          </p:nvSpPr>
          <p:spPr>
            <a:xfrm>
              <a:off x="3693986" y="4085742"/>
              <a:ext cx="155448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32" name="TextBox 31"/>
            <p:cNvSpPr txBox="1"/>
            <p:nvPr/>
          </p:nvSpPr>
          <p:spPr>
            <a:xfrm>
              <a:off x="5398294" y="3598063"/>
              <a:ext cx="155448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33" name="TextBox 32"/>
            <p:cNvSpPr txBox="1"/>
            <p:nvPr/>
          </p:nvSpPr>
          <p:spPr>
            <a:xfrm>
              <a:off x="7074218" y="3085998"/>
              <a:ext cx="155448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34" name="TextBox 33"/>
            <p:cNvSpPr txBox="1"/>
            <p:nvPr/>
          </p:nvSpPr>
          <p:spPr>
            <a:xfrm>
              <a:off x="8740014" y="2571648"/>
              <a:ext cx="155448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grpSp>
    </p:spTree>
    <p:extLst>
      <p:ext uri="{BB962C8B-B14F-4D97-AF65-F5344CB8AC3E}">
        <p14:creationId xmlns:p14="http://schemas.microsoft.com/office/powerpoint/2010/main" val="1343361914"/>
      </p:ext>
    </p:extLst>
  </p:cSld>
  <p:clrMapOvr>
    <a:masterClrMapping/>
  </p:clrMapOvr>
  <p:transition>
    <p:fade/>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dirty="0"/>
              <a:t>Six</a:t>
            </a:r>
          </a:p>
        </p:txBody>
      </p:sp>
      <p:sp>
        <p:nvSpPr>
          <p:cNvPr id="802817" name="Title 1"/>
          <p:cNvSpPr>
            <a:spLocks noGrp="1"/>
          </p:cNvSpPr>
          <p:nvPr>
            <p:ph type="title"/>
          </p:nvPr>
        </p:nvSpPr>
        <p:spPr/>
        <p:txBody>
          <a:bodyPr/>
          <a:lstStyle/>
          <a:p>
            <a:r>
              <a:rPr lang="en-US" dirty="0"/>
              <a:t>Steps </a:t>
            </a:r>
          </a:p>
        </p:txBody>
      </p:sp>
      <p:sp>
        <p:nvSpPr>
          <p:cNvPr id="3" name="Text Placeholder 2">
            <a:extLst>
              <a:ext uri="{FF2B5EF4-FFF2-40B4-BE49-F238E27FC236}">
                <a16:creationId xmlns:a16="http://schemas.microsoft.com/office/drawing/2014/main" id="{178CED9D-4E5F-4BCB-A401-279411453F51}"/>
              </a:ext>
            </a:extLst>
          </p:cNvPr>
          <p:cNvSpPr>
            <a:spLocks noGrp="1"/>
          </p:cNvSpPr>
          <p:nvPr>
            <p:ph idx="1"/>
          </p:nvPr>
        </p:nvSpPr>
        <p:spPr/>
        <p:txBody>
          <a:bodyPr/>
          <a:lstStyle/>
          <a:p>
            <a:r>
              <a:rPr lang="en-US" dirty="0"/>
              <a:t>Title</a:t>
            </a:r>
          </a:p>
        </p:txBody>
      </p:sp>
      <p:sp>
        <p:nvSpPr>
          <p:cNvPr id="802825" name="Rectangle 3"/>
          <p:cNvSpPr>
            <a:spLocks noChangeArrowheads="1"/>
          </p:cNvSpPr>
          <p:nvPr/>
        </p:nvSpPr>
        <p:spPr bwMode="auto">
          <a:xfrm>
            <a:off x="541697" y="4411698"/>
            <a:ext cx="1385793" cy="17543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200" b="1" dirty="0">
                <a:latin typeface="Aptos" panose="020B0004020202020204" pitchFamily="34" charset="0"/>
                <a:ea typeface="ＭＳ Ｐゴシック" charset="-128"/>
              </a:rPr>
              <a:t>Step 1</a:t>
            </a:r>
          </a:p>
        </p:txBody>
      </p:sp>
      <p:sp>
        <p:nvSpPr>
          <p:cNvPr id="20" name="Freeform 4"/>
          <p:cNvSpPr>
            <a:spLocks/>
          </p:cNvSpPr>
          <p:nvPr/>
        </p:nvSpPr>
        <p:spPr bwMode="auto">
          <a:xfrm>
            <a:off x="421470" y="2314156"/>
            <a:ext cx="9076940" cy="2439094"/>
          </a:xfrm>
          <a:custGeom>
            <a:avLst/>
            <a:gdLst>
              <a:gd name="T0" fmla="*/ 0 w 5713"/>
              <a:gd name="T1" fmla="*/ 2147483647 h 2017"/>
              <a:gd name="T2" fmla="*/ 0 w 5713"/>
              <a:gd name="T3" fmla="*/ 2147483647 h 2017"/>
              <a:gd name="T4" fmla="*/ 2147483647 w 5713"/>
              <a:gd name="T5" fmla="*/ 2147483647 h 2017"/>
              <a:gd name="T6" fmla="*/ 2147483647 w 5713"/>
              <a:gd name="T7" fmla="*/ 2147483647 h 2017"/>
              <a:gd name="T8" fmla="*/ 2147483647 w 5713"/>
              <a:gd name="T9" fmla="*/ 2147483647 h 2017"/>
              <a:gd name="T10" fmla="*/ 2147483647 w 5713"/>
              <a:gd name="T11" fmla="*/ 2147483647 h 2017"/>
              <a:gd name="T12" fmla="*/ 2147483647 w 5713"/>
              <a:gd name="T13" fmla="*/ 2147483647 h 2017"/>
              <a:gd name="T14" fmla="*/ 2147483647 w 5713"/>
              <a:gd name="T15" fmla="*/ 2147483647 h 2017"/>
              <a:gd name="T16" fmla="*/ 2147483647 w 5713"/>
              <a:gd name="T17" fmla="*/ 2147483647 h 2017"/>
              <a:gd name="T18" fmla="*/ 2147483647 w 5713"/>
              <a:gd name="T19" fmla="*/ 2147483647 h 2017"/>
              <a:gd name="T20" fmla="*/ 2147483647 w 5713"/>
              <a:gd name="T21" fmla="*/ 2147483647 h 2017"/>
              <a:gd name="T22" fmla="*/ 2147483647 w 5713"/>
              <a:gd name="T23" fmla="*/ 0 h 2017"/>
              <a:gd name="T24" fmla="*/ 2147483647 w 5713"/>
              <a:gd name="T25" fmla="*/ 0 h 20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13"/>
              <a:gd name="T40" fmla="*/ 0 h 2017"/>
              <a:gd name="T41" fmla="*/ 5713 w 5713"/>
              <a:gd name="T42" fmla="*/ 2017 h 20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13" h="2017">
                <a:moveTo>
                  <a:pt x="0" y="2016"/>
                </a:moveTo>
                <a:lnTo>
                  <a:pt x="0" y="1680"/>
                </a:lnTo>
                <a:lnTo>
                  <a:pt x="952" y="1680"/>
                </a:lnTo>
                <a:lnTo>
                  <a:pt x="952" y="1344"/>
                </a:lnTo>
                <a:lnTo>
                  <a:pt x="1904" y="1344"/>
                </a:lnTo>
                <a:lnTo>
                  <a:pt x="1904" y="1008"/>
                </a:lnTo>
                <a:lnTo>
                  <a:pt x="2856" y="1008"/>
                </a:lnTo>
                <a:lnTo>
                  <a:pt x="2856" y="672"/>
                </a:lnTo>
                <a:lnTo>
                  <a:pt x="3808" y="672"/>
                </a:lnTo>
                <a:lnTo>
                  <a:pt x="3808" y="336"/>
                </a:lnTo>
                <a:lnTo>
                  <a:pt x="4760" y="336"/>
                </a:lnTo>
                <a:lnTo>
                  <a:pt x="4760" y="0"/>
                </a:lnTo>
                <a:lnTo>
                  <a:pt x="5712" y="0"/>
                </a:lnTo>
              </a:path>
            </a:pathLst>
          </a:custGeom>
          <a:noFill/>
          <a:ln w="9525" cap="rnd">
            <a:solidFill>
              <a:schemeClr val="accent1"/>
            </a:solidFill>
            <a:round/>
            <a:headEnd type="none" w="sm" len="sm"/>
            <a:tailEnd type="none" w="sm" len="sm"/>
          </a:ln>
        </p:spPr>
        <p:txBody>
          <a:bodyPr/>
          <a:lstStyle/>
          <a:p>
            <a:pPr>
              <a:defRPr/>
            </a:pPr>
            <a:endParaRPr lang="en-US" sz="1200" dirty="0">
              <a:latin typeface="Aptos" panose="020B0004020202020204" pitchFamily="34" charset="0"/>
            </a:endParaRPr>
          </a:p>
        </p:txBody>
      </p:sp>
      <p:sp>
        <p:nvSpPr>
          <p:cNvPr id="802827" name="Rectangle 5"/>
          <p:cNvSpPr>
            <a:spLocks noChangeArrowheads="1"/>
          </p:cNvSpPr>
          <p:nvPr/>
        </p:nvSpPr>
        <p:spPr bwMode="auto">
          <a:xfrm>
            <a:off x="2055347" y="4001272"/>
            <a:ext cx="1385793" cy="17543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200" b="1" dirty="0">
                <a:latin typeface="Aptos" panose="020B0004020202020204" pitchFamily="34" charset="0"/>
                <a:ea typeface="ＭＳ Ｐゴシック" charset="-128"/>
              </a:rPr>
              <a:t>Step 2</a:t>
            </a:r>
          </a:p>
        </p:txBody>
      </p:sp>
      <p:sp>
        <p:nvSpPr>
          <p:cNvPr id="802828" name="Rectangle 6"/>
          <p:cNvSpPr>
            <a:spLocks noChangeArrowheads="1"/>
          </p:cNvSpPr>
          <p:nvPr/>
        </p:nvSpPr>
        <p:spPr bwMode="auto">
          <a:xfrm>
            <a:off x="3552497" y="3582587"/>
            <a:ext cx="1385793" cy="17543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200" b="1" dirty="0">
                <a:latin typeface="Aptos" panose="020B0004020202020204" pitchFamily="34" charset="0"/>
                <a:ea typeface="ＭＳ Ｐゴシック" charset="-128"/>
              </a:rPr>
              <a:t>Step 3</a:t>
            </a:r>
          </a:p>
        </p:txBody>
      </p:sp>
      <p:sp>
        <p:nvSpPr>
          <p:cNvPr id="802829" name="Rectangle 7"/>
          <p:cNvSpPr>
            <a:spLocks noChangeArrowheads="1"/>
          </p:cNvSpPr>
          <p:nvPr/>
        </p:nvSpPr>
        <p:spPr bwMode="auto">
          <a:xfrm>
            <a:off x="5088623" y="3181446"/>
            <a:ext cx="1385793" cy="17543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200" b="1" dirty="0">
                <a:latin typeface="Aptos" panose="020B0004020202020204" pitchFamily="34" charset="0"/>
                <a:ea typeface="ＭＳ Ｐゴシック" charset="-128"/>
              </a:rPr>
              <a:t>Step 4</a:t>
            </a:r>
          </a:p>
        </p:txBody>
      </p:sp>
      <p:sp>
        <p:nvSpPr>
          <p:cNvPr id="802830" name="Rectangle 8"/>
          <p:cNvSpPr>
            <a:spLocks noChangeArrowheads="1"/>
          </p:cNvSpPr>
          <p:nvPr/>
        </p:nvSpPr>
        <p:spPr bwMode="auto">
          <a:xfrm>
            <a:off x="6596291" y="2781337"/>
            <a:ext cx="1385793" cy="17543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200" b="1" dirty="0">
                <a:latin typeface="Aptos" panose="020B0004020202020204" pitchFamily="34" charset="0"/>
                <a:ea typeface="ＭＳ Ｐゴシック" charset="-128"/>
              </a:rPr>
              <a:t>Step 5</a:t>
            </a:r>
          </a:p>
        </p:txBody>
      </p:sp>
      <p:sp>
        <p:nvSpPr>
          <p:cNvPr id="802831" name="Rectangle 9"/>
          <p:cNvSpPr>
            <a:spLocks noChangeArrowheads="1"/>
          </p:cNvSpPr>
          <p:nvPr/>
        </p:nvSpPr>
        <p:spPr bwMode="auto">
          <a:xfrm>
            <a:off x="8110764" y="2363170"/>
            <a:ext cx="1385793" cy="175433"/>
          </a:xfrm>
          <a:prstGeom prst="rect">
            <a:avLst/>
          </a:prstGeom>
          <a:noFill/>
          <a:ln w="12700" algn="ctr">
            <a:noFill/>
            <a:miter lim="800000"/>
            <a:headEnd/>
            <a:tailEnd/>
          </a:ln>
        </p:spPr>
        <p:txBody>
          <a:bodyPr wrap="square" lIns="0" tIns="0" rIns="0" bIns="0">
            <a:spAutoFit/>
          </a:bodyPr>
          <a:lstStyle/>
          <a:p>
            <a:pPr algn="ctr" defTabSz="619140">
              <a:lnSpc>
                <a:spcPct val="95000"/>
              </a:lnSpc>
            </a:pPr>
            <a:r>
              <a:rPr lang="en-US" sz="1200" b="1" dirty="0">
                <a:latin typeface="Aptos" panose="020B0004020202020204" pitchFamily="34" charset="0"/>
                <a:ea typeface="ＭＳ Ｐゴシック" charset="-128"/>
              </a:rPr>
              <a:t>Step 6</a:t>
            </a:r>
          </a:p>
        </p:txBody>
      </p:sp>
      <p:sp>
        <p:nvSpPr>
          <p:cNvPr id="37" name="TextBox 36"/>
          <p:cNvSpPr txBox="1"/>
          <p:nvPr/>
        </p:nvSpPr>
        <p:spPr>
          <a:xfrm>
            <a:off x="541697" y="4627744"/>
            <a:ext cx="1385793" cy="605294"/>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38" name="TextBox 37"/>
          <p:cNvSpPr txBox="1"/>
          <p:nvPr/>
        </p:nvSpPr>
        <p:spPr>
          <a:xfrm>
            <a:off x="2055347" y="4216645"/>
            <a:ext cx="1385793" cy="605294"/>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39" name="TextBox 38"/>
          <p:cNvSpPr txBox="1"/>
          <p:nvPr/>
        </p:nvSpPr>
        <p:spPr>
          <a:xfrm>
            <a:off x="3552497" y="3798736"/>
            <a:ext cx="1385793" cy="605294"/>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40" name="TextBox 39"/>
          <p:cNvSpPr txBox="1"/>
          <p:nvPr/>
        </p:nvSpPr>
        <p:spPr>
          <a:xfrm>
            <a:off x="5088623" y="3399400"/>
            <a:ext cx="1385793" cy="605294"/>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41" name="TextBox 40"/>
          <p:cNvSpPr txBox="1"/>
          <p:nvPr/>
        </p:nvSpPr>
        <p:spPr>
          <a:xfrm>
            <a:off x="6596291" y="2996350"/>
            <a:ext cx="1385793" cy="605294"/>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42" name="TextBox 41"/>
          <p:cNvSpPr txBox="1"/>
          <p:nvPr/>
        </p:nvSpPr>
        <p:spPr>
          <a:xfrm>
            <a:off x="8110764" y="2587728"/>
            <a:ext cx="1385793" cy="605294"/>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Tree>
    <p:extLst>
      <p:ext uri="{BB962C8B-B14F-4D97-AF65-F5344CB8AC3E}">
        <p14:creationId xmlns:p14="http://schemas.microsoft.com/office/powerpoint/2010/main" val="2940936912"/>
      </p:ext>
    </p:extLst>
  </p:cSld>
  <p:clrMapOvr>
    <a:masterClrMapping/>
  </p:clrMapOvr>
  <p:transition>
    <p:fade/>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p:cNvSpPr>
            <a:spLocks noGrp="1"/>
          </p:cNvSpPr>
          <p:nvPr>
            <p:ph type="body" sz="quarter" idx="13"/>
          </p:nvPr>
        </p:nvSpPr>
        <p:spPr/>
        <p:txBody>
          <a:bodyPr/>
          <a:lstStyle/>
          <a:p>
            <a:r>
              <a:rPr lang="en-US" dirty="0"/>
              <a:t>With more flights</a:t>
            </a:r>
          </a:p>
        </p:txBody>
      </p:sp>
      <p:sp>
        <p:nvSpPr>
          <p:cNvPr id="804865" name="Title 1"/>
          <p:cNvSpPr>
            <a:spLocks noGrp="1"/>
          </p:cNvSpPr>
          <p:nvPr>
            <p:ph type="title"/>
          </p:nvPr>
        </p:nvSpPr>
        <p:spPr/>
        <p:txBody>
          <a:bodyPr/>
          <a:lstStyle/>
          <a:p>
            <a:r>
              <a:rPr lang="en-US" dirty="0"/>
              <a:t>Steps</a:t>
            </a:r>
          </a:p>
        </p:txBody>
      </p:sp>
      <p:sp>
        <p:nvSpPr>
          <p:cNvPr id="4" name="Freeform 2"/>
          <p:cNvSpPr>
            <a:spLocks/>
          </p:cNvSpPr>
          <p:nvPr/>
        </p:nvSpPr>
        <p:spPr bwMode="auto">
          <a:xfrm>
            <a:off x="407591" y="1562597"/>
            <a:ext cx="9090819" cy="1928316"/>
          </a:xfrm>
          <a:custGeom>
            <a:avLst/>
            <a:gdLst>
              <a:gd name="T0" fmla="*/ 0 w 5233"/>
              <a:gd name="T1" fmla="*/ 2147483647 h 1595"/>
              <a:gd name="T2" fmla="*/ 0 w 5233"/>
              <a:gd name="T3" fmla="*/ 2147483647 h 1595"/>
              <a:gd name="T4" fmla="*/ 2147483647 w 5233"/>
              <a:gd name="T5" fmla="*/ 2147483647 h 1595"/>
              <a:gd name="T6" fmla="*/ 2147483647 w 5233"/>
              <a:gd name="T7" fmla="*/ 2147483647 h 1595"/>
              <a:gd name="T8" fmla="*/ 2147483647 w 5233"/>
              <a:gd name="T9" fmla="*/ 2147483647 h 1595"/>
              <a:gd name="T10" fmla="*/ 2147483647 w 5233"/>
              <a:gd name="T11" fmla="*/ 2147483647 h 1595"/>
              <a:gd name="T12" fmla="*/ 2147483647 w 5233"/>
              <a:gd name="T13" fmla="*/ 2147483647 h 1595"/>
              <a:gd name="T14" fmla="*/ 2147483647 w 5233"/>
              <a:gd name="T15" fmla="*/ 0 h 1595"/>
              <a:gd name="T16" fmla="*/ 2147483647 w 5233"/>
              <a:gd name="T17" fmla="*/ 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33"/>
              <a:gd name="T28" fmla="*/ 0 h 1595"/>
              <a:gd name="T29" fmla="*/ 5233 w 5233"/>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33" h="1595">
                <a:moveTo>
                  <a:pt x="0" y="1594"/>
                </a:moveTo>
                <a:lnTo>
                  <a:pt x="0" y="1195"/>
                </a:lnTo>
                <a:lnTo>
                  <a:pt x="1308" y="1195"/>
                </a:lnTo>
                <a:lnTo>
                  <a:pt x="1308" y="797"/>
                </a:lnTo>
                <a:lnTo>
                  <a:pt x="2616" y="797"/>
                </a:lnTo>
                <a:lnTo>
                  <a:pt x="2616" y="398"/>
                </a:lnTo>
                <a:lnTo>
                  <a:pt x="3924" y="398"/>
                </a:lnTo>
                <a:lnTo>
                  <a:pt x="3924" y="0"/>
                </a:lnTo>
                <a:lnTo>
                  <a:pt x="5232" y="0"/>
                </a:lnTo>
              </a:path>
            </a:pathLst>
          </a:custGeom>
          <a:noFill/>
          <a:ln w="9525" cap="rnd">
            <a:solidFill>
              <a:schemeClr val="accent1"/>
            </a:solidFill>
            <a:round/>
            <a:headEnd type="none" w="sm" len="sm"/>
            <a:tailEnd type="none" w="sm" len="sm"/>
          </a:ln>
        </p:spPr>
        <p:txBody>
          <a:bodyPr/>
          <a:lstStyle/>
          <a:p>
            <a:pPr>
              <a:defRPr/>
            </a:pPr>
            <a:endParaRPr lang="en-US" sz="1463" dirty="0"/>
          </a:p>
        </p:txBody>
      </p:sp>
      <p:sp>
        <p:nvSpPr>
          <p:cNvPr id="5" name="Freeform 4"/>
          <p:cNvSpPr>
            <a:spLocks/>
          </p:cNvSpPr>
          <p:nvPr/>
        </p:nvSpPr>
        <p:spPr bwMode="auto">
          <a:xfrm>
            <a:off x="407591" y="2079165"/>
            <a:ext cx="9090819" cy="2032794"/>
          </a:xfrm>
          <a:custGeom>
            <a:avLst/>
            <a:gdLst>
              <a:gd name="T0" fmla="*/ 0 w 5713"/>
              <a:gd name="T1" fmla="*/ 2147483647 h 1681"/>
              <a:gd name="T2" fmla="*/ 0 w 5713"/>
              <a:gd name="T3" fmla="*/ 2147483647 h 1681"/>
              <a:gd name="T4" fmla="*/ 2147483647 w 5713"/>
              <a:gd name="T5" fmla="*/ 2147483647 h 1681"/>
              <a:gd name="T6" fmla="*/ 2147483647 w 5713"/>
              <a:gd name="T7" fmla="*/ 2147483647 h 1681"/>
              <a:gd name="T8" fmla="*/ 2147483647 w 5713"/>
              <a:gd name="T9" fmla="*/ 2147483647 h 1681"/>
              <a:gd name="T10" fmla="*/ 2147483647 w 5713"/>
              <a:gd name="T11" fmla="*/ 2147483647 h 1681"/>
              <a:gd name="T12" fmla="*/ 2147483647 w 5713"/>
              <a:gd name="T13" fmla="*/ 2147483647 h 1681"/>
              <a:gd name="T14" fmla="*/ 2147483647 w 5713"/>
              <a:gd name="T15" fmla="*/ 2147483647 h 1681"/>
              <a:gd name="T16" fmla="*/ 2147483647 w 5713"/>
              <a:gd name="T17" fmla="*/ 2147483647 h 1681"/>
              <a:gd name="T18" fmla="*/ 2147483647 w 5713"/>
              <a:gd name="T19" fmla="*/ 0 h 1681"/>
              <a:gd name="T20" fmla="*/ 2147483647 w 5713"/>
              <a:gd name="T21" fmla="*/ 0 h 16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13"/>
              <a:gd name="T34" fmla="*/ 0 h 1681"/>
              <a:gd name="T35" fmla="*/ 5713 w 5713"/>
              <a:gd name="T36" fmla="*/ 1681 h 168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13" h="1681">
                <a:moveTo>
                  <a:pt x="0" y="1680"/>
                </a:moveTo>
                <a:lnTo>
                  <a:pt x="0" y="1344"/>
                </a:lnTo>
                <a:lnTo>
                  <a:pt x="1142" y="1344"/>
                </a:lnTo>
                <a:lnTo>
                  <a:pt x="1142" y="1008"/>
                </a:lnTo>
                <a:lnTo>
                  <a:pt x="2284" y="1008"/>
                </a:lnTo>
                <a:lnTo>
                  <a:pt x="2284" y="672"/>
                </a:lnTo>
                <a:lnTo>
                  <a:pt x="3427" y="672"/>
                </a:lnTo>
                <a:lnTo>
                  <a:pt x="3427" y="336"/>
                </a:lnTo>
                <a:lnTo>
                  <a:pt x="4569" y="336"/>
                </a:lnTo>
                <a:lnTo>
                  <a:pt x="4569" y="0"/>
                </a:lnTo>
                <a:lnTo>
                  <a:pt x="5712" y="0"/>
                </a:lnTo>
              </a:path>
            </a:pathLst>
          </a:custGeom>
          <a:noFill/>
          <a:ln w="9525" cap="rnd">
            <a:solidFill>
              <a:schemeClr val="accent1"/>
            </a:solidFill>
            <a:round/>
            <a:headEnd type="none" w="sm" len="sm"/>
            <a:tailEnd type="none" w="sm" len="sm"/>
          </a:ln>
        </p:spPr>
        <p:txBody>
          <a:bodyPr/>
          <a:lstStyle/>
          <a:p>
            <a:pPr>
              <a:defRPr/>
            </a:pPr>
            <a:endParaRPr lang="en-US" sz="1463" dirty="0"/>
          </a:p>
        </p:txBody>
      </p:sp>
      <p:sp>
        <p:nvSpPr>
          <p:cNvPr id="6" name="Freeform 5"/>
          <p:cNvSpPr>
            <a:spLocks/>
          </p:cNvSpPr>
          <p:nvPr/>
        </p:nvSpPr>
        <p:spPr bwMode="auto">
          <a:xfrm>
            <a:off x="407591" y="2387491"/>
            <a:ext cx="9090819" cy="2439094"/>
          </a:xfrm>
          <a:custGeom>
            <a:avLst/>
            <a:gdLst>
              <a:gd name="T0" fmla="*/ 0 w 5713"/>
              <a:gd name="T1" fmla="*/ 2147483647 h 2017"/>
              <a:gd name="T2" fmla="*/ 0 w 5713"/>
              <a:gd name="T3" fmla="*/ 2147483647 h 2017"/>
              <a:gd name="T4" fmla="*/ 2147483647 w 5713"/>
              <a:gd name="T5" fmla="*/ 2147483647 h 2017"/>
              <a:gd name="T6" fmla="*/ 2147483647 w 5713"/>
              <a:gd name="T7" fmla="*/ 2147483647 h 2017"/>
              <a:gd name="T8" fmla="*/ 2147483647 w 5713"/>
              <a:gd name="T9" fmla="*/ 2147483647 h 2017"/>
              <a:gd name="T10" fmla="*/ 2147483647 w 5713"/>
              <a:gd name="T11" fmla="*/ 2147483647 h 2017"/>
              <a:gd name="T12" fmla="*/ 2147483647 w 5713"/>
              <a:gd name="T13" fmla="*/ 2147483647 h 2017"/>
              <a:gd name="T14" fmla="*/ 2147483647 w 5713"/>
              <a:gd name="T15" fmla="*/ 2147483647 h 2017"/>
              <a:gd name="T16" fmla="*/ 2147483647 w 5713"/>
              <a:gd name="T17" fmla="*/ 2147483647 h 2017"/>
              <a:gd name="T18" fmla="*/ 2147483647 w 5713"/>
              <a:gd name="T19" fmla="*/ 2147483647 h 2017"/>
              <a:gd name="T20" fmla="*/ 2147483647 w 5713"/>
              <a:gd name="T21" fmla="*/ 2147483647 h 2017"/>
              <a:gd name="T22" fmla="*/ 2147483647 w 5713"/>
              <a:gd name="T23" fmla="*/ 0 h 2017"/>
              <a:gd name="T24" fmla="*/ 2147483647 w 5713"/>
              <a:gd name="T25" fmla="*/ 0 h 20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13"/>
              <a:gd name="T40" fmla="*/ 0 h 2017"/>
              <a:gd name="T41" fmla="*/ 5713 w 5713"/>
              <a:gd name="T42" fmla="*/ 2017 h 20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13" h="2017">
                <a:moveTo>
                  <a:pt x="0" y="2016"/>
                </a:moveTo>
                <a:lnTo>
                  <a:pt x="0" y="1680"/>
                </a:lnTo>
                <a:lnTo>
                  <a:pt x="952" y="1680"/>
                </a:lnTo>
                <a:lnTo>
                  <a:pt x="952" y="1344"/>
                </a:lnTo>
                <a:lnTo>
                  <a:pt x="1904" y="1344"/>
                </a:lnTo>
                <a:lnTo>
                  <a:pt x="1904" y="1008"/>
                </a:lnTo>
                <a:lnTo>
                  <a:pt x="2856" y="1008"/>
                </a:lnTo>
                <a:lnTo>
                  <a:pt x="2856" y="672"/>
                </a:lnTo>
                <a:lnTo>
                  <a:pt x="3808" y="672"/>
                </a:lnTo>
                <a:lnTo>
                  <a:pt x="3808" y="336"/>
                </a:lnTo>
                <a:lnTo>
                  <a:pt x="4760" y="336"/>
                </a:lnTo>
                <a:lnTo>
                  <a:pt x="4760" y="0"/>
                </a:lnTo>
                <a:lnTo>
                  <a:pt x="5712" y="0"/>
                </a:lnTo>
              </a:path>
            </a:pathLst>
          </a:custGeom>
          <a:noFill/>
          <a:ln w="9525" cap="rnd">
            <a:solidFill>
              <a:schemeClr val="accent1"/>
            </a:solidFill>
            <a:round/>
            <a:headEnd type="none" w="sm" len="sm"/>
            <a:tailEnd type="none" w="sm" len="sm"/>
          </a:ln>
        </p:spPr>
        <p:txBody>
          <a:bodyPr/>
          <a:lstStyle/>
          <a:p>
            <a:pPr>
              <a:defRPr/>
            </a:pPr>
            <a:endParaRPr lang="en-US" sz="1463" dirty="0"/>
          </a:p>
        </p:txBody>
      </p:sp>
      <p:sp>
        <p:nvSpPr>
          <p:cNvPr id="7" name="Freeform 6"/>
          <p:cNvSpPr>
            <a:spLocks/>
          </p:cNvSpPr>
          <p:nvPr/>
        </p:nvSpPr>
        <p:spPr bwMode="auto">
          <a:xfrm>
            <a:off x="407591" y="2903818"/>
            <a:ext cx="9090819" cy="2844106"/>
          </a:xfrm>
          <a:custGeom>
            <a:avLst/>
            <a:gdLst>
              <a:gd name="T0" fmla="*/ 0 w 5761"/>
              <a:gd name="T1" fmla="*/ 2147483647 h 2353"/>
              <a:gd name="T2" fmla="*/ 0 w 5761"/>
              <a:gd name="T3" fmla="*/ 2147483647 h 2353"/>
              <a:gd name="T4" fmla="*/ 2147483647 w 5761"/>
              <a:gd name="T5" fmla="*/ 2147483647 h 2353"/>
              <a:gd name="T6" fmla="*/ 2147483647 w 5761"/>
              <a:gd name="T7" fmla="*/ 2147483647 h 2353"/>
              <a:gd name="T8" fmla="*/ 2147483647 w 5761"/>
              <a:gd name="T9" fmla="*/ 2147483647 h 2353"/>
              <a:gd name="T10" fmla="*/ 2147483647 w 5761"/>
              <a:gd name="T11" fmla="*/ 2147483647 h 2353"/>
              <a:gd name="T12" fmla="*/ 2147483647 w 5761"/>
              <a:gd name="T13" fmla="*/ 2147483647 h 2353"/>
              <a:gd name="T14" fmla="*/ 2147483647 w 5761"/>
              <a:gd name="T15" fmla="*/ 2147483647 h 2353"/>
              <a:gd name="T16" fmla="*/ 2147483647 w 5761"/>
              <a:gd name="T17" fmla="*/ 2147483647 h 2353"/>
              <a:gd name="T18" fmla="*/ 2147483647 w 5761"/>
              <a:gd name="T19" fmla="*/ 2147483647 h 2353"/>
              <a:gd name="T20" fmla="*/ 2147483647 w 5761"/>
              <a:gd name="T21" fmla="*/ 2147483647 h 2353"/>
              <a:gd name="T22" fmla="*/ 2147483647 w 5761"/>
              <a:gd name="T23" fmla="*/ 2147483647 h 2353"/>
              <a:gd name="T24" fmla="*/ 2147483647 w 5761"/>
              <a:gd name="T25" fmla="*/ 2147483647 h 2353"/>
              <a:gd name="T26" fmla="*/ 2147483647 w 5761"/>
              <a:gd name="T27" fmla="*/ 0 h 2353"/>
              <a:gd name="T28" fmla="*/ 2147483647 w 5761"/>
              <a:gd name="T29" fmla="*/ 0 h 23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61"/>
              <a:gd name="T46" fmla="*/ 0 h 2353"/>
              <a:gd name="T47" fmla="*/ 5761 w 5761"/>
              <a:gd name="T48" fmla="*/ 2353 h 23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61" h="2353">
                <a:moveTo>
                  <a:pt x="0" y="2352"/>
                </a:moveTo>
                <a:lnTo>
                  <a:pt x="0" y="2016"/>
                </a:lnTo>
                <a:lnTo>
                  <a:pt x="822" y="2016"/>
                </a:lnTo>
                <a:lnTo>
                  <a:pt x="822" y="1680"/>
                </a:lnTo>
                <a:lnTo>
                  <a:pt x="1645" y="1680"/>
                </a:lnTo>
                <a:lnTo>
                  <a:pt x="1645" y="1344"/>
                </a:lnTo>
                <a:lnTo>
                  <a:pt x="2468" y="1344"/>
                </a:lnTo>
                <a:lnTo>
                  <a:pt x="2468" y="1008"/>
                </a:lnTo>
                <a:lnTo>
                  <a:pt x="3291" y="1008"/>
                </a:lnTo>
                <a:lnTo>
                  <a:pt x="3291" y="672"/>
                </a:lnTo>
                <a:lnTo>
                  <a:pt x="4114" y="672"/>
                </a:lnTo>
                <a:lnTo>
                  <a:pt x="4114" y="336"/>
                </a:lnTo>
                <a:lnTo>
                  <a:pt x="4937" y="336"/>
                </a:lnTo>
                <a:lnTo>
                  <a:pt x="4937" y="0"/>
                </a:lnTo>
                <a:lnTo>
                  <a:pt x="5760" y="0"/>
                </a:lnTo>
              </a:path>
            </a:pathLst>
          </a:custGeom>
          <a:noFill/>
          <a:ln w="9525" cap="rnd">
            <a:solidFill>
              <a:schemeClr val="accent1"/>
            </a:solidFill>
            <a:round/>
            <a:headEnd type="none" w="sm" len="sm"/>
            <a:tailEnd type="none" w="sm" len="sm"/>
          </a:ln>
        </p:spPr>
        <p:txBody>
          <a:bodyPr/>
          <a:lstStyle/>
          <a:p>
            <a:pPr>
              <a:defRPr/>
            </a:pPr>
            <a:endParaRPr lang="en-US" sz="1463" dirty="0"/>
          </a:p>
        </p:txBody>
      </p:sp>
    </p:spTree>
    <p:extLst>
      <p:ext uri="{BB962C8B-B14F-4D97-AF65-F5344CB8AC3E}">
        <p14:creationId xmlns:p14="http://schemas.microsoft.com/office/powerpoint/2010/main" val="157031203"/>
      </p:ext>
    </p:extLst>
  </p:cSld>
  <p:clrMapOvr>
    <a:masterClrMapping/>
  </p:clrMapOvr>
  <p:transition>
    <p:fade/>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822E371C-26C4-4779-B479-621892D0E74C}"/>
              </a:ext>
            </a:extLst>
          </p:cNvPr>
          <p:cNvSpPr>
            <a:spLocks noGrp="1"/>
          </p:cNvSpPr>
          <p:nvPr>
            <p:ph idx="1"/>
          </p:nvPr>
        </p:nvSpPr>
        <p:spPr>
          <a:prstGeom prst="rect">
            <a:avLst/>
          </a:prstGeom>
        </p:spPr>
        <p:txBody>
          <a:bodyPr/>
          <a:lstStyle/>
          <a:p>
            <a:r>
              <a:rPr lang="en-US" dirty="0"/>
              <a:t>Title</a:t>
            </a:r>
          </a:p>
        </p:txBody>
      </p:sp>
      <p:sp>
        <p:nvSpPr>
          <p:cNvPr id="278532" name="Title 1"/>
          <p:cNvSpPr>
            <a:spLocks noGrp="1"/>
          </p:cNvSpPr>
          <p:nvPr>
            <p:ph type="title"/>
          </p:nvPr>
        </p:nvSpPr>
        <p:spPr/>
        <p:txBody>
          <a:bodyPr/>
          <a:lstStyle/>
          <a:p>
            <a:r>
              <a:rPr lang="en-US" dirty="0"/>
              <a:t>Diagonal boxes </a:t>
            </a:r>
          </a:p>
        </p:txBody>
      </p:sp>
      <p:sp>
        <p:nvSpPr>
          <p:cNvPr id="5" name="Text Placeholder 4"/>
          <p:cNvSpPr>
            <a:spLocks noGrp="1"/>
          </p:cNvSpPr>
          <p:nvPr>
            <p:ph type="body" sz="quarter" idx="13"/>
          </p:nvPr>
        </p:nvSpPr>
        <p:spPr/>
        <p:txBody>
          <a:bodyPr/>
          <a:lstStyle/>
          <a:p>
            <a:r>
              <a:rPr lang="en-US" dirty="0"/>
              <a:t>Three steps</a:t>
            </a:r>
          </a:p>
        </p:txBody>
      </p:sp>
      <p:grpSp>
        <p:nvGrpSpPr>
          <p:cNvPr id="2" name="Group 1">
            <a:extLst>
              <a:ext uri="{FF2B5EF4-FFF2-40B4-BE49-F238E27FC236}">
                <a16:creationId xmlns:a16="http://schemas.microsoft.com/office/drawing/2014/main" id="{AF5B12EB-F37A-4D8C-AB9C-3B447118CED2}"/>
              </a:ext>
            </a:extLst>
          </p:cNvPr>
          <p:cNvGrpSpPr/>
          <p:nvPr/>
        </p:nvGrpSpPr>
        <p:grpSpPr>
          <a:xfrm>
            <a:off x="429000" y="2249562"/>
            <a:ext cx="9048000" cy="2454217"/>
            <a:chOff x="2340405" y="1977382"/>
            <a:chExt cx="7437008" cy="3020575"/>
          </a:xfrm>
        </p:grpSpPr>
        <p:sp>
          <p:nvSpPr>
            <p:cNvPr id="13" name="Rectangle 3"/>
            <p:cNvSpPr>
              <a:spLocks noChangeArrowheads="1"/>
            </p:cNvSpPr>
            <p:nvPr/>
          </p:nvSpPr>
          <p:spPr bwMode="auto">
            <a:xfrm>
              <a:off x="4915909" y="2833045"/>
              <a:ext cx="2286000" cy="755650"/>
            </a:xfrm>
            <a:prstGeom prst="rect">
              <a:avLst/>
            </a:prstGeom>
            <a:solidFill>
              <a:schemeClr val="accent5"/>
            </a:solidFill>
            <a:ln w="12700">
              <a:noFill/>
              <a:miter lim="800000"/>
              <a:headEnd/>
              <a:tailEnd/>
            </a:ln>
          </p:spPr>
          <p:txBody>
            <a:bodyPr lIns="74295" tIns="74295" rIns="74295" bIns="74295" anchor="ctr"/>
            <a:lstStyle/>
            <a:p>
              <a:pPr algn="ctr" defTabSz="702982">
                <a:defRPr/>
              </a:pPr>
              <a:r>
                <a:rPr lang="en-US" sz="1400" dirty="0">
                  <a:solidFill>
                    <a:schemeClr val="bg1"/>
                  </a:solidFill>
                  <a:latin typeface="Aptos" panose="020B0004020202020204" pitchFamily="34" charset="0"/>
                  <a:ea typeface="ＭＳ Ｐゴシック" pitchFamily="50" charset="-128"/>
                </a:rPr>
                <a:t>Text</a:t>
              </a:r>
            </a:p>
          </p:txBody>
        </p:sp>
        <p:sp>
          <p:nvSpPr>
            <p:cNvPr id="19" name="Rectangle 4"/>
            <p:cNvSpPr>
              <a:spLocks noChangeArrowheads="1"/>
            </p:cNvSpPr>
            <p:nvPr/>
          </p:nvSpPr>
          <p:spPr bwMode="auto">
            <a:xfrm>
              <a:off x="7491413" y="1977382"/>
              <a:ext cx="2286000" cy="755650"/>
            </a:xfrm>
            <a:prstGeom prst="rect">
              <a:avLst/>
            </a:prstGeom>
            <a:solidFill>
              <a:schemeClr val="accent6"/>
            </a:solidFill>
            <a:ln w="12700">
              <a:noFill/>
              <a:miter lim="800000"/>
              <a:headEnd/>
              <a:tailEnd/>
            </a:ln>
          </p:spPr>
          <p:txBody>
            <a:bodyPr lIns="74295" tIns="74295" rIns="74295" bIns="74295" anchor="ctr"/>
            <a:lstStyle/>
            <a:p>
              <a:pPr algn="ctr" defTabSz="702982">
                <a:defRPr/>
              </a:pPr>
              <a:r>
                <a:rPr lang="en-US" sz="1400" dirty="0">
                  <a:solidFill>
                    <a:schemeClr val="bg1"/>
                  </a:solidFill>
                  <a:latin typeface="Aptos" panose="020B0004020202020204" pitchFamily="34" charset="0"/>
                  <a:ea typeface="ＭＳ Ｐゴシック" pitchFamily="50" charset="-128"/>
                </a:rPr>
                <a:t>Text</a:t>
              </a:r>
            </a:p>
          </p:txBody>
        </p:sp>
        <p:sp>
          <p:nvSpPr>
            <p:cNvPr id="20" name="Rectangle 5"/>
            <p:cNvSpPr>
              <a:spLocks noChangeArrowheads="1"/>
            </p:cNvSpPr>
            <p:nvPr/>
          </p:nvSpPr>
          <p:spPr bwMode="auto">
            <a:xfrm>
              <a:off x="2340405" y="3688707"/>
              <a:ext cx="2286000" cy="755650"/>
            </a:xfrm>
            <a:prstGeom prst="rect">
              <a:avLst/>
            </a:prstGeom>
            <a:solidFill>
              <a:schemeClr val="accent3"/>
            </a:solidFill>
            <a:ln w="12700">
              <a:noFill/>
              <a:miter lim="800000"/>
              <a:headEnd/>
              <a:tailEnd/>
            </a:ln>
          </p:spPr>
          <p:txBody>
            <a:bodyPr lIns="74295" tIns="74295" rIns="74295" bIns="74295" anchor="ctr"/>
            <a:lstStyle/>
            <a:p>
              <a:pPr algn="ctr" defTabSz="702982">
                <a:defRPr/>
              </a:pPr>
              <a:r>
                <a:rPr lang="en-US" sz="1400" dirty="0">
                  <a:solidFill>
                    <a:schemeClr val="bg1"/>
                  </a:solidFill>
                  <a:latin typeface="Aptos" panose="020B0004020202020204" pitchFamily="34" charset="0"/>
                  <a:ea typeface="ＭＳ Ｐゴシック" pitchFamily="50" charset="-128"/>
                </a:rPr>
                <a:t>Text</a:t>
              </a:r>
            </a:p>
          </p:txBody>
        </p:sp>
        <p:cxnSp>
          <p:nvCxnSpPr>
            <p:cNvPr id="21" name="AutoShape 6"/>
            <p:cNvCxnSpPr>
              <a:cxnSpLocks noChangeShapeType="1"/>
              <a:stCxn id="20" idx="0"/>
              <a:endCxn id="13" idx="1"/>
            </p:cNvCxnSpPr>
            <p:nvPr/>
          </p:nvCxnSpPr>
          <p:spPr bwMode="auto">
            <a:xfrm rot="5400000" flipH="1" flipV="1">
              <a:off x="3960740" y="2733537"/>
              <a:ext cx="477837" cy="1432504"/>
            </a:xfrm>
            <a:prstGeom prst="bentConnector2">
              <a:avLst/>
            </a:prstGeom>
            <a:noFill/>
            <a:ln w="6350">
              <a:solidFill>
                <a:schemeClr val="tx1"/>
              </a:solidFill>
              <a:miter lim="800000"/>
              <a:headEnd/>
              <a:tailEnd type="triangle" w="med" len="med"/>
            </a:ln>
          </p:spPr>
        </p:cxnSp>
        <p:cxnSp>
          <p:nvCxnSpPr>
            <p:cNvPr id="22" name="AutoShape 7"/>
            <p:cNvCxnSpPr>
              <a:cxnSpLocks noChangeShapeType="1"/>
              <a:stCxn id="13" idx="0"/>
              <a:endCxn id="19" idx="1"/>
            </p:cNvCxnSpPr>
            <p:nvPr/>
          </p:nvCxnSpPr>
          <p:spPr bwMode="auto">
            <a:xfrm rot="5400000" flipH="1" flipV="1">
              <a:off x="6536242" y="1877874"/>
              <a:ext cx="477838" cy="1432504"/>
            </a:xfrm>
            <a:prstGeom prst="bentConnector2">
              <a:avLst/>
            </a:prstGeom>
            <a:noFill/>
            <a:ln w="6350">
              <a:solidFill>
                <a:schemeClr val="tx1"/>
              </a:solidFill>
              <a:miter lim="800000"/>
              <a:headEnd/>
              <a:tailEnd type="triangle" w="med" len="med"/>
            </a:ln>
          </p:spPr>
        </p:cxnSp>
        <p:sp>
          <p:nvSpPr>
            <p:cNvPr id="31" name="TextBox 30"/>
            <p:cNvSpPr txBox="1"/>
            <p:nvPr/>
          </p:nvSpPr>
          <p:spPr>
            <a:xfrm>
              <a:off x="2340405" y="4480261"/>
              <a:ext cx="228600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solidFill>
                    <a:schemeClr val="bg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rPr>
                <a:t>This is a level 1 bullet</a:t>
              </a:r>
            </a:p>
          </p:txBody>
        </p:sp>
        <p:sp>
          <p:nvSpPr>
            <p:cNvPr id="38" name="TextBox 37"/>
            <p:cNvSpPr txBox="1"/>
            <p:nvPr/>
          </p:nvSpPr>
          <p:spPr>
            <a:xfrm>
              <a:off x="4915909" y="3618350"/>
              <a:ext cx="228600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solidFill>
                    <a:schemeClr val="bg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rPr>
                <a:t>This is a level 1 bullet</a:t>
              </a:r>
            </a:p>
          </p:txBody>
        </p:sp>
        <p:sp>
          <p:nvSpPr>
            <p:cNvPr id="39" name="TextBox 38"/>
            <p:cNvSpPr txBox="1"/>
            <p:nvPr/>
          </p:nvSpPr>
          <p:spPr>
            <a:xfrm>
              <a:off x="7491413" y="2767284"/>
              <a:ext cx="228600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solidFill>
                    <a:schemeClr val="bg1"/>
                  </a:solidFill>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solidFill>
                    <a:schemeClr val="bg1"/>
                  </a:solidFill>
                  <a:latin typeface="Aptos" panose="020B0004020202020204" pitchFamily="34" charset="0"/>
                </a:rPr>
                <a:t>This is a level 1 bullet</a:t>
              </a:r>
            </a:p>
          </p:txBody>
        </p:sp>
      </p:grpSp>
      <p:sp>
        <p:nvSpPr>
          <p:cNvPr id="48" name="Rectangle 5"/>
          <p:cNvSpPr>
            <a:spLocks noChangeArrowheads="1"/>
          </p:cNvSpPr>
          <p:nvPr/>
        </p:nvSpPr>
        <p:spPr bwMode="auto">
          <a:xfrm>
            <a:off x="937675" y="5583688"/>
            <a:ext cx="1857375"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400" dirty="0">
                <a:solidFill>
                  <a:schemeClr val="bg1"/>
                </a:solidFill>
                <a:latin typeface="Aptos" panose="020B0004020202020204" pitchFamily="34" charset="0"/>
                <a:ea typeface="ＭＳ Ｐゴシック" charset="-128"/>
              </a:rPr>
              <a:t>Text</a:t>
            </a:r>
          </a:p>
        </p:txBody>
      </p:sp>
      <p:sp>
        <p:nvSpPr>
          <p:cNvPr id="49" name="AutoShape 11"/>
          <p:cNvSpPr>
            <a:spLocks noChangeArrowheads="1"/>
          </p:cNvSpPr>
          <p:nvPr/>
        </p:nvSpPr>
        <p:spPr bwMode="gray">
          <a:xfrm>
            <a:off x="1720111" y="5295295"/>
            <a:ext cx="292500" cy="219375"/>
          </a:xfrm>
          <a:prstGeom prst="downArrow">
            <a:avLst>
              <a:gd name="adj1" fmla="val 49815"/>
              <a:gd name="adj2" fmla="val 54667"/>
            </a:avLst>
          </a:prstGeom>
          <a:solidFill>
            <a:schemeClr val="accent3"/>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50" name="Rectangle 5"/>
          <p:cNvSpPr>
            <a:spLocks noChangeArrowheads="1"/>
          </p:cNvSpPr>
          <p:nvPr/>
        </p:nvSpPr>
        <p:spPr bwMode="auto">
          <a:xfrm>
            <a:off x="3994177" y="5583688"/>
            <a:ext cx="1857375"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400" dirty="0">
                <a:solidFill>
                  <a:schemeClr val="bg1"/>
                </a:solidFill>
                <a:latin typeface="Aptos" panose="020B0004020202020204" pitchFamily="34" charset="0"/>
                <a:ea typeface="ＭＳ Ｐゴシック" charset="-128"/>
              </a:rPr>
              <a:t>Text</a:t>
            </a:r>
          </a:p>
        </p:txBody>
      </p:sp>
      <p:sp>
        <p:nvSpPr>
          <p:cNvPr id="51" name="AutoShape 11"/>
          <p:cNvSpPr>
            <a:spLocks noChangeArrowheads="1"/>
          </p:cNvSpPr>
          <p:nvPr/>
        </p:nvSpPr>
        <p:spPr bwMode="gray">
          <a:xfrm>
            <a:off x="4776614" y="5295295"/>
            <a:ext cx="292500" cy="219375"/>
          </a:xfrm>
          <a:prstGeom prst="downArrow">
            <a:avLst>
              <a:gd name="adj1" fmla="val 49815"/>
              <a:gd name="adj2" fmla="val 54667"/>
            </a:avLst>
          </a:prstGeom>
          <a:solidFill>
            <a:schemeClr val="accent5"/>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54" name="Rectangle 5"/>
          <p:cNvSpPr>
            <a:spLocks noChangeArrowheads="1"/>
          </p:cNvSpPr>
          <p:nvPr/>
        </p:nvSpPr>
        <p:spPr bwMode="auto">
          <a:xfrm>
            <a:off x="7196928" y="5583688"/>
            <a:ext cx="1857375"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400" dirty="0">
                <a:solidFill>
                  <a:schemeClr val="bg1"/>
                </a:solidFill>
                <a:latin typeface="Aptos" panose="020B0004020202020204" pitchFamily="34" charset="0"/>
                <a:ea typeface="ＭＳ Ｐゴシック" charset="-128"/>
              </a:rPr>
              <a:t>Text</a:t>
            </a:r>
          </a:p>
        </p:txBody>
      </p:sp>
      <p:sp>
        <p:nvSpPr>
          <p:cNvPr id="55" name="AutoShape 11"/>
          <p:cNvSpPr>
            <a:spLocks noChangeArrowheads="1"/>
          </p:cNvSpPr>
          <p:nvPr/>
        </p:nvSpPr>
        <p:spPr bwMode="gray">
          <a:xfrm>
            <a:off x="7979366" y="5295295"/>
            <a:ext cx="292500" cy="219375"/>
          </a:xfrm>
          <a:prstGeom prst="downArrow">
            <a:avLst>
              <a:gd name="adj1" fmla="val 49815"/>
              <a:gd name="adj2" fmla="val 54667"/>
            </a:avLst>
          </a:prstGeom>
          <a:solidFill>
            <a:schemeClr val="accent6"/>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Tree>
    <p:extLst>
      <p:ext uri="{BB962C8B-B14F-4D97-AF65-F5344CB8AC3E}">
        <p14:creationId xmlns:p14="http://schemas.microsoft.com/office/powerpoint/2010/main" val="1869071948"/>
      </p:ext>
    </p:extLst>
  </p:cSld>
  <p:clrMapOvr>
    <a:masterClrMapping/>
  </p:clrMapOvr>
  <p:transition>
    <p:fade/>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dirty="0"/>
              <a:t>Four steps</a:t>
            </a:r>
          </a:p>
        </p:txBody>
      </p:sp>
      <p:sp>
        <p:nvSpPr>
          <p:cNvPr id="279555" name="Title 1"/>
          <p:cNvSpPr>
            <a:spLocks noGrp="1"/>
          </p:cNvSpPr>
          <p:nvPr>
            <p:ph type="title"/>
          </p:nvPr>
        </p:nvSpPr>
        <p:spPr/>
        <p:txBody>
          <a:bodyPr/>
          <a:lstStyle/>
          <a:p>
            <a:r>
              <a:rPr lang="en-US" dirty="0"/>
              <a:t>Diagonal boxes</a:t>
            </a:r>
          </a:p>
        </p:txBody>
      </p:sp>
      <p:sp>
        <p:nvSpPr>
          <p:cNvPr id="4" name="Text Placeholder 3">
            <a:extLst>
              <a:ext uri="{FF2B5EF4-FFF2-40B4-BE49-F238E27FC236}">
                <a16:creationId xmlns:a16="http://schemas.microsoft.com/office/drawing/2014/main" id="{92574206-DDB2-4B44-996C-9AA28C98EFE8}"/>
              </a:ext>
            </a:extLst>
          </p:cNvPr>
          <p:cNvSpPr>
            <a:spLocks noGrp="1"/>
          </p:cNvSpPr>
          <p:nvPr>
            <p:ph idx="1"/>
          </p:nvPr>
        </p:nvSpPr>
        <p:spPr/>
        <p:txBody>
          <a:bodyPr/>
          <a:lstStyle/>
          <a:p>
            <a:r>
              <a:rPr lang="en-US" dirty="0"/>
              <a:t>Title</a:t>
            </a:r>
          </a:p>
        </p:txBody>
      </p:sp>
      <p:grpSp>
        <p:nvGrpSpPr>
          <p:cNvPr id="2" name="Group 1">
            <a:extLst>
              <a:ext uri="{FF2B5EF4-FFF2-40B4-BE49-F238E27FC236}">
                <a16:creationId xmlns:a16="http://schemas.microsoft.com/office/drawing/2014/main" id="{B2F963F3-55CC-4F5C-ACBE-4345449C4AA5}"/>
              </a:ext>
            </a:extLst>
          </p:cNvPr>
          <p:cNvGrpSpPr/>
          <p:nvPr/>
        </p:nvGrpSpPr>
        <p:grpSpPr>
          <a:xfrm>
            <a:off x="415021" y="1865608"/>
            <a:ext cx="9090819" cy="2718068"/>
            <a:chOff x="2115904" y="1972147"/>
            <a:chExt cx="7947320" cy="3345313"/>
          </a:xfrm>
        </p:grpSpPr>
        <p:sp>
          <p:nvSpPr>
            <p:cNvPr id="15" name="Rectangle 3"/>
            <p:cNvSpPr>
              <a:spLocks noChangeArrowheads="1"/>
            </p:cNvSpPr>
            <p:nvPr/>
          </p:nvSpPr>
          <p:spPr bwMode="auto">
            <a:xfrm>
              <a:off x="2115904" y="4250210"/>
              <a:ext cx="1828800" cy="520700"/>
            </a:xfrm>
            <a:prstGeom prst="rect">
              <a:avLst/>
            </a:prstGeom>
            <a:solidFill>
              <a:schemeClr val="accent1"/>
            </a:solidFill>
            <a:ln w="12700" algn="ctr">
              <a:noFill/>
              <a:miter lim="800000"/>
              <a:headEnd/>
              <a:tailEnd/>
            </a:ln>
          </p:spPr>
          <p:txBody>
            <a:bodyPr lIns="74295" tIns="74295" rIns="74295" bIns="74295" anchor="ctr"/>
            <a:lstStyle/>
            <a:p>
              <a:pPr algn="ctr" defTabSz="702982">
                <a:lnSpc>
                  <a:spcPct val="95000"/>
                </a:lnSpc>
                <a:defRPr/>
              </a:pPr>
              <a:r>
                <a:rPr lang="en-US" sz="1200" dirty="0">
                  <a:latin typeface="Aptos" panose="020B0004020202020204" pitchFamily="34" charset="0"/>
                  <a:ea typeface="ＭＳ Ｐゴシック" pitchFamily="50" charset="-128"/>
                </a:rPr>
                <a:t>Text</a:t>
              </a:r>
            </a:p>
          </p:txBody>
        </p:sp>
        <p:sp>
          <p:nvSpPr>
            <p:cNvPr id="16" name="Rectangle 4"/>
            <p:cNvSpPr>
              <a:spLocks noChangeArrowheads="1"/>
            </p:cNvSpPr>
            <p:nvPr/>
          </p:nvSpPr>
          <p:spPr bwMode="auto">
            <a:xfrm>
              <a:off x="4155411" y="3490855"/>
              <a:ext cx="1828800" cy="520700"/>
            </a:xfrm>
            <a:prstGeom prst="rect">
              <a:avLst/>
            </a:prstGeom>
            <a:solidFill>
              <a:schemeClr val="accent3"/>
            </a:solidFill>
            <a:ln w="12700" algn="ctr">
              <a:noFill/>
              <a:miter lim="800000"/>
              <a:headEnd/>
              <a:tailEnd/>
            </a:ln>
          </p:spPr>
          <p:txBody>
            <a:bodyPr lIns="74295" tIns="74295" rIns="74295" bIns="74295" anchor="ctr"/>
            <a:lstStyle/>
            <a:p>
              <a:pPr algn="ctr" defTabSz="702982">
                <a:lnSpc>
                  <a:spcPct val="95000"/>
                </a:lnSpc>
                <a:defRPr/>
              </a:pPr>
              <a:r>
                <a:rPr lang="en-US" sz="1200" dirty="0">
                  <a:solidFill>
                    <a:schemeClr val="bg1"/>
                  </a:solidFill>
                  <a:latin typeface="Aptos" panose="020B0004020202020204" pitchFamily="34" charset="0"/>
                  <a:ea typeface="ＭＳ Ｐゴシック" pitchFamily="50" charset="-128"/>
                </a:rPr>
                <a:t>Text</a:t>
              </a:r>
            </a:p>
          </p:txBody>
        </p:sp>
        <p:sp>
          <p:nvSpPr>
            <p:cNvPr id="17" name="Rectangle 5"/>
            <p:cNvSpPr>
              <a:spLocks noChangeArrowheads="1"/>
            </p:cNvSpPr>
            <p:nvPr/>
          </p:nvSpPr>
          <p:spPr bwMode="auto">
            <a:xfrm>
              <a:off x="6194918" y="2731501"/>
              <a:ext cx="1828800" cy="520700"/>
            </a:xfrm>
            <a:prstGeom prst="rect">
              <a:avLst/>
            </a:prstGeom>
            <a:solidFill>
              <a:schemeClr val="accent5"/>
            </a:solidFill>
            <a:ln w="12700" algn="ctr">
              <a:noFill/>
              <a:miter lim="800000"/>
              <a:headEnd/>
              <a:tailEnd/>
            </a:ln>
          </p:spPr>
          <p:txBody>
            <a:bodyPr lIns="74295" tIns="74295" rIns="74295" bIns="74295" anchor="ctr"/>
            <a:lstStyle/>
            <a:p>
              <a:pPr algn="ctr" defTabSz="702982">
                <a:lnSpc>
                  <a:spcPct val="95000"/>
                </a:lnSpc>
                <a:defRPr/>
              </a:pPr>
              <a:r>
                <a:rPr lang="en-US" sz="1200" dirty="0">
                  <a:solidFill>
                    <a:schemeClr val="bg1"/>
                  </a:solidFill>
                  <a:latin typeface="Aptos" panose="020B0004020202020204" pitchFamily="34" charset="0"/>
                  <a:ea typeface="ＭＳ Ｐゴシック" pitchFamily="50" charset="-128"/>
                </a:rPr>
                <a:t>Text</a:t>
              </a:r>
            </a:p>
          </p:txBody>
        </p:sp>
        <p:sp>
          <p:nvSpPr>
            <p:cNvPr id="18" name="Rectangle 6"/>
            <p:cNvSpPr>
              <a:spLocks noChangeArrowheads="1"/>
            </p:cNvSpPr>
            <p:nvPr/>
          </p:nvSpPr>
          <p:spPr bwMode="auto">
            <a:xfrm>
              <a:off x="8234424" y="1972147"/>
              <a:ext cx="1828800" cy="520700"/>
            </a:xfrm>
            <a:prstGeom prst="rect">
              <a:avLst/>
            </a:prstGeom>
            <a:solidFill>
              <a:schemeClr val="accent6"/>
            </a:solidFill>
            <a:ln w="12700" algn="ctr">
              <a:noFill/>
              <a:miter lim="800000"/>
              <a:headEnd/>
              <a:tailEnd/>
            </a:ln>
          </p:spPr>
          <p:txBody>
            <a:bodyPr lIns="74295" tIns="74295" rIns="74295" bIns="74295" anchor="ctr"/>
            <a:lstStyle/>
            <a:p>
              <a:pPr algn="ctr" defTabSz="702982">
                <a:lnSpc>
                  <a:spcPct val="95000"/>
                </a:lnSpc>
                <a:defRPr/>
              </a:pPr>
              <a:r>
                <a:rPr lang="en-US" sz="1200" dirty="0">
                  <a:solidFill>
                    <a:schemeClr val="bg1"/>
                  </a:solidFill>
                  <a:latin typeface="Aptos" panose="020B0004020202020204" pitchFamily="34" charset="0"/>
                  <a:ea typeface="ＭＳ Ｐゴシック" pitchFamily="50" charset="-128"/>
                </a:rPr>
                <a:t>Text</a:t>
              </a:r>
            </a:p>
          </p:txBody>
        </p:sp>
        <p:cxnSp>
          <p:nvCxnSpPr>
            <p:cNvPr id="19" name="AutoShape 7"/>
            <p:cNvCxnSpPr>
              <a:cxnSpLocks noChangeShapeType="1"/>
              <a:stCxn id="15" idx="0"/>
              <a:endCxn id="16" idx="1"/>
            </p:cNvCxnSpPr>
            <p:nvPr/>
          </p:nvCxnSpPr>
          <p:spPr bwMode="auto">
            <a:xfrm rot="5400000" flipH="1" flipV="1">
              <a:off x="3343356" y="3438156"/>
              <a:ext cx="499005" cy="1125107"/>
            </a:xfrm>
            <a:prstGeom prst="bentConnector2">
              <a:avLst/>
            </a:prstGeom>
            <a:noFill/>
            <a:ln w="6350">
              <a:solidFill>
                <a:schemeClr val="tx1"/>
              </a:solidFill>
              <a:miter lim="800000"/>
              <a:headEnd/>
              <a:tailEnd type="triangle" w="med" len="med"/>
            </a:ln>
          </p:spPr>
        </p:cxnSp>
        <p:cxnSp>
          <p:nvCxnSpPr>
            <p:cNvPr id="20" name="AutoShape 8"/>
            <p:cNvCxnSpPr>
              <a:cxnSpLocks noChangeShapeType="1"/>
              <a:stCxn id="16" idx="0"/>
              <a:endCxn id="17" idx="1"/>
            </p:cNvCxnSpPr>
            <p:nvPr/>
          </p:nvCxnSpPr>
          <p:spPr bwMode="auto">
            <a:xfrm rot="5400000" flipH="1" flipV="1">
              <a:off x="5382862" y="2678801"/>
              <a:ext cx="499004" cy="1125107"/>
            </a:xfrm>
            <a:prstGeom prst="bentConnector2">
              <a:avLst/>
            </a:prstGeom>
            <a:noFill/>
            <a:ln w="6350">
              <a:solidFill>
                <a:schemeClr val="tx1"/>
              </a:solidFill>
              <a:miter lim="800000"/>
              <a:headEnd/>
              <a:tailEnd type="triangle" w="med" len="med"/>
            </a:ln>
          </p:spPr>
        </p:cxnSp>
        <p:cxnSp>
          <p:nvCxnSpPr>
            <p:cNvPr id="21" name="AutoShape 9"/>
            <p:cNvCxnSpPr>
              <a:cxnSpLocks noChangeShapeType="1"/>
              <a:stCxn id="17" idx="0"/>
              <a:endCxn id="18" idx="1"/>
            </p:cNvCxnSpPr>
            <p:nvPr/>
          </p:nvCxnSpPr>
          <p:spPr bwMode="auto">
            <a:xfrm rot="5400000" flipH="1" flipV="1">
              <a:off x="7422369" y="1919446"/>
              <a:ext cx="499004" cy="1125106"/>
            </a:xfrm>
            <a:prstGeom prst="bentConnector2">
              <a:avLst/>
            </a:prstGeom>
            <a:noFill/>
            <a:ln w="6350">
              <a:solidFill>
                <a:schemeClr val="tx1"/>
              </a:solidFill>
              <a:miter lim="800000"/>
              <a:headEnd/>
              <a:tailEnd type="triangle" w="med" len="med"/>
            </a:ln>
          </p:spPr>
        </p:cxnSp>
        <p:sp>
          <p:nvSpPr>
            <p:cNvPr id="44" name="TextBox 43"/>
            <p:cNvSpPr txBox="1"/>
            <p:nvPr/>
          </p:nvSpPr>
          <p:spPr>
            <a:xfrm>
              <a:off x="2115904" y="4799764"/>
              <a:ext cx="182880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45" name="TextBox 44"/>
            <p:cNvSpPr txBox="1"/>
            <p:nvPr/>
          </p:nvSpPr>
          <p:spPr>
            <a:xfrm>
              <a:off x="4155411" y="4038526"/>
              <a:ext cx="182880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46" name="TextBox 45"/>
            <p:cNvSpPr txBox="1"/>
            <p:nvPr/>
          </p:nvSpPr>
          <p:spPr>
            <a:xfrm>
              <a:off x="6194918" y="3285670"/>
              <a:ext cx="182880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47" name="TextBox 46"/>
            <p:cNvSpPr txBox="1"/>
            <p:nvPr/>
          </p:nvSpPr>
          <p:spPr>
            <a:xfrm>
              <a:off x="8234424" y="2526718"/>
              <a:ext cx="1828800" cy="517696"/>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grpSp>
      <p:sp>
        <p:nvSpPr>
          <p:cNvPr id="49" name="Rectangle 5"/>
          <p:cNvSpPr>
            <a:spLocks noChangeArrowheads="1"/>
          </p:cNvSpPr>
          <p:nvPr/>
        </p:nvSpPr>
        <p:spPr bwMode="auto">
          <a:xfrm>
            <a:off x="710610" y="5591042"/>
            <a:ext cx="1485900"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200" dirty="0">
                <a:latin typeface="Aptos" panose="020B0004020202020204" pitchFamily="34" charset="0"/>
                <a:ea typeface="ＭＳ Ｐゴシック" charset="-128"/>
              </a:rPr>
              <a:t>Text</a:t>
            </a:r>
          </a:p>
        </p:txBody>
      </p:sp>
      <p:sp>
        <p:nvSpPr>
          <p:cNvPr id="50" name="AutoShape 11"/>
          <p:cNvSpPr>
            <a:spLocks noChangeArrowheads="1"/>
          </p:cNvSpPr>
          <p:nvPr/>
        </p:nvSpPr>
        <p:spPr bwMode="gray">
          <a:xfrm>
            <a:off x="1307310" y="5302649"/>
            <a:ext cx="292500" cy="219375"/>
          </a:xfrm>
          <a:prstGeom prst="downArrow">
            <a:avLst>
              <a:gd name="adj1" fmla="val 49815"/>
              <a:gd name="adj2" fmla="val 54667"/>
            </a:avLst>
          </a:prstGeom>
          <a:solidFill>
            <a:schemeClr val="accent1"/>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52" name="Rectangle 5"/>
          <p:cNvSpPr>
            <a:spLocks noChangeArrowheads="1"/>
          </p:cNvSpPr>
          <p:nvPr/>
        </p:nvSpPr>
        <p:spPr bwMode="auto">
          <a:xfrm>
            <a:off x="3076942" y="5591042"/>
            <a:ext cx="1485900"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200" dirty="0">
                <a:latin typeface="Aptos" panose="020B0004020202020204" pitchFamily="34" charset="0"/>
                <a:ea typeface="ＭＳ Ｐゴシック" charset="-128"/>
              </a:rPr>
              <a:t>Text</a:t>
            </a:r>
          </a:p>
        </p:txBody>
      </p:sp>
      <p:sp>
        <p:nvSpPr>
          <p:cNvPr id="53" name="AutoShape 11"/>
          <p:cNvSpPr>
            <a:spLocks noChangeArrowheads="1"/>
          </p:cNvSpPr>
          <p:nvPr/>
        </p:nvSpPr>
        <p:spPr bwMode="gray">
          <a:xfrm>
            <a:off x="3673642" y="5302649"/>
            <a:ext cx="292500" cy="219375"/>
          </a:xfrm>
          <a:prstGeom prst="downArrow">
            <a:avLst>
              <a:gd name="adj1" fmla="val 49815"/>
              <a:gd name="adj2" fmla="val 54667"/>
            </a:avLst>
          </a:prstGeom>
          <a:solidFill>
            <a:schemeClr val="accent2"/>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55" name="Rectangle 5"/>
          <p:cNvSpPr>
            <a:spLocks noChangeArrowheads="1"/>
          </p:cNvSpPr>
          <p:nvPr/>
        </p:nvSpPr>
        <p:spPr bwMode="auto">
          <a:xfrm>
            <a:off x="5443274" y="5591042"/>
            <a:ext cx="1485900"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200" dirty="0">
                <a:latin typeface="Aptos" panose="020B0004020202020204" pitchFamily="34" charset="0"/>
                <a:ea typeface="ＭＳ Ｐゴシック" charset="-128"/>
              </a:rPr>
              <a:t>Text</a:t>
            </a:r>
          </a:p>
        </p:txBody>
      </p:sp>
      <p:sp>
        <p:nvSpPr>
          <p:cNvPr id="56" name="AutoShape 11"/>
          <p:cNvSpPr>
            <a:spLocks noChangeArrowheads="1"/>
          </p:cNvSpPr>
          <p:nvPr/>
        </p:nvSpPr>
        <p:spPr bwMode="gray">
          <a:xfrm>
            <a:off x="6039974" y="5302649"/>
            <a:ext cx="292500" cy="219375"/>
          </a:xfrm>
          <a:prstGeom prst="downArrow">
            <a:avLst>
              <a:gd name="adj1" fmla="val 49815"/>
              <a:gd name="adj2" fmla="val 54667"/>
            </a:avLst>
          </a:prstGeom>
          <a:solidFill>
            <a:schemeClr val="accent5"/>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58" name="Rectangle 5"/>
          <p:cNvSpPr>
            <a:spLocks noChangeArrowheads="1"/>
          </p:cNvSpPr>
          <p:nvPr/>
        </p:nvSpPr>
        <p:spPr bwMode="auto">
          <a:xfrm>
            <a:off x="7638371" y="5591042"/>
            <a:ext cx="1485900"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200" dirty="0">
                <a:latin typeface="Aptos" panose="020B0004020202020204" pitchFamily="34" charset="0"/>
                <a:ea typeface="ＭＳ Ｐゴシック" charset="-128"/>
              </a:rPr>
              <a:t>Text</a:t>
            </a:r>
          </a:p>
        </p:txBody>
      </p:sp>
      <p:sp>
        <p:nvSpPr>
          <p:cNvPr id="59" name="AutoShape 11"/>
          <p:cNvSpPr>
            <a:spLocks noChangeArrowheads="1"/>
          </p:cNvSpPr>
          <p:nvPr/>
        </p:nvSpPr>
        <p:spPr bwMode="gray">
          <a:xfrm>
            <a:off x="8235071" y="5302649"/>
            <a:ext cx="292500" cy="219375"/>
          </a:xfrm>
          <a:prstGeom prst="downArrow">
            <a:avLst>
              <a:gd name="adj1" fmla="val 49815"/>
              <a:gd name="adj2" fmla="val 54667"/>
            </a:avLst>
          </a:prstGeom>
          <a:solidFill>
            <a:schemeClr val="accent6"/>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Tree>
    <p:extLst>
      <p:ext uri="{BB962C8B-B14F-4D97-AF65-F5344CB8AC3E}">
        <p14:creationId xmlns:p14="http://schemas.microsoft.com/office/powerpoint/2010/main" val="2823586873"/>
      </p:ext>
    </p:extLst>
  </p:cSld>
  <p:clrMapOvr>
    <a:masterClrMapping/>
  </p:clrMapOvr>
  <p:transition>
    <p:fade/>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Five steps</a:t>
            </a:r>
            <a:endParaRPr lang="en-US" dirty="0"/>
          </a:p>
        </p:txBody>
      </p:sp>
      <p:sp>
        <p:nvSpPr>
          <p:cNvPr id="807937" name="Title 1"/>
          <p:cNvSpPr>
            <a:spLocks noGrp="1"/>
          </p:cNvSpPr>
          <p:nvPr>
            <p:ph type="title"/>
          </p:nvPr>
        </p:nvSpPr>
        <p:spPr/>
        <p:txBody>
          <a:bodyPr/>
          <a:lstStyle/>
          <a:p>
            <a:r>
              <a:rPr lang="en-US"/>
              <a:t>Diagonal boxes </a:t>
            </a:r>
            <a:endParaRPr lang="en-US" dirty="0"/>
          </a:p>
        </p:txBody>
      </p:sp>
      <p:sp>
        <p:nvSpPr>
          <p:cNvPr id="4" name="Text Placeholder 3">
            <a:extLst>
              <a:ext uri="{FF2B5EF4-FFF2-40B4-BE49-F238E27FC236}">
                <a16:creationId xmlns:a16="http://schemas.microsoft.com/office/drawing/2014/main" id="{9DFCDC8C-457B-4E25-8AC2-C5C8A9958385}"/>
              </a:ext>
            </a:extLst>
          </p:cNvPr>
          <p:cNvSpPr>
            <a:spLocks noGrp="1"/>
          </p:cNvSpPr>
          <p:nvPr>
            <p:ph idx="1"/>
          </p:nvPr>
        </p:nvSpPr>
        <p:spPr>
          <a:prstGeom prst="rect">
            <a:avLst/>
          </a:prstGeom>
        </p:spPr>
        <p:txBody>
          <a:bodyPr/>
          <a:lstStyle/>
          <a:p>
            <a:r>
              <a:rPr lang="en-US" dirty="0"/>
              <a:t>Title</a:t>
            </a:r>
          </a:p>
        </p:txBody>
      </p:sp>
      <p:grpSp>
        <p:nvGrpSpPr>
          <p:cNvPr id="2" name="Group 1">
            <a:extLst>
              <a:ext uri="{FF2B5EF4-FFF2-40B4-BE49-F238E27FC236}">
                <a16:creationId xmlns:a16="http://schemas.microsoft.com/office/drawing/2014/main" id="{C611B302-5B68-4529-A790-685CA390BD69}"/>
              </a:ext>
            </a:extLst>
          </p:cNvPr>
          <p:cNvGrpSpPr/>
          <p:nvPr/>
        </p:nvGrpSpPr>
        <p:grpSpPr>
          <a:xfrm>
            <a:off x="428325" y="2155927"/>
            <a:ext cx="9049350" cy="3007940"/>
            <a:chOff x="1889760" y="1862138"/>
            <a:chExt cx="8416290" cy="3702081"/>
          </a:xfrm>
        </p:grpSpPr>
        <p:sp>
          <p:nvSpPr>
            <p:cNvPr id="16" name="Rectangle 3"/>
            <p:cNvSpPr>
              <a:spLocks noChangeArrowheads="1"/>
            </p:cNvSpPr>
            <p:nvPr/>
          </p:nvSpPr>
          <p:spPr bwMode="auto">
            <a:xfrm>
              <a:off x="1889760" y="4270934"/>
              <a:ext cx="1389888" cy="522288"/>
            </a:xfrm>
            <a:prstGeom prst="rect">
              <a:avLst/>
            </a:prstGeom>
            <a:solidFill>
              <a:schemeClr val="accent3"/>
            </a:solidFill>
            <a:ln w="12700" algn="ctr">
              <a:noFill/>
              <a:miter lim="800000"/>
              <a:headEnd/>
              <a:tailEnd/>
            </a:ln>
          </p:spPr>
          <p:txBody>
            <a:bodyPr lIns="74295" tIns="74295" rIns="74295" bIns="74295" anchor="ctr"/>
            <a:lstStyle/>
            <a:p>
              <a:pPr algn="ctr" defTabSz="702982">
                <a:lnSpc>
                  <a:spcPct val="95000"/>
                </a:lnSpc>
                <a:defRPr/>
              </a:pPr>
              <a:r>
                <a:rPr lang="en-US" sz="1400" dirty="0">
                  <a:solidFill>
                    <a:schemeClr val="bg1"/>
                  </a:solidFill>
                  <a:latin typeface="Aptos" panose="020B0004020202020204" pitchFamily="34" charset="0"/>
                  <a:ea typeface="ＭＳ Ｐゴシック" pitchFamily="50" charset="-128"/>
                </a:rPr>
                <a:t>Text</a:t>
              </a:r>
            </a:p>
          </p:txBody>
        </p:sp>
        <p:sp>
          <p:nvSpPr>
            <p:cNvPr id="17" name="Rectangle 4"/>
            <p:cNvSpPr>
              <a:spLocks noChangeArrowheads="1"/>
            </p:cNvSpPr>
            <p:nvPr/>
          </p:nvSpPr>
          <p:spPr bwMode="auto">
            <a:xfrm>
              <a:off x="3645408" y="3668735"/>
              <a:ext cx="1389888" cy="522288"/>
            </a:xfrm>
            <a:prstGeom prst="rect">
              <a:avLst/>
            </a:prstGeom>
            <a:solidFill>
              <a:schemeClr val="accent3"/>
            </a:solidFill>
            <a:ln w="12700" algn="ctr">
              <a:noFill/>
              <a:miter lim="800000"/>
              <a:headEnd/>
              <a:tailEnd/>
            </a:ln>
          </p:spPr>
          <p:txBody>
            <a:bodyPr lIns="74295" tIns="74295" rIns="74295" bIns="74295" anchor="ctr"/>
            <a:lstStyle/>
            <a:p>
              <a:pPr algn="ctr" defTabSz="702982">
                <a:lnSpc>
                  <a:spcPct val="95000"/>
                </a:lnSpc>
                <a:defRPr/>
              </a:pPr>
              <a:r>
                <a:rPr lang="en-US" sz="1400" dirty="0">
                  <a:solidFill>
                    <a:schemeClr val="bg1"/>
                  </a:solidFill>
                  <a:latin typeface="Aptos" panose="020B0004020202020204" pitchFamily="34" charset="0"/>
                  <a:ea typeface="ＭＳ Ｐゴシック" pitchFamily="50" charset="-128"/>
                </a:rPr>
                <a:t>Text</a:t>
              </a:r>
            </a:p>
          </p:txBody>
        </p:sp>
        <p:sp>
          <p:nvSpPr>
            <p:cNvPr id="19" name="Rectangle 5"/>
            <p:cNvSpPr>
              <a:spLocks noChangeArrowheads="1"/>
            </p:cNvSpPr>
            <p:nvPr/>
          </p:nvSpPr>
          <p:spPr bwMode="auto">
            <a:xfrm>
              <a:off x="5401056" y="3066536"/>
              <a:ext cx="1389888" cy="522288"/>
            </a:xfrm>
            <a:prstGeom prst="rect">
              <a:avLst/>
            </a:prstGeom>
            <a:solidFill>
              <a:schemeClr val="accent3"/>
            </a:solidFill>
            <a:ln w="12700" algn="ctr">
              <a:noFill/>
              <a:miter lim="800000"/>
              <a:headEnd/>
              <a:tailEnd/>
            </a:ln>
          </p:spPr>
          <p:txBody>
            <a:bodyPr lIns="74295" tIns="74295" rIns="74295" bIns="74295" anchor="ctr"/>
            <a:lstStyle/>
            <a:p>
              <a:pPr algn="ctr" defTabSz="702982">
                <a:lnSpc>
                  <a:spcPct val="95000"/>
                </a:lnSpc>
                <a:defRPr/>
              </a:pPr>
              <a:r>
                <a:rPr lang="en-US" sz="1400" dirty="0">
                  <a:solidFill>
                    <a:schemeClr val="bg1"/>
                  </a:solidFill>
                  <a:latin typeface="Aptos" panose="020B0004020202020204" pitchFamily="34" charset="0"/>
                  <a:ea typeface="ＭＳ Ｐゴシック" pitchFamily="50" charset="-128"/>
                </a:rPr>
                <a:t>Text</a:t>
              </a:r>
            </a:p>
          </p:txBody>
        </p:sp>
        <p:sp>
          <p:nvSpPr>
            <p:cNvPr id="20" name="Rectangle 6"/>
            <p:cNvSpPr>
              <a:spLocks noChangeArrowheads="1"/>
            </p:cNvSpPr>
            <p:nvPr/>
          </p:nvSpPr>
          <p:spPr bwMode="auto">
            <a:xfrm>
              <a:off x="7156704" y="2464337"/>
              <a:ext cx="1389888" cy="522288"/>
            </a:xfrm>
            <a:prstGeom prst="rect">
              <a:avLst/>
            </a:prstGeom>
            <a:solidFill>
              <a:schemeClr val="accent3"/>
            </a:solidFill>
            <a:ln w="12700" algn="ctr">
              <a:noFill/>
              <a:miter lim="800000"/>
              <a:headEnd/>
              <a:tailEnd/>
            </a:ln>
          </p:spPr>
          <p:txBody>
            <a:bodyPr lIns="74295" tIns="74295" rIns="74295" bIns="74295" anchor="ctr"/>
            <a:lstStyle/>
            <a:p>
              <a:pPr algn="ctr" defTabSz="702982">
                <a:lnSpc>
                  <a:spcPct val="95000"/>
                </a:lnSpc>
                <a:defRPr/>
              </a:pPr>
              <a:r>
                <a:rPr lang="en-US" sz="1400" dirty="0">
                  <a:solidFill>
                    <a:schemeClr val="bg1"/>
                  </a:solidFill>
                  <a:latin typeface="Aptos" panose="020B0004020202020204" pitchFamily="34" charset="0"/>
                  <a:ea typeface="ＭＳ Ｐゴシック" pitchFamily="50" charset="-128"/>
                </a:rPr>
                <a:t>Text</a:t>
              </a:r>
            </a:p>
          </p:txBody>
        </p:sp>
        <p:sp>
          <p:nvSpPr>
            <p:cNvPr id="21" name="Rectangle 7"/>
            <p:cNvSpPr>
              <a:spLocks noChangeArrowheads="1"/>
            </p:cNvSpPr>
            <p:nvPr/>
          </p:nvSpPr>
          <p:spPr bwMode="auto">
            <a:xfrm>
              <a:off x="8916162" y="1862138"/>
              <a:ext cx="1389888" cy="522288"/>
            </a:xfrm>
            <a:prstGeom prst="rect">
              <a:avLst/>
            </a:prstGeom>
            <a:solidFill>
              <a:schemeClr val="accent3"/>
            </a:solidFill>
            <a:ln w="12700" algn="ctr">
              <a:noFill/>
              <a:miter lim="800000"/>
              <a:headEnd/>
              <a:tailEnd/>
            </a:ln>
          </p:spPr>
          <p:txBody>
            <a:bodyPr lIns="74295" tIns="74295" rIns="74295" bIns="74295" anchor="ctr"/>
            <a:lstStyle/>
            <a:p>
              <a:pPr algn="ctr" defTabSz="702982">
                <a:lnSpc>
                  <a:spcPct val="95000"/>
                </a:lnSpc>
                <a:defRPr/>
              </a:pPr>
              <a:r>
                <a:rPr lang="en-US" sz="1400" dirty="0">
                  <a:solidFill>
                    <a:schemeClr val="bg1"/>
                  </a:solidFill>
                  <a:latin typeface="Aptos" panose="020B0004020202020204" pitchFamily="34" charset="0"/>
                  <a:ea typeface="ＭＳ Ｐゴシック" pitchFamily="50" charset="-128"/>
                </a:rPr>
                <a:t>Text</a:t>
              </a:r>
            </a:p>
          </p:txBody>
        </p:sp>
        <p:cxnSp>
          <p:nvCxnSpPr>
            <p:cNvPr id="22" name="AutoShape 8"/>
            <p:cNvCxnSpPr>
              <a:cxnSpLocks noChangeShapeType="1"/>
              <a:stCxn id="16" idx="0"/>
              <a:endCxn id="17" idx="1"/>
            </p:cNvCxnSpPr>
            <p:nvPr/>
          </p:nvCxnSpPr>
          <p:spPr bwMode="auto">
            <a:xfrm rot="5400000" flipH="1" flipV="1">
              <a:off x="2944530" y="3570055"/>
              <a:ext cx="341055" cy="1060704"/>
            </a:xfrm>
            <a:prstGeom prst="bentConnector2">
              <a:avLst/>
            </a:prstGeom>
            <a:noFill/>
            <a:ln w="6350">
              <a:solidFill>
                <a:schemeClr val="tx1"/>
              </a:solidFill>
              <a:miter lim="800000"/>
              <a:headEnd/>
              <a:tailEnd type="triangle" w="med" len="med"/>
            </a:ln>
          </p:spPr>
        </p:cxnSp>
        <p:cxnSp>
          <p:nvCxnSpPr>
            <p:cNvPr id="23" name="AutoShape 9"/>
            <p:cNvCxnSpPr>
              <a:cxnSpLocks noChangeShapeType="1"/>
              <a:stCxn id="17" idx="0"/>
              <a:endCxn id="19" idx="1"/>
            </p:cNvCxnSpPr>
            <p:nvPr/>
          </p:nvCxnSpPr>
          <p:spPr bwMode="auto">
            <a:xfrm rot="5400000" flipH="1" flipV="1">
              <a:off x="4700178" y="2967856"/>
              <a:ext cx="341055" cy="1060704"/>
            </a:xfrm>
            <a:prstGeom prst="bentConnector2">
              <a:avLst/>
            </a:prstGeom>
            <a:noFill/>
            <a:ln w="6350">
              <a:solidFill>
                <a:schemeClr val="tx1"/>
              </a:solidFill>
              <a:miter lim="800000"/>
              <a:headEnd/>
              <a:tailEnd type="triangle" w="med" len="med"/>
            </a:ln>
          </p:spPr>
        </p:cxnSp>
        <p:cxnSp>
          <p:nvCxnSpPr>
            <p:cNvPr id="24" name="AutoShape 10"/>
            <p:cNvCxnSpPr>
              <a:cxnSpLocks noChangeShapeType="1"/>
              <a:stCxn id="19" idx="0"/>
              <a:endCxn id="20" idx="1"/>
            </p:cNvCxnSpPr>
            <p:nvPr/>
          </p:nvCxnSpPr>
          <p:spPr bwMode="auto">
            <a:xfrm rot="5400000" flipH="1" flipV="1">
              <a:off x="6455826" y="2365657"/>
              <a:ext cx="341055" cy="1060704"/>
            </a:xfrm>
            <a:prstGeom prst="bentConnector2">
              <a:avLst/>
            </a:prstGeom>
            <a:noFill/>
            <a:ln w="6350">
              <a:solidFill>
                <a:schemeClr val="tx1"/>
              </a:solidFill>
              <a:miter lim="800000"/>
              <a:headEnd/>
              <a:tailEnd type="triangle" w="med" len="med"/>
            </a:ln>
          </p:spPr>
        </p:cxnSp>
        <p:cxnSp>
          <p:nvCxnSpPr>
            <p:cNvPr id="25" name="AutoShape 11"/>
            <p:cNvCxnSpPr>
              <a:cxnSpLocks noChangeShapeType="1"/>
              <a:stCxn id="20" idx="0"/>
              <a:endCxn id="21" idx="1"/>
            </p:cNvCxnSpPr>
            <p:nvPr/>
          </p:nvCxnSpPr>
          <p:spPr bwMode="auto">
            <a:xfrm rot="5400000" flipH="1" flipV="1">
              <a:off x="8213379" y="1761553"/>
              <a:ext cx="341055" cy="1064514"/>
            </a:xfrm>
            <a:prstGeom prst="bentConnector2">
              <a:avLst/>
            </a:prstGeom>
            <a:noFill/>
            <a:ln w="6350">
              <a:solidFill>
                <a:schemeClr val="tx1"/>
              </a:solidFill>
              <a:miter lim="800000"/>
              <a:headEnd/>
              <a:tailEnd type="triangle" w="med" len="med"/>
            </a:ln>
          </p:spPr>
        </p:cxnSp>
        <p:sp>
          <p:nvSpPr>
            <p:cNvPr id="31" name="TextBox 30"/>
            <p:cNvSpPr txBox="1"/>
            <p:nvPr/>
          </p:nvSpPr>
          <p:spPr>
            <a:xfrm>
              <a:off x="1889760" y="4819242"/>
              <a:ext cx="1389888" cy="744977"/>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32" name="TextBox 31"/>
            <p:cNvSpPr txBox="1"/>
            <p:nvPr/>
          </p:nvSpPr>
          <p:spPr>
            <a:xfrm>
              <a:off x="5401056" y="3617087"/>
              <a:ext cx="1389888" cy="760761"/>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33" name="TextBox 32"/>
            <p:cNvSpPr txBox="1"/>
            <p:nvPr/>
          </p:nvSpPr>
          <p:spPr>
            <a:xfrm>
              <a:off x="3645408" y="4218164"/>
              <a:ext cx="1389888" cy="744977"/>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34" name="TextBox 33"/>
            <p:cNvSpPr txBox="1"/>
            <p:nvPr/>
          </p:nvSpPr>
          <p:spPr>
            <a:xfrm>
              <a:off x="7156704" y="3016009"/>
              <a:ext cx="1389888" cy="760761"/>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44" name="TextBox 43"/>
            <p:cNvSpPr txBox="1"/>
            <p:nvPr/>
          </p:nvSpPr>
          <p:spPr>
            <a:xfrm>
              <a:off x="8912352" y="2414931"/>
              <a:ext cx="1389888" cy="760761"/>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grpSp>
      <p:sp>
        <p:nvSpPr>
          <p:cNvPr id="52" name="Rectangle 5"/>
          <p:cNvSpPr>
            <a:spLocks noChangeArrowheads="1"/>
          </p:cNvSpPr>
          <p:nvPr/>
        </p:nvSpPr>
        <p:spPr bwMode="auto">
          <a:xfrm>
            <a:off x="631894" y="5598399"/>
            <a:ext cx="1129284"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400" dirty="0">
                <a:latin typeface="Aptos" panose="020B0004020202020204" pitchFamily="34" charset="0"/>
                <a:ea typeface="ＭＳ Ｐゴシック" charset="-128"/>
              </a:rPr>
              <a:t>Text</a:t>
            </a:r>
          </a:p>
        </p:txBody>
      </p:sp>
      <p:sp>
        <p:nvSpPr>
          <p:cNvPr id="53" name="AutoShape 11"/>
          <p:cNvSpPr>
            <a:spLocks noChangeArrowheads="1"/>
          </p:cNvSpPr>
          <p:nvPr/>
        </p:nvSpPr>
        <p:spPr bwMode="gray">
          <a:xfrm>
            <a:off x="1050286" y="5310006"/>
            <a:ext cx="292500" cy="219375"/>
          </a:xfrm>
          <a:prstGeom prst="downArrow">
            <a:avLst>
              <a:gd name="adj1" fmla="val 49815"/>
              <a:gd name="adj2" fmla="val 54667"/>
            </a:avLst>
          </a:prstGeom>
          <a:solidFill>
            <a:schemeClr val="accent3"/>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61" name="Rectangle 5"/>
          <p:cNvSpPr>
            <a:spLocks noChangeArrowheads="1"/>
          </p:cNvSpPr>
          <p:nvPr/>
        </p:nvSpPr>
        <p:spPr bwMode="auto">
          <a:xfrm>
            <a:off x="2522041" y="5598399"/>
            <a:ext cx="1129284"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400" dirty="0">
                <a:latin typeface="Aptos" panose="020B0004020202020204" pitchFamily="34" charset="0"/>
                <a:ea typeface="ＭＳ Ｐゴシック" charset="-128"/>
              </a:rPr>
              <a:t>Text</a:t>
            </a:r>
          </a:p>
        </p:txBody>
      </p:sp>
      <p:sp>
        <p:nvSpPr>
          <p:cNvPr id="62" name="AutoShape 11"/>
          <p:cNvSpPr>
            <a:spLocks noChangeArrowheads="1"/>
          </p:cNvSpPr>
          <p:nvPr/>
        </p:nvSpPr>
        <p:spPr bwMode="gray">
          <a:xfrm>
            <a:off x="2940433" y="5310006"/>
            <a:ext cx="292500" cy="219375"/>
          </a:xfrm>
          <a:prstGeom prst="downArrow">
            <a:avLst>
              <a:gd name="adj1" fmla="val 49815"/>
              <a:gd name="adj2" fmla="val 54667"/>
            </a:avLst>
          </a:prstGeom>
          <a:solidFill>
            <a:schemeClr val="accent3"/>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64" name="Rectangle 5"/>
          <p:cNvSpPr>
            <a:spLocks noChangeArrowheads="1"/>
          </p:cNvSpPr>
          <p:nvPr/>
        </p:nvSpPr>
        <p:spPr bwMode="auto">
          <a:xfrm>
            <a:off x="4389054" y="5598399"/>
            <a:ext cx="1129284"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400" dirty="0">
                <a:latin typeface="Aptos" panose="020B0004020202020204" pitchFamily="34" charset="0"/>
                <a:ea typeface="ＭＳ Ｐゴシック" charset="-128"/>
              </a:rPr>
              <a:t>Text</a:t>
            </a:r>
          </a:p>
        </p:txBody>
      </p:sp>
      <p:sp>
        <p:nvSpPr>
          <p:cNvPr id="65" name="AutoShape 11"/>
          <p:cNvSpPr>
            <a:spLocks noChangeArrowheads="1"/>
          </p:cNvSpPr>
          <p:nvPr/>
        </p:nvSpPr>
        <p:spPr bwMode="gray">
          <a:xfrm>
            <a:off x="4807446" y="5310006"/>
            <a:ext cx="292500" cy="219375"/>
          </a:xfrm>
          <a:prstGeom prst="downArrow">
            <a:avLst>
              <a:gd name="adj1" fmla="val 49815"/>
              <a:gd name="adj2" fmla="val 54667"/>
            </a:avLst>
          </a:prstGeom>
          <a:solidFill>
            <a:schemeClr val="accent3"/>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67" name="Rectangle 5"/>
          <p:cNvSpPr>
            <a:spLocks noChangeArrowheads="1"/>
          </p:cNvSpPr>
          <p:nvPr/>
        </p:nvSpPr>
        <p:spPr bwMode="auto">
          <a:xfrm>
            <a:off x="6326162" y="5598399"/>
            <a:ext cx="1129284"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400" dirty="0">
                <a:latin typeface="Aptos" panose="020B0004020202020204" pitchFamily="34" charset="0"/>
                <a:ea typeface="ＭＳ Ｐゴシック" charset="-128"/>
              </a:rPr>
              <a:t>Text</a:t>
            </a:r>
          </a:p>
        </p:txBody>
      </p:sp>
      <p:sp>
        <p:nvSpPr>
          <p:cNvPr id="68" name="AutoShape 11"/>
          <p:cNvSpPr>
            <a:spLocks noChangeArrowheads="1"/>
          </p:cNvSpPr>
          <p:nvPr/>
        </p:nvSpPr>
        <p:spPr bwMode="gray">
          <a:xfrm>
            <a:off x="6744554" y="5310006"/>
            <a:ext cx="292500" cy="219375"/>
          </a:xfrm>
          <a:prstGeom prst="downArrow">
            <a:avLst>
              <a:gd name="adj1" fmla="val 49815"/>
              <a:gd name="adj2" fmla="val 54667"/>
            </a:avLst>
          </a:prstGeom>
          <a:solidFill>
            <a:schemeClr val="accent3"/>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70" name="Rectangle 5"/>
          <p:cNvSpPr>
            <a:spLocks noChangeArrowheads="1"/>
          </p:cNvSpPr>
          <p:nvPr/>
        </p:nvSpPr>
        <p:spPr bwMode="auto">
          <a:xfrm>
            <a:off x="8170671" y="5598399"/>
            <a:ext cx="1129284" cy="130661"/>
          </a:xfrm>
          <a:prstGeom prst="rect">
            <a:avLst/>
          </a:prstGeom>
          <a:noFill/>
          <a:ln w="12700" algn="ctr">
            <a:noFill/>
            <a:miter lim="800000"/>
            <a:headEnd/>
            <a:tailEnd/>
          </a:ln>
        </p:spPr>
        <p:txBody>
          <a:bodyPr wrap="none" lIns="0" tIns="0" rIns="0" bIns="0">
            <a:noAutofit/>
          </a:bodyPr>
          <a:lstStyle/>
          <a:p>
            <a:pPr algn="ctr" defTabSz="619140">
              <a:lnSpc>
                <a:spcPct val="95000"/>
              </a:lnSpc>
            </a:pPr>
            <a:r>
              <a:rPr lang="en-US" sz="1400" dirty="0">
                <a:latin typeface="Aptos" panose="020B0004020202020204" pitchFamily="34" charset="0"/>
                <a:ea typeface="ＭＳ Ｐゴシック" charset="-128"/>
              </a:rPr>
              <a:t>Text</a:t>
            </a:r>
          </a:p>
        </p:txBody>
      </p:sp>
      <p:sp>
        <p:nvSpPr>
          <p:cNvPr id="71" name="AutoShape 11"/>
          <p:cNvSpPr>
            <a:spLocks noChangeArrowheads="1"/>
          </p:cNvSpPr>
          <p:nvPr/>
        </p:nvSpPr>
        <p:spPr bwMode="gray">
          <a:xfrm>
            <a:off x="8589063" y="5310006"/>
            <a:ext cx="292500" cy="219375"/>
          </a:xfrm>
          <a:prstGeom prst="downArrow">
            <a:avLst>
              <a:gd name="adj1" fmla="val 49815"/>
              <a:gd name="adj2" fmla="val 54667"/>
            </a:avLst>
          </a:prstGeom>
          <a:solidFill>
            <a:schemeClr val="accent3"/>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solidFill>
                <a:schemeClr val="tx2"/>
              </a:solidFill>
              <a:latin typeface="Aptos" panose="020B0004020202020204" pitchFamily="34" charset="0"/>
            </a:endParaRPr>
          </a:p>
        </p:txBody>
      </p:sp>
    </p:spTree>
    <p:extLst>
      <p:ext uri="{BB962C8B-B14F-4D97-AF65-F5344CB8AC3E}">
        <p14:creationId xmlns:p14="http://schemas.microsoft.com/office/powerpoint/2010/main" val="1762484467"/>
      </p:ext>
    </p:extLst>
  </p:cSld>
  <p:clrMapOvr>
    <a:masterClrMapping/>
  </p:clrMapOvr>
  <p:transition>
    <p:fade/>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Six steps</a:t>
            </a:r>
            <a:endParaRPr lang="en-US" dirty="0"/>
          </a:p>
        </p:txBody>
      </p:sp>
      <p:sp>
        <p:nvSpPr>
          <p:cNvPr id="808961" name="Title 1"/>
          <p:cNvSpPr>
            <a:spLocks noGrp="1"/>
          </p:cNvSpPr>
          <p:nvPr>
            <p:ph type="title"/>
          </p:nvPr>
        </p:nvSpPr>
        <p:spPr/>
        <p:txBody>
          <a:bodyPr/>
          <a:lstStyle/>
          <a:p>
            <a:r>
              <a:rPr lang="en-US"/>
              <a:t>Diagonal boxes </a:t>
            </a:r>
            <a:endParaRPr lang="en-US" dirty="0"/>
          </a:p>
        </p:txBody>
      </p:sp>
      <p:sp>
        <p:nvSpPr>
          <p:cNvPr id="4" name="Text Placeholder 3">
            <a:extLst>
              <a:ext uri="{FF2B5EF4-FFF2-40B4-BE49-F238E27FC236}">
                <a16:creationId xmlns:a16="http://schemas.microsoft.com/office/drawing/2014/main" id="{94277ACD-AA57-4405-9525-A6A2569860A0}"/>
              </a:ext>
            </a:extLst>
          </p:cNvPr>
          <p:cNvSpPr>
            <a:spLocks noGrp="1"/>
          </p:cNvSpPr>
          <p:nvPr>
            <p:ph idx="1"/>
          </p:nvPr>
        </p:nvSpPr>
        <p:spPr/>
        <p:txBody>
          <a:bodyPr/>
          <a:lstStyle/>
          <a:p>
            <a:r>
              <a:rPr lang="en-US" dirty="0"/>
              <a:t>Title</a:t>
            </a:r>
          </a:p>
        </p:txBody>
      </p:sp>
      <p:grpSp>
        <p:nvGrpSpPr>
          <p:cNvPr id="2" name="Group 1">
            <a:extLst>
              <a:ext uri="{FF2B5EF4-FFF2-40B4-BE49-F238E27FC236}">
                <a16:creationId xmlns:a16="http://schemas.microsoft.com/office/drawing/2014/main" id="{F7E0DCBB-BDED-4760-A942-3CAA3D8D6448}"/>
              </a:ext>
            </a:extLst>
          </p:cNvPr>
          <p:cNvGrpSpPr/>
          <p:nvPr/>
        </p:nvGrpSpPr>
        <p:grpSpPr>
          <a:xfrm>
            <a:off x="407590" y="2155927"/>
            <a:ext cx="9090818" cy="3004963"/>
            <a:chOff x="1889760" y="1862139"/>
            <a:chExt cx="8412480" cy="3698417"/>
          </a:xfrm>
        </p:grpSpPr>
        <p:sp>
          <p:nvSpPr>
            <p:cNvPr id="76" name="Rectangle 3"/>
            <p:cNvSpPr>
              <a:spLocks noChangeArrowheads="1"/>
            </p:cNvSpPr>
            <p:nvPr/>
          </p:nvSpPr>
          <p:spPr bwMode="auto">
            <a:xfrm>
              <a:off x="1889760" y="4250469"/>
              <a:ext cx="1143000" cy="542925"/>
            </a:xfrm>
            <a:prstGeom prst="rect">
              <a:avLst/>
            </a:prstGeom>
            <a:solidFill>
              <a:schemeClr val="accent5"/>
            </a:solidFill>
            <a:ln w="12700" algn="ctr">
              <a:noFill/>
              <a:miter lim="800000"/>
              <a:headEnd/>
              <a:tailEnd/>
            </a:ln>
          </p:spPr>
          <p:txBody>
            <a:bodyPr lIns="74295" tIns="74295" rIns="74295" bIns="74295" anchor="ctr"/>
            <a:lstStyle/>
            <a:p>
              <a:pPr algn="ctr" defTabSz="702982">
                <a:lnSpc>
                  <a:spcPct val="95000"/>
                </a:lnSpc>
                <a:defRPr/>
              </a:pPr>
              <a:r>
                <a:rPr lang="en-US" sz="1400" dirty="0">
                  <a:solidFill>
                    <a:schemeClr val="bg1"/>
                  </a:solidFill>
                  <a:latin typeface="Aptos" panose="020B0004020202020204" pitchFamily="34" charset="0"/>
                  <a:ea typeface="ＭＳ Ｐゴシック" pitchFamily="50" charset="-128"/>
                </a:rPr>
                <a:t>Text</a:t>
              </a:r>
            </a:p>
          </p:txBody>
        </p:sp>
        <p:sp>
          <p:nvSpPr>
            <p:cNvPr id="90" name="Rectangle 17"/>
            <p:cNvSpPr>
              <a:spLocks noChangeArrowheads="1"/>
            </p:cNvSpPr>
            <p:nvPr/>
          </p:nvSpPr>
          <p:spPr bwMode="auto">
            <a:xfrm>
              <a:off x="3343656" y="3772803"/>
              <a:ext cx="1143000" cy="542925"/>
            </a:xfrm>
            <a:prstGeom prst="rect">
              <a:avLst/>
            </a:prstGeom>
            <a:solidFill>
              <a:schemeClr val="accent5"/>
            </a:solidFill>
            <a:ln w="12700" algn="ctr">
              <a:noFill/>
              <a:miter lim="800000"/>
              <a:headEnd/>
              <a:tailEnd/>
            </a:ln>
          </p:spPr>
          <p:txBody>
            <a:bodyPr lIns="74295" tIns="74295" rIns="74295" bIns="74295" anchor="ctr"/>
            <a:lstStyle/>
            <a:p>
              <a:pPr algn="ctr" defTabSz="702982">
                <a:lnSpc>
                  <a:spcPct val="95000"/>
                </a:lnSpc>
                <a:defRPr/>
              </a:pPr>
              <a:r>
                <a:rPr lang="en-US" sz="1400" dirty="0">
                  <a:solidFill>
                    <a:schemeClr val="bg1"/>
                  </a:solidFill>
                  <a:latin typeface="Aptos" panose="020B0004020202020204" pitchFamily="34" charset="0"/>
                  <a:ea typeface="ＭＳ Ｐゴシック" pitchFamily="50" charset="-128"/>
                </a:rPr>
                <a:t>Text</a:t>
              </a:r>
            </a:p>
          </p:txBody>
        </p:sp>
        <p:sp>
          <p:nvSpPr>
            <p:cNvPr id="91" name="Rectangle 18"/>
            <p:cNvSpPr>
              <a:spLocks noChangeArrowheads="1"/>
            </p:cNvSpPr>
            <p:nvPr/>
          </p:nvSpPr>
          <p:spPr bwMode="auto">
            <a:xfrm>
              <a:off x="4797552" y="3295137"/>
              <a:ext cx="1143000" cy="542925"/>
            </a:xfrm>
            <a:prstGeom prst="rect">
              <a:avLst/>
            </a:prstGeom>
            <a:solidFill>
              <a:schemeClr val="accent5"/>
            </a:solidFill>
            <a:ln w="12700" algn="ctr">
              <a:noFill/>
              <a:miter lim="800000"/>
              <a:headEnd/>
              <a:tailEnd/>
            </a:ln>
          </p:spPr>
          <p:txBody>
            <a:bodyPr lIns="74295" tIns="74295" rIns="74295" bIns="74295" anchor="ctr"/>
            <a:lstStyle/>
            <a:p>
              <a:pPr algn="ctr" defTabSz="702982">
                <a:lnSpc>
                  <a:spcPct val="95000"/>
                </a:lnSpc>
                <a:defRPr/>
              </a:pPr>
              <a:r>
                <a:rPr lang="en-US" sz="1400" dirty="0">
                  <a:solidFill>
                    <a:schemeClr val="bg1"/>
                  </a:solidFill>
                  <a:latin typeface="Aptos" panose="020B0004020202020204" pitchFamily="34" charset="0"/>
                  <a:ea typeface="ＭＳ Ｐゴシック" pitchFamily="50" charset="-128"/>
                </a:rPr>
                <a:t>Text</a:t>
              </a:r>
            </a:p>
          </p:txBody>
        </p:sp>
        <p:sp>
          <p:nvSpPr>
            <p:cNvPr id="92" name="Rectangle 19"/>
            <p:cNvSpPr>
              <a:spLocks noChangeArrowheads="1"/>
            </p:cNvSpPr>
            <p:nvPr/>
          </p:nvSpPr>
          <p:spPr bwMode="auto">
            <a:xfrm>
              <a:off x="6251448" y="2817471"/>
              <a:ext cx="1143000" cy="542925"/>
            </a:xfrm>
            <a:prstGeom prst="rect">
              <a:avLst/>
            </a:prstGeom>
            <a:solidFill>
              <a:schemeClr val="accent5"/>
            </a:solidFill>
            <a:ln w="12700" algn="ctr">
              <a:noFill/>
              <a:miter lim="800000"/>
              <a:headEnd/>
              <a:tailEnd/>
            </a:ln>
          </p:spPr>
          <p:txBody>
            <a:bodyPr lIns="74295" tIns="74295" rIns="74295" bIns="74295" anchor="ctr"/>
            <a:lstStyle/>
            <a:p>
              <a:pPr algn="ctr" defTabSz="702982">
                <a:lnSpc>
                  <a:spcPct val="95000"/>
                </a:lnSpc>
                <a:defRPr/>
              </a:pPr>
              <a:r>
                <a:rPr lang="en-US" sz="1400" dirty="0">
                  <a:solidFill>
                    <a:schemeClr val="bg1"/>
                  </a:solidFill>
                  <a:latin typeface="Aptos" panose="020B0004020202020204" pitchFamily="34" charset="0"/>
                  <a:ea typeface="ＭＳ Ｐゴシック" pitchFamily="50" charset="-128"/>
                </a:rPr>
                <a:t>Text</a:t>
              </a:r>
            </a:p>
          </p:txBody>
        </p:sp>
        <p:sp>
          <p:nvSpPr>
            <p:cNvPr id="93" name="Rectangle 20"/>
            <p:cNvSpPr>
              <a:spLocks noChangeArrowheads="1"/>
            </p:cNvSpPr>
            <p:nvPr/>
          </p:nvSpPr>
          <p:spPr bwMode="auto">
            <a:xfrm>
              <a:off x="7705344" y="2339805"/>
              <a:ext cx="1143000" cy="542925"/>
            </a:xfrm>
            <a:prstGeom prst="rect">
              <a:avLst/>
            </a:prstGeom>
            <a:solidFill>
              <a:schemeClr val="accent5"/>
            </a:solidFill>
            <a:ln w="12700" algn="ctr">
              <a:noFill/>
              <a:miter lim="800000"/>
              <a:headEnd/>
              <a:tailEnd/>
            </a:ln>
          </p:spPr>
          <p:txBody>
            <a:bodyPr lIns="74295" tIns="74295" rIns="74295" bIns="74295" anchor="ctr"/>
            <a:lstStyle/>
            <a:p>
              <a:pPr algn="ctr" defTabSz="702982">
                <a:lnSpc>
                  <a:spcPct val="95000"/>
                </a:lnSpc>
                <a:defRPr/>
              </a:pPr>
              <a:r>
                <a:rPr lang="en-US" sz="1400" dirty="0">
                  <a:solidFill>
                    <a:schemeClr val="bg1"/>
                  </a:solidFill>
                  <a:latin typeface="Aptos" panose="020B0004020202020204" pitchFamily="34" charset="0"/>
                  <a:ea typeface="ＭＳ Ｐゴシック" pitchFamily="50" charset="-128"/>
                </a:rPr>
                <a:t>Text</a:t>
              </a:r>
            </a:p>
          </p:txBody>
        </p:sp>
        <p:sp>
          <p:nvSpPr>
            <p:cNvPr id="94" name="Rectangle 21"/>
            <p:cNvSpPr>
              <a:spLocks noChangeArrowheads="1"/>
            </p:cNvSpPr>
            <p:nvPr/>
          </p:nvSpPr>
          <p:spPr bwMode="auto">
            <a:xfrm>
              <a:off x="9159240" y="1862139"/>
              <a:ext cx="1143000" cy="542925"/>
            </a:xfrm>
            <a:prstGeom prst="rect">
              <a:avLst/>
            </a:prstGeom>
            <a:solidFill>
              <a:schemeClr val="accent5"/>
            </a:solidFill>
            <a:ln w="12700" algn="ctr">
              <a:noFill/>
              <a:miter lim="800000"/>
              <a:headEnd/>
              <a:tailEnd/>
            </a:ln>
          </p:spPr>
          <p:txBody>
            <a:bodyPr lIns="74295" tIns="74295" rIns="74295" bIns="74295" anchor="ctr"/>
            <a:lstStyle/>
            <a:p>
              <a:pPr algn="ctr" defTabSz="702982">
                <a:lnSpc>
                  <a:spcPct val="95000"/>
                </a:lnSpc>
                <a:defRPr/>
              </a:pPr>
              <a:r>
                <a:rPr lang="en-US" sz="1400" dirty="0">
                  <a:solidFill>
                    <a:schemeClr val="bg1"/>
                  </a:solidFill>
                  <a:latin typeface="Aptos" panose="020B0004020202020204" pitchFamily="34" charset="0"/>
                  <a:ea typeface="ＭＳ Ｐゴシック" pitchFamily="50" charset="-128"/>
                </a:rPr>
                <a:t>Text</a:t>
              </a:r>
            </a:p>
          </p:txBody>
        </p:sp>
        <p:cxnSp>
          <p:nvCxnSpPr>
            <p:cNvPr id="95" name="AutoShape 22"/>
            <p:cNvCxnSpPr>
              <a:cxnSpLocks noChangeShapeType="1"/>
              <a:stCxn id="76" idx="0"/>
              <a:endCxn id="90" idx="1"/>
            </p:cNvCxnSpPr>
            <p:nvPr/>
          </p:nvCxnSpPr>
          <p:spPr bwMode="auto">
            <a:xfrm rot="5400000" flipH="1" flipV="1">
              <a:off x="2799358" y="3706169"/>
              <a:ext cx="206203" cy="882396"/>
            </a:xfrm>
            <a:prstGeom prst="bentConnector2">
              <a:avLst/>
            </a:prstGeom>
            <a:noFill/>
            <a:ln w="6350">
              <a:solidFill>
                <a:schemeClr val="tx1"/>
              </a:solidFill>
              <a:miter lim="800000"/>
              <a:headEnd/>
              <a:tailEnd type="triangle" w="med" len="med"/>
            </a:ln>
          </p:spPr>
        </p:cxnSp>
        <p:cxnSp>
          <p:nvCxnSpPr>
            <p:cNvPr id="96" name="AutoShape 23"/>
            <p:cNvCxnSpPr>
              <a:cxnSpLocks noChangeShapeType="1"/>
              <a:stCxn id="90" idx="0"/>
              <a:endCxn id="91" idx="1"/>
            </p:cNvCxnSpPr>
            <p:nvPr/>
          </p:nvCxnSpPr>
          <p:spPr bwMode="auto">
            <a:xfrm rot="5400000" flipH="1" flipV="1">
              <a:off x="4253254" y="3228503"/>
              <a:ext cx="206203" cy="882396"/>
            </a:xfrm>
            <a:prstGeom prst="bentConnector2">
              <a:avLst/>
            </a:prstGeom>
            <a:noFill/>
            <a:ln w="6350">
              <a:solidFill>
                <a:schemeClr val="tx1"/>
              </a:solidFill>
              <a:miter lim="800000"/>
              <a:headEnd/>
              <a:tailEnd type="triangle" w="med" len="med"/>
            </a:ln>
          </p:spPr>
        </p:cxnSp>
        <p:cxnSp>
          <p:nvCxnSpPr>
            <p:cNvPr id="97" name="AutoShape 24"/>
            <p:cNvCxnSpPr>
              <a:cxnSpLocks noChangeShapeType="1"/>
              <a:stCxn id="91" idx="0"/>
              <a:endCxn id="92" idx="1"/>
            </p:cNvCxnSpPr>
            <p:nvPr/>
          </p:nvCxnSpPr>
          <p:spPr bwMode="auto">
            <a:xfrm rot="5400000" flipH="1" flipV="1">
              <a:off x="5707150" y="2750837"/>
              <a:ext cx="206203" cy="882396"/>
            </a:xfrm>
            <a:prstGeom prst="bentConnector2">
              <a:avLst/>
            </a:prstGeom>
            <a:noFill/>
            <a:ln w="6350">
              <a:solidFill>
                <a:schemeClr val="tx1"/>
              </a:solidFill>
              <a:miter lim="800000"/>
              <a:headEnd/>
              <a:tailEnd type="triangle" w="med" len="med"/>
            </a:ln>
          </p:spPr>
        </p:cxnSp>
        <p:cxnSp>
          <p:nvCxnSpPr>
            <p:cNvPr id="98" name="AutoShape 25"/>
            <p:cNvCxnSpPr>
              <a:cxnSpLocks noChangeShapeType="1"/>
              <a:stCxn id="92" idx="0"/>
              <a:endCxn id="93" idx="1"/>
            </p:cNvCxnSpPr>
            <p:nvPr/>
          </p:nvCxnSpPr>
          <p:spPr bwMode="auto">
            <a:xfrm rot="5400000" flipH="1" flipV="1">
              <a:off x="7161046" y="2273171"/>
              <a:ext cx="206203" cy="882396"/>
            </a:xfrm>
            <a:prstGeom prst="bentConnector2">
              <a:avLst/>
            </a:prstGeom>
            <a:noFill/>
            <a:ln w="6350">
              <a:solidFill>
                <a:schemeClr val="tx1"/>
              </a:solidFill>
              <a:miter lim="800000"/>
              <a:headEnd/>
              <a:tailEnd type="triangle" w="med" len="med"/>
            </a:ln>
          </p:spPr>
        </p:cxnSp>
        <p:cxnSp>
          <p:nvCxnSpPr>
            <p:cNvPr id="99" name="AutoShape 26"/>
            <p:cNvCxnSpPr>
              <a:cxnSpLocks noChangeShapeType="1"/>
              <a:stCxn id="93" idx="0"/>
              <a:endCxn id="94" idx="1"/>
            </p:cNvCxnSpPr>
            <p:nvPr/>
          </p:nvCxnSpPr>
          <p:spPr bwMode="auto">
            <a:xfrm rot="5400000" flipH="1" flipV="1">
              <a:off x="8614942" y="1795505"/>
              <a:ext cx="206203" cy="882396"/>
            </a:xfrm>
            <a:prstGeom prst="bentConnector2">
              <a:avLst/>
            </a:prstGeom>
            <a:noFill/>
            <a:ln w="6350">
              <a:solidFill>
                <a:schemeClr val="tx1"/>
              </a:solidFill>
              <a:miter lim="800000"/>
              <a:headEnd/>
              <a:tailEnd type="triangle" w="med" len="med"/>
            </a:ln>
          </p:spPr>
        </p:cxnSp>
        <p:sp>
          <p:nvSpPr>
            <p:cNvPr id="38" name="TextBox 37"/>
            <p:cNvSpPr txBox="1"/>
            <p:nvPr/>
          </p:nvSpPr>
          <p:spPr>
            <a:xfrm>
              <a:off x="1889760" y="4815579"/>
              <a:ext cx="1143000" cy="744977"/>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39" name="TextBox 38"/>
            <p:cNvSpPr txBox="1"/>
            <p:nvPr/>
          </p:nvSpPr>
          <p:spPr>
            <a:xfrm>
              <a:off x="3343656" y="4337990"/>
              <a:ext cx="1143000" cy="744977"/>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40" name="TextBox 39"/>
            <p:cNvSpPr txBox="1"/>
            <p:nvPr/>
          </p:nvSpPr>
          <p:spPr>
            <a:xfrm>
              <a:off x="4797552" y="3860400"/>
              <a:ext cx="1143000" cy="744977"/>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41" name="TextBox 40"/>
            <p:cNvSpPr txBox="1"/>
            <p:nvPr/>
          </p:nvSpPr>
          <p:spPr>
            <a:xfrm>
              <a:off x="6251448" y="3382811"/>
              <a:ext cx="1143000" cy="744977"/>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48" name="TextBox 47"/>
            <p:cNvSpPr txBox="1"/>
            <p:nvPr/>
          </p:nvSpPr>
          <p:spPr>
            <a:xfrm>
              <a:off x="7705344" y="2905221"/>
              <a:ext cx="1143000" cy="744977"/>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sp>
          <p:nvSpPr>
            <p:cNvPr id="49" name="TextBox 48"/>
            <p:cNvSpPr txBox="1"/>
            <p:nvPr/>
          </p:nvSpPr>
          <p:spPr>
            <a:xfrm>
              <a:off x="9159240" y="2427631"/>
              <a:ext cx="1143000" cy="744977"/>
            </a:xfrm>
            <a:prstGeom prst="rect">
              <a:avLst/>
            </a:prstGeom>
            <a:noFill/>
          </p:spPr>
          <p:txBody>
            <a:bodyPr wrap="square" lIns="0" tIns="0" rIns="0" bIns="0" rtlCol="0">
              <a:spAutoFit/>
            </a:bodyPr>
            <a:lstStyle/>
            <a:p>
              <a:pPr>
                <a:spcBef>
                  <a:spcPts val="200"/>
                </a:spcBef>
                <a:spcAft>
                  <a:spcPts val="200"/>
                </a:spcAft>
                <a:buSzPct val="25000"/>
              </a:pPr>
              <a:r>
                <a:rPr lang="en-US" sz="1200" dirty="0">
                  <a:latin typeface="Aptos" panose="020B0004020202020204" pitchFamily="34" charset="0"/>
                </a:rPr>
                <a:t>This is dummy text </a:t>
              </a:r>
            </a:p>
            <a:p>
              <a:pPr marL="182880" lvl="1" indent="-182880">
                <a:spcBef>
                  <a:spcPts val="200"/>
                </a:spcBef>
                <a:spcAft>
                  <a:spcPts val="200"/>
                </a:spcAft>
                <a:buSzPct val="100000"/>
                <a:buFont typeface="Arial"/>
                <a:buChar char="•"/>
              </a:pPr>
              <a:r>
                <a:rPr lang="en-US" sz="1200" dirty="0">
                  <a:latin typeface="Aptos" panose="020B0004020202020204" pitchFamily="34" charset="0"/>
                </a:rPr>
                <a:t>This is a level 1 bullet</a:t>
              </a:r>
            </a:p>
          </p:txBody>
        </p:sp>
      </p:grpSp>
      <p:sp>
        <p:nvSpPr>
          <p:cNvPr id="51" name="Rectangle 5"/>
          <p:cNvSpPr>
            <a:spLocks noChangeArrowheads="1"/>
          </p:cNvSpPr>
          <p:nvPr/>
        </p:nvSpPr>
        <p:spPr bwMode="auto">
          <a:xfrm>
            <a:off x="875551" y="5598398"/>
            <a:ext cx="299249" cy="204671"/>
          </a:xfrm>
          <a:prstGeom prst="rect">
            <a:avLst/>
          </a:prstGeom>
          <a:noFill/>
          <a:ln w="12700" algn="ctr">
            <a:noFill/>
            <a:miter lim="800000"/>
            <a:headEnd/>
            <a:tailEnd/>
          </a:ln>
        </p:spPr>
        <p:txBody>
          <a:bodyPr wrap="none" lIns="0" tIns="0" rIns="0" bIns="0">
            <a:spAutoFit/>
          </a:bodyPr>
          <a:lstStyle/>
          <a:p>
            <a:pPr algn="ctr" defTabSz="619140">
              <a:lnSpc>
                <a:spcPct val="95000"/>
              </a:lnSpc>
            </a:pPr>
            <a:r>
              <a:rPr lang="en-US" sz="1400" dirty="0">
                <a:latin typeface="Aptos" panose="020B0004020202020204" pitchFamily="34" charset="0"/>
                <a:ea typeface="ＭＳ Ｐゴシック" charset="-128"/>
              </a:rPr>
              <a:t>Text</a:t>
            </a:r>
          </a:p>
        </p:txBody>
      </p:sp>
      <p:sp>
        <p:nvSpPr>
          <p:cNvPr id="52" name="AutoShape 11"/>
          <p:cNvSpPr>
            <a:spLocks noChangeArrowheads="1"/>
          </p:cNvSpPr>
          <p:nvPr/>
        </p:nvSpPr>
        <p:spPr bwMode="gray">
          <a:xfrm>
            <a:off x="878924" y="5310006"/>
            <a:ext cx="292500" cy="219375"/>
          </a:xfrm>
          <a:prstGeom prst="downArrow">
            <a:avLst>
              <a:gd name="adj1" fmla="val 49815"/>
              <a:gd name="adj2" fmla="val 54667"/>
            </a:avLst>
          </a:prstGeom>
          <a:solidFill>
            <a:schemeClr val="accent5"/>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solidFill>
                <a:schemeClr val="tx2"/>
              </a:solidFill>
              <a:latin typeface="Aptos" panose="020B0004020202020204" pitchFamily="34" charset="0"/>
            </a:endParaRPr>
          </a:p>
        </p:txBody>
      </p:sp>
      <p:sp>
        <p:nvSpPr>
          <p:cNvPr id="54" name="Rectangle 5"/>
          <p:cNvSpPr>
            <a:spLocks noChangeArrowheads="1"/>
          </p:cNvSpPr>
          <p:nvPr/>
        </p:nvSpPr>
        <p:spPr bwMode="auto">
          <a:xfrm>
            <a:off x="2449614" y="5598398"/>
            <a:ext cx="299249" cy="204671"/>
          </a:xfrm>
          <a:prstGeom prst="rect">
            <a:avLst/>
          </a:prstGeom>
          <a:noFill/>
          <a:ln w="12700" algn="ctr">
            <a:noFill/>
            <a:miter lim="800000"/>
            <a:headEnd/>
            <a:tailEnd/>
          </a:ln>
        </p:spPr>
        <p:txBody>
          <a:bodyPr wrap="none" lIns="0" tIns="0" rIns="0" bIns="0">
            <a:spAutoFit/>
          </a:bodyPr>
          <a:lstStyle/>
          <a:p>
            <a:pPr algn="ctr" defTabSz="619140">
              <a:lnSpc>
                <a:spcPct val="95000"/>
              </a:lnSpc>
            </a:pPr>
            <a:r>
              <a:rPr lang="en-US" sz="1400" dirty="0">
                <a:latin typeface="Aptos" panose="020B0004020202020204" pitchFamily="34" charset="0"/>
                <a:ea typeface="ＭＳ Ｐゴシック" charset="-128"/>
              </a:rPr>
              <a:t>Text</a:t>
            </a:r>
          </a:p>
        </p:txBody>
      </p:sp>
      <p:sp>
        <p:nvSpPr>
          <p:cNvPr id="55" name="AutoShape 11"/>
          <p:cNvSpPr>
            <a:spLocks noChangeArrowheads="1"/>
          </p:cNvSpPr>
          <p:nvPr/>
        </p:nvSpPr>
        <p:spPr bwMode="gray">
          <a:xfrm>
            <a:off x="2452986" y="5310006"/>
            <a:ext cx="292500" cy="219375"/>
          </a:xfrm>
          <a:prstGeom prst="downArrow">
            <a:avLst>
              <a:gd name="adj1" fmla="val 49815"/>
              <a:gd name="adj2" fmla="val 54667"/>
            </a:avLst>
          </a:prstGeom>
          <a:solidFill>
            <a:schemeClr val="accent5"/>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57" name="Rectangle 5"/>
          <p:cNvSpPr>
            <a:spLocks noChangeArrowheads="1"/>
          </p:cNvSpPr>
          <p:nvPr/>
        </p:nvSpPr>
        <p:spPr bwMode="auto">
          <a:xfrm>
            <a:off x="4017814" y="5598398"/>
            <a:ext cx="299249" cy="204671"/>
          </a:xfrm>
          <a:prstGeom prst="rect">
            <a:avLst/>
          </a:prstGeom>
          <a:noFill/>
          <a:ln w="12700" algn="ctr">
            <a:noFill/>
            <a:miter lim="800000"/>
            <a:headEnd/>
            <a:tailEnd/>
          </a:ln>
        </p:spPr>
        <p:txBody>
          <a:bodyPr wrap="none" lIns="0" tIns="0" rIns="0" bIns="0">
            <a:spAutoFit/>
          </a:bodyPr>
          <a:lstStyle/>
          <a:p>
            <a:pPr algn="ctr" defTabSz="619140">
              <a:lnSpc>
                <a:spcPct val="95000"/>
              </a:lnSpc>
            </a:pPr>
            <a:r>
              <a:rPr lang="en-US" sz="1400" dirty="0">
                <a:latin typeface="Aptos" panose="020B0004020202020204" pitchFamily="34" charset="0"/>
                <a:ea typeface="ＭＳ Ｐゴシック" charset="-128"/>
              </a:rPr>
              <a:t>Text</a:t>
            </a:r>
          </a:p>
        </p:txBody>
      </p:sp>
      <p:sp>
        <p:nvSpPr>
          <p:cNvPr id="58" name="AutoShape 11"/>
          <p:cNvSpPr>
            <a:spLocks noChangeArrowheads="1"/>
          </p:cNvSpPr>
          <p:nvPr/>
        </p:nvSpPr>
        <p:spPr bwMode="gray">
          <a:xfrm>
            <a:off x="4021186" y="5310006"/>
            <a:ext cx="292500" cy="219375"/>
          </a:xfrm>
          <a:prstGeom prst="downArrow">
            <a:avLst>
              <a:gd name="adj1" fmla="val 49815"/>
              <a:gd name="adj2" fmla="val 54667"/>
            </a:avLst>
          </a:prstGeom>
          <a:solidFill>
            <a:schemeClr val="accent5"/>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60" name="Rectangle 5"/>
          <p:cNvSpPr>
            <a:spLocks noChangeArrowheads="1"/>
          </p:cNvSpPr>
          <p:nvPr/>
        </p:nvSpPr>
        <p:spPr bwMode="auto">
          <a:xfrm>
            <a:off x="5607102" y="5598398"/>
            <a:ext cx="299249" cy="204671"/>
          </a:xfrm>
          <a:prstGeom prst="rect">
            <a:avLst/>
          </a:prstGeom>
          <a:noFill/>
          <a:ln w="12700" algn="ctr">
            <a:noFill/>
            <a:miter lim="800000"/>
            <a:headEnd/>
            <a:tailEnd/>
          </a:ln>
        </p:spPr>
        <p:txBody>
          <a:bodyPr wrap="none" lIns="0" tIns="0" rIns="0" bIns="0">
            <a:spAutoFit/>
          </a:bodyPr>
          <a:lstStyle/>
          <a:p>
            <a:pPr algn="ctr" defTabSz="619140">
              <a:lnSpc>
                <a:spcPct val="95000"/>
              </a:lnSpc>
            </a:pPr>
            <a:r>
              <a:rPr lang="en-US" sz="1400" dirty="0">
                <a:latin typeface="Aptos" panose="020B0004020202020204" pitchFamily="34" charset="0"/>
                <a:ea typeface="ＭＳ Ｐゴシック" charset="-128"/>
              </a:rPr>
              <a:t>Text</a:t>
            </a:r>
          </a:p>
        </p:txBody>
      </p:sp>
      <p:sp>
        <p:nvSpPr>
          <p:cNvPr id="61" name="AutoShape 11"/>
          <p:cNvSpPr>
            <a:spLocks noChangeArrowheads="1"/>
          </p:cNvSpPr>
          <p:nvPr/>
        </p:nvSpPr>
        <p:spPr bwMode="gray">
          <a:xfrm>
            <a:off x="5610474" y="5310006"/>
            <a:ext cx="292500" cy="219375"/>
          </a:xfrm>
          <a:prstGeom prst="downArrow">
            <a:avLst>
              <a:gd name="adj1" fmla="val 49815"/>
              <a:gd name="adj2" fmla="val 54667"/>
            </a:avLst>
          </a:prstGeom>
          <a:solidFill>
            <a:schemeClr val="accent5"/>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63" name="Rectangle 5"/>
          <p:cNvSpPr>
            <a:spLocks noChangeArrowheads="1"/>
          </p:cNvSpPr>
          <p:nvPr/>
        </p:nvSpPr>
        <p:spPr bwMode="auto">
          <a:xfrm>
            <a:off x="7160074" y="5598398"/>
            <a:ext cx="299249" cy="204671"/>
          </a:xfrm>
          <a:prstGeom prst="rect">
            <a:avLst/>
          </a:prstGeom>
          <a:noFill/>
          <a:ln w="12700" algn="ctr">
            <a:noFill/>
            <a:miter lim="800000"/>
            <a:headEnd/>
            <a:tailEnd/>
          </a:ln>
        </p:spPr>
        <p:txBody>
          <a:bodyPr wrap="none" lIns="0" tIns="0" rIns="0" bIns="0">
            <a:spAutoFit/>
          </a:bodyPr>
          <a:lstStyle/>
          <a:p>
            <a:pPr algn="ctr" defTabSz="619140">
              <a:lnSpc>
                <a:spcPct val="95000"/>
              </a:lnSpc>
            </a:pPr>
            <a:r>
              <a:rPr lang="en-US" sz="1400" dirty="0">
                <a:latin typeface="Aptos" panose="020B0004020202020204" pitchFamily="34" charset="0"/>
                <a:ea typeface="ＭＳ Ｐゴシック" charset="-128"/>
              </a:rPr>
              <a:t>Text</a:t>
            </a:r>
          </a:p>
        </p:txBody>
      </p:sp>
      <p:sp>
        <p:nvSpPr>
          <p:cNvPr id="64" name="AutoShape 11"/>
          <p:cNvSpPr>
            <a:spLocks noChangeArrowheads="1"/>
          </p:cNvSpPr>
          <p:nvPr/>
        </p:nvSpPr>
        <p:spPr bwMode="gray">
          <a:xfrm>
            <a:off x="7163446" y="5310006"/>
            <a:ext cx="292500" cy="219375"/>
          </a:xfrm>
          <a:prstGeom prst="downArrow">
            <a:avLst>
              <a:gd name="adj1" fmla="val 49815"/>
              <a:gd name="adj2" fmla="val 54667"/>
            </a:avLst>
          </a:prstGeom>
          <a:solidFill>
            <a:schemeClr val="accent5"/>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
        <p:nvSpPr>
          <p:cNvPr id="66" name="Rectangle 5"/>
          <p:cNvSpPr>
            <a:spLocks noChangeArrowheads="1"/>
          </p:cNvSpPr>
          <p:nvPr/>
        </p:nvSpPr>
        <p:spPr bwMode="auto">
          <a:xfrm>
            <a:off x="8713046" y="5598398"/>
            <a:ext cx="299249" cy="204671"/>
          </a:xfrm>
          <a:prstGeom prst="rect">
            <a:avLst/>
          </a:prstGeom>
          <a:noFill/>
          <a:ln w="12700" algn="ctr">
            <a:noFill/>
            <a:miter lim="800000"/>
            <a:headEnd/>
            <a:tailEnd/>
          </a:ln>
        </p:spPr>
        <p:txBody>
          <a:bodyPr wrap="none" lIns="0" tIns="0" rIns="0" bIns="0">
            <a:spAutoFit/>
          </a:bodyPr>
          <a:lstStyle/>
          <a:p>
            <a:pPr algn="ctr" defTabSz="619140">
              <a:lnSpc>
                <a:spcPct val="95000"/>
              </a:lnSpc>
            </a:pPr>
            <a:r>
              <a:rPr lang="en-US" sz="1400" dirty="0">
                <a:latin typeface="Aptos" panose="020B0004020202020204" pitchFamily="34" charset="0"/>
                <a:ea typeface="ＭＳ Ｐゴシック" charset="-128"/>
              </a:rPr>
              <a:t>Text</a:t>
            </a:r>
          </a:p>
        </p:txBody>
      </p:sp>
      <p:sp>
        <p:nvSpPr>
          <p:cNvPr id="67" name="AutoShape 11"/>
          <p:cNvSpPr>
            <a:spLocks noChangeArrowheads="1"/>
          </p:cNvSpPr>
          <p:nvPr/>
        </p:nvSpPr>
        <p:spPr bwMode="gray">
          <a:xfrm>
            <a:off x="8716418" y="5310006"/>
            <a:ext cx="292500" cy="219375"/>
          </a:xfrm>
          <a:prstGeom prst="downArrow">
            <a:avLst>
              <a:gd name="adj1" fmla="val 49815"/>
              <a:gd name="adj2" fmla="val 54667"/>
            </a:avLst>
          </a:prstGeom>
          <a:solidFill>
            <a:schemeClr val="accent5"/>
          </a:solidFill>
          <a:ln w="6350" algn="ctr">
            <a:noFill/>
            <a:miter lim="800000"/>
            <a:headEnd/>
            <a:tailEnd/>
          </a:ln>
          <a:effectLst/>
        </p:spPr>
        <p:txBody>
          <a:bodyPr vert="horz" wrap="none" lIns="74295" tIns="37148" rIns="74295" bIns="37148" numCol="1" anchor="ctr" anchorCtr="0" compatLnSpc="1">
            <a:prstTxWarp prst="textNoShape">
              <a:avLst/>
            </a:prstTxWarp>
          </a:bodyPr>
          <a:lstStyle/>
          <a:p>
            <a:endParaRPr lang="en-US" sz="1463" dirty="0">
              <a:latin typeface="Aptos" panose="020B0004020202020204" pitchFamily="34" charset="0"/>
            </a:endParaRPr>
          </a:p>
        </p:txBody>
      </p:sp>
    </p:spTree>
    <p:extLst>
      <p:ext uri="{BB962C8B-B14F-4D97-AF65-F5344CB8AC3E}">
        <p14:creationId xmlns:p14="http://schemas.microsoft.com/office/powerpoint/2010/main" val="3267523521"/>
      </p:ext>
    </p:extLst>
  </p:cSld>
  <p:clrMapOvr>
    <a:masterClrMapping/>
  </p:clrMapOvr>
  <p:transition>
    <p:fade/>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Charts and graphs</a:t>
            </a:r>
          </a:p>
        </p:txBody>
      </p:sp>
    </p:spTree>
    <p:extLst>
      <p:ext uri="{BB962C8B-B14F-4D97-AF65-F5344CB8AC3E}">
        <p14:creationId xmlns:p14="http://schemas.microsoft.com/office/powerpoint/2010/main" val="2026695806"/>
      </p:ext>
    </p:extLst>
  </p:cSld>
  <p:clrMapOvr>
    <a:masterClrMapping/>
  </p:clrMapOvr>
  <p:transition>
    <p:fade/>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nvPr>
        </p:nvGraphicFramePr>
        <p:xfrm>
          <a:off x="1239543" y="644229"/>
          <a:ext cx="1289" cy="1289"/>
        </p:xfrm>
        <a:graphic>
          <a:graphicData uri="http://schemas.openxmlformats.org/presentationml/2006/ole">
            <mc:AlternateContent xmlns:mc="http://schemas.openxmlformats.org/markup-compatibility/2006">
              <mc:Choice xmlns:v="urn:schemas-microsoft-com:vml" Requires="v">
                <p:oleObj name="think-cell Slide" r:id="rId4" imgW="270" imgH="270" progId="TCLayout.ActiveDocument.1">
                  <p:embed/>
                </p:oleObj>
              </mc:Choice>
              <mc:Fallback>
                <p:oleObj name="think-cell Slide" r:id="rId4" imgW="270" imgH="270" progId="TCLayout.ActiveDocument.1">
                  <p:embed/>
                  <p:pic>
                    <p:nvPicPr>
                      <p:cNvPr id="3" name="Object 2" hidden="1"/>
                      <p:cNvPicPr/>
                      <p:nvPr/>
                    </p:nvPicPr>
                    <p:blipFill>
                      <a:blip r:embed="rId5"/>
                      <a:stretch>
                        <a:fillRect/>
                      </a:stretch>
                    </p:blipFill>
                    <p:spPr>
                      <a:xfrm>
                        <a:off x="1239543" y="644229"/>
                        <a:ext cx="1289" cy="1289"/>
                      </a:xfrm>
                      <a:prstGeom prst="rect">
                        <a:avLst/>
                      </a:prstGeom>
                    </p:spPr>
                  </p:pic>
                </p:oleObj>
              </mc:Fallback>
            </mc:AlternateContent>
          </a:graphicData>
        </a:graphic>
      </p:graphicFrame>
      <p:sp>
        <p:nvSpPr>
          <p:cNvPr id="10" name="Text Placeholder 9"/>
          <p:cNvSpPr>
            <a:spLocks noGrp="1"/>
          </p:cNvSpPr>
          <p:nvPr>
            <p:ph type="body" sz="quarter" idx="13"/>
          </p:nvPr>
        </p:nvSpPr>
        <p:spPr/>
        <p:txBody>
          <a:bodyPr/>
          <a:lstStyle/>
          <a:p>
            <a:pPr lvl="0"/>
            <a:r>
              <a:rPr lang="en-US" altLang="ja-JP"/>
              <a:t>Paired</a:t>
            </a:r>
            <a:endParaRPr lang="en-GB" dirty="0"/>
          </a:p>
        </p:txBody>
      </p:sp>
      <p:sp>
        <p:nvSpPr>
          <p:cNvPr id="2" name="Title 1"/>
          <p:cNvSpPr>
            <a:spLocks noGrp="1"/>
          </p:cNvSpPr>
          <p:nvPr>
            <p:ph type="title"/>
          </p:nvPr>
        </p:nvSpPr>
        <p:spPr/>
        <p:txBody>
          <a:bodyPr/>
          <a:lstStyle/>
          <a:p>
            <a:r>
              <a:rPr lang="en-US" altLang="ja-JP"/>
              <a:t>Bar charts </a:t>
            </a:r>
            <a:endParaRPr lang="en-US" dirty="0"/>
          </a:p>
        </p:txBody>
      </p:sp>
      <p:graphicFrame>
        <p:nvGraphicFramePr>
          <p:cNvPr id="15" name="Chart Placeholder 14"/>
          <p:cNvGraphicFramePr>
            <a:graphicFrameLocks noGrp="1"/>
          </p:cNvGraphicFramePr>
          <p:nvPr>
            <p:ph idx="1"/>
            <p:extLst>
              <p:ext uri="{D42A27DB-BD31-4B8C-83A1-F6EECF244321}">
                <p14:modId xmlns:p14="http://schemas.microsoft.com/office/powerpoint/2010/main" val="2015819379"/>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2596703081"/>
      </p:ext>
    </p:extLst>
  </p:cSld>
  <p:clrMapOvr>
    <a:masterClrMapping/>
  </p:clrMapOvr>
  <p:transition>
    <p:fade/>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p:cNvSpPr>
            <a:spLocks noGrp="1"/>
          </p:cNvSpPr>
          <p:nvPr>
            <p:ph type="body" sz="quarter" idx="13"/>
          </p:nvPr>
        </p:nvSpPr>
        <p:spPr/>
        <p:txBody>
          <a:bodyPr/>
          <a:lstStyle/>
          <a:p>
            <a:r>
              <a:rPr lang="en-GB"/>
              <a:t>Multi </a:t>
            </a:r>
            <a:r>
              <a:rPr lang="en-US"/>
              <a:t>colors</a:t>
            </a:r>
            <a:endParaRPr lang="en-US" dirty="0"/>
          </a:p>
        </p:txBody>
      </p:sp>
      <p:sp>
        <p:nvSpPr>
          <p:cNvPr id="2" name="Title 1"/>
          <p:cNvSpPr>
            <a:spLocks noGrp="1"/>
          </p:cNvSpPr>
          <p:nvPr>
            <p:ph type="title"/>
          </p:nvPr>
        </p:nvSpPr>
        <p:spPr/>
        <p:txBody>
          <a:bodyPr/>
          <a:lstStyle/>
          <a:p>
            <a:r>
              <a:rPr lang="en-US"/>
              <a:t>Horizontal stacked bar chart</a:t>
            </a:r>
            <a:endParaRPr lang="en-US" dirty="0"/>
          </a:p>
        </p:txBody>
      </p:sp>
      <p:graphicFrame>
        <p:nvGraphicFramePr>
          <p:cNvPr id="10" name="Chart Placeholder 13">
            <a:extLst>
              <a:ext uri="{FF2B5EF4-FFF2-40B4-BE49-F238E27FC236}">
                <a16:creationId xmlns:a16="http://schemas.microsoft.com/office/drawing/2014/main" id="{E459724D-7670-483F-AF24-7749DD932DE4}"/>
              </a:ext>
            </a:extLst>
          </p:cNvPr>
          <p:cNvGraphicFramePr>
            <a:graphicFrameLocks noGrp="1"/>
          </p:cNvGraphicFramePr>
          <p:nvPr>
            <p:ph idx="1"/>
            <p:extLst>
              <p:ext uri="{D42A27DB-BD31-4B8C-83A1-F6EECF244321}">
                <p14:modId xmlns:p14="http://schemas.microsoft.com/office/powerpoint/2010/main" val="4293193928"/>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 Placeholder 4">
            <a:extLst>
              <a:ext uri="{FF2B5EF4-FFF2-40B4-BE49-F238E27FC236}">
                <a16:creationId xmlns:a16="http://schemas.microsoft.com/office/drawing/2014/main" id="{40B5AE07-DC71-4DB2-9732-2BB384A9AB6F}"/>
              </a:ext>
            </a:extLst>
          </p:cNvPr>
          <p:cNvSpPr>
            <a:spLocks noGrp="1"/>
          </p:cNvSpPr>
          <p:nvPr>
            <p:ph sz="quarter" idx="4294967295"/>
          </p:nvPr>
        </p:nvSpPr>
        <p:spPr>
          <a:xfrm>
            <a:off x="0" y="1692275"/>
            <a:ext cx="9144000" cy="431800"/>
          </a:xfrm>
          <a:prstGeom prst="rect">
            <a:avLst/>
          </a:prstGeom>
        </p:spPr>
        <p:txBody>
          <a:bodyPr/>
          <a:lstStyle/>
          <a:p>
            <a:r>
              <a:rPr lang="en-US" noProof="0" dirty="0"/>
              <a:t>Chart title runs here (units)</a:t>
            </a:r>
          </a:p>
          <a:p>
            <a:endParaRPr lang="en-US" noProof="0" dirty="0"/>
          </a:p>
        </p:txBody>
      </p:sp>
    </p:spTree>
    <p:extLst>
      <p:ext uri="{BB962C8B-B14F-4D97-AF65-F5344CB8AC3E}">
        <p14:creationId xmlns:p14="http://schemas.microsoft.com/office/powerpoint/2010/main" val="932743615"/>
      </p:ext>
    </p:extLst>
  </p:cSld>
  <p:clrMapOvr>
    <a:masterClrMapping/>
  </p:clrMapOvr>
  <p:transition>
    <p:fade/>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Chart Placeholder 7">
            <a:extLst>
              <a:ext uri="{FF2B5EF4-FFF2-40B4-BE49-F238E27FC236}">
                <a16:creationId xmlns:a16="http://schemas.microsoft.com/office/drawing/2014/main" id="{C96E42A5-6F52-4546-BE5E-8C0273F56AC9}"/>
              </a:ext>
            </a:extLst>
          </p:cNvPr>
          <p:cNvGraphicFramePr>
            <a:graphicFrameLocks/>
          </p:cNvGraphicFramePr>
          <p:nvPr>
            <p:extLst>
              <p:ext uri="{D42A27DB-BD31-4B8C-83A1-F6EECF244321}">
                <p14:modId xmlns:p14="http://schemas.microsoft.com/office/powerpoint/2010/main" val="1638542176"/>
              </p:ext>
            </p:extLst>
          </p:nvPr>
        </p:nvGraphicFramePr>
        <p:xfrm>
          <a:off x="5054898" y="2370039"/>
          <a:ext cx="4457700" cy="313174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8" name="Chart Placeholder 7">
            <a:extLst>
              <a:ext uri="{FF2B5EF4-FFF2-40B4-BE49-F238E27FC236}">
                <a16:creationId xmlns:a16="http://schemas.microsoft.com/office/drawing/2014/main" id="{84F1E488-7090-4017-A7DB-359C9562792D}"/>
              </a:ext>
            </a:extLst>
          </p:cNvPr>
          <p:cNvGraphicFramePr>
            <a:graphicFrameLocks/>
          </p:cNvGraphicFramePr>
          <p:nvPr>
            <p:extLst>
              <p:ext uri="{D42A27DB-BD31-4B8C-83A1-F6EECF244321}">
                <p14:modId xmlns:p14="http://schemas.microsoft.com/office/powerpoint/2010/main" val="830710172"/>
              </p:ext>
            </p:extLst>
          </p:nvPr>
        </p:nvGraphicFramePr>
        <p:xfrm>
          <a:off x="401142" y="2370039"/>
          <a:ext cx="4457700" cy="3131741"/>
        </p:xfrm>
        <a:graphic>
          <a:graphicData uri="http://schemas.openxmlformats.org/drawingml/2006/chart">
            <c:chart xmlns:c="http://schemas.openxmlformats.org/drawingml/2006/chart" xmlns:r="http://schemas.openxmlformats.org/officeDocument/2006/relationships" r:id="rId4"/>
          </a:graphicData>
        </a:graphic>
      </p:graphicFrame>
      <p:sp>
        <p:nvSpPr>
          <p:cNvPr id="11" name="Text Placeholder 10">
            <a:extLst>
              <a:ext uri="{FF2B5EF4-FFF2-40B4-BE49-F238E27FC236}">
                <a16:creationId xmlns:a16="http://schemas.microsoft.com/office/drawing/2014/main" id="{9701454F-B7E6-4796-BBE8-29F101DF7A6D}"/>
              </a:ext>
            </a:extLst>
          </p:cNvPr>
          <p:cNvSpPr>
            <a:spLocks noGrp="1"/>
          </p:cNvSpPr>
          <p:nvPr>
            <p:ph sz="quarter" idx="10"/>
          </p:nvPr>
        </p:nvSpPr>
        <p:spPr/>
        <p:txBody>
          <a:bodyPr>
            <a:normAutofit/>
          </a:bodyPr>
          <a:lstStyle/>
          <a:p>
            <a:pPr>
              <a:spcAft>
                <a:spcPts val="0"/>
              </a:spcAft>
            </a:pPr>
            <a:r>
              <a:rPr lang="en-US" dirty="0"/>
              <a:t>Chart title</a:t>
            </a:r>
          </a:p>
        </p:txBody>
      </p:sp>
      <p:sp>
        <p:nvSpPr>
          <p:cNvPr id="7" name="Text Placeholder 6">
            <a:extLst>
              <a:ext uri="{FF2B5EF4-FFF2-40B4-BE49-F238E27FC236}">
                <a16:creationId xmlns:a16="http://schemas.microsoft.com/office/drawing/2014/main" id="{A0C83520-CE59-467F-9053-4BDEC0C6A7BE}"/>
              </a:ext>
            </a:extLst>
          </p:cNvPr>
          <p:cNvSpPr>
            <a:spLocks noGrp="1"/>
          </p:cNvSpPr>
          <p:nvPr>
            <p:ph sz="quarter" idx="20"/>
          </p:nvPr>
        </p:nvSpPr>
        <p:spPr/>
        <p:txBody>
          <a:bodyPr/>
          <a:lstStyle/>
          <a:p>
            <a:r>
              <a:rPr lang="en-US" dirty="0"/>
              <a:t>Chart title</a:t>
            </a:r>
          </a:p>
        </p:txBody>
      </p:sp>
      <p:sp>
        <p:nvSpPr>
          <p:cNvPr id="3" name="Text Placeholder 2"/>
          <p:cNvSpPr>
            <a:spLocks noGrp="1"/>
          </p:cNvSpPr>
          <p:nvPr>
            <p:ph type="body" sz="quarter" idx="13"/>
          </p:nvPr>
        </p:nvSpPr>
        <p:spPr/>
        <p:txBody>
          <a:bodyPr/>
          <a:lstStyle/>
          <a:p>
            <a:r>
              <a:rPr lang="en-US" dirty="0"/>
              <a:t>Highlight one segment color format (units)</a:t>
            </a:r>
          </a:p>
        </p:txBody>
      </p:sp>
      <p:sp>
        <p:nvSpPr>
          <p:cNvPr id="2" name="Title 1"/>
          <p:cNvSpPr>
            <a:spLocks noGrp="1"/>
          </p:cNvSpPr>
          <p:nvPr>
            <p:ph type="title"/>
          </p:nvPr>
        </p:nvSpPr>
        <p:spPr/>
        <p:txBody>
          <a:bodyPr/>
          <a:lstStyle/>
          <a:p>
            <a:r>
              <a:rPr lang="en-US" altLang="ja-JP"/>
              <a:t>Bar charts</a:t>
            </a:r>
            <a:endParaRPr lang="en-US" dirty="0"/>
          </a:p>
        </p:txBody>
      </p:sp>
    </p:spTree>
    <p:extLst>
      <p:ext uri="{BB962C8B-B14F-4D97-AF65-F5344CB8AC3E}">
        <p14:creationId xmlns:p14="http://schemas.microsoft.com/office/powerpoint/2010/main" val="3319607823"/>
      </p:ext>
    </p:extLst>
  </p:cSld>
  <p:clrMapOvr>
    <a:masterClrMapping/>
  </p:clrMapOvr>
  <p:transition>
    <p:fade/>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p:txBody>
          <a:bodyPr/>
          <a:lstStyle/>
          <a:p>
            <a:r>
              <a:rPr lang="en-GB"/>
              <a:t>Varying </a:t>
            </a:r>
            <a:r>
              <a:rPr lang="en-US"/>
              <a:t>colors</a:t>
            </a:r>
            <a:endParaRPr lang="en-US" dirty="0"/>
          </a:p>
        </p:txBody>
      </p:sp>
      <p:sp>
        <p:nvSpPr>
          <p:cNvPr id="2" name="Title 1"/>
          <p:cNvSpPr>
            <a:spLocks noGrp="1"/>
          </p:cNvSpPr>
          <p:nvPr>
            <p:ph type="title"/>
          </p:nvPr>
        </p:nvSpPr>
        <p:spPr/>
        <p:txBody>
          <a:bodyPr/>
          <a:lstStyle/>
          <a:p>
            <a:r>
              <a:rPr lang="en-GB"/>
              <a:t>100% </a:t>
            </a:r>
            <a:r>
              <a:rPr lang="en-US"/>
              <a:t>Stacked</a:t>
            </a:r>
            <a:r>
              <a:rPr lang="en-GB"/>
              <a:t> bar chart</a:t>
            </a:r>
            <a:endParaRPr lang="en-GB" dirty="0"/>
          </a:p>
        </p:txBody>
      </p:sp>
      <p:graphicFrame>
        <p:nvGraphicFramePr>
          <p:cNvPr id="9" name="Content Placeholder 8"/>
          <p:cNvGraphicFramePr>
            <a:graphicFrameLocks noGrp="1"/>
          </p:cNvGraphicFramePr>
          <p:nvPr>
            <p:ph idx="1"/>
            <p:extLst>
              <p:ext uri="{D42A27DB-BD31-4B8C-83A1-F6EECF244321}">
                <p14:modId xmlns:p14="http://schemas.microsoft.com/office/powerpoint/2010/main" val="2394440150"/>
              </p:ext>
            </p:extLst>
          </p:nvPr>
        </p:nvGraphicFramePr>
        <p:xfrm>
          <a:off x="384175" y="2035030"/>
          <a:ext cx="9144000" cy="4327669"/>
        </p:xfrm>
        <a:graphic>
          <a:graphicData uri="http://schemas.openxmlformats.org/drawingml/2006/chart">
            <c:chart xmlns:c="http://schemas.openxmlformats.org/drawingml/2006/chart" xmlns:r="http://schemas.openxmlformats.org/officeDocument/2006/relationships" r:id="rId3"/>
          </a:graphicData>
        </a:graphic>
      </p:graphicFrame>
      <p:sp>
        <p:nvSpPr>
          <p:cNvPr id="13" name="Text Placeholder 12"/>
          <p:cNvSpPr>
            <a:spLocks noGrp="1"/>
          </p:cNvSpPr>
          <p:nvPr>
            <p:ph sz="quarter" idx="4294967295"/>
          </p:nvPr>
        </p:nvSpPr>
        <p:spPr>
          <a:xfrm>
            <a:off x="762000" y="1693863"/>
            <a:ext cx="9144000" cy="341312"/>
          </a:xfrm>
          <a:prstGeom prst="rect">
            <a:avLst/>
          </a:prstGeom>
        </p:spPr>
        <p:txBody>
          <a:bodyPr/>
          <a:lstStyle/>
          <a:p>
            <a:r>
              <a:rPr lang="en-GB" dirty="0"/>
              <a:t>Chart title runs here</a:t>
            </a:r>
          </a:p>
        </p:txBody>
      </p:sp>
    </p:spTree>
    <p:extLst>
      <p:ext uri="{BB962C8B-B14F-4D97-AF65-F5344CB8AC3E}">
        <p14:creationId xmlns:p14="http://schemas.microsoft.com/office/powerpoint/2010/main" val="306305915"/>
      </p:ext>
    </p:extLst>
  </p:cSld>
  <p:clrMapOvr>
    <a:masterClrMapping/>
  </p:clrMapOvr>
  <p:transition>
    <p:fade/>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73BA1D64-6008-48A2-98AE-A211B905B999}"/>
              </a:ext>
            </a:extLst>
          </p:cNvPr>
          <p:cNvSpPr>
            <a:spLocks noGrp="1"/>
          </p:cNvSpPr>
          <p:nvPr>
            <p:ph sz="quarter" idx="10"/>
          </p:nvPr>
        </p:nvSpPr>
        <p:spPr/>
        <p:txBody>
          <a:bodyPr>
            <a:normAutofit/>
          </a:bodyPr>
          <a:lstStyle/>
          <a:p>
            <a:pPr>
              <a:spcAft>
                <a:spcPts val="0"/>
              </a:spcAft>
            </a:pPr>
            <a:r>
              <a:rPr lang="en-US" dirty="0"/>
              <a:t>Chart title</a:t>
            </a:r>
          </a:p>
        </p:txBody>
      </p:sp>
      <p:sp>
        <p:nvSpPr>
          <p:cNvPr id="8" name="Text Placeholder 7">
            <a:extLst>
              <a:ext uri="{FF2B5EF4-FFF2-40B4-BE49-F238E27FC236}">
                <a16:creationId xmlns:a16="http://schemas.microsoft.com/office/drawing/2014/main" id="{5876ED3B-C3B7-4283-901C-52DC4DE6BAB8}"/>
              </a:ext>
            </a:extLst>
          </p:cNvPr>
          <p:cNvSpPr>
            <a:spLocks noGrp="1"/>
          </p:cNvSpPr>
          <p:nvPr>
            <p:ph sz="quarter" idx="14"/>
          </p:nvPr>
        </p:nvSpPr>
        <p:spPr/>
        <p:txBody>
          <a:bodyPr/>
          <a:lstStyle/>
          <a:p>
            <a:r>
              <a:rPr lang="en-US" dirty="0"/>
              <a:t>Chart title</a:t>
            </a:r>
          </a:p>
          <a:p>
            <a:endParaRPr lang="en-US" dirty="0"/>
          </a:p>
        </p:txBody>
      </p:sp>
      <p:sp>
        <p:nvSpPr>
          <p:cNvPr id="4" name="Text Placeholder 3">
            <a:extLst>
              <a:ext uri="{FF2B5EF4-FFF2-40B4-BE49-F238E27FC236}">
                <a16:creationId xmlns:a16="http://schemas.microsoft.com/office/drawing/2014/main" id="{3D71E98B-7CF2-4AB2-A24B-A9B9A9875C84}"/>
              </a:ext>
            </a:extLst>
          </p:cNvPr>
          <p:cNvSpPr>
            <a:spLocks noGrp="1"/>
          </p:cNvSpPr>
          <p:nvPr>
            <p:ph sz="quarter" idx="15"/>
          </p:nvPr>
        </p:nvSpPr>
        <p:spPr/>
        <p:txBody>
          <a:bodyPr/>
          <a:lstStyle/>
          <a:p>
            <a:r>
              <a:rPr lang="en-US" dirty="0"/>
              <a:t>Chart title</a:t>
            </a:r>
          </a:p>
        </p:txBody>
      </p:sp>
      <p:sp>
        <p:nvSpPr>
          <p:cNvPr id="6" name="Content Placeholder 5">
            <a:extLst>
              <a:ext uri="{FF2B5EF4-FFF2-40B4-BE49-F238E27FC236}">
                <a16:creationId xmlns:a16="http://schemas.microsoft.com/office/drawing/2014/main" id="{CFA8E99F-9349-780A-AFB5-3E5E4E817CDE}"/>
              </a:ext>
            </a:extLst>
          </p:cNvPr>
          <p:cNvSpPr>
            <a:spLocks noGrp="1"/>
          </p:cNvSpPr>
          <p:nvPr>
            <p:ph sz="quarter" idx="16"/>
          </p:nvPr>
        </p:nvSpPr>
        <p:spPr/>
        <p:txBody>
          <a:bodyPr/>
          <a:lstStyle/>
          <a:p>
            <a:r>
              <a:rPr lang="en-US" dirty="0"/>
              <a:t>Chart title</a:t>
            </a:r>
          </a:p>
        </p:txBody>
      </p:sp>
      <p:sp>
        <p:nvSpPr>
          <p:cNvPr id="3" name="Text Placeholder 2"/>
          <p:cNvSpPr>
            <a:spLocks noGrp="1"/>
          </p:cNvSpPr>
          <p:nvPr>
            <p:ph type="body" sz="quarter" idx="13"/>
          </p:nvPr>
        </p:nvSpPr>
        <p:spPr/>
        <p:txBody>
          <a:bodyPr/>
          <a:lstStyle/>
          <a:p>
            <a:pPr lvl="0"/>
            <a:r>
              <a:rPr lang="en-US" altLang="ja-JP"/>
              <a:t>Four parallel</a:t>
            </a:r>
            <a:endParaRPr lang="en-GB" dirty="0"/>
          </a:p>
        </p:txBody>
      </p:sp>
      <p:sp>
        <p:nvSpPr>
          <p:cNvPr id="2" name="Title 1"/>
          <p:cNvSpPr>
            <a:spLocks noGrp="1"/>
          </p:cNvSpPr>
          <p:nvPr>
            <p:ph type="title"/>
          </p:nvPr>
        </p:nvSpPr>
        <p:spPr/>
        <p:txBody>
          <a:bodyPr/>
          <a:lstStyle/>
          <a:p>
            <a:r>
              <a:rPr lang="en-US" altLang="ja-JP"/>
              <a:t>Bar charts</a:t>
            </a:r>
            <a:endParaRPr lang="en-US" dirty="0"/>
          </a:p>
        </p:txBody>
      </p:sp>
      <p:graphicFrame>
        <p:nvGraphicFramePr>
          <p:cNvPr id="24" name="Chart 23"/>
          <p:cNvGraphicFramePr/>
          <p:nvPr/>
        </p:nvGraphicFramePr>
        <p:xfrm>
          <a:off x="407591" y="2202086"/>
          <a:ext cx="2043113" cy="338695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5" name="Chart 44"/>
          <p:cNvGraphicFramePr/>
          <p:nvPr/>
        </p:nvGraphicFramePr>
        <p:xfrm>
          <a:off x="2799311" y="2232506"/>
          <a:ext cx="2043113" cy="338695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6" name="Chart 45"/>
          <p:cNvGraphicFramePr/>
          <p:nvPr/>
        </p:nvGraphicFramePr>
        <p:xfrm>
          <a:off x="5191030" y="2232506"/>
          <a:ext cx="2043113" cy="338695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7" name="Chart 46"/>
          <p:cNvGraphicFramePr/>
          <p:nvPr/>
        </p:nvGraphicFramePr>
        <p:xfrm>
          <a:off x="7582748" y="2232506"/>
          <a:ext cx="2043113" cy="3386957"/>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3111040710"/>
      </p:ext>
    </p:extLst>
  </p:cSld>
  <p:clrMapOvr>
    <a:masterClrMapping/>
  </p:clrMapOvr>
  <p:transition>
    <p:fade/>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sz="quarter" idx="13"/>
          </p:nvPr>
        </p:nvSpPr>
        <p:spPr/>
        <p:txBody>
          <a:bodyPr/>
          <a:lstStyle/>
          <a:p>
            <a:pPr lvl="0"/>
            <a:r>
              <a:rPr lang="en-US" altLang="ja-JP"/>
              <a:t>Paired (14 colors)</a:t>
            </a:r>
            <a:endParaRPr lang="en-GB" dirty="0"/>
          </a:p>
        </p:txBody>
      </p:sp>
      <p:sp>
        <p:nvSpPr>
          <p:cNvPr id="2" name="Title 1"/>
          <p:cNvSpPr>
            <a:spLocks noGrp="1"/>
          </p:cNvSpPr>
          <p:nvPr>
            <p:ph type="title"/>
          </p:nvPr>
        </p:nvSpPr>
        <p:spPr/>
        <p:txBody>
          <a:bodyPr/>
          <a:lstStyle/>
          <a:p>
            <a:r>
              <a:rPr lang="en-US" altLang="ja-JP"/>
              <a:t>Bar charts</a:t>
            </a:r>
            <a:endParaRPr lang="en-US" dirty="0"/>
          </a:p>
        </p:txBody>
      </p:sp>
      <p:graphicFrame>
        <p:nvGraphicFramePr>
          <p:cNvPr id="12" name="Chart Placeholder 11"/>
          <p:cNvGraphicFramePr>
            <a:graphicFrameLocks noGrp="1"/>
          </p:cNvGraphicFramePr>
          <p:nvPr>
            <p:ph idx="1"/>
            <p:extLst>
              <p:ext uri="{D42A27DB-BD31-4B8C-83A1-F6EECF244321}">
                <p14:modId xmlns:p14="http://schemas.microsoft.com/office/powerpoint/2010/main" val="1392430045"/>
              </p:ext>
            </p:extLst>
          </p:nvPr>
        </p:nvGraphicFramePr>
        <p:xfrm>
          <a:off x="365125" y="2197100"/>
          <a:ext cx="9185275" cy="4160838"/>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 Placeholder 3"/>
          <p:cNvSpPr>
            <a:spLocks noGrp="1"/>
          </p:cNvSpPr>
          <p:nvPr>
            <p:ph sz="quarter" idx="4294967295"/>
          </p:nvPr>
        </p:nvSpPr>
        <p:spPr>
          <a:xfrm>
            <a:off x="0" y="1695450"/>
            <a:ext cx="9144000" cy="293688"/>
          </a:xfrm>
          <a:prstGeom prst="rect">
            <a:avLst/>
          </a:prstGeom>
        </p:spPr>
        <p:txBody>
          <a:bodyPr/>
          <a:lstStyle/>
          <a:p>
            <a:r>
              <a:rPr lang="en-US" dirty="0"/>
              <a:t>Chart title runs here (units)</a:t>
            </a:r>
          </a:p>
        </p:txBody>
      </p:sp>
    </p:spTree>
    <p:extLst>
      <p:ext uri="{BB962C8B-B14F-4D97-AF65-F5344CB8AC3E}">
        <p14:creationId xmlns:p14="http://schemas.microsoft.com/office/powerpoint/2010/main" val="3419140680"/>
      </p:ext>
    </p:extLst>
  </p:cSld>
  <p:clrMapOvr>
    <a:masterClrMapping/>
  </p:clrMapOvr>
  <p:transition>
    <p:fade/>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p:cNvSpPr>
            <a:spLocks noGrp="1"/>
          </p:cNvSpPr>
          <p:nvPr>
            <p:ph type="body" sz="quarter" idx="13"/>
          </p:nvPr>
        </p:nvSpPr>
        <p:spPr/>
        <p:txBody>
          <a:bodyPr/>
          <a:lstStyle/>
          <a:p>
            <a:r>
              <a:rPr lang="en-GB"/>
              <a:t>Two </a:t>
            </a:r>
            <a:r>
              <a:rPr lang="en-US"/>
              <a:t>color</a:t>
            </a:r>
            <a:r>
              <a:rPr lang="en-GB"/>
              <a:t> only</a:t>
            </a:r>
            <a:endParaRPr lang="en-GB" dirty="0"/>
          </a:p>
        </p:txBody>
      </p:sp>
      <p:sp>
        <p:nvSpPr>
          <p:cNvPr id="2" name="Title 1"/>
          <p:cNvSpPr>
            <a:spLocks noGrp="1"/>
          </p:cNvSpPr>
          <p:nvPr>
            <p:ph type="title"/>
          </p:nvPr>
        </p:nvSpPr>
        <p:spPr/>
        <p:txBody>
          <a:bodyPr/>
          <a:lstStyle/>
          <a:p>
            <a:r>
              <a:rPr lang="en-US"/>
              <a:t>Tornado chart</a:t>
            </a:r>
            <a:endParaRPr lang="en-US" dirty="0"/>
          </a:p>
        </p:txBody>
      </p:sp>
      <p:graphicFrame>
        <p:nvGraphicFramePr>
          <p:cNvPr id="18" name="Chart Placeholder 38">
            <a:extLst>
              <a:ext uri="{FF2B5EF4-FFF2-40B4-BE49-F238E27FC236}">
                <a16:creationId xmlns:a16="http://schemas.microsoft.com/office/drawing/2014/main" id="{B268A0B0-C38C-4927-9199-506438BC389E}"/>
              </a:ext>
            </a:extLst>
          </p:cNvPr>
          <p:cNvGraphicFramePr>
            <a:graphicFrameLocks noGrp="1"/>
          </p:cNvGraphicFramePr>
          <p:nvPr>
            <p:ph idx="1"/>
            <p:extLst>
              <p:ext uri="{D42A27DB-BD31-4B8C-83A1-F6EECF244321}">
                <p14:modId xmlns:p14="http://schemas.microsoft.com/office/powerpoint/2010/main" val="3208205805"/>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
        <p:nvSpPr>
          <p:cNvPr id="21" name="Rectangle 20">
            <a:extLst>
              <a:ext uri="{FF2B5EF4-FFF2-40B4-BE49-F238E27FC236}">
                <a16:creationId xmlns:a16="http://schemas.microsoft.com/office/drawing/2014/main" id="{EC93B286-942F-4AF8-8835-3412D434ED1F}"/>
              </a:ext>
            </a:extLst>
          </p:cNvPr>
          <p:cNvSpPr>
            <a:spLocks noChangeArrowheads="1"/>
          </p:cNvSpPr>
          <p:nvPr/>
        </p:nvSpPr>
        <p:spPr bwMode="gray">
          <a:xfrm>
            <a:off x="408623" y="1883777"/>
            <a:ext cx="1485900" cy="166712"/>
          </a:xfrm>
          <a:prstGeom prst="rect">
            <a:avLst/>
          </a:prstGeom>
          <a:noFill/>
          <a:ln w="25400">
            <a:noFill/>
            <a:miter lim="800000"/>
            <a:headEnd/>
            <a:tailEnd/>
          </a:ln>
        </p:spPr>
        <p:txBody>
          <a:bodyPr lIns="0" tIns="0" rIns="0" bIns="0" anchor="ctr">
            <a:noAutofit/>
          </a:bodyPr>
          <a:lstStyle/>
          <a:p>
            <a:pPr eaLnBrk="0" fontAlgn="base" hangingPunct="0">
              <a:spcBef>
                <a:spcPct val="50000"/>
              </a:spcBef>
              <a:spcAft>
                <a:spcPct val="0"/>
              </a:spcAft>
            </a:pPr>
            <a:r>
              <a:rPr lang="en-US" sz="1200" dirty="0">
                <a:latin typeface="Aptos" panose="020B0004020202020204" pitchFamily="34" charset="0"/>
                <a:cs typeface="Arial" pitchFamily="34" charset="0"/>
              </a:rPr>
              <a:t>Label on the outside</a:t>
            </a:r>
          </a:p>
        </p:txBody>
      </p:sp>
      <p:sp>
        <p:nvSpPr>
          <p:cNvPr id="22" name="Rectangle 21">
            <a:extLst>
              <a:ext uri="{FF2B5EF4-FFF2-40B4-BE49-F238E27FC236}">
                <a16:creationId xmlns:a16="http://schemas.microsoft.com/office/drawing/2014/main" id="{1A000695-DE6D-400C-866C-AC653215281F}"/>
              </a:ext>
            </a:extLst>
          </p:cNvPr>
          <p:cNvSpPr>
            <a:spLocks noChangeArrowheads="1"/>
          </p:cNvSpPr>
          <p:nvPr/>
        </p:nvSpPr>
        <p:spPr bwMode="gray">
          <a:xfrm>
            <a:off x="408623" y="5127164"/>
            <a:ext cx="1485900" cy="166712"/>
          </a:xfrm>
          <a:prstGeom prst="rect">
            <a:avLst/>
          </a:prstGeom>
          <a:noFill/>
          <a:ln w="25400">
            <a:noFill/>
            <a:miter lim="800000"/>
            <a:headEnd/>
            <a:tailEnd/>
          </a:ln>
        </p:spPr>
        <p:txBody>
          <a:bodyPr lIns="0" tIns="0" rIns="0" bIns="0" anchor="ctr">
            <a:noAutofit/>
          </a:bodyPr>
          <a:lstStyle/>
          <a:p>
            <a:pPr eaLnBrk="0" fontAlgn="base" hangingPunct="0">
              <a:spcBef>
                <a:spcPct val="50000"/>
              </a:spcBef>
              <a:spcAft>
                <a:spcPct val="0"/>
              </a:spcAft>
            </a:pPr>
            <a:r>
              <a:rPr lang="en-US" sz="1200" dirty="0">
                <a:latin typeface="Aptos" panose="020B0004020202020204" pitchFamily="34" charset="0"/>
                <a:cs typeface="Arial" pitchFamily="34" charset="0"/>
              </a:rPr>
              <a:t>Label on the outside</a:t>
            </a:r>
          </a:p>
        </p:txBody>
      </p:sp>
      <p:sp>
        <p:nvSpPr>
          <p:cNvPr id="23" name="Rectangle 22">
            <a:extLst>
              <a:ext uri="{FF2B5EF4-FFF2-40B4-BE49-F238E27FC236}">
                <a16:creationId xmlns:a16="http://schemas.microsoft.com/office/drawing/2014/main" id="{B52FD008-90C3-4DCA-A88E-DA0312A0D7D7}"/>
              </a:ext>
            </a:extLst>
          </p:cNvPr>
          <p:cNvSpPr>
            <a:spLocks noChangeArrowheads="1"/>
          </p:cNvSpPr>
          <p:nvPr/>
        </p:nvSpPr>
        <p:spPr bwMode="gray">
          <a:xfrm>
            <a:off x="408623" y="4663823"/>
            <a:ext cx="1485900" cy="166712"/>
          </a:xfrm>
          <a:prstGeom prst="rect">
            <a:avLst/>
          </a:prstGeom>
          <a:noFill/>
          <a:ln w="25400">
            <a:noFill/>
            <a:miter lim="800000"/>
            <a:headEnd/>
            <a:tailEnd/>
          </a:ln>
        </p:spPr>
        <p:txBody>
          <a:bodyPr lIns="0" tIns="0" rIns="0" bIns="0" anchor="ctr">
            <a:noAutofit/>
          </a:bodyPr>
          <a:lstStyle/>
          <a:p>
            <a:pPr eaLnBrk="0" fontAlgn="base" hangingPunct="0">
              <a:spcBef>
                <a:spcPct val="50000"/>
              </a:spcBef>
              <a:spcAft>
                <a:spcPct val="0"/>
              </a:spcAft>
            </a:pPr>
            <a:r>
              <a:rPr lang="en-US" sz="1200" dirty="0">
                <a:latin typeface="Aptos" panose="020B0004020202020204" pitchFamily="34" charset="0"/>
                <a:cs typeface="Arial" pitchFamily="34" charset="0"/>
              </a:rPr>
              <a:t>Label on the outside</a:t>
            </a:r>
          </a:p>
        </p:txBody>
      </p:sp>
      <p:sp>
        <p:nvSpPr>
          <p:cNvPr id="24" name="Rectangle 23">
            <a:extLst>
              <a:ext uri="{FF2B5EF4-FFF2-40B4-BE49-F238E27FC236}">
                <a16:creationId xmlns:a16="http://schemas.microsoft.com/office/drawing/2014/main" id="{B2CA973E-39AB-45F0-A82E-32C397EC1464}"/>
              </a:ext>
            </a:extLst>
          </p:cNvPr>
          <p:cNvSpPr>
            <a:spLocks noChangeArrowheads="1"/>
          </p:cNvSpPr>
          <p:nvPr/>
        </p:nvSpPr>
        <p:spPr bwMode="gray">
          <a:xfrm>
            <a:off x="408623" y="4200482"/>
            <a:ext cx="1485900" cy="166712"/>
          </a:xfrm>
          <a:prstGeom prst="rect">
            <a:avLst/>
          </a:prstGeom>
          <a:noFill/>
          <a:ln w="25400">
            <a:noFill/>
            <a:miter lim="800000"/>
            <a:headEnd/>
            <a:tailEnd/>
          </a:ln>
        </p:spPr>
        <p:txBody>
          <a:bodyPr lIns="0" tIns="0" rIns="0" bIns="0" anchor="ctr">
            <a:noAutofit/>
          </a:bodyPr>
          <a:lstStyle/>
          <a:p>
            <a:pPr eaLnBrk="0" fontAlgn="base" hangingPunct="0">
              <a:spcBef>
                <a:spcPct val="50000"/>
              </a:spcBef>
              <a:spcAft>
                <a:spcPct val="0"/>
              </a:spcAft>
            </a:pPr>
            <a:r>
              <a:rPr lang="en-US" sz="1200" dirty="0">
                <a:latin typeface="Aptos" panose="020B0004020202020204" pitchFamily="34" charset="0"/>
                <a:cs typeface="Arial" pitchFamily="34" charset="0"/>
              </a:rPr>
              <a:t>Label on the outside</a:t>
            </a:r>
          </a:p>
        </p:txBody>
      </p:sp>
      <p:sp>
        <p:nvSpPr>
          <p:cNvPr id="25" name="Rectangle 24">
            <a:extLst>
              <a:ext uri="{FF2B5EF4-FFF2-40B4-BE49-F238E27FC236}">
                <a16:creationId xmlns:a16="http://schemas.microsoft.com/office/drawing/2014/main" id="{A08F6114-A165-4DD3-950E-FEDD585F9DCD}"/>
              </a:ext>
            </a:extLst>
          </p:cNvPr>
          <p:cNvSpPr>
            <a:spLocks noChangeArrowheads="1"/>
          </p:cNvSpPr>
          <p:nvPr/>
        </p:nvSpPr>
        <p:spPr bwMode="gray">
          <a:xfrm>
            <a:off x="408623" y="3737141"/>
            <a:ext cx="1485900" cy="166712"/>
          </a:xfrm>
          <a:prstGeom prst="rect">
            <a:avLst/>
          </a:prstGeom>
          <a:noFill/>
          <a:ln w="25400">
            <a:noFill/>
            <a:miter lim="800000"/>
            <a:headEnd/>
            <a:tailEnd/>
          </a:ln>
        </p:spPr>
        <p:txBody>
          <a:bodyPr lIns="0" tIns="0" rIns="0" bIns="0" anchor="ctr">
            <a:noAutofit/>
          </a:bodyPr>
          <a:lstStyle/>
          <a:p>
            <a:pPr eaLnBrk="0" fontAlgn="base" hangingPunct="0">
              <a:spcBef>
                <a:spcPct val="50000"/>
              </a:spcBef>
              <a:spcAft>
                <a:spcPct val="0"/>
              </a:spcAft>
            </a:pPr>
            <a:r>
              <a:rPr lang="en-US" sz="1200" dirty="0">
                <a:latin typeface="Aptos" panose="020B0004020202020204" pitchFamily="34" charset="0"/>
                <a:cs typeface="Arial" pitchFamily="34" charset="0"/>
              </a:rPr>
              <a:t>Label on the outside</a:t>
            </a:r>
          </a:p>
        </p:txBody>
      </p:sp>
      <p:sp>
        <p:nvSpPr>
          <p:cNvPr id="26" name="Rectangle 25">
            <a:extLst>
              <a:ext uri="{FF2B5EF4-FFF2-40B4-BE49-F238E27FC236}">
                <a16:creationId xmlns:a16="http://schemas.microsoft.com/office/drawing/2014/main" id="{05AA4D8E-1FCF-468E-BA8A-F347E1A1F574}"/>
              </a:ext>
            </a:extLst>
          </p:cNvPr>
          <p:cNvSpPr>
            <a:spLocks noChangeArrowheads="1"/>
          </p:cNvSpPr>
          <p:nvPr/>
        </p:nvSpPr>
        <p:spPr bwMode="gray">
          <a:xfrm>
            <a:off x="408623" y="3273800"/>
            <a:ext cx="1485900" cy="166712"/>
          </a:xfrm>
          <a:prstGeom prst="rect">
            <a:avLst/>
          </a:prstGeom>
          <a:noFill/>
          <a:ln w="25400">
            <a:noFill/>
            <a:miter lim="800000"/>
            <a:headEnd/>
            <a:tailEnd/>
          </a:ln>
        </p:spPr>
        <p:txBody>
          <a:bodyPr lIns="0" tIns="0" rIns="0" bIns="0" anchor="ctr">
            <a:noAutofit/>
          </a:bodyPr>
          <a:lstStyle/>
          <a:p>
            <a:pPr eaLnBrk="0" fontAlgn="base" hangingPunct="0">
              <a:spcBef>
                <a:spcPct val="50000"/>
              </a:spcBef>
              <a:spcAft>
                <a:spcPct val="0"/>
              </a:spcAft>
            </a:pPr>
            <a:r>
              <a:rPr lang="en-US" sz="1200" dirty="0">
                <a:latin typeface="Aptos" panose="020B0004020202020204" pitchFamily="34" charset="0"/>
                <a:cs typeface="Arial" pitchFamily="34" charset="0"/>
              </a:rPr>
              <a:t>Label on the outside</a:t>
            </a:r>
          </a:p>
        </p:txBody>
      </p:sp>
      <p:sp>
        <p:nvSpPr>
          <p:cNvPr id="27" name="Rectangle 26">
            <a:extLst>
              <a:ext uri="{FF2B5EF4-FFF2-40B4-BE49-F238E27FC236}">
                <a16:creationId xmlns:a16="http://schemas.microsoft.com/office/drawing/2014/main" id="{92223FDB-6AF7-4DDA-A0CA-57E041EC756B}"/>
              </a:ext>
            </a:extLst>
          </p:cNvPr>
          <p:cNvSpPr>
            <a:spLocks noChangeArrowheads="1"/>
          </p:cNvSpPr>
          <p:nvPr/>
        </p:nvSpPr>
        <p:spPr bwMode="gray">
          <a:xfrm>
            <a:off x="408623" y="2810459"/>
            <a:ext cx="1485900" cy="166712"/>
          </a:xfrm>
          <a:prstGeom prst="rect">
            <a:avLst/>
          </a:prstGeom>
          <a:noFill/>
          <a:ln w="25400">
            <a:noFill/>
            <a:miter lim="800000"/>
            <a:headEnd/>
            <a:tailEnd/>
          </a:ln>
        </p:spPr>
        <p:txBody>
          <a:bodyPr lIns="0" tIns="0" rIns="0" bIns="0" anchor="ctr">
            <a:noAutofit/>
          </a:bodyPr>
          <a:lstStyle/>
          <a:p>
            <a:pPr eaLnBrk="0" fontAlgn="base" hangingPunct="0">
              <a:spcBef>
                <a:spcPct val="50000"/>
              </a:spcBef>
              <a:spcAft>
                <a:spcPct val="0"/>
              </a:spcAft>
            </a:pPr>
            <a:r>
              <a:rPr lang="en-US" sz="1200" dirty="0">
                <a:latin typeface="Aptos" panose="020B0004020202020204" pitchFamily="34" charset="0"/>
                <a:cs typeface="Arial" pitchFamily="34" charset="0"/>
              </a:rPr>
              <a:t>Label on the outside</a:t>
            </a:r>
          </a:p>
        </p:txBody>
      </p:sp>
      <p:sp>
        <p:nvSpPr>
          <p:cNvPr id="28" name="Rectangle 27">
            <a:extLst>
              <a:ext uri="{FF2B5EF4-FFF2-40B4-BE49-F238E27FC236}">
                <a16:creationId xmlns:a16="http://schemas.microsoft.com/office/drawing/2014/main" id="{5C83B64B-0F56-4582-A2E6-C1B521874929}"/>
              </a:ext>
            </a:extLst>
          </p:cNvPr>
          <p:cNvSpPr>
            <a:spLocks noChangeArrowheads="1"/>
          </p:cNvSpPr>
          <p:nvPr/>
        </p:nvSpPr>
        <p:spPr bwMode="gray">
          <a:xfrm>
            <a:off x="408623" y="2347118"/>
            <a:ext cx="1485900" cy="166712"/>
          </a:xfrm>
          <a:prstGeom prst="rect">
            <a:avLst/>
          </a:prstGeom>
          <a:noFill/>
          <a:ln w="25400">
            <a:noFill/>
            <a:miter lim="800000"/>
            <a:headEnd/>
            <a:tailEnd/>
          </a:ln>
        </p:spPr>
        <p:txBody>
          <a:bodyPr lIns="0" tIns="0" rIns="0" bIns="0" anchor="ctr">
            <a:noAutofit/>
          </a:bodyPr>
          <a:lstStyle/>
          <a:p>
            <a:pPr eaLnBrk="0" fontAlgn="base" hangingPunct="0">
              <a:spcBef>
                <a:spcPct val="50000"/>
              </a:spcBef>
              <a:spcAft>
                <a:spcPct val="0"/>
              </a:spcAft>
            </a:pPr>
            <a:r>
              <a:rPr lang="en-US" sz="1200" dirty="0">
                <a:latin typeface="Aptos" panose="020B0004020202020204" pitchFamily="34" charset="0"/>
                <a:cs typeface="Arial" pitchFamily="34" charset="0"/>
              </a:rPr>
              <a:t>Label on the outside</a:t>
            </a:r>
          </a:p>
        </p:txBody>
      </p:sp>
    </p:spTree>
    <p:extLst>
      <p:ext uri="{BB962C8B-B14F-4D97-AF65-F5344CB8AC3E}">
        <p14:creationId xmlns:p14="http://schemas.microsoft.com/office/powerpoint/2010/main" val="3196185289"/>
      </p:ext>
    </p:extLst>
  </p:cSld>
  <p:clrMapOvr>
    <a:masterClrMapping/>
  </p:clrMapOvr>
  <p:transition>
    <p:fade/>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dirty="0"/>
              <a:t>Single highlight </a:t>
            </a:r>
            <a:r>
              <a:rPr lang="en-US" dirty="0"/>
              <a:t>color</a:t>
            </a:r>
          </a:p>
        </p:txBody>
      </p:sp>
      <p:sp>
        <p:nvSpPr>
          <p:cNvPr id="3" name="Title 2"/>
          <p:cNvSpPr>
            <a:spLocks noGrp="1"/>
          </p:cNvSpPr>
          <p:nvPr>
            <p:ph type="title"/>
          </p:nvPr>
        </p:nvSpPr>
        <p:spPr/>
        <p:txBody>
          <a:bodyPr/>
          <a:lstStyle/>
          <a:p>
            <a:r>
              <a:rPr lang="en-GB" dirty="0"/>
              <a:t>Column chart</a:t>
            </a:r>
          </a:p>
        </p:txBody>
      </p:sp>
      <p:graphicFrame>
        <p:nvGraphicFramePr>
          <p:cNvPr id="23" name="Chart Placeholder 9"/>
          <p:cNvGraphicFramePr>
            <a:graphicFrameLocks noGrp="1"/>
          </p:cNvGraphicFramePr>
          <p:nvPr>
            <p:ph idx="1"/>
            <p:extLst>
              <p:ext uri="{D42A27DB-BD31-4B8C-83A1-F6EECF244321}">
                <p14:modId xmlns:p14="http://schemas.microsoft.com/office/powerpoint/2010/main" val="1943067299"/>
              </p:ext>
            </p:extLst>
          </p:nvPr>
        </p:nvGraphicFramePr>
        <p:xfrm>
          <a:off x="384175" y="2017712"/>
          <a:ext cx="9144000" cy="43449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 Placeholder 4"/>
          <p:cNvSpPr>
            <a:spLocks noGrp="1"/>
          </p:cNvSpPr>
          <p:nvPr>
            <p:ph sz="quarter" idx="4294967295"/>
          </p:nvPr>
        </p:nvSpPr>
        <p:spPr>
          <a:xfrm>
            <a:off x="762000" y="1695450"/>
            <a:ext cx="9144000" cy="293688"/>
          </a:xfrm>
          <a:prstGeom prst="rect">
            <a:avLst/>
          </a:prstGeom>
        </p:spPr>
        <p:txBody>
          <a:bodyPr/>
          <a:lstStyle/>
          <a:p>
            <a:r>
              <a:rPr lang="en-GB" dirty="0"/>
              <a:t>Title of the graph goes here</a:t>
            </a:r>
          </a:p>
        </p:txBody>
      </p:sp>
    </p:spTree>
    <p:extLst>
      <p:ext uri="{BB962C8B-B14F-4D97-AF65-F5344CB8AC3E}">
        <p14:creationId xmlns:p14="http://schemas.microsoft.com/office/powerpoint/2010/main" val="2002049503"/>
      </p:ext>
    </p:extLst>
  </p:cSld>
  <p:clrMapOvr>
    <a:masterClrMapping/>
  </p:clrMapOvr>
  <p:transition>
    <p:fade/>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pPr lvl="0"/>
            <a:r>
              <a:rPr lang="en-US" altLang="ja-JP"/>
              <a:t>Stacked (14 colors)</a:t>
            </a:r>
            <a:endParaRPr lang="en-GB" dirty="0"/>
          </a:p>
        </p:txBody>
      </p:sp>
      <p:sp>
        <p:nvSpPr>
          <p:cNvPr id="12" name="Title 11"/>
          <p:cNvSpPr>
            <a:spLocks noGrp="1"/>
          </p:cNvSpPr>
          <p:nvPr>
            <p:ph type="title"/>
          </p:nvPr>
        </p:nvSpPr>
        <p:spPr/>
        <p:txBody>
          <a:bodyPr/>
          <a:lstStyle/>
          <a:p>
            <a:r>
              <a:rPr lang="en-US" altLang="ja-JP"/>
              <a:t>Column chart</a:t>
            </a:r>
            <a:endParaRPr lang="en-US" dirty="0"/>
          </a:p>
        </p:txBody>
      </p:sp>
      <p:graphicFrame>
        <p:nvGraphicFramePr>
          <p:cNvPr id="18" name="Chart Placeholder 17"/>
          <p:cNvGraphicFramePr>
            <a:graphicFrameLocks noGrp="1"/>
          </p:cNvGraphicFramePr>
          <p:nvPr>
            <p:ph idx="1"/>
            <p:extLst>
              <p:ext uri="{D42A27DB-BD31-4B8C-83A1-F6EECF244321}">
                <p14:modId xmlns:p14="http://schemas.microsoft.com/office/powerpoint/2010/main" val="1133268485"/>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957174342"/>
      </p:ext>
    </p:extLst>
  </p:cSld>
  <p:clrMapOvr>
    <a:masterClrMapping/>
  </p:clrMapOvr>
  <p:transition>
    <p:fade/>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5F3FA617-4216-40A4-AC52-64C7E8D4AB41}"/>
              </a:ext>
            </a:extLst>
          </p:cNvPr>
          <p:cNvSpPr>
            <a:spLocks noGrp="1"/>
          </p:cNvSpPr>
          <p:nvPr>
            <p:ph sz="quarter" idx="10"/>
          </p:nvPr>
        </p:nvSpPr>
        <p:spPr/>
        <p:txBody>
          <a:bodyPr/>
          <a:lstStyle/>
          <a:p>
            <a:r>
              <a:rPr lang="en-US" sz="1200" dirty="0"/>
              <a:t>Chart title</a:t>
            </a:r>
          </a:p>
        </p:txBody>
      </p:sp>
      <p:sp>
        <p:nvSpPr>
          <p:cNvPr id="3" name="Text Placeholder 2">
            <a:extLst>
              <a:ext uri="{FF2B5EF4-FFF2-40B4-BE49-F238E27FC236}">
                <a16:creationId xmlns:a16="http://schemas.microsoft.com/office/drawing/2014/main" id="{D1076BC8-2423-44F7-AE9A-C52A4808AE8A}"/>
              </a:ext>
            </a:extLst>
          </p:cNvPr>
          <p:cNvSpPr>
            <a:spLocks noGrp="1"/>
          </p:cNvSpPr>
          <p:nvPr>
            <p:ph sz="quarter" idx="20"/>
          </p:nvPr>
        </p:nvSpPr>
        <p:spPr/>
        <p:txBody>
          <a:bodyPr/>
          <a:lstStyle/>
          <a:p>
            <a:r>
              <a:rPr lang="en-US" dirty="0"/>
              <a:t>Chart title</a:t>
            </a:r>
          </a:p>
          <a:p>
            <a:endParaRPr lang="en-US" dirty="0"/>
          </a:p>
        </p:txBody>
      </p:sp>
      <p:sp>
        <p:nvSpPr>
          <p:cNvPr id="2" name="Text Placeholder 1"/>
          <p:cNvSpPr>
            <a:spLocks noGrp="1"/>
          </p:cNvSpPr>
          <p:nvPr>
            <p:ph type="body" sz="quarter" idx="13"/>
          </p:nvPr>
        </p:nvSpPr>
        <p:spPr/>
        <p:txBody>
          <a:bodyPr/>
          <a:lstStyle/>
          <a:p>
            <a:pPr lvl="0"/>
            <a:r>
              <a:rPr lang="en-US" altLang="ja-JP"/>
              <a:t>F</a:t>
            </a:r>
            <a:r>
              <a:rPr lang="en-US" altLang="de-DE"/>
              <a:t>our on a page</a:t>
            </a:r>
            <a:endParaRPr lang="en-GB" dirty="0"/>
          </a:p>
        </p:txBody>
      </p:sp>
      <p:sp>
        <p:nvSpPr>
          <p:cNvPr id="12" name="Title 11"/>
          <p:cNvSpPr>
            <a:spLocks noGrp="1"/>
          </p:cNvSpPr>
          <p:nvPr>
            <p:ph type="title"/>
          </p:nvPr>
        </p:nvSpPr>
        <p:spPr/>
        <p:txBody>
          <a:bodyPr/>
          <a:lstStyle/>
          <a:p>
            <a:r>
              <a:rPr lang="en-US" altLang="ja-JP"/>
              <a:t>Column charts </a:t>
            </a:r>
            <a:endParaRPr lang="en-US" dirty="0"/>
          </a:p>
        </p:txBody>
      </p:sp>
      <p:graphicFrame>
        <p:nvGraphicFramePr>
          <p:cNvPr id="32" name="Chart Placeholder 9"/>
          <p:cNvGraphicFramePr>
            <a:graphicFrameLocks/>
          </p:cNvGraphicFramePr>
          <p:nvPr>
            <p:extLst>
              <p:ext uri="{D42A27DB-BD31-4B8C-83A1-F6EECF244321}">
                <p14:modId xmlns:p14="http://schemas.microsoft.com/office/powerpoint/2010/main" val="3822570020"/>
              </p:ext>
            </p:extLst>
          </p:nvPr>
        </p:nvGraphicFramePr>
        <p:xfrm>
          <a:off x="383443" y="4221597"/>
          <a:ext cx="3714750" cy="1500908"/>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p:cNvSpPr txBox="1"/>
          <p:nvPr/>
        </p:nvSpPr>
        <p:spPr bwMode="gray">
          <a:xfrm>
            <a:off x="383443" y="3945385"/>
            <a:ext cx="3194685" cy="184666"/>
          </a:xfrm>
          <a:prstGeom prst="rect">
            <a:avLst/>
          </a:prstGeom>
          <a:noFill/>
        </p:spPr>
        <p:txBody>
          <a:bodyPr wrap="square" lIns="0" tIns="0" rIns="0" bIns="0" rtlCol="0">
            <a:spAutoFit/>
          </a:bodyPr>
          <a:lstStyle/>
          <a:p>
            <a:r>
              <a:rPr lang="en-US" sz="1200" dirty="0">
                <a:latin typeface="Aptos" panose="020B0004020202020204" pitchFamily="34" charset="0"/>
              </a:rPr>
              <a:t>Chart title</a:t>
            </a:r>
          </a:p>
        </p:txBody>
      </p:sp>
      <p:graphicFrame>
        <p:nvGraphicFramePr>
          <p:cNvPr id="22" name="Chart Placeholder 9"/>
          <p:cNvGraphicFramePr>
            <a:graphicFrameLocks/>
          </p:cNvGraphicFramePr>
          <p:nvPr>
            <p:extLst>
              <p:ext uri="{D42A27DB-BD31-4B8C-83A1-F6EECF244321}">
                <p14:modId xmlns:p14="http://schemas.microsoft.com/office/powerpoint/2010/main" val="3063380672"/>
              </p:ext>
            </p:extLst>
          </p:nvPr>
        </p:nvGraphicFramePr>
        <p:xfrm>
          <a:off x="383443" y="1990860"/>
          <a:ext cx="3714750" cy="150090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5" name="Chart Placeholder 9"/>
          <p:cNvGraphicFramePr>
            <a:graphicFrameLocks/>
          </p:cNvGraphicFramePr>
          <p:nvPr>
            <p:extLst>
              <p:ext uri="{D42A27DB-BD31-4B8C-83A1-F6EECF244321}">
                <p14:modId xmlns:p14="http://schemas.microsoft.com/office/powerpoint/2010/main" val="385278375"/>
              </p:ext>
            </p:extLst>
          </p:nvPr>
        </p:nvGraphicFramePr>
        <p:xfrm>
          <a:off x="5042859" y="4221599"/>
          <a:ext cx="3714750" cy="1500908"/>
        </p:xfrm>
        <a:graphic>
          <a:graphicData uri="http://schemas.openxmlformats.org/drawingml/2006/chart">
            <c:chart xmlns:c="http://schemas.openxmlformats.org/drawingml/2006/chart" xmlns:r="http://schemas.openxmlformats.org/officeDocument/2006/relationships" r:id="rId5"/>
          </a:graphicData>
        </a:graphic>
      </p:graphicFrame>
      <p:sp>
        <p:nvSpPr>
          <p:cNvPr id="27" name="TextBox 26"/>
          <p:cNvSpPr txBox="1"/>
          <p:nvPr/>
        </p:nvSpPr>
        <p:spPr bwMode="gray">
          <a:xfrm>
            <a:off x="5078811" y="3945385"/>
            <a:ext cx="3194685" cy="184666"/>
          </a:xfrm>
          <a:prstGeom prst="rect">
            <a:avLst/>
          </a:prstGeom>
          <a:noFill/>
        </p:spPr>
        <p:txBody>
          <a:bodyPr wrap="square" lIns="0" tIns="0" rIns="0" bIns="0" rtlCol="0">
            <a:spAutoFit/>
          </a:bodyPr>
          <a:lstStyle/>
          <a:p>
            <a:r>
              <a:rPr lang="en-US" sz="1200" dirty="0">
                <a:latin typeface="Aptos" panose="020B0004020202020204" pitchFamily="34" charset="0"/>
              </a:rPr>
              <a:t>Chart title</a:t>
            </a:r>
          </a:p>
        </p:txBody>
      </p:sp>
      <p:graphicFrame>
        <p:nvGraphicFramePr>
          <p:cNvPr id="34" name="Chart Placeholder 9"/>
          <p:cNvGraphicFramePr>
            <a:graphicFrameLocks/>
          </p:cNvGraphicFramePr>
          <p:nvPr>
            <p:extLst>
              <p:ext uri="{D42A27DB-BD31-4B8C-83A1-F6EECF244321}">
                <p14:modId xmlns:p14="http://schemas.microsoft.com/office/powerpoint/2010/main" val="695343946"/>
              </p:ext>
            </p:extLst>
          </p:nvPr>
        </p:nvGraphicFramePr>
        <p:xfrm>
          <a:off x="5042859" y="1990862"/>
          <a:ext cx="3714750" cy="1500908"/>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2261351762"/>
      </p:ext>
    </p:extLst>
  </p:cSld>
  <p:clrMapOvr>
    <a:masterClrMapping/>
  </p:clrMapOvr>
  <p:transition>
    <p:fade/>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pPr lvl="0"/>
            <a:r>
              <a:rPr lang="en-US" altLang="ja-JP"/>
              <a:t>Paired (14 colors)</a:t>
            </a:r>
            <a:endParaRPr lang="en-GB" dirty="0"/>
          </a:p>
        </p:txBody>
      </p:sp>
      <p:sp>
        <p:nvSpPr>
          <p:cNvPr id="2" name="Title 1"/>
          <p:cNvSpPr>
            <a:spLocks noGrp="1"/>
          </p:cNvSpPr>
          <p:nvPr>
            <p:ph type="title"/>
          </p:nvPr>
        </p:nvSpPr>
        <p:spPr/>
        <p:txBody>
          <a:bodyPr/>
          <a:lstStyle/>
          <a:p>
            <a:r>
              <a:rPr lang="en-US" altLang="ja-JP"/>
              <a:t>Column chart </a:t>
            </a:r>
            <a:endParaRPr lang="en-US" dirty="0"/>
          </a:p>
        </p:txBody>
      </p:sp>
      <p:graphicFrame>
        <p:nvGraphicFramePr>
          <p:cNvPr id="20" name="Chart Placeholder 19"/>
          <p:cNvGraphicFramePr>
            <a:graphicFrameLocks noGrp="1"/>
          </p:cNvGraphicFramePr>
          <p:nvPr>
            <p:ph idx="1"/>
            <p:extLst>
              <p:ext uri="{D42A27DB-BD31-4B8C-83A1-F6EECF244321}">
                <p14:modId xmlns:p14="http://schemas.microsoft.com/office/powerpoint/2010/main" val="600912164"/>
              </p:ext>
            </p:extLst>
          </p:nvPr>
        </p:nvGraphicFramePr>
        <p:xfrm>
          <a:off x="384175" y="2124364"/>
          <a:ext cx="9144000" cy="4238336"/>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 Placeholder 4"/>
          <p:cNvSpPr>
            <a:spLocks noGrp="1"/>
          </p:cNvSpPr>
          <p:nvPr>
            <p:ph sz="quarter" idx="4294967295"/>
          </p:nvPr>
        </p:nvSpPr>
        <p:spPr>
          <a:xfrm>
            <a:off x="762000" y="1695450"/>
            <a:ext cx="9144000" cy="293688"/>
          </a:xfrm>
          <a:prstGeom prst="rect">
            <a:avLst/>
          </a:prstGeom>
        </p:spPr>
        <p:txBody>
          <a:bodyPr/>
          <a:lstStyle/>
          <a:p>
            <a:r>
              <a:rPr lang="en-US" dirty="0"/>
              <a:t>Chart title </a:t>
            </a:r>
          </a:p>
        </p:txBody>
      </p:sp>
    </p:spTree>
    <p:extLst>
      <p:ext uri="{BB962C8B-B14F-4D97-AF65-F5344CB8AC3E}">
        <p14:creationId xmlns:p14="http://schemas.microsoft.com/office/powerpoint/2010/main" val="2688456608"/>
      </p:ext>
    </p:extLst>
  </p:cSld>
  <p:clrMapOvr>
    <a:masterClrMapping/>
  </p:clrMapOvr>
  <p:transition>
    <p:fade/>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pPr lvl="0"/>
            <a:r>
              <a:rPr lang="en-US" altLang="ja-JP"/>
              <a:t>Paired</a:t>
            </a:r>
            <a:endParaRPr lang="en-GB" dirty="0"/>
          </a:p>
        </p:txBody>
      </p:sp>
      <p:sp>
        <p:nvSpPr>
          <p:cNvPr id="2" name="Title 1"/>
          <p:cNvSpPr>
            <a:spLocks noGrp="1"/>
          </p:cNvSpPr>
          <p:nvPr>
            <p:ph type="title"/>
          </p:nvPr>
        </p:nvSpPr>
        <p:spPr/>
        <p:txBody>
          <a:bodyPr/>
          <a:lstStyle/>
          <a:p>
            <a:r>
              <a:rPr lang="en-US" altLang="ja-JP"/>
              <a:t>Column chart </a:t>
            </a:r>
            <a:endParaRPr lang="en-US" dirty="0"/>
          </a:p>
        </p:txBody>
      </p:sp>
      <p:graphicFrame>
        <p:nvGraphicFramePr>
          <p:cNvPr id="19" name="Chart Placeholder 18"/>
          <p:cNvGraphicFramePr>
            <a:graphicFrameLocks noGrp="1"/>
          </p:cNvGraphicFramePr>
          <p:nvPr>
            <p:ph idx="1"/>
            <p:extLst>
              <p:ext uri="{D42A27DB-BD31-4B8C-83A1-F6EECF244321}">
                <p14:modId xmlns:p14="http://schemas.microsoft.com/office/powerpoint/2010/main" val="754711957"/>
              </p:ext>
            </p:extLst>
          </p:nvPr>
        </p:nvGraphicFramePr>
        <p:xfrm>
          <a:off x="384175" y="1989138"/>
          <a:ext cx="9144000" cy="4373562"/>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 Placeholder 4"/>
          <p:cNvSpPr>
            <a:spLocks noGrp="1"/>
          </p:cNvSpPr>
          <p:nvPr>
            <p:ph sz="quarter" idx="4294967295"/>
          </p:nvPr>
        </p:nvSpPr>
        <p:spPr>
          <a:xfrm>
            <a:off x="744538" y="1687513"/>
            <a:ext cx="9161462" cy="265112"/>
          </a:xfrm>
        </p:spPr>
        <p:txBody>
          <a:bodyPr/>
          <a:lstStyle/>
          <a:p>
            <a:r>
              <a:rPr lang="en-US" sz="1200" dirty="0"/>
              <a:t>Chart title runs here (units)</a:t>
            </a:r>
          </a:p>
        </p:txBody>
      </p:sp>
    </p:spTree>
    <p:extLst>
      <p:ext uri="{BB962C8B-B14F-4D97-AF65-F5344CB8AC3E}">
        <p14:creationId xmlns:p14="http://schemas.microsoft.com/office/powerpoint/2010/main" val="2207695911"/>
      </p:ext>
    </p:extLst>
  </p:cSld>
  <p:clrMapOvr>
    <a:masterClrMapping/>
  </p:clrMapOvr>
  <p:transition>
    <p:fade/>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29E59B9-2D84-49DF-86B2-E093A6582378}"/>
              </a:ext>
            </a:extLst>
          </p:cNvPr>
          <p:cNvSpPr>
            <a:spLocks noGrp="1"/>
          </p:cNvSpPr>
          <p:nvPr>
            <p:ph sz="quarter" idx="10"/>
          </p:nvPr>
        </p:nvSpPr>
        <p:spPr/>
        <p:txBody>
          <a:bodyPr>
            <a:noAutofit/>
          </a:bodyPr>
          <a:lstStyle/>
          <a:p>
            <a:r>
              <a:rPr lang="en-US" sz="1200" dirty="0"/>
              <a:t>Chart title</a:t>
            </a:r>
          </a:p>
        </p:txBody>
      </p:sp>
      <p:sp>
        <p:nvSpPr>
          <p:cNvPr id="4" name="Content Placeholder 3">
            <a:extLst>
              <a:ext uri="{FF2B5EF4-FFF2-40B4-BE49-F238E27FC236}">
                <a16:creationId xmlns:a16="http://schemas.microsoft.com/office/drawing/2014/main" id="{F4E3132C-EDDE-1777-0C5D-9A6663AB55DD}"/>
              </a:ext>
            </a:extLst>
          </p:cNvPr>
          <p:cNvSpPr>
            <a:spLocks noGrp="1"/>
          </p:cNvSpPr>
          <p:nvPr>
            <p:ph sz="quarter" idx="14"/>
          </p:nvPr>
        </p:nvSpPr>
        <p:spPr/>
        <p:txBody>
          <a:bodyPr/>
          <a:lstStyle/>
          <a:p>
            <a:r>
              <a:rPr lang="en-US" dirty="0"/>
              <a:t>Chart title</a:t>
            </a:r>
          </a:p>
        </p:txBody>
      </p:sp>
      <p:sp>
        <p:nvSpPr>
          <p:cNvPr id="5" name="Content Placeholder 4">
            <a:extLst>
              <a:ext uri="{FF2B5EF4-FFF2-40B4-BE49-F238E27FC236}">
                <a16:creationId xmlns:a16="http://schemas.microsoft.com/office/drawing/2014/main" id="{E3E89F86-2476-A98D-B845-233AD62A8D7C}"/>
              </a:ext>
            </a:extLst>
          </p:cNvPr>
          <p:cNvSpPr>
            <a:spLocks noGrp="1"/>
          </p:cNvSpPr>
          <p:nvPr>
            <p:ph sz="quarter" idx="15"/>
          </p:nvPr>
        </p:nvSpPr>
        <p:spPr/>
        <p:txBody>
          <a:bodyPr/>
          <a:lstStyle/>
          <a:p>
            <a:r>
              <a:rPr lang="en-US" dirty="0"/>
              <a:t>Chart title</a:t>
            </a:r>
          </a:p>
        </p:txBody>
      </p:sp>
      <p:sp>
        <p:nvSpPr>
          <p:cNvPr id="6" name="Content Placeholder 5">
            <a:extLst>
              <a:ext uri="{FF2B5EF4-FFF2-40B4-BE49-F238E27FC236}">
                <a16:creationId xmlns:a16="http://schemas.microsoft.com/office/drawing/2014/main" id="{54215AF5-2AD3-D192-C747-C27D056984B3}"/>
              </a:ext>
            </a:extLst>
          </p:cNvPr>
          <p:cNvSpPr>
            <a:spLocks noGrp="1"/>
          </p:cNvSpPr>
          <p:nvPr>
            <p:ph sz="quarter" idx="16"/>
          </p:nvPr>
        </p:nvSpPr>
        <p:spPr/>
        <p:txBody>
          <a:bodyPr/>
          <a:lstStyle/>
          <a:p>
            <a:r>
              <a:rPr lang="en-US" dirty="0"/>
              <a:t>Chart title</a:t>
            </a:r>
          </a:p>
        </p:txBody>
      </p:sp>
      <p:sp>
        <p:nvSpPr>
          <p:cNvPr id="3" name="Text Placeholder 2"/>
          <p:cNvSpPr>
            <a:spLocks noGrp="1"/>
          </p:cNvSpPr>
          <p:nvPr>
            <p:ph type="body" sz="quarter" idx="13"/>
          </p:nvPr>
        </p:nvSpPr>
        <p:spPr/>
        <p:txBody>
          <a:bodyPr/>
          <a:lstStyle/>
          <a:p>
            <a:pPr lvl="0"/>
            <a:r>
              <a:rPr lang="en-US" altLang="ja-JP"/>
              <a:t>Four paired</a:t>
            </a:r>
            <a:endParaRPr lang="en-GB" dirty="0"/>
          </a:p>
        </p:txBody>
      </p:sp>
      <p:sp>
        <p:nvSpPr>
          <p:cNvPr id="2" name="Title 1"/>
          <p:cNvSpPr>
            <a:spLocks noGrp="1"/>
          </p:cNvSpPr>
          <p:nvPr>
            <p:ph type="title"/>
          </p:nvPr>
        </p:nvSpPr>
        <p:spPr/>
        <p:txBody>
          <a:bodyPr/>
          <a:lstStyle/>
          <a:p>
            <a:r>
              <a:rPr lang="en-US" altLang="ja-JP"/>
              <a:t>Column charts </a:t>
            </a:r>
            <a:endParaRPr lang="en-US" dirty="0"/>
          </a:p>
        </p:txBody>
      </p:sp>
      <p:graphicFrame>
        <p:nvGraphicFramePr>
          <p:cNvPr id="20" name="Chart 19"/>
          <p:cNvGraphicFramePr/>
          <p:nvPr>
            <p:extLst>
              <p:ext uri="{D42A27DB-BD31-4B8C-83A1-F6EECF244321}">
                <p14:modId xmlns:p14="http://schemas.microsoft.com/office/powerpoint/2010/main" val="1022280995"/>
              </p:ext>
            </p:extLst>
          </p:nvPr>
        </p:nvGraphicFramePr>
        <p:xfrm>
          <a:off x="407591" y="2184859"/>
          <a:ext cx="1857375" cy="34921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3" name="Chart 32"/>
          <p:cNvGraphicFramePr/>
          <p:nvPr>
            <p:extLst>
              <p:ext uri="{D42A27DB-BD31-4B8C-83A1-F6EECF244321}">
                <p14:modId xmlns:p14="http://schemas.microsoft.com/office/powerpoint/2010/main" val="1880390954"/>
              </p:ext>
            </p:extLst>
          </p:nvPr>
        </p:nvGraphicFramePr>
        <p:xfrm>
          <a:off x="2823320" y="2184859"/>
          <a:ext cx="1857375" cy="349215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6" name="Chart 35"/>
          <p:cNvGraphicFramePr/>
          <p:nvPr>
            <p:extLst>
              <p:ext uri="{D42A27DB-BD31-4B8C-83A1-F6EECF244321}">
                <p14:modId xmlns:p14="http://schemas.microsoft.com/office/powerpoint/2010/main" val="3970934185"/>
              </p:ext>
            </p:extLst>
          </p:nvPr>
        </p:nvGraphicFramePr>
        <p:xfrm>
          <a:off x="7654775" y="2184859"/>
          <a:ext cx="1857375" cy="349215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9" name="Chart 38"/>
          <p:cNvGraphicFramePr/>
          <p:nvPr>
            <p:extLst>
              <p:ext uri="{D42A27DB-BD31-4B8C-83A1-F6EECF244321}">
                <p14:modId xmlns:p14="http://schemas.microsoft.com/office/powerpoint/2010/main" val="651244938"/>
              </p:ext>
            </p:extLst>
          </p:nvPr>
        </p:nvGraphicFramePr>
        <p:xfrm>
          <a:off x="5239047" y="2184859"/>
          <a:ext cx="1857375" cy="3492151"/>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893021064"/>
      </p:ext>
    </p:extLst>
  </p:cSld>
  <p:clrMapOvr>
    <a:masterClrMapping/>
  </p:clrMapOvr>
  <p:transition>
    <p:fade/>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pPr lvl="0"/>
            <a:r>
              <a:rPr lang="en-US" altLang="ja-JP" dirty="0"/>
              <a:t>Multiple</a:t>
            </a:r>
            <a:endParaRPr lang="en-GB" dirty="0"/>
          </a:p>
        </p:txBody>
      </p:sp>
      <p:sp>
        <p:nvSpPr>
          <p:cNvPr id="2" name="Title 1"/>
          <p:cNvSpPr>
            <a:spLocks noGrp="1"/>
          </p:cNvSpPr>
          <p:nvPr>
            <p:ph type="title"/>
          </p:nvPr>
        </p:nvSpPr>
        <p:spPr/>
        <p:txBody>
          <a:bodyPr/>
          <a:lstStyle/>
          <a:p>
            <a:r>
              <a:rPr lang="en-US" altLang="ja-JP"/>
              <a:t>Column charts </a:t>
            </a:r>
            <a:endParaRPr lang="en-US" dirty="0"/>
          </a:p>
        </p:txBody>
      </p:sp>
      <p:graphicFrame>
        <p:nvGraphicFramePr>
          <p:cNvPr id="33" name="Chart Placeholder 32"/>
          <p:cNvGraphicFramePr>
            <a:graphicFrameLocks noGrp="1"/>
          </p:cNvGraphicFramePr>
          <p:nvPr>
            <p:ph idx="1"/>
            <p:extLst>
              <p:ext uri="{D42A27DB-BD31-4B8C-83A1-F6EECF244321}">
                <p14:modId xmlns:p14="http://schemas.microsoft.com/office/powerpoint/2010/main" val="2470581563"/>
              </p:ext>
            </p:extLst>
          </p:nvPr>
        </p:nvGraphicFramePr>
        <p:xfrm>
          <a:off x="384175" y="1987404"/>
          <a:ext cx="9144000" cy="4375295"/>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 Placeholder 5"/>
          <p:cNvSpPr>
            <a:spLocks noGrp="1"/>
          </p:cNvSpPr>
          <p:nvPr>
            <p:ph sz="quarter" idx="4294967295"/>
          </p:nvPr>
        </p:nvSpPr>
        <p:spPr>
          <a:xfrm>
            <a:off x="0" y="1693863"/>
            <a:ext cx="9101138" cy="293687"/>
          </a:xfrm>
          <a:prstGeom prst="rect">
            <a:avLst/>
          </a:prstGeom>
        </p:spPr>
        <p:txBody>
          <a:bodyPr/>
          <a:lstStyle/>
          <a:p>
            <a:r>
              <a:rPr lang="en-US" dirty="0"/>
              <a:t>Chart title</a:t>
            </a:r>
          </a:p>
        </p:txBody>
      </p:sp>
      <p:sp>
        <p:nvSpPr>
          <p:cNvPr id="16" name="Text Placeholder 8"/>
          <p:cNvSpPr txBox="1">
            <a:spLocks/>
          </p:cNvSpPr>
          <p:nvPr/>
        </p:nvSpPr>
        <p:spPr>
          <a:xfrm>
            <a:off x="1543944" y="1264642"/>
            <a:ext cx="6821982" cy="787542"/>
          </a:xfrm>
          <a:prstGeom prst="rect">
            <a:avLst/>
          </a:prstGeom>
        </p:spPr>
        <p:txBody>
          <a:bodyPr vert="horz" lIns="0" tIns="0" rIns="0" bIns="0" rtlCol="0">
            <a:normAutofit/>
          </a:bodyPr>
          <a:lstStyle>
            <a:lvl1pPr marL="0" marR="0" indent="0" algn="l" defTabSz="914400" rtl="0" eaLnBrk="1" fontAlgn="auto" latinLnBrk="0" hangingPunct="1">
              <a:lnSpc>
                <a:spcPct val="100000"/>
              </a:lnSpc>
              <a:spcBef>
                <a:spcPts val="1200"/>
              </a:spcBef>
              <a:spcAft>
                <a:spcPts val="0"/>
              </a:spcAft>
              <a:buClrTx/>
              <a:buSzTx/>
              <a:buFont typeface="Arial" pitchFamily="34" charset="0"/>
              <a:buNone/>
              <a:tabLst/>
              <a:defRPr sz="3000" b="0" kern="1200">
                <a:solidFill>
                  <a:schemeClr val="accent2"/>
                </a:solidFill>
                <a:latin typeface="+mn-lt"/>
                <a:ea typeface="+mn-ea"/>
                <a:cs typeface="+mn-cs"/>
              </a:defRPr>
            </a:lvl1pPr>
            <a:lvl2pPr marL="166688" marR="0" indent="-166688" algn="l" defTabSz="914400" rtl="0" eaLnBrk="1" fontAlgn="auto" latinLnBrk="0" hangingPunct="1">
              <a:lnSpc>
                <a:spcPct val="100000"/>
              </a:lnSpc>
              <a:spcBef>
                <a:spcPts val="1200"/>
              </a:spcBef>
              <a:spcAft>
                <a:spcPts val="0"/>
              </a:spcAft>
              <a:buClrTx/>
              <a:buSzTx/>
              <a:buFont typeface="Arial" pitchFamily="34" charset="0"/>
              <a:buChar char="•"/>
              <a:tabLst/>
              <a:defRPr sz="1200" kern="1200">
                <a:solidFill>
                  <a:schemeClr val="tx2"/>
                </a:solidFill>
                <a:latin typeface="+mn-lt"/>
                <a:ea typeface="+mn-ea"/>
                <a:cs typeface="+mn-cs"/>
              </a:defRPr>
            </a:lvl2pPr>
            <a:lvl3pPr marL="266700" indent="-266700" algn="l" defTabSz="914400" rtl="0" eaLnBrk="1" latinLnBrk="0" hangingPunct="1">
              <a:spcBef>
                <a:spcPts val="1200"/>
              </a:spcBef>
              <a:buFont typeface="Arial" pitchFamily="34" charset="0"/>
              <a:buChar char="•"/>
              <a:defRPr sz="1800" i="1" kern="1200">
                <a:solidFill>
                  <a:schemeClr val="tx2"/>
                </a:solidFill>
                <a:latin typeface="+mn-lt"/>
                <a:ea typeface="+mn-ea"/>
                <a:cs typeface="+mn-cs"/>
              </a:defRPr>
            </a:lvl3pPr>
            <a:lvl4pPr marL="344488" marR="0" indent="-177800" algn="l" defTabSz="914400" rtl="0" eaLnBrk="1" fontAlgn="auto" latinLnBrk="0" hangingPunct="1">
              <a:lnSpc>
                <a:spcPct val="100000"/>
              </a:lnSpc>
              <a:spcBef>
                <a:spcPts val="1200"/>
              </a:spcBef>
              <a:spcAft>
                <a:spcPts val="0"/>
              </a:spcAft>
              <a:buClrTx/>
              <a:buSzTx/>
              <a:buFont typeface="Arial" pitchFamily="34" charset="0"/>
              <a:buChar char="−"/>
              <a:tabLst/>
              <a:defRPr sz="1200" kern="1200">
                <a:solidFill>
                  <a:schemeClr val="tx2"/>
                </a:solidFill>
                <a:latin typeface="+mn-lt"/>
                <a:ea typeface="+mn-ea"/>
                <a:cs typeface="+mn-cs"/>
              </a:defRPr>
            </a:lvl4pPr>
            <a:lvl5pPr marL="511175" marR="0" indent="-166688" algn="l" defTabSz="914400" rtl="0" eaLnBrk="1" fontAlgn="auto" latinLnBrk="0" hangingPunct="1">
              <a:lnSpc>
                <a:spcPct val="100000"/>
              </a:lnSpc>
              <a:spcBef>
                <a:spcPts val="1200"/>
              </a:spcBef>
              <a:spcAft>
                <a:spcPts val="0"/>
              </a:spcAft>
              <a:buClrTx/>
              <a:buSzPct val="60000"/>
              <a:buFont typeface="Courier New" panose="02070309020205020404" pitchFamily="49" charset="0"/>
              <a:buChar char="o"/>
              <a:tabLst/>
              <a:defRPr sz="1200" kern="1200">
                <a:solidFill>
                  <a:schemeClr val="tx2"/>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endParaRPr lang="en-GB" sz="2438" dirty="0">
              <a:solidFill>
                <a:srgbClr val="81BC00"/>
              </a:solidFill>
              <a:latin typeface="Arial"/>
            </a:endParaRPr>
          </a:p>
        </p:txBody>
      </p:sp>
      <p:grpSp>
        <p:nvGrpSpPr>
          <p:cNvPr id="5" name="Group 4"/>
          <p:cNvGrpSpPr/>
          <p:nvPr/>
        </p:nvGrpSpPr>
        <p:grpSpPr>
          <a:xfrm>
            <a:off x="7751201" y="5520365"/>
            <a:ext cx="1374458" cy="296972"/>
            <a:chOff x="7300019" y="5248709"/>
            <a:chExt cx="1174425" cy="365504"/>
          </a:xfrm>
        </p:grpSpPr>
        <p:sp>
          <p:nvSpPr>
            <p:cNvPr id="39" name="Text Box 6"/>
            <p:cNvSpPr txBox="1">
              <a:spLocks noChangeArrowheads="1"/>
            </p:cNvSpPr>
            <p:nvPr/>
          </p:nvSpPr>
          <p:spPr bwMode="gray">
            <a:xfrm>
              <a:off x="7437969" y="5460245"/>
              <a:ext cx="898525" cy="153968"/>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 Outside</a:t>
              </a:r>
            </a:p>
          </p:txBody>
        </p:sp>
        <p:sp>
          <p:nvSpPr>
            <p:cNvPr id="40" name="Text Box 15"/>
            <p:cNvSpPr txBox="1">
              <a:spLocks noChangeArrowheads="1"/>
            </p:cNvSpPr>
            <p:nvPr/>
          </p:nvSpPr>
          <p:spPr bwMode="gray">
            <a:xfrm>
              <a:off x="7300019" y="5248709"/>
              <a:ext cx="731520" cy="151521"/>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a:t>
              </a:r>
            </a:p>
          </p:txBody>
        </p:sp>
        <p:sp>
          <p:nvSpPr>
            <p:cNvPr id="41" name="Text Box 16"/>
            <p:cNvSpPr txBox="1">
              <a:spLocks noChangeArrowheads="1"/>
            </p:cNvSpPr>
            <p:nvPr/>
          </p:nvSpPr>
          <p:spPr bwMode="gray">
            <a:xfrm>
              <a:off x="7742924" y="5248709"/>
              <a:ext cx="731520" cy="151521"/>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a:t>
              </a:r>
            </a:p>
          </p:txBody>
        </p:sp>
      </p:grpSp>
      <p:grpSp>
        <p:nvGrpSpPr>
          <p:cNvPr id="61" name="Group 60"/>
          <p:cNvGrpSpPr/>
          <p:nvPr/>
        </p:nvGrpSpPr>
        <p:grpSpPr>
          <a:xfrm>
            <a:off x="1117583" y="5520362"/>
            <a:ext cx="1375654" cy="321634"/>
            <a:chOff x="7300019" y="5248709"/>
            <a:chExt cx="1174425" cy="308773"/>
          </a:xfrm>
        </p:grpSpPr>
        <p:sp>
          <p:nvSpPr>
            <p:cNvPr id="62" name="Text Box 6"/>
            <p:cNvSpPr txBox="1">
              <a:spLocks noChangeArrowheads="1"/>
            </p:cNvSpPr>
            <p:nvPr/>
          </p:nvSpPr>
          <p:spPr bwMode="gray">
            <a:xfrm>
              <a:off x="7437969" y="5437385"/>
              <a:ext cx="898525" cy="120097"/>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 Outside</a:t>
              </a:r>
            </a:p>
          </p:txBody>
        </p:sp>
        <p:sp>
          <p:nvSpPr>
            <p:cNvPr id="63" name="Text Box 15"/>
            <p:cNvSpPr txBox="1">
              <a:spLocks noChangeArrowheads="1"/>
            </p:cNvSpPr>
            <p:nvPr/>
          </p:nvSpPr>
          <p:spPr bwMode="gray">
            <a:xfrm>
              <a:off x="7300019" y="5248709"/>
              <a:ext cx="731520" cy="118188"/>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a:t>
              </a:r>
            </a:p>
          </p:txBody>
        </p:sp>
        <p:sp>
          <p:nvSpPr>
            <p:cNvPr id="64" name="Text Box 16"/>
            <p:cNvSpPr txBox="1">
              <a:spLocks noChangeArrowheads="1"/>
            </p:cNvSpPr>
            <p:nvPr/>
          </p:nvSpPr>
          <p:spPr bwMode="gray">
            <a:xfrm>
              <a:off x="7742924" y="5248709"/>
              <a:ext cx="731520" cy="118188"/>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a:t>
              </a:r>
            </a:p>
          </p:txBody>
        </p:sp>
      </p:grpSp>
      <p:grpSp>
        <p:nvGrpSpPr>
          <p:cNvPr id="65" name="Group 64"/>
          <p:cNvGrpSpPr/>
          <p:nvPr/>
        </p:nvGrpSpPr>
        <p:grpSpPr>
          <a:xfrm>
            <a:off x="2751942" y="5520361"/>
            <a:ext cx="1374458" cy="306259"/>
            <a:chOff x="7300019" y="5248709"/>
            <a:chExt cx="1174425" cy="376933"/>
          </a:xfrm>
        </p:grpSpPr>
        <p:sp>
          <p:nvSpPr>
            <p:cNvPr id="66" name="Text Box 6"/>
            <p:cNvSpPr txBox="1">
              <a:spLocks noChangeArrowheads="1"/>
            </p:cNvSpPr>
            <p:nvPr/>
          </p:nvSpPr>
          <p:spPr bwMode="gray">
            <a:xfrm>
              <a:off x="7437969" y="5471675"/>
              <a:ext cx="898525" cy="153967"/>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 Outside</a:t>
              </a:r>
            </a:p>
          </p:txBody>
        </p:sp>
        <p:sp>
          <p:nvSpPr>
            <p:cNvPr id="67" name="Text Box 15"/>
            <p:cNvSpPr txBox="1">
              <a:spLocks noChangeArrowheads="1"/>
            </p:cNvSpPr>
            <p:nvPr/>
          </p:nvSpPr>
          <p:spPr bwMode="gray">
            <a:xfrm>
              <a:off x="7300019" y="5248709"/>
              <a:ext cx="731520" cy="151521"/>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a:t>
              </a:r>
            </a:p>
          </p:txBody>
        </p:sp>
        <p:sp>
          <p:nvSpPr>
            <p:cNvPr id="68" name="Text Box 16"/>
            <p:cNvSpPr txBox="1">
              <a:spLocks noChangeArrowheads="1"/>
            </p:cNvSpPr>
            <p:nvPr/>
          </p:nvSpPr>
          <p:spPr bwMode="gray">
            <a:xfrm>
              <a:off x="7742924" y="5248709"/>
              <a:ext cx="731520" cy="151521"/>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a:t>
              </a:r>
            </a:p>
          </p:txBody>
        </p:sp>
      </p:grpSp>
      <p:grpSp>
        <p:nvGrpSpPr>
          <p:cNvPr id="69" name="Group 68"/>
          <p:cNvGrpSpPr/>
          <p:nvPr/>
        </p:nvGrpSpPr>
        <p:grpSpPr>
          <a:xfrm>
            <a:off x="4411351" y="5520361"/>
            <a:ext cx="1374458" cy="306259"/>
            <a:chOff x="7300019" y="5248709"/>
            <a:chExt cx="1174425" cy="376933"/>
          </a:xfrm>
        </p:grpSpPr>
        <p:sp>
          <p:nvSpPr>
            <p:cNvPr id="70" name="Text Box 6"/>
            <p:cNvSpPr txBox="1">
              <a:spLocks noChangeArrowheads="1"/>
            </p:cNvSpPr>
            <p:nvPr/>
          </p:nvSpPr>
          <p:spPr bwMode="gray">
            <a:xfrm>
              <a:off x="7437969" y="5471675"/>
              <a:ext cx="898525" cy="153967"/>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 Outside</a:t>
              </a:r>
            </a:p>
          </p:txBody>
        </p:sp>
        <p:sp>
          <p:nvSpPr>
            <p:cNvPr id="71" name="Text Box 15"/>
            <p:cNvSpPr txBox="1">
              <a:spLocks noChangeArrowheads="1"/>
            </p:cNvSpPr>
            <p:nvPr/>
          </p:nvSpPr>
          <p:spPr bwMode="gray">
            <a:xfrm>
              <a:off x="7300019" y="5248709"/>
              <a:ext cx="731520" cy="151521"/>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a:t>
              </a:r>
            </a:p>
          </p:txBody>
        </p:sp>
        <p:sp>
          <p:nvSpPr>
            <p:cNvPr id="72" name="Text Box 16"/>
            <p:cNvSpPr txBox="1">
              <a:spLocks noChangeArrowheads="1"/>
            </p:cNvSpPr>
            <p:nvPr/>
          </p:nvSpPr>
          <p:spPr bwMode="gray">
            <a:xfrm>
              <a:off x="7742924" y="5248709"/>
              <a:ext cx="731520" cy="151521"/>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a:t>
              </a:r>
            </a:p>
          </p:txBody>
        </p:sp>
      </p:grpSp>
      <p:grpSp>
        <p:nvGrpSpPr>
          <p:cNvPr id="73" name="Group 72"/>
          <p:cNvGrpSpPr/>
          <p:nvPr/>
        </p:nvGrpSpPr>
        <p:grpSpPr>
          <a:xfrm>
            <a:off x="6087440" y="5520365"/>
            <a:ext cx="1374458" cy="296972"/>
            <a:chOff x="7300019" y="5248709"/>
            <a:chExt cx="1174425" cy="365504"/>
          </a:xfrm>
        </p:grpSpPr>
        <p:sp>
          <p:nvSpPr>
            <p:cNvPr id="74" name="Text Box 6"/>
            <p:cNvSpPr txBox="1">
              <a:spLocks noChangeArrowheads="1"/>
            </p:cNvSpPr>
            <p:nvPr/>
          </p:nvSpPr>
          <p:spPr bwMode="gray">
            <a:xfrm>
              <a:off x="7437969" y="5460245"/>
              <a:ext cx="898525" cy="153968"/>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 Outside</a:t>
              </a:r>
            </a:p>
          </p:txBody>
        </p:sp>
        <p:sp>
          <p:nvSpPr>
            <p:cNvPr id="75" name="Text Box 15"/>
            <p:cNvSpPr txBox="1">
              <a:spLocks noChangeArrowheads="1"/>
            </p:cNvSpPr>
            <p:nvPr/>
          </p:nvSpPr>
          <p:spPr bwMode="gray">
            <a:xfrm>
              <a:off x="7300019" y="5248709"/>
              <a:ext cx="731520" cy="151521"/>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a:t>
              </a:r>
            </a:p>
          </p:txBody>
        </p:sp>
        <p:sp>
          <p:nvSpPr>
            <p:cNvPr id="76" name="Text Box 16"/>
            <p:cNvSpPr txBox="1">
              <a:spLocks noChangeArrowheads="1"/>
            </p:cNvSpPr>
            <p:nvPr/>
          </p:nvSpPr>
          <p:spPr bwMode="gray">
            <a:xfrm>
              <a:off x="7742924" y="5248709"/>
              <a:ext cx="731520" cy="151521"/>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algn="ctr" fontAlgn="base">
                <a:spcBef>
                  <a:spcPct val="0"/>
                </a:spcBef>
                <a:spcAft>
                  <a:spcPct val="0"/>
                </a:spcAft>
              </a:pPr>
              <a:r>
                <a:rPr lang="en-US" sz="800" dirty="0">
                  <a:solidFill>
                    <a:srgbClr val="53565A"/>
                  </a:solidFill>
                  <a:latin typeface="Aptos" panose="020B0004020202020204" pitchFamily="34" charset="0"/>
                  <a:cs typeface="Arial" pitchFamily="34" charset="0"/>
                </a:rPr>
                <a:t>Label</a:t>
              </a:r>
            </a:p>
          </p:txBody>
        </p:sp>
      </p:grpSp>
    </p:spTree>
    <p:extLst>
      <p:ext uri="{BB962C8B-B14F-4D97-AF65-F5344CB8AC3E}">
        <p14:creationId xmlns:p14="http://schemas.microsoft.com/office/powerpoint/2010/main" val="3289730894"/>
      </p:ext>
    </p:extLst>
  </p:cSld>
  <p:clrMapOvr>
    <a:masterClrMapping/>
  </p:clrMapOvr>
  <p:transition>
    <p:fade/>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Placeholder 55"/>
          <p:cNvSpPr>
            <a:spLocks noGrp="1"/>
          </p:cNvSpPr>
          <p:nvPr>
            <p:ph type="body" sz="quarter" idx="13"/>
          </p:nvPr>
        </p:nvSpPr>
        <p:spPr/>
        <p:txBody>
          <a:bodyPr/>
          <a:lstStyle/>
          <a:p>
            <a:r>
              <a:rPr lang="en-GB"/>
              <a:t>Multi </a:t>
            </a:r>
            <a:r>
              <a:rPr lang="en-US"/>
              <a:t>colors</a:t>
            </a:r>
            <a:endParaRPr lang="en-US" dirty="0"/>
          </a:p>
        </p:txBody>
      </p:sp>
      <p:sp>
        <p:nvSpPr>
          <p:cNvPr id="2" name="Title 1"/>
          <p:cNvSpPr>
            <a:spLocks noGrp="1"/>
          </p:cNvSpPr>
          <p:nvPr>
            <p:ph type="title"/>
          </p:nvPr>
        </p:nvSpPr>
        <p:spPr/>
        <p:txBody>
          <a:bodyPr/>
          <a:lstStyle/>
          <a:p>
            <a:r>
              <a:rPr lang="en-US"/>
              <a:t>Column chart</a:t>
            </a:r>
            <a:br>
              <a:rPr lang="en-US"/>
            </a:br>
            <a:endParaRPr lang="en-US" dirty="0"/>
          </a:p>
        </p:txBody>
      </p:sp>
      <p:graphicFrame>
        <p:nvGraphicFramePr>
          <p:cNvPr id="59" name="Chart Placeholder 58"/>
          <p:cNvGraphicFramePr>
            <a:graphicFrameLocks noGrp="1"/>
          </p:cNvGraphicFramePr>
          <p:nvPr>
            <p:ph idx="1"/>
            <p:extLst>
              <p:ext uri="{D42A27DB-BD31-4B8C-83A1-F6EECF244321}">
                <p14:modId xmlns:p14="http://schemas.microsoft.com/office/powerpoint/2010/main" val="135636797"/>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956407547"/>
      </p:ext>
    </p:extLst>
  </p:cSld>
  <p:clrMapOvr>
    <a:masterClrMapping/>
  </p:clrMapOvr>
  <p:transition>
    <p:fade/>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 name="Chart Placeholder 42"/>
          <p:cNvGraphicFramePr>
            <a:graphicFrameLocks noGrp="1"/>
          </p:cNvGraphicFramePr>
          <p:nvPr>
            <p:ph sz="quarter" idx="10"/>
            <p:extLst>
              <p:ext uri="{D42A27DB-BD31-4B8C-83A1-F6EECF244321}">
                <p14:modId xmlns:p14="http://schemas.microsoft.com/office/powerpoint/2010/main" val="931102909"/>
              </p:ext>
            </p:extLst>
          </p:nvPr>
        </p:nvGraphicFramePr>
        <p:xfrm>
          <a:off x="384175" y="1679575"/>
          <a:ext cx="4445000" cy="4681538"/>
        </p:xfrm>
        <a:graphic>
          <a:graphicData uri="http://schemas.openxmlformats.org/drawingml/2006/chart">
            <c:chart xmlns:c="http://schemas.openxmlformats.org/drawingml/2006/chart" xmlns:r="http://schemas.openxmlformats.org/officeDocument/2006/relationships" r:id="rId3"/>
          </a:graphicData>
        </a:graphic>
      </p:graphicFrame>
      <p:sp>
        <p:nvSpPr>
          <p:cNvPr id="3" name="Content Placeholder 2">
            <a:extLst>
              <a:ext uri="{FF2B5EF4-FFF2-40B4-BE49-F238E27FC236}">
                <a16:creationId xmlns:a16="http://schemas.microsoft.com/office/drawing/2014/main" id="{D5C98FC2-504C-7B79-CEEE-68EADBC4EF2B}"/>
              </a:ext>
            </a:extLst>
          </p:cNvPr>
          <p:cNvSpPr>
            <a:spLocks noGrp="1"/>
          </p:cNvSpPr>
          <p:nvPr>
            <p:ph sz="quarter" idx="20"/>
          </p:nvPr>
        </p:nvSpPr>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 name="Text Placeholder 1"/>
          <p:cNvSpPr>
            <a:spLocks noGrp="1"/>
          </p:cNvSpPr>
          <p:nvPr>
            <p:ph type="body" sz="quarter" idx="13"/>
          </p:nvPr>
        </p:nvSpPr>
        <p:spPr/>
        <p:txBody>
          <a:bodyPr/>
          <a:lstStyle/>
          <a:p>
            <a:pPr lvl="0"/>
            <a:r>
              <a:rPr lang="en-US" altLang="ja-JP"/>
              <a:t>Stacked bar chart and text</a:t>
            </a:r>
            <a:endParaRPr lang="en-GB" dirty="0"/>
          </a:p>
        </p:txBody>
      </p:sp>
      <p:sp>
        <p:nvSpPr>
          <p:cNvPr id="12" name="Title 11"/>
          <p:cNvSpPr>
            <a:spLocks noGrp="1"/>
          </p:cNvSpPr>
          <p:nvPr>
            <p:ph type="title"/>
          </p:nvPr>
        </p:nvSpPr>
        <p:spPr/>
        <p:txBody>
          <a:bodyPr/>
          <a:lstStyle/>
          <a:p>
            <a:r>
              <a:rPr lang="en-US" altLang="ja-JP"/>
              <a:t>Column charts</a:t>
            </a:r>
            <a:endParaRPr lang="en-US" dirty="0"/>
          </a:p>
        </p:txBody>
      </p:sp>
    </p:spTree>
    <p:extLst>
      <p:ext uri="{BB962C8B-B14F-4D97-AF65-F5344CB8AC3E}">
        <p14:creationId xmlns:p14="http://schemas.microsoft.com/office/powerpoint/2010/main" val="2382151021"/>
      </p:ext>
    </p:extLst>
  </p:cSld>
  <p:clrMapOvr>
    <a:masterClrMapping/>
  </p:clrMapOvr>
  <p:transition>
    <p:fade/>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Placeholder 42"/>
          <p:cNvGraphicFramePr>
            <a:graphicFrameLocks noGrp="1"/>
          </p:cNvGraphicFramePr>
          <p:nvPr>
            <p:ph sz="quarter" idx="10"/>
            <p:extLst>
              <p:ext uri="{D42A27DB-BD31-4B8C-83A1-F6EECF244321}">
                <p14:modId xmlns:p14="http://schemas.microsoft.com/office/powerpoint/2010/main" val="1461322754"/>
              </p:ext>
            </p:extLst>
          </p:nvPr>
        </p:nvGraphicFramePr>
        <p:xfrm>
          <a:off x="384175" y="2002842"/>
          <a:ext cx="4445000" cy="46815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7" name="Chart Placeholder 36"/>
          <p:cNvGraphicFramePr>
            <a:graphicFrameLocks noGrp="1"/>
          </p:cNvGraphicFramePr>
          <p:nvPr>
            <p:ph sz="quarter" idx="20"/>
            <p:extLst>
              <p:ext uri="{D42A27DB-BD31-4B8C-83A1-F6EECF244321}">
                <p14:modId xmlns:p14="http://schemas.microsoft.com/office/powerpoint/2010/main" val="3994619740"/>
              </p:ext>
            </p:extLst>
          </p:nvPr>
        </p:nvGraphicFramePr>
        <p:xfrm>
          <a:off x="5078413" y="2002842"/>
          <a:ext cx="4445000" cy="4681538"/>
        </p:xfrm>
        <a:graphic>
          <a:graphicData uri="http://schemas.openxmlformats.org/drawingml/2006/chart">
            <c:chart xmlns:c="http://schemas.openxmlformats.org/drawingml/2006/chart" xmlns:r="http://schemas.openxmlformats.org/officeDocument/2006/relationships" r:id="rId4"/>
          </a:graphicData>
        </a:graphic>
      </p:graphicFrame>
      <p:sp>
        <p:nvSpPr>
          <p:cNvPr id="6" name="Text Placeholder 5"/>
          <p:cNvSpPr>
            <a:spLocks noGrp="1"/>
          </p:cNvSpPr>
          <p:nvPr>
            <p:ph type="body" sz="quarter" idx="13"/>
          </p:nvPr>
        </p:nvSpPr>
        <p:spPr/>
        <p:txBody>
          <a:bodyPr/>
          <a:lstStyle/>
          <a:p>
            <a:r>
              <a:rPr lang="en-GB" dirty="0"/>
              <a:t>Highlight one segment </a:t>
            </a:r>
            <a:r>
              <a:rPr lang="en-GB" dirty="0" err="1"/>
              <a:t>color</a:t>
            </a:r>
            <a:r>
              <a:rPr lang="en-GB" dirty="0"/>
              <a:t> format (units)</a:t>
            </a:r>
          </a:p>
        </p:txBody>
      </p:sp>
      <p:sp>
        <p:nvSpPr>
          <p:cNvPr id="2" name="Title 1"/>
          <p:cNvSpPr>
            <a:spLocks noGrp="1"/>
          </p:cNvSpPr>
          <p:nvPr>
            <p:ph type="title"/>
          </p:nvPr>
        </p:nvSpPr>
        <p:spPr/>
        <p:txBody>
          <a:bodyPr/>
          <a:lstStyle/>
          <a:p>
            <a:r>
              <a:rPr lang="en-US"/>
              <a:t>Stacked column charts</a:t>
            </a:r>
            <a:endParaRPr lang="en-US" dirty="0"/>
          </a:p>
        </p:txBody>
      </p:sp>
      <p:sp>
        <p:nvSpPr>
          <p:cNvPr id="33" name="Text Placeholder 32"/>
          <p:cNvSpPr>
            <a:spLocks noGrp="1"/>
          </p:cNvSpPr>
          <p:nvPr>
            <p:ph type="body" sz="quarter" idx="4294967295"/>
          </p:nvPr>
        </p:nvSpPr>
        <p:spPr>
          <a:xfrm>
            <a:off x="5448300" y="1692275"/>
            <a:ext cx="4457700" cy="292100"/>
          </a:xfrm>
          <a:prstGeom prst="rect">
            <a:avLst/>
          </a:prstGeom>
        </p:spPr>
        <p:txBody>
          <a:bodyPr/>
          <a:lstStyle/>
          <a:p>
            <a:r>
              <a:rPr lang="en-GB" dirty="0"/>
              <a:t>Multi </a:t>
            </a:r>
            <a:r>
              <a:rPr lang="en-US" dirty="0"/>
              <a:t>color</a:t>
            </a:r>
            <a:r>
              <a:rPr lang="en-GB" dirty="0"/>
              <a:t> and single highlight </a:t>
            </a:r>
            <a:r>
              <a:rPr lang="en-US" dirty="0"/>
              <a:t>color</a:t>
            </a:r>
          </a:p>
        </p:txBody>
      </p:sp>
      <p:sp>
        <p:nvSpPr>
          <p:cNvPr id="5" name="Text Placeholder 4">
            <a:extLst>
              <a:ext uri="{FF2B5EF4-FFF2-40B4-BE49-F238E27FC236}">
                <a16:creationId xmlns:a16="http://schemas.microsoft.com/office/drawing/2014/main" id="{4F3F7C69-E1AB-4429-8058-20667D617F05}"/>
              </a:ext>
            </a:extLst>
          </p:cNvPr>
          <p:cNvSpPr>
            <a:spLocks noGrp="1"/>
          </p:cNvSpPr>
          <p:nvPr>
            <p:ph type="body" sz="quarter" idx="4294967295"/>
          </p:nvPr>
        </p:nvSpPr>
        <p:spPr>
          <a:xfrm>
            <a:off x="0" y="1690688"/>
            <a:ext cx="4459288" cy="293687"/>
          </a:xfrm>
          <a:prstGeom prst="rect">
            <a:avLst/>
          </a:prstGeom>
        </p:spPr>
        <p:txBody>
          <a:bodyPr/>
          <a:lstStyle/>
          <a:p>
            <a:r>
              <a:rPr lang="en-US" dirty="0"/>
              <a:t>Standard color format (units)</a:t>
            </a:r>
          </a:p>
          <a:p>
            <a:endParaRPr lang="en-US" dirty="0"/>
          </a:p>
          <a:p>
            <a:endParaRPr lang="en-US" dirty="0"/>
          </a:p>
        </p:txBody>
      </p:sp>
    </p:spTree>
    <p:extLst>
      <p:ext uri="{BB962C8B-B14F-4D97-AF65-F5344CB8AC3E}">
        <p14:creationId xmlns:p14="http://schemas.microsoft.com/office/powerpoint/2010/main" val="315989997"/>
      </p:ext>
    </p:extLst>
  </p:cSld>
  <p:clrMapOvr>
    <a:masterClrMapping/>
  </p:clrMapOvr>
  <p:transition>
    <p:fade/>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 name="Chart Placeholder 42"/>
          <p:cNvGraphicFramePr>
            <a:graphicFrameLocks noGrp="1"/>
          </p:cNvGraphicFramePr>
          <p:nvPr>
            <p:ph sz="quarter" idx="10"/>
            <p:extLst>
              <p:ext uri="{D42A27DB-BD31-4B8C-83A1-F6EECF244321}">
                <p14:modId xmlns:p14="http://schemas.microsoft.com/office/powerpoint/2010/main" val="193113447"/>
              </p:ext>
            </p:extLst>
          </p:nvPr>
        </p:nvGraphicFramePr>
        <p:xfrm>
          <a:off x="384175" y="1677988"/>
          <a:ext cx="4443413" cy="4681537"/>
        </p:xfrm>
        <a:graphic>
          <a:graphicData uri="http://schemas.openxmlformats.org/drawingml/2006/chart">
            <c:chart xmlns:c="http://schemas.openxmlformats.org/drawingml/2006/chart" xmlns:r="http://schemas.openxmlformats.org/officeDocument/2006/relationships" r:id="rId2"/>
          </a:graphicData>
        </a:graphic>
      </p:graphicFrame>
      <p:sp>
        <p:nvSpPr>
          <p:cNvPr id="5" name="Title 4"/>
          <p:cNvSpPr>
            <a:spLocks noGrp="1"/>
          </p:cNvSpPr>
          <p:nvPr>
            <p:ph type="title"/>
          </p:nvPr>
        </p:nvSpPr>
        <p:spPr/>
        <p:txBody>
          <a:bodyPr/>
          <a:lstStyle/>
          <a:p>
            <a:r>
              <a:rPr lang="en-GB"/>
              <a:t>Area chart and stacked column charts on solid background</a:t>
            </a:r>
            <a:endParaRPr lang="en-GB" dirty="0"/>
          </a:p>
        </p:txBody>
      </p:sp>
      <p:sp>
        <p:nvSpPr>
          <p:cNvPr id="47" name="Text Placeholder 46"/>
          <p:cNvSpPr>
            <a:spLocks noGrp="1"/>
          </p:cNvSpPr>
          <p:nvPr>
            <p:ph type="body" sz="quarter" idx="13"/>
          </p:nvPr>
        </p:nvSpPr>
        <p:spPr>
          <a:prstGeom prst="rect">
            <a:avLst/>
          </a:prstGeom>
        </p:spPr>
        <p:txBody>
          <a:bodyPr/>
          <a:lstStyle/>
          <a:p>
            <a:r>
              <a:rPr lang="en-US" dirty="0"/>
              <a:t>Standard color format (units)</a:t>
            </a:r>
          </a:p>
        </p:txBody>
      </p:sp>
      <p:graphicFrame>
        <p:nvGraphicFramePr>
          <p:cNvPr id="59" name="Content Placeholder 8"/>
          <p:cNvGraphicFramePr>
            <a:graphicFrameLocks noGrp="1"/>
          </p:cNvGraphicFramePr>
          <p:nvPr>
            <p:ph sz="quarter" idx="15"/>
            <p:extLst>
              <p:ext uri="{D42A27DB-BD31-4B8C-83A1-F6EECF244321}">
                <p14:modId xmlns:p14="http://schemas.microsoft.com/office/powerpoint/2010/main" val="18168729"/>
              </p:ext>
            </p:extLst>
          </p:nvPr>
        </p:nvGraphicFramePr>
        <p:xfrm>
          <a:off x="5078413" y="1677988"/>
          <a:ext cx="4443412" cy="4681537"/>
        </p:xfrm>
        <a:graphic>
          <a:graphicData uri="http://schemas.openxmlformats.org/drawingml/2006/chart">
            <c:chart xmlns:c="http://schemas.openxmlformats.org/drawingml/2006/chart" xmlns:r="http://schemas.openxmlformats.org/officeDocument/2006/relationships" r:id="rId3"/>
          </a:graphicData>
        </a:graphic>
      </p:graphicFrame>
      <p:sp>
        <p:nvSpPr>
          <p:cNvPr id="4" name="Content Placeholder 3">
            <a:extLst>
              <a:ext uri="{FF2B5EF4-FFF2-40B4-BE49-F238E27FC236}">
                <a16:creationId xmlns:a16="http://schemas.microsoft.com/office/drawing/2014/main" id="{6FCC8EB4-9361-74A8-98BC-519CCDAE661B}"/>
              </a:ext>
            </a:extLst>
          </p:cNvPr>
          <p:cNvSpPr>
            <a:spLocks noGrp="1"/>
          </p:cNvSpPr>
          <p:nvPr>
            <p:ph sz="quarter" idx="4294967295"/>
          </p:nvPr>
        </p:nvSpPr>
        <p:spPr>
          <a:xfrm>
            <a:off x="5448300" y="1728788"/>
            <a:ext cx="4457700" cy="4270375"/>
          </a:xfrm>
        </p:spPr>
        <p:txBody>
          <a:bodyPr/>
          <a:lstStyle/>
          <a:p>
            <a:r>
              <a:rPr lang="en-US" sz="1200" dirty="0"/>
              <a:t>Chart title</a:t>
            </a:r>
          </a:p>
        </p:txBody>
      </p:sp>
    </p:spTree>
    <p:extLst>
      <p:ext uri="{BB962C8B-B14F-4D97-AF65-F5344CB8AC3E}">
        <p14:creationId xmlns:p14="http://schemas.microsoft.com/office/powerpoint/2010/main" val="2427103609"/>
      </p:ext>
    </p:extLst>
  </p:cSld>
  <p:clrMapOvr>
    <a:masterClrMapping/>
  </p:clrMapOvr>
  <p:transition>
    <p:fade/>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p:txBody>
          <a:bodyPr/>
          <a:lstStyle/>
          <a:p>
            <a:r>
              <a:rPr lang="en-GB" dirty="0"/>
              <a:t>Multi </a:t>
            </a:r>
            <a:r>
              <a:rPr lang="en-US" dirty="0"/>
              <a:t>color</a:t>
            </a:r>
          </a:p>
        </p:txBody>
      </p:sp>
      <p:sp>
        <p:nvSpPr>
          <p:cNvPr id="2" name="Title 1"/>
          <p:cNvSpPr>
            <a:spLocks noGrp="1"/>
          </p:cNvSpPr>
          <p:nvPr>
            <p:ph type="title"/>
          </p:nvPr>
        </p:nvSpPr>
        <p:spPr/>
        <p:txBody>
          <a:bodyPr/>
          <a:lstStyle/>
          <a:p>
            <a:r>
              <a:rPr lang="en-GB"/>
              <a:t>Area chart</a:t>
            </a:r>
            <a:endParaRPr lang="en-GB" dirty="0"/>
          </a:p>
        </p:txBody>
      </p:sp>
      <p:graphicFrame>
        <p:nvGraphicFramePr>
          <p:cNvPr id="9" name="Content Placeholder 8"/>
          <p:cNvGraphicFramePr>
            <a:graphicFrameLocks noGrp="1"/>
          </p:cNvGraphicFramePr>
          <p:nvPr>
            <p:ph idx="1"/>
            <p:extLst>
              <p:ext uri="{D42A27DB-BD31-4B8C-83A1-F6EECF244321}">
                <p14:modId xmlns:p14="http://schemas.microsoft.com/office/powerpoint/2010/main" val="1372587852"/>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930315715"/>
      </p:ext>
    </p:extLst>
  </p:cSld>
  <p:clrMapOvr>
    <a:masterClrMapping/>
  </p:clrMapOvr>
  <p:transition>
    <p:fade/>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 name="Chart Placeholder 37"/>
          <p:cNvGraphicFramePr>
            <a:graphicFrameLocks noGrp="1"/>
          </p:cNvGraphicFramePr>
          <p:nvPr>
            <p:ph sz="quarter" idx="10"/>
            <p:extLst>
              <p:ext uri="{D42A27DB-BD31-4B8C-83A1-F6EECF244321}">
                <p14:modId xmlns:p14="http://schemas.microsoft.com/office/powerpoint/2010/main" val="2614719743"/>
              </p:ext>
            </p:extLst>
          </p:nvPr>
        </p:nvGraphicFramePr>
        <p:xfrm>
          <a:off x="384175" y="1679575"/>
          <a:ext cx="4445000" cy="4681538"/>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 Placeholder 6">
            <a:extLst>
              <a:ext uri="{FF2B5EF4-FFF2-40B4-BE49-F238E27FC236}">
                <a16:creationId xmlns:a16="http://schemas.microsoft.com/office/drawing/2014/main" id="{C313C18B-0D54-4C17-90D9-834993D67958}"/>
              </a:ext>
            </a:extLst>
          </p:cNvPr>
          <p:cNvSpPr>
            <a:spLocks noGrp="1"/>
          </p:cNvSpPr>
          <p:nvPr>
            <p:ph sz="quarter" idx="20"/>
          </p:nvPr>
        </p:nvSpPr>
        <p:spPr/>
        <p:txBody>
          <a:bodyPr>
            <a:normAutofit/>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 name="Text Placeholder 1"/>
          <p:cNvSpPr>
            <a:spLocks noGrp="1"/>
          </p:cNvSpPr>
          <p:nvPr>
            <p:ph type="body" sz="quarter" idx="13"/>
          </p:nvPr>
        </p:nvSpPr>
        <p:spPr/>
        <p:txBody>
          <a:bodyPr/>
          <a:lstStyle/>
          <a:p>
            <a:r>
              <a:rPr lang="en-US" dirty="0"/>
              <a:t>Subtitle</a:t>
            </a:r>
          </a:p>
        </p:txBody>
      </p:sp>
      <p:sp>
        <p:nvSpPr>
          <p:cNvPr id="12" name="Title 11"/>
          <p:cNvSpPr>
            <a:spLocks noGrp="1"/>
          </p:cNvSpPr>
          <p:nvPr>
            <p:ph type="title"/>
          </p:nvPr>
        </p:nvSpPr>
        <p:spPr/>
        <p:txBody>
          <a:bodyPr/>
          <a:lstStyle/>
          <a:p>
            <a:r>
              <a:rPr lang="en-US" altLang="ja-JP"/>
              <a:t>Pie chart </a:t>
            </a:r>
            <a:endParaRPr lang="en-US" dirty="0"/>
          </a:p>
        </p:txBody>
      </p:sp>
    </p:spTree>
    <p:extLst>
      <p:ext uri="{BB962C8B-B14F-4D97-AF65-F5344CB8AC3E}">
        <p14:creationId xmlns:p14="http://schemas.microsoft.com/office/powerpoint/2010/main" val="2634677505"/>
      </p:ext>
    </p:extLst>
  </p:cSld>
  <p:clrMapOvr>
    <a:masterClrMapping/>
  </p:clrMapOvr>
  <p:transition>
    <p:fade/>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hart Placeholder 20"/>
          <p:cNvGraphicFramePr>
            <a:graphicFrameLocks noGrp="1"/>
          </p:cNvGraphicFramePr>
          <p:nvPr>
            <p:ph sz="quarter" idx="10"/>
            <p:extLst>
              <p:ext uri="{D42A27DB-BD31-4B8C-83A1-F6EECF244321}">
                <p14:modId xmlns:p14="http://schemas.microsoft.com/office/powerpoint/2010/main" val="3366745267"/>
              </p:ext>
            </p:extLst>
          </p:nvPr>
        </p:nvGraphicFramePr>
        <p:xfrm>
          <a:off x="384175" y="1679575"/>
          <a:ext cx="4445000" cy="46815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0" name="Chart Placeholder 19"/>
          <p:cNvGraphicFramePr>
            <a:graphicFrameLocks noGrp="1"/>
          </p:cNvGraphicFramePr>
          <p:nvPr>
            <p:ph sz="quarter" idx="20"/>
            <p:extLst>
              <p:ext uri="{D42A27DB-BD31-4B8C-83A1-F6EECF244321}">
                <p14:modId xmlns:p14="http://schemas.microsoft.com/office/powerpoint/2010/main" val="1180475335"/>
              </p:ext>
            </p:extLst>
          </p:nvPr>
        </p:nvGraphicFramePr>
        <p:xfrm>
          <a:off x="5078413" y="1679575"/>
          <a:ext cx="4445000" cy="4681538"/>
        </p:xfrm>
        <a:graphic>
          <a:graphicData uri="http://schemas.openxmlformats.org/drawingml/2006/chart">
            <c:chart xmlns:c="http://schemas.openxmlformats.org/drawingml/2006/chart" xmlns:r="http://schemas.openxmlformats.org/officeDocument/2006/relationships" r:id="rId4"/>
          </a:graphicData>
        </a:graphic>
      </p:graphicFrame>
      <p:sp>
        <p:nvSpPr>
          <p:cNvPr id="13" name="Text Placeholder 12"/>
          <p:cNvSpPr>
            <a:spLocks noGrp="1"/>
          </p:cNvSpPr>
          <p:nvPr>
            <p:ph type="body" sz="quarter" idx="13"/>
          </p:nvPr>
        </p:nvSpPr>
        <p:spPr/>
        <p:txBody>
          <a:bodyPr/>
          <a:lstStyle/>
          <a:p>
            <a:r>
              <a:rPr lang="en-US"/>
              <a:t>Highlight one segment color format (units)</a:t>
            </a:r>
            <a:endParaRPr lang="en-US" dirty="0"/>
          </a:p>
        </p:txBody>
      </p:sp>
      <p:sp>
        <p:nvSpPr>
          <p:cNvPr id="12" name="Title 11"/>
          <p:cNvSpPr>
            <a:spLocks noGrp="1"/>
          </p:cNvSpPr>
          <p:nvPr>
            <p:ph type="title"/>
          </p:nvPr>
        </p:nvSpPr>
        <p:spPr/>
        <p:txBody>
          <a:bodyPr/>
          <a:lstStyle/>
          <a:p>
            <a:r>
              <a:rPr lang="en-US" altLang="ja-JP"/>
              <a:t>Pie charts </a:t>
            </a:r>
            <a:endParaRPr lang="en-US" dirty="0"/>
          </a:p>
        </p:txBody>
      </p:sp>
    </p:spTree>
    <p:extLst>
      <p:ext uri="{BB962C8B-B14F-4D97-AF65-F5344CB8AC3E}">
        <p14:creationId xmlns:p14="http://schemas.microsoft.com/office/powerpoint/2010/main" val="64472629"/>
      </p:ext>
    </p:extLst>
  </p:cSld>
  <p:clrMapOvr>
    <a:masterClrMapping/>
  </p:clrMapOvr>
  <p:transition>
    <p:fade/>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Placeholder 15">
            <a:extLst>
              <a:ext uri="{FF2B5EF4-FFF2-40B4-BE49-F238E27FC236}">
                <a16:creationId xmlns:a16="http://schemas.microsoft.com/office/drawing/2014/main" id="{A04848C4-26DD-483A-B37C-BCCCD3A0A88C}"/>
              </a:ext>
            </a:extLst>
          </p:cNvPr>
          <p:cNvGraphicFramePr>
            <a:graphicFrameLocks noGrp="1"/>
          </p:cNvGraphicFramePr>
          <p:nvPr>
            <p:ph sz="quarter" idx="10"/>
            <p:extLst>
              <p:ext uri="{D42A27DB-BD31-4B8C-83A1-F6EECF244321}">
                <p14:modId xmlns:p14="http://schemas.microsoft.com/office/powerpoint/2010/main" val="4226765417"/>
              </p:ext>
            </p:extLst>
          </p:nvPr>
        </p:nvGraphicFramePr>
        <p:xfrm>
          <a:off x="5418137" y="1677987"/>
          <a:ext cx="4475163" cy="4643437"/>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20">
            <a:extLst>
              <a:ext uri="{FF2B5EF4-FFF2-40B4-BE49-F238E27FC236}">
                <a16:creationId xmlns:a16="http://schemas.microsoft.com/office/drawing/2014/main" id="{EF136403-0F19-4AD5-9CDE-ACF1C1272D22}"/>
              </a:ext>
            </a:extLst>
          </p:cNvPr>
          <p:cNvSpPr>
            <a:spLocks noGrp="1"/>
          </p:cNvSpPr>
          <p:nvPr>
            <p:ph sz="quarter" idx="20"/>
          </p:nvPr>
        </p:nvSpPr>
        <p:spPr>
          <a:prstGeom prst="rect">
            <a:avLst/>
          </a:prstGeom>
        </p:spPr>
        <p:txBody>
          <a:bodyPr/>
          <a:lstStyle/>
          <a:p>
            <a:r>
              <a:rPr lang="en-US" dirty="0"/>
              <a:t>Chart title</a:t>
            </a:r>
          </a:p>
        </p:txBody>
      </p:sp>
      <p:sp>
        <p:nvSpPr>
          <p:cNvPr id="41" name="Text Placeholder 40"/>
          <p:cNvSpPr>
            <a:spLocks noGrp="1"/>
          </p:cNvSpPr>
          <p:nvPr>
            <p:ph type="body" sz="quarter" idx="13"/>
          </p:nvPr>
        </p:nvSpPr>
        <p:spPr/>
        <p:txBody>
          <a:bodyPr>
            <a:noAutofit/>
          </a:bodyPr>
          <a:lstStyle/>
          <a:p>
            <a:pPr lvl="0"/>
            <a:r>
              <a:rPr lang="en-US" altLang="ja-JP" dirty="0"/>
              <a:t>S</a:t>
            </a:r>
            <a:r>
              <a:rPr lang="en-US" dirty="0"/>
              <a:t>lice exploded</a:t>
            </a:r>
            <a:endParaRPr lang="en-GB" dirty="0"/>
          </a:p>
        </p:txBody>
      </p:sp>
      <p:sp>
        <p:nvSpPr>
          <p:cNvPr id="12" name="Title 11"/>
          <p:cNvSpPr>
            <a:spLocks noGrp="1"/>
          </p:cNvSpPr>
          <p:nvPr>
            <p:ph type="title"/>
          </p:nvPr>
        </p:nvSpPr>
        <p:spPr/>
        <p:txBody>
          <a:bodyPr/>
          <a:lstStyle/>
          <a:p>
            <a:r>
              <a:rPr lang="en-US" altLang="ja-JP"/>
              <a:t>Pie charts </a:t>
            </a:r>
            <a:endParaRPr lang="en-US" dirty="0"/>
          </a:p>
        </p:txBody>
      </p:sp>
      <p:graphicFrame>
        <p:nvGraphicFramePr>
          <p:cNvPr id="22" name="Chart Placeholder 14">
            <a:extLst>
              <a:ext uri="{FF2B5EF4-FFF2-40B4-BE49-F238E27FC236}">
                <a16:creationId xmlns:a16="http://schemas.microsoft.com/office/drawing/2014/main" id="{83F94444-EF7F-4170-AD12-C788EAAF09CB}"/>
              </a:ext>
            </a:extLst>
          </p:cNvPr>
          <p:cNvGraphicFramePr>
            <a:graphicFrameLocks noGrp="1"/>
          </p:cNvGraphicFramePr>
          <p:nvPr>
            <p:ph type="chart" sz="quarter" idx="4294967295"/>
            <p:extLst>
              <p:ext uri="{D42A27DB-BD31-4B8C-83A1-F6EECF244321}">
                <p14:modId xmlns:p14="http://schemas.microsoft.com/office/powerpoint/2010/main" val="734503518"/>
              </p:ext>
            </p:extLst>
          </p:nvPr>
        </p:nvGraphicFramePr>
        <p:xfrm>
          <a:off x="0" y="2290763"/>
          <a:ext cx="3240088" cy="3246437"/>
        </p:xfrm>
        <a:graphic>
          <a:graphicData uri="http://schemas.openxmlformats.org/drawingml/2006/chart">
            <c:chart xmlns:c="http://schemas.openxmlformats.org/drawingml/2006/chart" xmlns:r="http://schemas.openxmlformats.org/officeDocument/2006/relationships" r:id="rId4"/>
          </a:graphicData>
        </a:graphic>
      </p:graphicFrame>
      <p:sp>
        <p:nvSpPr>
          <p:cNvPr id="23" name="Text Placeholder 30">
            <a:extLst>
              <a:ext uri="{FF2B5EF4-FFF2-40B4-BE49-F238E27FC236}">
                <a16:creationId xmlns:a16="http://schemas.microsoft.com/office/drawing/2014/main" id="{343FCDFE-7FF6-4649-8F2E-DB54FAC5EB09}"/>
              </a:ext>
            </a:extLst>
          </p:cNvPr>
          <p:cNvSpPr>
            <a:spLocks noGrp="1"/>
          </p:cNvSpPr>
          <p:nvPr>
            <p:ph type="body" sz="quarter" idx="4294967295"/>
          </p:nvPr>
        </p:nvSpPr>
        <p:spPr>
          <a:xfrm>
            <a:off x="0" y="1687513"/>
            <a:ext cx="2636838" cy="312737"/>
          </a:xfrm>
          <a:prstGeom prst="rect">
            <a:avLst/>
          </a:prstGeom>
        </p:spPr>
        <p:txBody>
          <a:bodyPr/>
          <a:lstStyle/>
          <a:p>
            <a:r>
              <a:rPr lang="en-US" dirty="0"/>
              <a:t>Chart title</a:t>
            </a:r>
          </a:p>
        </p:txBody>
      </p:sp>
      <p:grpSp>
        <p:nvGrpSpPr>
          <p:cNvPr id="24" name="Group 23">
            <a:extLst>
              <a:ext uri="{FF2B5EF4-FFF2-40B4-BE49-F238E27FC236}">
                <a16:creationId xmlns:a16="http://schemas.microsoft.com/office/drawing/2014/main" id="{AEF7BA49-E3F2-429B-AB54-7BD6C9BA402B}"/>
              </a:ext>
            </a:extLst>
          </p:cNvPr>
          <p:cNvGrpSpPr/>
          <p:nvPr/>
        </p:nvGrpSpPr>
        <p:grpSpPr>
          <a:xfrm>
            <a:off x="4167094" y="2657813"/>
            <a:ext cx="2258869" cy="2266371"/>
            <a:chOff x="3713018" y="2309092"/>
            <a:chExt cx="2780146" cy="2789380"/>
          </a:xfrm>
        </p:grpSpPr>
        <p:cxnSp>
          <p:nvCxnSpPr>
            <p:cNvPr id="26" name="Straight Connector 25">
              <a:extLst>
                <a:ext uri="{FF2B5EF4-FFF2-40B4-BE49-F238E27FC236}">
                  <a16:creationId xmlns:a16="http://schemas.microsoft.com/office/drawing/2014/main" id="{ADD82CC8-8B49-4E27-8B48-F04161DAB23A}"/>
                </a:ext>
              </a:extLst>
            </p:cNvPr>
            <p:cNvCxnSpPr/>
            <p:nvPr/>
          </p:nvCxnSpPr>
          <p:spPr>
            <a:xfrm flipV="1">
              <a:off x="3713018" y="2309092"/>
              <a:ext cx="2780146" cy="794326"/>
            </a:xfrm>
            <a:prstGeom prst="line">
              <a:avLst/>
            </a:prstGeom>
            <a:ln w="9525">
              <a:solidFill>
                <a:srgbClr val="53565A"/>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D349E4DC-3756-4A25-9B61-6945BFACBE43}"/>
                </a:ext>
              </a:extLst>
            </p:cNvPr>
            <p:cNvCxnSpPr/>
            <p:nvPr/>
          </p:nvCxnSpPr>
          <p:spPr>
            <a:xfrm>
              <a:off x="3722255" y="4257964"/>
              <a:ext cx="2761672" cy="840508"/>
            </a:xfrm>
            <a:prstGeom prst="line">
              <a:avLst/>
            </a:prstGeom>
            <a:ln w="9525">
              <a:solidFill>
                <a:srgbClr val="53565A"/>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65495002"/>
      </p:ext>
    </p:extLst>
  </p:cSld>
  <p:clrMapOvr>
    <a:masterClrMapping/>
  </p:clrMapOvr>
  <p:transition>
    <p:fade/>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 Placeholder 20"/>
          <p:cNvSpPr>
            <a:spLocks noGrp="1"/>
          </p:cNvSpPr>
          <p:nvPr>
            <p:ph sz="quarter" idx="10"/>
          </p:nvPr>
        </p:nvSpPr>
        <p:spPr>
          <a:prstGeom prst="rect">
            <a:avLst/>
          </a:prstGeom>
        </p:spPr>
        <p:txBody>
          <a:bodyPr/>
          <a:lstStyle/>
          <a:p>
            <a:r>
              <a:rPr lang="en-US" dirty="0"/>
              <a:t>Chart title</a:t>
            </a:r>
          </a:p>
        </p:txBody>
      </p:sp>
      <p:sp>
        <p:nvSpPr>
          <p:cNvPr id="12" name="Title 11"/>
          <p:cNvSpPr>
            <a:spLocks noGrp="1"/>
          </p:cNvSpPr>
          <p:nvPr>
            <p:ph type="title"/>
          </p:nvPr>
        </p:nvSpPr>
        <p:spPr/>
        <p:txBody>
          <a:bodyPr/>
          <a:lstStyle/>
          <a:p>
            <a:r>
              <a:rPr lang="en-US" altLang="ja-JP" dirty="0"/>
              <a:t>Pie charts </a:t>
            </a:r>
            <a:endParaRPr lang="en-US" dirty="0"/>
          </a:p>
        </p:txBody>
      </p:sp>
      <p:sp>
        <p:nvSpPr>
          <p:cNvPr id="2" name="Text Placeholder 1"/>
          <p:cNvSpPr>
            <a:spLocks noGrp="1"/>
          </p:cNvSpPr>
          <p:nvPr>
            <p:ph type="body" sz="quarter" idx="13"/>
          </p:nvPr>
        </p:nvSpPr>
        <p:spPr/>
        <p:txBody>
          <a:bodyPr/>
          <a:lstStyle/>
          <a:p>
            <a:pPr lvl="0"/>
            <a:r>
              <a:rPr lang="en-US" altLang="ja-JP"/>
              <a:t>S</a:t>
            </a:r>
            <a:r>
              <a:rPr lang="en-US"/>
              <a:t>lice exploded on solid background</a:t>
            </a:r>
            <a:endParaRPr lang="en-GB" dirty="0"/>
          </a:p>
        </p:txBody>
      </p:sp>
      <p:sp>
        <p:nvSpPr>
          <p:cNvPr id="31" name="Text Placeholder 30"/>
          <p:cNvSpPr>
            <a:spLocks noGrp="1"/>
          </p:cNvSpPr>
          <p:nvPr>
            <p:ph sz="quarter" idx="15"/>
          </p:nvPr>
        </p:nvSpPr>
        <p:spPr>
          <a:prstGeom prst="rect">
            <a:avLst/>
          </a:prstGeom>
        </p:spPr>
        <p:txBody>
          <a:bodyPr/>
          <a:lstStyle/>
          <a:p>
            <a:r>
              <a:rPr lang="en-US" dirty="0"/>
              <a:t>Chart title</a:t>
            </a:r>
          </a:p>
        </p:txBody>
      </p:sp>
      <p:graphicFrame>
        <p:nvGraphicFramePr>
          <p:cNvPr id="13" name="Chart Placeholder 15">
            <a:extLst>
              <a:ext uri="{FF2B5EF4-FFF2-40B4-BE49-F238E27FC236}">
                <a16:creationId xmlns:a16="http://schemas.microsoft.com/office/drawing/2014/main" id="{259F4C00-F0E7-4A26-AA65-59C69371ECD3}"/>
              </a:ext>
            </a:extLst>
          </p:cNvPr>
          <p:cNvGraphicFramePr>
            <a:graphicFrameLocks/>
          </p:cNvGraphicFramePr>
          <p:nvPr>
            <p:extLst>
              <p:ext uri="{D42A27DB-BD31-4B8C-83A1-F6EECF244321}">
                <p14:modId xmlns:p14="http://schemas.microsoft.com/office/powerpoint/2010/main" val="576992211"/>
              </p:ext>
            </p:extLst>
          </p:nvPr>
        </p:nvGraphicFramePr>
        <p:xfrm>
          <a:off x="5210451" y="2297266"/>
          <a:ext cx="3246536" cy="324653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Chart Placeholder 14">
            <a:extLst>
              <a:ext uri="{FF2B5EF4-FFF2-40B4-BE49-F238E27FC236}">
                <a16:creationId xmlns:a16="http://schemas.microsoft.com/office/drawing/2014/main" id="{3902786F-4939-4B29-932B-61482571BD34}"/>
              </a:ext>
            </a:extLst>
          </p:cNvPr>
          <p:cNvGraphicFramePr>
            <a:graphicFrameLocks/>
          </p:cNvGraphicFramePr>
          <p:nvPr>
            <p:extLst>
              <p:ext uri="{D42A27DB-BD31-4B8C-83A1-F6EECF244321}">
                <p14:modId xmlns:p14="http://schemas.microsoft.com/office/powerpoint/2010/main" val="3885968729"/>
              </p:ext>
            </p:extLst>
          </p:nvPr>
        </p:nvGraphicFramePr>
        <p:xfrm>
          <a:off x="1418830" y="2287490"/>
          <a:ext cx="3240088" cy="3246536"/>
        </p:xfrm>
        <a:graphic>
          <a:graphicData uri="http://schemas.openxmlformats.org/drawingml/2006/chart">
            <c:chart xmlns:c="http://schemas.openxmlformats.org/drawingml/2006/chart" xmlns:r="http://schemas.openxmlformats.org/officeDocument/2006/relationships" r:id="rId4"/>
          </a:graphicData>
        </a:graphic>
      </p:graphicFrame>
      <p:grpSp>
        <p:nvGrpSpPr>
          <p:cNvPr id="18" name="Group 17">
            <a:extLst>
              <a:ext uri="{FF2B5EF4-FFF2-40B4-BE49-F238E27FC236}">
                <a16:creationId xmlns:a16="http://schemas.microsoft.com/office/drawing/2014/main" id="{59F02AC8-7E43-4D8D-8878-EE66386F9686}"/>
              </a:ext>
            </a:extLst>
          </p:cNvPr>
          <p:cNvGrpSpPr/>
          <p:nvPr/>
        </p:nvGrpSpPr>
        <p:grpSpPr>
          <a:xfrm>
            <a:off x="4167094" y="2657813"/>
            <a:ext cx="2258869" cy="2266371"/>
            <a:chOff x="3713018" y="2309092"/>
            <a:chExt cx="2780146" cy="2789380"/>
          </a:xfrm>
        </p:grpSpPr>
        <p:cxnSp>
          <p:nvCxnSpPr>
            <p:cNvPr id="19" name="Straight Connector 18">
              <a:extLst>
                <a:ext uri="{FF2B5EF4-FFF2-40B4-BE49-F238E27FC236}">
                  <a16:creationId xmlns:a16="http://schemas.microsoft.com/office/drawing/2014/main" id="{EF5CB462-7425-49E0-A721-1D420C537A41}"/>
                </a:ext>
              </a:extLst>
            </p:cNvPr>
            <p:cNvCxnSpPr/>
            <p:nvPr/>
          </p:nvCxnSpPr>
          <p:spPr>
            <a:xfrm flipV="1">
              <a:off x="3713018" y="2309092"/>
              <a:ext cx="2780146" cy="794326"/>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023E0337-59D7-434C-BF33-69607E62B5C1}"/>
                </a:ext>
              </a:extLst>
            </p:cNvPr>
            <p:cNvCxnSpPr/>
            <p:nvPr/>
          </p:nvCxnSpPr>
          <p:spPr>
            <a:xfrm>
              <a:off x="3722255" y="4257964"/>
              <a:ext cx="2761672" cy="840508"/>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123201536"/>
      </p:ext>
    </p:extLst>
  </p:cSld>
  <p:clrMapOvr>
    <a:masterClrMapping/>
  </p:clrMapOvr>
  <p:transition>
    <p:fade/>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BD0271A3-FE64-4E92-818B-CCF348C4E1CF}"/>
              </a:ext>
            </a:extLst>
          </p:cNvPr>
          <p:cNvSpPr>
            <a:spLocks noGrp="1"/>
          </p:cNvSpPr>
          <p:nvPr>
            <p:ph sz="quarter" idx="10"/>
          </p:nvPr>
        </p:nvSpPr>
        <p:spPr/>
        <p:txBody>
          <a:bodyPr/>
          <a:lstStyle/>
          <a:p>
            <a:r>
              <a:rPr lang="en-US" dirty="0"/>
              <a:t>Chart title</a:t>
            </a:r>
          </a:p>
        </p:txBody>
      </p:sp>
      <p:sp>
        <p:nvSpPr>
          <p:cNvPr id="2" name="Content Placeholder 1">
            <a:extLst>
              <a:ext uri="{FF2B5EF4-FFF2-40B4-BE49-F238E27FC236}">
                <a16:creationId xmlns:a16="http://schemas.microsoft.com/office/drawing/2014/main" id="{A1AF71C8-937B-7AC2-7BE4-AFA8C9C4129B}"/>
              </a:ext>
            </a:extLst>
          </p:cNvPr>
          <p:cNvSpPr>
            <a:spLocks noGrp="1"/>
          </p:cNvSpPr>
          <p:nvPr>
            <p:ph sz="quarter" idx="20"/>
          </p:nvPr>
        </p:nvSpPr>
        <p:spPr/>
        <p:txBody>
          <a:bodyPr/>
          <a:lstStyle/>
          <a:p>
            <a:r>
              <a:rPr lang="en-US" dirty="0"/>
              <a:t>Chart title</a:t>
            </a:r>
          </a:p>
        </p:txBody>
      </p:sp>
      <p:sp>
        <p:nvSpPr>
          <p:cNvPr id="28" name="Text Placeholder 27"/>
          <p:cNvSpPr>
            <a:spLocks noGrp="1"/>
          </p:cNvSpPr>
          <p:nvPr>
            <p:ph type="body" sz="quarter" idx="13"/>
          </p:nvPr>
        </p:nvSpPr>
        <p:spPr/>
        <p:txBody>
          <a:bodyPr>
            <a:noAutofit/>
          </a:bodyPr>
          <a:lstStyle/>
          <a:p>
            <a:pPr lvl="0"/>
            <a:r>
              <a:rPr lang="en-US" altLang="ja-JP" dirty="0"/>
              <a:t>Explosion</a:t>
            </a:r>
            <a:endParaRPr lang="en-GB" dirty="0"/>
          </a:p>
        </p:txBody>
      </p:sp>
      <p:sp>
        <p:nvSpPr>
          <p:cNvPr id="12" name="Title 11"/>
          <p:cNvSpPr>
            <a:spLocks noGrp="1"/>
          </p:cNvSpPr>
          <p:nvPr>
            <p:ph type="title"/>
          </p:nvPr>
        </p:nvSpPr>
        <p:spPr/>
        <p:txBody>
          <a:bodyPr/>
          <a:lstStyle/>
          <a:p>
            <a:r>
              <a:rPr lang="en-US" altLang="ja-JP"/>
              <a:t>Pie chart </a:t>
            </a:r>
            <a:endParaRPr lang="en-US" dirty="0"/>
          </a:p>
        </p:txBody>
      </p:sp>
      <p:grpSp>
        <p:nvGrpSpPr>
          <p:cNvPr id="14" name="Group 13">
            <a:extLst>
              <a:ext uri="{FF2B5EF4-FFF2-40B4-BE49-F238E27FC236}">
                <a16:creationId xmlns:a16="http://schemas.microsoft.com/office/drawing/2014/main" id="{D680BF0D-9EE3-542A-8C86-6C1EDB27F5F8}"/>
              </a:ext>
            </a:extLst>
          </p:cNvPr>
          <p:cNvGrpSpPr/>
          <p:nvPr/>
        </p:nvGrpSpPr>
        <p:grpSpPr>
          <a:xfrm>
            <a:off x="-301915" y="2308420"/>
            <a:ext cx="10728615" cy="3555251"/>
            <a:chOff x="0" y="2047875"/>
            <a:chExt cx="12192000" cy="4040188"/>
          </a:xfrm>
        </p:grpSpPr>
        <p:graphicFrame>
          <p:nvGraphicFramePr>
            <p:cNvPr id="8" name="Chart Placeholder 26">
              <a:extLst>
                <a:ext uri="{FF2B5EF4-FFF2-40B4-BE49-F238E27FC236}">
                  <a16:creationId xmlns:a16="http://schemas.microsoft.com/office/drawing/2014/main" id="{C2107E56-528A-F6F0-1CAF-F159782147C9}"/>
                </a:ext>
              </a:extLst>
            </p:cNvPr>
            <p:cNvGraphicFramePr>
              <a:graphicFrameLocks/>
            </p:cNvGraphicFramePr>
            <p:nvPr>
              <p:extLst>
                <p:ext uri="{D42A27DB-BD31-4B8C-83A1-F6EECF244321}">
                  <p14:modId xmlns:p14="http://schemas.microsoft.com/office/powerpoint/2010/main" val="3657149359"/>
                </p:ext>
              </p:extLst>
            </p:nvPr>
          </p:nvGraphicFramePr>
          <p:xfrm>
            <a:off x="6524625" y="2047875"/>
            <a:ext cx="5667375" cy="404018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Chart Placeholder 23">
              <a:extLst>
                <a:ext uri="{FF2B5EF4-FFF2-40B4-BE49-F238E27FC236}">
                  <a16:creationId xmlns:a16="http://schemas.microsoft.com/office/drawing/2014/main" id="{D0D66EA8-835A-9071-7F11-8BC9A5588FD0}"/>
                </a:ext>
              </a:extLst>
            </p:cNvPr>
            <p:cNvGraphicFramePr>
              <a:graphicFrameLocks/>
            </p:cNvGraphicFramePr>
            <p:nvPr>
              <p:extLst>
                <p:ext uri="{D42A27DB-BD31-4B8C-83A1-F6EECF244321}">
                  <p14:modId xmlns:p14="http://schemas.microsoft.com/office/powerpoint/2010/main" val="3921297140"/>
                </p:ext>
              </p:extLst>
            </p:nvPr>
          </p:nvGraphicFramePr>
          <p:xfrm>
            <a:off x="0" y="2125663"/>
            <a:ext cx="5486400" cy="3854450"/>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9">
              <a:extLst>
                <a:ext uri="{FF2B5EF4-FFF2-40B4-BE49-F238E27FC236}">
                  <a16:creationId xmlns:a16="http://schemas.microsoft.com/office/drawing/2014/main" id="{D525A0E3-D8E4-F5DD-B2DD-230A86C7FC15}"/>
                </a:ext>
              </a:extLst>
            </p:cNvPr>
            <p:cNvGrpSpPr/>
            <p:nvPr/>
          </p:nvGrpSpPr>
          <p:grpSpPr>
            <a:xfrm>
              <a:off x="4565184" y="2518747"/>
              <a:ext cx="2359142" cy="2690445"/>
              <a:chOff x="3716709" y="2382716"/>
              <a:chExt cx="2620001" cy="2593730"/>
            </a:xfrm>
          </p:grpSpPr>
          <p:cxnSp>
            <p:nvCxnSpPr>
              <p:cNvPr id="11" name="Straight Connector 10">
                <a:extLst>
                  <a:ext uri="{FF2B5EF4-FFF2-40B4-BE49-F238E27FC236}">
                    <a16:creationId xmlns:a16="http://schemas.microsoft.com/office/drawing/2014/main" id="{B6C0FE12-BBFE-D73B-02E7-E23A35F84B3A}"/>
                  </a:ext>
                </a:extLst>
              </p:cNvPr>
              <p:cNvCxnSpPr/>
              <p:nvPr/>
            </p:nvCxnSpPr>
            <p:spPr>
              <a:xfrm flipV="1">
                <a:off x="3716709" y="2382716"/>
                <a:ext cx="2620001" cy="677526"/>
              </a:xfrm>
              <a:prstGeom prst="line">
                <a:avLst/>
              </a:prstGeom>
              <a:ln w="9525">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FDEAC5D-D95D-541D-2420-29C5CEECA112}"/>
                  </a:ext>
                </a:extLst>
              </p:cNvPr>
              <p:cNvCxnSpPr/>
              <p:nvPr/>
            </p:nvCxnSpPr>
            <p:spPr>
              <a:xfrm>
                <a:off x="3719824" y="4154250"/>
                <a:ext cx="2616885" cy="822196"/>
              </a:xfrm>
              <a:prstGeom prst="line">
                <a:avLst/>
              </a:prstGeom>
              <a:ln w="9525">
                <a:solidFill>
                  <a:srgbClr val="BBBCBC"/>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191820721"/>
      </p:ext>
    </p:extLst>
  </p:cSld>
  <p:clrMapOvr>
    <a:masterClrMapping/>
  </p:clrMapOvr>
  <p:transition>
    <p:fade/>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 Placeholder 31"/>
          <p:cNvSpPr>
            <a:spLocks noGrp="1"/>
          </p:cNvSpPr>
          <p:nvPr>
            <p:ph type="body" sz="quarter" idx="13"/>
          </p:nvPr>
        </p:nvSpPr>
        <p:spPr/>
        <p:txBody>
          <a:bodyPr/>
          <a:lstStyle/>
          <a:p>
            <a:r>
              <a:rPr lang="en-US" dirty="0"/>
              <a:t>Multiple colors</a:t>
            </a:r>
          </a:p>
        </p:txBody>
      </p:sp>
      <p:sp>
        <p:nvSpPr>
          <p:cNvPr id="10" name="Title 9"/>
          <p:cNvSpPr>
            <a:spLocks noGrp="1"/>
          </p:cNvSpPr>
          <p:nvPr>
            <p:ph type="title"/>
          </p:nvPr>
        </p:nvSpPr>
        <p:spPr/>
        <p:txBody>
          <a:bodyPr/>
          <a:lstStyle/>
          <a:p>
            <a:r>
              <a:rPr lang="en-US"/>
              <a:t>Donut chart</a:t>
            </a:r>
            <a:endParaRPr lang="en-US" dirty="0"/>
          </a:p>
        </p:txBody>
      </p:sp>
      <p:graphicFrame>
        <p:nvGraphicFramePr>
          <p:cNvPr id="37" name="Chart Placeholder 36"/>
          <p:cNvGraphicFramePr>
            <a:graphicFrameLocks noGrp="1"/>
          </p:cNvGraphicFramePr>
          <p:nvPr>
            <p:ph idx="1"/>
            <p:extLst>
              <p:ext uri="{D42A27DB-BD31-4B8C-83A1-F6EECF244321}">
                <p14:modId xmlns:p14="http://schemas.microsoft.com/office/powerpoint/2010/main" val="1927400956"/>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 Placeholder 4"/>
          <p:cNvSpPr>
            <a:spLocks noGrp="1"/>
          </p:cNvSpPr>
          <p:nvPr>
            <p:ph type="body" sz="quarter" idx="4294967295"/>
          </p:nvPr>
        </p:nvSpPr>
        <p:spPr>
          <a:xfrm>
            <a:off x="0" y="1692275"/>
            <a:ext cx="9144000" cy="196850"/>
          </a:xfrm>
          <a:prstGeom prst="rect">
            <a:avLst/>
          </a:prstGeom>
        </p:spPr>
        <p:txBody>
          <a:bodyPr>
            <a:noAutofit/>
          </a:bodyPr>
          <a:lstStyle/>
          <a:p>
            <a:r>
              <a:rPr lang="en-US" dirty="0"/>
              <a:t>Chart title</a:t>
            </a:r>
          </a:p>
        </p:txBody>
      </p:sp>
    </p:spTree>
    <p:extLst>
      <p:ext uri="{BB962C8B-B14F-4D97-AF65-F5344CB8AC3E}">
        <p14:creationId xmlns:p14="http://schemas.microsoft.com/office/powerpoint/2010/main" val="1884983855"/>
      </p:ext>
    </p:extLst>
  </p:cSld>
  <p:clrMapOvr>
    <a:masterClrMapping/>
  </p:clrMapOvr>
  <p:transition>
    <p:fade/>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 name="Chart Placeholder 36"/>
          <p:cNvGraphicFramePr>
            <a:graphicFrameLocks noGrp="1"/>
          </p:cNvGraphicFramePr>
          <p:nvPr>
            <p:ph idx="1"/>
            <p:extLst>
              <p:ext uri="{D42A27DB-BD31-4B8C-83A1-F6EECF244321}">
                <p14:modId xmlns:p14="http://schemas.microsoft.com/office/powerpoint/2010/main" val="4182235076"/>
              </p:ext>
            </p:extLst>
          </p:nvPr>
        </p:nvGraphicFramePr>
        <p:xfrm>
          <a:off x="384175" y="1677988"/>
          <a:ext cx="9144000" cy="4681537"/>
        </p:xfrm>
        <a:graphic>
          <a:graphicData uri="http://schemas.openxmlformats.org/drawingml/2006/chart">
            <c:chart xmlns:c="http://schemas.openxmlformats.org/drawingml/2006/chart" xmlns:r="http://schemas.openxmlformats.org/officeDocument/2006/relationships" r:id="rId3"/>
          </a:graphicData>
        </a:graphic>
      </p:graphicFrame>
      <p:sp>
        <p:nvSpPr>
          <p:cNvPr id="10" name="Title 9"/>
          <p:cNvSpPr>
            <a:spLocks noGrp="1"/>
          </p:cNvSpPr>
          <p:nvPr>
            <p:ph type="title"/>
          </p:nvPr>
        </p:nvSpPr>
        <p:spPr/>
        <p:txBody>
          <a:bodyPr/>
          <a:lstStyle/>
          <a:p>
            <a:r>
              <a:rPr lang="en-US"/>
              <a:t>Radial donut chart on solid background</a:t>
            </a:r>
            <a:endParaRPr lang="en-US" dirty="0"/>
          </a:p>
        </p:txBody>
      </p:sp>
      <p:sp>
        <p:nvSpPr>
          <p:cNvPr id="32" name="Text Placeholder 31"/>
          <p:cNvSpPr>
            <a:spLocks noGrp="1"/>
          </p:cNvSpPr>
          <p:nvPr>
            <p:ph type="body" sz="quarter" idx="13"/>
          </p:nvPr>
        </p:nvSpPr>
        <p:spPr/>
        <p:txBody>
          <a:bodyPr/>
          <a:lstStyle/>
          <a:p>
            <a:r>
              <a:rPr lang="en-GB" dirty="0"/>
              <a:t>Highlight percentage</a:t>
            </a:r>
          </a:p>
        </p:txBody>
      </p:sp>
      <p:sp>
        <p:nvSpPr>
          <p:cNvPr id="9" name="Rectangle 8"/>
          <p:cNvSpPr/>
          <p:nvPr/>
        </p:nvSpPr>
        <p:spPr bwMode="gray">
          <a:xfrm>
            <a:off x="1555551" y="1784313"/>
            <a:ext cx="6787869" cy="4040477"/>
          </a:xfrm>
          <a:prstGeom prst="rect">
            <a:avLst/>
          </a:prstGeom>
          <a:no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3" name="Half Frame 2"/>
          <p:cNvSpPr/>
          <p:nvPr/>
        </p:nvSpPr>
        <p:spPr bwMode="gray">
          <a:xfrm rot="18764693">
            <a:off x="5124679" y="2785976"/>
            <a:ext cx="136644" cy="130337"/>
          </a:xfrm>
          <a:prstGeom prst="halfFrame">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11" name="TextBox 10"/>
          <p:cNvSpPr txBox="1"/>
          <p:nvPr/>
        </p:nvSpPr>
        <p:spPr>
          <a:xfrm>
            <a:off x="5233547" y="2719575"/>
            <a:ext cx="609849" cy="257144"/>
          </a:xfrm>
          <a:prstGeom prst="rect">
            <a:avLst/>
          </a:prstGeom>
          <a:noFill/>
        </p:spPr>
        <p:txBody>
          <a:bodyPr wrap="square" lIns="0" tIns="0" rIns="0" bIns="0" rtlCol="0">
            <a:noAutofit/>
          </a:bodyPr>
          <a:lstStyle/>
          <a:p>
            <a:r>
              <a:rPr lang="en-GB" sz="1544" b="1" dirty="0">
                <a:solidFill>
                  <a:schemeClr val="accent1"/>
                </a:solidFill>
                <a:latin typeface="Aptos" panose="020B0004020202020204" pitchFamily="34" charset="0"/>
                <a:cs typeface="Calibri Light" panose="020F0302020204030204" pitchFamily="34" charset="0"/>
              </a:rPr>
              <a:t>84%</a:t>
            </a:r>
            <a:endParaRPr lang="en-GB" sz="1544" dirty="0">
              <a:solidFill>
                <a:schemeClr val="accent1"/>
              </a:solidFill>
              <a:latin typeface="Aptos" panose="020B0004020202020204" pitchFamily="34" charset="0"/>
              <a:cs typeface="Calibri Light" panose="020F0302020204030204" pitchFamily="34" charset="0"/>
            </a:endParaRPr>
          </a:p>
        </p:txBody>
      </p:sp>
      <p:sp>
        <p:nvSpPr>
          <p:cNvPr id="2" name="Text Placeholder 4">
            <a:extLst>
              <a:ext uri="{FF2B5EF4-FFF2-40B4-BE49-F238E27FC236}">
                <a16:creationId xmlns:a16="http://schemas.microsoft.com/office/drawing/2014/main" id="{ED34DAA2-DD4E-6B16-24D9-1568FECCC1B7}"/>
              </a:ext>
            </a:extLst>
          </p:cNvPr>
          <p:cNvSpPr txBox="1">
            <a:spLocks/>
          </p:cNvSpPr>
          <p:nvPr/>
        </p:nvSpPr>
        <p:spPr>
          <a:xfrm>
            <a:off x="383679" y="1692667"/>
            <a:ext cx="9144000" cy="257143"/>
          </a:xfrm>
          <a:prstGeom prst="rect">
            <a:avLst/>
          </a:prstGeom>
        </p:spPr>
        <p:txBody>
          <a:bodyPr vert="horz" lIns="0" tIns="0" rIns="0" bIns="0" rtlCol="0">
            <a:noAutofit/>
          </a:bodyPr>
          <a:lstStyle>
            <a:lvl1pPr marL="0" indent="0" algn="l" defTabSz="914400" rtl="0" eaLnBrk="1" latinLnBrk="0" hangingPunct="1">
              <a:spcBef>
                <a:spcPts val="0"/>
              </a:spcBef>
              <a:spcAft>
                <a:spcPts val="600"/>
              </a:spcAft>
              <a:buSzPct val="100000"/>
              <a:buFontTx/>
              <a:buNone/>
              <a:defRPr sz="12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600"/>
              </a:spcAft>
              <a:buClrTx/>
              <a:buSzPct val="100000"/>
              <a:buFont typeface="Arial" panose="020B0604020202020204" pitchFamily="34" charset="0"/>
              <a:buChar char="•"/>
              <a:defRPr lang="en-US" sz="1200" b="0"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60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r>
              <a:rPr lang="en-US" dirty="0">
                <a:solidFill>
                  <a:schemeClr val="bg1"/>
                </a:solidFill>
              </a:rPr>
              <a:t>Chart title</a:t>
            </a:r>
          </a:p>
        </p:txBody>
      </p:sp>
    </p:spTree>
    <p:extLst>
      <p:ext uri="{BB962C8B-B14F-4D97-AF65-F5344CB8AC3E}">
        <p14:creationId xmlns:p14="http://schemas.microsoft.com/office/powerpoint/2010/main" val="1928747357"/>
      </p:ext>
    </p:extLst>
  </p:cSld>
  <p:clrMapOvr>
    <a:masterClrMapping/>
  </p:clrMapOvr>
  <p:transition>
    <p:fade/>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a:t>Single color highlight section</a:t>
            </a:r>
            <a:endParaRPr lang="en-US" dirty="0"/>
          </a:p>
        </p:txBody>
      </p:sp>
      <p:sp>
        <p:nvSpPr>
          <p:cNvPr id="3" name="Title 2"/>
          <p:cNvSpPr>
            <a:spLocks noGrp="1"/>
          </p:cNvSpPr>
          <p:nvPr>
            <p:ph type="title"/>
          </p:nvPr>
        </p:nvSpPr>
        <p:spPr/>
        <p:txBody>
          <a:bodyPr/>
          <a:lstStyle/>
          <a:p>
            <a:r>
              <a:rPr lang="en-GB" dirty="0"/>
              <a:t>Multiple donut charts</a:t>
            </a:r>
          </a:p>
        </p:txBody>
      </p:sp>
      <p:graphicFrame>
        <p:nvGraphicFramePr>
          <p:cNvPr id="4" name="Chart Placeholder 13">
            <a:extLst>
              <a:ext uri="{FF2B5EF4-FFF2-40B4-BE49-F238E27FC236}">
                <a16:creationId xmlns:a16="http://schemas.microsoft.com/office/drawing/2014/main" id="{78BD2759-831D-3372-9DAF-9420B9DE0C29}"/>
              </a:ext>
            </a:extLst>
          </p:cNvPr>
          <p:cNvGraphicFramePr>
            <a:graphicFrameLocks/>
          </p:cNvGraphicFramePr>
          <p:nvPr>
            <p:extLst>
              <p:ext uri="{D42A27DB-BD31-4B8C-83A1-F6EECF244321}">
                <p14:modId xmlns:p14="http://schemas.microsoft.com/office/powerpoint/2010/main" val="581930579"/>
              </p:ext>
            </p:extLst>
          </p:nvPr>
        </p:nvGraphicFramePr>
        <p:xfrm>
          <a:off x="1533569" y="2069816"/>
          <a:ext cx="2228850" cy="304609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Placeholder 28">
            <a:extLst>
              <a:ext uri="{FF2B5EF4-FFF2-40B4-BE49-F238E27FC236}">
                <a16:creationId xmlns:a16="http://schemas.microsoft.com/office/drawing/2014/main" id="{06F151B2-32F1-C960-B9F1-3EB54F336961}"/>
              </a:ext>
            </a:extLst>
          </p:cNvPr>
          <p:cNvGraphicFramePr>
            <a:graphicFrameLocks/>
          </p:cNvGraphicFramePr>
          <p:nvPr>
            <p:extLst>
              <p:ext uri="{D42A27DB-BD31-4B8C-83A1-F6EECF244321}">
                <p14:modId xmlns:p14="http://schemas.microsoft.com/office/powerpoint/2010/main" val="2826052088"/>
              </p:ext>
            </p:extLst>
          </p:nvPr>
        </p:nvGraphicFramePr>
        <p:xfrm>
          <a:off x="375346" y="2362301"/>
          <a:ext cx="2884091" cy="3254275"/>
        </p:xfrm>
        <a:graphic>
          <a:graphicData uri="http://schemas.openxmlformats.org/drawingml/2006/chart">
            <c:chart xmlns:c="http://schemas.openxmlformats.org/drawingml/2006/chart" xmlns:r="http://schemas.openxmlformats.org/officeDocument/2006/relationships" r:id="rId3"/>
          </a:graphicData>
        </a:graphic>
      </p:graphicFrame>
      <p:sp>
        <p:nvSpPr>
          <p:cNvPr id="8" name="Text Placeholder 8">
            <a:extLst>
              <a:ext uri="{FF2B5EF4-FFF2-40B4-BE49-F238E27FC236}">
                <a16:creationId xmlns:a16="http://schemas.microsoft.com/office/drawing/2014/main" id="{3832F7CA-3A10-EC0F-A79B-97435F251805}"/>
              </a:ext>
            </a:extLst>
          </p:cNvPr>
          <p:cNvSpPr txBox="1">
            <a:spLocks/>
          </p:cNvSpPr>
          <p:nvPr/>
        </p:nvSpPr>
        <p:spPr>
          <a:xfrm>
            <a:off x="373034" y="2042830"/>
            <a:ext cx="2884009" cy="318591"/>
          </a:xfrm>
          <a:prstGeom prst="rect">
            <a:avLst/>
          </a:prstGeom>
        </p:spPr>
        <p:txBody>
          <a:bodyPr>
            <a:norm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dirty="0" smtClean="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gn="ctr"/>
            <a:r>
              <a:rPr lang="en-US" dirty="0">
                <a:latin typeface="Aptos" panose="020B0004020202020204" pitchFamily="34" charset="0"/>
              </a:rPr>
              <a:t>Americas</a:t>
            </a:r>
          </a:p>
        </p:txBody>
      </p:sp>
      <p:graphicFrame>
        <p:nvGraphicFramePr>
          <p:cNvPr id="10" name="Chart Placeholder 45">
            <a:extLst>
              <a:ext uri="{FF2B5EF4-FFF2-40B4-BE49-F238E27FC236}">
                <a16:creationId xmlns:a16="http://schemas.microsoft.com/office/drawing/2014/main" id="{8F3A4857-AF40-2F69-FB15-9B24247C686D}"/>
              </a:ext>
            </a:extLst>
          </p:cNvPr>
          <p:cNvGraphicFramePr>
            <a:graphicFrameLocks/>
          </p:cNvGraphicFramePr>
          <p:nvPr>
            <p:extLst>
              <p:ext uri="{D42A27DB-BD31-4B8C-83A1-F6EECF244321}">
                <p14:modId xmlns:p14="http://schemas.microsoft.com/office/powerpoint/2010/main" val="343678074"/>
              </p:ext>
            </p:extLst>
          </p:nvPr>
        </p:nvGraphicFramePr>
        <p:xfrm>
          <a:off x="3513537" y="2362301"/>
          <a:ext cx="2882801" cy="3254275"/>
        </p:xfrm>
        <a:graphic>
          <a:graphicData uri="http://schemas.openxmlformats.org/drawingml/2006/chart">
            <c:chart xmlns:c="http://schemas.openxmlformats.org/drawingml/2006/chart" xmlns:r="http://schemas.openxmlformats.org/officeDocument/2006/relationships" r:id="rId4"/>
          </a:graphicData>
        </a:graphic>
      </p:graphicFrame>
      <p:sp>
        <p:nvSpPr>
          <p:cNvPr id="11" name="Text Placeholder 1">
            <a:extLst>
              <a:ext uri="{FF2B5EF4-FFF2-40B4-BE49-F238E27FC236}">
                <a16:creationId xmlns:a16="http://schemas.microsoft.com/office/drawing/2014/main" id="{B6C83031-3D30-36B3-5D36-A0751C6B9780}"/>
              </a:ext>
            </a:extLst>
          </p:cNvPr>
          <p:cNvSpPr txBox="1">
            <a:spLocks/>
          </p:cNvSpPr>
          <p:nvPr/>
        </p:nvSpPr>
        <p:spPr>
          <a:xfrm>
            <a:off x="3510996" y="2042830"/>
            <a:ext cx="2884009" cy="318591"/>
          </a:xfrm>
          <a:prstGeom prst="rect">
            <a:avLst/>
          </a:prstGeom>
        </p:spPr>
        <p:txBody>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dirty="0" smtClean="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gn="ctr"/>
            <a:r>
              <a:rPr lang="en-US">
                <a:latin typeface="Aptos" panose="020B0004020202020204" pitchFamily="34" charset="0"/>
              </a:rPr>
              <a:t>Asia</a:t>
            </a:r>
            <a:endParaRPr lang="en-US" dirty="0">
              <a:latin typeface="Aptos" panose="020B0004020202020204" pitchFamily="34" charset="0"/>
            </a:endParaRPr>
          </a:p>
        </p:txBody>
      </p:sp>
      <p:graphicFrame>
        <p:nvGraphicFramePr>
          <p:cNvPr id="12" name="Chart Placeholder 50">
            <a:extLst>
              <a:ext uri="{FF2B5EF4-FFF2-40B4-BE49-F238E27FC236}">
                <a16:creationId xmlns:a16="http://schemas.microsoft.com/office/drawing/2014/main" id="{40557158-36A0-C594-6D69-6DB2D0928B8D}"/>
              </a:ext>
            </a:extLst>
          </p:cNvPr>
          <p:cNvGraphicFramePr>
            <a:graphicFrameLocks/>
          </p:cNvGraphicFramePr>
          <p:nvPr>
            <p:extLst>
              <p:ext uri="{D42A27DB-BD31-4B8C-83A1-F6EECF244321}">
                <p14:modId xmlns:p14="http://schemas.microsoft.com/office/powerpoint/2010/main" val="1829107352"/>
              </p:ext>
            </p:extLst>
          </p:nvPr>
        </p:nvGraphicFramePr>
        <p:xfrm>
          <a:off x="6656885" y="2362301"/>
          <a:ext cx="2884091" cy="3254275"/>
        </p:xfrm>
        <a:graphic>
          <a:graphicData uri="http://schemas.openxmlformats.org/drawingml/2006/chart">
            <c:chart xmlns:c="http://schemas.openxmlformats.org/drawingml/2006/chart" xmlns:r="http://schemas.openxmlformats.org/officeDocument/2006/relationships" r:id="rId5"/>
          </a:graphicData>
        </a:graphic>
      </p:graphicFrame>
      <p:sp>
        <p:nvSpPr>
          <p:cNvPr id="13" name="Text Placeholder 14">
            <a:extLst>
              <a:ext uri="{FF2B5EF4-FFF2-40B4-BE49-F238E27FC236}">
                <a16:creationId xmlns:a16="http://schemas.microsoft.com/office/drawing/2014/main" id="{50F899D1-0381-43EF-C179-4FE1E8156E31}"/>
              </a:ext>
            </a:extLst>
          </p:cNvPr>
          <p:cNvSpPr txBox="1">
            <a:spLocks/>
          </p:cNvSpPr>
          <p:nvPr/>
        </p:nvSpPr>
        <p:spPr>
          <a:xfrm>
            <a:off x="6655470" y="2042830"/>
            <a:ext cx="2884009" cy="318591"/>
          </a:xfrm>
          <a:prstGeom prst="rect">
            <a:avLst/>
          </a:prstGeom>
        </p:spPr>
        <p:txBody>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dirty="0" smtClean="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gn="ctr"/>
            <a:r>
              <a:rPr lang="en-US">
                <a:latin typeface="Aptos" panose="020B0004020202020204" pitchFamily="34" charset="0"/>
              </a:rPr>
              <a:t>Europe</a:t>
            </a:r>
            <a:endParaRPr lang="en-US" dirty="0">
              <a:latin typeface="Aptos" panose="020B0004020202020204" pitchFamily="34" charset="0"/>
            </a:endParaRPr>
          </a:p>
        </p:txBody>
      </p:sp>
      <p:sp>
        <p:nvSpPr>
          <p:cNvPr id="15" name="TextBox 14">
            <a:extLst>
              <a:ext uri="{FF2B5EF4-FFF2-40B4-BE49-F238E27FC236}">
                <a16:creationId xmlns:a16="http://schemas.microsoft.com/office/drawing/2014/main" id="{DA05865D-FAA2-EA63-35EC-CA5A5E1A2D9E}"/>
              </a:ext>
            </a:extLst>
          </p:cNvPr>
          <p:cNvSpPr txBox="1"/>
          <p:nvPr/>
        </p:nvSpPr>
        <p:spPr bwMode="gray">
          <a:xfrm>
            <a:off x="1238699" y="3242111"/>
            <a:ext cx="1160868" cy="337657"/>
          </a:xfrm>
          <a:prstGeom prst="rect">
            <a:avLst/>
          </a:prstGeom>
          <a:noFill/>
        </p:spPr>
        <p:txBody>
          <a:bodyPr wrap="square" lIns="0" tIns="0" rIns="0" bIns="0" rtlCol="0" anchor="ctr">
            <a:spAutoFit/>
          </a:bodyPr>
          <a:lstStyle/>
          <a:p>
            <a:pPr algn="ctr"/>
            <a:r>
              <a:rPr lang="en-US" sz="2194" dirty="0">
                <a:solidFill>
                  <a:schemeClr val="accent3"/>
                </a:solidFill>
                <a:latin typeface="Aptos" panose="020B0004020202020204" pitchFamily="34" charset="0"/>
              </a:rPr>
              <a:t>21%</a:t>
            </a:r>
          </a:p>
        </p:txBody>
      </p:sp>
      <p:sp>
        <p:nvSpPr>
          <p:cNvPr id="17" name="TextBox 16">
            <a:extLst>
              <a:ext uri="{FF2B5EF4-FFF2-40B4-BE49-F238E27FC236}">
                <a16:creationId xmlns:a16="http://schemas.microsoft.com/office/drawing/2014/main" id="{6F7336C9-AF65-747F-7BBF-0C963C4E1AE7}"/>
              </a:ext>
            </a:extLst>
          </p:cNvPr>
          <p:cNvSpPr txBox="1"/>
          <p:nvPr/>
        </p:nvSpPr>
        <p:spPr bwMode="gray">
          <a:xfrm>
            <a:off x="4345715" y="3242111"/>
            <a:ext cx="1160868" cy="337657"/>
          </a:xfrm>
          <a:prstGeom prst="rect">
            <a:avLst/>
          </a:prstGeom>
          <a:noFill/>
        </p:spPr>
        <p:txBody>
          <a:bodyPr wrap="square" lIns="0" tIns="0" rIns="0" bIns="0" rtlCol="0" anchor="ctr">
            <a:spAutoFit/>
          </a:bodyPr>
          <a:lstStyle/>
          <a:p>
            <a:pPr algn="ctr"/>
            <a:r>
              <a:rPr lang="en-US" sz="2194" dirty="0">
                <a:solidFill>
                  <a:schemeClr val="accent5"/>
                </a:solidFill>
                <a:latin typeface="Aptos" panose="020B0004020202020204" pitchFamily="34" charset="0"/>
              </a:rPr>
              <a:t>27%</a:t>
            </a:r>
          </a:p>
        </p:txBody>
      </p:sp>
      <p:sp>
        <p:nvSpPr>
          <p:cNvPr id="18" name="TextBox 17">
            <a:extLst>
              <a:ext uri="{FF2B5EF4-FFF2-40B4-BE49-F238E27FC236}">
                <a16:creationId xmlns:a16="http://schemas.microsoft.com/office/drawing/2014/main" id="{28835708-96B7-DE68-D16A-7B94812590A6}"/>
              </a:ext>
            </a:extLst>
          </p:cNvPr>
          <p:cNvSpPr txBox="1"/>
          <p:nvPr/>
        </p:nvSpPr>
        <p:spPr bwMode="gray">
          <a:xfrm>
            <a:off x="7534943" y="3231679"/>
            <a:ext cx="1160868" cy="337657"/>
          </a:xfrm>
          <a:prstGeom prst="rect">
            <a:avLst/>
          </a:prstGeom>
          <a:noFill/>
        </p:spPr>
        <p:txBody>
          <a:bodyPr wrap="square" lIns="0" tIns="0" rIns="0" bIns="0" rtlCol="0" anchor="ctr">
            <a:spAutoFit/>
          </a:bodyPr>
          <a:lstStyle/>
          <a:p>
            <a:pPr algn="ctr"/>
            <a:r>
              <a:rPr lang="en-US" sz="2194" dirty="0">
                <a:solidFill>
                  <a:schemeClr val="accent6"/>
                </a:solidFill>
                <a:latin typeface="Aptos" panose="020B0004020202020204" pitchFamily="34" charset="0"/>
              </a:rPr>
              <a:t>15%</a:t>
            </a:r>
          </a:p>
        </p:txBody>
      </p:sp>
    </p:spTree>
    <p:extLst>
      <p:ext uri="{BB962C8B-B14F-4D97-AF65-F5344CB8AC3E}">
        <p14:creationId xmlns:p14="http://schemas.microsoft.com/office/powerpoint/2010/main" val="975980144"/>
      </p:ext>
    </p:extLst>
  </p:cSld>
  <p:clrMapOvr>
    <a:masterClrMapping/>
  </p:clrMapOvr>
  <p:transition>
    <p:fade/>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Chart Placeholder 15"/>
          <p:cNvGraphicFramePr>
            <a:graphicFrameLocks noGrp="1"/>
          </p:cNvGraphicFramePr>
          <p:nvPr>
            <p:ph sz="quarter" idx="10"/>
            <p:extLst>
              <p:ext uri="{D42A27DB-BD31-4B8C-83A1-F6EECF244321}">
                <p14:modId xmlns:p14="http://schemas.microsoft.com/office/powerpoint/2010/main" val="2271156958"/>
              </p:ext>
            </p:extLst>
          </p:nvPr>
        </p:nvGraphicFramePr>
        <p:xfrm>
          <a:off x="384175" y="1682750"/>
          <a:ext cx="2884488" cy="4681538"/>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2"/>
          <p:cNvSpPr>
            <a:spLocks noGrp="1"/>
          </p:cNvSpPr>
          <p:nvPr>
            <p:ph type="title"/>
          </p:nvPr>
        </p:nvSpPr>
        <p:spPr/>
        <p:txBody>
          <a:bodyPr/>
          <a:lstStyle/>
          <a:p>
            <a:r>
              <a:rPr lang="en-GB" dirty="0"/>
              <a:t>Multiple donut charts</a:t>
            </a:r>
          </a:p>
        </p:txBody>
      </p:sp>
      <p:sp>
        <p:nvSpPr>
          <p:cNvPr id="2" name="Text Placeholder 1"/>
          <p:cNvSpPr>
            <a:spLocks noGrp="1"/>
          </p:cNvSpPr>
          <p:nvPr>
            <p:ph type="body" sz="quarter" idx="13"/>
          </p:nvPr>
        </p:nvSpPr>
        <p:spPr/>
        <p:txBody>
          <a:bodyPr/>
          <a:lstStyle/>
          <a:p>
            <a:r>
              <a:rPr lang="en-GB"/>
              <a:t>Single </a:t>
            </a:r>
            <a:r>
              <a:rPr lang="en-US"/>
              <a:t>color highlight section</a:t>
            </a:r>
            <a:endParaRPr lang="en-US" dirty="0"/>
          </a:p>
        </p:txBody>
      </p:sp>
      <p:graphicFrame>
        <p:nvGraphicFramePr>
          <p:cNvPr id="23" name="Chart Placeholder 15"/>
          <p:cNvGraphicFramePr>
            <a:graphicFrameLocks noGrp="1"/>
          </p:cNvGraphicFramePr>
          <p:nvPr>
            <p:ph sz="quarter" idx="17"/>
            <p:extLst>
              <p:ext uri="{D42A27DB-BD31-4B8C-83A1-F6EECF244321}">
                <p14:modId xmlns:p14="http://schemas.microsoft.com/office/powerpoint/2010/main" val="3859650161"/>
              </p:ext>
            </p:extLst>
          </p:nvPr>
        </p:nvGraphicFramePr>
        <p:xfrm>
          <a:off x="3513138" y="1682750"/>
          <a:ext cx="2884487" cy="46815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Placeholder 15"/>
          <p:cNvGraphicFramePr>
            <a:graphicFrameLocks noGrp="1"/>
          </p:cNvGraphicFramePr>
          <p:nvPr>
            <p:ph sz="quarter" idx="18"/>
            <p:extLst>
              <p:ext uri="{D42A27DB-BD31-4B8C-83A1-F6EECF244321}">
                <p14:modId xmlns:p14="http://schemas.microsoft.com/office/powerpoint/2010/main" val="186908841"/>
              </p:ext>
            </p:extLst>
          </p:nvPr>
        </p:nvGraphicFramePr>
        <p:xfrm>
          <a:off x="6643688" y="1682750"/>
          <a:ext cx="2884487" cy="4681538"/>
        </p:xfrm>
        <a:graphic>
          <a:graphicData uri="http://schemas.openxmlformats.org/drawingml/2006/chart">
            <c:chart xmlns:c="http://schemas.openxmlformats.org/drawingml/2006/chart" xmlns:r="http://schemas.openxmlformats.org/officeDocument/2006/relationships" r:id="rId4"/>
          </a:graphicData>
        </a:graphic>
      </p:graphicFrame>
      <p:sp>
        <p:nvSpPr>
          <p:cNvPr id="19" name="TextBox 18"/>
          <p:cNvSpPr txBox="1"/>
          <p:nvPr/>
        </p:nvSpPr>
        <p:spPr bwMode="gray">
          <a:xfrm>
            <a:off x="1279105" y="3354869"/>
            <a:ext cx="1160868" cy="461665"/>
          </a:xfrm>
          <a:prstGeom prst="rect">
            <a:avLst/>
          </a:prstGeom>
          <a:noFill/>
        </p:spPr>
        <p:txBody>
          <a:bodyPr wrap="square" lIns="0" tIns="0" rIns="0" bIns="0" rtlCol="0" anchor="ctr">
            <a:spAutoFit/>
          </a:bodyPr>
          <a:lstStyle/>
          <a:p>
            <a:pPr algn="ctr"/>
            <a:r>
              <a:rPr lang="en-US" sz="3000" dirty="0">
                <a:solidFill>
                  <a:schemeClr val="accent3"/>
                </a:solidFill>
                <a:latin typeface="Aptos" panose="020B0004020202020204" pitchFamily="34" charset="0"/>
              </a:rPr>
              <a:t>68%</a:t>
            </a:r>
          </a:p>
        </p:txBody>
      </p:sp>
      <p:sp>
        <p:nvSpPr>
          <p:cNvPr id="20" name="TextBox 19"/>
          <p:cNvSpPr txBox="1"/>
          <p:nvPr/>
        </p:nvSpPr>
        <p:spPr bwMode="gray">
          <a:xfrm>
            <a:off x="4378754" y="3354869"/>
            <a:ext cx="1160868" cy="461665"/>
          </a:xfrm>
          <a:prstGeom prst="rect">
            <a:avLst/>
          </a:prstGeom>
          <a:noFill/>
        </p:spPr>
        <p:txBody>
          <a:bodyPr wrap="square" lIns="0" tIns="0" rIns="0" bIns="0" rtlCol="0" anchor="ctr">
            <a:spAutoFit/>
          </a:bodyPr>
          <a:lstStyle/>
          <a:p>
            <a:pPr algn="ctr"/>
            <a:r>
              <a:rPr lang="en-US" sz="3000" dirty="0">
                <a:solidFill>
                  <a:schemeClr val="accent1"/>
                </a:solidFill>
                <a:latin typeface="Aptos" panose="020B0004020202020204" pitchFamily="34" charset="0"/>
              </a:rPr>
              <a:t>32%</a:t>
            </a:r>
          </a:p>
        </p:txBody>
      </p:sp>
      <p:sp>
        <p:nvSpPr>
          <p:cNvPr id="21" name="TextBox 20"/>
          <p:cNvSpPr txBox="1"/>
          <p:nvPr/>
        </p:nvSpPr>
        <p:spPr bwMode="gray">
          <a:xfrm>
            <a:off x="7573774" y="3354869"/>
            <a:ext cx="1160868" cy="461665"/>
          </a:xfrm>
          <a:prstGeom prst="rect">
            <a:avLst/>
          </a:prstGeom>
          <a:noFill/>
        </p:spPr>
        <p:txBody>
          <a:bodyPr wrap="square" lIns="0" tIns="0" rIns="0" bIns="0" rtlCol="0" anchor="ctr">
            <a:spAutoFit/>
          </a:bodyPr>
          <a:lstStyle/>
          <a:p>
            <a:pPr algn="ctr"/>
            <a:r>
              <a:rPr lang="en-US" sz="3000" dirty="0">
                <a:solidFill>
                  <a:schemeClr val="accent2"/>
                </a:solidFill>
                <a:latin typeface="Aptos" panose="020B0004020202020204" pitchFamily="34" charset="0"/>
              </a:rPr>
              <a:t>18%</a:t>
            </a:r>
          </a:p>
        </p:txBody>
      </p:sp>
      <p:sp>
        <p:nvSpPr>
          <p:cNvPr id="18" name="Text Placeholder 4">
            <a:extLst>
              <a:ext uri="{FF2B5EF4-FFF2-40B4-BE49-F238E27FC236}">
                <a16:creationId xmlns:a16="http://schemas.microsoft.com/office/drawing/2014/main" id="{062D9299-4E93-43E3-8042-5227CEDA35E9}"/>
              </a:ext>
            </a:extLst>
          </p:cNvPr>
          <p:cNvSpPr txBox="1">
            <a:spLocks/>
          </p:cNvSpPr>
          <p:nvPr/>
        </p:nvSpPr>
        <p:spPr>
          <a:xfrm>
            <a:off x="1457959" y="1872460"/>
            <a:ext cx="741661" cy="450155"/>
          </a:xfrm>
          <a:prstGeom prst="rect">
            <a:avLst/>
          </a:prstGeom>
        </p:spPr>
        <p:txBody>
          <a:bodyPr vert="horz" lIns="0" tIns="0" rIns="0" bIns="0" rtlCol="0">
            <a:normAutofit/>
          </a:bodyPr>
          <a:lstStyle>
            <a:lvl1pPr marL="0" indent="0" algn="l" defTabSz="914400" rtl="0" eaLnBrk="1" latinLnBrk="0" hangingPunct="1">
              <a:spcBef>
                <a:spcPts val="0"/>
              </a:spcBef>
              <a:spcAft>
                <a:spcPts val="600"/>
              </a:spcAft>
              <a:buSzPct val="100000"/>
              <a:buFontTx/>
              <a:buNone/>
              <a:defRPr sz="12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600"/>
              </a:spcAft>
              <a:buClrTx/>
              <a:buSzPct val="100000"/>
              <a:buFont typeface="Arial" panose="020B0604020202020204" pitchFamily="34" charset="0"/>
              <a:buChar char="•"/>
              <a:defRPr lang="en-US" sz="12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60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algn="ctr"/>
            <a:r>
              <a:rPr lang="en-GB" dirty="0">
                <a:solidFill>
                  <a:schemeClr val="bg1"/>
                </a:solidFill>
                <a:latin typeface="Aptos" panose="020B0004020202020204" pitchFamily="34" charset="0"/>
              </a:rPr>
              <a:t>Americas</a:t>
            </a:r>
          </a:p>
        </p:txBody>
      </p:sp>
      <p:sp>
        <p:nvSpPr>
          <p:cNvPr id="22" name="Text Placeholder 6">
            <a:extLst>
              <a:ext uri="{FF2B5EF4-FFF2-40B4-BE49-F238E27FC236}">
                <a16:creationId xmlns:a16="http://schemas.microsoft.com/office/drawing/2014/main" id="{89FC9E97-B8E0-447F-8600-F98ABF03AB80}"/>
              </a:ext>
            </a:extLst>
          </p:cNvPr>
          <p:cNvSpPr txBox="1">
            <a:spLocks/>
          </p:cNvSpPr>
          <p:nvPr/>
        </p:nvSpPr>
        <p:spPr>
          <a:xfrm>
            <a:off x="7371641" y="1874955"/>
            <a:ext cx="1493639" cy="322814"/>
          </a:xfrm>
          <a:prstGeom prst="rect">
            <a:avLst/>
          </a:prstGeom>
        </p:spPr>
        <p:txBody>
          <a:bodyPr vert="horz" lIns="0" tIns="0" rIns="0" bIns="0" rtlCol="0">
            <a:normAutofit/>
          </a:bodyPr>
          <a:lstStyle>
            <a:lvl1pPr marL="0" indent="0" algn="l" defTabSz="914400" rtl="0" eaLnBrk="1" latinLnBrk="0" hangingPunct="1">
              <a:spcBef>
                <a:spcPts val="0"/>
              </a:spcBef>
              <a:spcAft>
                <a:spcPts val="600"/>
              </a:spcAft>
              <a:buSzPct val="100000"/>
              <a:buFontTx/>
              <a:buNone/>
              <a:defRPr sz="12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600"/>
              </a:spcAft>
              <a:buClrTx/>
              <a:buSzPct val="100000"/>
              <a:buFont typeface="Arial" panose="020B0604020202020204" pitchFamily="34" charset="0"/>
              <a:buChar char="•"/>
              <a:defRPr lang="en-US" sz="12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60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algn="ctr"/>
            <a:r>
              <a:rPr lang="en-GB" dirty="0">
                <a:solidFill>
                  <a:schemeClr val="bg1"/>
                </a:solidFill>
                <a:latin typeface="Aptos" panose="020B0004020202020204" pitchFamily="34" charset="0"/>
              </a:rPr>
              <a:t>Europe</a:t>
            </a:r>
          </a:p>
        </p:txBody>
      </p:sp>
      <p:sp>
        <p:nvSpPr>
          <p:cNvPr id="25" name="Text Placeholder 8">
            <a:extLst>
              <a:ext uri="{FF2B5EF4-FFF2-40B4-BE49-F238E27FC236}">
                <a16:creationId xmlns:a16="http://schemas.microsoft.com/office/drawing/2014/main" id="{E505F908-BF24-478B-8C64-DADB45D151F4}"/>
              </a:ext>
            </a:extLst>
          </p:cNvPr>
          <p:cNvSpPr txBox="1">
            <a:spLocks/>
          </p:cNvSpPr>
          <p:nvPr/>
        </p:nvSpPr>
        <p:spPr>
          <a:xfrm>
            <a:off x="4271318" y="1883100"/>
            <a:ext cx="1363364" cy="615255"/>
          </a:xfrm>
          <a:prstGeom prst="rect">
            <a:avLst/>
          </a:prstGeom>
        </p:spPr>
        <p:txBody>
          <a:bodyPr vert="horz" lIns="0" tIns="0" rIns="0" bIns="0" rtlCol="0">
            <a:normAutofit/>
          </a:bodyPr>
          <a:lstStyle>
            <a:lvl1pPr marL="0" indent="0" algn="l" defTabSz="914400" rtl="0" eaLnBrk="1" latinLnBrk="0" hangingPunct="1">
              <a:spcBef>
                <a:spcPts val="0"/>
              </a:spcBef>
              <a:spcAft>
                <a:spcPts val="600"/>
              </a:spcAft>
              <a:buSzPct val="100000"/>
              <a:buFontTx/>
              <a:buNone/>
              <a:defRPr sz="12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600"/>
              </a:spcAft>
              <a:buClrTx/>
              <a:buSzPct val="100000"/>
              <a:buFont typeface="Arial" panose="020B0604020202020204" pitchFamily="34" charset="0"/>
              <a:buChar char="•"/>
              <a:defRPr lang="en-US" sz="12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60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pPr algn="ctr"/>
            <a:r>
              <a:rPr lang="en-GB" dirty="0">
                <a:solidFill>
                  <a:schemeClr val="bg1"/>
                </a:solidFill>
                <a:latin typeface="Aptos" panose="020B0004020202020204" pitchFamily="34" charset="0"/>
              </a:rPr>
              <a:t>Asia</a:t>
            </a:r>
          </a:p>
        </p:txBody>
      </p:sp>
    </p:spTree>
    <p:extLst>
      <p:ext uri="{BB962C8B-B14F-4D97-AF65-F5344CB8AC3E}">
        <p14:creationId xmlns:p14="http://schemas.microsoft.com/office/powerpoint/2010/main" val="1190404449"/>
      </p:ext>
    </p:extLst>
  </p:cSld>
  <p:clrMapOvr>
    <a:masterClrMapping/>
  </p:clrMapOvr>
  <p:transition>
    <p:fade/>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Chart Placeholder 15"/>
          <p:cNvGraphicFramePr>
            <a:graphicFrameLocks noGrp="1"/>
          </p:cNvGraphicFramePr>
          <p:nvPr>
            <p:ph sz="quarter" idx="10"/>
            <p:extLst>
              <p:ext uri="{D42A27DB-BD31-4B8C-83A1-F6EECF244321}">
                <p14:modId xmlns:p14="http://schemas.microsoft.com/office/powerpoint/2010/main" val="2140633507"/>
              </p:ext>
            </p:extLst>
          </p:nvPr>
        </p:nvGraphicFramePr>
        <p:xfrm>
          <a:off x="384175" y="1681163"/>
          <a:ext cx="2884488" cy="4681537"/>
        </p:xfrm>
        <a:graphic>
          <a:graphicData uri="http://schemas.openxmlformats.org/drawingml/2006/chart">
            <c:chart xmlns:c="http://schemas.openxmlformats.org/drawingml/2006/chart" xmlns:r="http://schemas.openxmlformats.org/officeDocument/2006/relationships" r:id="rId2"/>
          </a:graphicData>
        </a:graphic>
      </p:graphicFrame>
      <p:sp>
        <p:nvSpPr>
          <p:cNvPr id="2" name="Text Placeholder 1"/>
          <p:cNvSpPr>
            <a:spLocks noGrp="1"/>
          </p:cNvSpPr>
          <p:nvPr>
            <p:ph type="body" sz="quarter" idx="13"/>
          </p:nvPr>
        </p:nvSpPr>
        <p:spPr/>
        <p:txBody>
          <a:bodyPr/>
          <a:lstStyle/>
          <a:p>
            <a:r>
              <a:rPr lang="en-GB" dirty="0"/>
              <a:t>Icons in highlight </a:t>
            </a:r>
            <a:r>
              <a:rPr lang="en-US" dirty="0"/>
              <a:t>color</a:t>
            </a:r>
          </a:p>
        </p:txBody>
      </p:sp>
      <p:sp>
        <p:nvSpPr>
          <p:cNvPr id="3" name="Title 2"/>
          <p:cNvSpPr>
            <a:spLocks noGrp="1"/>
          </p:cNvSpPr>
          <p:nvPr>
            <p:ph type="title"/>
          </p:nvPr>
        </p:nvSpPr>
        <p:spPr/>
        <p:txBody>
          <a:bodyPr/>
          <a:lstStyle/>
          <a:p>
            <a:r>
              <a:rPr lang="en-GB" dirty="0"/>
              <a:t>Multiple donut chart &amp; icons</a:t>
            </a:r>
          </a:p>
        </p:txBody>
      </p:sp>
      <p:graphicFrame>
        <p:nvGraphicFramePr>
          <p:cNvPr id="28" name="Chart Placeholder 15"/>
          <p:cNvGraphicFramePr>
            <a:graphicFrameLocks noGrp="1"/>
          </p:cNvGraphicFramePr>
          <p:nvPr>
            <p:ph sz="quarter" idx="17"/>
            <p:extLst>
              <p:ext uri="{D42A27DB-BD31-4B8C-83A1-F6EECF244321}">
                <p14:modId xmlns:p14="http://schemas.microsoft.com/office/powerpoint/2010/main" val="953678144"/>
              </p:ext>
            </p:extLst>
          </p:nvPr>
        </p:nvGraphicFramePr>
        <p:xfrm>
          <a:off x="3513138" y="1681163"/>
          <a:ext cx="2884487" cy="468153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7" name="Chart Placeholder 15"/>
          <p:cNvGraphicFramePr>
            <a:graphicFrameLocks noGrp="1"/>
          </p:cNvGraphicFramePr>
          <p:nvPr>
            <p:ph sz="quarter" idx="18"/>
            <p:extLst>
              <p:ext uri="{D42A27DB-BD31-4B8C-83A1-F6EECF244321}">
                <p14:modId xmlns:p14="http://schemas.microsoft.com/office/powerpoint/2010/main" val="771302319"/>
              </p:ext>
            </p:extLst>
          </p:nvPr>
        </p:nvGraphicFramePr>
        <p:xfrm>
          <a:off x="6643688" y="1681163"/>
          <a:ext cx="2884487" cy="4681537"/>
        </p:xfrm>
        <a:graphic>
          <a:graphicData uri="http://schemas.openxmlformats.org/drawingml/2006/chart">
            <c:chart xmlns:c="http://schemas.openxmlformats.org/drawingml/2006/chart" xmlns:r="http://schemas.openxmlformats.org/officeDocument/2006/relationships" r:id="rId4"/>
          </a:graphicData>
        </a:graphic>
      </p:graphicFrame>
      <p:grpSp>
        <p:nvGrpSpPr>
          <p:cNvPr id="13" name="Group 12"/>
          <p:cNvGrpSpPr/>
          <p:nvPr/>
        </p:nvGrpSpPr>
        <p:grpSpPr>
          <a:xfrm>
            <a:off x="4652473" y="3191061"/>
            <a:ext cx="613429" cy="833634"/>
            <a:chOff x="6005693" y="636736"/>
            <a:chExt cx="754989" cy="1026011"/>
          </a:xfrm>
        </p:grpSpPr>
        <p:sp>
          <p:nvSpPr>
            <p:cNvPr id="34" name="Freeform 978"/>
            <p:cNvSpPr>
              <a:spLocks noEditPoints="1"/>
            </p:cNvSpPr>
            <p:nvPr/>
          </p:nvSpPr>
          <p:spPr bwMode="auto">
            <a:xfrm>
              <a:off x="6005693" y="636736"/>
              <a:ext cx="754989" cy="1026011"/>
            </a:xfrm>
            <a:custGeom>
              <a:avLst/>
              <a:gdLst>
                <a:gd name="T0" fmla="*/ 118 w 235"/>
                <a:gd name="T1" fmla="*/ 0 h 320"/>
                <a:gd name="T2" fmla="*/ 118 w 235"/>
                <a:gd name="T3" fmla="*/ 0 h 320"/>
                <a:gd name="T4" fmla="*/ 117 w 235"/>
                <a:gd name="T5" fmla="*/ 0 h 320"/>
                <a:gd name="T6" fmla="*/ 0 w 235"/>
                <a:gd name="T7" fmla="*/ 117 h 320"/>
                <a:gd name="T8" fmla="*/ 17 w 235"/>
                <a:gd name="T9" fmla="*/ 176 h 320"/>
                <a:gd name="T10" fmla="*/ 109 w 235"/>
                <a:gd name="T11" fmla="*/ 315 h 320"/>
                <a:gd name="T12" fmla="*/ 117 w 235"/>
                <a:gd name="T13" fmla="*/ 320 h 320"/>
                <a:gd name="T14" fmla="*/ 118 w 235"/>
                <a:gd name="T15" fmla="*/ 320 h 320"/>
                <a:gd name="T16" fmla="*/ 118 w 235"/>
                <a:gd name="T17" fmla="*/ 320 h 320"/>
                <a:gd name="T18" fmla="*/ 127 w 235"/>
                <a:gd name="T19" fmla="*/ 315 h 320"/>
                <a:gd name="T20" fmla="*/ 219 w 235"/>
                <a:gd name="T21" fmla="*/ 176 h 320"/>
                <a:gd name="T22" fmla="*/ 235 w 235"/>
                <a:gd name="T23" fmla="*/ 117 h 320"/>
                <a:gd name="T24" fmla="*/ 118 w 235"/>
                <a:gd name="T25" fmla="*/ 0 h 320"/>
                <a:gd name="T26" fmla="*/ 201 w 235"/>
                <a:gd name="T27" fmla="*/ 164 h 320"/>
                <a:gd name="T28" fmla="*/ 118 w 235"/>
                <a:gd name="T29" fmla="*/ 290 h 320"/>
                <a:gd name="T30" fmla="*/ 35 w 235"/>
                <a:gd name="T31" fmla="*/ 165 h 320"/>
                <a:gd name="T32" fmla="*/ 22 w 235"/>
                <a:gd name="T33" fmla="*/ 117 h 320"/>
                <a:gd name="T34" fmla="*/ 117 w 235"/>
                <a:gd name="T35" fmla="*/ 21 h 320"/>
                <a:gd name="T36" fmla="*/ 118 w 235"/>
                <a:gd name="T37" fmla="*/ 21 h 320"/>
                <a:gd name="T38" fmla="*/ 118 w 235"/>
                <a:gd name="T39" fmla="*/ 21 h 320"/>
                <a:gd name="T40" fmla="*/ 213 w 235"/>
                <a:gd name="T41" fmla="*/ 117 h 320"/>
                <a:gd name="T42" fmla="*/ 201 w 235"/>
                <a:gd name="T43" fmla="*/ 1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5" h="320">
                  <a:moveTo>
                    <a:pt x="118" y="0"/>
                  </a:moveTo>
                  <a:cubicBezTo>
                    <a:pt x="118" y="0"/>
                    <a:pt x="118" y="0"/>
                    <a:pt x="118" y="0"/>
                  </a:cubicBezTo>
                  <a:cubicBezTo>
                    <a:pt x="118" y="0"/>
                    <a:pt x="117" y="0"/>
                    <a:pt x="117" y="0"/>
                  </a:cubicBezTo>
                  <a:cubicBezTo>
                    <a:pt x="53" y="0"/>
                    <a:pt x="0" y="52"/>
                    <a:pt x="0" y="117"/>
                  </a:cubicBezTo>
                  <a:cubicBezTo>
                    <a:pt x="0" y="139"/>
                    <a:pt x="5" y="156"/>
                    <a:pt x="17" y="176"/>
                  </a:cubicBezTo>
                  <a:cubicBezTo>
                    <a:pt x="109" y="315"/>
                    <a:pt x="109" y="315"/>
                    <a:pt x="109" y="315"/>
                  </a:cubicBezTo>
                  <a:cubicBezTo>
                    <a:pt x="111" y="318"/>
                    <a:pt x="114" y="320"/>
                    <a:pt x="117" y="320"/>
                  </a:cubicBezTo>
                  <a:cubicBezTo>
                    <a:pt x="117" y="320"/>
                    <a:pt x="118" y="320"/>
                    <a:pt x="118" y="320"/>
                  </a:cubicBezTo>
                  <a:cubicBezTo>
                    <a:pt x="118" y="320"/>
                    <a:pt x="118" y="320"/>
                    <a:pt x="118" y="320"/>
                  </a:cubicBezTo>
                  <a:cubicBezTo>
                    <a:pt x="121" y="320"/>
                    <a:pt x="125" y="318"/>
                    <a:pt x="127" y="315"/>
                  </a:cubicBezTo>
                  <a:cubicBezTo>
                    <a:pt x="219" y="176"/>
                    <a:pt x="219" y="176"/>
                    <a:pt x="219" y="176"/>
                  </a:cubicBezTo>
                  <a:cubicBezTo>
                    <a:pt x="230" y="156"/>
                    <a:pt x="235" y="139"/>
                    <a:pt x="235" y="117"/>
                  </a:cubicBezTo>
                  <a:cubicBezTo>
                    <a:pt x="235" y="52"/>
                    <a:pt x="182" y="0"/>
                    <a:pt x="118" y="0"/>
                  </a:cubicBezTo>
                  <a:close/>
                  <a:moveTo>
                    <a:pt x="201" y="164"/>
                  </a:moveTo>
                  <a:cubicBezTo>
                    <a:pt x="118" y="290"/>
                    <a:pt x="118" y="290"/>
                    <a:pt x="118" y="290"/>
                  </a:cubicBezTo>
                  <a:cubicBezTo>
                    <a:pt x="35" y="165"/>
                    <a:pt x="35" y="165"/>
                    <a:pt x="35" y="165"/>
                  </a:cubicBezTo>
                  <a:cubicBezTo>
                    <a:pt x="25" y="149"/>
                    <a:pt x="22" y="135"/>
                    <a:pt x="22" y="117"/>
                  </a:cubicBezTo>
                  <a:cubicBezTo>
                    <a:pt x="22" y="64"/>
                    <a:pt x="65" y="21"/>
                    <a:pt x="117" y="21"/>
                  </a:cubicBezTo>
                  <a:cubicBezTo>
                    <a:pt x="117" y="21"/>
                    <a:pt x="118" y="21"/>
                    <a:pt x="118" y="21"/>
                  </a:cubicBezTo>
                  <a:cubicBezTo>
                    <a:pt x="118" y="21"/>
                    <a:pt x="118" y="21"/>
                    <a:pt x="118" y="21"/>
                  </a:cubicBezTo>
                  <a:cubicBezTo>
                    <a:pt x="170" y="21"/>
                    <a:pt x="213" y="64"/>
                    <a:pt x="213" y="117"/>
                  </a:cubicBezTo>
                  <a:cubicBezTo>
                    <a:pt x="213" y="135"/>
                    <a:pt x="210" y="149"/>
                    <a:pt x="201" y="16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5" name="Freeform 979"/>
            <p:cNvSpPr>
              <a:spLocks noEditPoints="1"/>
            </p:cNvSpPr>
            <p:nvPr/>
          </p:nvSpPr>
          <p:spPr bwMode="auto">
            <a:xfrm>
              <a:off x="6208959" y="840002"/>
              <a:ext cx="343617" cy="343617"/>
            </a:xfrm>
            <a:custGeom>
              <a:avLst/>
              <a:gdLst>
                <a:gd name="T0" fmla="*/ 54 w 107"/>
                <a:gd name="T1" fmla="*/ 0 h 106"/>
                <a:gd name="T2" fmla="*/ 0 w 107"/>
                <a:gd name="T3" fmla="*/ 53 h 106"/>
                <a:gd name="T4" fmla="*/ 54 w 107"/>
                <a:gd name="T5" fmla="*/ 106 h 106"/>
                <a:gd name="T6" fmla="*/ 107 w 107"/>
                <a:gd name="T7" fmla="*/ 53 h 106"/>
                <a:gd name="T8" fmla="*/ 54 w 107"/>
                <a:gd name="T9" fmla="*/ 0 h 106"/>
                <a:gd name="T10" fmla="*/ 54 w 107"/>
                <a:gd name="T11" fmla="*/ 85 h 106"/>
                <a:gd name="T12" fmla="*/ 22 w 107"/>
                <a:gd name="T13" fmla="*/ 53 h 106"/>
                <a:gd name="T14" fmla="*/ 54 w 107"/>
                <a:gd name="T15" fmla="*/ 21 h 106"/>
                <a:gd name="T16" fmla="*/ 86 w 107"/>
                <a:gd name="T17" fmla="*/ 53 h 106"/>
                <a:gd name="T18" fmla="*/ 54 w 107"/>
                <a:gd name="T19" fmla="*/ 8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4" y="0"/>
                  </a:moveTo>
                  <a:cubicBezTo>
                    <a:pt x="24" y="0"/>
                    <a:pt x="0" y="24"/>
                    <a:pt x="0" y="53"/>
                  </a:cubicBezTo>
                  <a:cubicBezTo>
                    <a:pt x="0" y="82"/>
                    <a:pt x="24" y="106"/>
                    <a:pt x="54" y="106"/>
                  </a:cubicBezTo>
                  <a:cubicBezTo>
                    <a:pt x="83" y="106"/>
                    <a:pt x="107" y="82"/>
                    <a:pt x="107" y="53"/>
                  </a:cubicBezTo>
                  <a:cubicBezTo>
                    <a:pt x="107" y="24"/>
                    <a:pt x="83" y="0"/>
                    <a:pt x="54" y="0"/>
                  </a:cubicBezTo>
                  <a:close/>
                  <a:moveTo>
                    <a:pt x="54" y="85"/>
                  </a:moveTo>
                  <a:cubicBezTo>
                    <a:pt x="36" y="85"/>
                    <a:pt x="22" y="71"/>
                    <a:pt x="22" y="53"/>
                  </a:cubicBezTo>
                  <a:cubicBezTo>
                    <a:pt x="22" y="35"/>
                    <a:pt x="36" y="21"/>
                    <a:pt x="54" y="21"/>
                  </a:cubicBezTo>
                  <a:cubicBezTo>
                    <a:pt x="71" y="21"/>
                    <a:pt x="86" y="35"/>
                    <a:pt x="86" y="53"/>
                  </a:cubicBezTo>
                  <a:cubicBezTo>
                    <a:pt x="86" y="71"/>
                    <a:pt x="71" y="85"/>
                    <a:pt x="54" y="8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sp>
        <p:nvSpPr>
          <p:cNvPr id="25" name="Freeform 621"/>
          <p:cNvSpPr>
            <a:spLocks noEditPoints="1"/>
          </p:cNvSpPr>
          <p:nvPr/>
        </p:nvSpPr>
        <p:spPr bwMode="auto">
          <a:xfrm>
            <a:off x="1419174" y="3134441"/>
            <a:ext cx="787936" cy="839408"/>
          </a:xfrm>
          <a:custGeom>
            <a:avLst/>
            <a:gdLst>
              <a:gd name="T0" fmla="*/ 160 w 299"/>
              <a:gd name="T1" fmla="*/ 21 h 320"/>
              <a:gd name="T2" fmla="*/ 160 w 299"/>
              <a:gd name="T3" fmla="*/ 10 h 320"/>
              <a:gd name="T4" fmla="*/ 150 w 299"/>
              <a:gd name="T5" fmla="*/ 0 h 320"/>
              <a:gd name="T6" fmla="*/ 139 w 299"/>
              <a:gd name="T7" fmla="*/ 10 h 320"/>
              <a:gd name="T8" fmla="*/ 139 w 299"/>
              <a:gd name="T9" fmla="*/ 21 h 320"/>
              <a:gd name="T10" fmla="*/ 0 w 299"/>
              <a:gd name="T11" fmla="*/ 148 h 320"/>
              <a:gd name="T12" fmla="*/ 5 w 299"/>
              <a:gd name="T13" fmla="*/ 158 h 320"/>
              <a:gd name="T14" fmla="*/ 16 w 299"/>
              <a:gd name="T15" fmla="*/ 159 h 320"/>
              <a:gd name="T16" fmla="*/ 91 w 299"/>
              <a:gd name="T17" fmla="*/ 158 h 320"/>
              <a:gd name="T18" fmla="*/ 103 w 299"/>
              <a:gd name="T19" fmla="*/ 158 h 320"/>
              <a:gd name="T20" fmla="*/ 139 w 299"/>
              <a:gd name="T21" fmla="*/ 140 h 320"/>
              <a:gd name="T22" fmla="*/ 139 w 299"/>
              <a:gd name="T23" fmla="*/ 288 h 320"/>
              <a:gd name="T24" fmla="*/ 128 w 299"/>
              <a:gd name="T25" fmla="*/ 298 h 320"/>
              <a:gd name="T26" fmla="*/ 118 w 299"/>
              <a:gd name="T27" fmla="*/ 288 h 320"/>
              <a:gd name="T28" fmla="*/ 107 w 299"/>
              <a:gd name="T29" fmla="*/ 277 h 320"/>
              <a:gd name="T30" fmla="*/ 96 w 299"/>
              <a:gd name="T31" fmla="*/ 288 h 320"/>
              <a:gd name="T32" fmla="*/ 128 w 299"/>
              <a:gd name="T33" fmla="*/ 320 h 320"/>
              <a:gd name="T34" fmla="*/ 160 w 299"/>
              <a:gd name="T35" fmla="*/ 288 h 320"/>
              <a:gd name="T36" fmla="*/ 160 w 299"/>
              <a:gd name="T37" fmla="*/ 139 h 320"/>
              <a:gd name="T38" fmla="*/ 195 w 299"/>
              <a:gd name="T39" fmla="*/ 156 h 320"/>
              <a:gd name="T40" fmla="*/ 203 w 299"/>
              <a:gd name="T41" fmla="*/ 160 h 320"/>
              <a:gd name="T42" fmla="*/ 207 w 299"/>
              <a:gd name="T43" fmla="*/ 159 h 320"/>
              <a:gd name="T44" fmla="*/ 282 w 299"/>
              <a:gd name="T45" fmla="*/ 157 h 320"/>
              <a:gd name="T46" fmla="*/ 293 w 299"/>
              <a:gd name="T47" fmla="*/ 158 h 320"/>
              <a:gd name="T48" fmla="*/ 299 w 299"/>
              <a:gd name="T49" fmla="*/ 148 h 320"/>
              <a:gd name="T50" fmla="*/ 160 w 299"/>
              <a:gd name="T51" fmla="*/ 21 h 320"/>
              <a:gd name="T52" fmla="*/ 86 w 299"/>
              <a:gd name="T53" fmla="*/ 132 h 320"/>
              <a:gd name="T54" fmla="*/ 25 w 299"/>
              <a:gd name="T55" fmla="*/ 132 h 320"/>
              <a:gd name="T56" fmla="*/ 118 w 299"/>
              <a:gd name="T57" fmla="*/ 46 h 320"/>
              <a:gd name="T58" fmla="*/ 86 w 299"/>
              <a:gd name="T59" fmla="*/ 132 h 320"/>
              <a:gd name="T60" fmla="*/ 153 w 299"/>
              <a:gd name="T61" fmla="*/ 117 h 320"/>
              <a:gd name="T62" fmla="*/ 108 w 299"/>
              <a:gd name="T63" fmla="*/ 129 h 320"/>
              <a:gd name="T64" fmla="*/ 150 w 299"/>
              <a:gd name="T65" fmla="*/ 44 h 320"/>
              <a:gd name="T66" fmla="*/ 191 w 299"/>
              <a:gd name="T67" fmla="*/ 127 h 320"/>
              <a:gd name="T68" fmla="*/ 153 w 299"/>
              <a:gd name="T69" fmla="*/ 117 h 320"/>
              <a:gd name="T70" fmla="*/ 213 w 299"/>
              <a:gd name="T71" fmla="*/ 134 h 320"/>
              <a:gd name="T72" fmla="*/ 181 w 299"/>
              <a:gd name="T73" fmla="*/ 46 h 320"/>
              <a:gd name="T74" fmla="*/ 275 w 299"/>
              <a:gd name="T75" fmla="*/ 131 h 320"/>
              <a:gd name="T76" fmla="*/ 213 w 299"/>
              <a:gd name="T77" fmla="*/ 13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9" h="320">
                <a:moveTo>
                  <a:pt x="160" y="21"/>
                </a:moveTo>
                <a:cubicBezTo>
                  <a:pt x="160" y="10"/>
                  <a:pt x="160" y="10"/>
                  <a:pt x="160" y="10"/>
                </a:cubicBezTo>
                <a:cubicBezTo>
                  <a:pt x="160" y="4"/>
                  <a:pt x="156" y="0"/>
                  <a:pt x="150" y="0"/>
                </a:cubicBezTo>
                <a:cubicBezTo>
                  <a:pt x="144" y="0"/>
                  <a:pt x="139" y="4"/>
                  <a:pt x="139" y="10"/>
                </a:cubicBezTo>
                <a:cubicBezTo>
                  <a:pt x="139" y="21"/>
                  <a:pt x="139" y="21"/>
                  <a:pt x="139" y="21"/>
                </a:cubicBezTo>
                <a:cubicBezTo>
                  <a:pt x="66" y="26"/>
                  <a:pt x="6" y="80"/>
                  <a:pt x="0" y="148"/>
                </a:cubicBezTo>
                <a:cubicBezTo>
                  <a:pt x="0" y="152"/>
                  <a:pt x="2" y="156"/>
                  <a:pt x="5" y="158"/>
                </a:cubicBezTo>
                <a:cubicBezTo>
                  <a:pt x="8" y="160"/>
                  <a:pt x="12" y="160"/>
                  <a:pt x="16" y="159"/>
                </a:cubicBezTo>
                <a:cubicBezTo>
                  <a:pt x="16" y="158"/>
                  <a:pt x="58" y="138"/>
                  <a:pt x="91" y="158"/>
                </a:cubicBezTo>
                <a:cubicBezTo>
                  <a:pt x="94" y="160"/>
                  <a:pt x="99" y="160"/>
                  <a:pt x="103" y="158"/>
                </a:cubicBezTo>
                <a:cubicBezTo>
                  <a:pt x="116" y="148"/>
                  <a:pt x="128" y="143"/>
                  <a:pt x="139" y="140"/>
                </a:cubicBezTo>
                <a:cubicBezTo>
                  <a:pt x="139" y="288"/>
                  <a:pt x="139" y="288"/>
                  <a:pt x="139" y="288"/>
                </a:cubicBezTo>
                <a:cubicBezTo>
                  <a:pt x="139" y="294"/>
                  <a:pt x="134" y="298"/>
                  <a:pt x="128" y="298"/>
                </a:cubicBezTo>
                <a:cubicBezTo>
                  <a:pt x="122" y="298"/>
                  <a:pt x="118" y="294"/>
                  <a:pt x="118" y="288"/>
                </a:cubicBezTo>
                <a:cubicBezTo>
                  <a:pt x="118" y="282"/>
                  <a:pt x="113" y="277"/>
                  <a:pt x="107" y="277"/>
                </a:cubicBezTo>
                <a:cubicBezTo>
                  <a:pt x="101" y="277"/>
                  <a:pt x="96" y="282"/>
                  <a:pt x="96" y="288"/>
                </a:cubicBezTo>
                <a:cubicBezTo>
                  <a:pt x="96" y="305"/>
                  <a:pt x="111" y="320"/>
                  <a:pt x="128" y="320"/>
                </a:cubicBezTo>
                <a:cubicBezTo>
                  <a:pt x="146" y="320"/>
                  <a:pt x="160" y="305"/>
                  <a:pt x="160" y="288"/>
                </a:cubicBezTo>
                <a:cubicBezTo>
                  <a:pt x="160" y="139"/>
                  <a:pt x="160" y="139"/>
                  <a:pt x="160" y="139"/>
                </a:cubicBezTo>
                <a:cubicBezTo>
                  <a:pt x="182" y="141"/>
                  <a:pt x="194" y="155"/>
                  <a:pt x="195" y="156"/>
                </a:cubicBezTo>
                <a:cubicBezTo>
                  <a:pt x="197" y="158"/>
                  <a:pt x="200" y="160"/>
                  <a:pt x="203" y="160"/>
                </a:cubicBezTo>
                <a:cubicBezTo>
                  <a:pt x="204" y="160"/>
                  <a:pt x="206" y="159"/>
                  <a:pt x="207" y="159"/>
                </a:cubicBezTo>
                <a:cubicBezTo>
                  <a:pt x="255" y="138"/>
                  <a:pt x="281" y="157"/>
                  <a:pt x="282" y="157"/>
                </a:cubicBezTo>
                <a:cubicBezTo>
                  <a:pt x="285" y="160"/>
                  <a:pt x="290" y="160"/>
                  <a:pt x="293" y="158"/>
                </a:cubicBezTo>
                <a:cubicBezTo>
                  <a:pt x="297" y="156"/>
                  <a:pt x="299" y="152"/>
                  <a:pt x="299" y="148"/>
                </a:cubicBezTo>
                <a:cubicBezTo>
                  <a:pt x="294" y="80"/>
                  <a:pt x="234" y="26"/>
                  <a:pt x="160" y="21"/>
                </a:cubicBezTo>
                <a:close/>
                <a:moveTo>
                  <a:pt x="86" y="132"/>
                </a:moveTo>
                <a:cubicBezTo>
                  <a:pt x="63" y="124"/>
                  <a:pt x="40" y="128"/>
                  <a:pt x="25" y="132"/>
                </a:cubicBezTo>
                <a:cubicBezTo>
                  <a:pt x="35" y="91"/>
                  <a:pt x="72" y="57"/>
                  <a:pt x="118" y="46"/>
                </a:cubicBezTo>
                <a:cubicBezTo>
                  <a:pt x="104" y="63"/>
                  <a:pt x="89" y="91"/>
                  <a:pt x="86" y="132"/>
                </a:cubicBezTo>
                <a:close/>
                <a:moveTo>
                  <a:pt x="153" y="117"/>
                </a:moveTo>
                <a:cubicBezTo>
                  <a:pt x="140" y="117"/>
                  <a:pt x="125" y="120"/>
                  <a:pt x="108" y="129"/>
                </a:cubicBezTo>
                <a:cubicBezTo>
                  <a:pt x="113" y="77"/>
                  <a:pt x="139" y="53"/>
                  <a:pt x="150" y="44"/>
                </a:cubicBezTo>
                <a:cubicBezTo>
                  <a:pt x="160" y="53"/>
                  <a:pt x="185" y="77"/>
                  <a:pt x="191" y="127"/>
                </a:cubicBezTo>
                <a:cubicBezTo>
                  <a:pt x="181" y="122"/>
                  <a:pt x="169" y="117"/>
                  <a:pt x="153" y="117"/>
                </a:cubicBezTo>
                <a:close/>
                <a:moveTo>
                  <a:pt x="213" y="134"/>
                </a:moveTo>
                <a:cubicBezTo>
                  <a:pt x="210" y="91"/>
                  <a:pt x="195" y="63"/>
                  <a:pt x="181" y="46"/>
                </a:cubicBezTo>
                <a:cubicBezTo>
                  <a:pt x="227" y="57"/>
                  <a:pt x="263" y="90"/>
                  <a:pt x="275" y="131"/>
                </a:cubicBezTo>
                <a:cubicBezTo>
                  <a:pt x="261" y="127"/>
                  <a:pt x="240" y="125"/>
                  <a:pt x="213"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nvGrpSpPr>
          <p:cNvPr id="19" name="Group 18"/>
          <p:cNvGrpSpPr/>
          <p:nvPr/>
        </p:nvGrpSpPr>
        <p:grpSpPr>
          <a:xfrm>
            <a:off x="7479727" y="2893306"/>
            <a:ext cx="1296986" cy="1300803"/>
            <a:chOff x="4302308" y="267349"/>
            <a:chExt cx="1077019" cy="1080188"/>
          </a:xfrm>
        </p:grpSpPr>
        <p:sp>
          <p:nvSpPr>
            <p:cNvPr id="15" name="Oval 14"/>
            <p:cNvSpPr/>
            <p:nvPr/>
          </p:nvSpPr>
          <p:spPr bwMode="gray">
            <a:xfrm>
              <a:off x="4313446" y="287784"/>
              <a:ext cx="1011295" cy="1011295"/>
            </a:xfrm>
            <a:prstGeom prst="ellipse">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29" name="Freeform 852"/>
            <p:cNvSpPr>
              <a:spLocks noChangeAspect="1" noEditPoints="1"/>
            </p:cNvSpPr>
            <p:nvPr/>
          </p:nvSpPr>
          <p:spPr bwMode="auto">
            <a:xfrm>
              <a:off x="4302308" y="267349"/>
              <a:ext cx="1077019" cy="1080188"/>
            </a:xfrm>
            <a:custGeom>
              <a:avLst/>
              <a:gdLst>
                <a:gd name="T0" fmla="*/ 256 w 512"/>
                <a:gd name="T1" fmla="*/ 309 h 512"/>
                <a:gd name="T2" fmla="*/ 202 w 512"/>
                <a:gd name="T3" fmla="*/ 256 h 512"/>
                <a:gd name="T4" fmla="*/ 202 w 512"/>
                <a:gd name="T5" fmla="*/ 149 h 512"/>
                <a:gd name="T6" fmla="*/ 256 w 512"/>
                <a:gd name="T7" fmla="*/ 96 h 512"/>
                <a:gd name="T8" fmla="*/ 309 w 512"/>
                <a:gd name="T9" fmla="*/ 149 h 512"/>
                <a:gd name="T10" fmla="*/ 309 w 512"/>
                <a:gd name="T11" fmla="*/ 256 h 512"/>
                <a:gd name="T12" fmla="*/ 256 w 512"/>
                <a:gd name="T13" fmla="*/ 309 h 512"/>
                <a:gd name="T14" fmla="*/ 256 w 512"/>
                <a:gd name="T15" fmla="*/ 117 h 512"/>
                <a:gd name="T16" fmla="*/ 224 w 512"/>
                <a:gd name="T17" fmla="*/ 149 h 512"/>
                <a:gd name="T18" fmla="*/ 224 w 512"/>
                <a:gd name="T19" fmla="*/ 256 h 512"/>
                <a:gd name="T20" fmla="*/ 256 w 512"/>
                <a:gd name="T21" fmla="*/ 288 h 512"/>
                <a:gd name="T22" fmla="*/ 288 w 512"/>
                <a:gd name="T23" fmla="*/ 256 h 512"/>
                <a:gd name="T24" fmla="*/ 288 w 512"/>
                <a:gd name="T25" fmla="*/ 149 h 512"/>
                <a:gd name="T26" fmla="*/ 256 w 512"/>
                <a:gd name="T27" fmla="*/ 117 h 512"/>
                <a:gd name="T28" fmla="*/ 256 w 512"/>
                <a:gd name="T29" fmla="*/ 0 h 512"/>
                <a:gd name="T30" fmla="*/ 0 w 512"/>
                <a:gd name="T31" fmla="*/ 256 h 512"/>
                <a:gd name="T32" fmla="*/ 256 w 512"/>
                <a:gd name="T33" fmla="*/ 512 h 512"/>
                <a:gd name="T34" fmla="*/ 512 w 512"/>
                <a:gd name="T35" fmla="*/ 256 h 512"/>
                <a:gd name="T36" fmla="*/ 256 w 512"/>
                <a:gd name="T37" fmla="*/ 0 h 512"/>
                <a:gd name="T38" fmla="*/ 266 w 512"/>
                <a:gd name="T39" fmla="*/ 351 h 512"/>
                <a:gd name="T40" fmla="*/ 266 w 512"/>
                <a:gd name="T41" fmla="*/ 394 h 512"/>
                <a:gd name="T42" fmla="*/ 309 w 512"/>
                <a:gd name="T43" fmla="*/ 394 h 512"/>
                <a:gd name="T44" fmla="*/ 320 w 512"/>
                <a:gd name="T45" fmla="*/ 405 h 512"/>
                <a:gd name="T46" fmla="*/ 309 w 512"/>
                <a:gd name="T47" fmla="*/ 416 h 512"/>
                <a:gd name="T48" fmla="*/ 202 w 512"/>
                <a:gd name="T49" fmla="*/ 416 h 512"/>
                <a:gd name="T50" fmla="*/ 192 w 512"/>
                <a:gd name="T51" fmla="*/ 405 h 512"/>
                <a:gd name="T52" fmla="*/ 202 w 512"/>
                <a:gd name="T53" fmla="*/ 394 h 512"/>
                <a:gd name="T54" fmla="*/ 245 w 512"/>
                <a:gd name="T55" fmla="*/ 394 h 512"/>
                <a:gd name="T56" fmla="*/ 245 w 512"/>
                <a:gd name="T57" fmla="*/ 351 h 512"/>
                <a:gd name="T58" fmla="*/ 160 w 512"/>
                <a:gd name="T59" fmla="*/ 256 h 512"/>
                <a:gd name="T60" fmla="*/ 170 w 512"/>
                <a:gd name="T61" fmla="*/ 245 h 512"/>
                <a:gd name="T62" fmla="*/ 181 w 512"/>
                <a:gd name="T63" fmla="*/ 256 h 512"/>
                <a:gd name="T64" fmla="*/ 256 w 512"/>
                <a:gd name="T65" fmla="*/ 330 h 512"/>
                <a:gd name="T66" fmla="*/ 330 w 512"/>
                <a:gd name="T67" fmla="*/ 256 h 512"/>
                <a:gd name="T68" fmla="*/ 341 w 512"/>
                <a:gd name="T69" fmla="*/ 245 h 512"/>
                <a:gd name="T70" fmla="*/ 352 w 512"/>
                <a:gd name="T71" fmla="*/ 256 h 512"/>
                <a:gd name="T72" fmla="*/ 266 w 512"/>
                <a:gd name="T73" fmla="*/ 35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56" y="309"/>
                  </a:moveTo>
                  <a:cubicBezTo>
                    <a:pt x="226" y="309"/>
                    <a:pt x="202" y="285"/>
                    <a:pt x="202" y="256"/>
                  </a:cubicBezTo>
                  <a:cubicBezTo>
                    <a:pt x="202" y="149"/>
                    <a:pt x="202" y="149"/>
                    <a:pt x="202" y="149"/>
                  </a:cubicBezTo>
                  <a:cubicBezTo>
                    <a:pt x="202" y="120"/>
                    <a:pt x="226" y="96"/>
                    <a:pt x="256" y="96"/>
                  </a:cubicBezTo>
                  <a:cubicBezTo>
                    <a:pt x="285" y="96"/>
                    <a:pt x="309" y="120"/>
                    <a:pt x="309" y="149"/>
                  </a:cubicBezTo>
                  <a:cubicBezTo>
                    <a:pt x="309" y="256"/>
                    <a:pt x="309" y="256"/>
                    <a:pt x="309" y="256"/>
                  </a:cubicBezTo>
                  <a:cubicBezTo>
                    <a:pt x="309" y="285"/>
                    <a:pt x="285" y="309"/>
                    <a:pt x="256" y="309"/>
                  </a:cubicBezTo>
                  <a:close/>
                  <a:moveTo>
                    <a:pt x="256" y="117"/>
                  </a:moveTo>
                  <a:cubicBezTo>
                    <a:pt x="238" y="117"/>
                    <a:pt x="224" y="131"/>
                    <a:pt x="224" y="149"/>
                  </a:cubicBezTo>
                  <a:cubicBezTo>
                    <a:pt x="224" y="256"/>
                    <a:pt x="224" y="256"/>
                    <a:pt x="224" y="256"/>
                  </a:cubicBezTo>
                  <a:cubicBezTo>
                    <a:pt x="224" y="273"/>
                    <a:pt x="238" y="288"/>
                    <a:pt x="256" y="288"/>
                  </a:cubicBezTo>
                  <a:cubicBezTo>
                    <a:pt x="273" y="288"/>
                    <a:pt x="288" y="273"/>
                    <a:pt x="288" y="256"/>
                  </a:cubicBezTo>
                  <a:cubicBezTo>
                    <a:pt x="288" y="149"/>
                    <a:pt x="288" y="149"/>
                    <a:pt x="288" y="149"/>
                  </a:cubicBezTo>
                  <a:cubicBezTo>
                    <a:pt x="288" y="131"/>
                    <a:pt x="273" y="117"/>
                    <a:pt x="256" y="117"/>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51"/>
                  </a:moveTo>
                  <a:cubicBezTo>
                    <a:pt x="266" y="394"/>
                    <a:pt x="266" y="394"/>
                    <a:pt x="266" y="394"/>
                  </a:cubicBezTo>
                  <a:cubicBezTo>
                    <a:pt x="309" y="394"/>
                    <a:pt x="309" y="394"/>
                    <a:pt x="309" y="394"/>
                  </a:cubicBezTo>
                  <a:cubicBezTo>
                    <a:pt x="315" y="394"/>
                    <a:pt x="320" y="399"/>
                    <a:pt x="320" y="405"/>
                  </a:cubicBezTo>
                  <a:cubicBezTo>
                    <a:pt x="320" y="411"/>
                    <a:pt x="315" y="416"/>
                    <a:pt x="309" y="416"/>
                  </a:cubicBezTo>
                  <a:cubicBezTo>
                    <a:pt x="202" y="416"/>
                    <a:pt x="202" y="416"/>
                    <a:pt x="202" y="416"/>
                  </a:cubicBezTo>
                  <a:cubicBezTo>
                    <a:pt x="196" y="416"/>
                    <a:pt x="192" y="411"/>
                    <a:pt x="192" y="405"/>
                  </a:cubicBezTo>
                  <a:cubicBezTo>
                    <a:pt x="192" y="399"/>
                    <a:pt x="196" y="394"/>
                    <a:pt x="202" y="394"/>
                  </a:cubicBezTo>
                  <a:cubicBezTo>
                    <a:pt x="245" y="394"/>
                    <a:pt x="245" y="394"/>
                    <a:pt x="245" y="394"/>
                  </a:cubicBezTo>
                  <a:cubicBezTo>
                    <a:pt x="245" y="351"/>
                    <a:pt x="245" y="351"/>
                    <a:pt x="245" y="351"/>
                  </a:cubicBezTo>
                  <a:cubicBezTo>
                    <a:pt x="197" y="346"/>
                    <a:pt x="160" y="305"/>
                    <a:pt x="160" y="256"/>
                  </a:cubicBezTo>
                  <a:cubicBezTo>
                    <a:pt x="160" y="250"/>
                    <a:pt x="164" y="245"/>
                    <a:pt x="170" y="245"/>
                  </a:cubicBezTo>
                  <a:cubicBezTo>
                    <a:pt x="176" y="245"/>
                    <a:pt x="181" y="250"/>
                    <a:pt x="181" y="256"/>
                  </a:cubicBezTo>
                  <a:cubicBezTo>
                    <a:pt x="181" y="297"/>
                    <a:pt x="214" y="330"/>
                    <a:pt x="256" y="330"/>
                  </a:cubicBezTo>
                  <a:cubicBezTo>
                    <a:pt x="297" y="330"/>
                    <a:pt x="330" y="297"/>
                    <a:pt x="330" y="256"/>
                  </a:cubicBezTo>
                  <a:cubicBezTo>
                    <a:pt x="330" y="250"/>
                    <a:pt x="335" y="245"/>
                    <a:pt x="341" y="245"/>
                  </a:cubicBezTo>
                  <a:cubicBezTo>
                    <a:pt x="347" y="245"/>
                    <a:pt x="352" y="250"/>
                    <a:pt x="352" y="256"/>
                  </a:cubicBezTo>
                  <a:cubicBezTo>
                    <a:pt x="352" y="305"/>
                    <a:pt x="314" y="346"/>
                    <a:pt x="266" y="351"/>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p>
          </p:txBody>
        </p:sp>
      </p:grpSp>
    </p:spTree>
    <p:extLst>
      <p:ext uri="{BB962C8B-B14F-4D97-AF65-F5344CB8AC3E}">
        <p14:creationId xmlns:p14="http://schemas.microsoft.com/office/powerpoint/2010/main" val="1687540138"/>
      </p:ext>
    </p:extLst>
  </p:cSld>
  <p:clrMapOvr>
    <a:masterClrMapping/>
  </p:clrMapOvr>
  <p:transition>
    <p:fade/>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p:cNvSpPr>
            <a:spLocks noGrp="1"/>
          </p:cNvSpPr>
          <p:nvPr>
            <p:ph type="body" sz="quarter" idx="13"/>
          </p:nvPr>
        </p:nvSpPr>
        <p:spPr/>
        <p:txBody>
          <a:bodyPr/>
          <a:lstStyle/>
          <a:p>
            <a:r>
              <a:rPr lang="en-GB"/>
              <a:t>Dual line option</a:t>
            </a:r>
            <a:endParaRPr lang="en-GB" dirty="0"/>
          </a:p>
        </p:txBody>
      </p:sp>
      <p:sp>
        <p:nvSpPr>
          <p:cNvPr id="16" name="Title 15"/>
          <p:cNvSpPr>
            <a:spLocks noGrp="1"/>
          </p:cNvSpPr>
          <p:nvPr>
            <p:ph type="title"/>
          </p:nvPr>
        </p:nvSpPr>
        <p:spPr/>
        <p:txBody>
          <a:bodyPr/>
          <a:lstStyle/>
          <a:p>
            <a:r>
              <a:rPr lang="en-US"/>
              <a:t>Radar chart</a:t>
            </a:r>
            <a:endParaRPr lang="en-GB" dirty="0"/>
          </a:p>
        </p:txBody>
      </p:sp>
      <p:graphicFrame>
        <p:nvGraphicFramePr>
          <p:cNvPr id="14" name="Chart Placeholder 36"/>
          <p:cNvGraphicFramePr>
            <a:graphicFrameLocks noGrp="1"/>
          </p:cNvGraphicFramePr>
          <p:nvPr>
            <p:ph idx="1"/>
            <p:extLst>
              <p:ext uri="{D42A27DB-BD31-4B8C-83A1-F6EECF244321}">
                <p14:modId xmlns:p14="http://schemas.microsoft.com/office/powerpoint/2010/main" val="870242049"/>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780463947"/>
      </p:ext>
    </p:extLst>
  </p:cSld>
  <p:clrMapOvr>
    <a:masterClrMapping/>
  </p:clrMapOvr>
  <p:transition>
    <p:fade/>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 Placeholder 31"/>
          <p:cNvSpPr>
            <a:spLocks noGrp="1"/>
          </p:cNvSpPr>
          <p:nvPr>
            <p:ph type="body" sz="quarter" idx="13"/>
          </p:nvPr>
        </p:nvSpPr>
        <p:spPr/>
        <p:txBody>
          <a:bodyPr/>
          <a:lstStyle/>
          <a:p>
            <a:r>
              <a:rPr lang="en-GB"/>
              <a:t>Highlight percentage</a:t>
            </a:r>
            <a:endParaRPr lang="en-GB" dirty="0"/>
          </a:p>
        </p:txBody>
      </p:sp>
      <p:sp>
        <p:nvSpPr>
          <p:cNvPr id="10" name="Title 9"/>
          <p:cNvSpPr>
            <a:spLocks noGrp="1"/>
          </p:cNvSpPr>
          <p:nvPr>
            <p:ph type="title"/>
          </p:nvPr>
        </p:nvSpPr>
        <p:spPr/>
        <p:txBody>
          <a:bodyPr/>
          <a:lstStyle/>
          <a:p>
            <a:r>
              <a:rPr lang="en-US"/>
              <a:t>Radial donut chart</a:t>
            </a:r>
            <a:endParaRPr lang="en-US" dirty="0"/>
          </a:p>
        </p:txBody>
      </p:sp>
      <p:graphicFrame>
        <p:nvGraphicFramePr>
          <p:cNvPr id="21" name="Chart Placeholder 36"/>
          <p:cNvGraphicFramePr>
            <a:graphicFrameLocks noGrp="1"/>
          </p:cNvGraphicFramePr>
          <p:nvPr>
            <p:ph idx="1"/>
            <p:extLst>
              <p:ext uri="{D42A27DB-BD31-4B8C-83A1-F6EECF244321}">
                <p14:modId xmlns:p14="http://schemas.microsoft.com/office/powerpoint/2010/main" val="1634100191"/>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 Placeholder 6"/>
          <p:cNvSpPr>
            <a:spLocks noGrp="1"/>
          </p:cNvSpPr>
          <p:nvPr>
            <p:ph sz="quarter" idx="4294967295"/>
          </p:nvPr>
        </p:nvSpPr>
        <p:spPr>
          <a:xfrm>
            <a:off x="0" y="1687513"/>
            <a:ext cx="9144000" cy="293687"/>
          </a:xfrm>
          <a:prstGeom prst="rect">
            <a:avLst/>
          </a:prstGeom>
        </p:spPr>
        <p:txBody>
          <a:bodyPr/>
          <a:lstStyle/>
          <a:p>
            <a:r>
              <a:rPr lang="en-GB" dirty="0"/>
              <a:t>Chart title</a:t>
            </a:r>
          </a:p>
        </p:txBody>
      </p:sp>
      <p:grpSp>
        <p:nvGrpSpPr>
          <p:cNvPr id="15" name="Group 14"/>
          <p:cNvGrpSpPr/>
          <p:nvPr/>
        </p:nvGrpSpPr>
        <p:grpSpPr>
          <a:xfrm>
            <a:off x="5127829" y="2975666"/>
            <a:ext cx="715562" cy="257144"/>
            <a:chOff x="4787174" y="2783124"/>
            <a:chExt cx="880692" cy="316485"/>
          </a:xfrm>
        </p:grpSpPr>
        <p:sp>
          <p:nvSpPr>
            <p:cNvPr id="22" name="Half Frame 21"/>
            <p:cNvSpPr/>
            <p:nvPr/>
          </p:nvSpPr>
          <p:spPr bwMode="gray">
            <a:xfrm rot="18764693">
              <a:off x="4783293" y="2864847"/>
              <a:ext cx="168177" cy="160415"/>
            </a:xfrm>
            <a:prstGeom prst="halfFram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accent3"/>
                </a:solidFill>
              </a:endParaRPr>
            </a:p>
          </p:txBody>
        </p:sp>
        <p:sp>
          <p:nvSpPr>
            <p:cNvPr id="23" name="TextBox 22"/>
            <p:cNvSpPr txBox="1"/>
            <p:nvPr/>
          </p:nvSpPr>
          <p:spPr>
            <a:xfrm>
              <a:off x="4917283" y="2783124"/>
              <a:ext cx="750583" cy="316485"/>
            </a:xfrm>
            <a:prstGeom prst="rect">
              <a:avLst/>
            </a:prstGeom>
            <a:noFill/>
          </p:spPr>
          <p:txBody>
            <a:bodyPr wrap="square" lIns="0" tIns="0" rIns="0" bIns="0" rtlCol="0">
              <a:noAutofit/>
            </a:bodyPr>
            <a:lstStyle/>
            <a:p>
              <a:r>
                <a:rPr lang="en-GB" sz="1544" b="1" dirty="0">
                  <a:solidFill>
                    <a:schemeClr val="accent3"/>
                  </a:solidFill>
                  <a:latin typeface="Aptos" panose="020B0004020202020204" pitchFamily="34" charset="0"/>
                </a:rPr>
                <a:t>58%</a:t>
              </a:r>
              <a:endParaRPr lang="en-GB" sz="1544" dirty="0">
                <a:solidFill>
                  <a:schemeClr val="accent3"/>
                </a:solidFill>
                <a:latin typeface="Aptos" panose="020B0004020202020204" pitchFamily="34" charset="0"/>
              </a:endParaRPr>
            </a:p>
          </p:txBody>
        </p:sp>
      </p:grpSp>
    </p:spTree>
    <p:extLst>
      <p:ext uri="{BB962C8B-B14F-4D97-AF65-F5344CB8AC3E}">
        <p14:creationId xmlns:p14="http://schemas.microsoft.com/office/powerpoint/2010/main" val="2873532432"/>
      </p:ext>
    </p:extLst>
  </p:cSld>
  <p:clrMapOvr>
    <a:masterClrMapping/>
  </p:clrMapOvr>
  <p:transition>
    <p:fade/>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p:txBody>
          <a:bodyPr/>
          <a:lstStyle/>
          <a:p>
            <a:r>
              <a:rPr lang="en-GB"/>
              <a:t>Full page multi </a:t>
            </a:r>
            <a:r>
              <a:rPr lang="en-US"/>
              <a:t>colors</a:t>
            </a:r>
            <a:endParaRPr lang="en-US" dirty="0"/>
          </a:p>
        </p:txBody>
      </p:sp>
      <p:sp>
        <p:nvSpPr>
          <p:cNvPr id="2" name="Title 1"/>
          <p:cNvSpPr>
            <a:spLocks noGrp="1"/>
          </p:cNvSpPr>
          <p:nvPr>
            <p:ph type="title"/>
          </p:nvPr>
        </p:nvSpPr>
        <p:spPr/>
        <p:txBody>
          <a:bodyPr/>
          <a:lstStyle/>
          <a:p>
            <a:r>
              <a:rPr lang="en-GB"/>
              <a:t>Line chart</a:t>
            </a:r>
            <a:endParaRPr lang="en-GB" dirty="0"/>
          </a:p>
        </p:txBody>
      </p:sp>
      <p:graphicFrame>
        <p:nvGraphicFramePr>
          <p:cNvPr id="15" name="Content Placeholder 8">
            <a:extLst>
              <a:ext uri="{FF2B5EF4-FFF2-40B4-BE49-F238E27FC236}">
                <a16:creationId xmlns:a16="http://schemas.microsoft.com/office/drawing/2014/main" id="{44172101-556A-47F3-A0DD-A3C1A9550A3D}"/>
              </a:ext>
            </a:extLst>
          </p:cNvPr>
          <p:cNvGraphicFramePr>
            <a:graphicFrameLocks noGrp="1"/>
          </p:cNvGraphicFramePr>
          <p:nvPr>
            <p:ph idx="1"/>
            <p:extLst>
              <p:ext uri="{D42A27DB-BD31-4B8C-83A1-F6EECF244321}">
                <p14:modId xmlns:p14="http://schemas.microsoft.com/office/powerpoint/2010/main" val="2755515475"/>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 Placeholder 3">
            <a:extLst>
              <a:ext uri="{FF2B5EF4-FFF2-40B4-BE49-F238E27FC236}">
                <a16:creationId xmlns:a16="http://schemas.microsoft.com/office/drawing/2014/main" id="{1CC2D9F9-17FA-4DAD-87B1-9D96C4B143CA}"/>
              </a:ext>
            </a:extLst>
          </p:cNvPr>
          <p:cNvSpPr>
            <a:spLocks noGrp="1"/>
          </p:cNvSpPr>
          <p:nvPr>
            <p:ph sz="quarter" idx="4294967295"/>
          </p:nvPr>
        </p:nvSpPr>
        <p:spPr>
          <a:xfrm>
            <a:off x="765175" y="1687513"/>
            <a:ext cx="9140825" cy="325437"/>
          </a:xfrm>
          <a:prstGeom prst="rect">
            <a:avLst/>
          </a:prstGeom>
        </p:spPr>
        <p:txBody>
          <a:bodyPr/>
          <a:lstStyle/>
          <a:p>
            <a:r>
              <a:rPr lang="en-US" dirty="0"/>
              <a:t>Chart title</a:t>
            </a:r>
          </a:p>
        </p:txBody>
      </p:sp>
    </p:spTree>
    <p:extLst>
      <p:ext uri="{BB962C8B-B14F-4D97-AF65-F5344CB8AC3E}">
        <p14:creationId xmlns:p14="http://schemas.microsoft.com/office/powerpoint/2010/main" val="3224955983"/>
      </p:ext>
    </p:extLst>
  </p:cSld>
  <p:clrMapOvr>
    <a:masterClrMapping/>
  </p:clrMapOvr>
  <p:transition>
    <p:fade/>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 name="Chart Placeholder 19"/>
          <p:cNvGraphicFramePr>
            <a:graphicFrameLocks noGrp="1"/>
          </p:cNvGraphicFramePr>
          <p:nvPr>
            <p:ph sz="quarter" idx="10"/>
            <p:extLst>
              <p:ext uri="{D42A27DB-BD31-4B8C-83A1-F6EECF244321}">
                <p14:modId xmlns:p14="http://schemas.microsoft.com/office/powerpoint/2010/main" val="1794037675"/>
              </p:ext>
            </p:extLst>
          </p:nvPr>
        </p:nvGraphicFramePr>
        <p:xfrm>
          <a:off x="384175" y="1901247"/>
          <a:ext cx="4445000" cy="46815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Chart Placeholder 19"/>
          <p:cNvGraphicFramePr>
            <a:graphicFrameLocks noGrp="1"/>
          </p:cNvGraphicFramePr>
          <p:nvPr>
            <p:ph sz="quarter" idx="20"/>
            <p:extLst>
              <p:ext uri="{D42A27DB-BD31-4B8C-83A1-F6EECF244321}">
                <p14:modId xmlns:p14="http://schemas.microsoft.com/office/powerpoint/2010/main" val="1487129631"/>
              </p:ext>
            </p:extLst>
          </p:nvPr>
        </p:nvGraphicFramePr>
        <p:xfrm>
          <a:off x="5078413" y="1901247"/>
          <a:ext cx="4445000" cy="4681538"/>
        </p:xfrm>
        <a:graphic>
          <a:graphicData uri="http://schemas.openxmlformats.org/drawingml/2006/chart">
            <c:chart xmlns:c="http://schemas.openxmlformats.org/drawingml/2006/chart" xmlns:r="http://schemas.openxmlformats.org/officeDocument/2006/relationships" r:id="rId4"/>
          </a:graphicData>
        </a:graphic>
      </p:graphicFrame>
      <p:sp>
        <p:nvSpPr>
          <p:cNvPr id="11" name="Text Placeholder 7">
            <a:extLst>
              <a:ext uri="{FF2B5EF4-FFF2-40B4-BE49-F238E27FC236}">
                <a16:creationId xmlns:a16="http://schemas.microsoft.com/office/drawing/2014/main" id="{149BC7DA-8FFD-4C41-A440-C00B4480D44C}"/>
              </a:ext>
            </a:extLst>
          </p:cNvPr>
          <p:cNvSpPr>
            <a:spLocks noGrp="1"/>
          </p:cNvSpPr>
          <p:nvPr>
            <p:ph type="body" sz="quarter" idx="13"/>
          </p:nvPr>
        </p:nvSpPr>
        <p:spPr/>
        <p:txBody>
          <a:bodyPr>
            <a:noAutofit/>
          </a:bodyPr>
          <a:lstStyle/>
          <a:p>
            <a:pPr lvl="0"/>
            <a:r>
              <a:rPr lang="en-US" altLang="ja-JP" dirty="0"/>
              <a:t>Two charts</a:t>
            </a:r>
            <a:endParaRPr lang="en-GB" dirty="0"/>
          </a:p>
        </p:txBody>
      </p:sp>
      <p:sp>
        <p:nvSpPr>
          <p:cNvPr id="2" name="Title 1"/>
          <p:cNvSpPr>
            <a:spLocks noGrp="1"/>
          </p:cNvSpPr>
          <p:nvPr>
            <p:ph type="title"/>
          </p:nvPr>
        </p:nvSpPr>
        <p:spPr/>
        <p:txBody>
          <a:bodyPr/>
          <a:lstStyle/>
          <a:p>
            <a:r>
              <a:rPr lang="en-US" altLang="ja-JP"/>
              <a:t>Line charts </a:t>
            </a:r>
            <a:endParaRPr lang="en-US" dirty="0"/>
          </a:p>
        </p:txBody>
      </p:sp>
      <p:sp>
        <p:nvSpPr>
          <p:cNvPr id="4" name="Text Placeholder 3">
            <a:extLst>
              <a:ext uri="{FF2B5EF4-FFF2-40B4-BE49-F238E27FC236}">
                <a16:creationId xmlns:a16="http://schemas.microsoft.com/office/drawing/2014/main" id="{9541FC9E-5CC1-4C7D-9908-EE406E2CB195}"/>
              </a:ext>
            </a:extLst>
          </p:cNvPr>
          <p:cNvSpPr>
            <a:spLocks noGrp="1"/>
          </p:cNvSpPr>
          <p:nvPr>
            <p:ph type="body" sz="quarter" idx="4294967295"/>
          </p:nvPr>
        </p:nvSpPr>
        <p:spPr>
          <a:xfrm>
            <a:off x="5448300" y="1692275"/>
            <a:ext cx="4457700" cy="292100"/>
          </a:xfrm>
          <a:prstGeom prst="rect">
            <a:avLst/>
          </a:prstGeom>
        </p:spPr>
        <p:txBody>
          <a:bodyPr/>
          <a:lstStyle/>
          <a:p>
            <a:r>
              <a:rPr lang="en-US" dirty="0"/>
              <a:t>Highlight one segment color format (units)</a:t>
            </a:r>
          </a:p>
          <a:p>
            <a:endParaRPr lang="en-US" dirty="0"/>
          </a:p>
        </p:txBody>
      </p:sp>
      <p:sp>
        <p:nvSpPr>
          <p:cNvPr id="26" name="Text Placeholder 25"/>
          <p:cNvSpPr>
            <a:spLocks noGrp="1"/>
          </p:cNvSpPr>
          <p:nvPr>
            <p:ph sz="quarter" idx="4294967295"/>
          </p:nvPr>
        </p:nvSpPr>
        <p:spPr>
          <a:xfrm>
            <a:off x="0" y="1692275"/>
            <a:ext cx="4457700" cy="292100"/>
          </a:xfrm>
        </p:spPr>
        <p:txBody>
          <a:bodyPr/>
          <a:lstStyle/>
          <a:p>
            <a:r>
              <a:rPr lang="en-US" dirty="0"/>
              <a:t>Standard color format (units)</a:t>
            </a:r>
          </a:p>
        </p:txBody>
      </p:sp>
    </p:spTree>
    <p:extLst>
      <p:ext uri="{BB962C8B-B14F-4D97-AF65-F5344CB8AC3E}">
        <p14:creationId xmlns:p14="http://schemas.microsoft.com/office/powerpoint/2010/main" val="3248841557"/>
      </p:ext>
    </p:extLst>
  </p:cSld>
  <p:clrMapOvr>
    <a:masterClrMapping/>
  </p:clrMapOvr>
  <p:transition>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pPr lvl="0"/>
            <a:r>
              <a:rPr lang="en-US" altLang="ja-JP"/>
              <a:t>Two with text</a:t>
            </a:r>
            <a:endParaRPr lang="en-GB" dirty="0"/>
          </a:p>
        </p:txBody>
      </p:sp>
      <p:sp>
        <p:nvSpPr>
          <p:cNvPr id="2" name="Title 1"/>
          <p:cNvSpPr>
            <a:spLocks noGrp="1"/>
          </p:cNvSpPr>
          <p:nvPr>
            <p:ph type="title"/>
          </p:nvPr>
        </p:nvSpPr>
        <p:spPr/>
        <p:txBody>
          <a:bodyPr/>
          <a:lstStyle/>
          <a:p>
            <a:r>
              <a:rPr lang="en-US" altLang="ja-JP"/>
              <a:t>Smoothed line chart </a:t>
            </a:r>
            <a:br>
              <a:rPr lang="en-US" altLang="ja-JP"/>
            </a:br>
            <a:endParaRPr lang="en-US" dirty="0"/>
          </a:p>
        </p:txBody>
      </p:sp>
      <p:graphicFrame>
        <p:nvGraphicFramePr>
          <p:cNvPr id="14" name="Chart Placeholder 13"/>
          <p:cNvGraphicFramePr>
            <a:graphicFrameLocks noGrp="1"/>
          </p:cNvGraphicFramePr>
          <p:nvPr>
            <p:ph idx="1"/>
            <p:extLst>
              <p:ext uri="{D42A27DB-BD31-4B8C-83A1-F6EECF244321}">
                <p14:modId xmlns:p14="http://schemas.microsoft.com/office/powerpoint/2010/main" val="188116451"/>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 Placeholder 8"/>
          <p:cNvSpPr txBox="1">
            <a:spLocks/>
          </p:cNvSpPr>
          <p:nvPr/>
        </p:nvSpPr>
        <p:spPr>
          <a:xfrm>
            <a:off x="1543944" y="1264642"/>
            <a:ext cx="6821982" cy="787542"/>
          </a:xfrm>
          <a:prstGeom prst="rect">
            <a:avLst/>
          </a:prstGeom>
        </p:spPr>
        <p:txBody>
          <a:bodyPr vert="horz" lIns="0" tIns="0" rIns="0" bIns="0" rtlCol="0">
            <a:normAutofit/>
          </a:bodyPr>
          <a:lstStyle>
            <a:lvl1pPr marL="0" marR="0" indent="0" algn="l" defTabSz="914400" rtl="0" eaLnBrk="1" fontAlgn="auto" latinLnBrk="0" hangingPunct="1">
              <a:lnSpc>
                <a:spcPct val="100000"/>
              </a:lnSpc>
              <a:spcBef>
                <a:spcPts val="1200"/>
              </a:spcBef>
              <a:spcAft>
                <a:spcPts val="0"/>
              </a:spcAft>
              <a:buClrTx/>
              <a:buSzTx/>
              <a:buFont typeface="Arial" pitchFamily="34" charset="0"/>
              <a:buNone/>
              <a:tabLst/>
              <a:defRPr sz="3000" b="0" kern="1200">
                <a:solidFill>
                  <a:schemeClr val="accent2"/>
                </a:solidFill>
                <a:latin typeface="+mn-lt"/>
                <a:ea typeface="+mn-ea"/>
                <a:cs typeface="+mn-cs"/>
              </a:defRPr>
            </a:lvl1pPr>
            <a:lvl2pPr marL="166688" marR="0" indent="-166688" algn="l" defTabSz="914400" rtl="0" eaLnBrk="1" fontAlgn="auto" latinLnBrk="0" hangingPunct="1">
              <a:lnSpc>
                <a:spcPct val="100000"/>
              </a:lnSpc>
              <a:spcBef>
                <a:spcPts val="1200"/>
              </a:spcBef>
              <a:spcAft>
                <a:spcPts val="0"/>
              </a:spcAft>
              <a:buClrTx/>
              <a:buSzTx/>
              <a:buFont typeface="Arial" pitchFamily="34" charset="0"/>
              <a:buChar char="•"/>
              <a:tabLst/>
              <a:defRPr sz="1200" kern="1200">
                <a:solidFill>
                  <a:schemeClr val="tx2"/>
                </a:solidFill>
                <a:latin typeface="+mn-lt"/>
                <a:ea typeface="+mn-ea"/>
                <a:cs typeface="+mn-cs"/>
              </a:defRPr>
            </a:lvl2pPr>
            <a:lvl3pPr marL="266700" indent="-266700" algn="l" defTabSz="914400" rtl="0" eaLnBrk="1" latinLnBrk="0" hangingPunct="1">
              <a:spcBef>
                <a:spcPts val="1200"/>
              </a:spcBef>
              <a:buFont typeface="Arial" pitchFamily="34" charset="0"/>
              <a:buChar char="•"/>
              <a:defRPr sz="1800" i="1" kern="1200">
                <a:solidFill>
                  <a:schemeClr val="tx2"/>
                </a:solidFill>
                <a:latin typeface="+mn-lt"/>
                <a:ea typeface="+mn-ea"/>
                <a:cs typeface="+mn-cs"/>
              </a:defRPr>
            </a:lvl3pPr>
            <a:lvl4pPr marL="344488" marR="0" indent="-177800" algn="l" defTabSz="914400" rtl="0" eaLnBrk="1" fontAlgn="auto" latinLnBrk="0" hangingPunct="1">
              <a:lnSpc>
                <a:spcPct val="100000"/>
              </a:lnSpc>
              <a:spcBef>
                <a:spcPts val="1200"/>
              </a:spcBef>
              <a:spcAft>
                <a:spcPts val="0"/>
              </a:spcAft>
              <a:buClrTx/>
              <a:buSzTx/>
              <a:buFont typeface="Arial" pitchFamily="34" charset="0"/>
              <a:buChar char="−"/>
              <a:tabLst/>
              <a:defRPr sz="1200" kern="1200">
                <a:solidFill>
                  <a:schemeClr val="tx2"/>
                </a:solidFill>
                <a:latin typeface="+mn-lt"/>
                <a:ea typeface="+mn-ea"/>
                <a:cs typeface="+mn-cs"/>
              </a:defRPr>
            </a:lvl4pPr>
            <a:lvl5pPr marL="511175" marR="0" indent="-166688" algn="l" defTabSz="914400" rtl="0" eaLnBrk="1" fontAlgn="auto" latinLnBrk="0" hangingPunct="1">
              <a:lnSpc>
                <a:spcPct val="100000"/>
              </a:lnSpc>
              <a:spcBef>
                <a:spcPts val="1200"/>
              </a:spcBef>
              <a:spcAft>
                <a:spcPts val="0"/>
              </a:spcAft>
              <a:buClrTx/>
              <a:buSzPct val="60000"/>
              <a:buFont typeface="Courier New" panose="02070309020205020404" pitchFamily="49" charset="0"/>
              <a:buChar char="o"/>
              <a:tabLst/>
              <a:defRPr sz="1200" kern="1200">
                <a:solidFill>
                  <a:schemeClr val="tx2"/>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endParaRPr lang="en-GB" sz="2438" dirty="0">
              <a:solidFill>
                <a:srgbClr val="81BC00"/>
              </a:solidFill>
              <a:latin typeface="Arial"/>
            </a:endParaRPr>
          </a:p>
        </p:txBody>
      </p:sp>
    </p:spTree>
    <p:extLst>
      <p:ext uri="{BB962C8B-B14F-4D97-AF65-F5344CB8AC3E}">
        <p14:creationId xmlns:p14="http://schemas.microsoft.com/office/powerpoint/2010/main" val="3276417471"/>
      </p:ext>
    </p:extLst>
  </p:cSld>
  <p:clrMapOvr>
    <a:masterClrMapping/>
  </p:clrMapOvr>
  <p:transition>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Chart Placeholder 22"/>
          <p:cNvGraphicFramePr>
            <a:graphicFrameLocks noGrp="1"/>
          </p:cNvGraphicFramePr>
          <p:nvPr>
            <p:ph sz="quarter" idx="10"/>
            <p:extLst>
              <p:ext uri="{D42A27DB-BD31-4B8C-83A1-F6EECF244321}">
                <p14:modId xmlns:p14="http://schemas.microsoft.com/office/powerpoint/2010/main" val="2030253570"/>
              </p:ext>
            </p:extLst>
          </p:nvPr>
        </p:nvGraphicFramePr>
        <p:xfrm>
          <a:off x="365125" y="2021565"/>
          <a:ext cx="4475163" cy="443103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2" name="Chart Placeholder 21"/>
          <p:cNvGraphicFramePr>
            <a:graphicFrameLocks noGrp="1"/>
          </p:cNvGraphicFramePr>
          <p:nvPr>
            <p:ph sz="quarter" idx="20"/>
            <p:extLst>
              <p:ext uri="{D42A27DB-BD31-4B8C-83A1-F6EECF244321}">
                <p14:modId xmlns:p14="http://schemas.microsoft.com/office/powerpoint/2010/main" val="3318439177"/>
              </p:ext>
            </p:extLst>
          </p:nvPr>
        </p:nvGraphicFramePr>
        <p:xfrm>
          <a:off x="5075238" y="2070148"/>
          <a:ext cx="4475162" cy="4382454"/>
        </p:xfrm>
        <a:graphic>
          <a:graphicData uri="http://schemas.openxmlformats.org/drawingml/2006/chart">
            <c:chart xmlns:c="http://schemas.openxmlformats.org/drawingml/2006/chart" xmlns:r="http://schemas.openxmlformats.org/officeDocument/2006/relationships" r:id="rId4"/>
          </a:graphicData>
        </a:graphic>
      </p:graphicFrame>
      <p:sp>
        <p:nvSpPr>
          <p:cNvPr id="26" name="Text Placeholder 25"/>
          <p:cNvSpPr>
            <a:spLocks noGrp="1"/>
          </p:cNvSpPr>
          <p:nvPr>
            <p:ph type="body" sz="quarter" idx="13"/>
          </p:nvPr>
        </p:nvSpPr>
        <p:spPr/>
        <p:txBody>
          <a:bodyPr/>
          <a:lstStyle/>
          <a:p>
            <a:r>
              <a:rPr lang="en-US"/>
              <a:t>Chart title runs here (units)</a:t>
            </a:r>
            <a:endParaRPr lang="en-US" dirty="0"/>
          </a:p>
        </p:txBody>
      </p:sp>
      <p:sp>
        <p:nvSpPr>
          <p:cNvPr id="2" name="Title 1"/>
          <p:cNvSpPr>
            <a:spLocks noGrp="1"/>
          </p:cNvSpPr>
          <p:nvPr>
            <p:ph type="title"/>
          </p:nvPr>
        </p:nvSpPr>
        <p:spPr/>
        <p:txBody>
          <a:bodyPr/>
          <a:lstStyle/>
          <a:p>
            <a:r>
              <a:rPr lang="en-US" altLang="ja-JP"/>
              <a:t>Smoothed line charts </a:t>
            </a:r>
            <a:endParaRPr lang="en-US" dirty="0"/>
          </a:p>
        </p:txBody>
      </p:sp>
      <p:sp>
        <p:nvSpPr>
          <p:cNvPr id="4" name="Text Placeholder 25">
            <a:extLst>
              <a:ext uri="{FF2B5EF4-FFF2-40B4-BE49-F238E27FC236}">
                <a16:creationId xmlns:a16="http://schemas.microsoft.com/office/drawing/2014/main" id="{89CAD57B-B873-683C-301E-34DE56D3C110}"/>
              </a:ext>
            </a:extLst>
          </p:cNvPr>
          <p:cNvSpPr txBox="1">
            <a:spLocks/>
          </p:cNvSpPr>
          <p:nvPr/>
        </p:nvSpPr>
        <p:spPr>
          <a:xfrm>
            <a:off x="379600" y="1690304"/>
            <a:ext cx="4457698" cy="342900"/>
          </a:xfrm>
          <a:prstGeom prst="rect">
            <a:avLst/>
          </a:prstGeom>
        </p:spPr>
        <p:txBody>
          <a:bodyPr vert="horz" lIns="0" tIns="0" rIns="0" bIns="0" rtlCol="0">
            <a:noAutofit/>
          </a:bodyPr>
          <a:lstStyle>
            <a:lvl1pPr marL="0" indent="0" algn="l" defTabSz="914400" rtl="0" eaLnBrk="1" latinLnBrk="0" hangingPunct="1">
              <a:spcBef>
                <a:spcPts val="0"/>
              </a:spcBef>
              <a:spcAft>
                <a:spcPts val="600"/>
              </a:spcAft>
              <a:buSzPct val="100000"/>
              <a:buFontTx/>
              <a:buNone/>
              <a:tabLst>
                <a:tab pos="3771900" algn="r"/>
              </a:tabLst>
              <a:defRPr sz="1200" b="0" kern="1200">
                <a:solidFill>
                  <a:schemeClr val="tx1"/>
                </a:solidFill>
                <a:latin typeface="+mn-lt"/>
                <a:ea typeface="+mn-ea"/>
                <a:cs typeface="Calibri Light" panose="020F0302020204030204" pitchFamily="34" charset="0"/>
              </a:defRPr>
            </a:lvl1pPr>
            <a:lvl2pPr marL="104775" indent="-104775" algn="l" defTabSz="914400" rtl="0" eaLnBrk="1" latinLnBrk="0" hangingPunct="1">
              <a:spcBef>
                <a:spcPts val="0"/>
              </a:spcBef>
              <a:spcAft>
                <a:spcPts val="600"/>
              </a:spcAft>
              <a:buClrTx/>
              <a:buSzPct val="100000"/>
              <a:buFont typeface="Arial" panose="020B0604020202020204" pitchFamily="34" charset="0"/>
              <a:buChar char="•"/>
              <a:tabLst>
                <a:tab pos="3771900" algn="r"/>
              </a:tabLst>
              <a:defRPr lang="en-US" sz="1200" b="0" kern="1200">
                <a:solidFill>
                  <a:schemeClr val="tx1"/>
                </a:solidFill>
                <a:latin typeface="+mj-lt"/>
                <a:ea typeface="+mn-ea"/>
                <a:cs typeface="Calibri Light" panose="020F0302020204030204" pitchFamily="34" charset="0"/>
              </a:defRPr>
            </a:lvl2pPr>
            <a:lvl3pPr marL="228600" indent="-104775" algn="l" defTabSz="914400" rtl="0" eaLnBrk="1" latinLnBrk="0" hangingPunct="1">
              <a:spcBef>
                <a:spcPts val="0"/>
              </a:spcBef>
              <a:spcAft>
                <a:spcPts val="600"/>
              </a:spcAft>
              <a:buClrTx/>
              <a:buSzPct val="100000"/>
              <a:buFont typeface="Arial" panose="020B0604020202020204" pitchFamily="34" charset="0"/>
              <a:buChar char="−"/>
              <a:tabLst>
                <a:tab pos="3771900" algn="r"/>
              </a:tabLst>
              <a:defRPr lang="en-US" sz="1200" kern="1200">
                <a:solidFill>
                  <a:schemeClr val="tx1"/>
                </a:solidFill>
                <a:latin typeface="+mn-lt"/>
                <a:ea typeface="+mn-ea"/>
                <a:cs typeface="Calibri Light" panose="020F0302020204030204" pitchFamily="34" charset="0"/>
              </a:defRPr>
            </a:lvl3pPr>
            <a:lvl4pPr marL="352425" indent="-104775" algn="l" defTabSz="914400" rtl="0" eaLnBrk="1" latinLnBrk="0" hangingPunct="1">
              <a:spcBef>
                <a:spcPts val="0"/>
              </a:spcBef>
              <a:spcAft>
                <a:spcPts val="600"/>
              </a:spcAft>
              <a:buClrTx/>
              <a:buSzPct val="100000"/>
              <a:buFont typeface="Arial" panose="020B0604020202020204" pitchFamily="34" charset="0"/>
              <a:buChar char="◦"/>
              <a:tabLst>
                <a:tab pos="3771900" algn="r"/>
              </a:tabLst>
              <a:defRPr lang="en-US" sz="1200" kern="1200" baseline="0">
                <a:solidFill>
                  <a:schemeClr val="tx1"/>
                </a:solidFill>
                <a:latin typeface="+mn-lt"/>
                <a:ea typeface="+mn-ea"/>
                <a:cs typeface="Calibri Light" panose="020F0302020204030204" pitchFamily="34" charset="0"/>
              </a:defRPr>
            </a:lvl4pPr>
            <a:lvl5pPr marL="476250" indent="-104775" algn="l" defTabSz="798513" rtl="0" eaLnBrk="1" latinLnBrk="0" hangingPunct="1">
              <a:spcBef>
                <a:spcPts val="0"/>
              </a:spcBef>
              <a:spcAft>
                <a:spcPts val="600"/>
              </a:spcAft>
              <a:buClrTx/>
              <a:buSzPct val="100000"/>
              <a:buFont typeface="Arial" panose="020B0604020202020204" pitchFamily="34" charset="0"/>
              <a:buChar char="−"/>
              <a:tabLst>
                <a:tab pos="3771900" algn="r"/>
              </a:tabLst>
              <a:defRPr lang="en-US" sz="1200" kern="1200" baseline="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r>
              <a:rPr lang="en-US" dirty="0">
                <a:latin typeface="Aptos" panose="020B0004020202020204" pitchFamily="34" charset="0"/>
              </a:rPr>
              <a:t>Standard color format (units)</a:t>
            </a:r>
          </a:p>
        </p:txBody>
      </p:sp>
      <p:sp>
        <p:nvSpPr>
          <p:cNvPr id="5" name="Text Placeholder 3">
            <a:extLst>
              <a:ext uri="{FF2B5EF4-FFF2-40B4-BE49-F238E27FC236}">
                <a16:creationId xmlns:a16="http://schemas.microsoft.com/office/drawing/2014/main" id="{24A0F80D-5A81-2DB0-BC11-DF22DA2E79F3}"/>
              </a:ext>
            </a:extLst>
          </p:cNvPr>
          <p:cNvSpPr txBox="1">
            <a:spLocks/>
          </p:cNvSpPr>
          <p:nvPr/>
        </p:nvSpPr>
        <p:spPr>
          <a:xfrm>
            <a:off x="5080760" y="1690304"/>
            <a:ext cx="4457700" cy="292794"/>
          </a:xfrm>
          <a:prstGeom prst="rect">
            <a:avLst/>
          </a:prstGeom>
        </p:spPr>
        <p:txBody>
          <a:bodyPr vert="horz" lIns="0" tIns="0" rIns="0" bIns="0" rtlCol="0">
            <a:normAutofit/>
          </a:bodyPr>
          <a:lstStyle>
            <a:lvl1pPr marL="0" indent="0" algn="l" defTabSz="914400" rtl="0" eaLnBrk="1" latinLnBrk="0" hangingPunct="1">
              <a:spcBef>
                <a:spcPts val="0"/>
              </a:spcBef>
              <a:spcAft>
                <a:spcPts val="600"/>
              </a:spcAft>
              <a:buSzPct val="100000"/>
              <a:buFontTx/>
              <a:buNone/>
              <a:defRPr sz="12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600"/>
              </a:spcAft>
              <a:buClrTx/>
              <a:buSzPct val="100000"/>
              <a:buFont typeface="Arial" panose="020B0604020202020204" pitchFamily="34" charset="0"/>
              <a:buChar char="•"/>
              <a:defRPr lang="en-US" sz="1200" b="0"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60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60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r>
              <a:rPr lang="en-US" dirty="0">
                <a:latin typeface="Aptos" panose="020B0004020202020204" pitchFamily="34" charset="0"/>
              </a:rPr>
              <a:t>Highlight one segment color format (units)</a:t>
            </a:r>
          </a:p>
          <a:p>
            <a:endParaRPr lang="en-US" dirty="0">
              <a:latin typeface="Aptos" panose="020B0004020202020204" pitchFamily="34" charset="0"/>
            </a:endParaRPr>
          </a:p>
        </p:txBody>
      </p:sp>
    </p:spTree>
    <p:extLst>
      <p:ext uri="{BB962C8B-B14F-4D97-AF65-F5344CB8AC3E}">
        <p14:creationId xmlns:p14="http://schemas.microsoft.com/office/powerpoint/2010/main" val="1350531723"/>
      </p:ext>
    </p:extLst>
  </p:cSld>
  <p:clrMapOvr>
    <a:masterClrMapping/>
  </p:clrMapOvr>
  <p:transition>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pPr lvl="0"/>
            <a:r>
              <a:rPr lang="en-US" altLang="ja-JP"/>
              <a:t>Columns</a:t>
            </a:r>
            <a:endParaRPr lang="en-GB" dirty="0"/>
          </a:p>
        </p:txBody>
      </p:sp>
      <p:sp>
        <p:nvSpPr>
          <p:cNvPr id="12" name="Title 11"/>
          <p:cNvSpPr>
            <a:spLocks noGrp="1"/>
          </p:cNvSpPr>
          <p:nvPr>
            <p:ph type="title"/>
          </p:nvPr>
        </p:nvSpPr>
        <p:spPr/>
        <p:txBody>
          <a:bodyPr/>
          <a:lstStyle/>
          <a:p>
            <a:r>
              <a:rPr lang="en-US" altLang="ja-JP"/>
              <a:t>Waterfall </a:t>
            </a:r>
            <a:endParaRPr lang="en-US" dirty="0"/>
          </a:p>
        </p:txBody>
      </p:sp>
      <p:graphicFrame>
        <p:nvGraphicFramePr>
          <p:cNvPr id="15" name="Chart Placeholder 14"/>
          <p:cNvGraphicFramePr>
            <a:graphicFrameLocks noGrp="1"/>
          </p:cNvGraphicFramePr>
          <p:nvPr>
            <p:ph idx="1"/>
            <p:extLst>
              <p:ext uri="{D42A27DB-BD31-4B8C-83A1-F6EECF244321}">
                <p14:modId xmlns:p14="http://schemas.microsoft.com/office/powerpoint/2010/main" val="2419364759"/>
              </p:ext>
            </p:extLst>
          </p:nvPr>
        </p:nvGraphicFramePr>
        <p:xfrm>
          <a:off x="384175" y="1987546"/>
          <a:ext cx="9144000" cy="4679950"/>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 Placeholder 3"/>
          <p:cNvSpPr>
            <a:spLocks noGrp="1"/>
          </p:cNvSpPr>
          <p:nvPr>
            <p:ph sz="quarter" idx="4294967295"/>
          </p:nvPr>
        </p:nvSpPr>
        <p:spPr>
          <a:xfrm>
            <a:off x="0" y="1682750"/>
            <a:ext cx="9101138" cy="293688"/>
          </a:xfrm>
          <a:prstGeom prst="rect">
            <a:avLst/>
          </a:prstGeom>
        </p:spPr>
        <p:txBody>
          <a:bodyPr/>
          <a:lstStyle/>
          <a:p>
            <a:r>
              <a:rPr lang="en-US" dirty="0"/>
              <a:t>Chart title</a:t>
            </a:r>
          </a:p>
        </p:txBody>
      </p:sp>
    </p:spTree>
    <p:extLst>
      <p:ext uri="{BB962C8B-B14F-4D97-AF65-F5344CB8AC3E}">
        <p14:creationId xmlns:p14="http://schemas.microsoft.com/office/powerpoint/2010/main" val="433030765"/>
      </p:ext>
    </p:extLst>
  </p:cSld>
  <p:clrMapOvr>
    <a:masterClrMapping/>
  </p:clrMapOvr>
  <p:transition>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pPr lvl="0"/>
            <a:r>
              <a:rPr lang="en-US" altLang="ja-JP"/>
              <a:t>Columns </a:t>
            </a:r>
            <a:r>
              <a:rPr lang="en-US"/>
              <a:t>without gaps</a:t>
            </a:r>
            <a:endParaRPr lang="en-GB" dirty="0"/>
          </a:p>
        </p:txBody>
      </p:sp>
      <p:sp>
        <p:nvSpPr>
          <p:cNvPr id="12" name="Title 11"/>
          <p:cNvSpPr>
            <a:spLocks noGrp="1"/>
          </p:cNvSpPr>
          <p:nvPr>
            <p:ph type="title"/>
          </p:nvPr>
        </p:nvSpPr>
        <p:spPr/>
        <p:txBody>
          <a:bodyPr/>
          <a:lstStyle/>
          <a:p>
            <a:r>
              <a:rPr lang="en-US" altLang="ja-JP"/>
              <a:t>Waterfall </a:t>
            </a:r>
            <a:endParaRPr lang="en-US" dirty="0"/>
          </a:p>
        </p:txBody>
      </p:sp>
      <p:graphicFrame>
        <p:nvGraphicFramePr>
          <p:cNvPr id="16" name="Chart Placeholder 15"/>
          <p:cNvGraphicFramePr>
            <a:graphicFrameLocks noGrp="1"/>
          </p:cNvGraphicFramePr>
          <p:nvPr>
            <p:ph idx="1"/>
            <p:extLst>
              <p:ext uri="{D42A27DB-BD31-4B8C-83A1-F6EECF244321}">
                <p14:modId xmlns:p14="http://schemas.microsoft.com/office/powerpoint/2010/main" val="2007557254"/>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895991426"/>
      </p:ext>
    </p:extLst>
  </p:cSld>
  <p:clrMapOvr>
    <a:masterClrMapping/>
  </p:clrMapOvr>
  <p:transition>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pPr lvl="0"/>
            <a:r>
              <a:rPr lang="en-US" altLang="ja-JP"/>
              <a:t>B</a:t>
            </a:r>
            <a:r>
              <a:rPr lang="en-US"/>
              <a:t>ars</a:t>
            </a:r>
            <a:endParaRPr lang="en-GB" dirty="0"/>
          </a:p>
        </p:txBody>
      </p:sp>
      <p:sp>
        <p:nvSpPr>
          <p:cNvPr id="12" name="Title 11"/>
          <p:cNvSpPr>
            <a:spLocks noGrp="1"/>
          </p:cNvSpPr>
          <p:nvPr>
            <p:ph type="title"/>
          </p:nvPr>
        </p:nvSpPr>
        <p:spPr/>
        <p:txBody>
          <a:bodyPr/>
          <a:lstStyle/>
          <a:p>
            <a:r>
              <a:rPr lang="en-US" altLang="ja-JP"/>
              <a:t>Waterfall </a:t>
            </a:r>
            <a:endParaRPr lang="en-US" dirty="0"/>
          </a:p>
        </p:txBody>
      </p:sp>
      <p:graphicFrame>
        <p:nvGraphicFramePr>
          <p:cNvPr id="16" name="Chart Placeholder 15"/>
          <p:cNvGraphicFramePr>
            <a:graphicFrameLocks noGrp="1"/>
          </p:cNvGraphicFramePr>
          <p:nvPr>
            <p:ph idx="1"/>
            <p:extLst>
              <p:ext uri="{D42A27DB-BD31-4B8C-83A1-F6EECF244321}">
                <p14:modId xmlns:p14="http://schemas.microsoft.com/office/powerpoint/2010/main" val="1461895792"/>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905957652"/>
      </p:ext>
    </p:extLst>
  </p:cSld>
  <p:clrMapOvr>
    <a:masterClrMapping/>
  </p:clrMapOvr>
  <p:transition>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pPr lvl="0"/>
            <a:r>
              <a:rPr lang="en-US" altLang="ja-JP"/>
              <a:t>B</a:t>
            </a:r>
            <a:r>
              <a:rPr lang="en-US"/>
              <a:t>ars with</a:t>
            </a:r>
            <a:r>
              <a:rPr lang="en-US" altLang="ja-JP"/>
              <a:t>out</a:t>
            </a:r>
            <a:r>
              <a:rPr lang="en-US"/>
              <a:t> gaps</a:t>
            </a:r>
            <a:endParaRPr lang="en-GB" dirty="0"/>
          </a:p>
        </p:txBody>
      </p:sp>
      <p:sp>
        <p:nvSpPr>
          <p:cNvPr id="12" name="Title 11"/>
          <p:cNvSpPr>
            <a:spLocks noGrp="1"/>
          </p:cNvSpPr>
          <p:nvPr>
            <p:ph type="title"/>
          </p:nvPr>
        </p:nvSpPr>
        <p:spPr/>
        <p:txBody>
          <a:bodyPr/>
          <a:lstStyle/>
          <a:p>
            <a:r>
              <a:rPr lang="en-US" altLang="ja-JP"/>
              <a:t>Waterfall </a:t>
            </a:r>
            <a:endParaRPr lang="en-US" dirty="0"/>
          </a:p>
        </p:txBody>
      </p:sp>
      <p:graphicFrame>
        <p:nvGraphicFramePr>
          <p:cNvPr id="16" name="Chart Placeholder 15"/>
          <p:cNvGraphicFramePr>
            <a:graphicFrameLocks noGrp="1"/>
          </p:cNvGraphicFramePr>
          <p:nvPr>
            <p:ph idx="1"/>
            <p:extLst>
              <p:ext uri="{D42A27DB-BD31-4B8C-83A1-F6EECF244321}">
                <p14:modId xmlns:p14="http://schemas.microsoft.com/office/powerpoint/2010/main" val="1329257823"/>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775256467"/>
      </p:ext>
    </p:extLst>
  </p:cSld>
  <p:clrMapOvr>
    <a:masterClrMapping/>
  </p:clrMapOvr>
  <p:transition>
    <p:fade/>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a:t>Subtitle runs here</a:t>
            </a:r>
            <a:endParaRPr lang="en-US" dirty="0"/>
          </a:p>
        </p:txBody>
      </p:sp>
      <p:sp>
        <p:nvSpPr>
          <p:cNvPr id="2" name="Title 1"/>
          <p:cNvSpPr>
            <a:spLocks noGrp="1"/>
          </p:cNvSpPr>
          <p:nvPr>
            <p:ph type="title"/>
          </p:nvPr>
        </p:nvSpPr>
        <p:spPr/>
        <p:txBody>
          <a:bodyPr/>
          <a:lstStyle/>
          <a:p>
            <a:r>
              <a:rPr lang="en-US"/>
              <a:t>High-low</a:t>
            </a:r>
            <a:r>
              <a:rPr lang="en-US" altLang="ja-JP"/>
              <a:t>-median c</a:t>
            </a:r>
            <a:r>
              <a:rPr lang="en-US"/>
              <a:t>hart</a:t>
            </a:r>
            <a:r>
              <a:rPr lang="en-US" altLang="ja-JP"/>
              <a:t> </a:t>
            </a:r>
            <a:endParaRPr lang="en-US" dirty="0"/>
          </a:p>
        </p:txBody>
      </p:sp>
      <p:graphicFrame>
        <p:nvGraphicFramePr>
          <p:cNvPr id="20" name="Chart Placeholder 15"/>
          <p:cNvGraphicFramePr>
            <a:graphicFrameLocks noGrp="1"/>
          </p:cNvGraphicFramePr>
          <p:nvPr>
            <p:ph idx="1"/>
            <p:extLst>
              <p:ext uri="{D42A27DB-BD31-4B8C-83A1-F6EECF244321}">
                <p14:modId xmlns:p14="http://schemas.microsoft.com/office/powerpoint/2010/main" val="1613501504"/>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17785877"/>
      </p:ext>
    </p:extLst>
  </p:cSld>
  <p:clrMapOvr>
    <a:masterClrMapping/>
  </p:clrMapOvr>
  <p:transition>
    <p:fade/>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a:t>Subtitle runs here</a:t>
            </a:r>
            <a:endParaRPr lang="en-US" dirty="0"/>
          </a:p>
        </p:txBody>
      </p:sp>
      <p:sp>
        <p:nvSpPr>
          <p:cNvPr id="2" name="Title 1"/>
          <p:cNvSpPr>
            <a:spLocks noGrp="1"/>
          </p:cNvSpPr>
          <p:nvPr>
            <p:ph type="title"/>
          </p:nvPr>
        </p:nvSpPr>
        <p:spPr/>
        <p:txBody>
          <a:bodyPr/>
          <a:lstStyle/>
          <a:p>
            <a:r>
              <a:rPr lang="en-US"/>
              <a:t>Stock/</a:t>
            </a:r>
            <a:r>
              <a:rPr lang="en-US" altLang="ja-JP"/>
              <a:t>e</a:t>
            </a:r>
            <a:r>
              <a:rPr lang="en-US"/>
              <a:t>levator </a:t>
            </a:r>
            <a:r>
              <a:rPr lang="en-US" altLang="ja-JP"/>
              <a:t>c</a:t>
            </a:r>
            <a:r>
              <a:rPr lang="en-US"/>
              <a:t>hart</a:t>
            </a:r>
            <a:r>
              <a:rPr lang="en-US" altLang="ja-JP"/>
              <a:t> </a:t>
            </a:r>
            <a:endParaRPr lang="en-US" dirty="0"/>
          </a:p>
        </p:txBody>
      </p:sp>
      <p:graphicFrame>
        <p:nvGraphicFramePr>
          <p:cNvPr id="17" name="Chart Placeholder 16"/>
          <p:cNvGraphicFramePr>
            <a:graphicFrameLocks noGrp="1"/>
          </p:cNvGraphicFramePr>
          <p:nvPr>
            <p:ph idx="1"/>
            <p:extLst>
              <p:ext uri="{D42A27DB-BD31-4B8C-83A1-F6EECF244321}">
                <p14:modId xmlns:p14="http://schemas.microsoft.com/office/powerpoint/2010/main" val="829069830"/>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636265116"/>
      </p:ext>
    </p:extLst>
  </p:cSld>
  <p:clrMapOvr>
    <a:masterClrMapping/>
  </p:clrMapOvr>
  <p:transition>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a:t>Subtitle runs here</a:t>
            </a:r>
            <a:endParaRPr lang="en-US" dirty="0"/>
          </a:p>
        </p:txBody>
      </p:sp>
      <p:sp>
        <p:nvSpPr>
          <p:cNvPr id="2" name="Title 1"/>
          <p:cNvSpPr>
            <a:spLocks noGrp="1"/>
          </p:cNvSpPr>
          <p:nvPr>
            <p:ph type="title"/>
          </p:nvPr>
        </p:nvSpPr>
        <p:spPr/>
        <p:txBody>
          <a:bodyPr/>
          <a:lstStyle/>
          <a:p>
            <a:r>
              <a:rPr lang="en-US"/>
              <a:t>Scatter chart</a:t>
            </a:r>
            <a:r>
              <a:rPr lang="en-US" altLang="ja-JP"/>
              <a:t> </a:t>
            </a:r>
            <a:endParaRPr lang="en-US" dirty="0"/>
          </a:p>
        </p:txBody>
      </p:sp>
      <p:graphicFrame>
        <p:nvGraphicFramePr>
          <p:cNvPr id="16" name="Chart Placeholder 15"/>
          <p:cNvGraphicFramePr>
            <a:graphicFrameLocks noGrp="1"/>
          </p:cNvGraphicFramePr>
          <p:nvPr>
            <p:ph idx="1"/>
            <p:extLst>
              <p:ext uri="{D42A27DB-BD31-4B8C-83A1-F6EECF244321}">
                <p14:modId xmlns:p14="http://schemas.microsoft.com/office/powerpoint/2010/main" val="3984653211"/>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995844030"/>
      </p:ext>
    </p:extLst>
  </p:cSld>
  <p:clrMapOvr>
    <a:masterClrMapping/>
  </p:clrMapOvr>
  <p:transition>
    <p:fade/>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a:t>Subtitle runs here</a:t>
            </a:r>
            <a:endParaRPr lang="en-US" dirty="0"/>
          </a:p>
        </p:txBody>
      </p:sp>
      <p:sp>
        <p:nvSpPr>
          <p:cNvPr id="2" name="Title 1"/>
          <p:cNvSpPr>
            <a:spLocks noGrp="1"/>
          </p:cNvSpPr>
          <p:nvPr>
            <p:ph type="title"/>
          </p:nvPr>
        </p:nvSpPr>
        <p:spPr/>
        <p:txBody>
          <a:bodyPr/>
          <a:lstStyle/>
          <a:p>
            <a:r>
              <a:rPr lang="en-US"/>
              <a:t>Bubble chart</a:t>
            </a:r>
            <a:r>
              <a:rPr lang="en-US" altLang="ja-JP"/>
              <a:t> </a:t>
            </a:r>
            <a:endParaRPr lang="en-US" dirty="0"/>
          </a:p>
        </p:txBody>
      </p:sp>
      <p:graphicFrame>
        <p:nvGraphicFramePr>
          <p:cNvPr id="16" name="Chart Placeholder 15"/>
          <p:cNvGraphicFramePr>
            <a:graphicFrameLocks noGrp="1"/>
          </p:cNvGraphicFramePr>
          <p:nvPr>
            <p:ph idx="1"/>
            <p:extLst>
              <p:ext uri="{D42A27DB-BD31-4B8C-83A1-F6EECF244321}">
                <p14:modId xmlns:p14="http://schemas.microsoft.com/office/powerpoint/2010/main" val="1529906163"/>
              </p:ext>
            </p:extLst>
          </p:nvPr>
        </p:nvGraphicFramePr>
        <p:xfrm>
          <a:off x="384175" y="1682750"/>
          <a:ext cx="9144000" cy="46799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087479646"/>
      </p:ext>
    </p:extLst>
  </p:cSld>
  <p:clrMapOvr>
    <a:masterClrMapping/>
  </p:clrMapOvr>
  <p:transition>
    <p:fade/>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a:t>Subtitle runs here</a:t>
            </a:r>
            <a:endParaRPr lang="en-US" dirty="0"/>
          </a:p>
        </p:txBody>
      </p:sp>
      <p:sp>
        <p:nvSpPr>
          <p:cNvPr id="668673" name="Title 1"/>
          <p:cNvSpPr>
            <a:spLocks noGrp="1"/>
          </p:cNvSpPr>
          <p:nvPr>
            <p:ph type="title"/>
          </p:nvPr>
        </p:nvSpPr>
        <p:spPr/>
        <p:txBody>
          <a:bodyPr/>
          <a:lstStyle/>
          <a:p>
            <a:r>
              <a:rPr lang="en-US" altLang="ja-JP"/>
              <a:t>Driver tree chart </a:t>
            </a:r>
            <a:endParaRPr lang="en-US" dirty="0"/>
          </a:p>
        </p:txBody>
      </p:sp>
      <p:sp>
        <p:nvSpPr>
          <p:cNvPr id="5" name="Content Placeholder 4">
            <a:extLst>
              <a:ext uri="{FF2B5EF4-FFF2-40B4-BE49-F238E27FC236}">
                <a16:creationId xmlns:a16="http://schemas.microsoft.com/office/drawing/2014/main" id="{A31C2E1E-79F4-280E-CB35-7ED211DCD827}"/>
              </a:ext>
            </a:extLst>
          </p:cNvPr>
          <p:cNvSpPr>
            <a:spLocks noGrp="1"/>
          </p:cNvSpPr>
          <p:nvPr>
            <p:ph idx="1"/>
          </p:nvPr>
        </p:nvSpPr>
        <p:spPr/>
        <p:txBody>
          <a:bodyPr/>
          <a:lstStyle/>
          <a:p>
            <a:r>
              <a:rPr lang="en-US" dirty="0"/>
              <a:t>Title</a:t>
            </a:r>
          </a:p>
        </p:txBody>
      </p:sp>
      <p:grpSp>
        <p:nvGrpSpPr>
          <p:cNvPr id="3" name="Group 2">
            <a:extLst>
              <a:ext uri="{FF2B5EF4-FFF2-40B4-BE49-F238E27FC236}">
                <a16:creationId xmlns:a16="http://schemas.microsoft.com/office/drawing/2014/main" id="{A80CF369-20CD-4064-AE5B-D2A0B77783AD}"/>
              </a:ext>
            </a:extLst>
          </p:cNvPr>
          <p:cNvGrpSpPr/>
          <p:nvPr/>
        </p:nvGrpSpPr>
        <p:grpSpPr>
          <a:xfrm>
            <a:off x="419200" y="2248794"/>
            <a:ext cx="9079211" cy="3084434"/>
            <a:chOff x="1889760" y="1976438"/>
            <a:chExt cx="8416290" cy="3796227"/>
          </a:xfrm>
        </p:grpSpPr>
        <p:cxnSp>
          <p:nvCxnSpPr>
            <p:cNvPr id="42" name="Elbow Connector 41"/>
            <p:cNvCxnSpPr>
              <a:stCxn id="44" idx="3"/>
              <a:endCxn id="53" idx="1"/>
            </p:cNvCxnSpPr>
            <p:nvPr/>
          </p:nvCxnSpPr>
          <p:spPr>
            <a:xfrm flipV="1">
              <a:off x="7242520" y="2885021"/>
              <a:ext cx="686091" cy="514993"/>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43" name="Elbow Connector 42"/>
            <p:cNvCxnSpPr>
              <a:stCxn id="44" idx="3"/>
              <a:endCxn id="60" idx="1"/>
            </p:cNvCxnSpPr>
            <p:nvPr/>
          </p:nvCxnSpPr>
          <p:spPr>
            <a:xfrm>
              <a:off x="7242520" y="3400013"/>
              <a:ext cx="686091" cy="1198486"/>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32" name="Elbow Connector 31"/>
            <p:cNvCxnSpPr>
              <a:stCxn id="14" idx="3"/>
              <a:endCxn id="44" idx="1"/>
            </p:cNvCxnSpPr>
            <p:nvPr/>
          </p:nvCxnSpPr>
          <p:spPr>
            <a:xfrm flipV="1">
              <a:off x="4267201" y="3400013"/>
              <a:ext cx="597879" cy="866286"/>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35" name="Elbow Connector 34"/>
            <p:cNvCxnSpPr>
              <a:stCxn id="14" idx="3"/>
              <a:endCxn id="48" idx="1"/>
            </p:cNvCxnSpPr>
            <p:nvPr/>
          </p:nvCxnSpPr>
          <p:spPr>
            <a:xfrm>
              <a:off x="4267201" y="4266299"/>
              <a:ext cx="597879" cy="866286"/>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48" name="Rectangle 47"/>
            <p:cNvSpPr>
              <a:spLocks noChangeArrowheads="1"/>
            </p:cNvSpPr>
            <p:nvPr/>
          </p:nvSpPr>
          <p:spPr bwMode="auto">
            <a:xfrm>
              <a:off x="4865079" y="4492505"/>
              <a:ext cx="2377440" cy="1280160"/>
            </a:xfrm>
            <a:prstGeom prst="rect">
              <a:avLst/>
            </a:prstGeom>
            <a:noFill/>
            <a:ln w="9525" algn="ctr">
              <a:solidFill>
                <a:schemeClr val="bg2">
                  <a:lumMod val="90000"/>
                </a:schemeClr>
              </a:solidFill>
              <a:miter lim="800000"/>
              <a:headEnd/>
              <a:tailEnd/>
            </a:ln>
          </p:spPr>
          <p:txBody>
            <a:bodyPr lIns="72231" tIns="72231" rIns="72231" bIns="72231"/>
            <a:lstStyle/>
            <a:p>
              <a:pPr marL="292201" indent="-292201" defTabSz="778392">
                <a:lnSpc>
                  <a:spcPct val="106000"/>
                </a:lnSpc>
                <a:spcBef>
                  <a:spcPts val="1092"/>
                </a:spcBef>
                <a:defRPr/>
              </a:pPr>
              <a:endParaRPr lang="en-US" sz="975" dirty="0">
                <a:solidFill>
                  <a:srgbClr val="002776"/>
                </a:solidFill>
                <a:latin typeface="Arial"/>
              </a:endParaRPr>
            </a:p>
          </p:txBody>
        </p:sp>
        <p:graphicFrame>
          <p:nvGraphicFramePr>
            <p:cNvPr id="51" name="Chart 50"/>
            <p:cNvGraphicFramePr/>
            <p:nvPr>
              <p:extLst>
                <p:ext uri="{D42A27DB-BD31-4B8C-83A1-F6EECF244321}">
                  <p14:modId xmlns:p14="http://schemas.microsoft.com/office/powerpoint/2010/main" val="1984115390"/>
                </p:ext>
              </p:extLst>
            </p:nvPr>
          </p:nvGraphicFramePr>
          <p:xfrm>
            <a:off x="4964014" y="4557278"/>
            <a:ext cx="2179573" cy="1195057"/>
          </p:xfrm>
          <a:graphic>
            <a:graphicData uri="http://schemas.openxmlformats.org/drawingml/2006/chart">
              <c:chart xmlns:c="http://schemas.openxmlformats.org/drawingml/2006/chart" xmlns:r="http://schemas.openxmlformats.org/officeDocument/2006/relationships" r:id="rId3"/>
            </a:graphicData>
          </a:graphic>
        </p:graphicFrame>
        <p:sp>
          <p:nvSpPr>
            <p:cNvPr id="47" name="Text Box 10"/>
            <p:cNvSpPr txBox="1">
              <a:spLocks noChangeArrowheads="1"/>
            </p:cNvSpPr>
            <p:nvPr/>
          </p:nvSpPr>
          <p:spPr bwMode="auto">
            <a:xfrm>
              <a:off x="4865079" y="4224003"/>
              <a:ext cx="2377440" cy="274320"/>
            </a:xfrm>
            <a:prstGeom prst="rect">
              <a:avLst/>
            </a:prstGeom>
            <a:solidFill>
              <a:schemeClr val="accent3"/>
            </a:solidFill>
            <a:ln w="9525" algn="ctr">
              <a:solidFill>
                <a:schemeClr val="accent3"/>
              </a:solidFill>
              <a:miter lim="800000"/>
              <a:headEnd/>
              <a:tailEnd type="none" w="sm" len="med"/>
            </a:ln>
          </p:spPr>
          <p:txBody>
            <a:bodyPr lIns="72231" tIns="72231" rIns="72231" bIns="72231" anchor="ctr" anchorCtr="0"/>
            <a:lstStyle/>
            <a:p>
              <a:pPr defTabSz="777796"/>
              <a:r>
                <a:rPr lang="en-US" sz="975" b="1" dirty="0">
                  <a:solidFill>
                    <a:schemeClr val="bg1"/>
                  </a:solidFill>
                  <a:latin typeface="Aptos" panose="020B0004020202020204" pitchFamily="34" charset="0"/>
                </a:rPr>
                <a:t>Text</a:t>
              </a:r>
            </a:p>
          </p:txBody>
        </p:sp>
        <p:sp>
          <p:nvSpPr>
            <p:cNvPr id="14" name="Rectangle 13"/>
            <p:cNvSpPr>
              <a:spLocks noChangeArrowheads="1"/>
            </p:cNvSpPr>
            <p:nvPr/>
          </p:nvSpPr>
          <p:spPr bwMode="auto">
            <a:xfrm>
              <a:off x="1889760" y="3626219"/>
              <a:ext cx="2377440" cy="1280160"/>
            </a:xfrm>
            <a:prstGeom prst="rect">
              <a:avLst/>
            </a:prstGeom>
            <a:noFill/>
            <a:ln w="9525" algn="ctr">
              <a:solidFill>
                <a:schemeClr val="bg2">
                  <a:lumMod val="90000"/>
                </a:schemeClr>
              </a:solidFill>
              <a:miter lim="800000"/>
              <a:headEnd/>
              <a:tailEnd/>
            </a:ln>
          </p:spPr>
          <p:txBody>
            <a:bodyPr lIns="72231" tIns="72231" rIns="72231" bIns="72231"/>
            <a:lstStyle/>
            <a:p>
              <a:pPr marL="292201" indent="-292201" defTabSz="778392">
                <a:lnSpc>
                  <a:spcPct val="106000"/>
                </a:lnSpc>
                <a:spcBef>
                  <a:spcPts val="1092"/>
                </a:spcBef>
                <a:defRPr/>
              </a:pPr>
              <a:endParaRPr lang="en-US" sz="975" dirty="0">
                <a:solidFill>
                  <a:srgbClr val="002776"/>
                </a:solidFill>
                <a:latin typeface="Arial"/>
              </a:endParaRPr>
            </a:p>
          </p:txBody>
        </p:sp>
        <p:graphicFrame>
          <p:nvGraphicFramePr>
            <p:cNvPr id="37" name="Chart 36"/>
            <p:cNvGraphicFramePr/>
            <p:nvPr>
              <p:extLst>
                <p:ext uri="{D42A27DB-BD31-4B8C-83A1-F6EECF244321}">
                  <p14:modId xmlns:p14="http://schemas.microsoft.com/office/powerpoint/2010/main" val="2137047297"/>
                </p:ext>
              </p:extLst>
            </p:nvPr>
          </p:nvGraphicFramePr>
          <p:xfrm>
            <a:off x="1988695" y="3689916"/>
            <a:ext cx="2179573" cy="1195057"/>
          </p:xfrm>
          <a:graphic>
            <a:graphicData uri="http://schemas.openxmlformats.org/drawingml/2006/chart">
              <c:chart xmlns:c="http://schemas.openxmlformats.org/drawingml/2006/chart" xmlns:r="http://schemas.openxmlformats.org/officeDocument/2006/relationships" r:id="rId4"/>
            </a:graphicData>
          </a:graphic>
        </p:graphicFrame>
        <p:sp>
          <p:nvSpPr>
            <p:cNvPr id="668708" name="Text Box 10"/>
            <p:cNvSpPr txBox="1">
              <a:spLocks noChangeArrowheads="1"/>
            </p:cNvSpPr>
            <p:nvPr/>
          </p:nvSpPr>
          <p:spPr bwMode="auto">
            <a:xfrm>
              <a:off x="1889760" y="3356641"/>
              <a:ext cx="2377440" cy="274320"/>
            </a:xfrm>
            <a:prstGeom prst="rect">
              <a:avLst/>
            </a:prstGeom>
            <a:solidFill>
              <a:schemeClr val="accent3"/>
            </a:solidFill>
            <a:ln w="9525" algn="ctr">
              <a:solidFill>
                <a:schemeClr val="accent3"/>
              </a:solidFill>
              <a:miter lim="800000"/>
              <a:headEnd/>
              <a:tailEnd type="none" w="sm" len="med"/>
            </a:ln>
          </p:spPr>
          <p:txBody>
            <a:bodyPr lIns="72231" tIns="72231" rIns="72231" bIns="72231" anchor="ctr" anchorCtr="0"/>
            <a:lstStyle/>
            <a:p>
              <a:pPr defTabSz="777796"/>
              <a:r>
                <a:rPr lang="en-US" sz="1000" b="1" dirty="0">
                  <a:solidFill>
                    <a:schemeClr val="bg1"/>
                  </a:solidFill>
                  <a:latin typeface="Aptos" panose="020B0004020202020204" pitchFamily="34" charset="0"/>
                </a:rPr>
                <a:t>Text</a:t>
              </a:r>
            </a:p>
          </p:txBody>
        </p:sp>
        <p:sp>
          <p:nvSpPr>
            <p:cNvPr id="44" name="Rectangle 43"/>
            <p:cNvSpPr>
              <a:spLocks noChangeArrowheads="1"/>
            </p:cNvSpPr>
            <p:nvPr/>
          </p:nvSpPr>
          <p:spPr bwMode="auto">
            <a:xfrm>
              <a:off x="4865079" y="2759933"/>
              <a:ext cx="2377440" cy="1280160"/>
            </a:xfrm>
            <a:prstGeom prst="rect">
              <a:avLst/>
            </a:prstGeom>
            <a:noFill/>
            <a:ln w="9525" algn="ctr">
              <a:solidFill>
                <a:schemeClr val="bg2">
                  <a:lumMod val="90000"/>
                </a:schemeClr>
              </a:solidFill>
              <a:miter lim="800000"/>
              <a:headEnd/>
              <a:tailEnd/>
            </a:ln>
          </p:spPr>
          <p:txBody>
            <a:bodyPr lIns="72231" tIns="72231" rIns="72231" bIns="72231"/>
            <a:lstStyle/>
            <a:p>
              <a:pPr marL="292201" indent="-292201" defTabSz="778392">
                <a:lnSpc>
                  <a:spcPct val="106000"/>
                </a:lnSpc>
                <a:spcBef>
                  <a:spcPts val="1092"/>
                </a:spcBef>
                <a:defRPr/>
              </a:pPr>
              <a:endParaRPr lang="en-US" sz="975" dirty="0">
                <a:solidFill>
                  <a:srgbClr val="002776"/>
                </a:solidFill>
                <a:latin typeface="Arial"/>
              </a:endParaRPr>
            </a:p>
          </p:txBody>
        </p:sp>
        <p:graphicFrame>
          <p:nvGraphicFramePr>
            <p:cNvPr id="46" name="Chart 45"/>
            <p:cNvGraphicFramePr/>
            <p:nvPr>
              <p:extLst>
                <p:ext uri="{D42A27DB-BD31-4B8C-83A1-F6EECF244321}">
                  <p14:modId xmlns:p14="http://schemas.microsoft.com/office/powerpoint/2010/main" val="702479889"/>
                </p:ext>
              </p:extLst>
            </p:nvPr>
          </p:nvGraphicFramePr>
          <p:xfrm>
            <a:off x="4964014" y="2824706"/>
            <a:ext cx="2179573" cy="1195057"/>
          </p:xfrm>
          <a:graphic>
            <a:graphicData uri="http://schemas.openxmlformats.org/drawingml/2006/chart">
              <c:chart xmlns:c="http://schemas.openxmlformats.org/drawingml/2006/chart" xmlns:r="http://schemas.openxmlformats.org/officeDocument/2006/relationships" r:id="rId5"/>
            </a:graphicData>
          </a:graphic>
        </p:graphicFrame>
        <p:sp>
          <p:nvSpPr>
            <p:cNvPr id="668706" name="Text Box 10"/>
            <p:cNvSpPr txBox="1">
              <a:spLocks noChangeArrowheads="1"/>
            </p:cNvSpPr>
            <p:nvPr/>
          </p:nvSpPr>
          <p:spPr bwMode="auto">
            <a:xfrm>
              <a:off x="4865079" y="2487429"/>
              <a:ext cx="2377440" cy="274320"/>
            </a:xfrm>
            <a:prstGeom prst="rect">
              <a:avLst/>
            </a:prstGeom>
            <a:solidFill>
              <a:schemeClr val="accent3"/>
            </a:solidFill>
            <a:ln w="9525" algn="ctr">
              <a:solidFill>
                <a:schemeClr val="accent3"/>
              </a:solidFill>
              <a:miter lim="800000"/>
              <a:headEnd/>
              <a:tailEnd type="none" w="sm" len="med"/>
            </a:ln>
          </p:spPr>
          <p:txBody>
            <a:bodyPr lIns="72231" tIns="72231" rIns="72231" bIns="72231" anchor="ctr" anchorCtr="0"/>
            <a:lstStyle/>
            <a:p>
              <a:pPr defTabSz="777796"/>
              <a:r>
                <a:rPr lang="en-US" sz="975" b="1" dirty="0">
                  <a:solidFill>
                    <a:schemeClr val="bg1"/>
                  </a:solidFill>
                  <a:latin typeface="Aptos" panose="020B0004020202020204" pitchFamily="34" charset="0"/>
                </a:rPr>
                <a:t>Text</a:t>
              </a:r>
            </a:p>
          </p:txBody>
        </p:sp>
        <p:sp>
          <p:nvSpPr>
            <p:cNvPr id="53" name="Rectangle 52"/>
            <p:cNvSpPr>
              <a:spLocks noChangeArrowheads="1"/>
            </p:cNvSpPr>
            <p:nvPr/>
          </p:nvSpPr>
          <p:spPr bwMode="auto">
            <a:xfrm>
              <a:off x="7928610" y="2244940"/>
              <a:ext cx="2377440" cy="1280160"/>
            </a:xfrm>
            <a:prstGeom prst="rect">
              <a:avLst/>
            </a:prstGeom>
            <a:noFill/>
            <a:ln w="9525" algn="ctr">
              <a:solidFill>
                <a:schemeClr val="bg2">
                  <a:lumMod val="90000"/>
                </a:schemeClr>
              </a:solidFill>
              <a:miter lim="800000"/>
              <a:headEnd/>
              <a:tailEnd/>
            </a:ln>
          </p:spPr>
          <p:txBody>
            <a:bodyPr lIns="72231" tIns="72231" rIns="72231" bIns="72231"/>
            <a:lstStyle/>
            <a:p>
              <a:pPr marL="292201" indent="-292201" defTabSz="778392">
                <a:lnSpc>
                  <a:spcPct val="106000"/>
                </a:lnSpc>
                <a:spcBef>
                  <a:spcPts val="1092"/>
                </a:spcBef>
                <a:defRPr/>
              </a:pPr>
              <a:endParaRPr lang="en-US" sz="975" dirty="0">
                <a:solidFill>
                  <a:srgbClr val="002776"/>
                </a:solidFill>
                <a:latin typeface="Arial"/>
              </a:endParaRPr>
            </a:p>
          </p:txBody>
        </p:sp>
        <p:graphicFrame>
          <p:nvGraphicFramePr>
            <p:cNvPr id="54" name="Chart 53"/>
            <p:cNvGraphicFramePr/>
            <p:nvPr>
              <p:extLst>
                <p:ext uri="{D42A27DB-BD31-4B8C-83A1-F6EECF244321}">
                  <p14:modId xmlns:p14="http://schemas.microsoft.com/office/powerpoint/2010/main" val="1721016307"/>
                </p:ext>
              </p:extLst>
            </p:nvPr>
          </p:nvGraphicFramePr>
          <p:xfrm>
            <a:off x="8027545" y="2309713"/>
            <a:ext cx="2179573" cy="1195057"/>
          </p:xfrm>
          <a:graphic>
            <a:graphicData uri="http://schemas.openxmlformats.org/drawingml/2006/chart">
              <c:chart xmlns:c="http://schemas.openxmlformats.org/drawingml/2006/chart" xmlns:r="http://schemas.openxmlformats.org/officeDocument/2006/relationships" r:id="rId6"/>
            </a:graphicData>
          </a:graphic>
        </p:graphicFrame>
        <p:sp>
          <p:nvSpPr>
            <p:cNvPr id="55" name="Text Box 10"/>
            <p:cNvSpPr txBox="1">
              <a:spLocks noChangeArrowheads="1"/>
            </p:cNvSpPr>
            <p:nvPr/>
          </p:nvSpPr>
          <p:spPr bwMode="auto">
            <a:xfrm>
              <a:off x="7928610" y="1976438"/>
              <a:ext cx="2377440" cy="274320"/>
            </a:xfrm>
            <a:prstGeom prst="rect">
              <a:avLst/>
            </a:prstGeom>
            <a:solidFill>
              <a:schemeClr val="accent3"/>
            </a:solidFill>
            <a:ln w="9525" algn="ctr">
              <a:solidFill>
                <a:schemeClr val="accent3"/>
              </a:solidFill>
              <a:miter lim="800000"/>
              <a:headEnd/>
              <a:tailEnd type="none" w="sm" len="med"/>
            </a:ln>
          </p:spPr>
          <p:txBody>
            <a:bodyPr lIns="72231" tIns="72231" rIns="72231" bIns="72231" anchor="ctr" anchorCtr="0"/>
            <a:lstStyle/>
            <a:p>
              <a:pPr defTabSz="777796"/>
              <a:r>
                <a:rPr lang="en-US" sz="975" b="1" dirty="0">
                  <a:solidFill>
                    <a:schemeClr val="bg1"/>
                  </a:solidFill>
                  <a:latin typeface="Aptos" panose="020B0004020202020204" pitchFamily="34" charset="0"/>
                </a:rPr>
                <a:t>Text</a:t>
              </a:r>
            </a:p>
          </p:txBody>
        </p:sp>
        <p:sp>
          <p:nvSpPr>
            <p:cNvPr id="60" name="Rectangle 59"/>
            <p:cNvSpPr>
              <a:spLocks noChangeArrowheads="1"/>
            </p:cNvSpPr>
            <p:nvPr/>
          </p:nvSpPr>
          <p:spPr bwMode="auto">
            <a:xfrm>
              <a:off x="7928610" y="3958419"/>
              <a:ext cx="2377440" cy="1280160"/>
            </a:xfrm>
            <a:prstGeom prst="rect">
              <a:avLst/>
            </a:prstGeom>
            <a:noFill/>
            <a:ln w="9525" algn="ctr">
              <a:solidFill>
                <a:schemeClr val="bg2">
                  <a:lumMod val="90000"/>
                </a:schemeClr>
              </a:solidFill>
              <a:miter lim="800000"/>
              <a:headEnd/>
              <a:tailEnd/>
            </a:ln>
          </p:spPr>
          <p:txBody>
            <a:bodyPr lIns="72231" tIns="72231" rIns="72231" bIns="72231"/>
            <a:lstStyle/>
            <a:p>
              <a:pPr marL="292201" indent="-292201" defTabSz="778392">
                <a:lnSpc>
                  <a:spcPct val="106000"/>
                </a:lnSpc>
                <a:spcBef>
                  <a:spcPts val="1092"/>
                </a:spcBef>
                <a:defRPr/>
              </a:pPr>
              <a:endParaRPr lang="en-US" sz="975" dirty="0">
                <a:solidFill>
                  <a:srgbClr val="002776"/>
                </a:solidFill>
                <a:latin typeface="Arial"/>
              </a:endParaRPr>
            </a:p>
          </p:txBody>
        </p:sp>
        <p:graphicFrame>
          <p:nvGraphicFramePr>
            <p:cNvPr id="61" name="Chart 60"/>
            <p:cNvGraphicFramePr/>
            <p:nvPr>
              <p:extLst>
                <p:ext uri="{D42A27DB-BD31-4B8C-83A1-F6EECF244321}">
                  <p14:modId xmlns:p14="http://schemas.microsoft.com/office/powerpoint/2010/main" val="2415546623"/>
                </p:ext>
              </p:extLst>
            </p:nvPr>
          </p:nvGraphicFramePr>
          <p:xfrm>
            <a:off x="8027545" y="4023192"/>
            <a:ext cx="2179573" cy="1195057"/>
          </p:xfrm>
          <a:graphic>
            <a:graphicData uri="http://schemas.openxmlformats.org/drawingml/2006/chart">
              <c:chart xmlns:c="http://schemas.openxmlformats.org/drawingml/2006/chart" xmlns:r="http://schemas.openxmlformats.org/officeDocument/2006/relationships" r:id="rId7"/>
            </a:graphicData>
          </a:graphic>
        </p:graphicFrame>
        <p:sp>
          <p:nvSpPr>
            <p:cNvPr id="62" name="Text Box 10"/>
            <p:cNvSpPr txBox="1">
              <a:spLocks noChangeArrowheads="1"/>
            </p:cNvSpPr>
            <p:nvPr/>
          </p:nvSpPr>
          <p:spPr bwMode="auto">
            <a:xfrm>
              <a:off x="7928610" y="3689917"/>
              <a:ext cx="2377440" cy="274320"/>
            </a:xfrm>
            <a:prstGeom prst="rect">
              <a:avLst/>
            </a:prstGeom>
            <a:solidFill>
              <a:schemeClr val="accent3"/>
            </a:solidFill>
            <a:ln w="9525" algn="ctr">
              <a:solidFill>
                <a:schemeClr val="accent3"/>
              </a:solidFill>
              <a:miter lim="800000"/>
              <a:headEnd/>
              <a:tailEnd type="none" w="sm" len="med"/>
            </a:ln>
          </p:spPr>
          <p:txBody>
            <a:bodyPr lIns="72231" tIns="72231" rIns="72231" bIns="72231" anchor="ctr" anchorCtr="0"/>
            <a:lstStyle/>
            <a:p>
              <a:pPr defTabSz="777796"/>
              <a:r>
                <a:rPr lang="en-US" sz="975" b="1" dirty="0">
                  <a:solidFill>
                    <a:schemeClr val="bg1"/>
                  </a:solidFill>
                  <a:latin typeface="Aptos" panose="020B0004020202020204" pitchFamily="34" charset="0"/>
                </a:rPr>
                <a:t>Text</a:t>
              </a:r>
            </a:p>
          </p:txBody>
        </p:sp>
      </p:grpSp>
      <p:sp>
        <p:nvSpPr>
          <p:cNvPr id="4" name="Text Box 12">
            <a:extLst>
              <a:ext uri="{FF2B5EF4-FFF2-40B4-BE49-F238E27FC236}">
                <a16:creationId xmlns:a16="http://schemas.microsoft.com/office/drawing/2014/main" id="{751FAC9A-BC7B-02B6-5FDE-0C343213F288}"/>
              </a:ext>
            </a:extLst>
          </p:cNvPr>
          <p:cNvSpPr txBox="1">
            <a:spLocks noChangeArrowheads="1"/>
          </p:cNvSpPr>
          <p:nvPr/>
        </p:nvSpPr>
        <p:spPr bwMode="auto">
          <a:xfrm>
            <a:off x="6604431" y="347850"/>
            <a:ext cx="2917472" cy="698501"/>
          </a:xfrm>
          <a:prstGeom prst="rect">
            <a:avLst/>
          </a:prstGeom>
          <a:solidFill>
            <a:schemeClr val="bg1"/>
          </a:solidFill>
          <a:ln w="6350" algn="ctr">
            <a:solidFill>
              <a:srgbClr val="00A3E0"/>
            </a:solidFill>
            <a:miter lim="800000"/>
            <a:headEnd/>
            <a:tailEnd/>
          </a:ln>
        </p:spPr>
        <p:txBody>
          <a:bodyPr wrap="square" lIns="88900" tIns="88900" rIns="88900" bIns="88900">
            <a:noAutofit/>
          </a:bodyPr>
          <a:lstStyle/>
          <a:p>
            <a:pPr>
              <a:tabLst>
                <a:tab pos="180975" algn="l"/>
                <a:tab pos="542925" algn="l"/>
                <a:tab pos="893763" algn="l"/>
                <a:tab pos="1254125" algn="l"/>
                <a:tab pos="1616075" algn="l"/>
              </a:tabLst>
              <a:defRPr/>
            </a:pPr>
            <a:r>
              <a:rPr lang="en-US" altLang="ja-JP" sz="1000" b="1" dirty="0">
                <a:latin typeface="Aptos" panose="020B0004020202020204" pitchFamily="34" charset="0"/>
                <a:ea typeface="ＭＳ Ｐゴシック" pitchFamily="50" charset="-128"/>
              </a:rPr>
              <a:t>Note:</a:t>
            </a:r>
          </a:p>
          <a:p>
            <a:pPr>
              <a:tabLst>
                <a:tab pos="180975" algn="l"/>
                <a:tab pos="542925" algn="l"/>
                <a:tab pos="893763" algn="l"/>
                <a:tab pos="1254125" algn="l"/>
                <a:tab pos="1616075" algn="l"/>
              </a:tabLst>
              <a:defRPr/>
            </a:pPr>
            <a:r>
              <a:rPr lang="en-US" altLang="ja-JP" sz="1000" dirty="0">
                <a:latin typeface="Aptos" panose="020B0004020202020204" pitchFamily="34" charset="0"/>
                <a:ea typeface="ＭＳ Ｐゴシック" pitchFamily="50" charset="-128"/>
              </a:rPr>
              <a:t>You can use these marks on the </a:t>
            </a:r>
            <a:r>
              <a:rPr lang="en-US" sz="1000" dirty="0">
                <a:latin typeface="Aptos" panose="020B0004020202020204" pitchFamily="34" charset="0"/>
                <a:ea typeface="ＭＳ Ｐゴシック" pitchFamily="50" charset="-128"/>
              </a:rPr>
              <a:t>driver tree charts</a:t>
            </a:r>
            <a:r>
              <a:rPr lang="en-US" altLang="ja-JP" sz="1000" dirty="0">
                <a:latin typeface="Aptos" panose="020B0004020202020204" pitchFamily="34" charset="0"/>
                <a:ea typeface="ＭＳ Ｐゴシック" pitchFamily="50" charset="-128"/>
              </a:rPr>
              <a:t>.</a:t>
            </a:r>
          </a:p>
          <a:p>
            <a:pPr>
              <a:tabLst>
                <a:tab pos="180975" algn="l"/>
                <a:tab pos="542925" algn="l"/>
                <a:tab pos="893763" algn="l"/>
                <a:tab pos="1254125" algn="l"/>
                <a:tab pos="1616075" algn="l"/>
              </a:tabLst>
              <a:defRPr/>
            </a:pPr>
            <a:r>
              <a:rPr lang="en-US" altLang="ja-JP" sz="1000" dirty="0">
                <a:latin typeface="Aptos" panose="020B0004020202020204" pitchFamily="34" charset="0"/>
                <a:ea typeface="ＭＳ Ｐゴシック" pitchFamily="50" charset="-128"/>
              </a:rPr>
              <a:t>	</a:t>
            </a:r>
            <a:r>
              <a:rPr lang="en-US" altLang="ja-JP" sz="1000" b="1" dirty="0">
                <a:latin typeface="Aptos" panose="020B0004020202020204" pitchFamily="34" charset="0"/>
                <a:ea typeface="ＭＳ Ｐゴシック" pitchFamily="50" charset="-128"/>
              </a:rPr>
              <a:t>X	+	-	/	</a:t>
            </a:r>
            <a:r>
              <a:rPr lang="en-US" altLang="ja-JP" sz="1000" b="1" i="1" dirty="0">
                <a:latin typeface="Aptos" panose="020B0004020202020204" pitchFamily="34" charset="0"/>
                <a:ea typeface="ＭＳ Ｐゴシック" pitchFamily="50" charset="-128"/>
              </a:rPr>
              <a:t>f</a:t>
            </a:r>
            <a:endParaRPr lang="en-US" sz="1000" b="1" i="1" dirty="0">
              <a:latin typeface="Aptos" panose="020B0004020202020204" pitchFamily="34" charset="0"/>
              <a:ea typeface="ＭＳ Ｐゴシック" pitchFamily="50" charset="-128"/>
            </a:endParaRPr>
          </a:p>
        </p:txBody>
      </p:sp>
    </p:spTree>
    <p:extLst>
      <p:ext uri="{BB962C8B-B14F-4D97-AF65-F5344CB8AC3E}">
        <p14:creationId xmlns:p14="http://schemas.microsoft.com/office/powerpoint/2010/main" val="3874490536"/>
      </p:ext>
    </p:extLst>
  </p:cSld>
  <p:clrMapOvr>
    <a:masterClrMapping/>
  </p:clrMapOvr>
  <p:transition>
    <p:fade/>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dirty="0"/>
              <a:t>Generic life cycle</a:t>
            </a:r>
          </a:p>
        </p:txBody>
      </p:sp>
      <p:sp>
        <p:nvSpPr>
          <p:cNvPr id="835585" name="Title 1"/>
          <p:cNvSpPr>
            <a:spLocks noGrp="1"/>
          </p:cNvSpPr>
          <p:nvPr>
            <p:ph type="title"/>
          </p:nvPr>
        </p:nvSpPr>
        <p:spPr/>
        <p:txBody>
          <a:bodyPr/>
          <a:lstStyle/>
          <a:p>
            <a:r>
              <a:rPr lang="en-US" altLang="ja-JP" dirty="0"/>
              <a:t>Curves</a:t>
            </a:r>
            <a:endParaRPr lang="en-US" dirty="0"/>
          </a:p>
        </p:txBody>
      </p:sp>
      <p:sp>
        <p:nvSpPr>
          <p:cNvPr id="3" name="Content Placeholder 2">
            <a:extLst>
              <a:ext uri="{FF2B5EF4-FFF2-40B4-BE49-F238E27FC236}">
                <a16:creationId xmlns:a16="http://schemas.microsoft.com/office/drawing/2014/main" id="{926E8E33-DF95-CB32-5F1F-A2151F5F2FB3}"/>
              </a:ext>
            </a:extLst>
          </p:cNvPr>
          <p:cNvSpPr>
            <a:spLocks noGrp="1"/>
          </p:cNvSpPr>
          <p:nvPr>
            <p:ph idx="1"/>
          </p:nvPr>
        </p:nvSpPr>
        <p:spPr/>
        <p:txBody>
          <a:bodyPr/>
          <a:lstStyle/>
          <a:p>
            <a:r>
              <a:rPr lang="en-US" dirty="0"/>
              <a:t>Title</a:t>
            </a:r>
          </a:p>
        </p:txBody>
      </p:sp>
      <p:grpSp>
        <p:nvGrpSpPr>
          <p:cNvPr id="2" name="Group 1">
            <a:extLst>
              <a:ext uri="{FF2B5EF4-FFF2-40B4-BE49-F238E27FC236}">
                <a16:creationId xmlns:a16="http://schemas.microsoft.com/office/drawing/2014/main" id="{3C8B59B2-AA49-47F5-8BCB-791746F475B6}"/>
              </a:ext>
            </a:extLst>
          </p:cNvPr>
          <p:cNvGrpSpPr/>
          <p:nvPr/>
        </p:nvGrpSpPr>
        <p:grpSpPr>
          <a:xfrm>
            <a:off x="474263" y="2527397"/>
            <a:ext cx="9033244" cy="3146564"/>
            <a:chOff x="734555" y="2319333"/>
            <a:chExt cx="5882940" cy="3872694"/>
          </a:xfrm>
        </p:grpSpPr>
        <p:sp>
          <p:nvSpPr>
            <p:cNvPr id="7" name="Freeform 6"/>
            <p:cNvSpPr/>
            <p:nvPr/>
          </p:nvSpPr>
          <p:spPr bwMode="gray">
            <a:xfrm>
              <a:off x="1369437" y="2617308"/>
              <a:ext cx="4726563" cy="3247834"/>
            </a:xfrm>
            <a:custGeom>
              <a:avLst/>
              <a:gdLst>
                <a:gd name="connsiteX0" fmla="*/ 0 w 4535787"/>
                <a:gd name="connsiteY0" fmla="*/ 3116743 h 3116743"/>
                <a:gd name="connsiteX1" fmla="*/ 1285593 w 4535787"/>
                <a:gd name="connsiteY1" fmla="*/ 2808925 h 3116743"/>
                <a:gd name="connsiteX2" fmla="*/ 2091351 w 4535787"/>
                <a:gd name="connsiteY2" fmla="*/ 1849258 h 3116743"/>
                <a:gd name="connsiteX3" fmla="*/ 2725093 w 4535787"/>
                <a:gd name="connsiteY3" fmla="*/ 563665 h 3116743"/>
                <a:gd name="connsiteX4" fmla="*/ 3467478 w 4535787"/>
                <a:gd name="connsiteY4" fmla="*/ 2351 h 3116743"/>
                <a:gd name="connsiteX5" fmla="*/ 4535787 w 4535787"/>
                <a:gd name="connsiteY5" fmla="*/ 400703 h 311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35787" h="3116743">
                  <a:moveTo>
                    <a:pt x="0" y="3116743"/>
                  </a:moveTo>
                  <a:cubicBezTo>
                    <a:pt x="468517" y="3068458"/>
                    <a:pt x="937034" y="3020173"/>
                    <a:pt x="1285593" y="2808925"/>
                  </a:cubicBezTo>
                  <a:cubicBezTo>
                    <a:pt x="1634152" y="2597677"/>
                    <a:pt x="1851434" y="2223468"/>
                    <a:pt x="2091351" y="1849258"/>
                  </a:cubicBezTo>
                  <a:cubicBezTo>
                    <a:pt x="2331268" y="1475048"/>
                    <a:pt x="2495739" y="871483"/>
                    <a:pt x="2725093" y="563665"/>
                  </a:cubicBezTo>
                  <a:cubicBezTo>
                    <a:pt x="2954447" y="255847"/>
                    <a:pt x="3165696" y="29511"/>
                    <a:pt x="3467478" y="2351"/>
                  </a:cubicBezTo>
                  <a:cubicBezTo>
                    <a:pt x="3769260" y="-24809"/>
                    <a:pt x="4152523" y="187947"/>
                    <a:pt x="4535787" y="400703"/>
                  </a:cubicBezTo>
                </a:path>
              </a:pathLst>
            </a:custGeom>
            <a:noFill/>
            <a:ln w="28575" algn="ctr">
              <a:solidFill>
                <a:schemeClr val="tx1"/>
              </a:solidFill>
              <a:miter lim="800000"/>
              <a:headEnd/>
              <a:tailEnd/>
            </a:ln>
          </p:spPr>
          <p:txBody>
            <a:bodyPr rtlCol="0" anchor="ctr"/>
            <a:lstStyle/>
            <a:p>
              <a:pPr algn="ctr"/>
              <a:endParaRPr lang="en-US" sz="1000" dirty="0">
                <a:solidFill>
                  <a:srgbClr val="53565A"/>
                </a:solidFill>
                <a:latin typeface="Aptos" panose="020B0004020202020204" pitchFamily="34" charset="0"/>
              </a:endParaRPr>
            </a:p>
          </p:txBody>
        </p:sp>
        <p:sp>
          <p:nvSpPr>
            <p:cNvPr id="835596" name="Rectangle 14"/>
            <p:cNvSpPr>
              <a:spLocks noChangeArrowheads="1"/>
            </p:cNvSpPr>
            <p:nvPr/>
          </p:nvSpPr>
          <p:spPr bwMode="auto">
            <a:xfrm>
              <a:off x="734555" y="4011243"/>
              <a:ext cx="362256" cy="189401"/>
            </a:xfrm>
            <a:prstGeom prst="rect">
              <a:avLst/>
            </a:prstGeom>
            <a:noFill/>
            <a:ln w="9525">
              <a:noFill/>
              <a:miter lim="800000"/>
              <a:headEnd/>
              <a:tailEnd/>
            </a:ln>
          </p:spPr>
          <p:txBody>
            <a:bodyPr wrap="none" lIns="0" tIns="0" rIns="0" bIns="0" anchor="ctr" anchorCtr="0">
              <a:spAutoFit/>
            </a:bodyPr>
            <a:lstStyle/>
            <a:p>
              <a:pPr algn="ctr"/>
              <a:r>
                <a:rPr lang="en-US" altLang="ja-JP" sz="1000" dirty="0">
                  <a:solidFill>
                    <a:srgbClr val="53565A"/>
                  </a:solidFill>
                  <a:latin typeface="Aptos" panose="020B0004020202020204" pitchFamily="34" charset="0"/>
                  <a:ea typeface="ＭＳ Ｐゴシック" charset="-128"/>
                </a:rPr>
                <a:t>Units sold</a:t>
              </a:r>
            </a:p>
          </p:txBody>
        </p:sp>
        <p:sp>
          <p:nvSpPr>
            <p:cNvPr id="835597" name="Rectangle 15"/>
            <p:cNvSpPr>
              <a:spLocks noChangeArrowheads="1"/>
            </p:cNvSpPr>
            <p:nvPr/>
          </p:nvSpPr>
          <p:spPr bwMode="auto">
            <a:xfrm>
              <a:off x="3456160" y="6002626"/>
              <a:ext cx="651433" cy="189401"/>
            </a:xfrm>
            <a:prstGeom prst="rect">
              <a:avLst/>
            </a:prstGeom>
            <a:noFill/>
            <a:ln w="9525">
              <a:noFill/>
              <a:miter lim="800000"/>
              <a:headEnd/>
              <a:tailEnd/>
            </a:ln>
          </p:spPr>
          <p:txBody>
            <a:bodyPr wrap="none" lIns="0" tIns="0" rIns="0" bIns="0" anchor="ctr" anchorCtr="0">
              <a:spAutoFit/>
            </a:bodyPr>
            <a:lstStyle/>
            <a:p>
              <a:r>
                <a:rPr lang="en-US" altLang="ja-JP" sz="1000" dirty="0">
                  <a:solidFill>
                    <a:srgbClr val="53565A"/>
                  </a:solidFill>
                  <a:latin typeface="Aptos" panose="020B0004020202020204" pitchFamily="34" charset="0"/>
                  <a:ea typeface="ＭＳ Ｐゴシック" charset="-128"/>
                </a:rPr>
                <a:t>Time since launch</a:t>
              </a:r>
            </a:p>
          </p:txBody>
        </p:sp>
        <p:sp>
          <p:nvSpPr>
            <p:cNvPr id="835598" name="Rectangle 16"/>
            <p:cNvSpPr>
              <a:spLocks noChangeArrowheads="1"/>
            </p:cNvSpPr>
            <p:nvPr/>
          </p:nvSpPr>
          <p:spPr bwMode="auto">
            <a:xfrm>
              <a:off x="1836788" y="5401129"/>
              <a:ext cx="352859" cy="189401"/>
            </a:xfrm>
            <a:prstGeom prst="rect">
              <a:avLst/>
            </a:prstGeom>
            <a:noFill/>
            <a:ln w="9525">
              <a:noFill/>
              <a:miter lim="800000"/>
              <a:headEnd/>
              <a:tailEnd/>
            </a:ln>
          </p:spPr>
          <p:txBody>
            <a:bodyPr wrap="none" lIns="0" tIns="0" rIns="0" bIns="0" anchor="ctr" anchorCtr="0">
              <a:spAutoFit/>
            </a:bodyPr>
            <a:lstStyle/>
            <a:p>
              <a:r>
                <a:rPr lang="en-US" altLang="ja-JP" sz="1000" dirty="0">
                  <a:solidFill>
                    <a:srgbClr val="53565A"/>
                  </a:solidFill>
                  <a:latin typeface="Aptos" panose="020B0004020202020204" pitchFamily="34" charset="0"/>
                  <a:ea typeface="ＭＳ Ｐゴシック" charset="-128"/>
                </a:rPr>
                <a:t>Product A</a:t>
              </a:r>
            </a:p>
          </p:txBody>
        </p:sp>
        <p:sp>
          <p:nvSpPr>
            <p:cNvPr id="835599" name="AutoShape 17"/>
            <p:cNvSpPr>
              <a:spLocks noChangeArrowheads="1"/>
            </p:cNvSpPr>
            <p:nvPr/>
          </p:nvSpPr>
          <p:spPr bwMode="auto">
            <a:xfrm>
              <a:off x="2222495" y="5583503"/>
              <a:ext cx="193540" cy="365760"/>
            </a:xfrm>
            <a:prstGeom prst="flowChartConnector">
              <a:avLst/>
            </a:prstGeom>
            <a:solidFill>
              <a:schemeClr val="accent2"/>
            </a:solidFill>
            <a:ln w="6350" algn="ctr">
              <a:noFill/>
              <a:round/>
              <a:headEnd/>
              <a:tailEnd/>
            </a:ln>
          </p:spPr>
          <p:txBody>
            <a:bodyPr wrap="none" lIns="29250" tIns="29250" rIns="29250" bIns="29250" anchor="ctr"/>
            <a:lstStyle/>
            <a:p>
              <a:pPr algn="ctr"/>
              <a:endParaRPr lang="en-US" sz="1000" dirty="0">
                <a:solidFill>
                  <a:srgbClr val="53565A"/>
                </a:solidFill>
                <a:latin typeface="Aptos" panose="020B0004020202020204" pitchFamily="34" charset="0"/>
              </a:endParaRPr>
            </a:p>
          </p:txBody>
        </p:sp>
        <p:sp>
          <p:nvSpPr>
            <p:cNvPr id="835600" name="AutoShape 18"/>
            <p:cNvSpPr>
              <a:spLocks noChangeArrowheads="1"/>
            </p:cNvSpPr>
            <p:nvPr/>
          </p:nvSpPr>
          <p:spPr bwMode="auto">
            <a:xfrm>
              <a:off x="3385189" y="4435741"/>
              <a:ext cx="193540" cy="365760"/>
            </a:xfrm>
            <a:prstGeom prst="flowChartConnector">
              <a:avLst/>
            </a:prstGeom>
            <a:solidFill>
              <a:schemeClr val="accent2"/>
            </a:solidFill>
            <a:ln w="6350" algn="ctr">
              <a:noFill/>
              <a:round/>
              <a:headEnd/>
              <a:tailEnd/>
            </a:ln>
          </p:spPr>
          <p:txBody>
            <a:bodyPr wrap="none" lIns="29250" tIns="29250" rIns="29250" bIns="29250" anchor="ctr"/>
            <a:lstStyle/>
            <a:p>
              <a:pPr algn="ctr"/>
              <a:endParaRPr lang="en-US" sz="1000" dirty="0">
                <a:solidFill>
                  <a:srgbClr val="53565A"/>
                </a:solidFill>
                <a:latin typeface="Aptos" panose="020B0004020202020204" pitchFamily="34" charset="0"/>
              </a:endParaRPr>
            </a:p>
          </p:txBody>
        </p:sp>
        <p:sp>
          <p:nvSpPr>
            <p:cNvPr id="835601" name="AutoShape 19"/>
            <p:cNvSpPr>
              <a:spLocks noChangeArrowheads="1"/>
            </p:cNvSpPr>
            <p:nvPr/>
          </p:nvSpPr>
          <p:spPr bwMode="auto">
            <a:xfrm>
              <a:off x="3908822" y="3371877"/>
              <a:ext cx="193540" cy="365760"/>
            </a:xfrm>
            <a:prstGeom prst="flowChartConnector">
              <a:avLst/>
            </a:prstGeom>
            <a:solidFill>
              <a:schemeClr val="accent2"/>
            </a:solidFill>
            <a:ln w="6350" algn="ctr">
              <a:noFill/>
              <a:round/>
              <a:headEnd/>
              <a:tailEnd/>
            </a:ln>
          </p:spPr>
          <p:txBody>
            <a:bodyPr wrap="none" lIns="29250" tIns="29250" rIns="29250" bIns="29250" anchor="ctr"/>
            <a:lstStyle/>
            <a:p>
              <a:pPr algn="ctr"/>
              <a:endParaRPr lang="en-US" sz="1000" dirty="0">
                <a:solidFill>
                  <a:srgbClr val="53565A"/>
                </a:solidFill>
                <a:latin typeface="Aptos" panose="020B0004020202020204" pitchFamily="34" charset="0"/>
              </a:endParaRPr>
            </a:p>
          </p:txBody>
        </p:sp>
        <p:sp>
          <p:nvSpPr>
            <p:cNvPr id="835602" name="AutoShape 20"/>
            <p:cNvSpPr>
              <a:spLocks noChangeArrowheads="1"/>
            </p:cNvSpPr>
            <p:nvPr/>
          </p:nvSpPr>
          <p:spPr bwMode="auto">
            <a:xfrm>
              <a:off x="5473731" y="2631197"/>
              <a:ext cx="193540" cy="365760"/>
            </a:xfrm>
            <a:prstGeom prst="flowChartConnector">
              <a:avLst/>
            </a:prstGeom>
            <a:solidFill>
              <a:schemeClr val="accent2"/>
            </a:solidFill>
            <a:ln w="6350" algn="ctr">
              <a:noFill/>
              <a:round/>
              <a:headEnd/>
              <a:tailEnd/>
            </a:ln>
          </p:spPr>
          <p:txBody>
            <a:bodyPr wrap="none" lIns="29250" tIns="29250" rIns="29250" bIns="29250" anchor="ctr"/>
            <a:lstStyle/>
            <a:p>
              <a:pPr algn="ctr"/>
              <a:endParaRPr lang="en-US" sz="1000" dirty="0">
                <a:solidFill>
                  <a:srgbClr val="53565A"/>
                </a:solidFill>
                <a:latin typeface="Aptos" panose="020B0004020202020204" pitchFamily="34" charset="0"/>
              </a:endParaRPr>
            </a:p>
          </p:txBody>
        </p:sp>
        <p:sp>
          <p:nvSpPr>
            <p:cNvPr id="835605" name="Rectangle 23"/>
            <p:cNvSpPr>
              <a:spLocks noChangeArrowheads="1"/>
            </p:cNvSpPr>
            <p:nvPr/>
          </p:nvSpPr>
          <p:spPr bwMode="auto">
            <a:xfrm>
              <a:off x="2928403" y="4411790"/>
              <a:ext cx="353903" cy="189401"/>
            </a:xfrm>
            <a:prstGeom prst="rect">
              <a:avLst/>
            </a:prstGeom>
            <a:noFill/>
            <a:ln w="9525">
              <a:noFill/>
              <a:miter lim="800000"/>
              <a:headEnd/>
              <a:tailEnd/>
            </a:ln>
          </p:spPr>
          <p:txBody>
            <a:bodyPr wrap="none" lIns="0" tIns="0" rIns="0" bIns="0" anchor="ctr" anchorCtr="0">
              <a:spAutoFit/>
            </a:bodyPr>
            <a:lstStyle/>
            <a:p>
              <a:r>
                <a:rPr lang="en-US" altLang="ja-JP" sz="1000" dirty="0">
                  <a:solidFill>
                    <a:srgbClr val="53565A"/>
                  </a:solidFill>
                  <a:latin typeface="Aptos" panose="020B0004020202020204" pitchFamily="34" charset="0"/>
                  <a:ea typeface="ＭＳ Ｐゴシック" charset="-128"/>
                </a:rPr>
                <a:t>Product B</a:t>
              </a:r>
            </a:p>
          </p:txBody>
        </p:sp>
        <p:sp>
          <p:nvSpPr>
            <p:cNvPr id="835606" name="Rectangle 24"/>
            <p:cNvSpPr>
              <a:spLocks noChangeArrowheads="1"/>
            </p:cNvSpPr>
            <p:nvPr/>
          </p:nvSpPr>
          <p:spPr bwMode="auto">
            <a:xfrm>
              <a:off x="3402273" y="3306076"/>
              <a:ext cx="361211" cy="189401"/>
            </a:xfrm>
            <a:prstGeom prst="rect">
              <a:avLst/>
            </a:prstGeom>
            <a:noFill/>
            <a:ln w="9525">
              <a:noFill/>
              <a:miter lim="800000"/>
              <a:headEnd/>
              <a:tailEnd/>
            </a:ln>
          </p:spPr>
          <p:txBody>
            <a:bodyPr wrap="none" lIns="0" tIns="0" rIns="0" bIns="0" anchor="ctr" anchorCtr="0">
              <a:spAutoFit/>
            </a:bodyPr>
            <a:lstStyle/>
            <a:p>
              <a:r>
                <a:rPr lang="en-US" altLang="ja-JP" sz="1000" dirty="0">
                  <a:solidFill>
                    <a:srgbClr val="53565A"/>
                  </a:solidFill>
                  <a:latin typeface="Aptos" panose="020B0004020202020204" pitchFamily="34" charset="0"/>
                  <a:ea typeface="ＭＳ Ｐゴシック" charset="-128"/>
                </a:rPr>
                <a:t>Product C</a:t>
              </a:r>
            </a:p>
          </p:txBody>
        </p:sp>
        <p:sp>
          <p:nvSpPr>
            <p:cNvPr id="835607" name="Rectangle 25"/>
            <p:cNvSpPr>
              <a:spLocks noChangeArrowheads="1"/>
            </p:cNvSpPr>
            <p:nvPr/>
          </p:nvSpPr>
          <p:spPr bwMode="auto">
            <a:xfrm>
              <a:off x="5702659" y="2477287"/>
              <a:ext cx="361211" cy="189401"/>
            </a:xfrm>
            <a:prstGeom prst="rect">
              <a:avLst/>
            </a:prstGeom>
            <a:noFill/>
            <a:ln w="9525">
              <a:noFill/>
              <a:miter lim="800000"/>
              <a:headEnd/>
              <a:tailEnd/>
            </a:ln>
          </p:spPr>
          <p:txBody>
            <a:bodyPr wrap="none" lIns="0" tIns="0" rIns="0" bIns="0" anchor="ctr" anchorCtr="0">
              <a:spAutoFit/>
            </a:bodyPr>
            <a:lstStyle/>
            <a:p>
              <a:r>
                <a:rPr lang="en-US" altLang="ja-JP" sz="1000" dirty="0">
                  <a:solidFill>
                    <a:srgbClr val="53565A"/>
                  </a:solidFill>
                  <a:latin typeface="Aptos" panose="020B0004020202020204" pitchFamily="34" charset="0"/>
                  <a:ea typeface="ＭＳ Ｐゴシック" charset="-128"/>
                </a:rPr>
                <a:t>Product D</a:t>
              </a:r>
            </a:p>
          </p:txBody>
        </p:sp>
        <p:sp>
          <p:nvSpPr>
            <p:cNvPr id="33" name="Freeform 32"/>
            <p:cNvSpPr/>
            <p:nvPr/>
          </p:nvSpPr>
          <p:spPr bwMode="gray">
            <a:xfrm>
              <a:off x="1367238" y="2319333"/>
              <a:ext cx="5250257" cy="3573225"/>
            </a:xfrm>
            <a:custGeom>
              <a:avLst/>
              <a:gdLst>
                <a:gd name="connsiteX0" fmla="*/ 0 w 5029200"/>
                <a:gd name="connsiteY0" fmla="*/ 0 h 3419856"/>
                <a:gd name="connsiteX1" fmla="*/ 0 w 5029200"/>
                <a:gd name="connsiteY1" fmla="*/ 3419856 h 3419856"/>
                <a:gd name="connsiteX2" fmla="*/ 5029200 w 5029200"/>
                <a:gd name="connsiteY2" fmla="*/ 3419856 h 3419856"/>
              </a:gdLst>
              <a:ahLst/>
              <a:cxnLst>
                <a:cxn ang="0">
                  <a:pos x="connsiteX0" y="connsiteY0"/>
                </a:cxn>
                <a:cxn ang="0">
                  <a:pos x="connsiteX1" y="connsiteY1"/>
                </a:cxn>
                <a:cxn ang="0">
                  <a:pos x="connsiteX2" y="connsiteY2"/>
                </a:cxn>
              </a:cxnLst>
              <a:rect l="l" t="t" r="r" b="b"/>
              <a:pathLst>
                <a:path w="5029200" h="3419856">
                  <a:moveTo>
                    <a:pt x="0" y="0"/>
                  </a:moveTo>
                  <a:lnTo>
                    <a:pt x="0" y="3419856"/>
                  </a:lnTo>
                  <a:lnTo>
                    <a:pt x="5029200" y="3419856"/>
                  </a:lnTo>
                </a:path>
              </a:pathLst>
            </a:custGeom>
            <a:noFill/>
            <a:ln w="6350" algn="ctr">
              <a:solidFill>
                <a:schemeClr val="tx1"/>
              </a:solidFill>
              <a:miter lim="800000"/>
              <a:headEnd type="triangle"/>
              <a:tailEnd type="triangle"/>
            </a:ln>
          </p:spPr>
          <p:txBody>
            <a:bodyPr rtlCol="0" anchor="ctr"/>
            <a:lstStyle/>
            <a:p>
              <a:pPr algn="ctr"/>
              <a:endParaRPr lang="en-US" sz="1000" dirty="0">
                <a:solidFill>
                  <a:srgbClr val="53565A"/>
                </a:solidFill>
                <a:latin typeface="Aptos" panose="020B0004020202020204" pitchFamily="34" charset="0"/>
              </a:endParaRPr>
            </a:p>
          </p:txBody>
        </p:sp>
      </p:grpSp>
    </p:spTree>
    <p:extLst>
      <p:ext uri="{BB962C8B-B14F-4D97-AF65-F5344CB8AC3E}">
        <p14:creationId xmlns:p14="http://schemas.microsoft.com/office/powerpoint/2010/main" val="3718841649"/>
      </p:ext>
    </p:extLst>
  </p:cSld>
  <p:clrMapOvr>
    <a:masterClrMapping/>
  </p:clrMapOvr>
  <p:transition>
    <p:fade/>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dirty="0"/>
              <a:t>Bell curve</a:t>
            </a:r>
          </a:p>
        </p:txBody>
      </p:sp>
      <p:sp>
        <p:nvSpPr>
          <p:cNvPr id="837633" name="Title 1"/>
          <p:cNvSpPr>
            <a:spLocks noGrp="1"/>
          </p:cNvSpPr>
          <p:nvPr>
            <p:ph type="title"/>
          </p:nvPr>
        </p:nvSpPr>
        <p:spPr/>
        <p:txBody>
          <a:bodyPr/>
          <a:lstStyle/>
          <a:p>
            <a:r>
              <a:rPr lang="en-US" altLang="ja-JP" dirty="0"/>
              <a:t>Curves</a:t>
            </a:r>
            <a:endParaRPr lang="en-US" dirty="0"/>
          </a:p>
        </p:txBody>
      </p:sp>
      <p:sp>
        <p:nvSpPr>
          <p:cNvPr id="4" name="Content Placeholder 3">
            <a:extLst>
              <a:ext uri="{FF2B5EF4-FFF2-40B4-BE49-F238E27FC236}">
                <a16:creationId xmlns:a16="http://schemas.microsoft.com/office/drawing/2014/main" id="{705EBD85-B007-515A-FAB2-865C058B09E9}"/>
              </a:ext>
            </a:extLst>
          </p:cNvPr>
          <p:cNvSpPr>
            <a:spLocks noGrp="1"/>
          </p:cNvSpPr>
          <p:nvPr>
            <p:ph idx="1"/>
          </p:nvPr>
        </p:nvSpPr>
        <p:spPr/>
        <p:txBody>
          <a:bodyPr/>
          <a:lstStyle/>
          <a:p>
            <a:r>
              <a:rPr lang="en-US" dirty="0"/>
              <a:t>Title</a:t>
            </a:r>
          </a:p>
        </p:txBody>
      </p:sp>
      <p:grpSp>
        <p:nvGrpSpPr>
          <p:cNvPr id="2" name="Group 1">
            <a:extLst>
              <a:ext uri="{FF2B5EF4-FFF2-40B4-BE49-F238E27FC236}">
                <a16:creationId xmlns:a16="http://schemas.microsoft.com/office/drawing/2014/main" id="{A07B5E26-7420-4323-97B3-015374AA94DA}"/>
              </a:ext>
            </a:extLst>
          </p:cNvPr>
          <p:cNvGrpSpPr/>
          <p:nvPr/>
        </p:nvGrpSpPr>
        <p:grpSpPr>
          <a:xfrm>
            <a:off x="853964" y="2541690"/>
            <a:ext cx="8326165" cy="2905169"/>
            <a:chOff x="2245400" y="2336923"/>
            <a:chExt cx="7012138" cy="3575592"/>
          </a:xfrm>
        </p:grpSpPr>
        <p:sp>
          <p:nvSpPr>
            <p:cNvPr id="16" name="Freeform 15"/>
            <p:cNvSpPr/>
            <p:nvPr/>
          </p:nvSpPr>
          <p:spPr bwMode="gray">
            <a:xfrm>
              <a:off x="2939034" y="2336923"/>
              <a:ext cx="6318504" cy="3575592"/>
            </a:xfrm>
            <a:custGeom>
              <a:avLst/>
              <a:gdLst>
                <a:gd name="connsiteX0" fmla="*/ 0 w 5029200"/>
                <a:gd name="connsiteY0" fmla="*/ 0 h 3419856"/>
                <a:gd name="connsiteX1" fmla="*/ 0 w 5029200"/>
                <a:gd name="connsiteY1" fmla="*/ 3419856 h 3419856"/>
                <a:gd name="connsiteX2" fmla="*/ 5029200 w 5029200"/>
                <a:gd name="connsiteY2" fmla="*/ 3419856 h 3419856"/>
              </a:gdLst>
              <a:ahLst/>
              <a:cxnLst>
                <a:cxn ang="0">
                  <a:pos x="connsiteX0" y="connsiteY0"/>
                </a:cxn>
                <a:cxn ang="0">
                  <a:pos x="connsiteX1" y="connsiteY1"/>
                </a:cxn>
                <a:cxn ang="0">
                  <a:pos x="connsiteX2" y="connsiteY2"/>
                </a:cxn>
              </a:cxnLst>
              <a:rect l="l" t="t" r="r" b="b"/>
              <a:pathLst>
                <a:path w="5029200" h="3419856">
                  <a:moveTo>
                    <a:pt x="0" y="0"/>
                  </a:moveTo>
                  <a:lnTo>
                    <a:pt x="0" y="3419856"/>
                  </a:lnTo>
                  <a:lnTo>
                    <a:pt x="5029200" y="3419856"/>
                  </a:lnTo>
                </a:path>
              </a:pathLst>
            </a:custGeom>
            <a:noFill/>
            <a:ln w="9525" algn="ctr">
              <a:solidFill>
                <a:srgbClr val="BBBCBC"/>
              </a:solidFill>
              <a:miter lim="800000"/>
              <a:headEnd type="none"/>
              <a:tailEnd type="none"/>
            </a:ln>
          </p:spPr>
          <p:txBody>
            <a:bodyPr rtlCol="0" anchor="ctr"/>
            <a:lstStyle/>
            <a:p>
              <a:pPr algn="ctr"/>
              <a:endParaRPr lang="en-US" sz="1000" dirty="0">
                <a:latin typeface="Aptos" panose="020B0004020202020204" pitchFamily="34" charset="0"/>
              </a:endParaRPr>
            </a:p>
          </p:txBody>
        </p:sp>
        <p:grpSp>
          <p:nvGrpSpPr>
            <p:cNvPr id="837635" name="Group 3"/>
            <p:cNvGrpSpPr>
              <a:grpSpLocks noChangeAspect="1"/>
            </p:cNvGrpSpPr>
            <p:nvPr/>
          </p:nvGrpSpPr>
          <p:grpSpPr bwMode="auto">
            <a:xfrm>
              <a:off x="3072384" y="2580002"/>
              <a:ext cx="6180138" cy="3159547"/>
              <a:chOff x="384" y="1248"/>
              <a:chExt cx="4992" cy="2208"/>
            </a:xfrm>
          </p:grpSpPr>
          <p:sp>
            <p:nvSpPr>
              <p:cNvPr id="837642" name="Freeform 4"/>
              <p:cNvSpPr>
                <a:spLocks noChangeAspect="1"/>
              </p:cNvSpPr>
              <p:nvPr/>
            </p:nvSpPr>
            <p:spPr bwMode="auto">
              <a:xfrm>
                <a:off x="384" y="1248"/>
                <a:ext cx="2496" cy="2208"/>
              </a:xfrm>
              <a:custGeom>
                <a:avLst/>
                <a:gdLst>
                  <a:gd name="T0" fmla="*/ 0 w 2496"/>
                  <a:gd name="T1" fmla="*/ 12207 h 1440"/>
                  <a:gd name="T2" fmla="*/ 1200 w 2496"/>
                  <a:gd name="T3" fmla="*/ 9359 h 1440"/>
                  <a:gd name="T4" fmla="*/ 2112 w 2496"/>
                  <a:gd name="T5" fmla="*/ 1627 h 1440"/>
                  <a:gd name="T6" fmla="*/ 2496 w 2496"/>
                  <a:gd name="T7" fmla="*/ 0 h 1440"/>
                  <a:gd name="T8" fmla="*/ 0 60000 65536"/>
                  <a:gd name="T9" fmla="*/ 0 60000 65536"/>
                  <a:gd name="T10" fmla="*/ 0 60000 65536"/>
                  <a:gd name="T11" fmla="*/ 0 60000 65536"/>
                  <a:gd name="T12" fmla="*/ 0 w 2496"/>
                  <a:gd name="T13" fmla="*/ 0 h 1440"/>
                  <a:gd name="T14" fmla="*/ 2496 w 2496"/>
                  <a:gd name="T15" fmla="*/ 1440 h 1440"/>
                </a:gdLst>
                <a:ahLst/>
                <a:cxnLst>
                  <a:cxn ang="T8">
                    <a:pos x="T0" y="T1"/>
                  </a:cxn>
                  <a:cxn ang="T9">
                    <a:pos x="T2" y="T3"/>
                  </a:cxn>
                  <a:cxn ang="T10">
                    <a:pos x="T4" y="T5"/>
                  </a:cxn>
                  <a:cxn ang="T11">
                    <a:pos x="T6" y="T7"/>
                  </a:cxn>
                </a:cxnLst>
                <a:rect l="T12" t="T13" r="T14" b="T15"/>
                <a:pathLst>
                  <a:path w="2496" h="1440">
                    <a:moveTo>
                      <a:pt x="0" y="1440"/>
                    </a:moveTo>
                    <a:cubicBezTo>
                      <a:pt x="424" y="1376"/>
                      <a:pt x="848" y="1312"/>
                      <a:pt x="1200" y="1104"/>
                    </a:cubicBezTo>
                    <a:cubicBezTo>
                      <a:pt x="1552" y="896"/>
                      <a:pt x="1896" y="376"/>
                      <a:pt x="2112" y="192"/>
                    </a:cubicBezTo>
                    <a:cubicBezTo>
                      <a:pt x="2328" y="8"/>
                      <a:pt x="2412" y="4"/>
                      <a:pt x="2496" y="0"/>
                    </a:cubicBezTo>
                  </a:path>
                </a:pathLst>
              </a:custGeom>
              <a:noFill/>
              <a:ln w="28575">
                <a:solidFill>
                  <a:schemeClr val="accent3"/>
                </a:solidFill>
                <a:round/>
                <a:headEnd/>
                <a:tailEnd/>
              </a:ln>
            </p:spPr>
            <p:txBody>
              <a:bodyPr wrap="none" lIns="29250" tIns="29250" rIns="29250" bIns="29250" anchor="ctr"/>
              <a:lstStyle/>
              <a:p>
                <a:endParaRPr lang="en-US" sz="1000" dirty="0">
                  <a:latin typeface="Aptos" panose="020B0004020202020204" pitchFamily="34" charset="0"/>
                </a:endParaRPr>
              </a:p>
            </p:txBody>
          </p:sp>
          <p:sp>
            <p:nvSpPr>
              <p:cNvPr id="837643" name="Freeform 5"/>
              <p:cNvSpPr>
                <a:spLocks noChangeAspect="1"/>
              </p:cNvSpPr>
              <p:nvPr/>
            </p:nvSpPr>
            <p:spPr bwMode="auto">
              <a:xfrm flipH="1">
                <a:off x="2880" y="1248"/>
                <a:ext cx="2496" cy="2208"/>
              </a:xfrm>
              <a:custGeom>
                <a:avLst/>
                <a:gdLst>
                  <a:gd name="T0" fmla="*/ 0 w 2496"/>
                  <a:gd name="T1" fmla="*/ 12207 h 1440"/>
                  <a:gd name="T2" fmla="*/ 1200 w 2496"/>
                  <a:gd name="T3" fmla="*/ 9359 h 1440"/>
                  <a:gd name="T4" fmla="*/ 2112 w 2496"/>
                  <a:gd name="T5" fmla="*/ 1627 h 1440"/>
                  <a:gd name="T6" fmla="*/ 2496 w 2496"/>
                  <a:gd name="T7" fmla="*/ 0 h 1440"/>
                  <a:gd name="T8" fmla="*/ 0 60000 65536"/>
                  <a:gd name="T9" fmla="*/ 0 60000 65536"/>
                  <a:gd name="T10" fmla="*/ 0 60000 65536"/>
                  <a:gd name="T11" fmla="*/ 0 60000 65536"/>
                  <a:gd name="T12" fmla="*/ 0 w 2496"/>
                  <a:gd name="T13" fmla="*/ 0 h 1440"/>
                  <a:gd name="T14" fmla="*/ 2496 w 2496"/>
                  <a:gd name="T15" fmla="*/ 1440 h 1440"/>
                </a:gdLst>
                <a:ahLst/>
                <a:cxnLst>
                  <a:cxn ang="T8">
                    <a:pos x="T0" y="T1"/>
                  </a:cxn>
                  <a:cxn ang="T9">
                    <a:pos x="T2" y="T3"/>
                  </a:cxn>
                  <a:cxn ang="T10">
                    <a:pos x="T4" y="T5"/>
                  </a:cxn>
                  <a:cxn ang="T11">
                    <a:pos x="T6" y="T7"/>
                  </a:cxn>
                </a:cxnLst>
                <a:rect l="T12" t="T13" r="T14" b="T15"/>
                <a:pathLst>
                  <a:path w="2496" h="1440">
                    <a:moveTo>
                      <a:pt x="0" y="1440"/>
                    </a:moveTo>
                    <a:cubicBezTo>
                      <a:pt x="424" y="1376"/>
                      <a:pt x="848" y="1312"/>
                      <a:pt x="1200" y="1104"/>
                    </a:cubicBezTo>
                    <a:cubicBezTo>
                      <a:pt x="1552" y="896"/>
                      <a:pt x="1896" y="376"/>
                      <a:pt x="2112" y="192"/>
                    </a:cubicBezTo>
                    <a:cubicBezTo>
                      <a:pt x="2328" y="8"/>
                      <a:pt x="2412" y="4"/>
                      <a:pt x="2496" y="0"/>
                    </a:cubicBezTo>
                  </a:path>
                </a:pathLst>
              </a:custGeom>
              <a:noFill/>
              <a:ln w="28575">
                <a:solidFill>
                  <a:schemeClr val="accent3"/>
                </a:solidFill>
                <a:round/>
                <a:headEnd/>
                <a:tailEnd/>
              </a:ln>
            </p:spPr>
            <p:txBody>
              <a:bodyPr wrap="none" lIns="29250" tIns="29250" rIns="29250" bIns="29250" anchor="ctr"/>
              <a:lstStyle/>
              <a:p>
                <a:endParaRPr lang="en-US" sz="1000" dirty="0">
                  <a:latin typeface="Aptos" panose="020B0004020202020204" pitchFamily="34" charset="0"/>
                </a:endParaRPr>
              </a:p>
            </p:txBody>
          </p:sp>
        </p:grpSp>
        <p:sp>
          <p:nvSpPr>
            <p:cNvPr id="837637" name="Text Box 9"/>
            <p:cNvSpPr txBox="1">
              <a:spLocks noChangeArrowheads="1"/>
            </p:cNvSpPr>
            <p:nvPr/>
          </p:nvSpPr>
          <p:spPr bwMode="auto">
            <a:xfrm>
              <a:off x="2245400" y="3649230"/>
              <a:ext cx="604123" cy="568203"/>
            </a:xfrm>
            <a:prstGeom prst="rect">
              <a:avLst/>
            </a:prstGeom>
            <a:noFill/>
            <a:ln w="9525">
              <a:noFill/>
              <a:miter lim="800000"/>
              <a:headEnd/>
              <a:tailEnd/>
            </a:ln>
          </p:spPr>
          <p:txBody>
            <a:bodyPr wrap="square" lIns="0" tIns="0" rIns="0" bIns="0" anchor="ctr" anchorCtr="0">
              <a:spAutoFit/>
            </a:bodyPr>
            <a:lstStyle/>
            <a:p>
              <a:pPr algn="r"/>
              <a:r>
                <a:rPr lang="en-US" altLang="ja-JP" sz="1000" dirty="0">
                  <a:solidFill>
                    <a:srgbClr val="53565A"/>
                  </a:solidFill>
                  <a:latin typeface="Aptos" panose="020B0004020202020204" pitchFamily="34" charset="0"/>
                  <a:ea typeface="ＭＳ Ｐゴシック" charset="-128"/>
                </a:rPr>
                <a:t>Number</a:t>
              </a:r>
              <a:br>
                <a:rPr lang="en-US" altLang="ja-JP" sz="1000" dirty="0">
                  <a:solidFill>
                    <a:srgbClr val="53565A"/>
                  </a:solidFill>
                  <a:latin typeface="Aptos" panose="020B0004020202020204" pitchFamily="34" charset="0"/>
                  <a:ea typeface="ＭＳ Ｐゴシック" charset="-128"/>
                </a:rPr>
              </a:br>
              <a:r>
                <a:rPr lang="en-US" altLang="ja-JP" sz="1000" dirty="0">
                  <a:solidFill>
                    <a:srgbClr val="53565A"/>
                  </a:solidFill>
                  <a:latin typeface="Aptos" panose="020B0004020202020204" pitchFamily="34" charset="0"/>
                  <a:ea typeface="ＭＳ Ｐゴシック" charset="-128"/>
                </a:rPr>
                <a:t>of occurrences</a:t>
              </a:r>
            </a:p>
          </p:txBody>
        </p:sp>
      </p:grpSp>
      <p:sp>
        <p:nvSpPr>
          <p:cNvPr id="837638" name="Text Box 10"/>
          <p:cNvSpPr txBox="1">
            <a:spLocks noChangeArrowheads="1"/>
          </p:cNvSpPr>
          <p:nvPr/>
        </p:nvSpPr>
        <p:spPr bwMode="auto">
          <a:xfrm>
            <a:off x="4757541" y="5586318"/>
            <a:ext cx="394640" cy="125099"/>
          </a:xfrm>
          <a:prstGeom prst="rect">
            <a:avLst/>
          </a:prstGeom>
          <a:noFill/>
          <a:ln w="9525">
            <a:noFill/>
            <a:miter lim="800000"/>
            <a:headEnd/>
            <a:tailEnd/>
          </a:ln>
        </p:spPr>
        <p:txBody>
          <a:bodyPr wrap="square" lIns="0" tIns="0" rIns="0" bIns="0" anchor="ctr" anchorCtr="0">
            <a:spAutoFit/>
          </a:bodyPr>
          <a:lstStyle/>
          <a:p>
            <a:pPr algn="ctr"/>
            <a:r>
              <a:rPr lang="en-US" altLang="ja-JP" sz="813" dirty="0">
                <a:solidFill>
                  <a:srgbClr val="53565A"/>
                </a:solidFill>
                <a:ea typeface="ＭＳ Ｐゴシック" charset="-128"/>
              </a:rPr>
              <a:t>Unit</a:t>
            </a:r>
          </a:p>
        </p:txBody>
      </p:sp>
    </p:spTree>
    <p:extLst>
      <p:ext uri="{BB962C8B-B14F-4D97-AF65-F5344CB8AC3E}">
        <p14:creationId xmlns:p14="http://schemas.microsoft.com/office/powerpoint/2010/main" val="2055942937"/>
      </p:ext>
    </p:extLst>
  </p:cSld>
  <p:clrMapOvr>
    <a:masterClrMapping/>
  </p:clrMapOvr>
  <p:transition>
    <p:fade/>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dirty="0"/>
              <a:t>Cost curve</a:t>
            </a:r>
          </a:p>
        </p:txBody>
      </p:sp>
      <p:sp>
        <p:nvSpPr>
          <p:cNvPr id="838657" name="Title 1"/>
          <p:cNvSpPr>
            <a:spLocks noGrp="1"/>
          </p:cNvSpPr>
          <p:nvPr>
            <p:ph type="title"/>
          </p:nvPr>
        </p:nvSpPr>
        <p:spPr/>
        <p:txBody>
          <a:bodyPr/>
          <a:lstStyle/>
          <a:p>
            <a:r>
              <a:rPr lang="en-US" altLang="ja-JP" dirty="0"/>
              <a:t>Curves</a:t>
            </a:r>
            <a:endParaRPr lang="en-US" dirty="0"/>
          </a:p>
        </p:txBody>
      </p:sp>
      <p:grpSp>
        <p:nvGrpSpPr>
          <p:cNvPr id="2" name="Group 1">
            <a:extLst>
              <a:ext uri="{FF2B5EF4-FFF2-40B4-BE49-F238E27FC236}">
                <a16:creationId xmlns:a16="http://schemas.microsoft.com/office/drawing/2014/main" id="{7C3719AD-601C-4EC9-8897-1B8416E77E96}"/>
              </a:ext>
            </a:extLst>
          </p:cNvPr>
          <p:cNvGrpSpPr/>
          <p:nvPr/>
        </p:nvGrpSpPr>
        <p:grpSpPr>
          <a:xfrm>
            <a:off x="510457" y="1987651"/>
            <a:ext cx="8669672" cy="3857772"/>
            <a:chOff x="2667262" y="2169868"/>
            <a:chExt cx="6180990" cy="3874290"/>
          </a:xfrm>
        </p:grpSpPr>
        <p:sp>
          <p:nvSpPr>
            <p:cNvPr id="24" name="Freeform 23"/>
            <p:cNvSpPr/>
            <p:nvPr/>
          </p:nvSpPr>
          <p:spPr bwMode="gray">
            <a:xfrm>
              <a:off x="3464381" y="2169868"/>
              <a:ext cx="5318038" cy="3570022"/>
            </a:xfrm>
            <a:custGeom>
              <a:avLst/>
              <a:gdLst>
                <a:gd name="connsiteX0" fmla="*/ 0 w 5029200"/>
                <a:gd name="connsiteY0" fmla="*/ 0 h 3419856"/>
                <a:gd name="connsiteX1" fmla="*/ 0 w 5029200"/>
                <a:gd name="connsiteY1" fmla="*/ 3419856 h 3419856"/>
                <a:gd name="connsiteX2" fmla="*/ 5029200 w 5029200"/>
                <a:gd name="connsiteY2" fmla="*/ 3419856 h 3419856"/>
              </a:gdLst>
              <a:ahLst/>
              <a:cxnLst>
                <a:cxn ang="0">
                  <a:pos x="connsiteX0" y="connsiteY0"/>
                </a:cxn>
                <a:cxn ang="0">
                  <a:pos x="connsiteX1" y="connsiteY1"/>
                </a:cxn>
                <a:cxn ang="0">
                  <a:pos x="connsiteX2" y="connsiteY2"/>
                </a:cxn>
              </a:cxnLst>
              <a:rect l="l" t="t" r="r" b="b"/>
              <a:pathLst>
                <a:path w="5029200" h="3419856">
                  <a:moveTo>
                    <a:pt x="0" y="0"/>
                  </a:moveTo>
                  <a:lnTo>
                    <a:pt x="0" y="3419856"/>
                  </a:lnTo>
                  <a:lnTo>
                    <a:pt x="5029200" y="3419856"/>
                  </a:lnTo>
                </a:path>
              </a:pathLst>
            </a:custGeom>
            <a:noFill/>
            <a:ln w="6350" algn="ctr">
              <a:solidFill>
                <a:srgbClr val="BBBCBC"/>
              </a:solidFill>
              <a:miter lim="800000"/>
              <a:headEnd type="none"/>
              <a:tailEnd type="none"/>
            </a:ln>
          </p:spPr>
          <p:txBody>
            <a:bodyPr rtlCol="0" anchor="ctr"/>
            <a:lstStyle/>
            <a:p>
              <a:pPr algn="ctr"/>
              <a:endParaRPr lang="en-US" sz="1000" dirty="0">
                <a:latin typeface="Aptos" panose="020B0004020202020204" pitchFamily="34" charset="0"/>
              </a:endParaRPr>
            </a:p>
          </p:txBody>
        </p:sp>
        <p:sp>
          <p:nvSpPr>
            <p:cNvPr id="838661" name="Text Box 5"/>
            <p:cNvSpPr txBox="1">
              <a:spLocks noChangeArrowheads="1"/>
            </p:cNvSpPr>
            <p:nvPr/>
          </p:nvSpPr>
          <p:spPr bwMode="auto">
            <a:xfrm>
              <a:off x="2667262" y="3877606"/>
              <a:ext cx="749647" cy="154547"/>
            </a:xfrm>
            <a:prstGeom prst="rect">
              <a:avLst/>
            </a:prstGeom>
            <a:noFill/>
            <a:ln w="9525">
              <a:noFill/>
              <a:miter lim="800000"/>
              <a:headEnd/>
              <a:tailEnd/>
            </a:ln>
          </p:spPr>
          <p:txBody>
            <a:bodyPr wrap="square" lIns="0" tIns="0" rIns="0" bIns="0" anchor="ctr" anchorCtr="0">
              <a:spAutoFit/>
            </a:bodyPr>
            <a:lstStyle/>
            <a:p>
              <a:pPr algn="ctr"/>
              <a:r>
                <a:rPr lang="en-US" altLang="ja-JP" sz="1000" dirty="0">
                  <a:solidFill>
                    <a:srgbClr val="53565A"/>
                  </a:solidFill>
                  <a:latin typeface="Aptos" panose="020B0004020202020204" pitchFamily="34" charset="0"/>
                  <a:ea typeface="ＭＳ Ｐゴシック" charset="-128"/>
                </a:rPr>
                <a:t>Cost/unit</a:t>
              </a:r>
            </a:p>
          </p:txBody>
        </p:sp>
        <p:sp>
          <p:nvSpPr>
            <p:cNvPr id="838662" name="Text Box 6"/>
            <p:cNvSpPr txBox="1">
              <a:spLocks noChangeArrowheads="1"/>
            </p:cNvSpPr>
            <p:nvPr/>
          </p:nvSpPr>
          <p:spPr bwMode="auto">
            <a:xfrm>
              <a:off x="5354277" y="5889611"/>
              <a:ext cx="1538249" cy="154547"/>
            </a:xfrm>
            <a:prstGeom prst="rect">
              <a:avLst/>
            </a:prstGeom>
            <a:noFill/>
            <a:ln w="9525">
              <a:noFill/>
              <a:miter lim="800000"/>
              <a:headEnd/>
              <a:tailEnd/>
            </a:ln>
          </p:spPr>
          <p:txBody>
            <a:bodyPr wrap="square" lIns="0" tIns="0" rIns="0" bIns="0" anchor="ctr" anchorCtr="0">
              <a:spAutoFit/>
            </a:bodyPr>
            <a:lstStyle/>
            <a:p>
              <a:pPr algn="ctr"/>
              <a:r>
                <a:rPr lang="en-US" altLang="ja-JP" sz="1000" dirty="0">
                  <a:solidFill>
                    <a:srgbClr val="53565A"/>
                  </a:solidFill>
                  <a:latin typeface="Aptos" panose="020B0004020202020204" pitchFamily="34" charset="0"/>
                  <a:ea typeface="ＭＳ Ｐゴシック" charset="-128"/>
                </a:rPr>
                <a:t>Cumulative volume</a:t>
              </a:r>
            </a:p>
          </p:txBody>
        </p:sp>
        <p:sp>
          <p:nvSpPr>
            <p:cNvPr id="838663" name="Arc 7"/>
            <p:cNvSpPr>
              <a:spLocks/>
            </p:cNvSpPr>
            <p:nvPr/>
          </p:nvSpPr>
          <p:spPr bwMode="auto">
            <a:xfrm rot="10800000">
              <a:off x="3774278" y="2261971"/>
              <a:ext cx="5073974" cy="3115035"/>
            </a:xfrm>
            <a:custGeom>
              <a:avLst/>
              <a:gdLst>
                <a:gd name="T0" fmla="*/ 0 w 22699"/>
                <a:gd name="T1" fmla="*/ 2147483647 h 21600"/>
                <a:gd name="T2" fmla="*/ 2147483647 w 22699"/>
                <a:gd name="T3" fmla="*/ 2147483647 h 21600"/>
                <a:gd name="T4" fmla="*/ 2147483647 w 22699"/>
                <a:gd name="T5" fmla="*/ 2147483647 h 21600"/>
                <a:gd name="T6" fmla="*/ 0 60000 65536"/>
                <a:gd name="T7" fmla="*/ 0 60000 65536"/>
                <a:gd name="T8" fmla="*/ 0 60000 65536"/>
                <a:gd name="T9" fmla="*/ 0 w 22699"/>
                <a:gd name="T10" fmla="*/ 0 h 21600"/>
                <a:gd name="T11" fmla="*/ 22699 w 22699"/>
                <a:gd name="T12" fmla="*/ 21600 h 21600"/>
              </a:gdLst>
              <a:ahLst/>
              <a:cxnLst>
                <a:cxn ang="T6">
                  <a:pos x="T0" y="T1"/>
                </a:cxn>
                <a:cxn ang="T7">
                  <a:pos x="T2" y="T3"/>
                </a:cxn>
                <a:cxn ang="T8">
                  <a:pos x="T4" y="T5"/>
                </a:cxn>
              </a:cxnLst>
              <a:rect l="T9" t="T10" r="T11" b="T12"/>
              <a:pathLst>
                <a:path w="22699" h="21600" fill="none" extrusionOk="0">
                  <a:moveTo>
                    <a:pt x="0" y="33"/>
                  </a:moveTo>
                  <a:cubicBezTo>
                    <a:pt x="398" y="11"/>
                    <a:pt x="797" y="-1"/>
                    <a:pt x="1196" y="0"/>
                  </a:cubicBezTo>
                  <a:cubicBezTo>
                    <a:pt x="12333" y="0"/>
                    <a:pt x="21645" y="8468"/>
                    <a:pt x="22699" y="19556"/>
                  </a:cubicBezTo>
                </a:path>
                <a:path w="22699" h="21600" stroke="0" extrusionOk="0">
                  <a:moveTo>
                    <a:pt x="0" y="33"/>
                  </a:moveTo>
                  <a:cubicBezTo>
                    <a:pt x="398" y="11"/>
                    <a:pt x="797" y="-1"/>
                    <a:pt x="1196" y="0"/>
                  </a:cubicBezTo>
                  <a:cubicBezTo>
                    <a:pt x="12333" y="0"/>
                    <a:pt x="21645" y="8468"/>
                    <a:pt x="22699" y="19556"/>
                  </a:cubicBezTo>
                  <a:lnTo>
                    <a:pt x="1196" y="21600"/>
                  </a:lnTo>
                  <a:close/>
                </a:path>
              </a:pathLst>
            </a:custGeom>
            <a:noFill/>
            <a:ln w="28575">
              <a:solidFill>
                <a:schemeClr val="accent6">
                  <a:lumMod val="40000"/>
                  <a:lumOff val="60000"/>
                </a:schemeClr>
              </a:solidFill>
              <a:round/>
              <a:headEnd/>
              <a:tailEnd/>
            </a:ln>
          </p:spPr>
          <p:txBody>
            <a:bodyPr wrap="square" lIns="29250" tIns="29250" rIns="29250" bIns="29250" anchor="ctr"/>
            <a:lstStyle/>
            <a:p>
              <a:pPr algn="ctr"/>
              <a:endParaRPr lang="en-US" sz="1000" dirty="0">
                <a:latin typeface="Aptos" panose="020B0004020202020204" pitchFamily="34" charset="0"/>
              </a:endParaRPr>
            </a:p>
          </p:txBody>
        </p:sp>
        <p:sp>
          <p:nvSpPr>
            <p:cNvPr id="838664" name="Oval 8"/>
            <p:cNvSpPr>
              <a:spLocks noChangeArrowheads="1"/>
            </p:cNvSpPr>
            <p:nvPr/>
          </p:nvSpPr>
          <p:spPr bwMode="auto">
            <a:xfrm>
              <a:off x="4177156" y="3573817"/>
              <a:ext cx="105936" cy="146118"/>
            </a:xfrm>
            <a:prstGeom prst="ellipse">
              <a:avLst/>
            </a:prstGeom>
            <a:solidFill>
              <a:schemeClr val="accent1"/>
            </a:solidFill>
            <a:ln w="6350" algn="ctr">
              <a:noFill/>
              <a:round/>
              <a:headEnd/>
              <a:tailEnd/>
            </a:ln>
          </p:spPr>
          <p:txBody>
            <a:bodyPr wrap="square" lIns="29250" tIns="29250" rIns="29250" bIns="29250" anchor="ctr"/>
            <a:lstStyle/>
            <a:p>
              <a:pPr algn="ctr"/>
              <a:endParaRPr lang="en-US" sz="1000" dirty="0">
                <a:latin typeface="Aptos" panose="020B0004020202020204" pitchFamily="34" charset="0"/>
              </a:endParaRPr>
            </a:p>
          </p:txBody>
        </p:sp>
        <p:sp>
          <p:nvSpPr>
            <p:cNvPr id="838665" name="Oval 9"/>
            <p:cNvSpPr>
              <a:spLocks noChangeArrowheads="1"/>
            </p:cNvSpPr>
            <p:nvPr/>
          </p:nvSpPr>
          <p:spPr bwMode="auto">
            <a:xfrm>
              <a:off x="3738953" y="2700323"/>
              <a:ext cx="105936" cy="146118"/>
            </a:xfrm>
            <a:prstGeom prst="ellipse">
              <a:avLst/>
            </a:prstGeom>
            <a:solidFill>
              <a:schemeClr val="accent1"/>
            </a:solidFill>
            <a:ln w="6350" algn="ctr">
              <a:noFill/>
              <a:round/>
              <a:headEnd/>
              <a:tailEnd/>
            </a:ln>
          </p:spPr>
          <p:txBody>
            <a:bodyPr wrap="square" lIns="29250" tIns="29250" rIns="29250" bIns="29250" anchor="ctr"/>
            <a:lstStyle/>
            <a:p>
              <a:pPr algn="ctr"/>
              <a:endParaRPr lang="en-US" sz="1000" dirty="0">
                <a:latin typeface="Aptos" panose="020B0004020202020204" pitchFamily="34" charset="0"/>
              </a:endParaRPr>
            </a:p>
          </p:txBody>
        </p:sp>
        <p:sp>
          <p:nvSpPr>
            <p:cNvPr id="11" name="Arc 10"/>
            <p:cNvSpPr>
              <a:spLocks/>
            </p:cNvSpPr>
            <p:nvPr/>
          </p:nvSpPr>
          <p:spPr bwMode="auto">
            <a:xfrm>
              <a:off x="4007105" y="2772580"/>
              <a:ext cx="202317" cy="655121"/>
            </a:xfrm>
            <a:custGeom>
              <a:avLst/>
              <a:gdLst>
                <a:gd name="T0" fmla="*/ 0 w 21600"/>
                <a:gd name="T1" fmla="*/ 0 h 21600"/>
                <a:gd name="T2" fmla="*/ 2147483647 w 21600"/>
                <a:gd name="T3" fmla="*/ 2147483647 h 21600"/>
                <a:gd name="T4" fmla="*/ 0 w 21600"/>
                <a:gd name="T5" fmla="*/ 2147483647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6350">
              <a:solidFill>
                <a:srgbClr val="BBBCBC"/>
              </a:solidFill>
              <a:round/>
              <a:headEnd/>
              <a:tailEnd type="triangle" w="med" len="med"/>
            </a:ln>
          </p:spPr>
          <p:txBody>
            <a:bodyPr wrap="square" lIns="29250" tIns="29250" rIns="29250" bIns="29250" anchor="ctr"/>
            <a:lstStyle/>
            <a:p>
              <a:pPr algn="ctr">
                <a:defRPr/>
              </a:pPr>
              <a:endParaRPr lang="en-US" sz="1000" dirty="0">
                <a:latin typeface="Aptos" panose="020B0004020202020204" pitchFamily="34" charset="0"/>
              </a:endParaRPr>
            </a:p>
          </p:txBody>
        </p:sp>
        <p:sp>
          <p:nvSpPr>
            <p:cNvPr id="838667" name="Text Box 11"/>
            <p:cNvSpPr txBox="1">
              <a:spLocks noChangeArrowheads="1"/>
            </p:cNvSpPr>
            <p:nvPr/>
          </p:nvSpPr>
          <p:spPr bwMode="auto">
            <a:xfrm>
              <a:off x="3806393" y="2376116"/>
              <a:ext cx="405269" cy="154547"/>
            </a:xfrm>
            <a:prstGeom prst="rect">
              <a:avLst/>
            </a:prstGeom>
            <a:noFill/>
            <a:ln w="9525">
              <a:noFill/>
              <a:miter lim="800000"/>
              <a:headEnd/>
              <a:tailEnd/>
            </a:ln>
          </p:spPr>
          <p:txBody>
            <a:bodyPr wrap="square" lIns="0" tIns="0" rIns="0" bIns="0" anchor="ctr" anchorCtr="0">
              <a:spAutoFit/>
            </a:bodyPr>
            <a:lstStyle/>
            <a:p>
              <a:pPr algn="ctr"/>
              <a:r>
                <a:rPr lang="en-US" altLang="ja-JP" sz="1000" dirty="0">
                  <a:solidFill>
                    <a:srgbClr val="53565A"/>
                  </a:solidFill>
                  <a:latin typeface="Aptos" panose="020B0004020202020204" pitchFamily="34" charset="0"/>
                  <a:ea typeface="ＭＳ Ｐゴシック" charset="-128"/>
                </a:rPr>
                <a:t>Text</a:t>
              </a:r>
            </a:p>
          </p:txBody>
        </p:sp>
        <p:sp>
          <p:nvSpPr>
            <p:cNvPr id="838668" name="Text Box 12"/>
            <p:cNvSpPr txBox="1">
              <a:spLocks noChangeArrowheads="1"/>
            </p:cNvSpPr>
            <p:nvPr/>
          </p:nvSpPr>
          <p:spPr bwMode="auto">
            <a:xfrm>
              <a:off x="3732531" y="3761824"/>
              <a:ext cx="405269" cy="154547"/>
            </a:xfrm>
            <a:prstGeom prst="rect">
              <a:avLst/>
            </a:prstGeom>
            <a:noFill/>
            <a:ln w="9525">
              <a:noFill/>
              <a:miter lim="800000"/>
              <a:headEnd/>
              <a:tailEnd/>
            </a:ln>
          </p:spPr>
          <p:txBody>
            <a:bodyPr wrap="square" lIns="0" tIns="0" rIns="0" bIns="0" anchor="ctr" anchorCtr="0">
              <a:spAutoFit/>
            </a:bodyPr>
            <a:lstStyle/>
            <a:p>
              <a:pPr algn="ctr"/>
              <a:r>
                <a:rPr lang="en-US" altLang="ja-JP" sz="1000" dirty="0">
                  <a:solidFill>
                    <a:srgbClr val="53565A"/>
                  </a:solidFill>
                  <a:latin typeface="Aptos" panose="020B0004020202020204" pitchFamily="34" charset="0"/>
                  <a:ea typeface="ＭＳ Ｐゴシック" charset="-128"/>
                </a:rPr>
                <a:t>Text</a:t>
              </a:r>
            </a:p>
          </p:txBody>
        </p:sp>
        <p:sp>
          <p:nvSpPr>
            <p:cNvPr id="838669" name="Oval 13"/>
            <p:cNvSpPr>
              <a:spLocks noChangeArrowheads="1"/>
            </p:cNvSpPr>
            <p:nvPr/>
          </p:nvSpPr>
          <p:spPr bwMode="auto">
            <a:xfrm>
              <a:off x="7705002" y="5259789"/>
              <a:ext cx="105936" cy="146118"/>
            </a:xfrm>
            <a:prstGeom prst="ellipse">
              <a:avLst/>
            </a:prstGeom>
            <a:solidFill>
              <a:schemeClr val="accent1"/>
            </a:solidFill>
            <a:ln w="6350" algn="ctr">
              <a:noFill/>
              <a:round/>
              <a:headEnd/>
              <a:tailEnd/>
            </a:ln>
          </p:spPr>
          <p:txBody>
            <a:bodyPr wrap="square" lIns="29250" tIns="29250" rIns="29250" bIns="29250" anchor="ctr"/>
            <a:lstStyle/>
            <a:p>
              <a:pPr algn="ctr"/>
              <a:endParaRPr lang="en-US" sz="1000" dirty="0">
                <a:latin typeface="Aptos" panose="020B0004020202020204" pitchFamily="34" charset="0"/>
              </a:endParaRPr>
            </a:p>
          </p:txBody>
        </p:sp>
        <p:sp>
          <p:nvSpPr>
            <p:cNvPr id="838670" name="Oval 14"/>
            <p:cNvSpPr>
              <a:spLocks noChangeArrowheads="1"/>
            </p:cNvSpPr>
            <p:nvPr/>
          </p:nvSpPr>
          <p:spPr bwMode="auto">
            <a:xfrm>
              <a:off x="8377786" y="5310050"/>
              <a:ext cx="105936" cy="146118"/>
            </a:xfrm>
            <a:prstGeom prst="ellipse">
              <a:avLst/>
            </a:prstGeom>
            <a:solidFill>
              <a:schemeClr val="accent1"/>
            </a:solidFill>
            <a:ln w="6350" algn="ctr">
              <a:noFill/>
              <a:round/>
              <a:headEnd/>
              <a:tailEnd/>
            </a:ln>
          </p:spPr>
          <p:txBody>
            <a:bodyPr wrap="square" lIns="29250" tIns="29250" rIns="29250" bIns="29250" anchor="ctr"/>
            <a:lstStyle/>
            <a:p>
              <a:pPr algn="ctr"/>
              <a:endParaRPr lang="en-US" sz="1000" dirty="0">
                <a:latin typeface="Aptos" panose="020B0004020202020204" pitchFamily="34" charset="0"/>
              </a:endParaRPr>
            </a:p>
          </p:txBody>
        </p:sp>
        <p:sp>
          <p:nvSpPr>
            <p:cNvPr id="838671" name="Text Box 15"/>
            <p:cNvSpPr txBox="1">
              <a:spLocks noChangeArrowheads="1"/>
            </p:cNvSpPr>
            <p:nvPr/>
          </p:nvSpPr>
          <p:spPr bwMode="auto">
            <a:xfrm>
              <a:off x="7330560" y="5434953"/>
              <a:ext cx="405268" cy="154547"/>
            </a:xfrm>
            <a:prstGeom prst="rect">
              <a:avLst/>
            </a:prstGeom>
            <a:noFill/>
            <a:ln w="9525">
              <a:noFill/>
              <a:miter lim="800000"/>
              <a:headEnd/>
              <a:tailEnd/>
            </a:ln>
          </p:spPr>
          <p:txBody>
            <a:bodyPr wrap="square" lIns="0" tIns="0" rIns="0" bIns="0" anchor="ctr" anchorCtr="0">
              <a:spAutoFit/>
            </a:bodyPr>
            <a:lstStyle/>
            <a:p>
              <a:pPr algn="ctr"/>
              <a:r>
                <a:rPr lang="en-US" altLang="ja-JP" sz="1000" dirty="0">
                  <a:solidFill>
                    <a:srgbClr val="53565A"/>
                  </a:solidFill>
                  <a:latin typeface="Aptos" panose="020B0004020202020204" pitchFamily="34" charset="0"/>
                  <a:ea typeface="ＭＳ Ｐゴシック" charset="-128"/>
                </a:rPr>
                <a:t>Text</a:t>
              </a:r>
            </a:p>
          </p:txBody>
        </p:sp>
        <p:sp>
          <p:nvSpPr>
            <p:cNvPr id="838672" name="Text Box 16"/>
            <p:cNvSpPr txBox="1">
              <a:spLocks noChangeArrowheads="1"/>
            </p:cNvSpPr>
            <p:nvPr/>
          </p:nvSpPr>
          <p:spPr bwMode="auto">
            <a:xfrm>
              <a:off x="8294776" y="5507208"/>
              <a:ext cx="405268" cy="154547"/>
            </a:xfrm>
            <a:prstGeom prst="rect">
              <a:avLst/>
            </a:prstGeom>
            <a:noFill/>
            <a:ln w="9525">
              <a:noFill/>
              <a:miter lim="800000"/>
              <a:headEnd/>
              <a:tailEnd/>
            </a:ln>
          </p:spPr>
          <p:txBody>
            <a:bodyPr wrap="square" lIns="0" tIns="0" rIns="0" bIns="0" anchor="ctr" anchorCtr="0">
              <a:spAutoFit/>
            </a:bodyPr>
            <a:lstStyle/>
            <a:p>
              <a:pPr algn="ctr"/>
              <a:r>
                <a:rPr lang="en-US" altLang="ja-JP" sz="1000" dirty="0">
                  <a:solidFill>
                    <a:srgbClr val="53565A"/>
                  </a:solidFill>
                  <a:latin typeface="Aptos" panose="020B0004020202020204" pitchFamily="34" charset="0"/>
                  <a:ea typeface="ＭＳ Ｐゴシック" charset="-128"/>
                </a:rPr>
                <a:t>Text</a:t>
              </a:r>
            </a:p>
          </p:txBody>
        </p:sp>
        <p:sp>
          <p:nvSpPr>
            <p:cNvPr id="18" name="Arc 17"/>
            <p:cNvSpPr>
              <a:spLocks/>
            </p:cNvSpPr>
            <p:nvPr/>
          </p:nvSpPr>
          <p:spPr bwMode="auto">
            <a:xfrm>
              <a:off x="7876811" y="5248550"/>
              <a:ext cx="472072" cy="73862"/>
            </a:xfrm>
            <a:custGeom>
              <a:avLst/>
              <a:gdLst>
                <a:gd name="T0" fmla="*/ 0 w 21600"/>
                <a:gd name="T1" fmla="*/ 0 h 21600"/>
                <a:gd name="T2" fmla="*/ 2147483647 w 21600"/>
                <a:gd name="T3" fmla="*/ 9539871 h 21600"/>
                <a:gd name="T4" fmla="*/ 0 w 21600"/>
                <a:gd name="T5" fmla="*/ 9539871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6350">
              <a:solidFill>
                <a:srgbClr val="BBBCBC"/>
              </a:solidFill>
              <a:round/>
              <a:headEnd/>
              <a:tailEnd type="triangle" w="med" len="med"/>
            </a:ln>
          </p:spPr>
          <p:txBody>
            <a:bodyPr wrap="square" lIns="29250" tIns="29250" rIns="29250" bIns="29250" anchor="ctr"/>
            <a:lstStyle/>
            <a:p>
              <a:pPr algn="ctr">
                <a:defRPr/>
              </a:pPr>
              <a:endParaRPr lang="en-US" sz="1000" dirty="0">
                <a:latin typeface="Aptos" panose="020B0004020202020204" pitchFamily="34" charset="0"/>
              </a:endParaRPr>
            </a:p>
          </p:txBody>
        </p:sp>
      </p:grpSp>
    </p:spTree>
    <p:extLst>
      <p:ext uri="{BB962C8B-B14F-4D97-AF65-F5344CB8AC3E}">
        <p14:creationId xmlns:p14="http://schemas.microsoft.com/office/powerpoint/2010/main" val="2181962169"/>
      </p:ext>
    </p:extLst>
  </p:cSld>
  <p:clrMapOvr>
    <a:masterClrMapping/>
  </p:clrMapOvr>
  <p:transition>
    <p:fade/>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sz="quarter" idx="10"/>
          </p:nvPr>
        </p:nvSpPr>
        <p:spPr/>
        <p:txBody>
          <a:bodyPr/>
          <a:lstStyle/>
          <a:p>
            <a:r>
              <a:rPr lang="en-US" sz="1200" dirty="0"/>
              <a:t>Chart title</a:t>
            </a:r>
          </a:p>
        </p:txBody>
      </p:sp>
      <p:sp>
        <p:nvSpPr>
          <p:cNvPr id="839681" name="Title 1"/>
          <p:cNvSpPr>
            <a:spLocks noGrp="1"/>
          </p:cNvSpPr>
          <p:nvPr>
            <p:ph type="title"/>
          </p:nvPr>
        </p:nvSpPr>
        <p:spPr/>
        <p:txBody>
          <a:bodyPr/>
          <a:lstStyle/>
          <a:p>
            <a:r>
              <a:rPr lang="en-US" altLang="ja-JP"/>
              <a:t>Curves</a:t>
            </a:r>
            <a:endParaRPr lang="en-US" dirty="0"/>
          </a:p>
        </p:txBody>
      </p:sp>
      <p:sp>
        <p:nvSpPr>
          <p:cNvPr id="5" name="Text Placeholder 4">
            <a:extLst>
              <a:ext uri="{FF2B5EF4-FFF2-40B4-BE49-F238E27FC236}">
                <a16:creationId xmlns:a16="http://schemas.microsoft.com/office/drawing/2014/main" id="{8B6A3090-76EA-4D20-979D-6CC0EEAB5312}"/>
              </a:ext>
            </a:extLst>
          </p:cNvPr>
          <p:cNvSpPr>
            <a:spLocks noGrp="1"/>
          </p:cNvSpPr>
          <p:nvPr>
            <p:ph type="body" sz="quarter" idx="13"/>
          </p:nvPr>
        </p:nvSpPr>
        <p:spPr/>
        <p:txBody>
          <a:bodyPr>
            <a:normAutofit/>
          </a:bodyPr>
          <a:lstStyle/>
          <a:p>
            <a:r>
              <a:rPr lang="en-US" dirty="0"/>
              <a:t>Downward and upward slopes</a:t>
            </a:r>
          </a:p>
          <a:p>
            <a:endParaRPr lang="en-US" dirty="0"/>
          </a:p>
        </p:txBody>
      </p:sp>
      <p:sp>
        <p:nvSpPr>
          <p:cNvPr id="7" name="Text Placeholder 6">
            <a:extLst>
              <a:ext uri="{FF2B5EF4-FFF2-40B4-BE49-F238E27FC236}">
                <a16:creationId xmlns:a16="http://schemas.microsoft.com/office/drawing/2014/main" id="{28C6EB8B-335C-493F-91BA-7241D94D8858}"/>
              </a:ext>
            </a:extLst>
          </p:cNvPr>
          <p:cNvSpPr>
            <a:spLocks noGrp="1"/>
          </p:cNvSpPr>
          <p:nvPr>
            <p:ph sz="quarter" idx="15"/>
          </p:nvPr>
        </p:nvSpPr>
        <p:spPr/>
        <p:txBody>
          <a:bodyPr/>
          <a:lstStyle/>
          <a:p>
            <a:r>
              <a:rPr lang="en-US" sz="1200" kern="0" dirty="0">
                <a:solidFill>
                  <a:srgbClr val="E7E6E6"/>
                </a:solidFill>
              </a:rPr>
              <a:t>Chart title</a:t>
            </a:r>
            <a:endParaRPr lang="en-US" sz="1200" dirty="0"/>
          </a:p>
        </p:txBody>
      </p:sp>
      <p:sp>
        <p:nvSpPr>
          <p:cNvPr id="21" name="Freeform 3"/>
          <p:cNvSpPr>
            <a:spLocks/>
          </p:cNvSpPr>
          <p:nvPr/>
        </p:nvSpPr>
        <p:spPr bwMode="auto">
          <a:xfrm>
            <a:off x="1621582" y="2370241"/>
            <a:ext cx="3161451" cy="2901814"/>
          </a:xfrm>
          <a:custGeom>
            <a:avLst/>
            <a:gdLst>
              <a:gd name="T0" fmla="*/ 0 w 2071"/>
              <a:gd name="T1" fmla="*/ 0 h 1900"/>
              <a:gd name="T2" fmla="*/ 0 w 2071"/>
              <a:gd name="T3" fmla="*/ 2147483647 h 1900"/>
              <a:gd name="T4" fmla="*/ 2147483647 w 2071"/>
              <a:gd name="T5" fmla="*/ 2147483647 h 1900"/>
              <a:gd name="T6" fmla="*/ 0 60000 65536"/>
              <a:gd name="T7" fmla="*/ 0 60000 65536"/>
              <a:gd name="T8" fmla="*/ 0 60000 65536"/>
              <a:gd name="T9" fmla="*/ 0 w 2071"/>
              <a:gd name="T10" fmla="*/ 0 h 1900"/>
              <a:gd name="T11" fmla="*/ 2071 w 2071"/>
              <a:gd name="T12" fmla="*/ 1900 h 1900"/>
            </a:gdLst>
            <a:ahLst/>
            <a:cxnLst>
              <a:cxn ang="T6">
                <a:pos x="T0" y="T1"/>
              </a:cxn>
              <a:cxn ang="T7">
                <a:pos x="T2" y="T3"/>
              </a:cxn>
              <a:cxn ang="T8">
                <a:pos x="T4" y="T5"/>
              </a:cxn>
            </a:cxnLst>
            <a:rect l="T9" t="T10" r="T11" b="T12"/>
            <a:pathLst>
              <a:path w="2071" h="1900">
                <a:moveTo>
                  <a:pt x="0" y="0"/>
                </a:moveTo>
                <a:lnTo>
                  <a:pt x="0" y="1899"/>
                </a:lnTo>
                <a:lnTo>
                  <a:pt x="2070" y="1899"/>
                </a:lnTo>
              </a:path>
            </a:pathLst>
          </a:custGeom>
          <a:noFill/>
          <a:ln w="9525" cap="rnd">
            <a:solidFill>
              <a:srgbClr val="BBBCBC"/>
            </a:solidFill>
            <a:round/>
            <a:headEnd type="triangle" w="med" len="med"/>
            <a:tailEnd type="triangle" w="med" len="med"/>
          </a:ln>
        </p:spPr>
        <p:txBody>
          <a:bodyPr lIns="29250" tIns="29250" rIns="29250" bIns="29250"/>
          <a:lstStyle/>
          <a:p>
            <a:pPr>
              <a:defRPr/>
            </a:pPr>
            <a:endParaRPr lang="en-US" sz="1138" kern="0" dirty="0">
              <a:solidFill>
                <a:prstClr val="white"/>
              </a:solidFill>
            </a:endParaRPr>
          </a:p>
        </p:txBody>
      </p:sp>
      <p:sp>
        <p:nvSpPr>
          <p:cNvPr id="23" name="Arc 4"/>
          <p:cNvSpPr>
            <a:spLocks/>
          </p:cNvSpPr>
          <p:nvPr/>
        </p:nvSpPr>
        <p:spPr bwMode="auto">
          <a:xfrm>
            <a:off x="1850670" y="2550456"/>
            <a:ext cx="2596360" cy="2413088"/>
          </a:xfrm>
          <a:custGeom>
            <a:avLst/>
            <a:gdLst>
              <a:gd name="T0" fmla="*/ 2147483647 w 24147"/>
              <a:gd name="T1" fmla="*/ 2147483647 h 21600"/>
              <a:gd name="T2" fmla="*/ 0 w 24147"/>
              <a:gd name="T3" fmla="*/ 2147483647 h 21600"/>
              <a:gd name="T4" fmla="*/ 2147483647 w 24147"/>
              <a:gd name="T5" fmla="*/ 0 h 21600"/>
              <a:gd name="T6" fmla="*/ 0 60000 65536"/>
              <a:gd name="T7" fmla="*/ 0 60000 65536"/>
              <a:gd name="T8" fmla="*/ 0 60000 65536"/>
              <a:gd name="T9" fmla="*/ 0 w 24147"/>
              <a:gd name="T10" fmla="*/ 0 h 21600"/>
              <a:gd name="T11" fmla="*/ 24147 w 24147"/>
              <a:gd name="T12" fmla="*/ 21600 h 21600"/>
            </a:gdLst>
            <a:ahLst/>
            <a:cxnLst>
              <a:cxn ang="T6">
                <a:pos x="T0" y="T1"/>
              </a:cxn>
              <a:cxn ang="T7">
                <a:pos x="T2" y="T3"/>
              </a:cxn>
              <a:cxn ang="T8">
                <a:pos x="T4" y="T5"/>
              </a:cxn>
            </a:cxnLst>
            <a:rect l="T9" t="T10" r="T11" b="T12"/>
            <a:pathLst>
              <a:path w="24147" h="21600" fill="none" extrusionOk="0">
                <a:moveTo>
                  <a:pt x="24147" y="21439"/>
                </a:moveTo>
                <a:cubicBezTo>
                  <a:pt x="23275" y="21546"/>
                  <a:pt x="22397" y="21599"/>
                  <a:pt x="21519" y="21600"/>
                </a:cubicBezTo>
                <a:cubicBezTo>
                  <a:pt x="10315" y="21600"/>
                  <a:pt x="971" y="13034"/>
                  <a:pt x="0" y="1872"/>
                </a:cubicBezTo>
              </a:path>
              <a:path w="24147" h="21600" stroke="0" extrusionOk="0">
                <a:moveTo>
                  <a:pt x="24147" y="21439"/>
                </a:moveTo>
                <a:cubicBezTo>
                  <a:pt x="23275" y="21546"/>
                  <a:pt x="22397" y="21599"/>
                  <a:pt x="21519" y="21600"/>
                </a:cubicBezTo>
                <a:cubicBezTo>
                  <a:pt x="10315" y="21600"/>
                  <a:pt x="971" y="13034"/>
                  <a:pt x="0" y="1872"/>
                </a:cubicBezTo>
                <a:lnTo>
                  <a:pt x="21519" y="0"/>
                </a:lnTo>
                <a:close/>
              </a:path>
            </a:pathLst>
          </a:custGeom>
          <a:noFill/>
          <a:ln w="28575" cap="rnd">
            <a:solidFill>
              <a:srgbClr val="E7E6E6"/>
            </a:solidFill>
            <a:round/>
            <a:headEnd/>
            <a:tailEnd/>
          </a:ln>
        </p:spPr>
        <p:txBody>
          <a:bodyPr wrap="none" lIns="29250" tIns="29250" rIns="29250" bIns="29250" anchor="ctr"/>
          <a:lstStyle/>
          <a:p>
            <a:pPr algn="ctr">
              <a:defRPr/>
            </a:pPr>
            <a:endParaRPr lang="en-US" sz="1138" kern="0" dirty="0">
              <a:solidFill>
                <a:prstClr val="white"/>
              </a:solidFill>
            </a:endParaRPr>
          </a:p>
        </p:txBody>
      </p:sp>
      <p:sp>
        <p:nvSpPr>
          <p:cNvPr id="24" name="Oval 5"/>
          <p:cNvSpPr>
            <a:spLocks noChangeArrowheads="1"/>
          </p:cNvSpPr>
          <p:nvPr/>
        </p:nvSpPr>
        <p:spPr bwMode="auto">
          <a:xfrm>
            <a:off x="1874945" y="3314094"/>
            <a:ext cx="277073" cy="277073"/>
          </a:xfrm>
          <a:prstGeom prst="ellipse">
            <a:avLst/>
          </a:prstGeom>
          <a:solidFill>
            <a:srgbClr val="86BC25"/>
          </a:solidFill>
          <a:ln w="12700" algn="ctr">
            <a:noFill/>
            <a:round/>
            <a:headEnd/>
            <a:tailEnd/>
          </a:ln>
        </p:spPr>
        <p:txBody>
          <a:bodyPr lIns="29250" tIns="29250" rIns="29250" bIns="29250" anchor="ctr"/>
          <a:lstStyle/>
          <a:p>
            <a:pPr algn="ctr">
              <a:defRPr/>
            </a:pPr>
            <a:r>
              <a:rPr lang="en-US" altLang="ja-JP" sz="975" kern="0" dirty="0">
                <a:latin typeface="Aptos" panose="020B0004020202020204" pitchFamily="34" charset="0"/>
                <a:ea typeface="ＭＳ Ｐゴシック" charset="-128"/>
              </a:rPr>
              <a:t>1</a:t>
            </a:r>
          </a:p>
        </p:txBody>
      </p:sp>
      <p:sp>
        <p:nvSpPr>
          <p:cNvPr id="25" name="Oval 6"/>
          <p:cNvSpPr>
            <a:spLocks noChangeArrowheads="1"/>
          </p:cNvSpPr>
          <p:nvPr/>
        </p:nvSpPr>
        <p:spPr bwMode="auto">
          <a:xfrm>
            <a:off x="2505872" y="4235039"/>
            <a:ext cx="277073" cy="277073"/>
          </a:xfrm>
          <a:prstGeom prst="ellipse">
            <a:avLst/>
          </a:prstGeom>
          <a:solidFill>
            <a:srgbClr val="86BC25"/>
          </a:solidFill>
          <a:ln w="12700" algn="ctr">
            <a:noFill/>
            <a:round/>
            <a:headEnd/>
            <a:tailEnd/>
          </a:ln>
        </p:spPr>
        <p:txBody>
          <a:bodyPr lIns="29250" tIns="29250" rIns="29250" bIns="29250" anchor="ctr"/>
          <a:lstStyle/>
          <a:p>
            <a:pPr algn="ctr">
              <a:defRPr/>
            </a:pPr>
            <a:r>
              <a:rPr lang="en-US" altLang="ja-JP" sz="975" kern="0" dirty="0">
                <a:latin typeface="Aptos" panose="020B0004020202020204" pitchFamily="34" charset="0"/>
                <a:ea typeface="ＭＳ Ｐゴシック" charset="-128"/>
              </a:rPr>
              <a:t>2</a:t>
            </a:r>
          </a:p>
        </p:txBody>
      </p:sp>
      <p:sp>
        <p:nvSpPr>
          <p:cNvPr id="26" name="Oval 7"/>
          <p:cNvSpPr>
            <a:spLocks noChangeArrowheads="1"/>
          </p:cNvSpPr>
          <p:nvPr/>
        </p:nvSpPr>
        <p:spPr bwMode="auto">
          <a:xfrm>
            <a:off x="3413071" y="4757366"/>
            <a:ext cx="277073" cy="277073"/>
          </a:xfrm>
          <a:prstGeom prst="ellipse">
            <a:avLst/>
          </a:prstGeom>
          <a:solidFill>
            <a:srgbClr val="86BC25"/>
          </a:solidFill>
          <a:ln w="12700" algn="ctr">
            <a:noFill/>
            <a:round/>
            <a:headEnd/>
            <a:tailEnd/>
          </a:ln>
        </p:spPr>
        <p:txBody>
          <a:bodyPr lIns="29250" tIns="29250" rIns="29250" bIns="29250" anchor="ctr"/>
          <a:lstStyle/>
          <a:p>
            <a:pPr algn="ctr">
              <a:defRPr/>
            </a:pPr>
            <a:r>
              <a:rPr lang="en-US" altLang="ja-JP" sz="975" kern="0" dirty="0">
                <a:latin typeface="Aptos" panose="020B0004020202020204" pitchFamily="34" charset="0"/>
                <a:ea typeface="ＭＳ Ｐゴシック" charset="-128"/>
              </a:rPr>
              <a:t>3</a:t>
            </a:r>
          </a:p>
        </p:txBody>
      </p:sp>
      <p:sp>
        <p:nvSpPr>
          <p:cNvPr id="27" name="Rectangle 8"/>
          <p:cNvSpPr>
            <a:spLocks noChangeArrowheads="1"/>
          </p:cNvSpPr>
          <p:nvPr/>
        </p:nvSpPr>
        <p:spPr bwMode="auto">
          <a:xfrm>
            <a:off x="2832759" y="5368274"/>
            <a:ext cx="739092" cy="153888"/>
          </a:xfrm>
          <a:prstGeom prst="rect">
            <a:avLst/>
          </a:prstGeom>
          <a:noFill/>
          <a:ln w="12700">
            <a:noFill/>
            <a:miter lim="800000"/>
            <a:headEnd/>
            <a:tailEnd/>
          </a:ln>
        </p:spPr>
        <p:txBody>
          <a:bodyPr wrap="square" lIns="0" tIns="0" rIns="0" bIns="0">
            <a:spAutoFit/>
          </a:bodyPr>
          <a:lstStyle/>
          <a:p>
            <a:pPr algn="ctr"/>
            <a:r>
              <a:rPr lang="en-US" altLang="ja-JP" sz="1000" dirty="0">
                <a:solidFill>
                  <a:srgbClr val="BBBCBC"/>
                </a:solidFill>
                <a:latin typeface="Aptos" panose="020B0004020202020204" pitchFamily="34" charset="0"/>
                <a:ea typeface="ＭＳ Ｐゴシック" charset="-128"/>
              </a:rPr>
              <a:t>Time</a:t>
            </a:r>
          </a:p>
        </p:txBody>
      </p:sp>
      <p:sp>
        <p:nvSpPr>
          <p:cNvPr id="28" name="Freeform 9"/>
          <p:cNvSpPr>
            <a:spLocks/>
          </p:cNvSpPr>
          <p:nvPr/>
        </p:nvSpPr>
        <p:spPr bwMode="auto">
          <a:xfrm>
            <a:off x="5117336" y="2370241"/>
            <a:ext cx="3162978" cy="2901814"/>
          </a:xfrm>
          <a:custGeom>
            <a:avLst/>
            <a:gdLst>
              <a:gd name="T0" fmla="*/ 0 w 2071"/>
              <a:gd name="T1" fmla="*/ 0 h 1900"/>
              <a:gd name="T2" fmla="*/ 0 w 2071"/>
              <a:gd name="T3" fmla="*/ 2147483647 h 1900"/>
              <a:gd name="T4" fmla="*/ 2147483647 w 2071"/>
              <a:gd name="T5" fmla="*/ 2147483647 h 1900"/>
              <a:gd name="T6" fmla="*/ 0 60000 65536"/>
              <a:gd name="T7" fmla="*/ 0 60000 65536"/>
              <a:gd name="T8" fmla="*/ 0 60000 65536"/>
              <a:gd name="T9" fmla="*/ 0 w 2071"/>
              <a:gd name="T10" fmla="*/ 0 h 1900"/>
              <a:gd name="T11" fmla="*/ 2071 w 2071"/>
              <a:gd name="T12" fmla="*/ 1900 h 1900"/>
            </a:gdLst>
            <a:ahLst/>
            <a:cxnLst>
              <a:cxn ang="T6">
                <a:pos x="T0" y="T1"/>
              </a:cxn>
              <a:cxn ang="T7">
                <a:pos x="T2" y="T3"/>
              </a:cxn>
              <a:cxn ang="T8">
                <a:pos x="T4" y="T5"/>
              </a:cxn>
            </a:cxnLst>
            <a:rect l="T9" t="T10" r="T11" b="T12"/>
            <a:pathLst>
              <a:path w="2071" h="1900">
                <a:moveTo>
                  <a:pt x="0" y="0"/>
                </a:moveTo>
                <a:lnTo>
                  <a:pt x="0" y="1899"/>
                </a:lnTo>
                <a:lnTo>
                  <a:pt x="2070" y="1899"/>
                </a:lnTo>
              </a:path>
            </a:pathLst>
          </a:custGeom>
          <a:noFill/>
          <a:ln w="9525" cap="rnd">
            <a:solidFill>
              <a:srgbClr val="BBBCBC"/>
            </a:solidFill>
            <a:round/>
            <a:headEnd type="triangle" w="med" len="med"/>
            <a:tailEnd type="triangle" w="med" len="med"/>
          </a:ln>
        </p:spPr>
        <p:txBody>
          <a:bodyPr lIns="29250" tIns="29250" rIns="29250" bIns="29250"/>
          <a:lstStyle/>
          <a:p>
            <a:pPr>
              <a:defRPr/>
            </a:pPr>
            <a:endParaRPr lang="en-US" sz="1138" kern="0" dirty="0">
              <a:solidFill>
                <a:prstClr val="white"/>
              </a:solidFill>
            </a:endParaRPr>
          </a:p>
        </p:txBody>
      </p:sp>
      <p:sp>
        <p:nvSpPr>
          <p:cNvPr id="29" name="Arc 10"/>
          <p:cNvSpPr>
            <a:spLocks/>
          </p:cNvSpPr>
          <p:nvPr/>
        </p:nvSpPr>
        <p:spPr bwMode="auto">
          <a:xfrm>
            <a:off x="5317410" y="2550456"/>
            <a:ext cx="2596360" cy="2413088"/>
          </a:xfrm>
          <a:custGeom>
            <a:avLst/>
            <a:gdLst>
              <a:gd name="T0" fmla="*/ 2147483647 w 24161"/>
              <a:gd name="T1" fmla="*/ 2147483647 h 21600"/>
              <a:gd name="T2" fmla="*/ 0 w 24161"/>
              <a:gd name="T3" fmla="*/ 2147483647 h 21600"/>
              <a:gd name="T4" fmla="*/ 2147483647 w 24161"/>
              <a:gd name="T5" fmla="*/ 0 h 21600"/>
              <a:gd name="T6" fmla="*/ 0 60000 65536"/>
              <a:gd name="T7" fmla="*/ 0 60000 65536"/>
              <a:gd name="T8" fmla="*/ 0 60000 65536"/>
              <a:gd name="T9" fmla="*/ 0 w 24161"/>
              <a:gd name="T10" fmla="*/ 0 h 21600"/>
              <a:gd name="T11" fmla="*/ 24161 w 24161"/>
              <a:gd name="T12" fmla="*/ 21600 h 21600"/>
            </a:gdLst>
            <a:ahLst/>
            <a:cxnLst>
              <a:cxn ang="T6">
                <a:pos x="T0" y="T1"/>
              </a:cxn>
              <a:cxn ang="T7">
                <a:pos x="T2" y="T3"/>
              </a:cxn>
              <a:cxn ang="T8">
                <a:pos x="T4" y="T5"/>
              </a:cxn>
            </a:cxnLst>
            <a:rect l="T9" t="T10" r="T11" b="T12"/>
            <a:pathLst>
              <a:path w="24161" h="21600" fill="none" extrusionOk="0">
                <a:moveTo>
                  <a:pt x="24160" y="1873"/>
                </a:moveTo>
                <a:cubicBezTo>
                  <a:pt x="23188" y="13034"/>
                  <a:pt x="13845" y="21599"/>
                  <a:pt x="2642" y="21600"/>
                </a:cubicBezTo>
                <a:cubicBezTo>
                  <a:pt x="1758" y="21600"/>
                  <a:pt x="876" y="21545"/>
                  <a:pt x="0" y="21437"/>
                </a:cubicBezTo>
              </a:path>
              <a:path w="24161" h="21600" stroke="0" extrusionOk="0">
                <a:moveTo>
                  <a:pt x="24160" y="1873"/>
                </a:moveTo>
                <a:cubicBezTo>
                  <a:pt x="23188" y="13034"/>
                  <a:pt x="13845" y="21599"/>
                  <a:pt x="2642" y="21600"/>
                </a:cubicBezTo>
                <a:cubicBezTo>
                  <a:pt x="1758" y="21600"/>
                  <a:pt x="876" y="21545"/>
                  <a:pt x="0" y="21437"/>
                </a:cubicBezTo>
                <a:lnTo>
                  <a:pt x="2642" y="0"/>
                </a:lnTo>
                <a:close/>
              </a:path>
            </a:pathLst>
          </a:custGeom>
          <a:noFill/>
          <a:ln w="28575" cap="rnd">
            <a:solidFill>
              <a:srgbClr val="E7E6E6"/>
            </a:solidFill>
            <a:round/>
            <a:headEnd/>
            <a:tailEnd/>
          </a:ln>
        </p:spPr>
        <p:txBody>
          <a:bodyPr wrap="none" lIns="29250" tIns="29250" rIns="29250" bIns="29250" anchor="ctr"/>
          <a:lstStyle/>
          <a:p>
            <a:pPr algn="ctr">
              <a:defRPr/>
            </a:pPr>
            <a:endParaRPr lang="en-US" sz="1138" kern="0" dirty="0">
              <a:solidFill>
                <a:prstClr val="white"/>
              </a:solidFill>
            </a:endParaRPr>
          </a:p>
        </p:txBody>
      </p:sp>
      <p:sp>
        <p:nvSpPr>
          <p:cNvPr id="30" name="Oval 11"/>
          <p:cNvSpPr>
            <a:spLocks noChangeArrowheads="1"/>
          </p:cNvSpPr>
          <p:nvPr/>
        </p:nvSpPr>
        <p:spPr bwMode="auto">
          <a:xfrm flipH="1">
            <a:off x="7611828" y="3314094"/>
            <a:ext cx="277073" cy="277073"/>
          </a:xfrm>
          <a:prstGeom prst="ellipse">
            <a:avLst/>
          </a:prstGeom>
          <a:solidFill>
            <a:srgbClr val="86BC25"/>
          </a:solidFill>
          <a:ln w="12700" algn="ctr">
            <a:noFill/>
            <a:round/>
            <a:headEnd/>
            <a:tailEnd/>
          </a:ln>
        </p:spPr>
        <p:txBody>
          <a:bodyPr lIns="29250" tIns="29250" rIns="29250" bIns="29250" anchor="ctr"/>
          <a:lstStyle/>
          <a:p>
            <a:pPr algn="ctr">
              <a:defRPr/>
            </a:pPr>
            <a:r>
              <a:rPr lang="en-US" altLang="ja-JP" sz="975" kern="0" dirty="0">
                <a:latin typeface="Aptos" panose="020B0004020202020204" pitchFamily="34" charset="0"/>
                <a:ea typeface="ＭＳ Ｐゴシック" charset="-128"/>
              </a:rPr>
              <a:t>3</a:t>
            </a:r>
          </a:p>
        </p:txBody>
      </p:sp>
      <p:sp>
        <p:nvSpPr>
          <p:cNvPr id="31" name="Oval 12"/>
          <p:cNvSpPr>
            <a:spLocks noChangeArrowheads="1"/>
          </p:cNvSpPr>
          <p:nvPr/>
        </p:nvSpPr>
        <p:spPr bwMode="auto">
          <a:xfrm flipH="1">
            <a:off x="7166938" y="4047185"/>
            <a:ext cx="277073" cy="277073"/>
          </a:xfrm>
          <a:prstGeom prst="ellipse">
            <a:avLst/>
          </a:prstGeom>
          <a:solidFill>
            <a:srgbClr val="86BC25"/>
          </a:solidFill>
          <a:ln w="12700" algn="ctr">
            <a:noFill/>
            <a:round/>
            <a:headEnd/>
            <a:tailEnd/>
          </a:ln>
        </p:spPr>
        <p:txBody>
          <a:bodyPr lIns="29250" tIns="29250" rIns="29250" bIns="29250" anchor="ctr"/>
          <a:lstStyle/>
          <a:p>
            <a:pPr algn="ctr">
              <a:defRPr/>
            </a:pPr>
            <a:r>
              <a:rPr lang="en-US" altLang="ja-JP" sz="975" kern="0" dirty="0">
                <a:latin typeface="Aptos" panose="020B0004020202020204" pitchFamily="34" charset="0"/>
                <a:ea typeface="ＭＳ Ｐゴシック" charset="-128"/>
              </a:rPr>
              <a:t>2</a:t>
            </a:r>
          </a:p>
        </p:txBody>
      </p:sp>
      <p:sp>
        <p:nvSpPr>
          <p:cNvPr id="32" name="Oval 13"/>
          <p:cNvSpPr>
            <a:spLocks noChangeArrowheads="1"/>
          </p:cNvSpPr>
          <p:nvPr/>
        </p:nvSpPr>
        <p:spPr bwMode="auto">
          <a:xfrm flipH="1">
            <a:off x="6383449" y="4610748"/>
            <a:ext cx="277073" cy="277073"/>
          </a:xfrm>
          <a:prstGeom prst="ellipse">
            <a:avLst/>
          </a:prstGeom>
          <a:solidFill>
            <a:srgbClr val="86BC25"/>
          </a:solidFill>
          <a:ln w="12700" algn="ctr">
            <a:noFill/>
            <a:round/>
            <a:headEnd/>
            <a:tailEnd/>
          </a:ln>
        </p:spPr>
        <p:txBody>
          <a:bodyPr lIns="29250" tIns="29250" rIns="29250" bIns="29250" anchor="ctr"/>
          <a:lstStyle/>
          <a:p>
            <a:pPr algn="ctr">
              <a:defRPr/>
            </a:pPr>
            <a:r>
              <a:rPr lang="en-US" altLang="ja-JP" sz="975" kern="0" dirty="0">
                <a:latin typeface="Aptos" panose="020B0004020202020204" pitchFamily="34" charset="0"/>
                <a:ea typeface="ＭＳ Ｐゴシック" charset="-128"/>
              </a:rPr>
              <a:t>1</a:t>
            </a:r>
          </a:p>
        </p:txBody>
      </p:sp>
      <p:sp>
        <p:nvSpPr>
          <p:cNvPr id="33" name="Rectangle 8"/>
          <p:cNvSpPr>
            <a:spLocks noChangeArrowheads="1"/>
          </p:cNvSpPr>
          <p:nvPr/>
        </p:nvSpPr>
        <p:spPr bwMode="auto">
          <a:xfrm>
            <a:off x="6329279" y="5368274"/>
            <a:ext cx="739092" cy="153888"/>
          </a:xfrm>
          <a:prstGeom prst="rect">
            <a:avLst/>
          </a:prstGeom>
          <a:noFill/>
          <a:ln w="12700">
            <a:noFill/>
            <a:miter lim="800000"/>
            <a:headEnd/>
            <a:tailEnd/>
          </a:ln>
        </p:spPr>
        <p:txBody>
          <a:bodyPr wrap="square" lIns="0" tIns="0" rIns="0" bIns="0">
            <a:spAutoFit/>
          </a:bodyPr>
          <a:lstStyle/>
          <a:p>
            <a:pPr algn="ctr"/>
            <a:r>
              <a:rPr lang="en-US" altLang="ja-JP" sz="1000" dirty="0">
                <a:solidFill>
                  <a:srgbClr val="BBBCBC"/>
                </a:solidFill>
                <a:latin typeface="Aptos" panose="020B0004020202020204" pitchFamily="34" charset="0"/>
                <a:ea typeface="ＭＳ Ｐゴシック" charset="-128"/>
              </a:rPr>
              <a:t>Time</a:t>
            </a:r>
          </a:p>
        </p:txBody>
      </p:sp>
    </p:spTree>
    <p:extLst>
      <p:ext uri="{BB962C8B-B14F-4D97-AF65-F5344CB8AC3E}">
        <p14:creationId xmlns:p14="http://schemas.microsoft.com/office/powerpoint/2010/main" val="1300768082"/>
      </p:ext>
    </p:extLst>
  </p:cSld>
  <p:clrMapOvr>
    <a:masterClrMapping/>
  </p:clrMapOvr>
  <p:transition>
    <p:fade/>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dirty="0"/>
              <a:t>Cross</a:t>
            </a:r>
          </a:p>
        </p:txBody>
      </p:sp>
      <p:sp>
        <p:nvSpPr>
          <p:cNvPr id="840705" name="Title 1"/>
          <p:cNvSpPr>
            <a:spLocks noGrp="1"/>
          </p:cNvSpPr>
          <p:nvPr>
            <p:ph type="title"/>
          </p:nvPr>
        </p:nvSpPr>
        <p:spPr/>
        <p:txBody>
          <a:bodyPr/>
          <a:lstStyle/>
          <a:p>
            <a:r>
              <a:rPr lang="en-US" altLang="ja-JP" dirty="0"/>
              <a:t>Other</a:t>
            </a:r>
            <a:endParaRPr lang="en-US" dirty="0"/>
          </a:p>
        </p:txBody>
      </p:sp>
      <p:grpSp>
        <p:nvGrpSpPr>
          <p:cNvPr id="2" name="Group 1">
            <a:extLst>
              <a:ext uri="{FF2B5EF4-FFF2-40B4-BE49-F238E27FC236}">
                <a16:creationId xmlns:a16="http://schemas.microsoft.com/office/drawing/2014/main" id="{37D31020-6CF5-414C-8015-105D51582C7C}"/>
              </a:ext>
            </a:extLst>
          </p:cNvPr>
          <p:cNvGrpSpPr/>
          <p:nvPr/>
        </p:nvGrpSpPr>
        <p:grpSpPr>
          <a:xfrm>
            <a:off x="1169020" y="1690253"/>
            <a:ext cx="7561972" cy="3920600"/>
            <a:chOff x="1739329" y="1691037"/>
            <a:chExt cx="6569232" cy="4310325"/>
          </a:xfrm>
        </p:grpSpPr>
        <p:sp>
          <p:nvSpPr>
            <p:cNvPr id="840713" name="Text Placeholder 12"/>
            <p:cNvSpPr>
              <a:spLocks/>
            </p:cNvSpPr>
            <p:nvPr>
              <p:custDataLst>
                <p:tags r:id="rId2"/>
              </p:custDataLst>
            </p:nvPr>
          </p:nvSpPr>
          <p:spPr bwMode="auto">
            <a:xfrm>
              <a:off x="1739329" y="3873271"/>
              <a:ext cx="598820" cy="203023"/>
            </a:xfrm>
            <a:prstGeom prst="rect">
              <a:avLst/>
            </a:prstGeom>
            <a:noFill/>
            <a:ln w="9525">
              <a:noFill/>
              <a:miter lim="800000"/>
              <a:headEnd/>
              <a:tailEnd/>
            </a:ln>
          </p:spPr>
          <p:txBody>
            <a:bodyPr wrap="square" lIns="0" tIns="0" rIns="0" bIns="0" anchor="ctr" anchorCtr="0">
              <a:spAutoFit/>
            </a:bodyPr>
            <a:lstStyle/>
            <a:p>
              <a:pPr algn="r" defTabSz="828101">
                <a:spcAft>
                  <a:spcPts val="244"/>
                </a:spcAft>
              </a:pPr>
              <a:r>
                <a:rPr lang="en-US" sz="1200" dirty="0"/>
                <a:t>Text</a:t>
              </a:r>
            </a:p>
          </p:txBody>
        </p:sp>
        <p:sp>
          <p:nvSpPr>
            <p:cNvPr id="840714" name="Text Placeholder 12"/>
            <p:cNvSpPr>
              <a:spLocks/>
            </p:cNvSpPr>
            <p:nvPr>
              <p:custDataLst>
                <p:tags r:id="rId3"/>
              </p:custDataLst>
            </p:nvPr>
          </p:nvSpPr>
          <p:spPr bwMode="auto">
            <a:xfrm>
              <a:off x="7712647" y="3873271"/>
              <a:ext cx="595914" cy="203023"/>
            </a:xfrm>
            <a:prstGeom prst="rect">
              <a:avLst/>
            </a:prstGeom>
            <a:noFill/>
            <a:ln w="9525">
              <a:noFill/>
              <a:miter lim="800000"/>
              <a:headEnd/>
              <a:tailEnd/>
            </a:ln>
          </p:spPr>
          <p:txBody>
            <a:bodyPr wrap="square" lIns="0" tIns="0" rIns="0" bIns="0" anchor="ctr" anchorCtr="0">
              <a:spAutoFit/>
            </a:bodyPr>
            <a:lstStyle/>
            <a:p>
              <a:pPr defTabSz="828101">
                <a:spcAft>
                  <a:spcPts val="244"/>
                </a:spcAft>
              </a:pPr>
              <a:r>
                <a:rPr lang="en-US" sz="1200" dirty="0"/>
                <a:t>Text</a:t>
              </a:r>
            </a:p>
          </p:txBody>
        </p:sp>
        <p:sp>
          <p:nvSpPr>
            <p:cNvPr id="840707" name="Line 3"/>
            <p:cNvSpPr>
              <a:spLocks noChangeShapeType="1"/>
            </p:cNvSpPr>
            <p:nvPr/>
          </p:nvSpPr>
          <p:spPr bwMode="auto">
            <a:xfrm flipH="1">
              <a:off x="5023151" y="2035787"/>
              <a:ext cx="1588" cy="3965575"/>
            </a:xfrm>
            <a:prstGeom prst="line">
              <a:avLst/>
            </a:prstGeom>
            <a:noFill/>
            <a:ln w="25400">
              <a:solidFill>
                <a:schemeClr val="tx1"/>
              </a:solidFill>
              <a:prstDash val="sysDot"/>
              <a:round/>
              <a:headEnd type="triangle" w="med" len="med"/>
              <a:tailEnd type="triangle" w="med" len="med"/>
            </a:ln>
          </p:spPr>
          <p:txBody>
            <a:bodyPr wrap="none" lIns="29250" tIns="29250" rIns="29250" anchor="ctr"/>
            <a:lstStyle/>
            <a:p>
              <a:endParaRPr lang="en-US" sz="1200" dirty="0"/>
            </a:p>
          </p:txBody>
        </p:sp>
        <p:sp>
          <p:nvSpPr>
            <p:cNvPr id="840708" name="Line 4"/>
            <p:cNvSpPr>
              <a:spLocks noChangeShapeType="1"/>
            </p:cNvSpPr>
            <p:nvPr/>
          </p:nvSpPr>
          <p:spPr bwMode="auto">
            <a:xfrm>
              <a:off x="2464158" y="3973195"/>
              <a:ext cx="5148262" cy="3175"/>
            </a:xfrm>
            <a:prstGeom prst="line">
              <a:avLst/>
            </a:prstGeom>
            <a:noFill/>
            <a:ln w="25400">
              <a:solidFill>
                <a:schemeClr val="tx1"/>
              </a:solidFill>
              <a:prstDash val="sysDot"/>
              <a:round/>
              <a:headEnd type="triangle" w="med" len="med"/>
              <a:tailEnd type="triangle" w="med" len="med"/>
            </a:ln>
          </p:spPr>
          <p:txBody>
            <a:bodyPr wrap="none" lIns="29250" tIns="29250" rIns="29250" anchor="ctr"/>
            <a:lstStyle/>
            <a:p>
              <a:endParaRPr lang="en-US" sz="1200" dirty="0"/>
            </a:p>
          </p:txBody>
        </p:sp>
        <p:sp>
          <p:nvSpPr>
            <p:cNvPr id="7" name="Rectangle 6"/>
            <p:cNvSpPr>
              <a:spLocks noChangeArrowheads="1"/>
            </p:cNvSpPr>
            <p:nvPr/>
          </p:nvSpPr>
          <p:spPr bwMode="auto">
            <a:xfrm>
              <a:off x="2594277" y="2238057"/>
              <a:ext cx="2359025" cy="1636712"/>
            </a:xfrm>
            <a:prstGeom prst="rect">
              <a:avLst/>
            </a:prstGeom>
            <a:noFill/>
            <a:ln w="12700">
              <a:solidFill>
                <a:schemeClr val="accent1"/>
              </a:solidFill>
              <a:miter lim="800000"/>
              <a:headEnd/>
              <a:tailEnd/>
            </a:ln>
          </p:spPr>
          <p:txBody>
            <a:bodyPr lIns="29250" tIns="29250" rIns="29250"/>
            <a:lstStyle/>
            <a:p>
              <a:pPr algn="ctr">
                <a:defRPr/>
              </a:pPr>
              <a:endParaRPr lang="en-US" sz="1200" dirty="0">
                <a:ea typeface="ＭＳ Ｐゴシック" pitchFamily="50" charset="-128"/>
              </a:endParaRPr>
            </a:p>
          </p:txBody>
        </p:sp>
        <p:sp>
          <p:nvSpPr>
            <p:cNvPr id="8" name="Rectangle 7"/>
            <p:cNvSpPr>
              <a:spLocks noChangeArrowheads="1"/>
            </p:cNvSpPr>
            <p:nvPr/>
          </p:nvSpPr>
          <p:spPr bwMode="auto">
            <a:xfrm>
              <a:off x="5108931" y="2238057"/>
              <a:ext cx="2360612" cy="1636712"/>
            </a:xfrm>
            <a:prstGeom prst="rect">
              <a:avLst/>
            </a:prstGeom>
            <a:noFill/>
            <a:ln w="12700">
              <a:solidFill>
                <a:schemeClr val="accent1"/>
              </a:solidFill>
              <a:miter lim="800000"/>
              <a:headEnd/>
              <a:tailEnd/>
            </a:ln>
          </p:spPr>
          <p:txBody>
            <a:bodyPr lIns="29250" tIns="29250" rIns="29250"/>
            <a:lstStyle/>
            <a:p>
              <a:pPr algn="ctr">
                <a:defRPr/>
              </a:pPr>
              <a:endParaRPr lang="en-US" sz="1200" dirty="0">
                <a:ea typeface="ＭＳ Ｐゴシック" pitchFamily="50" charset="-128"/>
              </a:endParaRPr>
            </a:p>
          </p:txBody>
        </p:sp>
        <p:sp>
          <p:nvSpPr>
            <p:cNvPr id="9" name="Rectangle 8"/>
            <p:cNvSpPr>
              <a:spLocks noChangeArrowheads="1"/>
            </p:cNvSpPr>
            <p:nvPr/>
          </p:nvSpPr>
          <p:spPr bwMode="auto">
            <a:xfrm>
              <a:off x="5108931" y="4074794"/>
              <a:ext cx="2360612" cy="1633538"/>
            </a:xfrm>
            <a:prstGeom prst="rect">
              <a:avLst/>
            </a:prstGeom>
            <a:noFill/>
            <a:ln w="12700">
              <a:solidFill>
                <a:schemeClr val="accent1"/>
              </a:solidFill>
              <a:miter lim="800000"/>
              <a:headEnd/>
              <a:tailEnd/>
            </a:ln>
          </p:spPr>
          <p:txBody>
            <a:bodyPr lIns="29250" tIns="29250" rIns="29250"/>
            <a:lstStyle/>
            <a:p>
              <a:pPr algn="ctr">
                <a:defRPr/>
              </a:pPr>
              <a:endParaRPr lang="en-US" sz="1200" dirty="0">
                <a:ea typeface="ＭＳ Ｐゴシック" pitchFamily="50" charset="-128"/>
              </a:endParaRPr>
            </a:p>
          </p:txBody>
        </p:sp>
        <p:sp>
          <p:nvSpPr>
            <p:cNvPr id="10" name="Rectangle 9"/>
            <p:cNvSpPr>
              <a:spLocks noChangeArrowheads="1"/>
            </p:cNvSpPr>
            <p:nvPr/>
          </p:nvSpPr>
          <p:spPr bwMode="auto">
            <a:xfrm>
              <a:off x="2594277" y="4074794"/>
              <a:ext cx="2359025" cy="1633538"/>
            </a:xfrm>
            <a:prstGeom prst="rect">
              <a:avLst/>
            </a:prstGeom>
            <a:noFill/>
            <a:ln w="12700">
              <a:solidFill>
                <a:schemeClr val="accent1"/>
              </a:solidFill>
              <a:miter lim="800000"/>
              <a:headEnd/>
              <a:tailEnd/>
            </a:ln>
          </p:spPr>
          <p:txBody>
            <a:bodyPr lIns="29250" tIns="29250" rIns="29250"/>
            <a:lstStyle/>
            <a:p>
              <a:pPr algn="ctr">
                <a:defRPr/>
              </a:pPr>
              <a:endParaRPr lang="en-US" sz="1200" dirty="0">
                <a:ea typeface="ＭＳ Ｐゴシック" pitchFamily="50" charset="-128"/>
              </a:endParaRPr>
            </a:p>
          </p:txBody>
        </p:sp>
        <p:sp>
          <p:nvSpPr>
            <p:cNvPr id="840715" name="Text Placeholder 12"/>
            <p:cNvSpPr>
              <a:spLocks/>
            </p:cNvSpPr>
            <p:nvPr>
              <p:custDataLst>
                <p:tags r:id="rId4"/>
              </p:custDataLst>
            </p:nvPr>
          </p:nvSpPr>
          <p:spPr bwMode="auto">
            <a:xfrm>
              <a:off x="4724535" y="1691037"/>
              <a:ext cx="598820" cy="203023"/>
            </a:xfrm>
            <a:prstGeom prst="rect">
              <a:avLst/>
            </a:prstGeom>
            <a:noFill/>
            <a:ln w="9525">
              <a:noFill/>
              <a:miter lim="800000"/>
              <a:headEnd/>
              <a:tailEnd/>
            </a:ln>
          </p:spPr>
          <p:txBody>
            <a:bodyPr wrap="square" lIns="0" tIns="0" rIns="0" bIns="0" anchor="ctr" anchorCtr="0">
              <a:spAutoFit/>
            </a:bodyPr>
            <a:lstStyle/>
            <a:p>
              <a:pPr algn="ctr" defTabSz="828101">
                <a:spcAft>
                  <a:spcPts val="244"/>
                </a:spcAft>
              </a:pPr>
              <a:r>
                <a:rPr lang="en-US" sz="1200" dirty="0"/>
                <a:t>Text</a:t>
              </a:r>
            </a:p>
          </p:txBody>
        </p:sp>
      </p:grpSp>
      <p:sp>
        <p:nvSpPr>
          <p:cNvPr id="840716" name="Text Placeholder 12"/>
          <p:cNvSpPr>
            <a:spLocks/>
          </p:cNvSpPr>
          <p:nvPr>
            <p:custDataLst>
              <p:tags r:id="rId1"/>
            </p:custDataLst>
          </p:nvPr>
        </p:nvSpPr>
        <p:spPr bwMode="auto">
          <a:xfrm>
            <a:off x="4708547" y="5670087"/>
            <a:ext cx="486541" cy="184666"/>
          </a:xfrm>
          <a:prstGeom prst="rect">
            <a:avLst/>
          </a:prstGeom>
          <a:noFill/>
          <a:ln w="9525">
            <a:noFill/>
            <a:miter lim="800000"/>
            <a:headEnd/>
            <a:tailEnd/>
          </a:ln>
        </p:spPr>
        <p:txBody>
          <a:bodyPr wrap="square" lIns="0" tIns="0" rIns="0" bIns="0" anchor="ctr" anchorCtr="0">
            <a:spAutoFit/>
          </a:bodyPr>
          <a:lstStyle/>
          <a:p>
            <a:pPr algn="ctr" defTabSz="828101">
              <a:spcAft>
                <a:spcPts val="244"/>
              </a:spcAft>
            </a:pPr>
            <a:r>
              <a:rPr lang="en-US" sz="1200" dirty="0"/>
              <a:t>Text</a:t>
            </a:r>
          </a:p>
        </p:txBody>
      </p:sp>
    </p:spTree>
    <p:extLst>
      <p:ext uri="{BB962C8B-B14F-4D97-AF65-F5344CB8AC3E}">
        <p14:creationId xmlns:p14="http://schemas.microsoft.com/office/powerpoint/2010/main" val="3625486644"/>
      </p:ext>
    </p:extLst>
  </p:cSld>
  <p:clrMapOvr>
    <a:masterClrMapping/>
  </p:clrMapOvr>
  <p:transition>
    <p:fade/>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dirty="0"/>
              <a:t>Funnels</a:t>
            </a:r>
          </a:p>
        </p:txBody>
      </p:sp>
      <p:sp>
        <p:nvSpPr>
          <p:cNvPr id="366601" name="Title 1"/>
          <p:cNvSpPr>
            <a:spLocks noGrp="1"/>
          </p:cNvSpPr>
          <p:nvPr>
            <p:ph type="title"/>
          </p:nvPr>
        </p:nvSpPr>
        <p:spPr/>
        <p:txBody>
          <a:bodyPr/>
          <a:lstStyle/>
          <a:p>
            <a:r>
              <a:rPr lang="en-US" altLang="ja-JP" dirty="0"/>
              <a:t>Other</a:t>
            </a:r>
            <a:endParaRPr lang="en-US" dirty="0">
              <a:solidFill>
                <a:schemeClr val="tx2"/>
              </a:solidFill>
            </a:endParaRPr>
          </a:p>
        </p:txBody>
      </p:sp>
      <p:grpSp>
        <p:nvGrpSpPr>
          <p:cNvPr id="2" name="Group 1">
            <a:extLst>
              <a:ext uri="{FF2B5EF4-FFF2-40B4-BE49-F238E27FC236}">
                <a16:creationId xmlns:a16="http://schemas.microsoft.com/office/drawing/2014/main" id="{CE1FC7E4-B626-4D2B-9EE0-4BD174E4D5FF}"/>
              </a:ext>
            </a:extLst>
          </p:cNvPr>
          <p:cNvGrpSpPr/>
          <p:nvPr/>
        </p:nvGrpSpPr>
        <p:grpSpPr>
          <a:xfrm>
            <a:off x="507072" y="2500313"/>
            <a:ext cx="8877929" cy="2954720"/>
            <a:chOff x="1908175" y="2286001"/>
            <a:chExt cx="8189914" cy="2725737"/>
          </a:xfrm>
        </p:grpSpPr>
        <p:sp>
          <p:nvSpPr>
            <p:cNvPr id="18" name="Freeform 17"/>
            <p:cNvSpPr>
              <a:spLocks/>
            </p:cNvSpPr>
            <p:nvPr/>
          </p:nvSpPr>
          <p:spPr bwMode="auto">
            <a:xfrm>
              <a:off x="7262814" y="2679700"/>
              <a:ext cx="2547937" cy="1879600"/>
            </a:xfrm>
            <a:custGeom>
              <a:avLst/>
              <a:gdLst/>
              <a:ahLst/>
              <a:cxnLst>
                <a:cxn ang="0">
                  <a:pos x="0" y="0"/>
                </a:cxn>
                <a:cxn ang="0">
                  <a:pos x="446" y="947"/>
                </a:cxn>
                <a:cxn ang="0">
                  <a:pos x="844" y="950"/>
                </a:cxn>
                <a:cxn ang="0">
                  <a:pos x="1290" y="3"/>
                </a:cxn>
                <a:cxn ang="0">
                  <a:pos x="0" y="0"/>
                </a:cxn>
              </a:cxnLst>
              <a:rect l="0" t="0" r="r" b="b"/>
              <a:pathLst>
                <a:path w="1291" h="951">
                  <a:moveTo>
                    <a:pt x="0" y="0"/>
                  </a:moveTo>
                  <a:lnTo>
                    <a:pt x="446" y="947"/>
                  </a:lnTo>
                  <a:lnTo>
                    <a:pt x="844" y="950"/>
                  </a:lnTo>
                  <a:lnTo>
                    <a:pt x="1290" y="3"/>
                  </a:lnTo>
                  <a:lnTo>
                    <a:pt x="0" y="0"/>
                  </a:lnTo>
                </a:path>
              </a:pathLst>
            </a:custGeom>
            <a:solidFill>
              <a:schemeClr val="accent3"/>
            </a:solidFill>
            <a:ln w="9525" cap="rnd" cmpd="sng">
              <a:solidFill>
                <a:schemeClr val="bg1"/>
              </a:solidFill>
              <a:prstDash val="solid"/>
              <a:round/>
              <a:headEnd type="none" w="med" len="med"/>
              <a:tailEnd type="none" w="med" len="med"/>
            </a:ln>
            <a:effectLst/>
          </p:spPr>
          <p:txBody>
            <a:bodyPr/>
            <a:lstStyle/>
            <a:p>
              <a:pPr>
                <a:defRPr/>
              </a:pPr>
              <a:endParaRPr lang="en-US" sz="1463" dirty="0"/>
            </a:p>
          </p:txBody>
        </p:sp>
        <p:sp>
          <p:nvSpPr>
            <p:cNvPr id="17" name="Rectangle 16"/>
            <p:cNvSpPr>
              <a:spLocks noChangeArrowheads="1"/>
            </p:cNvSpPr>
            <p:nvPr/>
          </p:nvSpPr>
          <p:spPr bwMode="auto">
            <a:xfrm>
              <a:off x="8142287" y="4551363"/>
              <a:ext cx="788988" cy="112713"/>
            </a:xfrm>
            <a:prstGeom prst="rect">
              <a:avLst/>
            </a:prstGeom>
            <a:solidFill>
              <a:schemeClr val="accent3"/>
            </a:solidFill>
            <a:ln w="9525">
              <a:solidFill>
                <a:schemeClr val="bg1"/>
              </a:solidFill>
              <a:miter lim="800000"/>
              <a:headEnd/>
              <a:tailEnd/>
            </a:ln>
          </p:spPr>
          <p:txBody>
            <a:bodyPr wrap="none" anchor="ctr"/>
            <a:lstStyle/>
            <a:p>
              <a:pPr algn="ctr">
                <a:defRPr/>
              </a:pPr>
              <a:endParaRPr lang="en-US" sz="1463" dirty="0"/>
            </a:p>
          </p:txBody>
        </p:sp>
        <p:sp>
          <p:nvSpPr>
            <p:cNvPr id="5" name="AutoShape 4"/>
            <p:cNvSpPr>
              <a:spLocks noChangeAspect="1" noChangeArrowheads="1"/>
            </p:cNvSpPr>
            <p:nvPr/>
          </p:nvSpPr>
          <p:spPr bwMode="auto">
            <a:xfrm rot="10800000" flipH="1">
              <a:off x="1908175" y="2679701"/>
              <a:ext cx="1989138" cy="2332037"/>
            </a:xfrm>
            <a:prstGeom prst="triangle">
              <a:avLst>
                <a:gd name="adj" fmla="val 49995"/>
              </a:avLst>
            </a:prstGeom>
            <a:solidFill>
              <a:schemeClr val="bg1"/>
            </a:solidFill>
            <a:ln w="19050">
              <a:solidFill>
                <a:schemeClr val="accent3"/>
              </a:solidFill>
              <a:miter lim="800000"/>
              <a:headEnd/>
              <a:tailEnd/>
            </a:ln>
          </p:spPr>
          <p:txBody>
            <a:bodyPr wrap="none" anchor="ctr"/>
            <a:lstStyle/>
            <a:p>
              <a:pPr algn="ctr">
                <a:defRPr/>
              </a:pPr>
              <a:endParaRPr lang="en-US" sz="1463" dirty="0"/>
            </a:p>
          </p:txBody>
        </p:sp>
        <p:sp>
          <p:nvSpPr>
            <p:cNvPr id="6" name="Line 5"/>
            <p:cNvSpPr>
              <a:spLocks noChangeAspect="1" noChangeShapeType="1"/>
            </p:cNvSpPr>
            <p:nvPr/>
          </p:nvSpPr>
          <p:spPr bwMode="auto">
            <a:xfrm>
              <a:off x="1987459" y="2865378"/>
              <a:ext cx="1830571" cy="0"/>
            </a:xfrm>
            <a:prstGeom prst="line">
              <a:avLst/>
            </a:prstGeom>
            <a:noFill/>
            <a:ln w="19050">
              <a:solidFill>
                <a:schemeClr val="accent1"/>
              </a:solidFill>
              <a:prstDash val="sysDash"/>
              <a:round/>
              <a:headEnd type="none" w="sm" len="sm"/>
              <a:tailEnd type="none" w="sm" len="sm"/>
            </a:ln>
          </p:spPr>
          <p:txBody>
            <a:bodyPr/>
            <a:lstStyle/>
            <a:p>
              <a:pPr>
                <a:defRPr/>
              </a:pPr>
              <a:endParaRPr lang="en-US" sz="1463" dirty="0"/>
            </a:p>
          </p:txBody>
        </p:sp>
        <p:sp>
          <p:nvSpPr>
            <p:cNvPr id="7" name="Line 6"/>
            <p:cNvSpPr>
              <a:spLocks noChangeAspect="1" noChangeShapeType="1"/>
            </p:cNvSpPr>
            <p:nvPr/>
          </p:nvSpPr>
          <p:spPr bwMode="auto">
            <a:xfrm>
              <a:off x="2783819" y="4726005"/>
              <a:ext cx="237851" cy="0"/>
            </a:xfrm>
            <a:prstGeom prst="line">
              <a:avLst/>
            </a:prstGeom>
            <a:noFill/>
            <a:ln w="19050">
              <a:solidFill>
                <a:schemeClr val="accent1"/>
              </a:solidFill>
              <a:prstDash val="sysDash"/>
              <a:round/>
              <a:headEnd type="none" w="sm" len="sm"/>
              <a:tailEnd type="none" w="sm" len="sm"/>
            </a:ln>
          </p:spPr>
          <p:txBody>
            <a:bodyPr/>
            <a:lstStyle/>
            <a:p>
              <a:pPr>
                <a:defRPr/>
              </a:pPr>
              <a:endParaRPr lang="en-US" sz="1463" dirty="0"/>
            </a:p>
          </p:txBody>
        </p:sp>
        <p:sp>
          <p:nvSpPr>
            <p:cNvPr id="8" name="Line 7"/>
            <p:cNvSpPr>
              <a:spLocks noChangeAspect="1" noChangeShapeType="1"/>
            </p:cNvSpPr>
            <p:nvPr/>
          </p:nvSpPr>
          <p:spPr bwMode="auto">
            <a:xfrm>
              <a:off x="2491349" y="4046789"/>
              <a:ext cx="822788" cy="0"/>
            </a:xfrm>
            <a:prstGeom prst="line">
              <a:avLst/>
            </a:prstGeom>
            <a:noFill/>
            <a:ln w="19050">
              <a:solidFill>
                <a:schemeClr val="accent1"/>
              </a:solidFill>
              <a:prstDash val="sysDash"/>
              <a:round/>
              <a:headEnd type="none" w="sm" len="sm"/>
              <a:tailEnd type="none" w="sm" len="sm"/>
            </a:ln>
          </p:spPr>
          <p:txBody>
            <a:bodyPr/>
            <a:lstStyle/>
            <a:p>
              <a:pPr>
                <a:defRPr/>
              </a:pPr>
              <a:endParaRPr lang="en-US" sz="1463" dirty="0"/>
            </a:p>
          </p:txBody>
        </p:sp>
        <p:sp>
          <p:nvSpPr>
            <p:cNvPr id="9" name="Line 8"/>
            <p:cNvSpPr>
              <a:spLocks noChangeAspect="1" noChangeShapeType="1"/>
            </p:cNvSpPr>
            <p:nvPr/>
          </p:nvSpPr>
          <p:spPr bwMode="auto">
            <a:xfrm>
              <a:off x="2238524" y="3453197"/>
              <a:ext cx="1328441" cy="0"/>
            </a:xfrm>
            <a:prstGeom prst="line">
              <a:avLst/>
            </a:prstGeom>
            <a:noFill/>
            <a:ln w="19050">
              <a:solidFill>
                <a:schemeClr val="accent1"/>
              </a:solidFill>
              <a:prstDash val="sysDash"/>
              <a:round/>
              <a:headEnd type="none" w="sm" len="sm"/>
              <a:tailEnd type="none" w="sm" len="sm"/>
            </a:ln>
          </p:spPr>
          <p:txBody>
            <a:bodyPr/>
            <a:lstStyle/>
            <a:p>
              <a:pPr>
                <a:defRPr/>
              </a:pPr>
              <a:endParaRPr lang="en-US" sz="1463" dirty="0"/>
            </a:p>
          </p:txBody>
        </p:sp>
        <p:sp>
          <p:nvSpPr>
            <p:cNvPr id="11" name="Freeform 10"/>
            <p:cNvSpPr>
              <a:spLocks/>
            </p:cNvSpPr>
            <p:nvPr/>
          </p:nvSpPr>
          <p:spPr bwMode="auto">
            <a:xfrm>
              <a:off x="4267720" y="2679701"/>
              <a:ext cx="2778125" cy="1947863"/>
            </a:xfrm>
            <a:custGeom>
              <a:avLst/>
              <a:gdLst/>
              <a:ahLst/>
              <a:cxnLst>
                <a:cxn ang="0">
                  <a:pos x="0" y="0"/>
                </a:cxn>
                <a:cxn ang="0">
                  <a:pos x="401" y="405"/>
                </a:cxn>
                <a:cxn ang="0">
                  <a:pos x="418" y="745"/>
                </a:cxn>
                <a:cxn ang="0">
                  <a:pos x="419" y="754"/>
                </a:cxn>
                <a:cxn ang="0">
                  <a:pos x="422" y="761"/>
                </a:cxn>
                <a:cxn ang="0">
                  <a:pos x="425" y="765"/>
                </a:cxn>
                <a:cxn ang="0">
                  <a:pos x="430" y="769"/>
                </a:cxn>
                <a:cxn ang="0">
                  <a:pos x="436" y="774"/>
                </a:cxn>
                <a:cxn ang="0">
                  <a:pos x="442" y="777"/>
                </a:cxn>
                <a:cxn ang="0">
                  <a:pos x="451" y="781"/>
                </a:cxn>
                <a:cxn ang="0">
                  <a:pos x="461" y="784"/>
                </a:cxn>
                <a:cxn ang="0">
                  <a:pos x="473" y="785"/>
                </a:cxn>
                <a:cxn ang="0">
                  <a:pos x="481" y="786"/>
                </a:cxn>
                <a:cxn ang="0">
                  <a:pos x="488" y="786"/>
                </a:cxn>
                <a:cxn ang="0">
                  <a:pos x="496" y="785"/>
                </a:cxn>
                <a:cxn ang="0">
                  <a:pos x="504" y="784"/>
                </a:cxn>
                <a:cxn ang="0">
                  <a:pos x="512" y="780"/>
                </a:cxn>
                <a:cxn ang="0">
                  <a:pos x="521" y="777"/>
                </a:cxn>
                <a:cxn ang="0">
                  <a:pos x="527" y="774"/>
                </a:cxn>
                <a:cxn ang="0">
                  <a:pos x="533" y="768"/>
                </a:cxn>
                <a:cxn ang="0">
                  <a:pos x="538" y="763"/>
                </a:cxn>
                <a:cxn ang="0">
                  <a:pos x="542" y="755"/>
                </a:cxn>
                <a:cxn ang="0">
                  <a:pos x="543" y="747"/>
                </a:cxn>
                <a:cxn ang="0">
                  <a:pos x="569" y="398"/>
                </a:cxn>
                <a:cxn ang="0">
                  <a:pos x="961" y="0"/>
                </a:cxn>
                <a:cxn ang="0">
                  <a:pos x="0" y="0"/>
                </a:cxn>
              </a:cxnLst>
              <a:rect l="0" t="0" r="r" b="b"/>
              <a:pathLst>
                <a:path w="962" h="787">
                  <a:moveTo>
                    <a:pt x="0" y="0"/>
                  </a:moveTo>
                  <a:lnTo>
                    <a:pt x="401" y="405"/>
                  </a:lnTo>
                  <a:lnTo>
                    <a:pt x="418" y="745"/>
                  </a:lnTo>
                  <a:lnTo>
                    <a:pt x="419" y="754"/>
                  </a:lnTo>
                  <a:lnTo>
                    <a:pt x="422" y="761"/>
                  </a:lnTo>
                  <a:lnTo>
                    <a:pt x="425" y="765"/>
                  </a:lnTo>
                  <a:lnTo>
                    <a:pt x="430" y="769"/>
                  </a:lnTo>
                  <a:lnTo>
                    <a:pt x="436" y="774"/>
                  </a:lnTo>
                  <a:lnTo>
                    <a:pt x="442" y="777"/>
                  </a:lnTo>
                  <a:lnTo>
                    <a:pt x="451" y="781"/>
                  </a:lnTo>
                  <a:lnTo>
                    <a:pt x="461" y="784"/>
                  </a:lnTo>
                  <a:lnTo>
                    <a:pt x="473" y="785"/>
                  </a:lnTo>
                  <a:lnTo>
                    <a:pt x="481" y="786"/>
                  </a:lnTo>
                  <a:lnTo>
                    <a:pt x="488" y="786"/>
                  </a:lnTo>
                  <a:lnTo>
                    <a:pt x="496" y="785"/>
                  </a:lnTo>
                  <a:lnTo>
                    <a:pt x="504" y="784"/>
                  </a:lnTo>
                  <a:lnTo>
                    <a:pt x="512" y="780"/>
                  </a:lnTo>
                  <a:lnTo>
                    <a:pt x="521" y="777"/>
                  </a:lnTo>
                  <a:lnTo>
                    <a:pt x="527" y="774"/>
                  </a:lnTo>
                  <a:lnTo>
                    <a:pt x="533" y="768"/>
                  </a:lnTo>
                  <a:lnTo>
                    <a:pt x="538" y="763"/>
                  </a:lnTo>
                  <a:lnTo>
                    <a:pt x="542" y="755"/>
                  </a:lnTo>
                  <a:lnTo>
                    <a:pt x="543" y="747"/>
                  </a:lnTo>
                  <a:lnTo>
                    <a:pt x="569" y="398"/>
                  </a:lnTo>
                  <a:lnTo>
                    <a:pt x="961" y="0"/>
                  </a:lnTo>
                  <a:lnTo>
                    <a:pt x="0" y="0"/>
                  </a:lnTo>
                </a:path>
              </a:pathLst>
            </a:custGeom>
            <a:solidFill>
              <a:schemeClr val="accent3"/>
            </a:solidFill>
            <a:ln w="9525" cap="rnd">
              <a:solidFill>
                <a:schemeClr val="bg1"/>
              </a:solidFill>
              <a:round/>
              <a:headEnd/>
              <a:tailEnd/>
            </a:ln>
            <a:effectLst/>
          </p:spPr>
          <p:txBody>
            <a:bodyPr/>
            <a:lstStyle/>
            <a:p>
              <a:pPr>
                <a:defRPr/>
              </a:pPr>
              <a:endParaRPr lang="en-US" sz="1463" dirty="0"/>
            </a:p>
          </p:txBody>
        </p:sp>
        <p:sp>
          <p:nvSpPr>
            <p:cNvPr id="366617" name="Freeform 13"/>
            <p:cNvSpPr>
              <a:spLocks/>
            </p:cNvSpPr>
            <p:nvPr/>
          </p:nvSpPr>
          <p:spPr bwMode="auto">
            <a:xfrm>
              <a:off x="4897850" y="3016251"/>
              <a:ext cx="1535113" cy="1522413"/>
            </a:xfrm>
            <a:custGeom>
              <a:avLst/>
              <a:gdLst>
                <a:gd name="T0" fmla="*/ 0 w 535"/>
                <a:gd name="T1" fmla="*/ 0 h 590"/>
                <a:gd name="T2" fmla="*/ 398 w 535"/>
                <a:gd name="T3" fmla="*/ 358 h 590"/>
                <a:gd name="T4" fmla="*/ 407 w 535"/>
                <a:gd name="T5" fmla="*/ 920 h 590"/>
                <a:gd name="T6" fmla="*/ 414 w 535"/>
                <a:gd name="T7" fmla="*/ 930 h 590"/>
                <a:gd name="T8" fmla="*/ 423 w 535"/>
                <a:gd name="T9" fmla="*/ 938 h 590"/>
                <a:gd name="T10" fmla="*/ 430 w 535"/>
                <a:gd name="T11" fmla="*/ 944 h 590"/>
                <a:gd name="T12" fmla="*/ 443 w 535"/>
                <a:gd name="T13" fmla="*/ 951 h 590"/>
                <a:gd name="T14" fmla="*/ 465 w 535"/>
                <a:gd name="T15" fmla="*/ 956 h 590"/>
                <a:gd name="T16" fmla="*/ 484 w 535"/>
                <a:gd name="T17" fmla="*/ 959 h 590"/>
                <a:gd name="T18" fmla="*/ 499 w 535"/>
                <a:gd name="T19" fmla="*/ 957 h 590"/>
                <a:gd name="T20" fmla="*/ 515 w 535"/>
                <a:gd name="T21" fmla="*/ 956 h 590"/>
                <a:gd name="T22" fmla="*/ 531 w 535"/>
                <a:gd name="T23" fmla="*/ 949 h 590"/>
                <a:gd name="T24" fmla="*/ 544 w 535"/>
                <a:gd name="T25" fmla="*/ 939 h 590"/>
                <a:gd name="T26" fmla="*/ 553 w 535"/>
                <a:gd name="T27" fmla="*/ 926 h 590"/>
                <a:gd name="T28" fmla="*/ 559 w 535"/>
                <a:gd name="T29" fmla="*/ 920 h 590"/>
                <a:gd name="T30" fmla="*/ 582 w 535"/>
                <a:gd name="T31" fmla="*/ 354 h 590"/>
                <a:gd name="T32" fmla="*/ 967 w 535"/>
                <a:gd name="T33" fmla="*/ 0 h 590"/>
                <a:gd name="T34" fmla="*/ 0 w 535"/>
                <a:gd name="T35" fmla="*/ 0 h 59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35"/>
                <a:gd name="T55" fmla="*/ 0 h 590"/>
                <a:gd name="T56" fmla="*/ 535 w 535"/>
                <a:gd name="T57" fmla="*/ 590 h 59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35" h="590">
                  <a:moveTo>
                    <a:pt x="0" y="0"/>
                  </a:moveTo>
                  <a:lnTo>
                    <a:pt x="220" y="220"/>
                  </a:lnTo>
                  <a:cubicBezTo>
                    <a:pt x="222" y="337"/>
                    <a:pt x="223" y="449"/>
                    <a:pt x="225" y="566"/>
                  </a:cubicBezTo>
                  <a:cubicBezTo>
                    <a:pt x="226" y="568"/>
                    <a:pt x="228" y="570"/>
                    <a:pt x="229" y="572"/>
                  </a:cubicBezTo>
                  <a:lnTo>
                    <a:pt x="234" y="577"/>
                  </a:lnTo>
                  <a:lnTo>
                    <a:pt x="238" y="581"/>
                  </a:lnTo>
                  <a:cubicBezTo>
                    <a:pt x="240" y="582"/>
                    <a:pt x="243" y="584"/>
                    <a:pt x="245" y="585"/>
                  </a:cubicBezTo>
                  <a:lnTo>
                    <a:pt x="257" y="588"/>
                  </a:lnTo>
                  <a:cubicBezTo>
                    <a:pt x="261" y="589"/>
                    <a:pt x="264" y="589"/>
                    <a:pt x="268" y="590"/>
                  </a:cubicBezTo>
                  <a:cubicBezTo>
                    <a:pt x="271" y="590"/>
                    <a:pt x="273" y="589"/>
                    <a:pt x="276" y="589"/>
                  </a:cubicBezTo>
                  <a:cubicBezTo>
                    <a:pt x="279" y="589"/>
                    <a:pt x="282" y="588"/>
                    <a:pt x="285" y="588"/>
                  </a:cubicBezTo>
                  <a:cubicBezTo>
                    <a:pt x="288" y="587"/>
                    <a:pt x="291" y="585"/>
                    <a:pt x="294" y="584"/>
                  </a:cubicBezTo>
                  <a:cubicBezTo>
                    <a:pt x="296" y="582"/>
                    <a:pt x="299" y="580"/>
                    <a:pt x="301" y="578"/>
                  </a:cubicBezTo>
                  <a:cubicBezTo>
                    <a:pt x="303" y="575"/>
                    <a:pt x="304" y="573"/>
                    <a:pt x="306" y="570"/>
                  </a:cubicBezTo>
                  <a:cubicBezTo>
                    <a:pt x="307" y="569"/>
                    <a:pt x="308" y="567"/>
                    <a:pt x="309" y="566"/>
                  </a:cubicBezTo>
                  <a:cubicBezTo>
                    <a:pt x="313" y="446"/>
                    <a:pt x="318" y="338"/>
                    <a:pt x="322" y="218"/>
                  </a:cubicBezTo>
                  <a:lnTo>
                    <a:pt x="535" y="0"/>
                  </a:lnTo>
                  <a:lnTo>
                    <a:pt x="0" y="0"/>
                  </a:lnTo>
                </a:path>
              </a:pathLst>
            </a:custGeom>
            <a:solidFill>
              <a:schemeClr val="accent1"/>
            </a:solidFill>
            <a:ln w="9525" cap="rnd">
              <a:noFill/>
              <a:round/>
              <a:headEnd/>
              <a:tailEnd/>
            </a:ln>
          </p:spPr>
          <p:txBody>
            <a:bodyPr/>
            <a:lstStyle/>
            <a:p>
              <a:endParaRPr lang="en-US" sz="1463" dirty="0"/>
            </a:p>
          </p:txBody>
        </p:sp>
        <p:cxnSp>
          <p:nvCxnSpPr>
            <p:cNvPr id="43" name="Straight Connector 42"/>
            <p:cNvCxnSpPr/>
            <p:nvPr/>
          </p:nvCxnSpPr>
          <p:spPr>
            <a:xfrm flipV="1">
              <a:off x="7262814" y="2679700"/>
              <a:ext cx="2547937"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flipV="1">
              <a:off x="7605714" y="3413125"/>
              <a:ext cx="1862137"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flipV="1">
              <a:off x="7943851" y="4144962"/>
              <a:ext cx="1179513"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366597" name="AutoShape 19"/>
            <p:cNvSpPr>
              <a:spLocks noChangeArrowheads="1"/>
            </p:cNvSpPr>
            <p:nvPr/>
          </p:nvSpPr>
          <p:spPr bwMode="auto">
            <a:xfrm rot="16200000" flipH="1">
              <a:off x="7508875" y="2278062"/>
              <a:ext cx="312738" cy="382588"/>
            </a:xfrm>
            <a:prstGeom prst="rightArrow">
              <a:avLst>
                <a:gd name="adj1" fmla="val 50000"/>
                <a:gd name="adj2" fmla="val 29014"/>
              </a:avLst>
            </a:prstGeom>
            <a:solidFill>
              <a:schemeClr val="accent1"/>
            </a:solidFill>
            <a:ln w="9525">
              <a:noFill/>
              <a:miter lim="800000"/>
              <a:headEnd/>
              <a:tailEnd/>
            </a:ln>
          </p:spPr>
          <p:txBody>
            <a:bodyPr wrap="none" anchor="ctr"/>
            <a:lstStyle/>
            <a:p>
              <a:pPr algn="ctr"/>
              <a:endParaRPr lang="en-US" sz="1463" dirty="0"/>
            </a:p>
          </p:txBody>
        </p:sp>
        <p:sp>
          <p:nvSpPr>
            <p:cNvPr id="366598" name="Freeform 23"/>
            <p:cNvSpPr>
              <a:spLocks/>
            </p:cNvSpPr>
            <p:nvPr/>
          </p:nvSpPr>
          <p:spPr bwMode="auto">
            <a:xfrm>
              <a:off x="9224963" y="3079751"/>
              <a:ext cx="620712" cy="358775"/>
            </a:xfrm>
            <a:custGeom>
              <a:avLst/>
              <a:gdLst>
                <a:gd name="T0" fmla="*/ 2027370 w 314"/>
                <a:gd name="T1" fmla="*/ 226698 h 182"/>
                <a:gd name="T2" fmla="*/ 2035266 w 314"/>
                <a:gd name="T3" fmla="*/ 818086 h 182"/>
                <a:gd name="T4" fmla="*/ 1101531 w 314"/>
                <a:gd name="T5" fmla="*/ 847655 h 182"/>
                <a:gd name="T6" fmla="*/ 1348290 w 314"/>
                <a:gd name="T7" fmla="*/ 680095 h 182"/>
                <a:gd name="T8" fmla="*/ 919917 w 314"/>
                <a:gd name="T9" fmla="*/ 392287 h 182"/>
                <a:gd name="T10" fmla="*/ 825161 w 314"/>
                <a:gd name="T11" fmla="*/ 364689 h 182"/>
                <a:gd name="T12" fmla="*/ 722510 w 314"/>
                <a:gd name="T13" fmla="*/ 374545 h 182"/>
                <a:gd name="T14" fmla="*/ 598143 w 314"/>
                <a:gd name="T15" fmla="*/ 412000 h 182"/>
                <a:gd name="T16" fmla="*/ 454036 w 314"/>
                <a:gd name="T17" fmla="*/ 488880 h 182"/>
                <a:gd name="T18" fmla="*/ 321773 w 314"/>
                <a:gd name="T19" fmla="*/ 579560 h 182"/>
                <a:gd name="T20" fmla="*/ 0 w 314"/>
                <a:gd name="T21" fmla="*/ 362718 h 182"/>
                <a:gd name="T22" fmla="*/ 223070 w 314"/>
                <a:gd name="T23" fmla="*/ 214871 h 182"/>
                <a:gd name="T24" fmla="*/ 315851 w 314"/>
                <a:gd name="T25" fmla="*/ 171502 h 182"/>
                <a:gd name="T26" fmla="*/ 434295 w 314"/>
                <a:gd name="T27" fmla="*/ 112364 h 182"/>
                <a:gd name="T28" fmla="*/ 529051 w 314"/>
                <a:gd name="T29" fmla="*/ 78852 h 182"/>
                <a:gd name="T30" fmla="*/ 621832 w 314"/>
                <a:gd name="T31" fmla="*/ 41397 h 182"/>
                <a:gd name="T32" fmla="*/ 726458 w 314"/>
                <a:gd name="T33" fmla="*/ 13799 h 182"/>
                <a:gd name="T34" fmla="*/ 837006 w 314"/>
                <a:gd name="T35" fmla="*/ 0 h 182"/>
                <a:gd name="T36" fmla="*/ 959398 w 314"/>
                <a:gd name="T37" fmla="*/ 0 h 182"/>
                <a:gd name="T38" fmla="*/ 1065998 w 314"/>
                <a:gd name="T39" fmla="*/ 1971 h 182"/>
                <a:gd name="T40" fmla="*/ 1178520 w 314"/>
                <a:gd name="T41" fmla="*/ 21684 h 182"/>
                <a:gd name="T42" fmla="*/ 1289068 w 314"/>
                <a:gd name="T43" fmla="*/ 61110 h 182"/>
                <a:gd name="T44" fmla="*/ 1350264 w 314"/>
                <a:gd name="T45" fmla="*/ 110392 h 182"/>
                <a:gd name="T46" fmla="*/ 1784559 w 314"/>
                <a:gd name="T47" fmla="*/ 386373 h 182"/>
                <a:gd name="T48" fmla="*/ 2027370 w 314"/>
                <a:gd name="T49" fmla="*/ 226698 h 1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14"/>
                <a:gd name="T76" fmla="*/ 0 h 182"/>
                <a:gd name="T77" fmla="*/ 314 w 314"/>
                <a:gd name="T78" fmla="*/ 182 h 1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14" h="182">
                  <a:moveTo>
                    <a:pt x="312" y="48"/>
                  </a:moveTo>
                  <a:lnTo>
                    <a:pt x="313" y="175"/>
                  </a:lnTo>
                  <a:lnTo>
                    <a:pt x="169" y="181"/>
                  </a:lnTo>
                  <a:lnTo>
                    <a:pt x="207" y="145"/>
                  </a:lnTo>
                  <a:lnTo>
                    <a:pt x="142" y="84"/>
                  </a:lnTo>
                  <a:lnTo>
                    <a:pt x="127" y="78"/>
                  </a:lnTo>
                  <a:lnTo>
                    <a:pt x="111" y="80"/>
                  </a:lnTo>
                  <a:lnTo>
                    <a:pt x="92" y="88"/>
                  </a:lnTo>
                  <a:lnTo>
                    <a:pt x="70" y="105"/>
                  </a:lnTo>
                  <a:lnTo>
                    <a:pt x="50" y="124"/>
                  </a:lnTo>
                  <a:lnTo>
                    <a:pt x="0" y="77"/>
                  </a:lnTo>
                  <a:lnTo>
                    <a:pt x="34" y="46"/>
                  </a:lnTo>
                  <a:lnTo>
                    <a:pt x="48" y="36"/>
                  </a:lnTo>
                  <a:lnTo>
                    <a:pt x="67" y="24"/>
                  </a:lnTo>
                  <a:lnTo>
                    <a:pt x="82" y="17"/>
                  </a:lnTo>
                  <a:lnTo>
                    <a:pt x="96" y="9"/>
                  </a:lnTo>
                  <a:lnTo>
                    <a:pt x="112" y="3"/>
                  </a:lnTo>
                  <a:lnTo>
                    <a:pt x="129" y="0"/>
                  </a:lnTo>
                  <a:lnTo>
                    <a:pt x="148" y="0"/>
                  </a:lnTo>
                  <a:lnTo>
                    <a:pt x="164" y="1"/>
                  </a:lnTo>
                  <a:lnTo>
                    <a:pt x="181" y="5"/>
                  </a:lnTo>
                  <a:lnTo>
                    <a:pt x="198" y="13"/>
                  </a:lnTo>
                  <a:lnTo>
                    <a:pt x="208" y="23"/>
                  </a:lnTo>
                  <a:lnTo>
                    <a:pt x="275" y="82"/>
                  </a:lnTo>
                  <a:lnTo>
                    <a:pt x="312" y="48"/>
                  </a:lnTo>
                </a:path>
              </a:pathLst>
            </a:custGeom>
            <a:solidFill>
              <a:schemeClr val="accent1"/>
            </a:solidFill>
            <a:ln w="9525" cap="rnd">
              <a:noFill/>
              <a:round/>
              <a:headEnd/>
              <a:tailEnd/>
            </a:ln>
          </p:spPr>
          <p:txBody>
            <a:bodyPr/>
            <a:lstStyle/>
            <a:p>
              <a:endParaRPr lang="en-US" sz="1463" dirty="0"/>
            </a:p>
          </p:txBody>
        </p:sp>
        <p:sp>
          <p:nvSpPr>
            <p:cNvPr id="366599" name="Freeform 24"/>
            <p:cNvSpPr>
              <a:spLocks/>
            </p:cNvSpPr>
            <p:nvPr/>
          </p:nvSpPr>
          <p:spPr bwMode="auto">
            <a:xfrm>
              <a:off x="8916988" y="3763963"/>
              <a:ext cx="622300" cy="360363"/>
            </a:xfrm>
            <a:custGeom>
              <a:avLst/>
              <a:gdLst>
                <a:gd name="T0" fmla="*/ 2025710 w 315"/>
                <a:gd name="T1" fmla="*/ 231662 h 182"/>
                <a:gd name="T2" fmla="*/ 2033600 w 315"/>
                <a:gd name="T3" fmla="*/ 837547 h 182"/>
                <a:gd name="T4" fmla="*/ 1102602 w 315"/>
                <a:gd name="T5" fmla="*/ 869227 h 182"/>
                <a:gd name="T6" fmla="*/ 1345214 w 315"/>
                <a:gd name="T7" fmla="*/ 696966 h 182"/>
                <a:gd name="T8" fmla="*/ 921136 w 315"/>
                <a:gd name="T9" fmla="*/ 401943 h 182"/>
                <a:gd name="T10" fmla="*/ 822513 w 315"/>
                <a:gd name="T11" fmla="*/ 372243 h 182"/>
                <a:gd name="T12" fmla="*/ 719946 w 315"/>
                <a:gd name="T13" fmla="*/ 386103 h 182"/>
                <a:gd name="T14" fmla="*/ 599626 w 315"/>
                <a:gd name="T15" fmla="*/ 421743 h 182"/>
                <a:gd name="T16" fmla="*/ 453664 w 315"/>
                <a:gd name="T17" fmla="*/ 500944 h 182"/>
                <a:gd name="T18" fmla="*/ 321510 w 315"/>
                <a:gd name="T19" fmla="*/ 595985 h 182"/>
                <a:gd name="T20" fmla="*/ 0 w 315"/>
                <a:gd name="T21" fmla="*/ 370263 h 182"/>
                <a:gd name="T22" fmla="*/ 220915 w 315"/>
                <a:gd name="T23" fmla="*/ 219782 h 182"/>
                <a:gd name="T24" fmla="*/ 309675 w 315"/>
                <a:gd name="T25" fmla="*/ 172261 h 182"/>
                <a:gd name="T26" fmla="*/ 431967 w 315"/>
                <a:gd name="T27" fmla="*/ 112861 h 182"/>
                <a:gd name="T28" fmla="*/ 528618 w 315"/>
                <a:gd name="T29" fmla="*/ 79201 h 182"/>
                <a:gd name="T30" fmla="*/ 621323 w 315"/>
                <a:gd name="T31" fmla="*/ 41580 h 182"/>
                <a:gd name="T32" fmla="*/ 723891 w 315"/>
                <a:gd name="T33" fmla="*/ 13860 h 182"/>
                <a:gd name="T34" fmla="*/ 836320 w 315"/>
                <a:gd name="T35" fmla="*/ 0 h 182"/>
                <a:gd name="T36" fmla="*/ 968475 w 315"/>
                <a:gd name="T37" fmla="*/ 0 h 182"/>
                <a:gd name="T38" fmla="*/ 1067098 w 315"/>
                <a:gd name="T39" fmla="*/ 1980 h 182"/>
                <a:gd name="T40" fmla="*/ 1179527 w 315"/>
                <a:gd name="T41" fmla="*/ 21780 h 182"/>
                <a:gd name="T42" fmla="*/ 1289985 w 315"/>
                <a:gd name="T43" fmla="*/ 61381 h 182"/>
                <a:gd name="T44" fmla="*/ 1351131 w 315"/>
                <a:gd name="T45" fmla="*/ 110881 h 182"/>
                <a:gd name="T46" fmla="*/ 1789016 w 315"/>
                <a:gd name="T47" fmla="*/ 390063 h 182"/>
                <a:gd name="T48" fmla="*/ 2025710 w 315"/>
                <a:gd name="T49" fmla="*/ 231662 h 1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15"/>
                <a:gd name="T76" fmla="*/ 0 h 182"/>
                <a:gd name="T77" fmla="*/ 315 w 315"/>
                <a:gd name="T78" fmla="*/ 182 h 1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15" h="182">
                  <a:moveTo>
                    <a:pt x="313" y="48"/>
                  </a:moveTo>
                  <a:lnTo>
                    <a:pt x="314" y="175"/>
                  </a:lnTo>
                  <a:lnTo>
                    <a:pt x="170" y="181"/>
                  </a:lnTo>
                  <a:lnTo>
                    <a:pt x="208" y="145"/>
                  </a:lnTo>
                  <a:lnTo>
                    <a:pt x="143" y="84"/>
                  </a:lnTo>
                  <a:lnTo>
                    <a:pt x="127" y="78"/>
                  </a:lnTo>
                  <a:lnTo>
                    <a:pt x="111" y="80"/>
                  </a:lnTo>
                  <a:lnTo>
                    <a:pt x="93" y="88"/>
                  </a:lnTo>
                  <a:lnTo>
                    <a:pt x="70" y="105"/>
                  </a:lnTo>
                  <a:lnTo>
                    <a:pt x="50" y="124"/>
                  </a:lnTo>
                  <a:lnTo>
                    <a:pt x="0" y="77"/>
                  </a:lnTo>
                  <a:lnTo>
                    <a:pt x="34" y="46"/>
                  </a:lnTo>
                  <a:lnTo>
                    <a:pt x="48" y="36"/>
                  </a:lnTo>
                  <a:lnTo>
                    <a:pt x="67" y="24"/>
                  </a:lnTo>
                  <a:lnTo>
                    <a:pt x="82" y="17"/>
                  </a:lnTo>
                  <a:lnTo>
                    <a:pt x="96" y="9"/>
                  </a:lnTo>
                  <a:lnTo>
                    <a:pt x="112" y="3"/>
                  </a:lnTo>
                  <a:lnTo>
                    <a:pt x="129" y="0"/>
                  </a:lnTo>
                  <a:lnTo>
                    <a:pt x="149" y="0"/>
                  </a:lnTo>
                  <a:lnTo>
                    <a:pt x="165" y="1"/>
                  </a:lnTo>
                  <a:lnTo>
                    <a:pt x="182" y="5"/>
                  </a:lnTo>
                  <a:lnTo>
                    <a:pt x="199" y="13"/>
                  </a:lnTo>
                  <a:lnTo>
                    <a:pt x="209" y="23"/>
                  </a:lnTo>
                  <a:lnTo>
                    <a:pt x="276" y="82"/>
                  </a:lnTo>
                  <a:lnTo>
                    <a:pt x="313" y="48"/>
                  </a:lnTo>
                </a:path>
              </a:pathLst>
            </a:custGeom>
            <a:solidFill>
              <a:schemeClr val="accent1"/>
            </a:solidFill>
            <a:ln w="9525" cap="rnd">
              <a:noFill/>
              <a:round/>
              <a:headEnd/>
              <a:tailEnd/>
            </a:ln>
          </p:spPr>
          <p:txBody>
            <a:bodyPr/>
            <a:lstStyle/>
            <a:p>
              <a:endParaRPr lang="en-US" sz="1463" dirty="0"/>
            </a:p>
          </p:txBody>
        </p:sp>
        <p:sp>
          <p:nvSpPr>
            <p:cNvPr id="366600" name="Freeform 25"/>
            <p:cNvSpPr>
              <a:spLocks/>
            </p:cNvSpPr>
            <p:nvPr/>
          </p:nvSpPr>
          <p:spPr bwMode="auto">
            <a:xfrm>
              <a:off x="9477376" y="2351087"/>
              <a:ext cx="620713" cy="361950"/>
            </a:xfrm>
            <a:custGeom>
              <a:avLst/>
              <a:gdLst>
                <a:gd name="T0" fmla="*/ 2027370 w 314"/>
                <a:gd name="T1" fmla="*/ 229433 h 183"/>
                <a:gd name="T2" fmla="*/ 2035266 w 314"/>
                <a:gd name="T3" fmla="*/ 838616 h 183"/>
                <a:gd name="T4" fmla="*/ 1101531 w 314"/>
                <a:gd name="T5" fmla="*/ 870262 h 183"/>
                <a:gd name="T6" fmla="*/ 1348290 w 314"/>
                <a:gd name="T7" fmla="*/ 698188 h 183"/>
                <a:gd name="T8" fmla="*/ 919917 w 314"/>
                <a:gd name="T9" fmla="*/ 403485 h 183"/>
                <a:gd name="T10" fmla="*/ 825161 w 314"/>
                <a:gd name="T11" fmla="*/ 371839 h 183"/>
                <a:gd name="T12" fmla="*/ 722510 w 314"/>
                <a:gd name="T13" fmla="*/ 387662 h 183"/>
                <a:gd name="T14" fmla="*/ 598143 w 314"/>
                <a:gd name="T15" fmla="*/ 423264 h 183"/>
                <a:gd name="T16" fmla="*/ 454036 w 314"/>
                <a:gd name="T17" fmla="*/ 500401 h 183"/>
                <a:gd name="T18" fmla="*/ 321773 w 314"/>
                <a:gd name="T19" fmla="*/ 597316 h 183"/>
                <a:gd name="T20" fmla="*/ 0 w 314"/>
                <a:gd name="T21" fmla="*/ 371839 h 183"/>
                <a:gd name="T22" fmla="*/ 223070 w 314"/>
                <a:gd name="T23" fmla="*/ 227455 h 183"/>
                <a:gd name="T24" fmla="*/ 315851 w 314"/>
                <a:gd name="T25" fmla="*/ 172075 h 183"/>
                <a:gd name="T26" fmla="*/ 434295 w 314"/>
                <a:gd name="T27" fmla="*/ 112739 h 183"/>
                <a:gd name="T28" fmla="*/ 529051 w 314"/>
                <a:gd name="T29" fmla="*/ 79115 h 183"/>
                <a:gd name="T30" fmla="*/ 621832 w 314"/>
                <a:gd name="T31" fmla="*/ 41535 h 183"/>
                <a:gd name="T32" fmla="*/ 726458 w 314"/>
                <a:gd name="T33" fmla="*/ 13845 h 183"/>
                <a:gd name="T34" fmla="*/ 837006 w 314"/>
                <a:gd name="T35" fmla="*/ 0 h 183"/>
                <a:gd name="T36" fmla="*/ 959398 w 314"/>
                <a:gd name="T37" fmla="*/ 0 h 183"/>
                <a:gd name="T38" fmla="*/ 1065998 w 314"/>
                <a:gd name="T39" fmla="*/ 1978 h 183"/>
                <a:gd name="T40" fmla="*/ 1178520 w 314"/>
                <a:gd name="T41" fmla="*/ 21757 h 183"/>
                <a:gd name="T42" fmla="*/ 1289068 w 314"/>
                <a:gd name="T43" fmla="*/ 61314 h 183"/>
                <a:gd name="T44" fmla="*/ 1350264 w 314"/>
                <a:gd name="T45" fmla="*/ 110761 h 183"/>
                <a:gd name="T46" fmla="*/ 1784559 w 314"/>
                <a:gd name="T47" fmla="*/ 389640 h 183"/>
                <a:gd name="T48" fmla="*/ 2027370 w 314"/>
                <a:gd name="T49" fmla="*/ 229433 h 1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14"/>
                <a:gd name="T76" fmla="*/ 0 h 183"/>
                <a:gd name="T77" fmla="*/ 314 w 314"/>
                <a:gd name="T78" fmla="*/ 183 h 1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14" h="183">
                  <a:moveTo>
                    <a:pt x="312" y="48"/>
                  </a:moveTo>
                  <a:lnTo>
                    <a:pt x="313" y="176"/>
                  </a:lnTo>
                  <a:lnTo>
                    <a:pt x="169" y="182"/>
                  </a:lnTo>
                  <a:lnTo>
                    <a:pt x="207" y="146"/>
                  </a:lnTo>
                  <a:lnTo>
                    <a:pt x="142" y="85"/>
                  </a:lnTo>
                  <a:lnTo>
                    <a:pt x="127" y="78"/>
                  </a:lnTo>
                  <a:lnTo>
                    <a:pt x="111" y="81"/>
                  </a:lnTo>
                  <a:lnTo>
                    <a:pt x="92" y="89"/>
                  </a:lnTo>
                  <a:lnTo>
                    <a:pt x="70" y="105"/>
                  </a:lnTo>
                  <a:lnTo>
                    <a:pt x="50" y="125"/>
                  </a:lnTo>
                  <a:lnTo>
                    <a:pt x="0" y="78"/>
                  </a:lnTo>
                  <a:lnTo>
                    <a:pt x="34" y="47"/>
                  </a:lnTo>
                  <a:lnTo>
                    <a:pt x="48" y="36"/>
                  </a:lnTo>
                  <a:lnTo>
                    <a:pt x="67" y="24"/>
                  </a:lnTo>
                  <a:lnTo>
                    <a:pt x="82" y="17"/>
                  </a:lnTo>
                  <a:lnTo>
                    <a:pt x="96" y="9"/>
                  </a:lnTo>
                  <a:lnTo>
                    <a:pt x="112" y="3"/>
                  </a:lnTo>
                  <a:lnTo>
                    <a:pt x="129" y="0"/>
                  </a:lnTo>
                  <a:lnTo>
                    <a:pt x="148" y="0"/>
                  </a:lnTo>
                  <a:lnTo>
                    <a:pt x="164" y="1"/>
                  </a:lnTo>
                  <a:lnTo>
                    <a:pt x="181" y="5"/>
                  </a:lnTo>
                  <a:lnTo>
                    <a:pt x="198" y="13"/>
                  </a:lnTo>
                  <a:lnTo>
                    <a:pt x="208" y="23"/>
                  </a:lnTo>
                  <a:lnTo>
                    <a:pt x="275" y="82"/>
                  </a:lnTo>
                  <a:lnTo>
                    <a:pt x="312" y="48"/>
                  </a:lnTo>
                </a:path>
              </a:pathLst>
            </a:custGeom>
            <a:solidFill>
              <a:schemeClr val="accent1"/>
            </a:solidFill>
            <a:ln w="9525" cap="rnd">
              <a:noFill/>
              <a:round/>
              <a:headEnd/>
              <a:tailEnd/>
            </a:ln>
          </p:spPr>
          <p:txBody>
            <a:bodyPr/>
            <a:lstStyle/>
            <a:p>
              <a:endParaRPr lang="en-US" sz="1463" dirty="0"/>
            </a:p>
          </p:txBody>
        </p:sp>
        <p:grpSp>
          <p:nvGrpSpPr>
            <p:cNvPr id="366605" name="Group 52"/>
            <p:cNvGrpSpPr>
              <a:grpSpLocks/>
            </p:cNvGrpSpPr>
            <p:nvPr/>
          </p:nvGrpSpPr>
          <p:grpSpPr bwMode="auto">
            <a:xfrm>
              <a:off x="7872414" y="2286001"/>
              <a:ext cx="1328737" cy="598487"/>
              <a:chOff x="6870856" y="2306970"/>
              <a:chExt cx="1439227" cy="598450"/>
            </a:xfrm>
            <a:solidFill>
              <a:schemeClr val="accent1"/>
            </a:solidFill>
          </p:grpSpPr>
          <p:sp>
            <p:nvSpPr>
              <p:cNvPr id="366613" name="AutoShape 22"/>
              <p:cNvSpPr>
                <a:spLocks noChangeArrowheads="1"/>
              </p:cNvSpPr>
              <p:nvPr>
                <p:custDataLst>
                  <p:tags r:id="rId3"/>
                </p:custDataLst>
              </p:nvPr>
            </p:nvSpPr>
            <p:spPr bwMode="auto">
              <a:xfrm rot="16200000" flipH="1">
                <a:off x="7796693" y="2391735"/>
                <a:ext cx="598155" cy="428625"/>
              </a:xfrm>
              <a:prstGeom prst="rightArrow">
                <a:avLst>
                  <a:gd name="adj1" fmla="val 50000"/>
                  <a:gd name="adj2" fmla="val 30256"/>
                </a:avLst>
              </a:prstGeom>
              <a:grpFill/>
              <a:ln w="9525">
                <a:noFill/>
                <a:miter lim="800000"/>
                <a:headEnd/>
                <a:tailEnd/>
              </a:ln>
            </p:spPr>
            <p:txBody>
              <a:bodyPr wrap="none" anchor="ctr"/>
              <a:lstStyle/>
              <a:p>
                <a:pPr algn="ctr"/>
                <a:endParaRPr lang="en-US" sz="1463" dirty="0"/>
              </a:p>
            </p:txBody>
          </p:sp>
          <p:sp>
            <p:nvSpPr>
              <p:cNvPr id="366614" name="AutoShape 22"/>
              <p:cNvSpPr>
                <a:spLocks noChangeArrowheads="1"/>
              </p:cNvSpPr>
              <p:nvPr>
                <p:custDataLst>
                  <p:tags r:id="rId4"/>
                </p:custDataLst>
              </p:nvPr>
            </p:nvSpPr>
            <p:spPr bwMode="auto">
              <a:xfrm rot="16200000" flipH="1">
                <a:off x="6786091" y="2392030"/>
                <a:ext cx="598155" cy="428625"/>
              </a:xfrm>
              <a:prstGeom prst="rightArrow">
                <a:avLst>
                  <a:gd name="adj1" fmla="val 50000"/>
                  <a:gd name="adj2" fmla="val 30256"/>
                </a:avLst>
              </a:prstGeom>
              <a:grpFill/>
              <a:ln w="9525">
                <a:noFill/>
                <a:miter lim="800000"/>
                <a:headEnd/>
                <a:tailEnd/>
              </a:ln>
            </p:spPr>
            <p:txBody>
              <a:bodyPr wrap="none" anchor="ctr"/>
              <a:lstStyle/>
              <a:p>
                <a:pPr algn="ctr"/>
                <a:endParaRPr lang="en-US" sz="1463" dirty="0"/>
              </a:p>
            </p:txBody>
          </p:sp>
          <p:sp>
            <p:nvSpPr>
              <p:cNvPr id="366615" name="AutoShape 22"/>
              <p:cNvSpPr>
                <a:spLocks noChangeArrowheads="1"/>
              </p:cNvSpPr>
              <p:nvPr>
                <p:custDataLst>
                  <p:tags r:id="rId5"/>
                </p:custDataLst>
              </p:nvPr>
            </p:nvSpPr>
            <p:spPr bwMode="auto">
              <a:xfrm rot="16200000" flipH="1">
                <a:off x="7291392" y="2391735"/>
                <a:ext cx="598155" cy="428625"/>
              </a:xfrm>
              <a:prstGeom prst="rightArrow">
                <a:avLst>
                  <a:gd name="adj1" fmla="val 50000"/>
                  <a:gd name="adj2" fmla="val 30256"/>
                </a:avLst>
              </a:prstGeom>
              <a:grpFill/>
              <a:ln w="9525">
                <a:noFill/>
                <a:miter lim="800000"/>
                <a:headEnd/>
                <a:tailEnd/>
              </a:ln>
            </p:spPr>
            <p:txBody>
              <a:bodyPr wrap="none" anchor="ctr"/>
              <a:lstStyle/>
              <a:p>
                <a:pPr algn="ctr"/>
                <a:endParaRPr lang="en-US" sz="1463" dirty="0"/>
              </a:p>
            </p:txBody>
          </p:sp>
        </p:grpSp>
        <p:grpSp>
          <p:nvGrpSpPr>
            <p:cNvPr id="366607" name="Group 53"/>
            <p:cNvGrpSpPr>
              <a:grpSpLocks/>
            </p:cNvGrpSpPr>
            <p:nvPr/>
          </p:nvGrpSpPr>
          <p:grpSpPr bwMode="auto">
            <a:xfrm>
              <a:off x="8118476" y="3025776"/>
              <a:ext cx="835025" cy="598487"/>
              <a:chOff x="7137556" y="3046110"/>
              <a:chExt cx="904871" cy="598450"/>
            </a:xfrm>
            <a:solidFill>
              <a:schemeClr val="accent1"/>
            </a:solidFill>
          </p:grpSpPr>
          <p:sp>
            <p:nvSpPr>
              <p:cNvPr id="366611" name="AutoShape 22"/>
              <p:cNvSpPr>
                <a:spLocks noChangeArrowheads="1"/>
              </p:cNvSpPr>
              <p:nvPr>
                <p:custDataLst>
                  <p:tags r:id="rId1"/>
                </p:custDataLst>
              </p:nvPr>
            </p:nvSpPr>
            <p:spPr bwMode="auto">
              <a:xfrm rot="16200000" flipH="1">
                <a:off x="7052791" y="3131170"/>
                <a:ext cx="598155" cy="428625"/>
              </a:xfrm>
              <a:prstGeom prst="rightArrow">
                <a:avLst>
                  <a:gd name="adj1" fmla="val 50000"/>
                  <a:gd name="adj2" fmla="val 30256"/>
                </a:avLst>
              </a:prstGeom>
              <a:grpFill/>
              <a:ln w="9525">
                <a:noFill/>
                <a:miter lim="800000"/>
                <a:headEnd/>
                <a:tailEnd/>
              </a:ln>
            </p:spPr>
            <p:txBody>
              <a:bodyPr wrap="none" anchor="ctr"/>
              <a:lstStyle/>
              <a:p>
                <a:pPr algn="ctr"/>
                <a:endParaRPr lang="en-US" sz="1463" dirty="0"/>
              </a:p>
            </p:txBody>
          </p:sp>
          <p:sp>
            <p:nvSpPr>
              <p:cNvPr id="366612" name="AutoShape 22"/>
              <p:cNvSpPr>
                <a:spLocks noChangeArrowheads="1"/>
              </p:cNvSpPr>
              <p:nvPr>
                <p:custDataLst>
                  <p:tags r:id="rId2"/>
                </p:custDataLst>
              </p:nvPr>
            </p:nvSpPr>
            <p:spPr bwMode="auto">
              <a:xfrm rot="16200000" flipH="1">
                <a:off x="7529037" y="3130875"/>
                <a:ext cx="598155" cy="428625"/>
              </a:xfrm>
              <a:prstGeom prst="rightArrow">
                <a:avLst>
                  <a:gd name="adj1" fmla="val 50000"/>
                  <a:gd name="adj2" fmla="val 30256"/>
                </a:avLst>
              </a:prstGeom>
              <a:grpFill/>
              <a:ln w="9525">
                <a:noFill/>
                <a:miter lim="800000"/>
                <a:headEnd/>
                <a:tailEnd/>
              </a:ln>
            </p:spPr>
            <p:txBody>
              <a:bodyPr wrap="none" anchor="ctr"/>
              <a:lstStyle/>
              <a:p>
                <a:pPr algn="ctr"/>
                <a:endParaRPr lang="en-US" sz="1463" dirty="0"/>
              </a:p>
            </p:txBody>
          </p:sp>
        </p:grpSp>
        <p:sp>
          <p:nvSpPr>
            <p:cNvPr id="366609" name="AutoShape 22"/>
            <p:cNvSpPr>
              <a:spLocks noChangeArrowheads="1"/>
            </p:cNvSpPr>
            <p:nvPr/>
          </p:nvSpPr>
          <p:spPr bwMode="auto">
            <a:xfrm rot="16200000" flipH="1">
              <a:off x="8237539" y="3873501"/>
              <a:ext cx="598487" cy="395287"/>
            </a:xfrm>
            <a:prstGeom prst="rightArrow">
              <a:avLst>
                <a:gd name="adj1" fmla="val 50000"/>
                <a:gd name="adj2" fmla="val 30302"/>
              </a:avLst>
            </a:prstGeom>
            <a:solidFill>
              <a:schemeClr val="accent1"/>
            </a:solidFill>
            <a:ln w="9525">
              <a:noFill/>
              <a:miter lim="800000"/>
              <a:headEnd/>
              <a:tailEnd/>
            </a:ln>
          </p:spPr>
          <p:txBody>
            <a:bodyPr wrap="none" anchor="ctr"/>
            <a:lstStyle/>
            <a:p>
              <a:pPr algn="ctr"/>
              <a:endParaRPr lang="en-US" sz="1463" dirty="0"/>
            </a:p>
          </p:txBody>
        </p:sp>
      </p:grpSp>
    </p:spTree>
    <p:extLst>
      <p:ext uri="{BB962C8B-B14F-4D97-AF65-F5344CB8AC3E}">
        <p14:creationId xmlns:p14="http://schemas.microsoft.com/office/powerpoint/2010/main" val="3712354653"/>
      </p:ext>
    </p:extLst>
  </p:cSld>
  <p:clrMapOvr>
    <a:masterClrMapping/>
  </p:clrMapOvr>
  <p:transition>
    <p:fade/>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dirty="0"/>
              <a:t>Spectrum</a:t>
            </a:r>
          </a:p>
        </p:txBody>
      </p:sp>
      <p:sp>
        <p:nvSpPr>
          <p:cNvPr id="842753" name="Title 1"/>
          <p:cNvSpPr>
            <a:spLocks noGrp="1"/>
          </p:cNvSpPr>
          <p:nvPr>
            <p:ph type="title"/>
          </p:nvPr>
        </p:nvSpPr>
        <p:spPr/>
        <p:txBody>
          <a:bodyPr/>
          <a:lstStyle/>
          <a:p>
            <a:r>
              <a:rPr lang="en-US" altLang="ja-JP" dirty="0"/>
              <a:t>Other</a:t>
            </a:r>
            <a:endParaRPr lang="en-US" dirty="0">
              <a:solidFill>
                <a:schemeClr val="tx2"/>
              </a:solidFill>
            </a:endParaRPr>
          </a:p>
        </p:txBody>
      </p:sp>
      <p:sp>
        <p:nvSpPr>
          <p:cNvPr id="11" name="Content Placeholder 10">
            <a:extLst>
              <a:ext uri="{FF2B5EF4-FFF2-40B4-BE49-F238E27FC236}">
                <a16:creationId xmlns:a16="http://schemas.microsoft.com/office/drawing/2014/main" id="{97349EF8-A271-BE3D-F72D-D56ABE0F3543}"/>
              </a:ext>
            </a:extLst>
          </p:cNvPr>
          <p:cNvSpPr>
            <a:spLocks noGrp="1"/>
          </p:cNvSpPr>
          <p:nvPr>
            <p:ph idx="1"/>
          </p:nvPr>
        </p:nvSpPr>
        <p:spPr/>
        <p:txBody>
          <a:bodyPr/>
          <a:lstStyle/>
          <a:p>
            <a:r>
              <a:rPr lang="en-US" dirty="0"/>
              <a:t>Title</a:t>
            </a:r>
          </a:p>
        </p:txBody>
      </p:sp>
      <p:grpSp>
        <p:nvGrpSpPr>
          <p:cNvPr id="2" name="Group 1"/>
          <p:cNvGrpSpPr/>
          <p:nvPr/>
        </p:nvGrpSpPr>
        <p:grpSpPr>
          <a:xfrm>
            <a:off x="558581" y="2285242"/>
            <a:ext cx="8939829" cy="2682992"/>
            <a:chOff x="627063" y="2514600"/>
            <a:chExt cx="7493000" cy="2541299"/>
          </a:xfrm>
        </p:grpSpPr>
        <p:sp>
          <p:nvSpPr>
            <p:cNvPr id="842762" name="Rectangle 10"/>
            <p:cNvSpPr>
              <a:spLocks noChangeArrowheads="1"/>
            </p:cNvSpPr>
            <p:nvPr/>
          </p:nvSpPr>
          <p:spPr bwMode="auto">
            <a:xfrm>
              <a:off x="917893" y="4910138"/>
              <a:ext cx="989012" cy="145761"/>
            </a:xfrm>
            <a:prstGeom prst="rect">
              <a:avLst/>
            </a:prstGeom>
            <a:noFill/>
            <a:ln w="9525">
              <a:noFill/>
              <a:miter lim="800000"/>
              <a:headEnd/>
              <a:tailEnd/>
            </a:ln>
          </p:spPr>
          <p:txBody>
            <a:bodyPr lIns="0" tIns="0" rIns="0" bIns="0">
              <a:spAutoFit/>
            </a:bodyPr>
            <a:lstStyle/>
            <a:p>
              <a:r>
                <a:rPr lang="en-US" altLang="ja-JP" sz="1000" dirty="0">
                  <a:latin typeface="Aptos" panose="020B0004020202020204" pitchFamily="34" charset="0"/>
                  <a:ea typeface="ＭＳ Ｐゴシック" charset="-128"/>
                </a:rPr>
                <a:t>Low</a:t>
              </a:r>
            </a:p>
          </p:txBody>
        </p:sp>
        <p:sp>
          <p:nvSpPr>
            <p:cNvPr id="842763" name="Rectangle 11"/>
            <p:cNvSpPr>
              <a:spLocks noChangeArrowheads="1"/>
            </p:cNvSpPr>
            <p:nvPr/>
          </p:nvSpPr>
          <p:spPr bwMode="auto">
            <a:xfrm>
              <a:off x="6797040" y="4910138"/>
              <a:ext cx="739775" cy="145761"/>
            </a:xfrm>
            <a:prstGeom prst="rect">
              <a:avLst/>
            </a:prstGeom>
            <a:noFill/>
            <a:ln w="9525">
              <a:noFill/>
              <a:miter lim="800000"/>
              <a:headEnd/>
              <a:tailEnd/>
            </a:ln>
          </p:spPr>
          <p:txBody>
            <a:bodyPr lIns="0" tIns="0" rIns="0" bIns="0">
              <a:spAutoFit/>
            </a:bodyPr>
            <a:lstStyle/>
            <a:p>
              <a:pPr algn="r"/>
              <a:r>
                <a:rPr lang="en-US" altLang="ja-JP" sz="1000" dirty="0">
                  <a:latin typeface="Aptos" panose="020B0004020202020204" pitchFamily="34" charset="0"/>
                  <a:ea typeface="ＭＳ Ｐゴシック" charset="-128"/>
                </a:rPr>
                <a:t>High</a:t>
              </a:r>
            </a:p>
          </p:txBody>
        </p:sp>
        <p:sp>
          <p:nvSpPr>
            <p:cNvPr id="4" name="Oval 3"/>
            <p:cNvSpPr>
              <a:spLocks noChangeArrowheads="1"/>
            </p:cNvSpPr>
            <p:nvPr/>
          </p:nvSpPr>
          <p:spPr bwMode="auto">
            <a:xfrm>
              <a:off x="627063" y="3113088"/>
              <a:ext cx="1135062" cy="1304925"/>
            </a:xfrm>
            <a:prstGeom prst="ellipse">
              <a:avLst/>
            </a:prstGeom>
            <a:solidFill>
              <a:schemeClr val="bg2"/>
            </a:solidFill>
            <a:ln w="9525">
              <a:noFill/>
              <a:round/>
              <a:headEnd/>
              <a:tailEnd/>
            </a:ln>
          </p:spPr>
          <p:txBody>
            <a:bodyPr wrap="none" lIns="74295" tIns="74295" rIns="74295" bIns="74295" anchor="ctr"/>
            <a:lstStyle/>
            <a:p>
              <a:pPr algn="ctr">
                <a:defRPr/>
              </a:pPr>
              <a:r>
                <a:rPr lang="en-US" altLang="ja-JP" sz="1000" dirty="0">
                  <a:latin typeface="Aptos" panose="020B0004020202020204" pitchFamily="34" charset="0"/>
                  <a:ea typeface="ＭＳ Ｐゴシック" pitchFamily="50" charset="-128"/>
                </a:rPr>
                <a:t>Text</a:t>
              </a:r>
            </a:p>
          </p:txBody>
        </p:sp>
        <p:sp>
          <p:nvSpPr>
            <p:cNvPr id="5" name="Oval 4"/>
            <p:cNvSpPr>
              <a:spLocks noChangeArrowheads="1"/>
            </p:cNvSpPr>
            <p:nvPr/>
          </p:nvSpPr>
          <p:spPr bwMode="auto">
            <a:xfrm>
              <a:off x="1571625" y="3128963"/>
              <a:ext cx="1135063" cy="1303337"/>
            </a:xfrm>
            <a:prstGeom prst="ellipse">
              <a:avLst/>
            </a:prstGeom>
            <a:solidFill>
              <a:schemeClr val="bg2"/>
            </a:solidFill>
            <a:ln w="9525">
              <a:noFill/>
              <a:round/>
              <a:headEnd/>
              <a:tailEnd/>
            </a:ln>
          </p:spPr>
          <p:txBody>
            <a:bodyPr wrap="none" lIns="74295" tIns="74295" rIns="74295" bIns="74295" anchor="ctr"/>
            <a:lstStyle/>
            <a:p>
              <a:pPr algn="ctr">
                <a:defRPr/>
              </a:pPr>
              <a:r>
                <a:rPr lang="en-US" altLang="ja-JP" sz="1000" dirty="0">
                  <a:latin typeface="Aptos" panose="020B0004020202020204" pitchFamily="34" charset="0"/>
                  <a:ea typeface="ＭＳ Ｐゴシック" pitchFamily="50" charset="-128"/>
                </a:rPr>
                <a:t>Text</a:t>
              </a:r>
            </a:p>
          </p:txBody>
        </p:sp>
        <p:sp>
          <p:nvSpPr>
            <p:cNvPr id="6" name="Oval 5"/>
            <p:cNvSpPr>
              <a:spLocks noChangeArrowheads="1"/>
            </p:cNvSpPr>
            <p:nvPr/>
          </p:nvSpPr>
          <p:spPr bwMode="auto">
            <a:xfrm>
              <a:off x="2449513" y="2514600"/>
              <a:ext cx="1136650" cy="1304925"/>
            </a:xfrm>
            <a:prstGeom prst="ellipse">
              <a:avLst/>
            </a:prstGeom>
            <a:solidFill>
              <a:schemeClr val="bg2">
                <a:lumMod val="90000"/>
              </a:schemeClr>
            </a:solidFill>
            <a:ln w="9525">
              <a:noFill/>
              <a:round/>
              <a:headEnd/>
              <a:tailEnd/>
            </a:ln>
          </p:spPr>
          <p:txBody>
            <a:bodyPr wrap="none" lIns="74295" tIns="74295" rIns="74295" bIns="74295" anchor="ctr"/>
            <a:lstStyle/>
            <a:p>
              <a:pPr algn="ctr">
                <a:defRPr/>
              </a:pPr>
              <a:r>
                <a:rPr lang="en-US" altLang="ja-JP" sz="1000" dirty="0">
                  <a:latin typeface="Aptos" panose="020B0004020202020204" pitchFamily="34" charset="0"/>
                  <a:ea typeface="ＭＳ Ｐゴシック" pitchFamily="50" charset="-128"/>
                </a:rPr>
                <a:t>Text</a:t>
              </a:r>
            </a:p>
          </p:txBody>
        </p:sp>
        <p:sp>
          <p:nvSpPr>
            <p:cNvPr id="7" name="Oval 6"/>
            <p:cNvSpPr>
              <a:spLocks noChangeArrowheads="1"/>
            </p:cNvSpPr>
            <p:nvPr/>
          </p:nvSpPr>
          <p:spPr bwMode="auto">
            <a:xfrm>
              <a:off x="2501900" y="3638550"/>
              <a:ext cx="1135063" cy="1304925"/>
            </a:xfrm>
            <a:prstGeom prst="ellipse">
              <a:avLst/>
            </a:prstGeom>
            <a:solidFill>
              <a:schemeClr val="bg2">
                <a:lumMod val="90000"/>
              </a:schemeClr>
            </a:solidFill>
            <a:ln w="9525">
              <a:noFill/>
              <a:round/>
              <a:headEnd/>
              <a:tailEnd/>
            </a:ln>
          </p:spPr>
          <p:txBody>
            <a:bodyPr wrap="none" lIns="74295" tIns="74295" rIns="74295" bIns="74295" anchor="ctr"/>
            <a:lstStyle/>
            <a:p>
              <a:pPr algn="ctr">
                <a:defRPr/>
              </a:pPr>
              <a:r>
                <a:rPr lang="en-US" altLang="ja-JP" sz="1000" dirty="0">
                  <a:latin typeface="Aptos" panose="020B0004020202020204" pitchFamily="34" charset="0"/>
                  <a:ea typeface="ＭＳ Ｐゴシック" pitchFamily="50" charset="-128"/>
                </a:rPr>
                <a:t>Text</a:t>
              </a:r>
            </a:p>
          </p:txBody>
        </p:sp>
        <p:sp>
          <p:nvSpPr>
            <p:cNvPr id="8" name="Oval 7"/>
            <p:cNvSpPr>
              <a:spLocks noChangeArrowheads="1"/>
            </p:cNvSpPr>
            <p:nvPr/>
          </p:nvSpPr>
          <p:spPr bwMode="auto">
            <a:xfrm>
              <a:off x="3403600" y="2806700"/>
              <a:ext cx="1709738" cy="1962150"/>
            </a:xfrm>
            <a:prstGeom prst="ellipse">
              <a:avLst/>
            </a:prstGeom>
            <a:solidFill>
              <a:schemeClr val="tx2">
                <a:lumMod val="75000"/>
                <a:lumOff val="25000"/>
              </a:schemeClr>
            </a:solidFill>
            <a:ln w="9525">
              <a:noFill/>
              <a:round/>
              <a:headEnd/>
              <a:tailEnd/>
            </a:ln>
          </p:spPr>
          <p:txBody>
            <a:bodyPr wrap="none" lIns="74295" tIns="74295" rIns="74295" bIns="74295" anchor="ctr"/>
            <a:lstStyle/>
            <a:p>
              <a:pPr algn="ctr">
                <a:defRPr/>
              </a:pPr>
              <a:r>
                <a:rPr lang="en-US" altLang="ja-JP" sz="1000" dirty="0">
                  <a:solidFill>
                    <a:schemeClr val="bg1"/>
                  </a:solidFill>
                  <a:latin typeface="Aptos" panose="020B0004020202020204" pitchFamily="34" charset="0"/>
                  <a:ea typeface="ＭＳ Ｐゴシック" pitchFamily="50" charset="-128"/>
                </a:rPr>
                <a:t>Text</a:t>
              </a:r>
            </a:p>
          </p:txBody>
        </p:sp>
        <p:sp>
          <p:nvSpPr>
            <p:cNvPr id="9" name="Oval 8"/>
            <p:cNvSpPr>
              <a:spLocks noChangeArrowheads="1"/>
            </p:cNvSpPr>
            <p:nvPr/>
          </p:nvSpPr>
          <p:spPr bwMode="auto">
            <a:xfrm>
              <a:off x="4921250" y="2708275"/>
              <a:ext cx="1708150" cy="1960563"/>
            </a:xfrm>
            <a:prstGeom prst="ellipse">
              <a:avLst/>
            </a:prstGeom>
            <a:solidFill>
              <a:schemeClr val="tx2">
                <a:lumMod val="75000"/>
                <a:lumOff val="25000"/>
              </a:schemeClr>
            </a:solidFill>
            <a:ln w="9525">
              <a:noFill/>
              <a:round/>
              <a:headEnd/>
              <a:tailEnd/>
            </a:ln>
          </p:spPr>
          <p:txBody>
            <a:bodyPr wrap="none" lIns="74295" tIns="74295" rIns="74295" bIns="74295" anchor="ctr"/>
            <a:lstStyle/>
            <a:p>
              <a:pPr algn="ctr">
                <a:defRPr/>
              </a:pPr>
              <a:endParaRPr lang="en-US" altLang="ja-JP" sz="1000" dirty="0">
                <a:solidFill>
                  <a:schemeClr val="bg1"/>
                </a:solidFill>
                <a:latin typeface="Aptos" panose="020B0004020202020204" pitchFamily="34" charset="0"/>
                <a:ea typeface="ＭＳ Ｐゴシック" pitchFamily="50" charset="-128"/>
              </a:endParaRPr>
            </a:p>
            <a:p>
              <a:pPr algn="ctr">
                <a:defRPr/>
              </a:pPr>
              <a:r>
                <a:rPr lang="en-US" altLang="ja-JP" sz="1000" dirty="0">
                  <a:solidFill>
                    <a:schemeClr val="bg1"/>
                  </a:solidFill>
                  <a:latin typeface="Aptos" panose="020B0004020202020204" pitchFamily="34" charset="0"/>
                  <a:ea typeface="ＭＳ Ｐゴシック" pitchFamily="50" charset="-128"/>
                </a:rPr>
                <a:t>Text</a:t>
              </a:r>
            </a:p>
          </p:txBody>
        </p:sp>
        <p:sp>
          <p:nvSpPr>
            <p:cNvPr id="10" name="Oval 9"/>
            <p:cNvSpPr>
              <a:spLocks noChangeArrowheads="1"/>
            </p:cNvSpPr>
            <p:nvPr/>
          </p:nvSpPr>
          <p:spPr bwMode="auto">
            <a:xfrm>
              <a:off x="6410325" y="2752725"/>
              <a:ext cx="1709738" cy="1960563"/>
            </a:xfrm>
            <a:prstGeom prst="ellipse">
              <a:avLst/>
            </a:prstGeom>
            <a:solidFill>
              <a:schemeClr val="accent3"/>
            </a:solidFill>
            <a:ln w="9525">
              <a:noFill/>
              <a:round/>
              <a:headEnd/>
              <a:tailEnd/>
            </a:ln>
          </p:spPr>
          <p:txBody>
            <a:bodyPr wrap="none" lIns="74295" tIns="74295" rIns="74295" bIns="74295" anchor="ctr"/>
            <a:lstStyle/>
            <a:p>
              <a:pPr algn="ctr">
                <a:defRPr/>
              </a:pPr>
              <a:r>
                <a:rPr lang="en-US" altLang="ja-JP" sz="1000" dirty="0">
                  <a:solidFill>
                    <a:schemeClr val="bg1"/>
                  </a:solidFill>
                  <a:latin typeface="Aptos" panose="020B0004020202020204" pitchFamily="34" charset="0"/>
                  <a:ea typeface="ＭＳ Ｐゴシック" pitchFamily="50" charset="-128"/>
                </a:rPr>
                <a:t>Text</a:t>
              </a:r>
            </a:p>
          </p:txBody>
        </p:sp>
        <p:sp>
          <p:nvSpPr>
            <p:cNvPr id="842764" name="Line 12"/>
            <p:cNvSpPr>
              <a:spLocks noChangeShapeType="1"/>
            </p:cNvSpPr>
            <p:nvPr/>
          </p:nvSpPr>
          <p:spPr bwMode="auto">
            <a:xfrm>
              <a:off x="954088" y="3933825"/>
              <a:ext cx="6551612" cy="0"/>
            </a:xfrm>
            <a:prstGeom prst="line">
              <a:avLst/>
            </a:prstGeom>
            <a:noFill/>
            <a:ln w="38100">
              <a:solidFill>
                <a:schemeClr val="bg1"/>
              </a:solidFill>
              <a:round/>
              <a:headEnd type="none" w="med" len="med"/>
              <a:tailEnd type="triangle" w="med" len="med"/>
            </a:ln>
          </p:spPr>
          <p:txBody>
            <a:bodyPr wrap="none" lIns="29250" tIns="29250" rIns="29250" bIns="29250" anchor="ctr"/>
            <a:lstStyle/>
            <a:p>
              <a:endParaRPr lang="en-US" sz="1000" dirty="0">
                <a:latin typeface="Aptos" panose="020B0004020202020204" pitchFamily="34" charset="0"/>
              </a:endParaRPr>
            </a:p>
          </p:txBody>
        </p:sp>
      </p:grpSp>
    </p:spTree>
    <p:extLst>
      <p:ext uri="{BB962C8B-B14F-4D97-AF65-F5344CB8AC3E}">
        <p14:creationId xmlns:p14="http://schemas.microsoft.com/office/powerpoint/2010/main" val="1760213932"/>
      </p:ext>
    </p:extLst>
  </p:cSld>
  <p:clrMapOvr>
    <a:masterClrMapping/>
  </p:clrMapOvr>
  <p:transition>
    <p:fade/>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dirty="0"/>
              <a:t>Thermometers</a:t>
            </a:r>
          </a:p>
        </p:txBody>
      </p:sp>
      <p:sp>
        <p:nvSpPr>
          <p:cNvPr id="843777" name="Title 1"/>
          <p:cNvSpPr>
            <a:spLocks noGrp="1"/>
          </p:cNvSpPr>
          <p:nvPr>
            <p:ph type="title"/>
          </p:nvPr>
        </p:nvSpPr>
        <p:spPr/>
        <p:txBody>
          <a:bodyPr/>
          <a:lstStyle/>
          <a:p>
            <a:r>
              <a:rPr lang="en-US" altLang="ja-JP" dirty="0"/>
              <a:t>Other</a:t>
            </a:r>
            <a:endParaRPr lang="en-US" dirty="0">
              <a:solidFill>
                <a:schemeClr val="tx2"/>
              </a:solidFill>
            </a:endParaRPr>
          </a:p>
        </p:txBody>
      </p:sp>
      <p:grpSp>
        <p:nvGrpSpPr>
          <p:cNvPr id="2" name="Group 1">
            <a:extLst>
              <a:ext uri="{FF2B5EF4-FFF2-40B4-BE49-F238E27FC236}">
                <a16:creationId xmlns:a16="http://schemas.microsoft.com/office/drawing/2014/main" id="{98C2EBB9-0D2D-4374-80AC-40463F0748E1}"/>
              </a:ext>
            </a:extLst>
          </p:cNvPr>
          <p:cNvGrpSpPr/>
          <p:nvPr/>
        </p:nvGrpSpPr>
        <p:grpSpPr>
          <a:xfrm>
            <a:off x="2822182" y="2061976"/>
            <a:ext cx="959643" cy="3407767"/>
            <a:chOff x="3473451" y="2055814"/>
            <a:chExt cx="1181099" cy="4194175"/>
          </a:xfrm>
        </p:grpSpPr>
        <p:sp>
          <p:nvSpPr>
            <p:cNvPr id="14" name="Line 3"/>
            <p:cNvSpPr>
              <a:spLocks noChangeShapeType="1"/>
            </p:cNvSpPr>
            <p:nvPr/>
          </p:nvSpPr>
          <p:spPr bwMode="auto">
            <a:xfrm flipH="1">
              <a:off x="3473451" y="3152775"/>
              <a:ext cx="265113" cy="0"/>
            </a:xfrm>
            <a:prstGeom prst="line">
              <a:avLst/>
            </a:prstGeom>
            <a:noFill/>
            <a:ln w="19050">
              <a:solidFill>
                <a:schemeClr val="accent1"/>
              </a:solidFill>
              <a:round/>
              <a:headEnd type="triangle" w="med" len="med"/>
              <a:tailEnd/>
            </a:ln>
          </p:spPr>
          <p:txBody>
            <a:bodyPr wrap="none" anchor="ctr"/>
            <a:lstStyle/>
            <a:p>
              <a:pPr>
                <a:defRPr/>
              </a:pPr>
              <a:endParaRPr lang="en-US" sz="1138" dirty="0">
                <a:latin typeface="Aptos" panose="020B0004020202020204" pitchFamily="34" charset="0"/>
              </a:endParaRPr>
            </a:p>
          </p:txBody>
        </p:sp>
        <p:sp>
          <p:nvSpPr>
            <p:cNvPr id="15" name="Line 4"/>
            <p:cNvSpPr>
              <a:spLocks noChangeShapeType="1"/>
            </p:cNvSpPr>
            <p:nvPr/>
          </p:nvSpPr>
          <p:spPr bwMode="auto">
            <a:xfrm flipH="1">
              <a:off x="3473451" y="3673475"/>
              <a:ext cx="265113" cy="0"/>
            </a:xfrm>
            <a:prstGeom prst="line">
              <a:avLst/>
            </a:prstGeom>
            <a:noFill/>
            <a:ln w="19050">
              <a:solidFill>
                <a:schemeClr val="accent1"/>
              </a:solidFill>
              <a:round/>
              <a:headEnd type="triangle" w="med" len="med"/>
              <a:tailEnd/>
            </a:ln>
          </p:spPr>
          <p:txBody>
            <a:bodyPr wrap="none" anchor="ctr"/>
            <a:lstStyle/>
            <a:p>
              <a:pPr>
                <a:defRPr/>
              </a:pPr>
              <a:endParaRPr lang="en-US" sz="1138" dirty="0">
                <a:latin typeface="Aptos" panose="020B0004020202020204" pitchFamily="34" charset="0"/>
              </a:endParaRPr>
            </a:p>
          </p:txBody>
        </p:sp>
        <p:sp>
          <p:nvSpPr>
            <p:cNvPr id="16" name="Line 5"/>
            <p:cNvSpPr>
              <a:spLocks noChangeShapeType="1"/>
            </p:cNvSpPr>
            <p:nvPr/>
          </p:nvSpPr>
          <p:spPr bwMode="auto">
            <a:xfrm flipH="1">
              <a:off x="3473451" y="4030663"/>
              <a:ext cx="265113" cy="0"/>
            </a:xfrm>
            <a:prstGeom prst="line">
              <a:avLst/>
            </a:prstGeom>
            <a:noFill/>
            <a:ln w="19050">
              <a:solidFill>
                <a:schemeClr val="accent1"/>
              </a:solidFill>
              <a:round/>
              <a:headEnd type="triangle" w="med" len="med"/>
              <a:tailEnd/>
            </a:ln>
          </p:spPr>
          <p:txBody>
            <a:bodyPr wrap="none" anchor="ctr"/>
            <a:lstStyle/>
            <a:p>
              <a:pPr>
                <a:defRPr/>
              </a:pPr>
              <a:endParaRPr lang="en-US" sz="1138" dirty="0">
                <a:latin typeface="Aptos" panose="020B0004020202020204" pitchFamily="34" charset="0"/>
              </a:endParaRPr>
            </a:p>
          </p:txBody>
        </p:sp>
        <p:sp>
          <p:nvSpPr>
            <p:cNvPr id="17" name="Line 6"/>
            <p:cNvSpPr>
              <a:spLocks noChangeShapeType="1"/>
            </p:cNvSpPr>
            <p:nvPr/>
          </p:nvSpPr>
          <p:spPr bwMode="auto">
            <a:xfrm flipH="1">
              <a:off x="3473451" y="4506913"/>
              <a:ext cx="265113" cy="0"/>
            </a:xfrm>
            <a:prstGeom prst="line">
              <a:avLst/>
            </a:prstGeom>
            <a:noFill/>
            <a:ln w="19050">
              <a:solidFill>
                <a:schemeClr val="accent1"/>
              </a:solidFill>
              <a:round/>
              <a:headEnd type="triangle" w="med" len="med"/>
              <a:tailEnd/>
            </a:ln>
          </p:spPr>
          <p:txBody>
            <a:bodyPr wrap="none" anchor="ctr"/>
            <a:lstStyle/>
            <a:p>
              <a:pPr>
                <a:defRPr/>
              </a:pPr>
              <a:endParaRPr lang="en-US" sz="1138" dirty="0">
                <a:latin typeface="Aptos" panose="020B0004020202020204" pitchFamily="34" charset="0"/>
              </a:endParaRPr>
            </a:p>
          </p:txBody>
        </p:sp>
        <p:sp>
          <p:nvSpPr>
            <p:cNvPr id="18" name="Line 7"/>
            <p:cNvSpPr>
              <a:spLocks noChangeShapeType="1"/>
            </p:cNvSpPr>
            <p:nvPr/>
          </p:nvSpPr>
          <p:spPr bwMode="auto">
            <a:xfrm>
              <a:off x="4154489" y="4521200"/>
              <a:ext cx="496887" cy="0"/>
            </a:xfrm>
            <a:prstGeom prst="line">
              <a:avLst/>
            </a:prstGeom>
            <a:noFill/>
            <a:ln w="19050">
              <a:solidFill>
                <a:schemeClr val="bg2"/>
              </a:solidFill>
              <a:round/>
              <a:headEnd type="triangle" w="med" len="med"/>
              <a:tailEnd/>
            </a:ln>
          </p:spPr>
          <p:txBody>
            <a:bodyPr wrap="none" anchor="ctr"/>
            <a:lstStyle/>
            <a:p>
              <a:pPr>
                <a:defRPr/>
              </a:pPr>
              <a:endParaRPr lang="en-US" sz="1138" dirty="0">
                <a:latin typeface="Aptos" panose="020B0004020202020204" pitchFamily="34" charset="0"/>
              </a:endParaRPr>
            </a:p>
          </p:txBody>
        </p:sp>
        <p:sp>
          <p:nvSpPr>
            <p:cNvPr id="19" name="Line 8"/>
            <p:cNvSpPr>
              <a:spLocks noChangeShapeType="1"/>
            </p:cNvSpPr>
            <p:nvPr/>
          </p:nvSpPr>
          <p:spPr bwMode="auto">
            <a:xfrm>
              <a:off x="4154489" y="3900488"/>
              <a:ext cx="496887" cy="0"/>
            </a:xfrm>
            <a:prstGeom prst="line">
              <a:avLst/>
            </a:prstGeom>
            <a:noFill/>
            <a:ln w="19050">
              <a:solidFill>
                <a:schemeClr val="bg2"/>
              </a:solidFill>
              <a:round/>
              <a:headEnd type="triangle" w="med" len="med"/>
              <a:tailEnd/>
            </a:ln>
          </p:spPr>
          <p:txBody>
            <a:bodyPr wrap="none" anchor="ctr"/>
            <a:lstStyle/>
            <a:p>
              <a:pPr>
                <a:defRPr/>
              </a:pPr>
              <a:endParaRPr lang="en-US" sz="1138" dirty="0">
                <a:latin typeface="Aptos" panose="020B0004020202020204" pitchFamily="34" charset="0"/>
              </a:endParaRPr>
            </a:p>
          </p:txBody>
        </p:sp>
        <p:sp>
          <p:nvSpPr>
            <p:cNvPr id="20" name="Rectangle 9"/>
            <p:cNvSpPr>
              <a:spLocks noChangeArrowheads="1"/>
            </p:cNvSpPr>
            <p:nvPr/>
          </p:nvSpPr>
          <p:spPr bwMode="auto">
            <a:xfrm>
              <a:off x="3760789" y="2114551"/>
              <a:ext cx="325437" cy="3852863"/>
            </a:xfrm>
            <a:prstGeom prst="rect">
              <a:avLst/>
            </a:prstGeom>
            <a:solidFill>
              <a:schemeClr val="bg1"/>
            </a:solidFill>
            <a:ln w="9525">
              <a:solidFill>
                <a:schemeClr val="accent1"/>
              </a:solidFill>
              <a:miter lim="800000"/>
              <a:headEnd/>
              <a:tailEnd/>
            </a:ln>
          </p:spPr>
          <p:txBody>
            <a:bodyPr wrap="none" anchor="ctr"/>
            <a:lstStyle/>
            <a:p>
              <a:pPr algn="ctr">
                <a:defRPr/>
              </a:pPr>
              <a:endParaRPr lang="en-US" sz="1138" dirty="0">
                <a:latin typeface="Aptos" panose="020B0004020202020204" pitchFamily="34" charset="0"/>
              </a:endParaRPr>
            </a:p>
          </p:txBody>
        </p:sp>
        <p:sp>
          <p:nvSpPr>
            <p:cNvPr id="21" name="Rectangle 10"/>
            <p:cNvSpPr>
              <a:spLocks noChangeArrowheads="1"/>
            </p:cNvSpPr>
            <p:nvPr/>
          </p:nvSpPr>
          <p:spPr bwMode="auto">
            <a:xfrm>
              <a:off x="3760789" y="3900488"/>
              <a:ext cx="325437" cy="2171700"/>
            </a:xfrm>
            <a:prstGeom prst="rect">
              <a:avLst/>
            </a:prstGeom>
            <a:solidFill>
              <a:schemeClr val="accent1"/>
            </a:solidFill>
            <a:ln w="9525">
              <a:solidFill>
                <a:schemeClr val="accent1"/>
              </a:solidFill>
              <a:miter lim="800000"/>
              <a:headEnd/>
              <a:tailEnd/>
            </a:ln>
          </p:spPr>
          <p:txBody>
            <a:bodyPr wrap="none" anchor="ctr"/>
            <a:lstStyle/>
            <a:p>
              <a:pPr algn="ctr">
                <a:defRPr/>
              </a:pPr>
              <a:endParaRPr lang="en-US" sz="1138" dirty="0">
                <a:latin typeface="Aptos" panose="020B0004020202020204" pitchFamily="34" charset="0"/>
              </a:endParaRPr>
            </a:p>
          </p:txBody>
        </p:sp>
        <p:grpSp>
          <p:nvGrpSpPr>
            <p:cNvPr id="843787" name="Group 11"/>
            <p:cNvGrpSpPr>
              <a:grpSpLocks/>
            </p:cNvGrpSpPr>
            <p:nvPr/>
          </p:nvGrpSpPr>
          <p:grpSpPr bwMode="auto">
            <a:xfrm>
              <a:off x="3760789" y="2568576"/>
              <a:ext cx="325437" cy="2836863"/>
              <a:chOff x="1467" y="3045073"/>
              <a:chExt cx="159" cy="2836863"/>
            </a:xfrm>
          </p:grpSpPr>
          <p:sp>
            <p:nvSpPr>
              <p:cNvPr id="843829" name="Line 12"/>
              <p:cNvSpPr>
                <a:spLocks noChangeShapeType="1"/>
              </p:cNvSpPr>
              <p:nvPr/>
            </p:nvSpPr>
            <p:spPr bwMode="auto">
              <a:xfrm>
                <a:off x="1467" y="4621521"/>
                <a:ext cx="159" cy="0"/>
              </a:xfrm>
              <a:prstGeom prst="line">
                <a:avLst/>
              </a:prstGeom>
              <a:noFill/>
              <a:ln w="9525">
                <a:solidFill>
                  <a:schemeClr val="accent1">
                    <a:lumMod val="40000"/>
                    <a:lumOff val="60000"/>
                  </a:schemeClr>
                </a:solidFill>
                <a:prstDash val="sysDot"/>
                <a:round/>
                <a:headEnd/>
                <a:tailEnd/>
              </a:ln>
            </p:spPr>
            <p:txBody>
              <a:bodyPr wrap="none" anchor="ctr"/>
              <a:lstStyle/>
              <a:p>
                <a:endParaRPr lang="en-US" sz="1463" dirty="0">
                  <a:latin typeface="Aptos" panose="020B0004020202020204" pitchFamily="34" charset="0"/>
                </a:endParaRPr>
              </a:p>
            </p:txBody>
          </p:sp>
          <p:sp>
            <p:nvSpPr>
              <p:cNvPr id="24" name="Line 13"/>
              <p:cNvSpPr>
                <a:spLocks noChangeShapeType="1"/>
              </p:cNvSpPr>
              <p:nvPr/>
            </p:nvSpPr>
            <p:spPr bwMode="auto">
              <a:xfrm>
                <a:off x="1467" y="4305488"/>
                <a:ext cx="159" cy="0"/>
              </a:xfrm>
              <a:prstGeom prst="line">
                <a:avLst/>
              </a:prstGeom>
              <a:noFill/>
              <a:ln w="9525">
                <a:solidFill>
                  <a:schemeClr val="accent1"/>
                </a:solidFill>
                <a:prstDash val="sysDot"/>
                <a:round/>
                <a:headEnd/>
                <a:tailEnd/>
              </a:ln>
            </p:spPr>
            <p:txBody>
              <a:bodyPr wrap="none" anchor="ctr"/>
              <a:lstStyle/>
              <a:p>
                <a:pPr>
                  <a:defRPr/>
                </a:pPr>
                <a:endParaRPr lang="en-US" sz="1138" dirty="0">
                  <a:latin typeface="Aptos" panose="020B0004020202020204" pitchFamily="34" charset="0"/>
                </a:endParaRPr>
              </a:p>
            </p:txBody>
          </p:sp>
          <p:sp>
            <p:nvSpPr>
              <p:cNvPr id="25" name="Line 14"/>
              <p:cNvSpPr>
                <a:spLocks noChangeShapeType="1"/>
              </p:cNvSpPr>
              <p:nvPr/>
            </p:nvSpPr>
            <p:spPr bwMode="auto">
              <a:xfrm>
                <a:off x="1467" y="3991314"/>
                <a:ext cx="159" cy="0"/>
              </a:xfrm>
              <a:prstGeom prst="line">
                <a:avLst/>
              </a:prstGeom>
              <a:noFill/>
              <a:ln w="9525">
                <a:solidFill>
                  <a:schemeClr val="accent1"/>
                </a:solidFill>
                <a:prstDash val="sysDot"/>
                <a:round/>
                <a:headEnd/>
                <a:tailEnd/>
              </a:ln>
            </p:spPr>
            <p:txBody>
              <a:bodyPr wrap="none" anchor="ctr"/>
              <a:lstStyle/>
              <a:p>
                <a:pPr>
                  <a:defRPr/>
                </a:pPr>
                <a:endParaRPr lang="en-US" sz="1138" dirty="0">
                  <a:latin typeface="Aptos" panose="020B0004020202020204" pitchFamily="34" charset="0"/>
                </a:endParaRPr>
              </a:p>
            </p:txBody>
          </p:sp>
          <p:sp>
            <p:nvSpPr>
              <p:cNvPr id="26" name="Line 15"/>
              <p:cNvSpPr>
                <a:spLocks noChangeShapeType="1"/>
              </p:cNvSpPr>
              <p:nvPr/>
            </p:nvSpPr>
            <p:spPr bwMode="auto">
              <a:xfrm>
                <a:off x="1467" y="3675280"/>
                <a:ext cx="159" cy="0"/>
              </a:xfrm>
              <a:prstGeom prst="line">
                <a:avLst/>
              </a:prstGeom>
              <a:noFill/>
              <a:ln w="9525">
                <a:solidFill>
                  <a:schemeClr val="accent1"/>
                </a:solidFill>
                <a:prstDash val="sysDot"/>
                <a:round/>
                <a:headEnd/>
                <a:tailEnd/>
              </a:ln>
            </p:spPr>
            <p:txBody>
              <a:bodyPr wrap="none" anchor="ctr"/>
              <a:lstStyle/>
              <a:p>
                <a:pPr>
                  <a:defRPr/>
                </a:pPr>
                <a:endParaRPr lang="en-US" sz="1138" dirty="0">
                  <a:latin typeface="Aptos" panose="020B0004020202020204" pitchFamily="34" charset="0"/>
                </a:endParaRPr>
              </a:p>
            </p:txBody>
          </p:sp>
          <p:sp>
            <p:nvSpPr>
              <p:cNvPr id="27" name="Line 16"/>
              <p:cNvSpPr>
                <a:spLocks noChangeShapeType="1"/>
              </p:cNvSpPr>
              <p:nvPr/>
            </p:nvSpPr>
            <p:spPr bwMode="auto">
              <a:xfrm>
                <a:off x="1467" y="3361106"/>
                <a:ext cx="159" cy="0"/>
              </a:xfrm>
              <a:prstGeom prst="line">
                <a:avLst/>
              </a:prstGeom>
              <a:noFill/>
              <a:ln w="9525">
                <a:solidFill>
                  <a:schemeClr val="accent1"/>
                </a:solidFill>
                <a:prstDash val="sysDot"/>
                <a:round/>
                <a:headEnd/>
                <a:tailEnd/>
              </a:ln>
            </p:spPr>
            <p:txBody>
              <a:bodyPr wrap="none" anchor="ctr"/>
              <a:lstStyle/>
              <a:p>
                <a:pPr>
                  <a:defRPr/>
                </a:pPr>
                <a:endParaRPr lang="en-US" sz="1138" dirty="0">
                  <a:latin typeface="Aptos" panose="020B0004020202020204" pitchFamily="34" charset="0"/>
                </a:endParaRPr>
              </a:p>
            </p:txBody>
          </p:sp>
          <p:sp>
            <p:nvSpPr>
              <p:cNvPr id="28" name="Line 17"/>
              <p:cNvSpPr>
                <a:spLocks noChangeShapeType="1"/>
              </p:cNvSpPr>
              <p:nvPr/>
            </p:nvSpPr>
            <p:spPr bwMode="auto">
              <a:xfrm>
                <a:off x="1467" y="3045073"/>
                <a:ext cx="159" cy="0"/>
              </a:xfrm>
              <a:prstGeom prst="line">
                <a:avLst/>
              </a:prstGeom>
              <a:noFill/>
              <a:ln w="9525">
                <a:solidFill>
                  <a:schemeClr val="accent1"/>
                </a:solidFill>
                <a:prstDash val="sysDot"/>
                <a:round/>
                <a:headEnd/>
                <a:tailEnd/>
              </a:ln>
            </p:spPr>
            <p:txBody>
              <a:bodyPr wrap="none" anchor="ctr"/>
              <a:lstStyle/>
              <a:p>
                <a:pPr>
                  <a:defRPr/>
                </a:pPr>
                <a:endParaRPr lang="en-US" sz="1138" dirty="0">
                  <a:latin typeface="Aptos" panose="020B0004020202020204" pitchFamily="34" charset="0"/>
                </a:endParaRPr>
              </a:p>
            </p:txBody>
          </p:sp>
          <p:sp>
            <p:nvSpPr>
              <p:cNvPr id="843835" name="Line 18"/>
              <p:cNvSpPr>
                <a:spLocks noChangeShapeType="1"/>
              </p:cNvSpPr>
              <p:nvPr/>
            </p:nvSpPr>
            <p:spPr bwMode="auto">
              <a:xfrm>
                <a:off x="1467" y="5881936"/>
                <a:ext cx="159" cy="0"/>
              </a:xfrm>
              <a:prstGeom prst="line">
                <a:avLst/>
              </a:prstGeom>
              <a:noFill/>
              <a:ln w="9525">
                <a:solidFill>
                  <a:schemeClr val="accent1">
                    <a:lumMod val="40000"/>
                    <a:lumOff val="60000"/>
                  </a:schemeClr>
                </a:solidFill>
                <a:prstDash val="sysDot"/>
                <a:round/>
                <a:headEnd/>
                <a:tailEnd/>
              </a:ln>
            </p:spPr>
            <p:txBody>
              <a:bodyPr wrap="none" anchor="ctr"/>
              <a:lstStyle/>
              <a:p>
                <a:endParaRPr lang="en-US" sz="1463" dirty="0">
                  <a:latin typeface="Aptos" panose="020B0004020202020204" pitchFamily="34" charset="0"/>
                </a:endParaRPr>
              </a:p>
            </p:txBody>
          </p:sp>
          <p:sp>
            <p:nvSpPr>
              <p:cNvPr id="843836" name="Line 19"/>
              <p:cNvSpPr>
                <a:spLocks noChangeShapeType="1"/>
              </p:cNvSpPr>
              <p:nvPr/>
            </p:nvSpPr>
            <p:spPr bwMode="auto">
              <a:xfrm>
                <a:off x="1467" y="5567762"/>
                <a:ext cx="159" cy="0"/>
              </a:xfrm>
              <a:prstGeom prst="line">
                <a:avLst/>
              </a:prstGeom>
              <a:noFill/>
              <a:ln w="9525">
                <a:solidFill>
                  <a:schemeClr val="accent1">
                    <a:lumMod val="40000"/>
                    <a:lumOff val="60000"/>
                  </a:schemeClr>
                </a:solidFill>
                <a:prstDash val="sysDot"/>
                <a:round/>
                <a:headEnd/>
                <a:tailEnd/>
              </a:ln>
            </p:spPr>
            <p:txBody>
              <a:bodyPr wrap="none" anchor="ctr"/>
              <a:lstStyle/>
              <a:p>
                <a:endParaRPr lang="en-US" sz="1463" dirty="0">
                  <a:latin typeface="Aptos" panose="020B0004020202020204" pitchFamily="34" charset="0"/>
                </a:endParaRPr>
              </a:p>
            </p:txBody>
          </p:sp>
          <p:sp>
            <p:nvSpPr>
              <p:cNvPr id="843837" name="Line 20"/>
              <p:cNvSpPr>
                <a:spLocks noChangeShapeType="1"/>
              </p:cNvSpPr>
              <p:nvPr/>
            </p:nvSpPr>
            <p:spPr bwMode="auto">
              <a:xfrm>
                <a:off x="1467" y="5251729"/>
                <a:ext cx="159" cy="0"/>
              </a:xfrm>
              <a:prstGeom prst="line">
                <a:avLst/>
              </a:prstGeom>
              <a:noFill/>
              <a:ln w="9525">
                <a:solidFill>
                  <a:schemeClr val="accent1">
                    <a:lumMod val="40000"/>
                    <a:lumOff val="60000"/>
                  </a:schemeClr>
                </a:solidFill>
                <a:prstDash val="sysDot"/>
                <a:round/>
                <a:headEnd/>
                <a:tailEnd/>
              </a:ln>
            </p:spPr>
            <p:txBody>
              <a:bodyPr wrap="none" anchor="ctr"/>
              <a:lstStyle/>
              <a:p>
                <a:endParaRPr lang="en-US" sz="1463" dirty="0">
                  <a:latin typeface="Aptos" panose="020B0004020202020204" pitchFamily="34" charset="0"/>
                </a:endParaRPr>
              </a:p>
            </p:txBody>
          </p:sp>
          <p:sp>
            <p:nvSpPr>
              <p:cNvPr id="843838" name="Line 21"/>
              <p:cNvSpPr>
                <a:spLocks noChangeShapeType="1"/>
              </p:cNvSpPr>
              <p:nvPr/>
            </p:nvSpPr>
            <p:spPr bwMode="auto">
              <a:xfrm>
                <a:off x="1467" y="4937554"/>
                <a:ext cx="159" cy="0"/>
              </a:xfrm>
              <a:prstGeom prst="line">
                <a:avLst/>
              </a:prstGeom>
              <a:noFill/>
              <a:ln w="9525">
                <a:solidFill>
                  <a:schemeClr val="accent1">
                    <a:lumMod val="40000"/>
                    <a:lumOff val="60000"/>
                  </a:schemeClr>
                </a:solidFill>
                <a:prstDash val="sysDot"/>
                <a:round/>
                <a:headEnd/>
                <a:tailEnd/>
              </a:ln>
            </p:spPr>
            <p:txBody>
              <a:bodyPr wrap="none" anchor="ctr"/>
              <a:lstStyle/>
              <a:p>
                <a:endParaRPr lang="en-US" sz="1463" dirty="0">
                  <a:latin typeface="Aptos" panose="020B0004020202020204" pitchFamily="34" charset="0"/>
                </a:endParaRPr>
              </a:p>
            </p:txBody>
          </p:sp>
        </p:grpSp>
        <p:sp>
          <p:nvSpPr>
            <p:cNvPr id="45" name="Oval 34"/>
            <p:cNvSpPr>
              <a:spLocks noChangeArrowheads="1"/>
            </p:cNvSpPr>
            <p:nvPr/>
          </p:nvSpPr>
          <p:spPr bwMode="auto">
            <a:xfrm>
              <a:off x="3657601" y="5789614"/>
              <a:ext cx="530225" cy="460375"/>
            </a:xfrm>
            <a:prstGeom prst="ellipse">
              <a:avLst/>
            </a:prstGeom>
            <a:solidFill>
              <a:schemeClr val="accent1"/>
            </a:solidFill>
            <a:ln w="9525" algn="ctr">
              <a:solidFill>
                <a:schemeClr val="accent1"/>
              </a:solidFill>
              <a:round/>
              <a:headEnd/>
              <a:tailEnd/>
            </a:ln>
          </p:spPr>
          <p:txBody>
            <a:bodyPr wrap="none" anchor="ctr"/>
            <a:lstStyle/>
            <a:p>
              <a:pPr algn="ctr">
                <a:defRPr/>
              </a:pPr>
              <a:endParaRPr lang="en-US" sz="894" dirty="0">
                <a:latin typeface="Aptos" panose="020B0004020202020204" pitchFamily="34" charset="0"/>
              </a:endParaRPr>
            </a:p>
          </p:txBody>
        </p:sp>
        <p:sp>
          <p:nvSpPr>
            <p:cNvPr id="843801" name="Rectangle 35"/>
            <p:cNvSpPr>
              <a:spLocks noChangeArrowheads="1"/>
            </p:cNvSpPr>
            <p:nvPr/>
          </p:nvSpPr>
          <p:spPr bwMode="auto">
            <a:xfrm>
              <a:off x="3776664" y="5780089"/>
              <a:ext cx="288925" cy="58737"/>
            </a:xfrm>
            <a:prstGeom prst="rect">
              <a:avLst/>
            </a:prstGeom>
            <a:solidFill>
              <a:schemeClr val="accent1"/>
            </a:solidFill>
            <a:ln w="12700" algn="ctr">
              <a:noFill/>
              <a:miter lim="800000"/>
              <a:headEnd/>
              <a:tailEnd/>
            </a:ln>
          </p:spPr>
          <p:txBody>
            <a:bodyPr wrap="none" anchor="ctr"/>
            <a:lstStyle/>
            <a:p>
              <a:pPr algn="ctr"/>
              <a:endParaRPr lang="en-US" sz="1138" dirty="0">
                <a:latin typeface="Aptos" panose="020B0004020202020204" pitchFamily="34" charset="0"/>
              </a:endParaRPr>
            </a:p>
          </p:txBody>
        </p:sp>
        <p:sp>
          <p:nvSpPr>
            <p:cNvPr id="843802" name="Rectangle 36"/>
            <p:cNvSpPr>
              <a:spLocks noChangeArrowheads="1"/>
            </p:cNvSpPr>
            <p:nvPr/>
          </p:nvSpPr>
          <p:spPr bwMode="auto">
            <a:xfrm>
              <a:off x="3880466" y="5957889"/>
              <a:ext cx="74972" cy="160912"/>
            </a:xfrm>
            <a:prstGeom prst="rect">
              <a:avLst/>
            </a:prstGeom>
            <a:noFill/>
            <a:ln w="12700">
              <a:noFill/>
              <a:miter lim="800000"/>
              <a:headEnd/>
              <a:tailEnd/>
            </a:ln>
          </p:spPr>
          <p:txBody>
            <a:bodyPr wrap="none" lIns="0" tIns="0" rIns="0" bIns="0">
              <a:spAutoFit/>
            </a:bodyPr>
            <a:lstStyle/>
            <a:p>
              <a:pPr algn="ctr">
                <a:lnSpc>
                  <a:spcPct val="95000"/>
                </a:lnSpc>
              </a:pPr>
              <a:r>
                <a:rPr lang="en-US" sz="894" dirty="0">
                  <a:latin typeface="Aptos" panose="020B0004020202020204" pitchFamily="34" charset="0"/>
                  <a:ea typeface="ＭＳ Ｐゴシック" charset="-128"/>
                </a:rPr>
                <a:t>0</a:t>
              </a:r>
            </a:p>
          </p:txBody>
        </p:sp>
        <p:cxnSp>
          <p:nvCxnSpPr>
            <p:cNvPr id="48" name="AutoShape 37"/>
            <p:cNvCxnSpPr>
              <a:cxnSpLocks noChangeShapeType="1"/>
            </p:cNvCxnSpPr>
            <p:nvPr/>
          </p:nvCxnSpPr>
          <p:spPr bwMode="auto">
            <a:xfrm rot="10800000">
              <a:off x="4192588" y="4075114"/>
              <a:ext cx="461962" cy="141287"/>
            </a:xfrm>
            <a:prstGeom prst="bentConnector3">
              <a:avLst>
                <a:gd name="adj1" fmla="val 49796"/>
              </a:avLst>
            </a:prstGeom>
            <a:noFill/>
            <a:ln w="19050">
              <a:solidFill>
                <a:schemeClr val="bg2"/>
              </a:solidFill>
              <a:miter lim="800000"/>
              <a:headEnd/>
              <a:tailEnd type="triangle" w="med" len="med"/>
            </a:ln>
          </p:spPr>
        </p:cxnSp>
        <p:sp>
          <p:nvSpPr>
            <p:cNvPr id="49" name="Oval 38"/>
            <p:cNvSpPr>
              <a:spLocks noChangeArrowheads="1"/>
            </p:cNvSpPr>
            <p:nvPr/>
          </p:nvSpPr>
          <p:spPr bwMode="auto">
            <a:xfrm>
              <a:off x="3657601" y="2055814"/>
              <a:ext cx="530225" cy="460375"/>
            </a:xfrm>
            <a:prstGeom prst="ellipse">
              <a:avLst/>
            </a:prstGeom>
            <a:solidFill>
              <a:schemeClr val="bg1"/>
            </a:solidFill>
            <a:ln w="9525">
              <a:solidFill>
                <a:schemeClr val="accent1"/>
              </a:solidFill>
              <a:round/>
              <a:headEnd/>
              <a:tailEnd/>
            </a:ln>
          </p:spPr>
          <p:txBody>
            <a:bodyPr wrap="none" anchor="ctr"/>
            <a:lstStyle/>
            <a:p>
              <a:pPr algn="ctr">
                <a:defRPr/>
              </a:pPr>
              <a:endParaRPr lang="en-US" sz="1138" dirty="0">
                <a:latin typeface="Aptos" panose="020B0004020202020204" pitchFamily="34" charset="0"/>
              </a:endParaRPr>
            </a:p>
          </p:txBody>
        </p:sp>
        <p:sp>
          <p:nvSpPr>
            <p:cNvPr id="843805" name="Rectangle 39"/>
            <p:cNvSpPr>
              <a:spLocks noChangeArrowheads="1"/>
            </p:cNvSpPr>
            <p:nvPr/>
          </p:nvSpPr>
          <p:spPr bwMode="white">
            <a:xfrm>
              <a:off x="3770314" y="2424114"/>
              <a:ext cx="306387" cy="103187"/>
            </a:xfrm>
            <a:prstGeom prst="rect">
              <a:avLst/>
            </a:prstGeom>
            <a:solidFill>
              <a:schemeClr val="bg1"/>
            </a:solidFill>
            <a:ln w="12700">
              <a:noFill/>
              <a:miter lim="800000"/>
              <a:headEnd/>
              <a:tailEnd/>
            </a:ln>
          </p:spPr>
          <p:txBody>
            <a:bodyPr wrap="none" anchor="ctr"/>
            <a:lstStyle/>
            <a:p>
              <a:pPr algn="ctr"/>
              <a:endParaRPr lang="en-US" sz="1138" dirty="0">
                <a:latin typeface="Aptos" panose="020B0004020202020204" pitchFamily="34" charset="0"/>
              </a:endParaRPr>
            </a:p>
          </p:txBody>
        </p:sp>
        <p:sp>
          <p:nvSpPr>
            <p:cNvPr id="843806" name="Rectangle 40"/>
            <p:cNvSpPr>
              <a:spLocks noChangeArrowheads="1"/>
            </p:cNvSpPr>
            <p:nvPr/>
          </p:nvSpPr>
          <p:spPr bwMode="auto">
            <a:xfrm>
              <a:off x="3843775" y="2195514"/>
              <a:ext cx="149942" cy="160912"/>
            </a:xfrm>
            <a:prstGeom prst="rect">
              <a:avLst/>
            </a:prstGeom>
            <a:noFill/>
            <a:ln w="12700">
              <a:noFill/>
              <a:miter lim="800000"/>
              <a:headEnd/>
              <a:tailEnd/>
            </a:ln>
          </p:spPr>
          <p:txBody>
            <a:bodyPr wrap="none" lIns="0" tIns="0" rIns="0" bIns="0">
              <a:spAutoFit/>
            </a:bodyPr>
            <a:lstStyle/>
            <a:p>
              <a:pPr algn="ctr">
                <a:lnSpc>
                  <a:spcPct val="95000"/>
                </a:lnSpc>
              </a:pPr>
              <a:r>
                <a:rPr lang="en-US" sz="894" dirty="0">
                  <a:solidFill>
                    <a:srgbClr val="53565A"/>
                  </a:solidFill>
                  <a:latin typeface="Aptos" panose="020B0004020202020204" pitchFamily="34" charset="0"/>
                  <a:ea typeface="ＭＳ Ｐゴシック" charset="-128"/>
                </a:rPr>
                <a:t>10</a:t>
              </a:r>
            </a:p>
          </p:txBody>
        </p:sp>
      </p:grpSp>
      <p:grpSp>
        <p:nvGrpSpPr>
          <p:cNvPr id="4" name="Group 3">
            <a:extLst>
              <a:ext uri="{FF2B5EF4-FFF2-40B4-BE49-F238E27FC236}">
                <a16:creationId xmlns:a16="http://schemas.microsoft.com/office/drawing/2014/main" id="{FF0227F2-208A-497E-A924-5055C452706F}"/>
              </a:ext>
            </a:extLst>
          </p:cNvPr>
          <p:cNvGrpSpPr/>
          <p:nvPr/>
        </p:nvGrpSpPr>
        <p:grpSpPr>
          <a:xfrm>
            <a:off x="6618955" y="2061976"/>
            <a:ext cx="526310" cy="3407767"/>
            <a:chOff x="8146415" y="2067244"/>
            <a:chExt cx="647767" cy="4194175"/>
          </a:xfrm>
        </p:grpSpPr>
        <p:sp>
          <p:nvSpPr>
            <p:cNvPr id="843788" name="Rectangle 22"/>
            <p:cNvSpPr>
              <a:spLocks noChangeArrowheads="1"/>
            </p:cNvSpPr>
            <p:nvPr/>
          </p:nvSpPr>
          <p:spPr bwMode="auto">
            <a:xfrm>
              <a:off x="8644240" y="2643506"/>
              <a:ext cx="149942" cy="160912"/>
            </a:xfrm>
            <a:prstGeom prst="rect">
              <a:avLst/>
            </a:prstGeom>
            <a:noFill/>
            <a:ln w="12700">
              <a:noFill/>
              <a:miter lim="800000"/>
              <a:headEnd/>
              <a:tailEnd/>
            </a:ln>
          </p:spPr>
          <p:txBody>
            <a:bodyPr wrap="none" lIns="0" tIns="0" rIns="0" bIns="0">
              <a:spAutoFit/>
            </a:bodyPr>
            <a:lstStyle/>
            <a:p>
              <a:pPr>
                <a:lnSpc>
                  <a:spcPct val="95000"/>
                </a:lnSpc>
              </a:pPr>
              <a:r>
                <a:rPr lang="en-US" sz="894" dirty="0">
                  <a:solidFill>
                    <a:srgbClr val="53565A"/>
                  </a:solidFill>
                  <a:latin typeface="Aptos" panose="020B0004020202020204" pitchFamily="34" charset="0"/>
                  <a:ea typeface="ＭＳ Ｐゴシック" charset="-128"/>
                </a:rPr>
                <a:t>10</a:t>
              </a:r>
            </a:p>
          </p:txBody>
        </p:sp>
        <p:sp>
          <p:nvSpPr>
            <p:cNvPr id="843789" name="Rectangle 23"/>
            <p:cNvSpPr>
              <a:spLocks noChangeArrowheads="1"/>
            </p:cNvSpPr>
            <p:nvPr/>
          </p:nvSpPr>
          <p:spPr bwMode="auto">
            <a:xfrm>
              <a:off x="8644240" y="2945131"/>
              <a:ext cx="74971" cy="160912"/>
            </a:xfrm>
            <a:prstGeom prst="rect">
              <a:avLst/>
            </a:prstGeom>
            <a:noFill/>
            <a:ln w="12700">
              <a:noFill/>
              <a:miter lim="800000"/>
              <a:headEnd/>
              <a:tailEnd/>
            </a:ln>
          </p:spPr>
          <p:txBody>
            <a:bodyPr wrap="none" lIns="0" tIns="0" rIns="0" bIns="0">
              <a:spAutoFit/>
            </a:bodyPr>
            <a:lstStyle/>
            <a:p>
              <a:pPr>
                <a:lnSpc>
                  <a:spcPct val="95000"/>
                </a:lnSpc>
              </a:pPr>
              <a:r>
                <a:rPr lang="en-US" sz="894" dirty="0">
                  <a:solidFill>
                    <a:srgbClr val="53565A"/>
                  </a:solidFill>
                  <a:latin typeface="Aptos" panose="020B0004020202020204" pitchFamily="34" charset="0"/>
                  <a:ea typeface="ＭＳ Ｐゴシック" charset="-128"/>
                </a:rPr>
                <a:t>9</a:t>
              </a:r>
            </a:p>
          </p:txBody>
        </p:sp>
        <p:sp>
          <p:nvSpPr>
            <p:cNvPr id="843790" name="Rectangle 24"/>
            <p:cNvSpPr>
              <a:spLocks noChangeArrowheads="1"/>
            </p:cNvSpPr>
            <p:nvPr/>
          </p:nvSpPr>
          <p:spPr bwMode="auto">
            <a:xfrm>
              <a:off x="8644240" y="3264219"/>
              <a:ext cx="74971" cy="160912"/>
            </a:xfrm>
            <a:prstGeom prst="rect">
              <a:avLst/>
            </a:prstGeom>
            <a:noFill/>
            <a:ln w="12700">
              <a:noFill/>
              <a:miter lim="800000"/>
              <a:headEnd/>
              <a:tailEnd/>
            </a:ln>
          </p:spPr>
          <p:txBody>
            <a:bodyPr wrap="none" lIns="0" tIns="0" rIns="0" bIns="0">
              <a:spAutoFit/>
            </a:bodyPr>
            <a:lstStyle/>
            <a:p>
              <a:pPr>
                <a:lnSpc>
                  <a:spcPct val="95000"/>
                </a:lnSpc>
              </a:pPr>
              <a:r>
                <a:rPr lang="en-US" sz="894" dirty="0">
                  <a:solidFill>
                    <a:srgbClr val="53565A"/>
                  </a:solidFill>
                  <a:latin typeface="Aptos" panose="020B0004020202020204" pitchFamily="34" charset="0"/>
                  <a:ea typeface="ＭＳ Ｐゴシック" charset="-128"/>
                </a:rPr>
                <a:t>8</a:t>
              </a:r>
            </a:p>
          </p:txBody>
        </p:sp>
        <p:sp>
          <p:nvSpPr>
            <p:cNvPr id="843791" name="Rectangle 25"/>
            <p:cNvSpPr>
              <a:spLocks noChangeArrowheads="1"/>
            </p:cNvSpPr>
            <p:nvPr/>
          </p:nvSpPr>
          <p:spPr bwMode="auto">
            <a:xfrm>
              <a:off x="8644240" y="3583306"/>
              <a:ext cx="74971" cy="160912"/>
            </a:xfrm>
            <a:prstGeom prst="rect">
              <a:avLst/>
            </a:prstGeom>
            <a:noFill/>
            <a:ln w="12700">
              <a:noFill/>
              <a:miter lim="800000"/>
              <a:headEnd/>
              <a:tailEnd/>
            </a:ln>
          </p:spPr>
          <p:txBody>
            <a:bodyPr wrap="none" lIns="0" tIns="0" rIns="0" bIns="0">
              <a:spAutoFit/>
            </a:bodyPr>
            <a:lstStyle/>
            <a:p>
              <a:pPr>
                <a:lnSpc>
                  <a:spcPct val="95000"/>
                </a:lnSpc>
              </a:pPr>
              <a:r>
                <a:rPr lang="en-US" sz="894" dirty="0">
                  <a:solidFill>
                    <a:srgbClr val="53565A"/>
                  </a:solidFill>
                  <a:latin typeface="Aptos" panose="020B0004020202020204" pitchFamily="34" charset="0"/>
                  <a:ea typeface="ＭＳ Ｐゴシック" charset="-128"/>
                </a:rPr>
                <a:t>7</a:t>
              </a:r>
            </a:p>
          </p:txBody>
        </p:sp>
        <p:sp>
          <p:nvSpPr>
            <p:cNvPr id="843792" name="Rectangle 26"/>
            <p:cNvSpPr>
              <a:spLocks noChangeArrowheads="1"/>
            </p:cNvSpPr>
            <p:nvPr/>
          </p:nvSpPr>
          <p:spPr bwMode="auto">
            <a:xfrm>
              <a:off x="8644240" y="3900806"/>
              <a:ext cx="74971" cy="160912"/>
            </a:xfrm>
            <a:prstGeom prst="rect">
              <a:avLst/>
            </a:prstGeom>
            <a:noFill/>
            <a:ln w="12700">
              <a:noFill/>
              <a:miter lim="800000"/>
              <a:headEnd/>
              <a:tailEnd/>
            </a:ln>
          </p:spPr>
          <p:txBody>
            <a:bodyPr wrap="none" lIns="0" tIns="0" rIns="0" bIns="0">
              <a:spAutoFit/>
            </a:bodyPr>
            <a:lstStyle/>
            <a:p>
              <a:pPr>
                <a:lnSpc>
                  <a:spcPct val="95000"/>
                </a:lnSpc>
              </a:pPr>
              <a:r>
                <a:rPr lang="en-US" sz="894" dirty="0">
                  <a:solidFill>
                    <a:srgbClr val="53565A"/>
                  </a:solidFill>
                  <a:latin typeface="Aptos" panose="020B0004020202020204" pitchFamily="34" charset="0"/>
                  <a:ea typeface="ＭＳ Ｐゴシック" charset="-128"/>
                </a:rPr>
                <a:t>6</a:t>
              </a:r>
            </a:p>
          </p:txBody>
        </p:sp>
        <p:sp>
          <p:nvSpPr>
            <p:cNvPr id="843793" name="Rectangle 27"/>
            <p:cNvSpPr>
              <a:spLocks noChangeArrowheads="1"/>
            </p:cNvSpPr>
            <p:nvPr/>
          </p:nvSpPr>
          <p:spPr bwMode="auto">
            <a:xfrm>
              <a:off x="8644240" y="4219894"/>
              <a:ext cx="74971" cy="160912"/>
            </a:xfrm>
            <a:prstGeom prst="rect">
              <a:avLst/>
            </a:prstGeom>
            <a:noFill/>
            <a:ln w="12700">
              <a:noFill/>
              <a:miter lim="800000"/>
              <a:headEnd/>
              <a:tailEnd/>
            </a:ln>
          </p:spPr>
          <p:txBody>
            <a:bodyPr wrap="none" lIns="0" tIns="0" rIns="0" bIns="0">
              <a:spAutoFit/>
            </a:bodyPr>
            <a:lstStyle/>
            <a:p>
              <a:pPr>
                <a:lnSpc>
                  <a:spcPct val="95000"/>
                </a:lnSpc>
              </a:pPr>
              <a:r>
                <a:rPr lang="en-US" sz="894" dirty="0">
                  <a:solidFill>
                    <a:srgbClr val="53565A"/>
                  </a:solidFill>
                  <a:latin typeface="Aptos" panose="020B0004020202020204" pitchFamily="34" charset="0"/>
                  <a:ea typeface="ＭＳ Ｐゴシック" charset="-128"/>
                </a:rPr>
                <a:t>5</a:t>
              </a:r>
            </a:p>
          </p:txBody>
        </p:sp>
        <p:sp>
          <p:nvSpPr>
            <p:cNvPr id="843794" name="Rectangle 28"/>
            <p:cNvSpPr>
              <a:spLocks noChangeArrowheads="1"/>
            </p:cNvSpPr>
            <p:nvPr/>
          </p:nvSpPr>
          <p:spPr bwMode="auto">
            <a:xfrm>
              <a:off x="8644240" y="4538981"/>
              <a:ext cx="74971" cy="160912"/>
            </a:xfrm>
            <a:prstGeom prst="rect">
              <a:avLst/>
            </a:prstGeom>
            <a:noFill/>
            <a:ln w="12700">
              <a:noFill/>
              <a:miter lim="800000"/>
              <a:headEnd/>
              <a:tailEnd/>
            </a:ln>
          </p:spPr>
          <p:txBody>
            <a:bodyPr wrap="none" lIns="0" tIns="0" rIns="0" bIns="0">
              <a:spAutoFit/>
            </a:bodyPr>
            <a:lstStyle/>
            <a:p>
              <a:pPr>
                <a:lnSpc>
                  <a:spcPct val="95000"/>
                </a:lnSpc>
              </a:pPr>
              <a:r>
                <a:rPr lang="en-US" sz="894" dirty="0">
                  <a:solidFill>
                    <a:srgbClr val="53565A"/>
                  </a:solidFill>
                  <a:latin typeface="Aptos" panose="020B0004020202020204" pitchFamily="34" charset="0"/>
                  <a:ea typeface="ＭＳ Ｐゴシック" charset="-128"/>
                </a:rPr>
                <a:t>4</a:t>
              </a:r>
            </a:p>
          </p:txBody>
        </p:sp>
        <p:sp>
          <p:nvSpPr>
            <p:cNvPr id="843795" name="Rectangle 29"/>
            <p:cNvSpPr>
              <a:spLocks noChangeArrowheads="1"/>
            </p:cNvSpPr>
            <p:nvPr/>
          </p:nvSpPr>
          <p:spPr bwMode="auto">
            <a:xfrm>
              <a:off x="8644240" y="4856481"/>
              <a:ext cx="74971" cy="160912"/>
            </a:xfrm>
            <a:prstGeom prst="rect">
              <a:avLst/>
            </a:prstGeom>
            <a:noFill/>
            <a:ln w="12700">
              <a:noFill/>
              <a:miter lim="800000"/>
              <a:headEnd/>
              <a:tailEnd/>
            </a:ln>
          </p:spPr>
          <p:txBody>
            <a:bodyPr wrap="none" lIns="0" tIns="0" rIns="0" bIns="0">
              <a:spAutoFit/>
            </a:bodyPr>
            <a:lstStyle/>
            <a:p>
              <a:pPr>
                <a:lnSpc>
                  <a:spcPct val="95000"/>
                </a:lnSpc>
              </a:pPr>
              <a:r>
                <a:rPr lang="en-US" sz="894" dirty="0">
                  <a:solidFill>
                    <a:srgbClr val="53565A"/>
                  </a:solidFill>
                  <a:latin typeface="Aptos" panose="020B0004020202020204" pitchFamily="34" charset="0"/>
                  <a:ea typeface="ＭＳ Ｐゴシック" charset="-128"/>
                </a:rPr>
                <a:t>3</a:t>
              </a:r>
            </a:p>
          </p:txBody>
        </p:sp>
        <p:sp>
          <p:nvSpPr>
            <p:cNvPr id="843796" name="Rectangle 30"/>
            <p:cNvSpPr>
              <a:spLocks noChangeArrowheads="1"/>
            </p:cNvSpPr>
            <p:nvPr/>
          </p:nvSpPr>
          <p:spPr bwMode="auto">
            <a:xfrm>
              <a:off x="8644240" y="5175569"/>
              <a:ext cx="74971" cy="160912"/>
            </a:xfrm>
            <a:prstGeom prst="rect">
              <a:avLst/>
            </a:prstGeom>
            <a:noFill/>
            <a:ln w="12700">
              <a:noFill/>
              <a:miter lim="800000"/>
              <a:headEnd/>
              <a:tailEnd/>
            </a:ln>
          </p:spPr>
          <p:txBody>
            <a:bodyPr wrap="none" lIns="0" tIns="0" rIns="0" bIns="0">
              <a:spAutoFit/>
            </a:bodyPr>
            <a:lstStyle/>
            <a:p>
              <a:pPr>
                <a:lnSpc>
                  <a:spcPct val="95000"/>
                </a:lnSpc>
              </a:pPr>
              <a:r>
                <a:rPr lang="en-US" sz="894" dirty="0">
                  <a:solidFill>
                    <a:srgbClr val="53565A"/>
                  </a:solidFill>
                  <a:latin typeface="Aptos" panose="020B0004020202020204" pitchFamily="34" charset="0"/>
                  <a:ea typeface="ＭＳ Ｐゴシック" charset="-128"/>
                </a:rPr>
                <a:t>2</a:t>
              </a:r>
            </a:p>
          </p:txBody>
        </p:sp>
        <p:sp>
          <p:nvSpPr>
            <p:cNvPr id="843797" name="Rectangle 31"/>
            <p:cNvSpPr>
              <a:spLocks noChangeArrowheads="1"/>
            </p:cNvSpPr>
            <p:nvPr/>
          </p:nvSpPr>
          <p:spPr bwMode="auto">
            <a:xfrm>
              <a:off x="8644240" y="5481956"/>
              <a:ext cx="74971" cy="160912"/>
            </a:xfrm>
            <a:prstGeom prst="rect">
              <a:avLst/>
            </a:prstGeom>
            <a:noFill/>
            <a:ln w="12700">
              <a:noFill/>
              <a:miter lim="800000"/>
              <a:headEnd/>
              <a:tailEnd/>
            </a:ln>
          </p:spPr>
          <p:txBody>
            <a:bodyPr wrap="none" lIns="0" tIns="0" rIns="0" bIns="0">
              <a:spAutoFit/>
            </a:bodyPr>
            <a:lstStyle/>
            <a:p>
              <a:pPr>
                <a:lnSpc>
                  <a:spcPct val="95000"/>
                </a:lnSpc>
              </a:pPr>
              <a:r>
                <a:rPr lang="en-US" sz="894" dirty="0">
                  <a:solidFill>
                    <a:srgbClr val="53565A"/>
                  </a:solidFill>
                  <a:latin typeface="Aptos" panose="020B0004020202020204" pitchFamily="34" charset="0"/>
                  <a:ea typeface="ＭＳ Ｐゴシック" charset="-128"/>
                </a:rPr>
                <a:t>1</a:t>
              </a:r>
            </a:p>
          </p:txBody>
        </p:sp>
        <p:sp>
          <p:nvSpPr>
            <p:cNvPr id="52" name="Rectangle 41"/>
            <p:cNvSpPr>
              <a:spLocks noChangeArrowheads="1"/>
            </p:cNvSpPr>
            <p:nvPr/>
          </p:nvSpPr>
          <p:spPr bwMode="auto">
            <a:xfrm>
              <a:off x="8252779" y="2125981"/>
              <a:ext cx="325437" cy="3852863"/>
            </a:xfrm>
            <a:prstGeom prst="rect">
              <a:avLst/>
            </a:prstGeom>
            <a:solidFill>
              <a:schemeClr val="bg1"/>
            </a:solidFill>
            <a:ln w="9525">
              <a:solidFill>
                <a:schemeClr val="accent4"/>
              </a:solidFill>
              <a:miter lim="800000"/>
              <a:headEnd/>
              <a:tailEnd/>
            </a:ln>
          </p:spPr>
          <p:txBody>
            <a:bodyPr wrap="none" anchor="ctr"/>
            <a:lstStyle/>
            <a:p>
              <a:pPr algn="ctr">
                <a:defRPr/>
              </a:pPr>
              <a:endParaRPr lang="en-US" sz="1138" dirty="0">
                <a:solidFill>
                  <a:srgbClr val="53565A"/>
                </a:solidFill>
                <a:latin typeface="Aptos" panose="020B0004020202020204" pitchFamily="34" charset="0"/>
              </a:endParaRPr>
            </a:p>
          </p:txBody>
        </p:sp>
        <p:sp>
          <p:nvSpPr>
            <p:cNvPr id="53" name="Rectangle 42"/>
            <p:cNvSpPr>
              <a:spLocks noChangeArrowheads="1"/>
            </p:cNvSpPr>
            <p:nvPr/>
          </p:nvSpPr>
          <p:spPr bwMode="auto">
            <a:xfrm>
              <a:off x="8252779" y="3361056"/>
              <a:ext cx="325437" cy="2722563"/>
            </a:xfrm>
            <a:prstGeom prst="rect">
              <a:avLst/>
            </a:prstGeom>
            <a:solidFill>
              <a:schemeClr val="accent4"/>
            </a:solidFill>
            <a:ln w="9525">
              <a:solidFill>
                <a:schemeClr val="accent4"/>
              </a:solidFill>
              <a:miter lim="800000"/>
              <a:headEnd/>
              <a:tailEnd/>
            </a:ln>
          </p:spPr>
          <p:txBody>
            <a:bodyPr wrap="none" anchor="ctr"/>
            <a:lstStyle/>
            <a:p>
              <a:pPr algn="ctr">
                <a:defRPr/>
              </a:pPr>
              <a:endParaRPr lang="en-US" sz="1138" dirty="0">
                <a:latin typeface="Aptos" panose="020B0004020202020204" pitchFamily="34" charset="0"/>
              </a:endParaRPr>
            </a:p>
          </p:txBody>
        </p:sp>
        <p:grpSp>
          <p:nvGrpSpPr>
            <p:cNvPr id="843809" name="Group 43"/>
            <p:cNvGrpSpPr>
              <a:grpSpLocks/>
            </p:cNvGrpSpPr>
            <p:nvPr/>
          </p:nvGrpSpPr>
          <p:grpSpPr bwMode="auto">
            <a:xfrm>
              <a:off x="8252779" y="2580006"/>
              <a:ext cx="325437" cy="2836863"/>
              <a:chOff x="1467" y="1638"/>
              <a:chExt cx="159" cy="1526"/>
            </a:xfrm>
          </p:grpSpPr>
          <p:sp>
            <p:nvSpPr>
              <p:cNvPr id="843819" name="Line 44"/>
              <p:cNvSpPr>
                <a:spLocks noChangeShapeType="1"/>
              </p:cNvSpPr>
              <p:nvPr/>
            </p:nvSpPr>
            <p:spPr bwMode="auto">
              <a:xfrm>
                <a:off x="1467" y="2486"/>
                <a:ext cx="159" cy="0"/>
              </a:xfrm>
              <a:prstGeom prst="line">
                <a:avLst/>
              </a:prstGeom>
              <a:noFill/>
              <a:ln w="9525">
                <a:solidFill>
                  <a:schemeClr val="bg1"/>
                </a:solidFill>
                <a:prstDash val="sysDot"/>
                <a:round/>
                <a:headEnd/>
                <a:tailEnd/>
              </a:ln>
            </p:spPr>
            <p:txBody>
              <a:bodyPr wrap="none" anchor="ctr"/>
              <a:lstStyle/>
              <a:p>
                <a:endParaRPr lang="en-US" sz="1463" dirty="0">
                  <a:solidFill>
                    <a:srgbClr val="53565A"/>
                  </a:solidFill>
                  <a:latin typeface="Aptos" panose="020B0004020202020204" pitchFamily="34" charset="0"/>
                </a:endParaRPr>
              </a:p>
            </p:txBody>
          </p:sp>
          <p:sp>
            <p:nvSpPr>
              <p:cNvPr id="843820" name="Line 45"/>
              <p:cNvSpPr>
                <a:spLocks noChangeShapeType="1"/>
              </p:cNvSpPr>
              <p:nvPr/>
            </p:nvSpPr>
            <p:spPr bwMode="auto">
              <a:xfrm>
                <a:off x="1467" y="2316"/>
                <a:ext cx="159" cy="0"/>
              </a:xfrm>
              <a:prstGeom prst="line">
                <a:avLst/>
              </a:prstGeom>
              <a:noFill/>
              <a:ln w="9525">
                <a:solidFill>
                  <a:schemeClr val="bg1"/>
                </a:solidFill>
                <a:prstDash val="sysDot"/>
                <a:round/>
                <a:headEnd/>
                <a:tailEnd/>
              </a:ln>
            </p:spPr>
            <p:txBody>
              <a:bodyPr wrap="none" anchor="ctr"/>
              <a:lstStyle/>
              <a:p>
                <a:endParaRPr lang="en-US" sz="1463" dirty="0">
                  <a:solidFill>
                    <a:srgbClr val="53565A"/>
                  </a:solidFill>
                  <a:latin typeface="Aptos" panose="020B0004020202020204" pitchFamily="34" charset="0"/>
                </a:endParaRPr>
              </a:p>
            </p:txBody>
          </p:sp>
          <p:sp>
            <p:nvSpPr>
              <p:cNvPr id="843821" name="Line 46"/>
              <p:cNvSpPr>
                <a:spLocks noChangeShapeType="1"/>
              </p:cNvSpPr>
              <p:nvPr/>
            </p:nvSpPr>
            <p:spPr bwMode="auto">
              <a:xfrm>
                <a:off x="1467" y="2147"/>
                <a:ext cx="159" cy="0"/>
              </a:xfrm>
              <a:prstGeom prst="line">
                <a:avLst/>
              </a:prstGeom>
              <a:noFill/>
              <a:ln w="9525">
                <a:solidFill>
                  <a:schemeClr val="bg1"/>
                </a:solidFill>
                <a:prstDash val="sysDot"/>
                <a:round/>
                <a:headEnd/>
                <a:tailEnd/>
              </a:ln>
            </p:spPr>
            <p:txBody>
              <a:bodyPr wrap="none" anchor="ctr"/>
              <a:lstStyle/>
              <a:p>
                <a:endParaRPr lang="en-US" sz="1463" dirty="0">
                  <a:solidFill>
                    <a:srgbClr val="53565A"/>
                  </a:solidFill>
                  <a:latin typeface="Aptos" panose="020B0004020202020204" pitchFamily="34" charset="0"/>
                </a:endParaRPr>
              </a:p>
            </p:txBody>
          </p:sp>
          <p:sp>
            <p:nvSpPr>
              <p:cNvPr id="58" name="Line 47"/>
              <p:cNvSpPr>
                <a:spLocks noChangeShapeType="1"/>
              </p:cNvSpPr>
              <p:nvPr/>
            </p:nvSpPr>
            <p:spPr bwMode="auto">
              <a:xfrm>
                <a:off x="1467" y="1977"/>
                <a:ext cx="159" cy="0"/>
              </a:xfrm>
              <a:prstGeom prst="line">
                <a:avLst/>
              </a:prstGeom>
              <a:noFill/>
              <a:ln w="9525">
                <a:solidFill>
                  <a:schemeClr val="accent4"/>
                </a:solidFill>
                <a:prstDash val="sysDot"/>
                <a:round/>
                <a:headEnd/>
                <a:tailEnd/>
              </a:ln>
            </p:spPr>
            <p:txBody>
              <a:bodyPr wrap="none" anchor="ctr"/>
              <a:lstStyle/>
              <a:p>
                <a:pPr>
                  <a:defRPr/>
                </a:pPr>
                <a:endParaRPr lang="en-US" sz="1138" dirty="0">
                  <a:solidFill>
                    <a:srgbClr val="53565A"/>
                  </a:solidFill>
                  <a:latin typeface="Aptos" panose="020B0004020202020204" pitchFamily="34" charset="0"/>
                </a:endParaRPr>
              </a:p>
            </p:txBody>
          </p:sp>
          <p:sp>
            <p:nvSpPr>
              <p:cNvPr id="59" name="Line 48"/>
              <p:cNvSpPr>
                <a:spLocks noChangeShapeType="1"/>
              </p:cNvSpPr>
              <p:nvPr/>
            </p:nvSpPr>
            <p:spPr bwMode="auto">
              <a:xfrm>
                <a:off x="1467" y="1808"/>
                <a:ext cx="159" cy="0"/>
              </a:xfrm>
              <a:prstGeom prst="line">
                <a:avLst/>
              </a:prstGeom>
              <a:noFill/>
              <a:ln w="9525">
                <a:solidFill>
                  <a:schemeClr val="accent4"/>
                </a:solidFill>
                <a:prstDash val="sysDot"/>
                <a:round/>
                <a:headEnd/>
                <a:tailEnd/>
              </a:ln>
            </p:spPr>
            <p:txBody>
              <a:bodyPr wrap="none" anchor="ctr"/>
              <a:lstStyle/>
              <a:p>
                <a:pPr>
                  <a:defRPr/>
                </a:pPr>
                <a:endParaRPr lang="en-US" sz="1138" dirty="0">
                  <a:solidFill>
                    <a:srgbClr val="53565A"/>
                  </a:solidFill>
                  <a:latin typeface="Aptos" panose="020B0004020202020204" pitchFamily="34" charset="0"/>
                </a:endParaRPr>
              </a:p>
            </p:txBody>
          </p:sp>
          <p:sp>
            <p:nvSpPr>
              <p:cNvPr id="60" name="Line 49"/>
              <p:cNvSpPr>
                <a:spLocks noChangeShapeType="1"/>
              </p:cNvSpPr>
              <p:nvPr/>
            </p:nvSpPr>
            <p:spPr bwMode="auto">
              <a:xfrm>
                <a:off x="1467" y="1638"/>
                <a:ext cx="159" cy="0"/>
              </a:xfrm>
              <a:prstGeom prst="line">
                <a:avLst/>
              </a:prstGeom>
              <a:noFill/>
              <a:ln w="9525">
                <a:solidFill>
                  <a:schemeClr val="accent4"/>
                </a:solidFill>
                <a:prstDash val="sysDot"/>
                <a:round/>
                <a:headEnd/>
                <a:tailEnd/>
              </a:ln>
            </p:spPr>
            <p:txBody>
              <a:bodyPr wrap="none" anchor="ctr"/>
              <a:lstStyle/>
              <a:p>
                <a:pPr>
                  <a:defRPr/>
                </a:pPr>
                <a:endParaRPr lang="en-US" sz="1138" dirty="0">
                  <a:solidFill>
                    <a:srgbClr val="53565A"/>
                  </a:solidFill>
                  <a:latin typeface="Aptos" panose="020B0004020202020204" pitchFamily="34" charset="0"/>
                </a:endParaRPr>
              </a:p>
            </p:txBody>
          </p:sp>
          <p:sp>
            <p:nvSpPr>
              <p:cNvPr id="843825" name="Line 50"/>
              <p:cNvSpPr>
                <a:spLocks noChangeShapeType="1"/>
              </p:cNvSpPr>
              <p:nvPr/>
            </p:nvSpPr>
            <p:spPr bwMode="auto">
              <a:xfrm>
                <a:off x="1467" y="3164"/>
                <a:ext cx="159" cy="0"/>
              </a:xfrm>
              <a:prstGeom prst="line">
                <a:avLst/>
              </a:prstGeom>
              <a:noFill/>
              <a:ln w="9525">
                <a:solidFill>
                  <a:schemeClr val="bg1"/>
                </a:solidFill>
                <a:prstDash val="sysDot"/>
                <a:round/>
                <a:headEnd/>
                <a:tailEnd/>
              </a:ln>
            </p:spPr>
            <p:txBody>
              <a:bodyPr wrap="none" anchor="ctr"/>
              <a:lstStyle/>
              <a:p>
                <a:endParaRPr lang="en-US" sz="1463" dirty="0">
                  <a:solidFill>
                    <a:srgbClr val="53565A"/>
                  </a:solidFill>
                  <a:latin typeface="Aptos" panose="020B0004020202020204" pitchFamily="34" charset="0"/>
                </a:endParaRPr>
              </a:p>
            </p:txBody>
          </p:sp>
          <p:sp>
            <p:nvSpPr>
              <p:cNvPr id="843826" name="Line 51"/>
              <p:cNvSpPr>
                <a:spLocks noChangeShapeType="1"/>
              </p:cNvSpPr>
              <p:nvPr/>
            </p:nvSpPr>
            <p:spPr bwMode="auto">
              <a:xfrm>
                <a:off x="1467" y="2995"/>
                <a:ext cx="159" cy="0"/>
              </a:xfrm>
              <a:prstGeom prst="line">
                <a:avLst/>
              </a:prstGeom>
              <a:noFill/>
              <a:ln w="9525">
                <a:solidFill>
                  <a:schemeClr val="bg1"/>
                </a:solidFill>
                <a:prstDash val="sysDot"/>
                <a:round/>
                <a:headEnd/>
                <a:tailEnd/>
              </a:ln>
            </p:spPr>
            <p:txBody>
              <a:bodyPr wrap="none" anchor="ctr"/>
              <a:lstStyle/>
              <a:p>
                <a:endParaRPr lang="en-US" sz="1463" dirty="0">
                  <a:solidFill>
                    <a:srgbClr val="53565A"/>
                  </a:solidFill>
                  <a:latin typeface="Aptos" panose="020B0004020202020204" pitchFamily="34" charset="0"/>
                </a:endParaRPr>
              </a:p>
            </p:txBody>
          </p:sp>
          <p:sp>
            <p:nvSpPr>
              <p:cNvPr id="843827" name="Line 52"/>
              <p:cNvSpPr>
                <a:spLocks noChangeShapeType="1"/>
              </p:cNvSpPr>
              <p:nvPr/>
            </p:nvSpPr>
            <p:spPr bwMode="auto">
              <a:xfrm>
                <a:off x="1467" y="2825"/>
                <a:ext cx="159" cy="0"/>
              </a:xfrm>
              <a:prstGeom prst="line">
                <a:avLst/>
              </a:prstGeom>
              <a:noFill/>
              <a:ln w="9525">
                <a:solidFill>
                  <a:schemeClr val="bg1"/>
                </a:solidFill>
                <a:prstDash val="sysDot"/>
                <a:round/>
                <a:headEnd/>
                <a:tailEnd/>
              </a:ln>
            </p:spPr>
            <p:txBody>
              <a:bodyPr wrap="none" anchor="ctr"/>
              <a:lstStyle/>
              <a:p>
                <a:endParaRPr lang="en-US" sz="1463" dirty="0">
                  <a:solidFill>
                    <a:srgbClr val="53565A"/>
                  </a:solidFill>
                  <a:latin typeface="Aptos" panose="020B0004020202020204" pitchFamily="34" charset="0"/>
                </a:endParaRPr>
              </a:p>
            </p:txBody>
          </p:sp>
          <p:sp>
            <p:nvSpPr>
              <p:cNvPr id="843828" name="Line 53"/>
              <p:cNvSpPr>
                <a:spLocks noChangeShapeType="1"/>
              </p:cNvSpPr>
              <p:nvPr/>
            </p:nvSpPr>
            <p:spPr bwMode="auto">
              <a:xfrm>
                <a:off x="1467" y="2656"/>
                <a:ext cx="159" cy="0"/>
              </a:xfrm>
              <a:prstGeom prst="line">
                <a:avLst/>
              </a:prstGeom>
              <a:noFill/>
              <a:ln w="9525">
                <a:solidFill>
                  <a:schemeClr val="bg1"/>
                </a:solidFill>
                <a:prstDash val="sysDot"/>
                <a:round/>
                <a:headEnd/>
                <a:tailEnd/>
              </a:ln>
            </p:spPr>
            <p:txBody>
              <a:bodyPr wrap="none" anchor="ctr"/>
              <a:lstStyle/>
              <a:p>
                <a:endParaRPr lang="en-US" sz="1463" dirty="0">
                  <a:solidFill>
                    <a:srgbClr val="53565A"/>
                  </a:solidFill>
                  <a:latin typeface="Aptos" panose="020B0004020202020204" pitchFamily="34" charset="0"/>
                </a:endParaRPr>
              </a:p>
            </p:txBody>
          </p:sp>
        </p:grpSp>
        <p:sp>
          <p:nvSpPr>
            <p:cNvPr id="67" name="Oval 56"/>
            <p:cNvSpPr>
              <a:spLocks noChangeArrowheads="1"/>
            </p:cNvSpPr>
            <p:nvPr/>
          </p:nvSpPr>
          <p:spPr bwMode="auto">
            <a:xfrm>
              <a:off x="8146415" y="5801044"/>
              <a:ext cx="534988" cy="460375"/>
            </a:xfrm>
            <a:prstGeom prst="ellipse">
              <a:avLst/>
            </a:prstGeom>
            <a:solidFill>
              <a:schemeClr val="accent4"/>
            </a:solidFill>
            <a:ln w="9525" algn="ctr">
              <a:solidFill>
                <a:schemeClr val="accent4"/>
              </a:solidFill>
              <a:round/>
              <a:headEnd/>
              <a:tailEnd/>
            </a:ln>
          </p:spPr>
          <p:txBody>
            <a:bodyPr wrap="none" anchor="ctr"/>
            <a:lstStyle/>
            <a:p>
              <a:pPr algn="ctr">
                <a:defRPr/>
              </a:pPr>
              <a:endParaRPr lang="en-US" sz="1138" dirty="0">
                <a:solidFill>
                  <a:srgbClr val="53565A"/>
                </a:solidFill>
                <a:latin typeface="Aptos" panose="020B0004020202020204" pitchFamily="34" charset="0"/>
              </a:endParaRPr>
            </a:p>
          </p:txBody>
        </p:sp>
        <p:sp>
          <p:nvSpPr>
            <p:cNvPr id="843813" name="Rectangle 57"/>
            <p:cNvSpPr>
              <a:spLocks noChangeArrowheads="1"/>
            </p:cNvSpPr>
            <p:nvPr/>
          </p:nvSpPr>
          <p:spPr bwMode="auto">
            <a:xfrm>
              <a:off x="8270240" y="5791519"/>
              <a:ext cx="287338" cy="58737"/>
            </a:xfrm>
            <a:prstGeom prst="rect">
              <a:avLst/>
            </a:prstGeom>
            <a:solidFill>
              <a:schemeClr val="accent4"/>
            </a:solidFill>
            <a:ln w="12700" algn="ctr">
              <a:noFill/>
              <a:miter lim="800000"/>
              <a:headEnd/>
              <a:tailEnd/>
            </a:ln>
          </p:spPr>
          <p:txBody>
            <a:bodyPr wrap="none" anchor="ctr"/>
            <a:lstStyle/>
            <a:p>
              <a:pPr algn="ctr"/>
              <a:endParaRPr lang="en-US" sz="1138" dirty="0">
                <a:solidFill>
                  <a:srgbClr val="53565A"/>
                </a:solidFill>
                <a:latin typeface="Aptos" panose="020B0004020202020204" pitchFamily="34" charset="0"/>
              </a:endParaRPr>
            </a:p>
          </p:txBody>
        </p:sp>
        <p:sp>
          <p:nvSpPr>
            <p:cNvPr id="843814" name="Rectangle 58"/>
            <p:cNvSpPr>
              <a:spLocks noChangeArrowheads="1"/>
            </p:cNvSpPr>
            <p:nvPr/>
          </p:nvSpPr>
          <p:spPr bwMode="auto">
            <a:xfrm>
              <a:off x="8374044" y="5969319"/>
              <a:ext cx="74972" cy="160912"/>
            </a:xfrm>
            <a:prstGeom prst="rect">
              <a:avLst/>
            </a:prstGeom>
            <a:noFill/>
            <a:ln w="12700">
              <a:noFill/>
              <a:miter lim="800000"/>
              <a:headEnd/>
              <a:tailEnd/>
            </a:ln>
          </p:spPr>
          <p:txBody>
            <a:bodyPr wrap="none" lIns="0" tIns="0" rIns="0" bIns="0">
              <a:spAutoFit/>
            </a:bodyPr>
            <a:lstStyle/>
            <a:p>
              <a:pPr algn="ctr">
                <a:lnSpc>
                  <a:spcPct val="95000"/>
                </a:lnSpc>
              </a:pPr>
              <a:r>
                <a:rPr lang="en-US" sz="894" dirty="0">
                  <a:solidFill>
                    <a:schemeClr val="bg1"/>
                  </a:solidFill>
                  <a:latin typeface="Aptos" panose="020B0004020202020204" pitchFamily="34" charset="0"/>
                  <a:ea typeface="ＭＳ Ｐゴシック" charset="-128"/>
                </a:rPr>
                <a:t>0</a:t>
              </a:r>
            </a:p>
          </p:txBody>
        </p:sp>
        <p:sp>
          <p:nvSpPr>
            <p:cNvPr id="70" name="Oval 59"/>
            <p:cNvSpPr>
              <a:spLocks noChangeArrowheads="1"/>
            </p:cNvSpPr>
            <p:nvPr/>
          </p:nvSpPr>
          <p:spPr bwMode="auto">
            <a:xfrm>
              <a:off x="8146415" y="2067244"/>
              <a:ext cx="534988" cy="460375"/>
            </a:xfrm>
            <a:prstGeom prst="ellipse">
              <a:avLst/>
            </a:prstGeom>
            <a:solidFill>
              <a:schemeClr val="bg1"/>
            </a:solidFill>
            <a:ln w="9525">
              <a:solidFill>
                <a:schemeClr val="accent4"/>
              </a:solidFill>
              <a:round/>
              <a:headEnd/>
              <a:tailEnd/>
            </a:ln>
          </p:spPr>
          <p:txBody>
            <a:bodyPr wrap="none" anchor="ctr"/>
            <a:lstStyle/>
            <a:p>
              <a:pPr algn="ctr">
                <a:defRPr/>
              </a:pPr>
              <a:endParaRPr lang="en-US" sz="1138" dirty="0">
                <a:solidFill>
                  <a:srgbClr val="53565A"/>
                </a:solidFill>
                <a:latin typeface="Aptos" panose="020B0004020202020204" pitchFamily="34" charset="0"/>
              </a:endParaRPr>
            </a:p>
          </p:txBody>
        </p:sp>
        <p:sp>
          <p:nvSpPr>
            <p:cNvPr id="843816" name="Rectangle 60"/>
            <p:cNvSpPr>
              <a:spLocks noChangeArrowheads="1"/>
            </p:cNvSpPr>
            <p:nvPr/>
          </p:nvSpPr>
          <p:spPr bwMode="white">
            <a:xfrm>
              <a:off x="8260048" y="2435544"/>
              <a:ext cx="310896" cy="103187"/>
            </a:xfrm>
            <a:prstGeom prst="rect">
              <a:avLst/>
            </a:prstGeom>
            <a:solidFill>
              <a:schemeClr val="bg1"/>
            </a:solidFill>
            <a:ln w="12700">
              <a:noFill/>
              <a:miter lim="800000"/>
              <a:headEnd/>
              <a:tailEnd/>
            </a:ln>
          </p:spPr>
          <p:txBody>
            <a:bodyPr wrap="none" anchor="ctr"/>
            <a:lstStyle/>
            <a:p>
              <a:pPr algn="ctr"/>
              <a:endParaRPr lang="en-US" sz="1138" dirty="0">
                <a:solidFill>
                  <a:srgbClr val="53565A"/>
                </a:solidFill>
                <a:latin typeface="Aptos" panose="020B0004020202020204" pitchFamily="34" charset="0"/>
              </a:endParaRPr>
            </a:p>
          </p:txBody>
        </p:sp>
        <p:sp>
          <p:nvSpPr>
            <p:cNvPr id="843817" name="Rectangle 61"/>
            <p:cNvSpPr>
              <a:spLocks noChangeArrowheads="1"/>
            </p:cNvSpPr>
            <p:nvPr/>
          </p:nvSpPr>
          <p:spPr bwMode="auto">
            <a:xfrm>
              <a:off x="8336558" y="2218374"/>
              <a:ext cx="149942" cy="160912"/>
            </a:xfrm>
            <a:prstGeom prst="rect">
              <a:avLst/>
            </a:prstGeom>
            <a:noFill/>
            <a:ln w="12700">
              <a:noFill/>
              <a:miter lim="800000"/>
              <a:headEnd/>
              <a:tailEnd/>
            </a:ln>
          </p:spPr>
          <p:txBody>
            <a:bodyPr wrap="none" lIns="0" tIns="0" rIns="0" bIns="0">
              <a:spAutoFit/>
            </a:bodyPr>
            <a:lstStyle/>
            <a:p>
              <a:pPr algn="ctr">
                <a:lnSpc>
                  <a:spcPct val="95000"/>
                </a:lnSpc>
              </a:pPr>
              <a:r>
                <a:rPr lang="en-US" sz="894" dirty="0">
                  <a:solidFill>
                    <a:srgbClr val="53565A"/>
                  </a:solidFill>
                  <a:latin typeface="Aptos" panose="020B0004020202020204" pitchFamily="34" charset="0"/>
                  <a:ea typeface="ＭＳ Ｐゴシック" charset="-128"/>
                </a:rPr>
                <a:t>10</a:t>
              </a:r>
            </a:p>
          </p:txBody>
        </p:sp>
      </p:grpSp>
    </p:spTree>
    <p:extLst>
      <p:ext uri="{BB962C8B-B14F-4D97-AF65-F5344CB8AC3E}">
        <p14:creationId xmlns:p14="http://schemas.microsoft.com/office/powerpoint/2010/main" val="1539697283"/>
      </p:ext>
    </p:extLst>
  </p:cSld>
  <p:clrMapOvr>
    <a:masterClrMapping/>
  </p:clrMapOvr>
  <p:transition>
    <p:fade/>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AutoShape 3"/>
          <p:cNvSpPr>
            <a:spLocks noChangeArrowheads="1"/>
          </p:cNvSpPr>
          <p:nvPr/>
        </p:nvSpPr>
        <p:spPr bwMode="auto">
          <a:xfrm rot="16200000">
            <a:off x="3826572" y="2060410"/>
            <a:ext cx="301481" cy="423482"/>
          </a:xfrm>
          <a:prstGeom prst="flowChartDelay">
            <a:avLst/>
          </a:prstGeom>
          <a:solidFill>
            <a:schemeClr val="bg2">
              <a:lumMod val="20000"/>
              <a:lumOff val="80000"/>
            </a:schemeClr>
          </a:solidFill>
          <a:ln w="3175" algn="ctr">
            <a:noFill/>
            <a:miter lim="800000"/>
            <a:headEnd/>
            <a:tailEnd/>
          </a:ln>
        </p:spPr>
        <p:txBody>
          <a:bodyPr wrap="square" lIns="29250" tIns="29250" rIns="29250" bIns="29250" anchor="ctr"/>
          <a:lstStyle/>
          <a:p>
            <a:pPr algn="ctr">
              <a:defRPr/>
            </a:pPr>
            <a:endParaRPr lang="en-US" sz="1000" dirty="0">
              <a:solidFill>
                <a:srgbClr val="53565A"/>
              </a:solidFill>
              <a:latin typeface="Aptos" panose="020B0004020202020204" pitchFamily="34" charset="0"/>
            </a:endParaRPr>
          </a:p>
        </p:txBody>
      </p:sp>
      <p:sp>
        <p:nvSpPr>
          <p:cNvPr id="4" name="Text Placeholder 3"/>
          <p:cNvSpPr>
            <a:spLocks noGrp="1"/>
          </p:cNvSpPr>
          <p:nvPr>
            <p:ph type="body" sz="quarter" idx="13"/>
          </p:nvPr>
        </p:nvSpPr>
        <p:spPr/>
        <p:txBody>
          <a:bodyPr/>
          <a:lstStyle/>
          <a:p>
            <a:r>
              <a:rPr lang="en-US" dirty="0"/>
              <a:t>Saving thermometer</a:t>
            </a:r>
          </a:p>
        </p:txBody>
      </p:sp>
      <p:sp>
        <p:nvSpPr>
          <p:cNvPr id="371719" name="Title 1"/>
          <p:cNvSpPr>
            <a:spLocks noGrp="1"/>
          </p:cNvSpPr>
          <p:nvPr>
            <p:ph type="title"/>
          </p:nvPr>
        </p:nvSpPr>
        <p:spPr/>
        <p:txBody>
          <a:bodyPr/>
          <a:lstStyle/>
          <a:p>
            <a:r>
              <a:rPr lang="en-US" altLang="ja-JP" dirty="0"/>
              <a:t>Other</a:t>
            </a:r>
            <a:endParaRPr lang="en-US" dirty="0">
              <a:solidFill>
                <a:schemeClr val="tx2"/>
              </a:solidFill>
            </a:endParaRPr>
          </a:p>
        </p:txBody>
      </p:sp>
      <p:sp>
        <p:nvSpPr>
          <p:cNvPr id="96" name="Oval 5"/>
          <p:cNvSpPr>
            <a:spLocks noChangeArrowheads="1"/>
          </p:cNvSpPr>
          <p:nvPr/>
        </p:nvSpPr>
        <p:spPr bwMode="auto">
          <a:xfrm>
            <a:off x="3715177" y="4761359"/>
            <a:ext cx="552053" cy="598488"/>
          </a:xfrm>
          <a:prstGeom prst="ellipse">
            <a:avLst/>
          </a:prstGeom>
          <a:solidFill>
            <a:schemeClr val="accent2"/>
          </a:solidFill>
          <a:ln w="28575" algn="ctr">
            <a:solidFill>
              <a:schemeClr val="accent2"/>
            </a:solidFill>
            <a:round/>
            <a:headEnd/>
            <a:tailEnd/>
          </a:ln>
        </p:spPr>
        <p:txBody>
          <a:bodyPr wrap="square" lIns="29250" tIns="29250" rIns="29250" bIns="29250" anchor="ctr"/>
          <a:lstStyle/>
          <a:p>
            <a:pPr algn="ctr">
              <a:defRPr/>
            </a:pPr>
            <a:endParaRPr lang="en-US" sz="1000" dirty="0">
              <a:solidFill>
                <a:srgbClr val="53565A"/>
              </a:solidFill>
              <a:latin typeface="Aptos" panose="020B0004020202020204" pitchFamily="34" charset="0"/>
            </a:endParaRPr>
          </a:p>
        </p:txBody>
      </p:sp>
      <p:sp>
        <p:nvSpPr>
          <p:cNvPr id="371723" name="Text Box 9"/>
          <p:cNvSpPr txBox="1">
            <a:spLocks noChangeArrowheads="1"/>
          </p:cNvSpPr>
          <p:nvPr/>
        </p:nvSpPr>
        <p:spPr bwMode="auto">
          <a:xfrm>
            <a:off x="3154055" y="4184448"/>
            <a:ext cx="468037" cy="153888"/>
          </a:xfrm>
          <a:prstGeom prst="rect">
            <a:avLst/>
          </a:prstGeom>
          <a:noFill/>
          <a:ln w="9525" algn="ctr">
            <a:noFill/>
            <a:miter lim="800000"/>
            <a:headEnd/>
            <a:tailEnd/>
          </a:ln>
        </p:spPr>
        <p:txBody>
          <a:bodyPr wrap="square" lIns="0" tIns="0" rIns="0" bIns="0">
            <a:spAutoFit/>
          </a:bodyPr>
          <a:lstStyle/>
          <a:p>
            <a:pPr algn="r"/>
            <a:r>
              <a:rPr lang="en-US" altLang="ja-JP" sz="1000" dirty="0">
                <a:solidFill>
                  <a:srgbClr val="53565A"/>
                </a:solidFill>
                <a:latin typeface="Aptos" panose="020B0004020202020204" pitchFamily="34" charset="0"/>
                <a:ea typeface="ＭＳ Ｐゴシック" charset="-128"/>
              </a:rPr>
              <a:t>$2M</a:t>
            </a:r>
          </a:p>
        </p:txBody>
      </p:sp>
      <p:sp>
        <p:nvSpPr>
          <p:cNvPr id="371724" name="Text Box 10"/>
          <p:cNvSpPr txBox="1">
            <a:spLocks noChangeArrowheads="1"/>
          </p:cNvSpPr>
          <p:nvPr/>
        </p:nvSpPr>
        <p:spPr bwMode="auto">
          <a:xfrm>
            <a:off x="3154055" y="3878647"/>
            <a:ext cx="468037" cy="153888"/>
          </a:xfrm>
          <a:prstGeom prst="rect">
            <a:avLst/>
          </a:prstGeom>
          <a:noFill/>
          <a:ln w="9525" algn="ctr">
            <a:noFill/>
            <a:miter lim="800000"/>
            <a:headEnd/>
            <a:tailEnd/>
          </a:ln>
        </p:spPr>
        <p:txBody>
          <a:bodyPr wrap="square" lIns="0" tIns="0" rIns="0" bIns="0">
            <a:spAutoFit/>
          </a:bodyPr>
          <a:lstStyle/>
          <a:p>
            <a:pPr algn="r"/>
            <a:r>
              <a:rPr lang="en-US" altLang="ja-JP" sz="1000" dirty="0">
                <a:solidFill>
                  <a:srgbClr val="53565A"/>
                </a:solidFill>
                <a:latin typeface="Aptos" panose="020B0004020202020204" pitchFamily="34" charset="0"/>
                <a:ea typeface="ＭＳ Ｐゴシック" charset="-128"/>
              </a:rPr>
              <a:t>$3M</a:t>
            </a:r>
          </a:p>
        </p:txBody>
      </p:sp>
      <p:sp>
        <p:nvSpPr>
          <p:cNvPr id="371725" name="Text Box 13"/>
          <p:cNvSpPr txBox="1">
            <a:spLocks noChangeArrowheads="1"/>
          </p:cNvSpPr>
          <p:nvPr/>
        </p:nvSpPr>
        <p:spPr bwMode="auto">
          <a:xfrm>
            <a:off x="3154055" y="4490247"/>
            <a:ext cx="468037" cy="153888"/>
          </a:xfrm>
          <a:prstGeom prst="rect">
            <a:avLst/>
          </a:prstGeom>
          <a:noFill/>
          <a:ln w="9525" algn="ctr">
            <a:noFill/>
            <a:miter lim="800000"/>
            <a:headEnd/>
            <a:tailEnd/>
          </a:ln>
        </p:spPr>
        <p:txBody>
          <a:bodyPr wrap="square" lIns="0" tIns="0" rIns="0" bIns="0">
            <a:spAutoFit/>
          </a:bodyPr>
          <a:lstStyle/>
          <a:p>
            <a:pPr algn="r"/>
            <a:r>
              <a:rPr lang="en-US" altLang="ja-JP" sz="1000" dirty="0">
                <a:solidFill>
                  <a:srgbClr val="53565A"/>
                </a:solidFill>
                <a:latin typeface="Aptos" panose="020B0004020202020204" pitchFamily="34" charset="0"/>
                <a:ea typeface="ＭＳ Ｐゴシック" charset="-128"/>
              </a:rPr>
              <a:t>$1M</a:t>
            </a:r>
          </a:p>
        </p:txBody>
      </p:sp>
      <p:sp>
        <p:nvSpPr>
          <p:cNvPr id="371726" name="Text Box 16"/>
          <p:cNvSpPr txBox="1">
            <a:spLocks noChangeArrowheads="1"/>
          </p:cNvSpPr>
          <p:nvPr/>
        </p:nvSpPr>
        <p:spPr bwMode="auto">
          <a:xfrm>
            <a:off x="3154055" y="3572847"/>
            <a:ext cx="468037" cy="153888"/>
          </a:xfrm>
          <a:prstGeom prst="rect">
            <a:avLst/>
          </a:prstGeom>
          <a:noFill/>
          <a:ln w="9525" algn="ctr">
            <a:noFill/>
            <a:miter lim="800000"/>
            <a:headEnd/>
            <a:tailEnd/>
          </a:ln>
        </p:spPr>
        <p:txBody>
          <a:bodyPr wrap="square" lIns="0" tIns="0" rIns="0" bIns="0">
            <a:spAutoFit/>
          </a:bodyPr>
          <a:lstStyle/>
          <a:p>
            <a:pPr algn="r"/>
            <a:r>
              <a:rPr lang="en-US" altLang="ja-JP" sz="1000" dirty="0">
                <a:solidFill>
                  <a:srgbClr val="53565A"/>
                </a:solidFill>
                <a:latin typeface="Aptos" panose="020B0004020202020204" pitchFamily="34" charset="0"/>
                <a:ea typeface="ＭＳ Ｐゴシック" charset="-128"/>
              </a:rPr>
              <a:t>$4M</a:t>
            </a:r>
          </a:p>
        </p:txBody>
      </p:sp>
      <p:sp>
        <p:nvSpPr>
          <p:cNvPr id="371727" name="Text Box 18"/>
          <p:cNvSpPr txBox="1">
            <a:spLocks noChangeArrowheads="1"/>
          </p:cNvSpPr>
          <p:nvPr/>
        </p:nvSpPr>
        <p:spPr bwMode="auto">
          <a:xfrm>
            <a:off x="3154055" y="4804647"/>
            <a:ext cx="468037" cy="153888"/>
          </a:xfrm>
          <a:prstGeom prst="rect">
            <a:avLst/>
          </a:prstGeom>
          <a:noFill/>
          <a:ln w="9525" algn="ctr">
            <a:noFill/>
            <a:miter lim="800000"/>
            <a:headEnd/>
            <a:tailEnd/>
          </a:ln>
        </p:spPr>
        <p:txBody>
          <a:bodyPr wrap="square" lIns="0" tIns="0" rIns="0" bIns="0">
            <a:spAutoFit/>
          </a:bodyPr>
          <a:lstStyle/>
          <a:p>
            <a:pPr algn="r"/>
            <a:r>
              <a:rPr lang="en-US" altLang="ja-JP" sz="1000" dirty="0">
                <a:solidFill>
                  <a:srgbClr val="53565A"/>
                </a:solidFill>
                <a:latin typeface="Aptos" panose="020B0004020202020204" pitchFamily="34" charset="0"/>
                <a:ea typeface="ＭＳ Ｐゴシック" charset="-128"/>
              </a:rPr>
              <a:t>$0M</a:t>
            </a:r>
          </a:p>
        </p:txBody>
      </p:sp>
      <p:sp>
        <p:nvSpPr>
          <p:cNvPr id="371728" name="Text Box 19"/>
          <p:cNvSpPr txBox="1">
            <a:spLocks noChangeArrowheads="1"/>
          </p:cNvSpPr>
          <p:nvPr/>
        </p:nvSpPr>
        <p:spPr bwMode="auto">
          <a:xfrm>
            <a:off x="3154055" y="2961246"/>
            <a:ext cx="468037" cy="153888"/>
          </a:xfrm>
          <a:prstGeom prst="rect">
            <a:avLst/>
          </a:prstGeom>
          <a:noFill/>
          <a:ln w="9525" algn="ctr">
            <a:noFill/>
            <a:miter lim="800000"/>
            <a:headEnd/>
            <a:tailEnd/>
          </a:ln>
        </p:spPr>
        <p:txBody>
          <a:bodyPr wrap="square" lIns="0" tIns="0" rIns="0" bIns="0">
            <a:spAutoFit/>
          </a:bodyPr>
          <a:lstStyle/>
          <a:p>
            <a:pPr algn="r"/>
            <a:r>
              <a:rPr lang="en-US" altLang="ja-JP" sz="1000" dirty="0">
                <a:solidFill>
                  <a:srgbClr val="53565A"/>
                </a:solidFill>
                <a:latin typeface="Aptos" panose="020B0004020202020204" pitchFamily="34" charset="0"/>
                <a:ea typeface="ＭＳ Ｐゴシック" charset="-128"/>
              </a:rPr>
              <a:t>$6M</a:t>
            </a:r>
          </a:p>
        </p:txBody>
      </p:sp>
      <p:sp>
        <p:nvSpPr>
          <p:cNvPr id="371729" name="Text Box 20"/>
          <p:cNvSpPr txBox="1">
            <a:spLocks noChangeArrowheads="1"/>
          </p:cNvSpPr>
          <p:nvPr/>
        </p:nvSpPr>
        <p:spPr bwMode="auto">
          <a:xfrm>
            <a:off x="4321236" y="2701477"/>
            <a:ext cx="1857375" cy="307777"/>
          </a:xfrm>
          <a:prstGeom prst="rect">
            <a:avLst/>
          </a:prstGeom>
          <a:noFill/>
          <a:ln w="9525" algn="ctr">
            <a:noFill/>
            <a:miter lim="800000"/>
            <a:headEnd/>
            <a:tailEnd/>
          </a:ln>
        </p:spPr>
        <p:txBody>
          <a:bodyPr wrap="square" lIns="0" tIns="0" rIns="0" bIns="0">
            <a:spAutoFit/>
          </a:bodyPr>
          <a:lstStyle/>
          <a:p>
            <a:r>
              <a:rPr lang="en-US" altLang="ja-JP" sz="1000" dirty="0">
                <a:solidFill>
                  <a:srgbClr val="53565A"/>
                </a:solidFill>
                <a:latin typeface="Aptos" panose="020B0004020202020204" pitchFamily="34" charset="0"/>
                <a:ea typeface="ＭＳ Ｐゴシック" charset="-128"/>
              </a:rPr>
              <a:t>Savings Category A: $XXM:</a:t>
            </a:r>
          </a:p>
          <a:p>
            <a:pPr marL="0" lvl="1">
              <a:buSzPct val="100000"/>
            </a:pPr>
            <a:r>
              <a:rPr lang="en-US" altLang="ja-JP" sz="1000" dirty="0">
                <a:solidFill>
                  <a:srgbClr val="53565A"/>
                </a:solidFill>
                <a:latin typeface="Aptos" panose="020B0004020202020204" pitchFamily="34" charset="0"/>
                <a:ea typeface="ＭＳ Ｐゴシック" charset="-128"/>
              </a:rPr>
              <a:t>..</a:t>
            </a:r>
          </a:p>
        </p:txBody>
      </p:sp>
      <p:sp>
        <p:nvSpPr>
          <p:cNvPr id="371730" name="Text Box 21"/>
          <p:cNvSpPr txBox="1">
            <a:spLocks noChangeArrowheads="1"/>
          </p:cNvSpPr>
          <p:nvPr/>
        </p:nvSpPr>
        <p:spPr bwMode="auto">
          <a:xfrm>
            <a:off x="4321236" y="3126351"/>
            <a:ext cx="1857375" cy="307777"/>
          </a:xfrm>
          <a:prstGeom prst="rect">
            <a:avLst/>
          </a:prstGeom>
          <a:noFill/>
          <a:ln w="9525" algn="ctr">
            <a:noFill/>
            <a:miter lim="800000"/>
            <a:headEnd/>
            <a:tailEnd/>
          </a:ln>
        </p:spPr>
        <p:txBody>
          <a:bodyPr wrap="square" lIns="0" tIns="0" rIns="0" bIns="0">
            <a:spAutoFit/>
          </a:bodyPr>
          <a:lstStyle/>
          <a:p>
            <a:r>
              <a:rPr lang="en-US" altLang="ja-JP" sz="1000" dirty="0">
                <a:solidFill>
                  <a:srgbClr val="53565A"/>
                </a:solidFill>
                <a:latin typeface="Aptos" panose="020B0004020202020204" pitchFamily="34" charset="0"/>
                <a:ea typeface="ＭＳ Ｐゴシック" charset="-128"/>
              </a:rPr>
              <a:t>Savings Category B: $XXM:</a:t>
            </a:r>
          </a:p>
          <a:p>
            <a:pPr marL="0" lvl="1">
              <a:buSzPct val="100000"/>
            </a:pPr>
            <a:r>
              <a:rPr lang="en-US" altLang="ja-JP" sz="1000" dirty="0">
                <a:solidFill>
                  <a:srgbClr val="53565A"/>
                </a:solidFill>
                <a:latin typeface="Aptos" panose="020B0004020202020204" pitchFamily="34" charset="0"/>
                <a:ea typeface="ＭＳ Ｐゴシック" charset="-128"/>
              </a:rPr>
              <a:t>..</a:t>
            </a:r>
          </a:p>
        </p:txBody>
      </p:sp>
      <p:sp>
        <p:nvSpPr>
          <p:cNvPr id="371731" name="Text Box 22"/>
          <p:cNvSpPr txBox="1">
            <a:spLocks noChangeArrowheads="1"/>
          </p:cNvSpPr>
          <p:nvPr/>
        </p:nvSpPr>
        <p:spPr bwMode="auto">
          <a:xfrm>
            <a:off x="4321236" y="3551225"/>
            <a:ext cx="1857375" cy="307777"/>
          </a:xfrm>
          <a:prstGeom prst="rect">
            <a:avLst/>
          </a:prstGeom>
          <a:noFill/>
          <a:ln w="9525" algn="ctr">
            <a:noFill/>
            <a:miter lim="800000"/>
            <a:headEnd/>
            <a:tailEnd/>
          </a:ln>
        </p:spPr>
        <p:txBody>
          <a:bodyPr wrap="square" lIns="0" tIns="0" rIns="0" bIns="0">
            <a:spAutoFit/>
          </a:bodyPr>
          <a:lstStyle/>
          <a:p>
            <a:r>
              <a:rPr lang="en-US" altLang="ja-JP" sz="1000" dirty="0">
                <a:solidFill>
                  <a:srgbClr val="53565A"/>
                </a:solidFill>
                <a:latin typeface="Aptos" panose="020B0004020202020204" pitchFamily="34" charset="0"/>
                <a:ea typeface="ＭＳ Ｐゴシック" charset="-128"/>
              </a:rPr>
              <a:t>Savings Category C: $XXM:</a:t>
            </a:r>
          </a:p>
          <a:p>
            <a:pPr marL="0" lvl="1">
              <a:buSzPct val="100000"/>
            </a:pPr>
            <a:r>
              <a:rPr lang="en-US" altLang="ja-JP" sz="1000" dirty="0">
                <a:solidFill>
                  <a:srgbClr val="53565A"/>
                </a:solidFill>
                <a:latin typeface="Aptos" panose="020B0004020202020204" pitchFamily="34" charset="0"/>
                <a:ea typeface="ＭＳ Ｐゴシック" charset="-128"/>
              </a:rPr>
              <a:t>..</a:t>
            </a:r>
          </a:p>
        </p:txBody>
      </p:sp>
      <p:sp>
        <p:nvSpPr>
          <p:cNvPr id="371732" name="Text Box 23"/>
          <p:cNvSpPr txBox="1">
            <a:spLocks noChangeArrowheads="1"/>
          </p:cNvSpPr>
          <p:nvPr/>
        </p:nvSpPr>
        <p:spPr bwMode="auto">
          <a:xfrm>
            <a:off x="3498858" y="1730582"/>
            <a:ext cx="984689" cy="184666"/>
          </a:xfrm>
          <a:prstGeom prst="rect">
            <a:avLst/>
          </a:prstGeom>
          <a:noFill/>
          <a:ln w="9525" algn="ctr">
            <a:noFill/>
            <a:miter lim="800000"/>
            <a:headEnd/>
            <a:tailEnd/>
          </a:ln>
        </p:spPr>
        <p:txBody>
          <a:bodyPr wrap="square" lIns="0" tIns="0" rIns="0" bIns="0">
            <a:spAutoFit/>
          </a:bodyPr>
          <a:lstStyle/>
          <a:p>
            <a:pPr algn="ctr"/>
            <a:r>
              <a:rPr lang="en-US" altLang="ja-JP" sz="1200" dirty="0">
                <a:solidFill>
                  <a:srgbClr val="53565A"/>
                </a:solidFill>
                <a:latin typeface="Aptos" panose="020B0004020202020204" pitchFamily="34" charset="0"/>
                <a:ea typeface="ＭＳ Ｐゴシック" charset="-128"/>
              </a:rPr>
              <a:t>Total: $XXM</a:t>
            </a:r>
          </a:p>
        </p:txBody>
      </p:sp>
      <p:sp>
        <p:nvSpPr>
          <p:cNvPr id="371733" name="Text Box 29"/>
          <p:cNvSpPr txBox="1">
            <a:spLocks noChangeArrowheads="1"/>
          </p:cNvSpPr>
          <p:nvPr/>
        </p:nvSpPr>
        <p:spPr bwMode="auto">
          <a:xfrm>
            <a:off x="3154055" y="2655445"/>
            <a:ext cx="468037" cy="153888"/>
          </a:xfrm>
          <a:prstGeom prst="rect">
            <a:avLst/>
          </a:prstGeom>
          <a:noFill/>
          <a:ln w="9525" algn="ctr">
            <a:noFill/>
            <a:miter lim="800000"/>
            <a:headEnd/>
            <a:tailEnd/>
          </a:ln>
        </p:spPr>
        <p:txBody>
          <a:bodyPr wrap="square" lIns="0" tIns="0" rIns="0" bIns="0">
            <a:spAutoFit/>
          </a:bodyPr>
          <a:lstStyle/>
          <a:p>
            <a:pPr algn="r"/>
            <a:r>
              <a:rPr lang="en-US" altLang="ja-JP" sz="1000" dirty="0">
                <a:solidFill>
                  <a:srgbClr val="53565A"/>
                </a:solidFill>
                <a:latin typeface="Aptos" panose="020B0004020202020204" pitchFamily="34" charset="0"/>
                <a:ea typeface="ＭＳ Ｐゴシック" charset="-128"/>
              </a:rPr>
              <a:t>$7M</a:t>
            </a:r>
          </a:p>
        </p:txBody>
      </p:sp>
      <p:sp>
        <p:nvSpPr>
          <p:cNvPr id="371734" name="Text Box 31"/>
          <p:cNvSpPr txBox="1">
            <a:spLocks noChangeArrowheads="1"/>
          </p:cNvSpPr>
          <p:nvPr/>
        </p:nvSpPr>
        <p:spPr bwMode="auto">
          <a:xfrm>
            <a:off x="3154055" y="3267046"/>
            <a:ext cx="468037" cy="153888"/>
          </a:xfrm>
          <a:prstGeom prst="rect">
            <a:avLst/>
          </a:prstGeom>
          <a:noFill/>
          <a:ln w="9525" algn="ctr">
            <a:noFill/>
            <a:miter lim="800000"/>
            <a:headEnd/>
            <a:tailEnd/>
          </a:ln>
        </p:spPr>
        <p:txBody>
          <a:bodyPr wrap="square" lIns="0" tIns="0" rIns="0" bIns="0">
            <a:spAutoFit/>
          </a:bodyPr>
          <a:lstStyle/>
          <a:p>
            <a:pPr algn="r"/>
            <a:r>
              <a:rPr lang="en-US" altLang="ja-JP" sz="1000" dirty="0">
                <a:solidFill>
                  <a:srgbClr val="53565A"/>
                </a:solidFill>
                <a:latin typeface="Aptos" panose="020B0004020202020204" pitchFamily="34" charset="0"/>
                <a:ea typeface="ＭＳ Ｐゴシック" charset="-128"/>
              </a:rPr>
              <a:t>$5M</a:t>
            </a:r>
          </a:p>
        </p:txBody>
      </p:sp>
      <p:sp>
        <p:nvSpPr>
          <p:cNvPr id="371735" name="Text Box 35"/>
          <p:cNvSpPr txBox="1">
            <a:spLocks noChangeArrowheads="1"/>
          </p:cNvSpPr>
          <p:nvPr/>
        </p:nvSpPr>
        <p:spPr bwMode="auto">
          <a:xfrm>
            <a:off x="3154055" y="2351364"/>
            <a:ext cx="468037" cy="153888"/>
          </a:xfrm>
          <a:prstGeom prst="rect">
            <a:avLst/>
          </a:prstGeom>
          <a:noFill/>
          <a:ln w="9525" algn="ctr">
            <a:noFill/>
            <a:miter lim="800000"/>
            <a:headEnd/>
            <a:tailEnd/>
          </a:ln>
        </p:spPr>
        <p:txBody>
          <a:bodyPr wrap="square" lIns="0" tIns="0" rIns="0" bIns="0">
            <a:spAutoFit/>
          </a:bodyPr>
          <a:lstStyle/>
          <a:p>
            <a:pPr algn="r"/>
            <a:r>
              <a:rPr lang="en-US" altLang="ja-JP" sz="1000" dirty="0">
                <a:solidFill>
                  <a:srgbClr val="53565A"/>
                </a:solidFill>
                <a:latin typeface="Aptos" panose="020B0004020202020204" pitchFamily="34" charset="0"/>
                <a:ea typeface="ＭＳ Ｐゴシック" charset="-128"/>
              </a:rPr>
              <a:t>$8M</a:t>
            </a:r>
          </a:p>
        </p:txBody>
      </p:sp>
      <p:sp>
        <p:nvSpPr>
          <p:cNvPr id="371736" name="Text Box 36"/>
          <p:cNvSpPr txBox="1">
            <a:spLocks noChangeArrowheads="1"/>
          </p:cNvSpPr>
          <p:nvPr/>
        </p:nvSpPr>
        <p:spPr bwMode="auto">
          <a:xfrm>
            <a:off x="4321236" y="3976099"/>
            <a:ext cx="1857375" cy="307777"/>
          </a:xfrm>
          <a:prstGeom prst="rect">
            <a:avLst/>
          </a:prstGeom>
          <a:noFill/>
          <a:ln w="9525" algn="ctr">
            <a:noFill/>
            <a:miter lim="800000"/>
            <a:headEnd/>
            <a:tailEnd/>
          </a:ln>
        </p:spPr>
        <p:txBody>
          <a:bodyPr wrap="square" lIns="0" tIns="0" rIns="0" bIns="0">
            <a:spAutoFit/>
          </a:bodyPr>
          <a:lstStyle/>
          <a:p>
            <a:r>
              <a:rPr lang="en-US" altLang="ja-JP" sz="1000" dirty="0">
                <a:solidFill>
                  <a:srgbClr val="53565A"/>
                </a:solidFill>
                <a:latin typeface="Aptos" panose="020B0004020202020204" pitchFamily="34" charset="0"/>
                <a:ea typeface="ＭＳ Ｐゴシック" charset="-128"/>
              </a:rPr>
              <a:t>Savings Category D: $XXM:</a:t>
            </a:r>
          </a:p>
          <a:p>
            <a:pPr marL="0" lvl="1">
              <a:buSzPct val="100000"/>
            </a:pPr>
            <a:r>
              <a:rPr lang="en-US" altLang="ja-JP" sz="1000" dirty="0">
                <a:solidFill>
                  <a:srgbClr val="53565A"/>
                </a:solidFill>
                <a:latin typeface="Aptos" panose="020B0004020202020204" pitchFamily="34" charset="0"/>
                <a:ea typeface="ＭＳ Ｐゴシック" charset="-128"/>
              </a:rPr>
              <a:t>..</a:t>
            </a:r>
          </a:p>
        </p:txBody>
      </p:sp>
      <p:sp>
        <p:nvSpPr>
          <p:cNvPr id="371737" name="Rectangle 37"/>
          <p:cNvSpPr>
            <a:spLocks noChangeArrowheads="1"/>
          </p:cNvSpPr>
          <p:nvPr/>
        </p:nvSpPr>
        <p:spPr bwMode="auto">
          <a:xfrm>
            <a:off x="6728381" y="2522188"/>
            <a:ext cx="292500" cy="146250"/>
          </a:xfrm>
          <a:prstGeom prst="rect">
            <a:avLst/>
          </a:prstGeom>
          <a:solidFill>
            <a:schemeClr val="bg2">
              <a:lumMod val="20000"/>
              <a:lumOff val="80000"/>
            </a:schemeClr>
          </a:solidFill>
          <a:ln w="12700" algn="ctr">
            <a:noFill/>
            <a:miter lim="800000"/>
            <a:headEnd/>
            <a:tailEnd/>
          </a:ln>
        </p:spPr>
        <p:txBody>
          <a:bodyPr wrap="square" lIns="29250" tIns="29250" rIns="29250" bIns="29250" anchor="ctr"/>
          <a:lstStyle/>
          <a:p>
            <a:pPr algn="ctr"/>
            <a:endParaRPr lang="en-US" sz="1000" dirty="0">
              <a:solidFill>
                <a:srgbClr val="53565A"/>
              </a:solidFill>
              <a:latin typeface="Aptos" panose="020B0004020202020204" pitchFamily="34" charset="0"/>
            </a:endParaRPr>
          </a:p>
        </p:txBody>
      </p:sp>
      <p:sp>
        <p:nvSpPr>
          <p:cNvPr id="371738" name="Rectangle 38"/>
          <p:cNvSpPr>
            <a:spLocks noChangeArrowheads="1"/>
          </p:cNvSpPr>
          <p:nvPr/>
        </p:nvSpPr>
        <p:spPr bwMode="auto">
          <a:xfrm>
            <a:off x="6728381" y="2713269"/>
            <a:ext cx="292500" cy="146250"/>
          </a:xfrm>
          <a:prstGeom prst="rect">
            <a:avLst/>
          </a:prstGeom>
          <a:solidFill>
            <a:schemeClr val="bg2">
              <a:lumMod val="60000"/>
              <a:lumOff val="40000"/>
            </a:schemeClr>
          </a:solidFill>
          <a:ln w="12700" algn="ctr">
            <a:noFill/>
            <a:miter lim="800000"/>
            <a:headEnd/>
            <a:tailEnd/>
          </a:ln>
        </p:spPr>
        <p:txBody>
          <a:bodyPr wrap="square" lIns="29250" tIns="29250" rIns="29250" bIns="29250" anchor="ctr"/>
          <a:lstStyle/>
          <a:p>
            <a:pPr algn="ctr"/>
            <a:endParaRPr lang="en-US" sz="1000" dirty="0">
              <a:solidFill>
                <a:srgbClr val="53565A"/>
              </a:solidFill>
              <a:latin typeface="Aptos" panose="020B0004020202020204" pitchFamily="34" charset="0"/>
            </a:endParaRPr>
          </a:p>
        </p:txBody>
      </p:sp>
      <p:sp>
        <p:nvSpPr>
          <p:cNvPr id="129" name="Rectangle 39"/>
          <p:cNvSpPr>
            <a:spLocks noChangeArrowheads="1"/>
          </p:cNvSpPr>
          <p:nvPr/>
        </p:nvSpPr>
        <p:spPr bwMode="auto">
          <a:xfrm>
            <a:off x="6728381" y="2904349"/>
            <a:ext cx="292500" cy="146250"/>
          </a:xfrm>
          <a:prstGeom prst="rect">
            <a:avLst/>
          </a:prstGeom>
          <a:solidFill>
            <a:schemeClr val="bg2"/>
          </a:solidFill>
          <a:ln w="12700" algn="ctr">
            <a:noFill/>
            <a:miter lim="800000"/>
            <a:headEnd/>
            <a:tailEnd/>
          </a:ln>
        </p:spPr>
        <p:txBody>
          <a:bodyPr wrap="square" lIns="29250" tIns="29250" rIns="29250" bIns="29250" anchor="ctr"/>
          <a:lstStyle/>
          <a:p>
            <a:pPr algn="ctr">
              <a:defRPr/>
            </a:pPr>
            <a:endParaRPr lang="en-US" sz="1000" dirty="0">
              <a:solidFill>
                <a:srgbClr val="53565A"/>
              </a:solidFill>
              <a:latin typeface="Aptos" panose="020B0004020202020204" pitchFamily="34" charset="0"/>
            </a:endParaRPr>
          </a:p>
        </p:txBody>
      </p:sp>
      <p:sp>
        <p:nvSpPr>
          <p:cNvPr id="371740" name="Text Box 40"/>
          <p:cNvSpPr txBox="1">
            <a:spLocks noChangeArrowheads="1"/>
          </p:cNvSpPr>
          <p:nvPr/>
        </p:nvSpPr>
        <p:spPr bwMode="auto">
          <a:xfrm>
            <a:off x="7074665" y="2900534"/>
            <a:ext cx="613951" cy="153888"/>
          </a:xfrm>
          <a:prstGeom prst="rect">
            <a:avLst/>
          </a:prstGeom>
          <a:noFill/>
          <a:ln w="9525" algn="ctr">
            <a:noFill/>
            <a:miter lim="800000"/>
            <a:headEnd/>
            <a:tailEnd/>
          </a:ln>
        </p:spPr>
        <p:txBody>
          <a:bodyPr wrap="none" lIns="0" tIns="0" rIns="0" bIns="0" anchor="ctr" anchorCtr="0">
            <a:spAutoFit/>
          </a:bodyPr>
          <a:lstStyle/>
          <a:p>
            <a:r>
              <a:rPr lang="en-US" altLang="ja-JP" sz="1000" dirty="0">
                <a:solidFill>
                  <a:srgbClr val="53565A"/>
                </a:solidFill>
                <a:latin typeface="Aptos" panose="020B0004020202020204" pitchFamily="34" charset="0"/>
                <a:ea typeface="ＭＳ Ｐゴシック" charset="-128"/>
              </a:rPr>
              <a:t>Category C</a:t>
            </a:r>
          </a:p>
        </p:txBody>
      </p:sp>
      <p:sp>
        <p:nvSpPr>
          <p:cNvPr id="371741" name="Text Box 41"/>
          <p:cNvSpPr txBox="1">
            <a:spLocks noChangeArrowheads="1"/>
          </p:cNvSpPr>
          <p:nvPr/>
        </p:nvSpPr>
        <p:spPr bwMode="auto">
          <a:xfrm>
            <a:off x="7074667" y="2709453"/>
            <a:ext cx="602729" cy="153888"/>
          </a:xfrm>
          <a:prstGeom prst="rect">
            <a:avLst/>
          </a:prstGeom>
          <a:noFill/>
          <a:ln w="9525" algn="ctr">
            <a:noFill/>
            <a:miter lim="800000"/>
            <a:headEnd/>
            <a:tailEnd/>
          </a:ln>
        </p:spPr>
        <p:txBody>
          <a:bodyPr wrap="none" lIns="0" tIns="0" rIns="0" bIns="0" anchor="ctr" anchorCtr="0">
            <a:spAutoFit/>
          </a:bodyPr>
          <a:lstStyle/>
          <a:p>
            <a:r>
              <a:rPr lang="en-US" altLang="ja-JP" sz="1000" dirty="0">
                <a:solidFill>
                  <a:srgbClr val="53565A"/>
                </a:solidFill>
                <a:latin typeface="Aptos" panose="020B0004020202020204" pitchFamily="34" charset="0"/>
                <a:ea typeface="ＭＳ Ｐゴシック" charset="-128"/>
              </a:rPr>
              <a:t>Category B</a:t>
            </a:r>
          </a:p>
        </p:txBody>
      </p:sp>
      <p:sp>
        <p:nvSpPr>
          <p:cNvPr id="371742" name="Text Box 42"/>
          <p:cNvSpPr txBox="1">
            <a:spLocks noChangeArrowheads="1"/>
          </p:cNvSpPr>
          <p:nvPr/>
        </p:nvSpPr>
        <p:spPr bwMode="auto">
          <a:xfrm>
            <a:off x="7074667" y="2518373"/>
            <a:ext cx="601127" cy="153888"/>
          </a:xfrm>
          <a:prstGeom prst="rect">
            <a:avLst/>
          </a:prstGeom>
          <a:noFill/>
          <a:ln w="9525" algn="ctr">
            <a:noFill/>
            <a:miter lim="800000"/>
            <a:headEnd/>
            <a:tailEnd/>
          </a:ln>
        </p:spPr>
        <p:txBody>
          <a:bodyPr wrap="none" lIns="0" tIns="0" rIns="0" bIns="0" anchor="ctr" anchorCtr="0">
            <a:spAutoFit/>
          </a:bodyPr>
          <a:lstStyle/>
          <a:p>
            <a:r>
              <a:rPr lang="en-US" altLang="ja-JP" sz="1000" dirty="0">
                <a:solidFill>
                  <a:srgbClr val="53565A"/>
                </a:solidFill>
                <a:latin typeface="Aptos" panose="020B0004020202020204" pitchFamily="34" charset="0"/>
                <a:ea typeface="ＭＳ Ｐゴシック" charset="-128"/>
              </a:rPr>
              <a:t>Category A</a:t>
            </a:r>
          </a:p>
        </p:txBody>
      </p:sp>
      <p:sp>
        <p:nvSpPr>
          <p:cNvPr id="133" name="Rectangle 43"/>
          <p:cNvSpPr>
            <a:spLocks noChangeArrowheads="1"/>
          </p:cNvSpPr>
          <p:nvPr/>
        </p:nvSpPr>
        <p:spPr bwMode="auto">
          <a:xfrm>
            <a:off x="6728381" y="3095430"/>
            <a:ext cx="292500" cy="146250"/>
          </a:xfrm>
          <a:prstGeom prst="rect">
            <a:avLst/>
          </a:prstGeom>
          <a:solidFill>
            <a:schemeClr val="bg2">
              <a:lumMod val="50000"/>
            </a:schemeClr>
          </a:solidFill>
          <a:ln w="12700" algn="ctr">
            <a:noFill/>
            <a:miter lim="800000"/>
            <a:headEnd/>
            <a:tailEnd/>
          </a:ln>
        </p:spPr>
        <p:txBody>
          <a:bodyPr wrap="square" lIns="29250" tIns="29250" rIns="29250" bIns="29250" anchor="ctr" anchorCtr="0"/>
          <a:lstStyle/>
          <a:p>
            <a:pPr algn="ctr">
              <a:defRPr/>
            </a:pPr>
            <a:endParaRPr lang="en-US" sz="1000" dirty="0">
              <a:solidFill>
                <a:srgbClr val="53565A"/>
              </a:solidFill>
              <a:latin typeface="Aptos" panose="020B0004020202020204" pitchFamily="34" charset="0"/>
            </a:endParaRPr>
          </a:p>
        </p:txBody>
      </p:sp>
      <p:sp>
        <p:nvSpPr>
          <p:cNvPr id="371744" name="Text Box 44"/>
          <p:cNvSpPr txBox="1">
            <a:spLocks noChangeArrowheads="1"/>
          </p:cNvSpPr>
          <p:nvPr/>
        </p:nvSpPr>
        <p:spPr bwMode="auto">
          <a:xfrm>
            <a:off x="7074666" y="3091614"/>
            <a:ext cx="613951" cy="153888"/>
          </a:xfrm>
          <a:prstGeom prst="rect">
            <a:avLst/>
          </a:prstGeom>
          <a:noFill/>
          <a:ln w="9525" algn="ctr">
            <a:noFill/>
            <a:miter lim="800000"/>
            <a:headEnd/>
            <a:tailEnd/>
          </a:ln>
        </p:spPr>
        <p:txBody>
          <a:bodyPr wrap="none" lIns="0" tIns="0" rIns="0" bIns="0" anchor="ctr" anchorCtr="0">
            <a:spAutoFit/>
          </a:bodyPr>
          <a:lstStyle/>
          <a:p>
            <a:r>
              <a:rPr lang="en-US" altLang="ja-JP" sz="1000" dirty="0">
                <a:solidFill>
                  <a:srgbClr val="53565A"/>
                </a:solidFill>
                <a:latin typeface="Aptos" panose="020B0004020202020204" pitchFamily="34" charset="0"/>
                <a:ea typeface="ＭＳ Ｐゴシック" charset="-128"/>
              </a:rPr>
              <a:t>Category D</a:t>
            </a:r>
          </a:p>
        </p:txBody>
      </p:sp>
      <p:sp>
        <p:nvSpPr>
          <p:cNvPr id="135" name="Rectangle 45"/>
          <p:cNvSpPr>
            <a:spLocks noChangeArrowheads="1"/>
          </p:cNvSpPr>
          <p:nvPr/>
        </p:nvSpPr>
        <p:spPr bwMode="auto">
          <a:xfrm>
            <a:off x="6728381" y="3286511"/>
            <a:ext cx="292500" cy="146250"/>
          </a:xfrm>
          <a:prstGeom prst="rect">
            <a:avLst/>
          </a:prstGeom>
          <a:solidFill>
            <a:schemeClr val="accent2"/>
          </a:solidFill>
          <a:ln w="12700" algn="ctr">
            <a:noFill/>
            <a:miter lim="800000"/>
            <a:headEnd/>
            <a:tailEnd/>
          </a:ln>
        </p:spPr>
        <p:txBody>
          <a:bodyPr wrap="square" lIns="29250" tIns="29250" rIns="29250" bIns="29250" anchor="ctr" anchorCtr="0"/>
          <a:lstStyle/>
          <a:p>
            <a:pPr algn="ctr">
              <a:defRPr/>
            </a:pPr>
            <a:endParaRPr lang="en-US" sz="1000" dirty="0">
              <a:solidFill>
                <a:srgbClr val="53565A"/>
              </a:solidFill>
              <a:latin typeface="Aptos" panose="020B0004020202020204" pitchFamily="34" charset="0"/>
            </a:endParaRPr>
          </a:p>
        </p:txBody>
      </p:sp>
      <p:sp>
        <p:nvSpPr>
          <p:cNvPr id="371746" name="Text Box 46"/>
          <p:cNvSpPr txBox="1">
            <a:spLocks noChangeArrowheads="1"/>
          </p:cNvSpPr>
          <p:nvPr/>
        </p:nvSpPr>
        <p:spPr bwMode="auto">
          <a:xfrm>
            <a:off x="7074666" y="3282695"/>
            <a:ext cx="596317" cy="153888"/>
          </a:xfrm>
          <a:prstGeom prst="rect">
            <a:avLst/>
          </a:prstGeom>
          <a:noFill/>
          <a:ln w="9525" algn="ctr">
            <a:noFill/>
            <a:miter lim="800000"/>
            <a:headEnd/>
            <a:tailEnd/>
          </a:ln>
        </p:spPr>
        <p:txBody>
          <a:bodyPr wrap="none" lIns="0" tIns="0" rIns="0" bIns="0" anchor="ctr" anchorCtr="0">
            <a:spAutoFit/>
          </a:bodyPr>
          <a:lstStyle/>
          <a:p>
            <a:r>
              <a:rPr lang="en-US" altLang="ja-JP" sz="1000" dirty="0">
                <a:solidFill>
                  <a:srgbClr val="53565A"/>
                </a:solidFill>
                <a:latin typeface="Aptos" panose="020B0004020202020204" pitchFamily="34" charset="0"/>
                <a:ea typeface="ＭＳ Ｐゴシック" charset="-128"/>
              </a:rPr>
              <a:t>Category E</a:t>
            </a:r>
          </a:p>
        </p:txBody>
      </p:sp>
      <p:sp>
        <p:nvSpPr>
          <p:cNvPr id="371747" name="Text Box 47"/>
          <p:cNvSpPr txBox="1">
            <a:spLocks noChangeArrowheads="1"/>
          </p:cNvSpPr>
          <p:nvPr/>
        </p:nvSpPr>
        <p:spPr bwMode="auto">
          <a:xfrm>
            <a:off x="4321236" y="4400974"/>
            <a:ext cx="1857375" cy="307777"/>
          </a:xfrm>
          <a:prstGeom prst="rect">
            <a:avLst/>
          </a:prstGeom>
          <a:noFill/>
          <a:ln w="9525" algn="ctr">
            <a:noFill/>
            <a:miter lim="800000"/>
            <a:headEnd/>
            <a:tailEnd/>
          </a:ln>
        </p:spPr>
        <p:txBody>
          <a:bodyPr wrap="square" lIns="0" tIns="0" rIns="0" bIns="0">
            <a:spAutoFit/>
          </a:bodyPr>
          <a:lstStyle/>
          <a:p>
            <a:r>
              <a:rPr lang="en-US" altLang="ja-JP" sz="1000" dirty="0">
                <a:solidFill>
                  <a:srgbClr val="53565A"/>
                </a:solidFill>
                <a:latin typeface="Aptos" panose="020B0004020202020204" pitchFamily="34" charset="0"/>
                <a:ea typeface="ＭＳ Ｐゴシック" charset="-128"/>
              </a:rPr>
              <a:t>Savings Category E: $XXM:</a:t>
            </a:r>
          </a:p>
          <a:p>
            <a:pPr marL="0" lvl="1">
              <a:buSzPct val="100000"/>
            </a:pPr>
            <a:r>
              <a:rPr lang="en-US" altLang="ja-JP" sz="1000" dirty="0">
                <a:solidFill>
                  <a:srgbClr val="53565A"/>
                </a:solidFill>
                <a:latin typeface="Aptos" panose="020B0004020202020204" pitchFamily="34" charset="0"/>
                <a:ea typeface="ＭＳ Ｐゴシック" charset="-128"/>
              </a:rPr>
              <a:t>..</a:t>
            </a:r>
          </a:p>
        </p:txBody>
      </p:sp>
      <p:graphicFrame>
        <p:nvGraphicFramePr>
          <p:cNvPr id="55" name="Table 54"/>
          <p:cNvGraphicFramePr>
            <a:graphicFrameLocks noGrp="1"/>
          </p:cNvGraphicFramePr>
          <p:nvPr>
            <p:extLst>
              <p:ext uri="{D42A27DB-BD31-4B8C-83A1-F6EECF244321}">
                <p14:modId xmlns:p14="http://schemas.microsoft.com/office/powerpoint/2010/main" val="998038986"/>
              </p:ext>
            </p:extLst>
          </p:nvPr>
        </p:nvGraphicFramePr>
        <p:xfrm>
          <a:off x="3765572" y="2417704"/>
          <a:ext cx="425648" cy="2444256"/>
        </p:xfrm>
        <a:graphic>
          <a:graphicData uri="http://schemas.openxmlformats.org/drawingml/2006/table">
            <a:tbl>
              <a:tblPr firstRow="1" bandRow="1">
                <a:tableStyleId>{5C22544A-7EE6-4342-B048-85BDC9FD1C3A}</a:tableStyleId>
              </a:tblPr>
              <a:tblGrid>
                <a:gridCol w="425648">
                  <a:extLst>
                    <a:ext uri="{9D8B030D-6E8A-4147-A177-3AD203B41FA5}">
                      <a16:colId xmlns:a16="http://schemas.microsoft.com/office/drawing/2014/main" val="20000"/>
                    </a:ext>
                  </a:extLst>
                </a:gridCol>
              </a:tblGrid>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extLst>
                  <a:ext uri="{0D108BD9-81ED-4DB2-BD59-A6C34878D82A}">
                    <a16:rowId xmlns:a16="http://schemas.microsoft.com/office/drawing/2014/main" val="10000"/>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extLst>
                  <a:ext uri="{0D108BD9-81ED-4DB2-BD59-A6C34878D82A}">
                    <a16:rowId xmlns:a16="http://schemas.microsoft.com/office/drawing/2014/main" val="10001"/>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extLst>
                  <a:ext uri="{0D108BD9-81ED-4DB2-BD59-A6C34878D82A}">
                    <a16:rowId xmlns:a16="http://schemas.microsoft.com/office/drawing/2014/main" val="10002"/>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extLst>
                  <a:ext uri="{0D108BD9-81ED-4DB2-BD59-A6C34878D82A}">
                    <a16:rowId xmlns:a16="http://schemas.microsoft.com/office/drawing/2014/main" val="10003"/>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60000"/>
                        <a:lumOff val="40000"/>
                      </a:schemeClr>
                    </a:solidFill>
                  </a:tcPr>
                </a:tc>
                <a:extLst>
                  <a:ext uri="{0D108BD9-81ED-4DB2-BD59-A6C34878D82A}">
                    <a16:rowId xmlns:a16="http://schemas.microsoft.com/office/drawing/2014/main" val="10004"/>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60000"/>
                        <a:lumOff val="40000"/>
                      </a:schemeClr>
                    </a:solidFill>
                  </a:tcPr>
                </a:tc>
                <a:extLst>
                  <a:ext uri="{0D108BD9-81ED-4DB2-BD59-A6C34878D82A}">
                    <a16:rowId xmlns:a16="http://schemas.microsoft.com/office/drawing/2014/main" val="10005"/>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60000"/>
                        <a:lumOff val="40000"/>
                      </a:schemeClr>
                    </a:solidFill>
                  </a:tcPr>
                </a:tc>
                <a:extLst>
                  <a:ext uri="{0D108BD9-81ED-4DB2-BD59-A6C34878D82A}">
                    <a16:rowId xmlns:a16="http://schemas.microsoft.com/office/drawing/2014/main" val="10006"/>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7"/>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8"/>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9"/>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50000"/>
                      </a:schemeClr>
                    </a:solidFill>
                  </a:tcPr>
                </a:tc>
                <a:extLst>
                  <a:ext uri="{0D108BD9-81ED-4DB2-BD59-A6C34878D82A}">
                    <a16:rowId xmlns:a16="http://schemas.microsoft.com/office/drawing/2014/main" val="10010"/>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50000"/>
                      </a:schemeClr>
                    </a:solidFill>
                  </a:tcPr>
                </a:tc>
                <a:extLst>
                  <a:ext uri="{0D108BD9-81ED-4DB2-BD59-A6C34878D82A}">
                    <a16:rowId xmlns:a16="http://schemas.microsoft.com/office/drawing/2014/main" val="10011"/>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10012"/>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10013"/>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10014"/>
                  </a:ext>
                </a:extLst>
              </a:tr>
              <a:tr h="152766">
                <a:tc>
                  <a:txBody>
                    <a:bodyPr/>
                    <a:lstStyle/>
                    <a:p>
                      <a:endParaRPr lang="en-GB" sz="700" dirty="0">
                        <a:solidFill>
                          <a:schemeClr val="bg1"/>
                        </a:solidFill>
                      </a:endParaRPr>
                    </a:p>
                  </a:txBody>
                  <a:tcPr marL="0" marR="0" marT="0" marB="0">
                    <a:lnL w="12700" cmpd="sng">
                      <a:noFill/>
                    </a:lnL>
                    <a:lnR w="12700" cmpd="sng">
                      <a:noFill/>
                    </a:lnR>
                    <a:lnT w="9525"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10015"/>
                  </a:ext>
                </a:extLst>
              </a:tr>
            </a:tbl>
          </a:graphicData>
        </a:graphic>
      </p:graphicFrame>
    </p:spTree>
    <p:extLst>
      <p:ext uri="{BB962C8B-B14F-4D97-AF65-F5344CB8AC3E}">
        <p14:creationId xmlns:p14="http://schemas.microsoft.com/office/powerpoint/2010/main" val="2443473360"/>
      </p:ext>
    </p:extLst>
  </p:cSld>
  <p:clrMapOvr>
    <a:masterClrMapping/>
  </p:clrMapOvr>
  <p:transition>
    <p:fade/>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Placeholder 11">
            <a:extLst>
              <a:ext uri="{FF2B5EF4-FFF2-40B4-BE49-F238E27FC236}">
                <a16:creationId xmlns:a16="http://schemas.microsoft.com/office/drawing/2014/main" id="{D7B05208-2643-4937-8800-DF5FCC46EC89}"/>
              </a:ext>
            </a:extLst>
          </p:cNvPr>
          <p:cNvSpPr>
            <a:spLocks noGrp="1"/>
          </p:cNvSpPr>
          <p:nvPr>
            <p:ph type="body" sz="quarter" idx="13"/>
          </p:nvPr>
        </p:nvSpPr>
        <p:spPr/>
        <p:txBody>
          <a:bodyPr/>
          <a:lstStyle/>
          <a:p>
            <a:r>
              <a:rPr lang="en-GB" dirty="0"/>
              <a:t>Single </a:t>
            </a:r>
            <a:r>
              <a:rPr lang="en-US" dirty="0"/>
              <a:t>color</a:t>
            </a:r>
            <a:r>
              <a:rPr lang="en-GB" dirty="0"/>
              <a:t> highlight</a:t>
            </a:r>
          </a:p>
        </p:txBody>
      </p:sp>
      <p:sp>
        <p:nvSpPr>
          <p:cNvPr id="2" name="Title 1"/>
          <p:cNvSpPr>
            <a:spLocks noGrp="1"/>
          </p:cNvSpPr>
          <p:nvPr>
            <p:ph type="title"/>
          </p:nvPr>
        </p:nvSpPr>
        <p:spPr/>
        <p:txBody>
          <a:bodyPr/>
          <a:lstStyle/>
          <a:p>
            <a:r>
              <a:rPr lang="en-US" dirty="0"/>
              <a:t>Column chart with icons</a:t>
            </a:r>
          </a:p>
        </p:txBody>
      </p:sp>
      <p:graphicFrame>
        <p:nvGraphicFramePr>
          <p:cNvPr id="21" name="Chart Placeholder 25">
            <a:extLst>
              <a:ext uri="{FF2B5EF4-FFF2-40B4-BE49-F238E27FC236}">
                <a16:creationId xmlns:a16="http://schemas.microsoft.com/office/drawing/2014/main" id="{3A9AAAD9-44FD-4C43-83E3-9300D123465E}"/>
              </a:ext>
            </a:extLst>
          </p:cNvPr>
          <p:cNvGraphicFramePr>
            <a:graphicFrameLocks noGrp="1"/>
          </p:cNvGraphicFramePr>
          <p:nvPr>
            <p:ph idx="1"/>
            <p:extLst>
              <p:ext uri="{D42A27DB-BD31-4B8C-83A1-F6EECF244321}">
                <p14:modId xmlns:p14="http://schemas.microsoft.com/office/powerpoint/2010/main" val="522078687"/>
              </p:ext>
            </p:extLst>
          </p:nvPr>
        </p:nvGraphicFramePr>
        <p:xfrm>
          <a:off x="2807857" y="1682750"/>
          <a:ext cx="4350325" cy="4679950"/>
        </p:xfrm>
        <a:graphic>
          <a:graphicData uri="http://schemas.openxmlformats.org/drawingml/2006/chart">
            <c:chart xmlns:c="http://schemas.openxmlformats.org/drawingml/2006/chart" xmlns:r="http://schemas.openxmlformats.org/officeDocument/2006/relationships" r:id="rId3"/>
          </a:graphicData>
        </a:graphic>
      </p:graphicFrame>
      <p:cxnSp>
        <p:nvCxnSpPr>
          <p:cNvPr id="23" name="Straight Connector 22">
            <a:extLst>
              <a:ext uri="{FF2B5EF4-FFF2-40B4-BE49-F238E27FC236}">
                <a16:creationId xmlns:a16="http://schemas.microsoft.com/office/drawing/2014/main" id="{35C809E8-F00F-410E-9561-BA1AC1C11A1D}"/>
              </a:ext>
            </a:extLst>
          </p:cNvPr>
          <p:cNvCxnSpPr>
            <a:cxnSpLocks/>
            <a:stCxn id="30" idx="14"/>
          </p:cNvCxnSpPr>
          <p:nvPr/>
        </p:nvCxnSpPr>
        <p:spPr bwMode="gray">
          <a:xfrm>
            <a:off x="4937199" y="2750884"/>
            <a:ext cx="0" cy="468541"/>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8A3E8548-9880-42DD-88A9-1109A5A4FDEE}"/>
              </a:ext>
            </a:extLst>
          </p:cNvPr>
          <p:cNvCxnSpPr/>
          <p:nvPr/>
        </p:nvCxnSpPr>
        <p:spPr bwMode="gray">
          <a:xfrm flipH="1">
            <a:off x="6683090" y="2747261"/>
            <a:ext cx="0" cy="126012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7AC08381-5530-4C49-997A-F30FBEB9BBAC}"/>
              </a:ext>
            </a:extLst>
          </p:cNvPr>
          <p:cNvCxnSpPr>
            <a:cxnSpLocks/>
          </p:cNvCxnSpPr>
          <p:nvPr/>
        </p:nvCxnSpPr>
        <p:spPr bwMode="gray">
          <a:xfrm>
            <a:off x="5794476" y="2747260"/>
            <a:ext cx="0" cy="681741"/>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E21E0C46-6E68-468F-8B88-F1C5C314A945}"/>
              </a:ext>
            </a:extLst>
          </p:cNvPr>
          <p:cNvCxnSpPr>
            <a:cxnSpLocks/>
            <a:stCxn id="28" idx="2"/>
          </p:cNvCxnSpPr>
          <p:nvPr/>
        </p:nvCxnSpPr>
        <p:spPr bwMode="gray">
          <a:xfrm>
            <a:off x="4044521" y="2750884"/>
            <a:ext cx="0" cy="863853"/>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9A05BE5A-2C0C-4D30-9B11-B89A31AF7936}"/>
              </a:ext>
            </a:extLst>
          </p:cNvPr>
          <p:cNvCxnSpPr>
            <a:cxnSpLocks/>
            <a:stCxn id="32" idx="27"/>
          </p:cNvCxnSpPr>
          <p:nvPr/>
        </p:nvCxnSpPr>
        <p:spPr bwMode="gray">
          <a:xfrm>
            <a:off x="3193119" y="2750884"/>
            <a:ext cx="0" cy="979423"/>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28" name="Freeform 337">
            <a:extLst>
              <a:ext uri="{FF2B5EF4-FFF2-40B4-BE49-F238E27FC236}">
                <a16:creationId xmlns:a16="http://schemas.microsoft.com/office/drawing/2014/main" id="{6D072718-6C26-4E49-ADF2-92CEB064205C}"/>
              </a:ext>
            </a:extLst>
          </p:cNvPr>
          <p:cNvSpPr>
            <a:spLocks noChangeAspect="1" noEditPoints="1"/>
          </p:cNvSpPr>
          <p:nvPr/>
        </p:nvSpPr>
        <p:spPr bwMode="auto">
          <a:xfrm>
            <a:off x="3810521" y="2282884"/>
            <a:ext cx="468000" cy="468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5 w 512"/>
              <a:gd name="T11" fmla="*/ 238 h 512"/>
              <a:gd name="T12" fmla="*/ 405 w 512"/>
              <a:gd name="T13" fmla="*/ 245 h 512"/>
              <a:gd name="T14" fmla="*/ 384 w 512"/>
              <a:gd name="T15" fmla="*/ 245 h 512"/>
              <a:gd name="T16" fmla="*/ 384 w 512"/>
              <a:gd name="T17" fmla="*/ 384 h 512"/>
              <a:gd name="T18" fmla="*/ 373 w 512"/>
              <a:gd name="T19" fmla="*/ 394 h 512"/>
              <a:gd name="T20" fmla="*/ 277 w 512"/>
              <a:gd name="T21" fmla="*/ 394 h 512"/>
              <a:gd name="T22" fmla="*/ 266 w 512"/>
              <a:gd name="T23" fmla="*/ 384 h 512"/>
              <a:gd name="T24" fmla="*/ 266 w 512"/>
              <a:gd name="T25" fmla="*/ 330 h 512"/>
              <a:gd name="T26" fmla="*/ 245 w 512"/>
              <a:gd name="T27" fmla="*/ 330 h 512"/>
              <a:gd name="T28" fmla="*/ 245 w 512"/>
              <a:gd name="T29" fmla="*/ 384 h 512"/>
              <a:gd name="T30" fmla="*/ 234 w 512"/>
              <a:gd name="T31" fmla="*/ 394 h 512"/>
              <a:gd name="T32" fmla="*/ 138 w 512"/>
              <a:gd name="T33" fmla="*/ 394 h 512"/>
              <a:gd name="T34" fmla="*/ 128 w 512"/>
              <a:gd name="T35" fmla="*/ 384 h 512"/>
              <a:gd name="T36" fmla="*/ 128 w 512"/>
              <a:gd name="T37" fmla="*/ 245 h 512"/>
              <a:gd name="T38" fmla="*/ 106 w 512"/>
              <a:gd name="T39" fmla="*/ 245 h 512"/>
              <a:gd name="T40" fmla="*/ 96 w 512"/>
              <a:gd name="T41" fmla="*/ 238 h 512"/>
              <a:gd name="T42" fmla="*/ 99 w 512"/>
              <a:gd name="T43" fmla="*/ 226 h 512"/>
              <a:gd name="T44" fmla="*/ 249 w 512"/>
              <a:gd name="T45" fmla="*/ 98 h 512"/>
              <a:gd name="T46" fmla="*/ 263 w 512"/>
              <a:gd name="T47" fmla="*/ 98 h 512"/>
              <a:gd name="T48" fmla="*/ 412 w 512"/>
              <a:gd name="T49" fmla="*/ 226 h 512"/>
              <a:gd name="T50" fmla="*/ 415 w 512"/>
              <a:gd name="T51" fmla="*/ 238 h 512"/>
              <a:gd name="T52" fmla="*/ 256 w 512"/>
              <a:gd name="T53" fmla="*/ 120 h 512"/>
              <a:gd name="T54" fmla="*/ 376 w 512"/>
              <a:gd name="T55" fmla="*/ 224 h 512"/>
              <a:gd name="T56" fmla="*/ 373 w 512"/>
              <a:gd name="T57" fmla="*/ 224 h 512"/>
              <a:gd name="T58" fmla="*/ 362 w 512"/>
              <a:gd name="T59" fmla="*/ 234 h 512"/>
              <a:gd name="T60" fmla="*/ 362 w 512"/>
              <a:gd name="T61" fmla="*/ 373 h 512"/>
              <a:gd name="T62" fmla="*/ 288 w 512"/>
              <a:gd name="T63" fmla="*/ 373 h 512"/>
              <a:gd name="T64" fmla="*/ 288 w 512"/>
              <a:gd name="T65" fmla="*/ 320 h 512"/>
              <a:gd name="T66" fmla="*/ 277 w 512"/>
              <a:gd name="T67" fmla="*/ 309 h 512"/>
              <a:gd name="T68" fmla="*/ 234 w 512"/>
              <a:gd name="T69" fmla="*/ 309 h 512"/>
              <a:gd name="T70" fmla="*/ 224 w 512"/>
              <a:gd name="T71" fmla="*/ 320 h 512"/>
              <a:gd name="T72" fmla="*/ 224 w 512"/>
              <a:gd name="T73" fmla="*/ 373 h 512"/>
              <a:gd name="T74" fmla="*/ 149 w 512"/>
              <a:gd name="T75" fmla="*/ 373 h 512"/>
              <a:gd name="T76" fmla="*/ 149 w 512"/>
              <a:gd name="T77" fmla="*/ 234 h 512"/>
              <a:gd name="T78" fmla="*/ 138 w 512"/>
              <a:gd name="T79" fmla="*/ 224 h 512"/>
              <a:gd name="T80" fmla="*/ 135 w 512"/>
              <a:gd name="T81" fmla="*/ 224 h 512"/>
              <a:gd name="T82" fmla="*/ 256 w 512"/>
              <a:gd name="T83" fmla="*/ 12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38"/>
                </a:moveTo>
                <a:cubicBezTo>
                  <a:pt x="413" y="242"/>
                  <a:pt x="409" y="245"/>
                  <a:pt x="405" y="245"/>
                </a:cubicBezTo>
                <a:cubicBezTo>
                  <a:pt x="384" y="245"/>
                  <a:pt x="384" y="245"/>
                  <a:pt x="384" y="245"/>
                </a:cubicBezTo>
                <a:cubicBezTo>
                  <a:pt x="384" y="384"/>
                  <a:pt x="384" y="384"/>
                  <a:pt x="384" y="384"/>
                </a:cubicBezTo>
                <a:cubicBezTo>
                  <a:pt x="384" y="390"/>
                  <a:pt x="379" y="394"/>
                  <a:pt x="373" y="394"/>
                </a:cubicBezTo>
                <a:cubicBezTo>
                  <a:pt x="277" y="394"/>
                  <a:pt x="277" y="394"/>
                  <a:pt x="277" y="394"/>
                </a:cubicBezTo>
                <a:cubicBezTo>
                  <a:pt x="271" y="394"/>
                  <a:pt x="266" y="390"/>
                  <a:pt x="266" y="384"/>
                </a:cubicBezTo>
                <a:cubicBezTo>
                  <a:pt x="266" y="330"/>
                  <a:pt x="266" y="330"/>
                  <a:pt x="266" y="330"/>
                </a:cubicBezTo>
                <a:cubicBezTo>
                  <a:pt x="245" y="330"/>
                  <a:pt x="245" y="330"/>
                  <a:pt x="245" y="330"/>
                </a:cubicBezTo>
                <a:cubicBezTo>
                  <a:pt x="245" y="384"/>
                  <a:pt x="245" y="384"/>
                  <a:pt x="245" y="384"/>
                </a:cubicBezTo>
                <a:cubicBezTo>
                  <a:pt x="245" y="390"/>
                  <a:pt x="240" y="394"/>
                  <a:pt x="234" y="394"/>
                </a:cubicBezTo>
                <a:cubicBezTo>
                  <a:pt x="138" y="394"/>
                  <a:pt x="138" y="394"/>
                  <a:pt x="138" y="394"/>
                </a:cubicBezTo>
                <a:cubicBezTo>
                  <a:pt x="132" y="394"/>
                  <a:pt x="128" y="390"/>
                  <a:pt x="128" y="384"/>
                </a:cubicBezTo>
                <a:cubicBezTo>
                  <a:pt x="128" y="245"/>
                  <a:pt x="128" y="245"/>
                  <a:pt x="128" y="245"/>
                </a:cubicBezTo>
                <a:cubicBezTo>
                  <a:pt x="106" y="245"/>
                  <a:pt x="106" y="245"/>
                  <a:pt x="106" y="245"/>
                </a:cubicBezTo>
                <a:cubicBezTo>
                  <a:pt x="102" y="245"/>
                  <a:pt x="98" y="242"/>
                  <a:pt x="96" y="238"/>
                </a:cubicBezTo>
                <a:cubicBezTo>
                  <a:pt x="95" y="234"/>
                  <a:pt x="96" y="229"/>
                  <a:pt x="99" y="226"/>
                </a:cubicBezTo>
                <a:cubicBezTo>
                  <a:pt x="249" y="98"/>
                  <a:pt x="249" y="98"/>
                  <a:pt x="249" y="98"/>
                </a:cubicBezTo>
                <a:cubicBezTo>
                  <a:pt x="253" y="95"/>
                  <a:pt x="259" y="95"/>
                  <a:pt x="263" y="98"/>
                </a:cubicBezTo>
                <a:cubicBezTo>
                  <a:pt x="412" y="226"/>
                  <a:pt x="412" y="226"/>
                  <a:pt x="412" y="226"/>
                </a:cubicBezTo>
                <a:cubicBezTo>
                  <a:pt x="415" y="229"/>
                  <a:pt x="417" y="234"/>
                  <a:pt x="415" y="238"/>
                </a:cubicBezTo>
                <a:close/>
                <a:moveTo>
                  <a:pt x="256" y="120"/>
                </a:moveTo>
                <a:cubicBezTo>
                  <a:pt x="376" y="224"/>
                  <a:pt x="376" y="224"/>
                  <a:pt x="376" y="224"/>
                </a:cubicBezTo>
                <a:cubicBezTo>
                  <a:pt x="373" y="224"/>
                  <a:pt x="373" y="224"/>
                  <a:pt x="373" y="224"/>
                </a:cubicBezTo>
                <a:cubicBezTo>
                  <a:pt x="367" y="224"/>
                  <a:pt x="362" y="228"/>
                  <a:pt x="362" y="234"/>
                </a:cubicBezTo>
                <a:cubicBezTo>
                  <a:pt x="362" y="373"/>
                  <a:pt x="362" y="373"/>
                  <a:pt x="362" y="373"/>
                </a:cubicBezTo>
                <a:cubicBezTo>
                  <a:pt x="288" y="373"/>
                  <a:pt x="288" y="373"/>
                  <a:pt x="288" y="373"/>
                </a:cubicBezTo>
                <a:cubicBezTo>
                  <a:pt x="288" y="320"/>
                  <a:pt x="288" y="320"/>
                  <a:pt x="288" y="320"/>
                </a:cubicBezTo>
                <a:cubicBezTo>
                  <a:pt x="288" y="314"/>
                  <a:pt x="283" y="309"/>
                  <a:pt x="277" y="309"/>
                </a:cubicBezTo>
                <a:cubicBezTo>
                  <a:pt x="234" y="309"/>
                  <a:pt x="234" y="309"/>
                  <a:pt x="234" y="309"/>
                </a:cubicBezTo>
                <a:cubicBezTo>
                  <a:pt x="228" y="309"/>
                  <a:pt x="224" y="314"/>
                  <a:pt x="224" y="320"/>
                </a:cubicBezTo>
                <a:cubicBezTo>
                  <a:pt x="224" y="373"/>
                  <a:pt x="224" y="373"/>
                  <a:pt x="224" y="373"/>
                </a:cubicBezTo>
                <a:cubicBezTo>
                  <a:pt x="149" y="373"/>
                  <a:pt x="149" y="373"/>
                  <a:pt x="149" y="373"/>
                </a:cubicBezTo>
                <a:cubicBezTo>
                  <a:pt x="149" y="234"/>
                  <a:pt x="149" y="234"/>
                  <a:pt x="149" y="234"/>
                </a:cubicBezTo>
                <a:cubicBezTo>
                  <a:pt x="149" y="228"/>
                  <a:pt x="144" y="224"/>
                  <a:pt x="138" y="224"/>
                </a:cubicBezTo>
                <a:cubicBezTo>
                  <a:pt x="135" y="224"/>
                  <a:pt x="135" y="224"/>
                  <a:pt x="135" y="224"/>
                </a:cubicBezTo>
                <a:lnTo>
                  <a:pt x="256" y="120"/>
                </a:lnTo>
                <a:close/>
              </a:path>
            </a:pathLst>
          </a:custGeom>
          <a:solidFill>
            <a:schemeClr val="bg1">
              <a:lumMod val="65000"/>
            </a:schemeClr>
          </a:solidFill>
          <a:ln>
            <a:noFill/>
          </a:ln>
        </p:spPr>
        <p:txBody>
          <a:bodyPr vert="horz" wrap="square" lIns="99060" tIns="49530" rIns="99060" bIns="49530" numCol="1" anchor="t" anchorCtr="0" compatLnSpc="1">
            <a:prstTxWarp prst="textNoShape">
              <a:avLst/>
            </a:prstTxWarp>
          </a:bodyPr>
          <a:lstStyle/>
          <a:p>
            <a:endParaRPr lang="en-GB" sz="2600"/>
          </a:p>
        </p:txBody>
      </p:sp>
      <p:sp>
        <p:nvSpPr>
          <p:cNvPr id="29" name="Freeform 997">
            <a:extLst>
              <a:ext uri="{FF2B5EF4-FFF2-40B4-BE49-F238E27FC236}">
                <a16:creationId xmlns:a16="http://schemas.microsoft.com/office/drawing/2014/main" id="{B61BF40D-CF84-45E9-96B2-E7688B7473BE}"/>
              </a:ext>
            </a:extLst>
          </p:cNvPr>
          <p:cNvSpPr>
            <a:spLocks noChangeAspect="1" noEditPoints="1"/>
          </p:cNvSpPr>
          <p:nvPr/>
        </p:nvSpPr>
        <p:spPr bwMode="auto">
          <a:xfrm>
            <a:off x="5562856" y="2282884"/>
            <a:ext cx="468000" cy="468000"/>
          </a:xfrm>
          <a:custGeom>
            <a:avLst/>
            <a:gdLst>
              <a:gd name="T0" fmla="*/ 394 w 512"/>
              <a:gd name="T1" fmla="*/ 280 h 512"/>
              <a:gd name="T2" fmla="*/ 365 w 512"/>
              <a:gd name="T3" fmla="*/ 309 h 512"/>
              <a:gd name="T4" fmla="*/ 167 w 512"/>
              <a:gd name="T5" fmla="*/ 309 h 512"/>
              <a:gd name="T6" fmla="*/ 117 w 512"/>
              <a:gd name="T7" fmla="*/ 259 h 512"/>
              <a:gd name="T8" fmla="*/ 167 w 512"/>
              <a:gd name="T9" fmla="*/ 210 h 512"/>
              <a:gd name="T10" fmla="*/ 189 w 512"/>
              <a:gd name="T11" fmla="*/ 217 h 512"/>
              <a:gd name="T12" fmla="*/ 199 w 512"/>
              <a:gd name="T13" fmla="*/ 221 h 512"/>
              <a:gd name="T14" fmla="*/ 208 w 512"/>
              <a:gd name="T15" fmla="*/ 213 h 512"/>
              <a:gd name="T16" fmla="*/ 208 w 512"/>
              <a:gd name="T17" fmla="*/ 211 h 512"/>
              <a:gd name="T18" fmla="*/ 210 w 512"/>
              <a:gd name="T19" fmla="*/ 206 h 512"/>
              <a:gd name="T20" fmla="*/ 277 w 512"/>
              <a:gd name="T21" fmla="*/ 160 h 512"/>
              <a:gd name="T22" fmla="*/ 347 w 512"/>
              <a:gd name="T23" fmla="*/ 230 h 512"/>
              <a:gd name="T24" fmla="*/ 347 w 512"/>
              <a:gd name="T25" fmla="*/ 234 h 512"/>
              <a:gd name="T26" fmla="*/ 347 w 512"/>
              <a:gd name="T27" fmla="*/ 239 h 512"/>
              <a:gd name="T28" fmla="*/ 350 w 512"/>
              <a:gd name="T29" fmla="*/ 249 h 512"/>
              <a:gd name="T30" fmla="*/ 361 w 512"/>
              <a:gd name="T31" fmla="*/ 251 h 512"/>
              <a:gd name="T32" fmla="*/ 363 w 512"/>
              <a:gd name="T33" fmla="*/ 250 h 512"/>
              <a:gd name="T34" fmla="*/ 365 w 512"/>
              <a:gd name="T35" fmla="*/ 250 h 512"/>
              <a:gd name="T36" fmla="*/ 394 w 512"/>
              <a:gd name="T37" fmla="*/ 280 h 512"/>
              <a:gd name="T38" fmla="*/ 512 w 512"/>
              <a:gd name="T39" fmla="*/ 256 h 512"/>
              <a:gd name="T40" fmla="*/ 256 w 512"/>
              <a:gd name="T41" fmla="*/ 512 h 512"/>
              <a:gd name="T42" fmla="*/ 0 w 512"/>
              <a:gd name="T43" fmla="*/ 256 h 512"/>
              <a:gd name="T44" fmla="*/ 256 w 512"/>
              <a:gd name="T45" fmla="*/ 0 h 512"/>
              <a:gd name="T46" fmla="*/ 512 w 512"/>
              <a:gd name="T47" fmla="*/ 256 h 512"/>
              <a:gd name="T48" fmla="*/ 416 w 512"/>
              <a:gd name="T49" fmla="*/ 280 h 512"/>
              <a:gd name="T50" fmla="*/ 369 w 512"/>
              <a:gd name="T51" fmla="*/ 229 h 512"/>
              <a:gd name="T52" fmla="*/ 277 w 512"/>
              <a:gd name="T53" fmla="*/ 138 h 512"/>
              <a:gd name="T54" fmla="*/ 192 w 512"/>
              <a:gd name="T55" fmla="*/ 194 h 512"/>
              <a:gd name="T56" fmla="*/ 167 w 512"/>
              <a:gd name="T57" fmla="*/ 189 h 512"/>
              <a:gd name="T58" fmla="*/ 96 w 512"/>
              <a:gd name="T59" fmla="*/ 259 h 512"/>
              <a:gd name="T60" fmla="*/ 167 w 512"/>
              <a:gd name="T61" fmla="*/ 330 h 512"/>
              <a:gd name="T62" fmla="*/ 365 w 512"/>
              <a:gd name="T63" fmla="*/ 330 h 512"/>
              <a:gd name="T64" fmla="*/ 416 w 512"/>
              <a:gd name="T65" fmla="*/ 28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394" y="280"/>
                </a:moveTo>
                <a:cubicBezTo>
                  <a:pt x="394" y="296"/>
                  <a:pt x="381" y="309"/>
                  <a:pt x="365" y="309"/>
                </a:cubicBezTo>
                <a:cubicBezTo>
                  <a:pt x="167" y="309"/>
                  <a:pt x="167" y="309"/>
                  <a:pt x="167" y="309"/>
                </a:cubicBezTo>
                <a:cubicBezTo>
                  <a:pt x="139" y="309"/>
                  <a:pt x="117" y="287"/>
                  <a:pt x="117" y="259"/>
                </a:cubicBezTo>
                <a:cubicBezTo>
                  <a:pt x="117" y="232"/>
                  <a:pt x="139" y="210"/>
                  <a:pt x="167" y="210"/>
                </a:cubicBezTo>
                <a:cubicBezTo>
                  <a:pt x="175" y="210"/>
                  <a:pt x="182" y="212"/>
                  <a:pt x="189" y="217"/>
                </a:cubicBezTo>
                <a:cubicBezTo>
                  <a:pt x="191" y="220"/>
                  <a:pt x="195" y="222"/>
                  <a:pt x="199" y="221"/>
                </a:cubicBezTo>
                <a:cubicBezTo>
                  <a:pt x="204" y="220"/>
                  <a:pt x="207" y="217"/>
                  <a:pt x="208" y="213"/>
                </a:cubicBezTo>
                <a:cubicBezTo>
                  <a:pt x="208" y="211"/>
                  <a:pt x="208" y="211"/>
                  <a:pt x="208" y="211"/>
                </a:cubicBezTo>
                <a:cubicBezTo>
                  <a:pt x="209" y="209"/>
                  <a:pt x="209" y="208"/>
                  <a:pt x="210" y="206"/>
                </a:cubicBezTo>
                <a:cubicBezTo>
                  <a:pt x="220" y="179"/>
                  <a:pt x="248" y="160"/>
                  <a:pt x="277" y="160"/>
                </a:cubicBezTo>
                <a:cubicBezTo>
                  <a:pt x="316" y="160"/>
                  <a:pt x="347" y="191"/>
                  <a:pt x="347" y="230"/>
                </a:cubicBezTo>
                <a:cubicBezTo>
                  <a:pt x="347" y="231"/>
                  <a:pt x="347" y="232"/>
                  <a:pt x="347" y="234"/>
                </a:cubicBezTo>
                <a:cubicBezTo>
                  <a:pt x="347" y="236"/>
                  <a:pt x="347" y="237"/>
                  <a:pt x="347" y="239"/>
                </a:cubicBezTo>
                <a:cubicBezTo>
                  <a:pt x="346" y="243"/>
                  <a:pt x="348" y="247"/>
                  <a:pt x="350" y="249"/>
                </a:cubicBezTo>
                <a:cubicBezTo>
                  <a:pt x="353" y="251"/>
                  <a:pt x="357" y="252"/>
                  <a:pt x="361" y="251"/>
                </a:cubicBezTo>
                <a:cubicBezTo>
                  <a:pt x="362" y="250"/>
                  <a:pt x="363" y="250"/>
                  <a:pt x="363" y="250"/>
                </a:cubicBezTo>
                <a:cubicBezTo>
                  <a:pt x="364" y="250"/>
                  <a:pt x="364" y="250"/>
                  <a:pt x="365" y="250"/>
                </a:cubicBezTo>
                <a:cubicBezTo>
                  <a:pt x="381" y="250"/>
                  <a:pt x="394" y="263"/>
                  <a:pt x="394" y="28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80"/>
                </a:moveTo>
                <a:cubicBezTo>
                  <a:pt x="416" y="253"/>
                  <a:pt x="395" y="231"/>
                  <a:pt x="369" y="229"/>
                </a:cubicBezTo>
                <a:cubicBezTo>
                  <a:pt x="368" y="179"/>
                  <a:pt x="327" y="138"/>
                  <a:pt x="277" y="138"/>
                </a:cubicBezTo>
                <a:cubicBezTo>
                  <a:pt x="240" y="138"/>
                  <a:pt x="206" y="161"/>
                  <a:pt x="192" y="194"/>
                </a:cubicBezTo>
                <a:cubicBezTo>
                  <a:pt x="184" y="190"/>
                  <a:pt x="176" y="189"/>
                  <a:pt x="167" y="189"/>
                </a:cubicBezTo>
                <a:cubicBezTo>
                  <a:pt x="127" y="189"/>
                  <a:pt x="96" y="220"/>
                  <a:pt x="96" y="259"/>
                </a:cubicBezTo>
                <a:cubicBezTo>
                  <a:pt x="96" y="299"/>
                  <a:pt x="127" y="330"/>
                  <a:pt x="167" y="330"/>
                </a:cubicBezTo>
                <a:cubicBezTo>
                  <a:pt x="365" y="330"/>
                  <a:pt x="365" y="330"/>
                  <a:pt x="365" y="330"/>
                </a:cubicBezTo>
                <a:cubicBezTo>
                  <a:pt x="393" y="330"/>
                  <a:pt x="416" y="308"/>
                  <a:pt x="416" y="280"/>
                </a:cubicBezTo>
                <a:close/>
              </a:path>
            </a:pathLst>
          </a:custGeom>
          <a:solidFill>
            <a:schemeClr val="bg1">
              <a:lumMod val="65000"/>
            </a:schemeClr>
          </a:solidFill>
          <a:ln>
            <a:noFill/>
          </a:ln>
        </p:spPr>
        <p:txBody>
          <a:bodyPr vert="horz" wrap="square" lIns="99060" tIns="49530" rIns="99060" bIns="49530" numCol="1" anchor="t" anchorCtr="0" compatLnSpc="1">
            <a:prstTxWarp prst="textNoShape">
              <a:avLst/>
            </a:prstTxWarp>
          </a:bodyPr>
          <a:lstStyle/>
          <a:p>
            <a:endParaRPr lang="en-GB" sz="2600"/>
          </a:p>
        </p:txBody>
      </p:sp>
      <p:sp>
        <p:nvSpPr>
          <p:cNvPr id="30" name="Freeform 315">
            <a:extLst>
              <a:ext uri="{FF2B5EF4-FFF2-40B4-BE49-F238E27FC236}">
                <a16:creationId xmlns:a16="http://schemas.microsoft.com/office/drawing/2014/main" id="{3D8AB539-1512-42E9-95C8-470960B749BA}"/>
              </a:ext>
            </a:extLst>
          </p:cNvPr>
          <p:cNvSpPr>
            <a:spLocks noChangeAspect="1" noEditPoints="1"/>
          </p:cNvSpPr>
          <p:nvPr/>
        </p:nvSpPr>
        <p:spPr bwMode="auto">
          <a:xfrm>
            <a:off x="4703199" y="2282884"/>
            <a:ext cx="468000" cy="468000"/>
          </a:xfrm>
          <a:custGeom>
            <a:avLst/>
            <a:gdLst>
              <a:gd name="T0" fmla="*/ 373 w 512"/>
              <a:gd name="T1" fmla="*/ 138 h 512"/>
              <a:gd name="T2" fmla="*/ 298 w 512"/>
              <a:gd name="T3" fmla="*/ 228 h 512"/>
              <a:gd name="T4" fmla="*/ 339 w 512"/>
              <a:gd name="T5" fmla="*/ 369 h 512"/>
              <a:gd name="T6" fmla="*/ 273 w 512"/>
              <a:gd name="T7" fmla="*/ 272 h 512"/>
              <a:gd name="T8" fmla="*/ 256 w 512"/>
              <a:gd name="T9" fmla="*/ 270 h 512"/>
              <a:gd name="T10" fmla="*/ 202 w 512"/>
              <a:gd name="T11" fmla="*/ 333 h 512"/>
              <a:gd name="T12" fmla="*/ 214 w 512"/>
              <a:gd name="T13" fmla="*/ 388 h 512"/>
              <a:gd name="T14" fmla="*/ 176 w 512"/>
              <a:gd name="T15" fmla="*/ 332 h 512"/>
              <a:gd name="T16" fmla="*/ 131 w 512"/>
              <a:gd name="T17" fmla="*/ 290 h 512"/>
              <a:gd name="T18" fmla="*/ 189 w 512"/>
              <a:gd name="T19" fmla="*/ 307 h 512"/>
              <a:gd name="T20" fmla="*/ 244 w 512"/>
              <a:gd name="T21" fmla="*/ 246 h 512"/>
              <a:gd name="T22" fmla="*/ 135 w 512"/>
              <a:gd name="T23" fmla="*/ 181 h 512"/>
              <a:gd name="T24" fmla="*/ 272 w 512"/>
              <a:gd name="T25" fmla="*/ 216 h 512"/>
              <a:gd name="T26" fmla="*/ 343 w 512"/>
              <a:gd name="T27" fmla="*/ 154 h 512"/>
              <a:gd name="T28" fmla="*/ 256 w 512"/>
              <a:gd name="T29" fmla="*/ 512 h 512"/>
              <a:gd name="T30" fmla="*/ 256 w 512"/>
              <a:gd name="T31" fmla="*/ 0 h 512"/>
              <a:gd name="T32" fmla="*/ 389 w 512"/>
              <a:gd name="T33" fmla="*/ 123 h 512"/>
              <a:gd name="T34" fmla="*/ 328 w 512"/>
              <a:gd name="T35" fmla="*/ 138 h 512"/>
              <a:gd name="T36" fmla="*/ 143 w 512"/>
              <a:gd name="T37" fmla="*/ 150 h 512"/>
              <a:gd name="T38" fmla="*/ 109 w 512"/>
              <a:gd name="T39" fmla="*/ 176 h 512"/>
              <a:gd name="T40" fmla="*/ 112 w 512"/>
              <a:gd name="T41" fmla="*/ 193 h 512"/>
              <a:gd name="T42" fmla="*/ 179 w 512"/>
              <a:gd name="T43" fmla="*/ 287 h 512"/>
              <a:gd name="T44" fmla="*/ 121 w 512"/>
              <a:gd name="T45" fmla="*/ 270 h 512"/>
              <a:gd name="T46" fmla="*/ 96 w 512"/>
              <a:gd name="T47" fmla="*/ 301 h 512"/>
              <a:gd name="T48" fmla="*/ 163 w 512"/>
              <a:gd name="T49" fmla="*/ 349 h 512"/>
              <a:gd name="T50" fmla="*/ 211 w 512"/>
              <a:gd name="T51" fmla="*/ 416 h 512"/>
              <a:gd name="T52" fmla="*/ 219 w 512"/>
              <a:gd name="T53" fmla="*/ 413 h 512"/>
              <a:gd name="T54" fmla="*/ 244 w 512"/>
              <a:gd name="T55" fmla="*/ 379 h 512"/>
              <a:gd name="T56" fmla="*/ 262 w 512"/>
              <a:gd name="T57" fmla="*/ 295 h 512"/>
              <a:gd name="T58" fmla="*/ 327 w 512"/>
              <a:gd name="T59" fmla="*/ 405 h 512"/>
              <a:gd name="T60" fmla="*/ 358 w 512"/>
              <a:gd name="T61" fmla="*/ 379 h 512"/>
              <a:gd name="T62" fmla="*/ 318 w 512"/>
              <a:gd name="T63" fmla="*/ 239 h 512"/>
              <a:gd name="T64" fmla="*/ 374 w 512"/>
              <a:gd name="T6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343" y="154"/>
                </a:moveTo>
                <a:cubicBezTo>
                  <a:pt x="354" y="145"/>
                  <a:pt x="368" y="138"/>
                  <a:pt x="373" y="138"/>
                </a:cubicBezTo>
                <a:cubicBezTo>
                  <a:pt x="373" y="144"/>
                  <a:pt x="366" y="157"/>
                  <a:pt x="358" y="169"/>
                </a:cubicBezTo>
                <a:cubicBezTo>
                  <a:pt x="298" y="228"/>
                  <a:pt x="298" y="228"/>
                  <a:pt x="298" y="228"/>
                </a:cubicBezTo>
                <a:cubicBezTo>
                  <a:pt x="295" y="231"/>
                  <a:pt x="294" y="236"/>
                  <a:pt x="295" y="239"/>
                </a:cubicBezTo>
                <a:cubicBezTo>
                  <a:pt x="339" y="369"/>
                  <a:pt x="339" y="369"/>
                  <a:pt x="339" y="369"/>
                </a:cubicBezTo>
                <a:cubicBezTo>
                  <a:pt x="331" y="377"/>
                  <a:pt x="331" y="377"/>
                  <a:pt x="331" y="377"/>
                </a:cubicBezTo>
                <a:cubicBezTo>
                  <a:pt x="273" y="272"/>
                  <a:pt x="273" y="272"/>
                  <a:pt x="273" y="272"/>
                </a:cubicBezTo>
                <a:cubicBezTo>
                  <a:pt x="272" y="269"/>
                  <a:pt x="269" y="267"/>
                  <a:pt x="266" y="267"/>
                </a:cubicBezTo>
                <a:cubicBezTo>
                  <a:pt x="262" y="266"/>
                  <a:pt x="259" y="268"/>
                  <a:pt x="256" y="270"/>
                </a:cubicBezTo>
                <a:cubicBezTo>
                  <a:pt x="205" y="322"/>
                  <a:pt x="205" y="322"/>
                  <a:pt x="205" y="322"/>
                </a:cubicBezTo>
                <a:cubicBezTo>
                  <a:pt x="202" y="325"/>
                  <a:pt x="201" y="329"/>
                  <a:pt x="202" y="333"/>
                </a:cubicBezTo>
                <a:cubicBezTo>
                  <a:pt x="221" y="381"/>
                  <a:pt x="221" y="381"/>
                  <a:pt x="221" y="381"/>
                </a:cubicBezTo>
                <a:cubicBezTo>
                  <a:pt x="214" y="388"/>
                  <a:pt x="214" y="388"/>
                  <a:pt x="214" y="388"/>
                </a:cubicBezTo>
                <a:cubicBezTo>
                  <a:pt x="179" y="335"/>
                  <a:pt x="179" y="335"/>
                  <a:pt x="179" y="335"/>
                </a:cubicBezTo>
                <a:cubicBezTo>
                  <a:pt x="179" y="334"/>
                  <a:pt x="177" y="333"/>
                  <a:pt x="176" y="332"/>
                </a:cubicBezTo>
                <a:cubicBezTo>
                  <a:pt x="123" y="298"/>
                  <a:pt x="123" y="298"/>
                  <a:pt x="123" y="298"/>
                </a:cubicBezTo>
                <a:cubicBezTo>
                  <a:pt x="131" y="290"/>
                  <a:pt x="131" y="290"/>
                  <a:pt x="131" y="290"/>
                </a:cubicBezTo>
                <a:cubicBezTo>
                  <a:pt x="178" y="309"/>
                  <a:pt x="178" y="309"/>
                  <a:pt x="178" y="309"/>
                </a:cubicBezTo>
                <a:cubicBezTo>
                  <a:pt x="182" y="311"/>
                  <a:pt x="186" y="310"/>
                  <a:pt x="189" y="307"/>
                </a:cubicBezTo>
                <a:cubicBezTo>
                  <a:pt x="241" y="255"/>
                  <a:pt x="241" y="255"/>
                  <a:pt x="241" y="255"/>
                </a:cubicBezTo>
                <a:cubicBezTo>
                  <a:pt x="244" y="252"/>
                  <a:pt x="245" y="249"/>
                  <a:pt x="244" y="246"/>
                </a:cubicBezTo>
                <a:cubicBezTo>
                  <a:pt x="244" y="242"/>
                  <a:pt x="242" y="240"/>
                  <a:pt x="239" y="238"/>
                </a:cubicBezTo>
                <a:cubicBezTo>
                  <a:pt x="135" y="181"/>
                  <a:pt x="135" y="181"/>
                  <a:pt x="135" y="181"/>
                </a:cubicBezTo>
                <a:cubicBezTo>
                  <a:pt x="142" y="173"/>
                  <a:pt x="142" y="173"/>
                  <a:pt x="142" y="173"/>
                </a:cubicBezTo>
                <a:cubicBezTo>
                  <a:pt x="272" y="216"/>
                  <a:pt x="272" y="216"/>
                  <a:pt x="272" y="216"/>
                </a:cubicBezTo>
                <a:cubicBezTo>
                  <a:pt x="276" y="217"/>
                  <a:pt x="280" y="216"/>
                  <a:pt x="283" y="213"/>
                </a:cubicBezTo>
                <a:lnTo>
                  <a:pt x="343" y="15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89" y="123"/>
                </a:moveTo>
                <a:cubicBezTo>
                  <a:pt x="373" y="107"/>
                  <a:pt x="342" y="127"/>
                  <a:pt x="329" y="137"/>
                </a:cubicBezTo>
                <a:cubicBezTo>
                  <a:pt x="329" y="137"/>
                  <a:pt x="328" y="138"/>
                  <a:pt x="328" y="138"/>
                </a:cubicBezTo>
                <a:cubicBezTo>
                  <a:pt x="272" y="194"/>
                  <a:pt x="272" y="194"/>
                  <a:pt x="272" y="194"/>
                </a:cubicBezTo>
                <a:cubicBezTo>
                  <a:pt x="143" y="150"/>
                  <a:pt x="143" y="150"/>
                  <a:pt x="143" y="150"/>
                </a:cubicBezTo>
                <a:cubicBezTo>
                  <a:pt x="139" y="149"/>
                  <a:pt x="135" y="150"/>
                  <a:pt x="132" y="153"/>
                </a:cubicBezTo>
                <a:cubicBezTo>
                  <a:pt x="109" y="176"/>
                  <a:pt x="109" y="176"/>
                  <a:pt x="109" y="176"/>
                </a:cubicBezTo>
                <a:cubicBezTo>
                  <a:pt x="107" y="178"/>
                  <a:pt x="106" y="181"/>
                  <a:pt x="106" y="185"/>
                </a:cubicBezTo>
                <a:cubicBezTo>
                  <a:pt x="107" y="188"/>
                  <a:pt x="109" y="191"/>
                  <a:pt x="112" y="193"/>
                </a:cubicBezTo>
                <a:cubicBezTo>
                  <a:pt x="216" y="250"/>
                  <a:pt x="216" y="250"/>
                  <a:pt x="216" y="250"/>
                </a:cubicBezTo>
                <a:cubicBezTo>
                  <a:pt x="179" y="287"/>
                  <a:pt x="179" y="287"/>
                  <a:pt x="179" y="287"/>
                </a:cubicBezTo>
                <a:cubicBezTo>
                  <a:pt x="132" y="268"/>
                  <a:pt x="132" y="268"/>
                  <a:pt x="132" y="268"/>
                </a:cubicBezTo>
                <a:cubicBezTo>
                  <a:pt x="128" y="266"/>
                  <a:pt x="124" y="267"/>
                  <a:pt x="121" y="270"/>
                </a:cubicBezTo>
                <a:cubicBezTo>
                  <a:pt x="99" y="292"/>
                  <a:pt x="99" y="292"/>
                  <a:pt x="99" y="292"/>
                </a:cubicBezTo>
                <a:cubicBezTo>
                  <a:pt x="96" y="294"/>
                  <a:pt x="95" y="297"/>
                  <a:pt x="96" y="301"/>
                </a:cubicBezTo>
                <a:cubicBezTo>
                  <a:pt x="96" y="304"/>
                  <a:pt x="98" y="307"/>
                  <a:pt x="100" y="308"/>
                </a:cubicBezTo>
                <a:cubicBezTo>
                  <a:pt x="163" y="349"/>
                  <a:pt x="163" y="349"/>
                  <a:pt x="163" y="349"/>
                </a:cubicBezTo>
                <a:cubicBezTo>
                  <a:pt x="203" y="411"/>
                  <a:pt x="203" y="411"/>
                  <a:pt x="203" y="411"/>
                </a:cubicBezTo>
                <a:cubicBezTo>
                  <a:pt x="205" y="414"/>
                  <a:pt x="208" y="415"/>
                  <a:pt x="211" y="416"/>
                </a:cubicBezTo>
                <a:cubicBezTo>
                  <a:pt x="211" y="416"/>
                  <a:pt x="212" y="416"/>
                  <a:pt x="212" y="416"/>
                </a:cubicBezTo>
                <a:cubicBezTo>
                  <a:pt x="215" y="416"/>
                  <a:pt x="217" y="415"/>
                  <a:pt x="219" y="413"/>
                </a:cubicBezTo>
                <a:cubicBezTo>
                  <a:pt x="241" y="391"/>
                  <a:pt x="241" y="391"/>
                  <a:pt x="241" y="391"/>
                </a:cubicBezTo>
                <a:cubicBezTo>
                  <a:pt x="244" y="388"/>
                  <a:pt x="245" y="383"/>
                  <a:pt x="244" y="379"/>
                </a:cubicBezTo>
                <a:cubicBezTo>
                  <a:pt x="225" y="332"/>
                  <a:pt x="225" y="332"/>
                  <a:pt x="225" y="332"/>
                </a:cubicBezTo>
                <a:cubicBezTo>
                  <a:pt x="262" y="295"/>
                  <a:pt x="262" y="295"/>
                  <a:pt x="262" y="295"/>
                </a:cubicBezTo>
                <a:cubicBezTo>
                  <a:pt x="319" y="399"/>
                  <a:pt x="319" y="399"/>
                  <a:pt x="319" y="399"/>
                </a:cubicBezTo>
                <a:cubicBezTo>
                  <a:pt x="320" y="402"/>
                  <a:pt x="323" y="404"/>
                  <a:pt x="327" y="405"/>
                </a:cubicBezTo>
                <a:cubicBezTo>
                  <a:pt x="330" y="405"/>
                  <a:pt x="333" y="404"/>
                  <a:pt x="336" y="402"/>
                </a:cubicBezTo>
                <a:cubicBezTo>
                  <a:pt x="358" y="379"/>
                  <a:pt x="358" y="379"/>
                  <a:pt x="358" y="379"/>
                </a:cubicBezTo>
                <a:cubicBezTo>
                  <a:pt x="361" y="376"/>
                  <a:pt x="362" y="372"/>
                  <a:pt x="361" y="368"/>
                </a:cubicBezTo>
                <a:cubicBezTo>
                  <a:pt x="318" y="239"/>
                  <a:pt x="318" y="239"/>
                  <a:pt x="318" y="239"/>
                </a:cubicBezTo>
                <a:cubicBezTo>
                  <a:pt x="373" y="183"/>
                  <a:pt x="373" y="183"/>
                  <a:pt x="373" y="183"/>
                </a:cubicBezTo>
                <a:cubicBezTo>
                  <a:pt x="374" y="183"/>
                  <a:pt x="374" y="182"/>
                  <a:pt x="374" y="182"/>
                </a:cubicBezTo>
                <a:cubicBezTo>
                  <a:pt x="384" y="170"/>
                  <a:pt x="404" y="139"/>
                  <a:pt x="389" y="123"/>
                </a:cubicBezTo>
                <a:close/>
              </a:path>
            </a:pathLst>
          </a:custGeom>
          <a:solidFill>
            <a:schemeClr val="accent1"/>
          </a:solidFill>
          <a:ln>
            <a:noFill/>
          </a:ln>
        </p:spPr>
        <p:txBody>
          <a:bodyPr vert="horz" wrap="square" lIns="99060" tIns="49530" rIns="99060" bIns="49530" numCol="1" anchor="t" anchorCtr="0" compatLnSpc="1">
            <a:prstTxWarp prst="textNoShape">
              <a:avLst/>
            </a:prstTxWarp>
          </a:bodyPr>
          <a:lstStyle/>
          <a:p>
            <a:endParaRPr lang="en-GB" sz="2600"/>
          </a:p>
        </p:txBody>
      </p:sp>
      <p:sp>
        <p:nvSpPr>
          <p:cNvPr id="31" name="Freeform 333">
            <a:extLst>
              <a:ext uri="{FF2B5EF4-FFF2-40B4-BE49-F238E27FC236}">
                <a16:creationId xmlns:a16="http://schemas.microsoft.com/office/drawing/2014/main" id="{C29BB116-FFC5-4511-9DFD-3D4386D057BA}"/>
              </a:ext>
            </a:extLst>
          </p:cNvPr>
          <p:cNvSpPr>
            <a:spLocks noChangeAspect="1" noEditPoints="1"/>
          </p:cNvSpPr>
          <p:nvPr/>
        </p:nvSpPr>
        <p:spPr bwMode="auto">
          <a:xfrm>
            <a:off x="6439023" y="2282884"/>
            <a:ext cx="468000" cy="468000"/>
          </a:xfrm>
          <a:custGeom>
            <a:avLst/>
            <a:gdLst>
              <a:gd name="T0" fmla="*/ 276 w 512"/>
              <a:gd name="T1" fmla="*/ 352 h 512"/>
              <a:gd name="T2" fmla="*/ 355 w 512"/>
              <a:gd name="T3" fmla="*/ 352 h 512"/>
              <a:gd name="T4" fmla="*/ 354 w 512"/>
              <a:gd name="T5" fmla="*/ 354 h 512"/>
              <a:gd name="T6" fmla="*/ 316 w 512"/>
              <a:gd name="T7" fmla="*/ 369 h 512"/>
              <a:gd name="T8" fmla="*/ 278 w 512"/>
              <a:gd name="T9" fmla="*/ 354 h 512"/>
              <a:gd name="T10" fmla="*/ 276 w 512"/>
              <a:gd name="T11" fmla="*/ 352 h 512"/>
              <a:gd name="T12" fmla="*/ 233 w 512"/>
              <a:gd name="T13" fmla="*/ 158 h 512"/>
              <a:gd name="T14" fmla="*/ 195 w 512"/>
              <a:gd name="T15" fmla="*/ 142 h 512"/>
              <a:gd name="T16" fmla="*/ 158 w 512"/>
              <a:gd name="T17" fmla="*/ 158 h 512"/>
              <a:gd name="T18" fmla="*/ 142 w 512"/>
              <a:gd name="T19" fmla="*/ 195 h 512"/>
              <a:gd name="T20" fmla="*/ 158 w 512"/>
              <a:gd name="T21" fmla="*/ 233 h 512"/>
              <a:gd name="T22" fmla="*/ 210 w 512"/>
              <a:gd name="T23" fmla="*/ 286 h 512"/>
              <a:gd name="T24" fmla="*/ 286 w 512"/>
              <a:gd name="T25" fmla="*/ 210 h 512"/>
              <a:gd name="T26" fmla="*/ 233 w 512"/>
              <a:gd name="T27" fmla="*/ 158 h 512"/>
              <a:gd name="T28" fmla="*/ 320 w 512"/>
              <a:gd name="T29" fmla="*/ 245 h 512"/>
              <a:gd name="T30" fmla="*/ 301 w 512"/>
              <a:gd name="T31" fmla="*/ 226 h 512"/>
              <a:gd name="T32" fmla="*/ 281 w 512"/>
              <a:gd name="T33" fmla="*/ 245 h 512"/>
              <a:gd name="T34" fmla="*/ 320 w 512"/>
              <a:gd name="T35" fmla="*/ 245 h 512"/>
              <a:gd name="T36" fmla="*/ 234 w 512"/>
              <a:gd name="T37" fmla="*/ 309 h 512"/>
              <a:gd name="T38" fmla="*/ 256 w 512"/>
              <a:gd name="T39" fmla="*/ 331 h 512"/>
              <a:gd name="T40" fmla="*/ 256 w 512"/>
              <a:gd name="T41" fmla="*/ 330 h 512"/>
              <a:gd name="T42" fmla="*/ 367 w 512"/>
              <a:gd name="T43" fmla="*/ 330 h 512"/>
              <a:gd name="T44" fmla="*/ 369 w 512"/>
              <a:gd name="T45" fmla="*/ 316 h 512"/>
              <a:gd name="T46" fmla="*/ 369 w 512"/>
              <a:gd name="T47" fmla="*/ 309 h 512"/>
              <a:gd name="T48" fmla="*/ 234 w 512"/>
              <a:gd name="T49" fmla="*/ 309 h 512"/>
              <a:gd name="T50" fmla="*/ 239 w 512"/>
              <a:gd name="T51" fmla="*/ 288 h 512"/>
              <a:gd name="T52" fmla="*/ 361 w 512"/>
              <a:gd name="T53" fmla="*/ 288 h 512"/>
              <a:gd name="T54" fmla="*/ 354 w 512"/>
              <a:gd name="T55" fmla="*/ 278 h 512"/>
              <a:gd name="T56" fmla="*/ 341 w 512"/>
              <a:gd name="T57" fmla="*/ 266 h 512"/>
              <a:gd name="T58" fmla="*/ 341 w 512"/>
              <a:gd name="T59" fmla="*/ 266 h 512"/>
              <a:gd name="T60" fmla="*/ 260 w 512"/>
              <a:gd name="T61" fmla="*/ 266 h 512"/>
              <a:gd name="T62" fmla="*/ 239 w 512"/>
              <a:gd name="T63" fmla="*/ 288 h 512"/>
              <a:gd name="T64" fmla="*/ 512 w 512"/>
              <a:gd name="T65" fmla="*/ 256 h 512"/>
              <a:gd name="T66" fmla="*/ 256 w 512"/>
              <a:gd name="T67" fmla="*/ 512 h 512"/>
              <a:gd name="T68" fmla="*/ 0 w 512"/>
              <a:gd name="T69" fmla="*/ 256 h 512"/>
              <a:gd name="T70" fmla="*/ 256 w 512"/>
              <a:gd name="T71" fmla="*/ 0 h 512"/>
              <a:gd name="T72" fmla="*/ 512 w 512"/>
              <a:gd name="T73" fmla="*/ 256 h 512"/>
              <a:gd name="T74" fmla="*/ 391 w 512"/>
              <a:gd name="T75" fmla="*/ 316 h 512"/>
              <a:gd name="T76" fmla="*/ 369 w 512"/>
              <a:gd name="T77" fmla="*/ 263 h 512"/>
              <a:gd name="T78" fmla="*/ 308 w 512"/>
              <a:gd name="T79" fmla="*/ 203 h 512"/>
              <a:gd name="T80" fmla="*/ 248 w 512"/>
              <a:gd name="T81" fmla="*/ 143 h 512"/>
              <a:gd name="T82" fmla="*/ 195 w 512"/>
              <a:gd name="T83" fmla="*/ 121 h 512"/>
              <a:gd name="T84" fmla="*/ 143 w 512"/>
              <a:gd name="T85" fmla="*/ 143 h 512"/>
              <a:gd name="T86" fmla="*/ 121 w 512"/>
              <a:gd name="T87" fmla="*/ 195 h 512"/>
              <a:gd name="T88" fmla="*/ 143 w 512"/>
              <a:gd name="T89" fmla="*/ 248 h 512"/>
              <a:gd name="T90" fmla="*/ 203 w 512"/>
              <a:gd name="T91" fmla="*/ 308 h 512"/>
              <a:gd name="T92" fmla="*/ 263 w 512"/>
              <a:gd name="T93" fmla="*/ 369 h 512"/>
              <a:gd name="T94" fmla="*/ 316 w 512"/>
              <a:gd name="T95" fmla="*/ 391 h 512"/>
              <a:gd name="T96" fmla="*/ 369 w 512"/>
              <a:gd name="T97" fmla="*/ 369 h 512"/>
              <a:gd name="T98" fmla="*/ 391 w 512"/>
              <a:gd name="T99" fmla="*/ 31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276" y="352"/>
                </a:moveTo>
                <a:cubicBezTo>
                  <a:pt x="355" y="352"/>
                  <a:pt x="355" y="352"/>
                  <a:pt x="355" y="352"/>
                </a:cubicBezTo>
                <a:cubicBezTo>
                  <a:pt x="355" y="352"/>
                  <a:pt x="354" y="353"/>
                  <a:pt x="354" y="354"/>
                </a:cubicBezTo>
                <a:cubicBezTo>
                  <a:pt x="344" y="364"/>
                  <a:pt x="330" y="369"/>
                  <a:pt x="316" y="369"/>
                </a:cubicBezTo>
                <a:cubicBezTo>
                  <a:pt x="302" y="369"/>
                  <a:pt x="288" y="364"/>
                  <a:pt x="278" y="354"/>
                </a:cubicBezTo>
                <a:lnTo>
                  <a:pt x="276" y="352"/>
                </a:lnTo>
                <a:close/>
                <a:moveTo>
                  <a:pt x="233" y="158"/>
                </a:moveTo>
                <a:cubicBezTo>
                  <a:pt x="223" y="148"/>
                  <a:pt x="210" y="142"/>
                  <a:pt x="195" y="142"/>
                </a:cubicBezTo>
                <a:cubicBezTo>
                  <a:pt x="181" y="142"/>
                  <a:pt x="168" y="148"/>
                  <a:pt x="158" y="158"/>
                </a:cubicBezTo>
                <a:cubicBezTo>
                  <a:pt x="148" y="168"/>
                  <a:pt x="142" y="181"/>
                  <a:pt x="142" y="195"/>
                </a:cubicBezTo>
                <a:cubicBezTo>
                  <a:pt x="142" y="210"/>
                  <a:pt x="148" y="223"/>
                  <a:pt x="158" y="233"/>
                </a:cubicBezTo>
                <a:cubicBezTo>
                  <a:pt x="210" y="286"/>
                  <a:pt x="210" y="286"/>
                  <a:pt x="210" y="286"/>
                </a:cubicBezTo>
                <a:cubicBezTo>
                  <a:pt x="286" y="210"/>
                  <a:pt x="286" y="210"/>
                  <a:pt x="286" y="210"/>
                </a:cubicBezTo>
                <a:lnTo>
                  <a:pt x="233" y="158"/>
                </a:lnTo>
                <a:close/>
                <a:moveTo>
                  <a:pt x="320" y="245"/>
                </a:moveTo>
                <a:cubicBezTo>
                  <a:pt x="301" y="226"/>
                  <a:pt x="301" y="226"/>
                  <a:pt x="301" y="226"/>
                </a:cubicBezTo>
                <a:cubicBezTo>
                  <a:pt x="281" y="245"/>
                  <a:pt x="281" y="245"/>
                  <a:pt x="281" y="245"/>
                </a:cubicBezTo>
                <a:lnTo>
                  <a:pt x="320" y="245"/>
                </a:lnTo>
                <a:close/>
                <a:moveTo>
                  <a:pt x="234" y="309"/>
                </a:moveTo>
                <a:cubicBezTo>
                  <a:pt x="256" y="331"/>
                  <a:pt x="256" y="331"/>
                  <a:pt x="256" y="331"/>
                </a:cubicBezTo>
                <a:cubicBezTo>
                  <a:pt x="256" y="330"/>
                  <a:pt x="256" y="330"/>
                  <a:pt x="256" y="330"/>
                </a:cubicBezTo>
                <a:cubicBezTo>
                  <a:pt x="367" y="330"/>
                  <a:pt x="367" y="330"/>
                  <a:pt x="367" y="330"/>
                </a:cubicBezTo>
                <a:cubicBezTo>
                  <a:pt x="368" y="326"/>
                  <a:pt x="369" y="321"/>
                  <a:pt x="369" y="316"/>
                </a:cubicBezTo>
                <a:cubicBezTo>
                  <a:pt x="369" y="314"/>
                  <a:pt x="369" y="311"/>
                  <a:pt x="369" y="309"/>
                </a:cubicBezTo>
                <a:lnTo>
                  <a:pt x="234" y="309"/>
                </a:lnTo>
                <a:close/>
                <a:moveTo>
                  <a:pt x="239" y="288"/>
                </a:moveTo>
                <a:cubicBezTo>
                  <a:pt x="361" y="288"/>
                  <a:pt x="361" y="288"/>
                  <a:pt x="361" y="288"/>
                </a:cubicBezTo>
                <a:cubicBezTo>
                  <a:pt x="359" y="284"/>
                  <a:pt x="357" y="281"/>
                  <a:pt x="354" y="278"/>
                </a:cubicBezTo>
                <a:cubicBezTo>
                  <a:pt x="341" y="266"/>
                  <a:pt x="341" y="266"/>
                  <a:pt x="341" y="266"/>
                </a:cubicBezTo>
                <a:cubicBezTo>
                  <a:pt x="341" y="266"/>
                  <a:pt x="341" y="266"/>
                  <a:pt x="341" y="266"/>
                </a:cubicBezTo>
                <a:cubicBezTo>
                  <a:pt x="260" y="266"/>
                  <a:pt x="260" y="266"/>
                  <a:pt x="260" y="266"/>
                </a:cubicBezTo>
                <a:lnTo>
                  <a:pt x="239" y="28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316"/>
                </a:moveTo>
                <a:cubicBezTo>
                  <a:pt x="391" y="296"/>
                  <a:pt x="383" y="277"/>
                  <a:pt x="369" y="263"/>
                </a:cubicBezTo>
                <a:cubicBezTo>
                  <a:pt x="308" y="203"/>
                  <a:pt x="308" y="203"/>
                  <a:pt x="308" y="203"/>
                </a:cubicBezTo>
                <a:cubicBezTo>
                  <a:pt x="248" y="143"/>
                  <a:pt x="248" y="143"/>
                  <a:pt x="248" y="143"/>
                </a:cubicBezTo>
                <a:cubicBezTo>
                  <a:pt x="234" y="128"/>
                  <a:pt x="215" y="121"/>
                  <a:pt x="195" y="121"/>
                </a:cubicBezTo>
                <a:cubicBezTo>
                  <a:pt x="175" y="121"/>
                  <a:pt x="157" y="128"/>
                  <a:pt x="143" y="143"/>
                </a:cubicBezTo>
                <a:cubicBezTo>
                  <a:pt x="128" y="157"/>
                  <a:pt x="121" y="175"/>
                  <a:pt x="121" y="195"/>
                </a:cubicBezTo>
                <a:cubicBezTo>
                  <a:pt x="121" y="215"/>
                  <a:pt x="128" y="234"/>
                  <a:pt x="143" y="248"/>
                </a:cubicBezTo>
                <a:cubicBezTo>
                  <a:pt x="203" y="308"/>
                  <a:pt x="203" y="308"/>
                  <a:pt x="203" y="308"/>
                </a:cubicBezTo>
                <a:cubicBezTo>
                  <a:pt x="263" y="369"/>
                  <a:pt x="263" y="369"/>
                  <a:pt x="263" y="369"/>
                </a:cubicBezTo>
                <a:cubicBezTo>
                  <a:pt x="277" y="383"/>
                  <a:pt x="296" y="391"/>
                  <a:pt x="316" y="391"/>
                </a:cubicBezTo>
                <a:cubicBezTo>
                  <a:pt x="336" y="391"/>
                  <a:pt x="355" y="383"/>
                  <a:pt x="369" y="369"/>
                </a:cubicBezTo>
                <a:cubicBezTo>
                  <a:pt x="383" y="355"/>
                  <a:pt x="391" y="336"/>
                  <a:pt x="391" y="316"/>
                </a:cubicBezTo>
                <a:close/>
              </a:path>
            </a:pathLst>
          </a:custGeom>
          <a:solidFill>
            <a:schemeClr val="bg1">
              <a:lumMod val="65000"/>
            </a:schemeClr>
          </a:solidFill>
          <a:ln>
            <a:noFill/>
          </a:ln>
        </p:spPr>
        <p:txBody>
          <a:bodyPr vert="horz" wrap="square" lIns="99060" tIns="49530" rIns="99060" bIns="49530" numCol="1" anchor="t" anchorCtr="0" compatLnSpc="1">
            <a:prstTxWarp prst="textNoShape">
              <a:avLst/>
            </a:prstTxWarp>
          </a:bodyPr>
          <a:lstStyle/>
          <a:p>
            <a:endParaRPr lang="en-GB" sz="2600"/>
          </a:p>
        </p:txBody>
      </p:sp>
      <p:sp>
        <p:nvSpPr>
          <p:cNvPr id="32" name="Freeform 538">
            <a:extLst>
              <a:ext uri="{FF2B5EF4-FFF2-40B4-BE49-F238E27FC236}">
                <a16:creationId xmlns:a16="http://schemas.microsoft.com/office/drawing/2014/main" id="{30837CA7-990D-4DC5-AD53-BBF4C9569CE4}"/>
              </a:ext>
            </a:extLst>
          </p:cNvPr>
          <p:cNvSpPr>
            <a:spLocks noChangeAspect="1" noEditPoints="1"/>
          </p:cNvSpPr>
          <p:nvPr/>
        </p:nvSpPr>
        <p:spPr bwMode="auto">
          <a:xfrm>
            <a:off x="2959119" y="2282884"/>
            <a:ext cx="468000" cy="468000"/>
          </a:xfrm>
          <a:custGeom>
            <a:avLst/>
            <a:gdLst>
              <a:gd name="T0" fmla="*/ 226 w 512"/>
              <a:gd name="T1" fmla="*/ 352 h 512"/>
              <a:gd name="T2" fmla="*/ 286 w 512"/>
              <a:gd name="T3" fmla="*/ 352 h 512"/>
              <a:gd name="T4" fmla="*/ 279 w 512"/>
              <a:gd name="T5" fmla="*/ 394 h 512"/>
              <a:gd name="T6" fmla="*/ 233 w 512"/>
              <a:gd name="T7" fmla="*/ 394 h 512"/>
              <a:gd name="T8" fmla="*/ 226 w 512"/>
              <a:gd name="T9" fmla="*/ 352 h 512"/>
              <a:gd name="T10" fmla="*/ 256 w 512"/>
              <a:gd name="T11" fmla="*/ 117 h 512"/>
              <a:gd name="T12" fmla="*/ 178 w 512"/>
              <a:gd name="T13" fmla="*/ 191 h 512"/>
              <a:gd name="T14" fmla="*/ 194 w 512"/>
              <a:gd name="T15" fmla="*/ 242 h 512"/>
              <a:gd name="T16" fmla="*/ 224 w 512"/>
              <a:gd name="T17" fmla="*/ 309 h 512"/>
              <a:gd name="T18" fmla="*/ 224 w 512"/>
              <a:gd name="T19" fmla="*/ 330 h 512"/>
              <a:gd name="T20" fmla="*/ 245 w 512"/>
              <a:gd name="T21" fmla="*/ 330 h 512"/>
              <a:gd name="T22" fmla="*/ 245 w 512"/>
              <a:gd name="T23" fmla="*/ 249 h 512"/>
              <a:gd name="T24" fmla="*/ 227 w 512"/>
              <a:gd name="T25" fmla="*/ 231 h 512"/>
              <a:gd name="T26" fmla="*/ 227 w 512"/>
              <a:gd name="T27" fmla="*/ 216 h 512"/>
              <a:gd name="T28" fmla="*/ 242 w 512"/>
              <a:gd name="T29" fmla="*/ 216 h 512"/>
              <a:gd name="T30" fmla="*/ 256 w 512"/>
              <a:gd name="T31" fmla="*/ 230 h 512"/>
              <a:gd name="T32" fmla="*/ 269 w 512"/>
              <a:gd name="T33" fmla="*/ 216 h 512"/>
              <a:gd name="T34" fmla="*/ 285 w 512"/>
              <a:gd name="T35" fmla="*/ 216 h 512"/>
              <a:gd name="T36" fmla="*/ 285 w 512"/>
              <a:gd name="T37" fmla="*/ 231 h 512"/>
              <a:gd name="T38" fmla="*/ 266 w 512"/>
              <a:gd name="T39" fmla="*/ 249 h 512"/>
              <a:gd name="T40" fmla="*/ 266 w 512"/>
              <a:gd name="T41" fmla="*/ 330 h 512"/>
              <a:gd name="T42" fmla="*/ 288 w 512"/>
              <a:gd name="T43" fmla="*/ 330 h 512"/>
              <a:gd name="T44" fmla="*/ 288 w 512"/>
              <a:gd name="T45" fmla="*/ 309 h 512"/>
              <a:gd name="T46" fmla="*/ 318 w 512"/>
              <a:gd name="T47" fmla="*/ 243 h 512"/>
              <a:gd name="T48" fmla="*/ 334 w 512"/>
              <a:gd name="T49" fmla="*/ 191 h 512"/>
              <a:gd name="T50" fmla="*/ 256 w 512"/>
              <a:gd name="T51" fmla="*/ 117 h 512"/>
              <a:gd name="T52" fmla="*/ 512 w 512"/>
              <a:gd name="T53" fmla="*/ 256 h 512"/>
              <a:gd name="T54" fmla="*/ 256 w 512"/>
              <a:gd name="T55" fmla="*/ 512 h 512"/>
              <a:gd name="T56" fmla="*/ 0 w 512"/>
              <a:gd name="T57" fmla="*/ 256 h 512"/>
              <a:gd name="T58" fmla="*/ 256 w 512"/>
              <a:gd name="T59" fmla="*/ 0 h 512"/>
              <a:gd name="T60" fmla="*/ 512 w 512"/>
              <a:gd name="T61" fmla="*/ 256 h 512"/>
              <a:gd name="T62" fmla="*/ 356 w 512"/>
              <a:gd name="T63" fmla="*/ 191 h 512"/>
              <a:gd name="T64" fmla="*/ 256 w 512"/>
              <a:gd name="T65" fmla="*/ 96 h 512"/>
              <a:gd name="T66" fmla="*/ 256 w 512"/>
              <a:gd name="T67" fmla="*/ 96 h 512"/>
              <a:gd name="T68" fmla="*/ 256 w 512"/>
              <a:gd name="T69" fmla="*/ 96 h 512"/>
              <a:gd name="T70" fmla="*/ 256 w 512"/>
              <a:gd name="T71" fmla="*/ 96 h 512"/>
              <a:gd name="T72" fmla="*/ 255 w 512"/>
              <a:gd name="T73" fmla="*/ 96 h 512"/>
              <a:gd name="T74" fmla="*/ 157 w 512"/>
              <a:gd name="T75" fmla="*/ 191 h 512"/>
              <a:gd name="T76" fmla="*/ 176 w 512"/>
              <a:gd name="T77" fmla="*/ 254 h 512"/>
              <a:gd name="T78" fmla="*/ 202 w 512"/>
              <a:gd name="T79" fmla="*/ 309 h 512"/>
              <a:gd name="T80" fmla="*/ 202 w 512"/>
              <a:gd name="T81" fmla="*/ 341 h 512"/>
              <a:gd name="T82" fmla="*/ 203 w 512"/>
              <a:gd name="T83" fmla="*/ 342 h 512"/>
              <a:gd name="T84" fmla="*/ 202 w 512"/>
              <a:gd name="T85" fmla="*/ 343 h 512"/>
              <a:gd name="T86" fmla="*/ 213 w 512"/>
              <a:gd name="T87" fmla="*/ 407 h 512"/>
              <a:gd name="T88" fmla="*/ 224 w 512"/>
              <a:gd name="T89" fmla="*/ 416 h 512"/>
              <a:gd name="T90" fmla="*/ 288 w 512"/>
              <a:gd name="T91" fmla="*/ 416 h 512"/>
              <a:gd name="T92" fmla="*/ 298 w 512"/>
              <a:gd name="T93" fmla="*/ 407 h 512"/>
              <a:gd name="T94" fmla="*/ 309 w 512"/>
              <a:gd name="T95" fmla="*/ 343 h 512"/>
              <a:gd name="T96" fmla="*/ 309 w 512"/>
              <a:gd name="T97" fmla="*/ 342 h 512"/>
              <a:gd name="T98" fmla="*/ 309 w 512"/>
              <a:gd name="T99" fmla="*/ 341 h 512"/>
              <a:gd name="T100" fmla="*/ 309 w 512"/>
              <a:gd name="T101" fmla="*/ 309 h 512"/>
              <a:gd name="T102" fmla="*/ 336 w 512"/>
              <a:gd name="T103" fmla="*/ 254 h 512"/>
              <a:gd name="T104" fmla="*/ 356 w 512"/>
              <a:gd name="T105" fmla="*/ 19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26" y="352"/>
                </a:moveTo>
                <a:cubicBezTo>
                  <a:pt x="286" y="352"/>
                  <a:pt x="286" y="352"/>
                  <a:pt x="286" y="352"/>
                </a:cubicBezTo>
                <a:cubicBezTo>
                  <a:pt x="279" y="394"/>
                  <a:pt x="279" y="394"/>
                  <a:pt x="279" y="394"/>
                </a:cubicBezTo>
                <a:cubicBezTo>
                  <a:pt x="233" y="394"/>
                  <a:pt x="233" y="394"/>
                  <a:pt x="233" y="394"/>
                </a:cubicBezTo>
                <a:lnTo>
                  <a:pt x="226" y="352"/>
                </a:lnTo>
                <a:close/>
                <a:moveTo>
                  <a:pt x="256" y="117"/>
                </a:moveTo>
                <a:cubicBezTo>
                  <a:pt x="214" y="117"/>
                  <a:pt x="178" y="151"/>
                  <a:pt x="178" y="191"/>
                </a:cubicBezTo>
                <a:cubicBezTo>
                  <a:pt x="178" y="219"/>
                  <a:pt x="194" y="242"/>
                  <a:pt x="194" y="242"/>
                </a:cubicBezTo>
                <a:cubicBezTo>
                  <a:pt x="201" y="254"/>
                  <a:pt x="224" y="292"/>
                  <a:pt x="224" y="309"/>
                </a:cubicBezTo>
                <a:cubicBezTo>
                  <a:pt x="224" y="330"/>
                  <a:pt x="224" y="330"/>
                  <a:pt x="224" y="330"/>
                </a:cubicBezTo>
                <a:cubicBezTo>
                  <a:pt x="245" y="330"/>
                  <a:pt x="245" y="330"/>
                  <a:pt x="245" y="330"/>
                </a:cubicBezTo>
                <a:cubicBezTo>
                  <a:pt x="245" y="249"/>
                  <a:pt x="245" y="249"/>
                  <a:pt x="245" y="249"/>
                </a:cubicBezTo>
                <a:cubicBezTo>
                  <a:pt x="227" y="231"/>
                  <a:pt x="227" y="231"/>
                  <a:pt x="227" y="231"/>
                </a:cubicBezTo>
                <a:cubicBezTo>
                  <a:pt x="223" y="227"/>
                  <a:pt x="223" y="220"/>
                  <a:pt x="227" y="216"/>
                </a:cubicBezTo>
                <a:cubicBezTo>
                  <a:pt x="231" y="212"/>
                  <a:pt x="238" y="212"/>
                  <a:pt x="242" y="216"/>
                </a:cubicBezTo>
                <a:cubicBezTo>
                  <a:pt x="256" y="230"/>
                  <a:pt x="256" y="230"/>
                  <a:pt x="256" y="230"/>
                </a:cubicBezTo>
                <a:cubicBezTo>
                  <a:pt x="269" y="216"/>
                  <a:pt x="269" y="216"/>
                  <a:pt x="269" y="216"/>
                </a:cubicBezTo>
                <a:cubicBezTo>
                  <a:pt x="274" y="212"/>
                  <a:pt x="280" y="212"/>
                  <a:pt x="285" y="216"/>
                </a:cubicBezTo>
                <a:cubicBezTo>
                  <a:pt x="289" y="220"/>
                  <a:pt x="289" y="227"/>
                  <a:pt x="285" y="231"/>
                </a:cubicBezTo>
                <a:cubicBezTo>
                  <a:pt x="266" y="249"/>
                  <a:pt x="266" y="249"/>
                  <a:pt x="266" y="249"/>
                </a:cubicBezTo>
                <a:cubicBezTo>
                  <a:pt x="266" y="330"/>
                  <a:pt x="266" y="330"/>
                  <a:pt x="266" y="330"/>
                </a:cubicBezTo>
                <a:cubicBezTo>
                  <a:pt x="288" y="330"/>
                  <a:pt x="288" y="330"/>
                  <a:pt x="288" y="330"/>
                </a:cubicBezTo>
                <a:cubicBezTo>
                  <a:pt x="288" y="309"/>
                  <a:pt x="288" y="309"/>
                  <a:pt x="288" y="309"/>
                </a:cubicBezTo>
                <a:cubicBezTo>
                  <a:pt x="288" y="292"/>
                  <a:pt x="311" y="254"/>
                  <a:pt x="318" y="243"/>
                </a:cubicBezTo>
                <a:cubicBezTo>
                  <a:pt x="318" y="242"/>
                  <a:pt x="334" y="218"/>
                  <a:pt x="334" y="191"/>
                </a:cubicBezTo>
                <a:cubicBezTo>
                  <a:pt x="334" y="151"/>
                  <a:pt x="298" y="117"/>
                  <a:pt x="256" y="11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56" y="191"/>
                </a:moveTo>
                <a:cubicBezTo>
                  <a:pt x="356" y="140"/>
                  <a:pt x="310" y="96"/>
                  <a:pt x="256" y="96"/>
                </a:cubicBezTo>
                <a:cubicBezTo>
                  <a:pt x="256" y="96"/>
                  <a:pt x="256" y="96"/>
                  <a:pt x="256" y="96"/>
                </a:cubicBezTo>
                <a:cubicBezTo>
                  <a:pt x="256" y="96"/>
                  <a:pt x="256" y="96"/>
                  <a:pt x="256" y="96"/>
                </a:cubicBezTo>
                <a:cubicBezTo>
                  <a:pt x="256" y="96"/>
                  <a:pt x="256" y="96"/>
                  <a:pt x="256" y="96"/>
                </a:cubicBezTo>
                <a:cubicBezTo>
                  <a:pt x="256" y="96"/>
                  <a:pt x="256" y="96"/>
                  <a:pt x="255" y="96"/>
                </a:cubicBezTo>
                <a:cubicBezTo>
                  <a:pt x="202" y="96"/>
                  <a:pt x="157" y="140"/>
                  <a:pt x="157" y="191"/>
                </a:cubicBezTo>
                <a:cubicBezTo>
                  <a:pt x="157" y="225"/>
                  <a:pt x="175" y="253"/>
                  <a:pt x="176" y="254"/>
                </a:cubicBezTo>
                <a:cubicBezTo>
                  <a:pt x="189" y="275"/>
                  <a:pt x="202" y="302"/>
                  <a:pt x="202" y="309"/>
                </a:cubicBezTo>
                <a:cubicBezTo>
                  <a:pt x="202" y="341"/>
                  <a:pt x="202" y="341"/>
                  <a:pt x="202" y="341"/>
                </a:cubicBezTo>
                <a:cubicBezTo>
                  <a:pt x="202" y="341"/>
                  <a:pt x="202" y="342"/>
                  <a:pt x="203" y="342"/>
                </a:cubicBezTo>
                <a:cubicBezTo>
                  <a:pt x="203" y="342"/>
                  <a:pt x="202" y="342"/>
                  <a:pt x="202" y="343"/>
                </a:cubicBezTo>
                <a:cubicBezTo>
                  <a:pt x="213" y="407"/>
                  <a:pt x="213" y="407"/>
                  <a:pt x="213" y="407"/>
                </a:cubicBezTo>
                <a:cubicBezTo>
                  <a:pt x="214" y="412"/>
                  <a:pt x="218" y="416"/>
                  <a:pt x="224" y="416"/>
                </a:cubicBezTo>
                <a:cubicBezTo>
                  <a:pt x="288" y="416"/>
                  <a:pt x="288" y="416"/>
                  <a:pt x="288" y="416"/>
                </a:cubicBezTo>
                <a:cubicBezTo>
                  <a:pt x="293" y="416"/>
                  <a:pt x="297" y="412"/>
                  <a:pt x="298" y="407"/>
                </a:cubicBezTo>
                <a:cubicBezTo>
                  <a:pt x="309" y="343"/>
                  <a:pt x="309" y="343"/>
                  <a:pt x="309" y="343"/>
                </a:cubicBezTo>
                <a:cubicBezTo>
                  <a:pt x="309" y="342"/>
                  <a:pt x="309" y="342"/>
                  <a:pt x="309" y="342"/>
                </a:cubicBezTo>
                <a:cubicBezTo>
                  <a:pt x="309" y="342"/>
                  <a:pt x="309" y="341"/>
                  <a:pt x="309" y="341"/>
                </a:cubicBezTo>
                <a:cubicBezTo>
                  <a:pt x="309" y="309"/>
                  <a:pt x="309" y="309"/>
                  <a:pt x="309" y="309"/>
                </a:cubicBezTo>
                <a:cubicBezTo>
                  <a:pt x="309" y="302"/>
                  <a:pt x="323" y="275"/>
                  <a:pt x="336" y="254"/>
                </a:cubicBezTo>
                <a:cubicBezTo>
                  <a:pt x="337" y="253"/>
                  <a:pt x="356" y="225"/>
                  <a:pt x="356" y="191"/>
                </a:cubicBezTo>
                <a:close/>
              </a:path>
            </a:pathLst>
          </a:custGeom>
          <a:solidFill>
            <a:schemeClr val="bg1">
              <a:lumMod val="65000"/>
            </a:schemeClr>
          </a:solidFill>
          <a:ln>
            <a:noFill/>
          </a:ln>
        </p:spPr>
        <p:txBody>
          <a:bodyPr vert="horz" wrap="square" lIns="99060" tIns="49530" rIns="99060" bIns="49530" numCol="1" anchor="t" anchorCtr="0" compatLnSpc="1">
            <a:prstTxWarp prst="textNoShape">
              <a:avLst/>
            </a:prstTxWarp>
          </a:bodyPr>
          <a:lstStyle/>
          <a:p>
            <a:endParaRPr lang="en-GB" sz="2600"/>
          </a:p>
        </p:txBody>
      </p:sp>
      <p:sp>
        <p:nvSpPr>
          <p:cNvPr id="16" name="Text Placeholder 5">
            <a:extLst>
              <a:ext uri="{FF2B5EF4-FFF2-40B4-BE49-F238E27FC236}">
                <a16:creationId xmlns:a16="http://schemas.microsoft.com/office/drawing/2014/main" id="{F1F0AB57-36D3-44A9-A4CB-33B8D37796F3}"/>
              </a:ext>
            </a:extLst>
          </p:cNvPr>
          <p:cNvSpPr txBox="1">
            <a:spLocks/>
          </p:cNvSpPr>
          <p:nvPr/>
        </p:nvSpPr>
        <p:spPr>
          <a:xfrm>
            <a:off x="379601" y="1693452"/>
            <a:ext cx="7954467" cy="335953"/>
          </a:xfrm>
          <a:prstGeom prst="rect">
            <a:avLst/>
          </a:prstGeom>
        </p:spPr>
        <p:txBody>
          <a:bodyPr lIns="0" tIns="0" rIns="0" bIns="0"/>
          <a:lstStyle>
            <a:lvl1pPr marL="0" indent="0" algn="l" defTabSz="914400" rtl="0" eaLnBrk="1" latinLnBrk="0" hangingPunct="1">
              <a:spcBef>
                <a:spcPts val="0"/>
              </a:spcBef>
              <a:spcAft>
                <a:spcPts val="1000"/>
              </a:spcAft>
              <a:buSzPct val="100000"/>
              <a:buFont typeface="Arial" panose="020B0604020202020204" pitchFamily="34" charset="0"/>
              <a:buNone/>
              <a:defRPr sz="1200" b="0" kern="1200">
                <a:solidFill>
                  <a:schemeClr val="tx1"/>
                </a:solidFill>
                <a:latin typeface="+mn-lt"/>
                <a:ea typeface="+mn-ea"/>
                <a:cs typeface="+mn-cs"/>
              </a:defRPr>
            </a:lvl1pPr>
            <a:lvl2pPr marL="0" indent="0" algn="l" defTabSz="914400" rtl="0" eaLnBrk="1" latinLnBrk="0" hangingPunct="1">
              <a:spcBef>
                <a:spcPts val="0"/>
              </a:spcBef>
              <a:spcAft>
                <a:spcPts val="1000"/>
              </a:spcAft>
              <a:buClrTx/>
              <a:buSzPct val="100000"/>
              <a:buFont typeface="Arial"/>
              <a:buNone/>
              <a:defRPr lang="en-US" sz="1200" b="1" kern="1200" dirty="0" smtClean="0">
                <a:solidFill>
                  <a:schemeClr val="tx1"/>
                </a:solidFill>
                <a:latin typeface="+mn-lt"/>
                <a:ea typeface="+mn-ea"/>
                <a:cs typeface="+mn-cs"/>
              </a:defRPr>
            </a:lvl2pPr>
            <a:lvl3pPr marL="176400" indent="-176400" algn="l" defTabSz="914400" rtl="0" eaLnBrk="1" latinLnBrk="0" hangingPunct="1">
              <a:spcBef>
                <a:spcPts val="0"/>
              </a:spcBef>
              <a:spcAft>
                <a:spcPts val="1000"/>
              </a:spcAft>
              <a:buClrTx/>
              <a:buSzPct val="100000"/>
              <a:buFont typeface="Arial" panose="020B0604020202020204" pitchFamily="34" charset="0"/>
              <a:buChar char="•"/>
              <a:defRPr lang="en-US" sz="1200" kern="1200" dirty="0" smtClean="0">
                <a:solidFill>
                  <a:schemeClr val="tx1"/>
                </a:solidFill>
                <a:latin typeface="+mn-lt"/>
                <a:ea typeface="+mn-ea"/>
                <a:cs typeface="+mn-cs"/>
              </a:defRPr>
            </a:lvl3pPr>
            <a:lvl4pPr marL="356400" indent="-176400" algn="l" defTabSz="914400" rtl="0" eaLnBrk="1" latinLnBrk="0" hangingPunct="1">
              <a:spcBef>
                <a:spcPts val="0"/>
              </a:spcBef>
              <a:spcAft>
                <a:spcPts val="1000"/>
              </a:spcAft>
              <a:buClrTx/>
              <a:buSzPct val="100000"/>
              <a:buFont typeface="Verdana" panose="020B0604030504040204" pitchFamily="34" charset="0"/>
              <a:buChar char="−"/>
              <a:defRPr lang="en-US" sz="1200" kern="1200" baseline="0" dirty="0" smtClean="0">
                <a:solidFill>
                  <a:schemeClr val="tx1"/>
                </a:solidFill>
                <a:latin typeface="+mn-lt"/>
                <a:ea typeface="+mn-ea"/>
                <a:cs typeface="+mn-cs"/>
              </a:defRPr>
            </a:lvl4pPr>
            <a:lvl5pPr marL="532800" indent="-176400" algn="l" defTabSz="798513" rtl="0" eaLnBrk="1" latinLnBrk="0" hangingPunct="1">
              <a:spcBef>
                <a:spcPts val="0"/>
              </a:spcBef>
              <a:spcAft>
                <a:spcPts val="1000"/>
              </a:spcAft>
              <a:buClrTx/>
              <a:buSzPct val="100000"/>
              <a:buFont typeface="Verdana" panose="020B0604030504040204" pitchFamily="34" charset="0"/>
              <a:buChar char="−"/>
              <a:tabLst/>
              <a:defRPr lang="en-US" sz="1200" kern="1200" baseline="0" dirty="0" smtClean="0">
                <a:solidFill>
                  <a:schemeClr val="tx1"/>
                </a:solidFill>
                <a:latin typeface="+mn-lt"/>
                <a:ea typeface="+mn-ea"/>
                <a:cs typeface="+mn-cs"/>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a:lstStyle>
          <a:p>
            <a:r>
              <a:rPr lang="en-US" dirty="0"/>
              <a:t>Chart title</a:t>
            </a:r>
          </a:p>
        </p:txBody>
      </p:sp>
    </p:spTree>
    <p:extLst>
      <p:ext uri="{BB962C8B-B14F-4D97-AF65-F5344CB8AC3E}">
        <p14:creationId xmlns:p14="http://schemas.microsoft.com/office/powerpoint/2010/main" val="288663377"/>
      </p:ext>
    </p:extLst>
  </p:cSld>
  <p:clrMapOvr>
    <a:masterClrMapping/>
  </p:clrMapOvr>
  <p:transition>
    <p:fade/>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Diagrams</a:t>
            </a:r>
          </a:p>
        </p:txBody>
      </p:sp>
    </p:spTree>
    <p:extLst>
      <p:ext uri="{BB962C8B-B14F-4D97-AF65-F5344CB8AC3E}">
        <p14:creationId xmlns:p14="http://schemas.microsoft.com/office/powerpoint/2010/main" val="402533845"/>
      </p:ext>
    </p:extLst>
  </p:cSld>
  <p:clrMapOvr>
    <a:masterClrMapping/>
  </p:clrMapOvr>
  <p:transition>
    <p:fade/>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694041-CFB6-E841-A9A5-F7D69C5153F9}"/>
              </a:ext>
            </a:extLst>
          </p:cNvPr>
          <p:cNvSpPr>
            <a:spLocks noGrp="1"/>
          </p:cNvSpPr>
          <p:nvPr>
            <p:ph type="title"/>
          </p:nvPr>
        </p:nvSpPr>
        <p:spPr/>
        <p:txBody>
          <a:bodyPr/>
          <a:lstStyle/>
          <a:p>
            <a:r>
              <a:rPr lang="en-US" dirty="0"/>
              <a:t>Road diagram</a:t>
            </a:r>
          </a:p>
        </p:txBody>
      </p:sp>
      <p:cxnSp>
        <p:nvCxnSpPr>
          <p:cNvPr id="56" name="Straight Connector 55">
            <a:extLst>
              <a:ext uri="{FF2B5EF4-FFF2-40B4-BE49-F238E27FC236}">
                <a16:creationId xmlns:a16="http://schemas.microsoft.com/office/drawing/2014/main" id="{3EFF7C70-BA28-1D4D-8B21-741F1A55A931}"/>
              </a:ext>
            </a:extLst>
          </p:cNvPr>
          <p:cNvCxnSpPr/>
          <p:nvPr/>
        </p:nvCxnSpPr>
        <p:spPr>
          <a:xfrm flipH="1" flipV="1">
            <a:off x="6319246" y="1908048"/>
            <a:ext cx="1182077" cy="0"/>
          </a:xfrm>
          <a:prstGeom prst="line">
            <a:avLst/>
          </a:prstGeom>
          <a:noFill/>
          <a:ln w="50800" cap="rnd" cmpd="sng" algn="ctr">
            <a:solidFill>
              <a:sysClr val="window" lastClr="FFFFFF">
                <a:lumMod val="85000"/>
              </a:sysClr>
            </a:solidFill>
            <a:prstDash val="solid"/>
          </a:ln>
          <a:effectLst/>
        </p:spPr>
      </p:cxnSp>
      <p:sp>
        <p:nvSpPr>
          <p:cNvPr id="57" name="Oval 56">
            <a:extLst>
              <a:ext uri="{FF2B5EF4-FFF2-40B4-BE49-F238E27FC236}">
                <a16:creationId xmlns:a16="http://schemas.microsoft.com/office/drawing/2014/main" id="{DA32890C-C531-4D41-8046-9A7A828B7B4F}"/>
              </a:ext>
            </a:extLst>
          </p:cNvPr>
          <p:cNvSpPr/>
          <p:nvPr/>
        </p:nvSpPr>
        <p:spPr bwMode="gray">
          <a:xfrm>
            <a:off x="6846081" y="1903398"/>
            <a:ext cx="1429993" cy="946905"/>
          </a:xfrm>
          <a:prstGeom prst="ellipse">
            <a:avLst/>
          </a:prstGeom>
          <a:solidFill>
            <a:sysClr val="windowText" lastClr="000000"/>
          </a:solidFill>
          <a:ln w="50800" cap="rnd" algn="ctr">
            <a:solidFill>
              <a:sysClr val="window" lastClr="FFFFFF">
                <a:lumMod val="85000"/>
              </a:sysClr>
            </a:solidFill>
            <a:miter lim="800000"/>
            <a:headEnd/>
            <a:tailEnd/>
          </a:ln>
        </p:spPr>
        <p:txBody>
          <a:bodyPr wrap="square" lIns="72231" tIns="72231" rIns="72231" bIns="72231" rtlCol="0" anchor="ctr"/>
          <a:lstStyle/>
          <a:p>
            <a:pPr algn="ctr" defTabSz="639844">
              <a:lnSpc>
                <a:spcPct val="106000"/>
              </a:lnSpc>
              <a:defRPr/>
            </a:pPr>
            <a:endParaRPr lang="en-IE" sz="650" b="1" kern="0" dirty="0">
              <a:solidFill>
                <a:prstClr val="white"/>
              </a:solidFill>
              <a:latin typeface="Aptos" panose="020B0004020202020204" pitchFamily="34" charset="0"/>
            </a:endParaRPr>
          </a:p>
        </p:txBody>
      </p:sp>
      <p:sp>
        <p:nvSpPr>
          <p:cNvPr id="58" name="Oval 57">
            <a:extLst>
              <a:ext uri="{FF2B5EF4-FFF2-40B4-BE49-F238E27FC236}">
                <a16:creationId xmlns:a16="http://schemas.microsoft.com/office/drawing/2014/main" id="{23CC3CDF-B02B-F94B-895F-920AC4AA53E1}"/>
              </a:ext>
            </a:extLst>
          </p:cNvPr>
          <p:cNvSpPr/>
          <p:nvPr/>
        </p:nvSpPr>
        <p:spPr bwMode="gray">
          <a:xfrm>
            <a:off x="1319189" y="2838029"/>
            <a:ext cx="2331346" cy="1520940"/>
          </a:xfrm>
          <a:prstGeom prst="ellipse">
            <a:avLst/>
          </a:prstGeom>
          <a:solidFill>
            <a:sysClr val="windowText" lastClr="000000"/>
          </a:solidFill>
          <a:ln w="50800" cap="rnd" algn="ctr">
            <a:solidFill>
              <a:sysClr val="window" lastClr="FFFFFF">
                <a:lumMod val="85000"/>
              </a:sysClr>
            </a:solidFill>
            <a:miter lim="800000"/>
            <a:headEnd/>
            <a:tailEnd/>
          </a:ln>
        </p:spPr>
        <p:txBody>
          <a:bodyPr wrap="square" lIns="72231" tIns="72231" rIns="72231" bIns="72231" rtlCol="0" anchor="ctr"/>
          <a:lstStyle/>
          <a:p>
            <a:pPr algn="ctr" defTabSz="639844">
              <a:lnSpc>
                <a:spcPct val="106000"/>
              </a:lnSpc>
              <a:defRPr/>
            </a:pPr>
            <a:endParaRPr lang="en-IE" sz="650" b="1" kern="0" dirty="0">
              <a:solidFill>
                <a:prstClr val="white"/>
              </a:solidFill>
              <a:latin typeface="Aptos" panose="020B0004020202020204" pitchFamily="34" charset="0"/>
            </a:endParaRPr>
          </a:p>
        </p:txBody>
      </p:sp>
      <p:sp>
        <p:nvSpPr>
          <p:cNvPr id="59" name="Rectangle 58">
            <a:extLst>
              <a:ext uri="{FF2B5EF4-FFF2-40B4-BE49-F238E27FC236}">
                <a16:creationId xmlns:a16="http://schemas.microsoft.com/office/drawing/2014/main" id="{FE63E6BA-D1C1-FE47-A0DE-D76114ED70C6}"/>
              </a:ext>
            </a:extLst>
          </p:cNvPr>
          <p:cNvSpPr/>
          <p:nvPr/>
        </p:nvSpPr>
        <p:spPr bwMode="gray">
          <a:xfrm>
            <a:off x="2463805" y="2853304"/>
            <a:ext cx="1532247" cy="1500635"/>
          </a:xfrm>
          <a:prstGeom prst="rect">
            <a:avLst/>
          </a:prstGeom>
          <a:solidFill>
            <a:sysClr val="windowText" lastClr="000000"/>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kern="0" dirty="0">
              <a:solidFill>
                <a:prstClr val="white"/>
              </a:solidFill>
              <a:latin typeface="Aptos" panose="020B0004020202020204" pitchFamily="34" charset="0"/>
            </a:endParaRPr>
          </a:p>
        </p:txBody>
      </p:sp>
      <p:cxnSp>
        <p:nvCxnSpPr>
          <p:cNvPr id="60" name="Straight Connector 59">
            <a:extLst>
              <a:ext uri="{FF2B5EF4-FFF2-40B4-BE49-F238E27FC236}">
                <a16:creationId xmlns:a16="http://schemas.microsoft.com/office/drawing/2014/main" id="{1F6D8C2B-9081-5642-B594-886AFFBF61FE}"/>
              </a:ext>
            </a:extLst>
          </p:cNvPr>
          <p:cNvCxnSpPr/>
          <p:nvPr/>
        </p:nvCxnSpPr>
        <p:spPr>
          <a:xfrm>
            <a:off x="2476077" y="2843334"/>
            <a:ext cx="5150397" cy="3521"/>
          </a:xfrm>
          <a:prstGeom prst="line">
            <a:avLst/>
          </a:prstGeom>
          <a:noFill/>
          <a:ln w="50800" cap="rnd" cmpd="sng" algn="ctr">
            <a:solidFill>
              <a:sysClr val="window" lastClr="FFFFFF">
                <a:lumMod val="85000"/>
              </a:sysClr>
            </a:solidFill>
            <a:prstDash val="solid"/>
          </a:ln>
          <a:effectLst/>
        </p:spPr>
      </p:cxnSp>
      <p:cxnSp>
        <p:nvCxnSpPr>
          <p:cNvPr id="61" name="Straight Connector 60">
            <a:extLst>
              <a:ext uri="{FF2B5EF4-FFF2-40B4-BE49-F238E27FC236}">
                <a16:creationId xmlns:a16="http://schemas.microsoft.com/office/drawing/2014/main" id="{21ABFB3A-6FF1-9947-958E-DF680DCCE556}"/>
              </a:ext>
            </a:extLst>
          </p:cNvPr>
          <p:cNvCxnSpPr>
            <a:cxnSpLocks/>
          </p:cNvCxnSpPr>
          <p:nvPr/>
        </p:nvCxnSpPr>
        <p:spPr>
          <a:xfrm flipH="1" flipV="1">
            <a:off x="2320459" y="4358770"/>
            <a:ext cx="4086186" cy="1294"/>
          </a:xfrm>
          <a:prstGeom prst="line">
            <a:avLst/>
          </a:prstGeom>
          <a:noFill/>
          <a:ln w="50800" cap="rnd" cmpd="sng" algn="ctr">
            <a:solidFill>
              <a:sysClr val="window" lastClr="FFFFFF">
                <a:lumMod val="85000"/>
              </a:sysClr>
            </a:solidFill>
            <a:prstDash val="solid"/>
          </a:ln>
          <a:effectLst/>
        </p:spPr>
      </p:cxnSp>
      <p:sp>
        <p:nvSpPr>
          <p:cNvPr id="62" name="Rectangle 61">
            <a:extLst>
              <a:ext uri="{FF2B5EF4-FFF2-40B4-BE49-F238E27FC236}">
                <a16:creationId xmlns:a16="http://schemas.microsoft.com/office/drawing/2014/main" id="{708B1185-93EB-B545-B32F-5C89FBDD8E6B}"/>
              </a:ext>
            </a:extLst>
          </p:cNvPr>
          <p:cNvSpPr/>
          <p:nvPr/>
        </p:nvSpPr>
        <p:spPr bwMode="gray">
          <a:xfrm>
            <a:off x="442176" y="3101723"/>
            <a:ext cx="1397529" cy="387602"/>
          </a:xfrm>
          <a:prstGeom prst="rect">
            <a:avLst/>
          </a:prstGeom>
          <a:solidFill>
            <a:srgbClr val="046A38"/>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kern="0" dirty="0">
              <a:solidFill>
                <a:prstClr val="white"/>
              </a:solidFill>
              <a:latin typeface="Aptos" panose="020B0004020202020204" pitchFamily="34" charset="0"/>
            </a:endParaRPr>
          </a:p>
        </p:txBody>
      </p:sp>
      <p:sp>
        <p:nvSpPr>
          <p:cNvPr id="63" name="TextBox 62">
            <a:extLst>
              <a:ext uri="{FF2B5EF4-FFF2-40B4-BE49-F238E27FC236}">
                <a16:creationId xmlns:a16="http://schemas.microsoft.com/office/drawing/2014/main" id="{4B3D3571-619F-694B-B597-73D561528466}"/>
              </a:ext>
            </a:extLst>
          </p:cNvPr>
          <p:cNvSpPr txBox="1"/>
          <p:nvPr/>
        </p:nvSpPr>
        <p:spPr>
          <a:xfrm>
            <a:off x="567792" y="3163801"/>
            <a:ext cx="1181001" cy="125099"/>
          </a:xfrm>
          <a:prstGeom prst="rect">
            <a:avLst/>
          </a:prstGeom>
          <a:noFill/>
        </p:spPr>
        <p:txBody>
          <a:bodyPr wrap="square" lIns="0" tIns="0" rIns="0" bIns="0" rtlCol="0">
            <a:spAutoFit/>
          </a:bodyPr>
          <a:lstStyle>
            <a:defPPr>
              <a:defRPr lang="en-US"/>
            </a:defPPr>
            <a:lvl1pPr marR="0" lvl="0" indent="0" fontAlgn="auto">
              <a:lnSpc>
                <a:spcPct val="100000"/>
              </a:lnSpc>
              <a:spcBef>
                <a:spcPts val="0"/>
              </a:spcBef>
              <a:spcAft>
                <a:spcPts val="0"/>
              </a:spcAft>
              <a:buClrTx/>
              <a:buSzPct val="100000"/>
              <a:buFontTx/>
              <a:buNone/>
              <a:tabLst/>
              <a:defRPr kumimoji="0" sz="1200" b="0" i="0" u="none" strike="noStrike" cap="none" spc="0" normalizeH="0" baseline="0">
                <a:ln>
                  <a:noFill/>
                </a:ln>
                <a:solidFill>
                  <a:prstClr val="white"/>
                </a:solidFill>
                <a:effectLst/>
                <a:uLnTx/>
                <a:uFillTx/>
                <a:latin typeface="Open Sans Semibold" panose="020B0706030804020204" pitchFamily="34" charset="0"/>
                <a:ea typeface="Open Sans Semibold" panose="020B0706030804020204" pitchFamily="34" charset="0"/>
                <a:cs typeface="Open Sans Semibold" panose="020B0706030804020204" pitchFamily="34" charset="0"/>
              </a:defRPr>
            </a:lvl1pPr>
          </a:lstStyle>
          <a:p>
            <a:r>
              <a:rPr lang="en-IE" sz="813" b="1" dirty="0">
                <a:latin typeface="Aptos" panose="020B0004020202020204" pitchFamily="34" charset="0"/>
              </a:rPr>
              <a:t>Lorem ipsum </a:t>
            </a:r>
          </a:p>
        </p:txBody>
      </p:sp>
      <p:sp>
        <p:nvSpPr>
          <p:cNvPr id="64" name="Rectangle 63">
            <a:extLst>
              <a:ext uri="{FF2B5EF4-FFF2-40B4-BE49-F238E27FC236}">
                <a16:creationId xmlns:a16="http://schemas.microsoft.com/office/drawing/2014/main" id="{7280AD63-466B-0F40-AA17-CFA5D5D8BF52}"/>
              </a:ext>
            </a:extLst>
          </p:cNvPr>
          <p:cNvSpPr/>
          <p:nvPr/>
        </p:nvSpPr>
        <p:spPr bwMode="gray">
          <a:xfrm>
            <a:off x="3264250" y="4242709"/>
            <a:ext cx="1034335" cy="297584"/>
          </a:xfrm>
          <a:prstGeom prst="rect">
            <a:avLst/>
          </a:prstGeom>
          <a:solidFill>
            <a:srgbClr val="007680"/>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kern="0" dirty="0">
              <a:solidFill>
                <a:prstClr val="white"/>
              </a:solidFill>
              <a:latin typeface="Aptos" panose="020B0004020202020204" pitchFamily="34" charset="0"/>
            </a:endParaRPr>
          </a:p>
        </p:txBody>
      </p:sp>
      <p:sp>
        <p:nvSpPr>
          <p:cNvPr id="65" name="TextBox 64">
            <a:extLst>
              <a:ext uri="{FF2B5EF4-FFF2-40B4-BE49-F238E27FC236}">
                <a16:creationId xmlns:a16="http://schemas.microsoft.com/office/drawing/2014/main" id="{C2CD8F8C-A97A-004B-AC22-518A49C3A133}"/>
              </a:ext>
            </a:extLst>
          </p:cNvPr>
          <p:cNvSpPr txBox="1"/>
          <p:nvPr/>
        </p:nvSpPr>
        <p:spPr>
          <a:xfrm>
            <a:off x="3366038" y="4297856"/>
            <a:ext cx="908594" cy="125099"/>
          </a:xfrm>
          <a:prstGeom prst="rect">
            <a:avLst/>
          </a:prstGeom>
          <a:noFill/>
        </p:spPr>
        <p:txBody>
          <a:bodyPr wrap="square" lIns="0" tIns="0" rIns="0" bIns="0" rtlCol="0">
            <a:spAutoFit/>
          </a:bodyPr>
          <a:lstStyle/>
          <a:p>
            <a:pPr defTabSz="639844">
              <a:buSzPct val="100000"/>
              <a:defRPr/>
            </a:pPr>
            <a:r>
              <a:rPr lang="en-IE" sz="813" b="1" dirty="0">
                <a:solidFill>
                  <a:prstClr val="white"/>
                </a:solidFill>
                <a:latin typeface="Aptos" panose="020B0004020202020204" pitchFamily="34" charset="0"/>
                <a:ea typeface="Open Sans Semibold" panose="020B0706030804020204" pitchFamily="34" charset="0"/>
                <a:cs typeface="Open Sans Semibold" panose="020B0706030804020204" pitchFamily="34" charset="0"/>
              </a:rPr>
              <a:t>Lorem ipsum </a:t>
            </a:r>
          </a:p>
        </p:txBody>
      </p:sp>
      <p:sp>
        <p:nvSpPr>
          <p:cNvPr id="66" name="Rectangle 65">
            <a:extLst>
              <a:ext uri="{FF2B5EF4-FFF2-40B4-BE49-F238E27FC236}">
                <a16:creationId xmlns:a16="http://schemas.microsoft.com/office/drawing/2014/main" id="{DA836642-6B60-6642-928B-22359D8FEACC}"/>
              </a:ext>
            </a:extLst>
          </p:cNvPr>
          <p:cNvSpPr/>
          <p:nvPr/>
        </p:nvSpPr>
        <p:spPr bwMode="gray">
          <a:xfrm>
            <a:off x="6453696" y="1920784"/>
            <a:ext cx="1113983" cy="908631"/>
          </a:xfrm>
          <a:prstGeom prst="rect">
            <a:avLst/>
          </a:prstGeom>
          <a:solidFill>
            <a:sysClr val="windowText" lastClr="000000"/>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kern="0" dirty="0">
              <a:solidFill>
                <a:prstClr val="white"/>
              </a:solidFill>
              <a:latin typeface="Aptos" panose="020B0004020202020204" pitchFamily="34" charset="0"/>
            </a:endParaRPr>
          </a:p>
        </p:txBody>
      </p:sp>
      <p:sp>
        <p:nvSpPr>
          <p:cNvPr id="67" name="Rectangle 66">
            <a:extLst>
              <a:ext uri="{FF2B5EF4-FFF2-40B4-BE49-F238E27FC236}">
                <a16:creationId xmlns:a16="http://schemas.microsoft.com/office/drawing/2014/main" id="{F0DB7271-7700-FF48-B58C-99448F969B25}"/>
              </a:ext>
            </a:extLst>
          </p:cNvPr>
          <p:cNvSpPr/>
          <p:nvPr/>
        </p:nvSpPr>
        <p:spPr bwMode="gray">
          <a:xfrm>
            <a:off x="8290697" y="2548227"/>
            <a:ext cx="1126275" cy="307984"/>
          </a:xfrm>
          <a:prstGeom prst="rect">
            <a:avLst/>
          </a:prstGeom>
          <a:solidFill>
            <a:srgbClr val="43B02A"/>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kern="0" dirty="0">
              <a:solidFill>
                <a:prstClr val="white"/>
              </a:solidFill>
              <a:latin typeface="Aptos" panose="020B0004020202020204" pitchFamily="34" charset="0"/>
            </a:endParaRPr>
          </a:p>
        </p:txBody>
      </p:sp>
      <p:sp>
        <p:nvSpPr>
          <p:cNvPr id="68" name="TextBox 67">
            <a:extLst>
              <a:ext uri="{FF2B5EF4-FFF2-40B4-BE49-F238E27FC236}">
                <a16:creationId xmlns:a16="http://schemas.microsoft.com/office/drawing/2014/main" id="{66E7A0D2-ECAD-DB47-855A-C659C10F7DC9}"/>
              </a:ext>
            </a:extLst>
          </p:cNvPr>
          <p:cNvSpPr txBox="1"/>
          <p:nvPr/>
        </p:nvSpPr>
        <p:spPr>
          <a:xfrm>
            <a:off x="8576270" y="2635435"/>
            <a:ext cx="840701" cy="125099"/>
          </a:xfrm>
          <a:prstGeom prst="rect">
            <a:avLst/>
          </a:prstGeom>
          <a:noFill/>
        </p:spPr>
        <p:txBody>
          <a:bodyPr wrap="square" lIns="0" tIns="0" rIns="0" bIns="0" rtlCol="0">
            <a:spAutoFit/>
          </a:bodyPr>
          <a:lstStyle>
            <a:defPPr>
              <a:defRPr lang="en-US"/>
            </a:defPPr>
            <a:lvl1pPr marR="0" lvl="0" indent="0" fontAlgn="auto">
              <a:lnSpc>
                <a:spcPct val="100000"/>
              </a:lnSpc>
              <a:spcBef>
                <a:spcPts val="0"/>
              </a:spcBef>
              <a:spcAft>
                <a:spcPts val="0"/>
              </a:spcAft>
              <a:buClrTx/>
              <a:buSzPct val="100000"/>
              <a:buFontTx/>
              <a:buNone/>
              <a:tabLst/>
              <a:defRPr kumimoji="0" sz="1200" b="0" i="0" u="none" strike="noStrike" cap="none" spc="0" normalizeH="0" baseline="0">
                <a:ln>
                  <a:noFill/>
                </a:ln>
                <a:solidFill>
                  <a:prstClr val="white"/>
                </a:solidFill>
                <a:effectLst/>
                <a:uLnTx/>
                <a:uFillTx/>
                <a:latin typeface="Open Sans Semibold" panose="020B0706030804020204" pitchFamily="34" charset="0"/>
                <a:ea typeface="Open Sans Semibold" panose="020B0706030804020204" pitchFamily="34" charset="0"/>
                <a:cs typeface="Open Sans Semibold" panose="020B0706030804020204" pitchFamily="34" charset="0"/>
              </a:defRPr>
            </a:lvl1pPr>
          </a:lstStyle>
          <a:p>
            <a:r>
              <a:rPr lang="en-IE" sz="813" b="1" dirty="0">
                <a:solidFill>
                  <a:schemeClr val="tx1"/>
                </a:solidFill>
                <a:latin typeface="Aptos" panose="020B0004020202020204" pitchFamily="34" charset="0"/>
              </a:rPr>
              <a:t>Lorem ipsum </a:t>
            </a:r>
          </a:p>
        </p:txBody>
      </p:sp>
      <p:sp>
        <p:nvSpPr>
          <p:cNvPr id="69" name="Rectangle 68">
            <a:extLst>
              <a:ext uri="{FF2B5EF4-FFF2-40B4-BE49-F238E27FC236}">
                <a16:creationId xmlns:a16="http://schemas.microsoft.com/office/drawing/2014/main" id="{1F87267E-B85B-3046-9001-675BEE947EB2}"/>
              </a:ext>
            </a:extLst>
          </p:cNvPr>
          <p:cNvSpPr/>
          <p:nvPr/>
        </p:nvSpPr>
        <p:spPr bwMode="gray">
          <a:xfrm>
            <a:off x="6418459" y="1689828"/>
            <a:ext cx="1181430" cy="365022"/>
          </a:xfrm>
          <a:prstGeom prst="rect">
            <a:avLst/>
          </a:prstGeom>
          <a:solidFill>
            <a:srgbClr val="86BC25"/>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kern="0" dirty="0">
              <a:solidFill>
                <a:prstClr val="white"/>
              </a:solidFill>
              <a:latin typeface="Aptos" panose="020B0004020202020204" pitchFamily="34" charset="0"/>
            </a:endParaRPr>
          </a:p>
        </p:txBody>
      </p:sp>
      <p:sp>
        <p:nvSpPr>
          <p:cNvPr id="70" name="TextBox 69">
            <a:extLst>
              <a:ext uri="{FF2B5EF4-FFF2-40B4-BE49-F238E27FC236}">
                <a16:creationId xmlns:a16="http://schemas.microsoft.com/office/drawing/2014/main" id="{11DC09C5-4ED3-EE42-B884-4D299D93A57A}"/>
              </a:ext>
            </a:extLst>
          </p:cNvPr>
          <p:cNvSpPr txBox="1"/>
          <p:nvPr/>
        </p:nvSpPr>
        <p:spPr>
          <a:xfrm>
            <a:off x="6581370" y="1771089"/>
            <a:ext cx="894789" cy="125099"/>
          </a:xfrm>
          <a:prstGeom prst="rect">
            <a:avLst/>
          </a:prstGeom>
          <a:noFill/>
        </p:spPr>
        <p:txBody>
          <a:bodyPr wrap="square" lIns="0" tIns="0" rIns="0" bIns="0" rtlCol="0">
            <a:spAutoFit/>
          </a:bodyPr>
          <a:lstStyle>
            <a:defPPr>
              <a:defRPr lang="en-US"/>
            </a:defPPr>
            <a:lvl1pPr marR="0" lvl="0" indent="0" fontAlgn="auto">
              <a:lnSpc>
                <a:spcPct val="100000"/>
              </a:lnSpc>
              <a:spcBef>
                <a:spcPts val="0"/>
              </a:spcBef>
              <a:spcAft>
                <a:spcPts val="0"/>
              </a:spcAft>
              <a:buClrTx/>
              <a:buSzPct val="100000"/>
              <a:buFontTx/>
              <a:buNone/>
              <a:tabLst/>
              <a:defRPr kumimoji="0" sz="1200" b="0" i="0" u="none" strike="noStrike" cap="none" spc="0" normalizeH="0" baseline="0">
                <a:ln>
                  <a:noFill/>
                </a:ln>
                <a:solidFill>
                  <a:prstClr val="white"/>
                </a:solidFill>
                <a:effectLst/>
                <a:uLnTx/>
                <a:uFillTx/>
                <a:latin typeface="Open Sans Semibold" panose="020B0706030804020204" pitchFamily="34" charset="0"/>
                <a:ea typeface="Open Sans Semibold" panose="020B0706030804020204" pitchFamily="34" charset="0"/>
                <a:cs typeface="Open Sans Semibold" panose="020B0706030804020204" pitchFamily="34" charset="0"/>
              </a:defRPr>
            </a:lvl1pPr>
          </a:lstStyle>
          <a:p>
            <a:r>
              <a:rPr lang="en-IE" sz="813" b="1" dirty="0">
                <a:solidFill>
                  <a:schemeClr val="bg1"/>
                </a:solidFill>
                <a:latin typeface="Aptos" panose="020B0004020202020204" pitchFamily="34" charset="0"/>
              </a:rPr>
              <a:t>Lorem ipsum </a:t>
            </a:r>
          </a:p>
        </p:txBody>
      </p:sp>
      <p:sp>
        <p:nvSpPr>
          <p:cNvPr id="71" name="Rectangle 70">
            <a:extLst>
              <a:ext uri="{FF2B5EF4-FFF2-40B4-BE49-F238E27FC236}">
                <a16:creationId xmlns:a16="http://schemas.microsoft.com/office/drawing/2014/main" id="{F4C51EAF-6B4C-E847-8369-54BFA92B3F2F}"/>
              </a:ext>
            </a:extLst>
          </p:cNvPr>
          <p:cNvSpPr/>
          <p:nvPr/>
        </p:nvSpPr>
        <p:spPr bwMode="gray">
          <a:xfrm>
            <a:off x="6310507" y="4237366"/>
            <a:ext cx="1044280" cy="297583"/>
          </a:xfrm>
          <a:prstGeom prst="rect">
            <a:avLst/>
          </a:prstGeom>
          <a:solidFill>
            <a:srgbClr val="0D8390">
              <a:lumMod val="50000"/>
            </a:srgbClr>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kern="0" dirty="0">
              <a:solidFill>
                <a:prstClr val="white"/>
              </a:solidFill>
              <a:latin typeface="Aptos" panose="020B0004020202020204" pitchFamily="34" charset="0"/>
            </a:endParaRPr>
          </a:p>
        </p:txBody>
      </p:sp>
      <p:sp>
        <p:nvSpPr>
          <p:cNvPr id="72" name="TextBox 71">
            <a:extLst>
              <a:ext uri="{FF2B5EF4-FFF2-40B4-BE49-F238E27FC236}">
                <a16:creationId xmlns:a16="http://schemas.microsoft.com/office/drawing/2014/main" id="{52F60A53-270F-FB43-807F-3D1CC0507D41}"/>
              </a:ext>
            </a:extLst>
          </p:cNvPr>
          <p:cNvSpPr txBox="1"/>
          <p:nvPr/>
        </p:nvSpPr>
        <p:spPr>
          <a:xfrm>
            <a:off x="6417546" y="4332640"/>
            <a:ext cx="1129516" cy="125099"/>
          </a:xfrm>
          <a:prstGeom prst="rect">
            <a:avLst/>
          </a:prstGeom>
          <a:noFill/>
        </p:spPr>
        <p:txBody>
          <a:bodyPr wrap="square" lIns="0" tIns="0" rIns="0" bIns="0" rtlCol="0">
            <a:spAutoFit/>
          </a:bodyPr>
          <a:lstStyle/>
          <a:p>
            <a:pPr defTabSz="639844">
              <a:buSzPct val="100000"/>
              <a:defRPr/>
            </a:pPr>
            <a:r>
              <a:rPr lang="en-IE" sz="813" b="1" dirty="0">
                <a:solidFill>
                  <a:prstClr val="white"/>
                </a:solidFill>
                <a:latin typeface="Aptos" panose="020B0004020202020204" pitchFamily="34" charset="0"/>
                <a:ea typeface="Open Sans Semibold" panose="020B0706030804020204" pitchFamily="34" charset="0"/>
                <a:cs typeface="Open Sans Semibold" panose="020B0706030804020204" pitchFamily="34" charset="0"/>
              </a:rPr>
              <a:t>Lorem ipsum </a:t>
            </a:r>
          </a:p>
        </p:txBody>
      </p:sp>
      <p:sp>
        <p:nvSpPr>
          <p:cNvPr id="73" name="TextBox 72">
            <a:extLst>
              <a:ext uri="{FF2B5EF4-FFF2-40B4-BE49-F238E27FC236}">
                <a16:creationId xmlns:a16="http://schemas.microsoft.com/office/drawing/2014/main" id="{DA290F56-4FFD-1C48-92A0-49CAC1AF6596}"/>
              </a:ext>
            </a:extLst>
          </p:cNvPr>
          <p:cNvSpPr txBox="1"/>
          <p:nvPr/>
        </p:nvSpPr>
        <p:spPr>
          <a:xfrm>
            <a:off x="6415449" y="2093050"/>
            <a:ext cx="1174436" cy="538474"/>
          </a:xfrm>
          <a:prstGeom prst="rect">
            <a:avLst/>
          </a:prstGeom>
          <a:solidFill>
            <a:sysClr val="windowText" lastClr="000000"/>
          </a:solidFill>
          <a:ln>
            <a:solidFill>
              <a:srgbClr val="86BC25"/>
            </a:solidFill>
          </a:ln>
        </p:spPr>
        <p:txBody>
          <a:bodyPr wrap="square" lIns="58500" tIns="29250" rIns="58500" bIns="58500" rtlCol="0">
            <a:spAutoFit/>
          </a:bodyPr>
          <a:lstStyle/>
          <a:p>
            <a:pPr lvl="0"/>
            <a:r>
              <a:rPr lang="en-IE" sz="731" kern="0" dirty="0">
                <a:solidFill>
                  <a:prstClr val="white"/>
                </a:solidFill>
                <a:latin typeface="Aptos" panose="020B0004020202020204" pitchFamily="34" charset="0"/>
              </a:rPr>
              <a:t>This is dummy text it is not here to be read. The is just text to show where you could insert text. </a:t>
            </a:r>
          </a:p>
        </p:txBody>
      </p:sp>
      <p:sp>
        <p:nvSpPr>
          <p:cNvPr id="74" name="TextBox 73">
            <a:extLst>
              <a:ext uri="{FF2B5EF4-FFF2-40B4-BE49-F238E27FC236}">
                <a16:creationId xmlns:a16="http://schemas.microsoft.com/office/drawing/2014/main" id="{1E00AAA1-0AFE-3244-B62C-F52BF1B6F1AD}"/>
              </a:ext>
            </a:extLst>
          </p:cNvPr>
          <p:cNvSpPr txBox="1"/>
          <p:nvPr/>
        </p:nvSpPr>
        <p:spPr>
          <a:xfrm>
            <a:off x="8271446" y="2879575"/>
            <a:ext cx="1145523" cy="1213274"/>
          </a:xfrm>
          <a:prstGeom prst="rect">
            <a:avLst/>
          </a:prstGeom>
          <a:solidFill>
            <a:sysClr val="windowText" lastClr="000000"/>
          </a:solidFill>
          <a:ln>
            <a:solidFill>
              <a:srgbClr val="86BC25"/>
            </a:solidFill>
          </a:ln>
        </p:spPr>
        <p:txBody>
          <a:bodyPr wrap="square" lIns="58500" tIns="29250" rIns="58500" bIns="58500" rtlCol="0">
            <a:spAutoFit/>
          </a:bodyPr>
          <a:lstStyle>
            <a:defPPr>
              <a:defRPr lang="en-US"/>
            </a:defPPr>
            <a:lvl1pPr>
              <a:spcBef>
                <a:spcPts val="600"/>
              </a:spcBef>
              <a:buSzPct val="100000"/>
              <a:defRPr sz="800">
                <a:solidFill>
                  <a:srgbClr val="313131"/>
                </a:solidFill>
                <a:latin typeface="+mj-lt"/>
              </a:defRPr>
            </a:lvl1pPr>
          </a:lstStyle>
          <a:p>
            <a:pPr lvl="0"/>
            <a:r>
              <a:rPr lang="en-IE" sz="731" kern="0" dirty="0">
                <a:solidFill>
                  <a:prstClr val="white"/>
                </a:solidFill>
                <a:latin typeface="Aptos" panose="020B0004020202020204" pitchFamily="34" charset="0"/>
              </a:rPr>
              <a:t>This is dummy text it is not here to be read. The is just text to show where you could insert text. This is dummy text it is not here to be read. This is dummy text it is not here to be read. This is dummy text it is not here to be read.</a:t>
            </a:r>
          </a:p>
        </p:txBody>
      </p:sp>
      <p:sp>
        <p:nvSpPr>
          <p:cNvPr id="75" name="TextBox 74">
            <a:extLst>
              <a:ext uri="{FF2B5EF4-FFF2-40B4-BE49-F238E27FC236}">
                <a16:creationId xmlns:a16="http://schemas.microsoft.com/office/drawing/2014/main" id="{5E40190D-566D-7D42-B10B-235623948FBA}"/>
              </a:ext>
            </a:extLst>
          </p:cNvPr>
          <p:cNvSpPr txBox="1"/>
          <p:nvPr/>
        </p:nvSpPr>
        <p:spPr>
          <a:xfrm>
            <a:off x="429002" y="3524900"/>
            <a:ext cx="1409043" cy="650940"/>
          </a:xfrm>
          <a:prstGeom prst="rect">
            <a:avLst/>
          </a:prstGeom>
          <a:solidFill>
            <a:sysClr val="windowText" lastClr="000000"/>
          </a:solidFill>
          <a:ln>
            <a:solidFill>
              <a:srgbClr val="26890D"/>
            </a:solidFill>
          </a:ln>
        </p:spPr>
        <p:txBody>
          <a:bodyPr wrap="square" lIns="58500" tIns="29250" rIns="58500" bIns="58500" rtlCol="0">
            <a:spAutoFit/>
          </a:bodyPr>
          <a:lstStyle>
            <a:defPPr>
              <a:defRPr lang="en-US"/>
            </a:defPPr>
            <a:lvl1pPr>
              <a:spcBef>
                <a:spcPts val="600"/>
              </a:spcBef>
              <a:buSzPct val="100000"/>
              <a:defRPr sz="800">
                <a:solidFill>
                  <a:srgbClr val="313131"/>
                </a:solidFill>
                <a:latin typeface="+mj-lt"/>
              </a:defRPr>
            </a:lvl1pPr>
          </a:lstStyle>
          <a:p>
            <a:pPr lvl="0"/>
            <a:r>
              <a:rPr lang="en-IE" sz="731" kern="0" dirty="0">
                <a:solidFill>
                  <a:prstClr val="white"/>
                </a:solidFill>
                <a:latin typeface="Aptos" panose="020B0004020202020204" pitchFamily="34" charset="0"/>
              </a:rPr>
              <a:t>This is dummy text it is not here to be read. The is just text to show where you could insert text. This is dummy text it is not here to be read.</a:t>
            </a:r>
          </a:p>
        </p:txBody>
      </p:sp>
      <p:sp>
        <p:nvSpPr>
          <p:cNvPr id="76" name="TextBox 75">
            <a:extLst>
              <a:ext uri="{FF2B5EF4-FFF2-40B4-BE49-F238E27FC236}">
                <a16:creationId xmlns:a16="http://schemas.microsoft.com/office/drawing/2014/main" id="{F551482A-E2FC-444D-B1A4-A1DABD787B0F}"/>
              </a:ext>
            </a:extLst>
          </p:cNvPr>
          <p:cNvSpPr txBox="1"/>
          <p:nvPr/>
        </p:nvSpPr>
        <p:spPr>
          <a:xfrm>
            <a:off x="3264250" y="4595438"/>
            <a:ext cx="1034335" cy="875874"/>
          </a:xfrm>
          <a:prstGeom prst="rect">
            <a:avLst/>
          </a:prstGeom>
          <a:solidFill>
            <a:sysClr val="windowText" lastClr="000000"/>
          </a:solidFill>
          <a:ln>
            <a:solidFill>
              <a:srgbClr val="007CB0"/>
            </a:solidFill>
          </a:ln>
        </p:spPr>
        <p:txBody>
          <a:bodyPr wrap="square" lIns="58500" tIns="29250" rIns="58500" bIns="58500" rtlCol="0">
            <a:spAutoFit/>
          </a:bodyPr>
          <a:lstStyle>
            <a:defPPr>
              <a:defRPr lang="en-US"/>
            </a:defPPr>
            <a:lvl1pPr>
              <a:spcBef>
                <a:spcPts val="600"/>
              </a:spcBef>
              <a:buSzPct val="100000"/>
              <a:defRPr sz="800">
                <a:solidFill>
                  <a:srgbClr val="313131"/>
                </a:solidFill>
                <a:latin typeface="+mj-lt"/>
              </a:defRPr>
            </a:lvl1pPr>
          </a:lstStyle>
          <a:p>
            <a:pPr lvl="0"/>
            <a:r>
              <a:rPr lang="en-IE" sz="731" kern="0" dirty="0">
                <a:solidFill>
                  <a:prstClr val="white"/>
                </a:solidFill>
                <a:latin typeface="Aptos" panose="020B0004020202020204" pitchFamily="34" charset="0"/>
              </a:rPr>
              <a:t>This is dummy text it is not here to be read. The is just text to show where you could insert text. This is dummy text it is not here to be read.</a:t>
            </a:r>
          </a:p>
        </p:txBody>
      </p:sp>
      <p:sp>
        <p:nvSpPr>
          <p:cNvPr id="77" name="TextBox 76">
            <a:extLst>
              <a:ext uri="{FF2B5EF4-FFF2-40B4-BE49-F238E27FC236}">
                <a16:creationId xmlns:a16="http://schemas.microsoft.com/office/drawing/2014/main" id="{90E00812-FA1B-1A47-93F1-E2819722EFC8}"/>
              </a:ext>
            </a:extLst>
          </p:cNvPr>
          <p:cNvSpPr txBox="1"/>
          <p:nvPr/>
        </p:nvSpPr>
        <p:spPr>
          <a:xfrm>
            <a:off x="6319247" y="4590097"/>
            <a:ext cx="1044280" cy="875874"/>
          </a:xfrm>
          <a:prstGeom prst="rect">
            <a:avLst/>
          </a:prstGeom>
          <a:solidFill>
            <a:sysClr val="windowText" lastClr="000000"/>
          </a:solidFill>
          <a:ln>
            <a:solidFill>
              <a:srgbClr val="0D8390">
                <a:lumMod val="75000"/>
              </a:srgbClr>
            </a:solidFill>
          </a:ln>
        </p:spPr>
        <p:txBody>
          <a:bodyPr wrap="square" lIns="58500" tIns="29250" rIns="58500" bIns="58500" rtlCol="0">
            <a:spAutoFit/>
          </a:bodyPr>
          <a:lstStyle>
            <a:defPPr>
              <a:defRPr lang="en-US"/>
            </a:defPPr>
            <a:lvl1pPr>
              <a:spcBef>
                <a:spcPts val="600"/>
              </a:spcBef>
              <a:buSzPct val="100000"/>
              <a:defRPr sz="800">
                <a:solidFill>
                  <a:srgbClr val="313131"/>
                </a:solidFill>
                <a:latin typeface="+mj-lt"/>
              </a:defRPr>
            </a:lvl1pPr>
          </a:lstStyle>
          <a:p>
            <a:pPr lvl="0"/>
            <a:r>
              <a:rPr lang="en-IE" sz="731" kern="0" dirty="0">
                <a:solidFill>
                  <a:prstClr val="white"/>
                </a:solidFill>
                <a:latin typeface="Aptos" panose="020B0004020202020204" pitchFamily="34" charset="0"/>
              </a:rPr>
              <a:t>This is dummy text it is not here to be read. The is just text to show where you could insert text. This is dummy text it is not here to be read.</a:t>
            </a:r>
          </a:p>
        </p:txBody>
      </p:sp>
      <p:sp>
        <p:nvSpPr>
          <p:cNvPr id="78" name="Rectangle 77">
            <a:extLst>
              <a:ext uri="{FF2B5EF4-FFF2-40B4-BE49-F238E27FC236}">
                <a16:creationId xmlns:a16="http://schemas.microsoft.com/office/drawing/2014/main" id="{03B11919-1248-8642-8175-7CE788E37A92}"/>
              </a:ext>
            </a:extLst>
          </p:cNvPr>
          <p:cNvSpPr/>
          <p:nvPr/>
        </p:nvSpPr>
        <p:spPr bwMode="gray">
          <a:xfrm>
            <a:off x="3695944" y="2701323"/>
            <a:ext cx="1628735" cy="239029"/>
          </a:xfrm>
          <a:prstGeom prst="rect">
            <a:avLst/>
          </a:prstGeom>
          <a:solidFill>
            <a:srgbClr val="26890D"/>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kern="0" dirty="0">
              <a:solidFill>
                <a:prstClr val="white"/>
              </a:solidFill>
              <a:latin typeface="Aptos" panose="020B0004020202020204" pitchFamily="34" charset="0"/>
            </a:endParaRPr>
          </a:p>
        </p:txBody>
      </p:sp>
      <p:sp>
        <p:nvSpPr>
          <p:cNvPr id="79" name="TextBox 78">
            <a:extLst>
              <a:ext uri="{FF2B5EF4-FFF2-40B4-BE49-F238E27FC236}">
                <a16:creationId xmlns:a16="http://schemas.microsoft.com/office/drawing/2014/main" id="{C22707FD-D1E2-2B4A-B4D4-D125FD9A07BC}"/>
              </a:ext>
            </a:extLst>
          </p:cNvPr>
          <p:cNvSpPr txBox="1"/>
          <p:nvPr/>
        </p:nvSpPr>
        <p:spPr>
          <a:xfrm>
            <a:off x="3927503" y="2740235"/>
            <a:ext cx="1177668" cy="125099"/>
          </a:xfrm>
          <a:prstGeom prst="rect">
            <a:avLst/>
          </a:prstGeom>
          <a:noFill/>
        </p:spPr>
        <p:txBody>
          <a:bodyPr wrap="square" lIns="0" tIns="0" rIns="0" bIns="0" rtlCol="0">
            <a:spAutoFit/>
          </a:bodyPr>
          <a:lstStyle>
            <a:defPPr>
              <a:defRPr lang="en-US"/>
            </a:defPPr>
            <a:lvl1pPr marR="0" lvl="0" indent="0" fontAlgn="auto">
              <a:lnSpc>
                <a:spcPct val="100000"/>
              </a:lnSpc>
              <a:spcBef>
                <a:spcPts val="0"/>
              </a:spcBef>
              <a:spcAft>
                <a:spcPts val="0"/>
              </a:spcAft>
              <a:buClrTx/>
              <a:buSzPct val="100000"/>
              <a:buFontTx/>
              <a:buNone/>
              <a:tabLst/>
              <a:defRPr kumimoji="0" sz="1200" b="0" i="0" u="none" strike="noStrike" cap="none" spc="0" normalizeH="0" baseline="0">
                <a:ln>
                  <a:noFill/>
                </a:ln>
                <a:solidFill>
                  <a:prstClr val="white"/>
                </a:solidFill>
                <a:effectLst/>
                <a:uLnTx/>
                <a:uFillTx/>
                <a:latin typeface="Open Sans Semibold" panose="020B0706030804020204" pitchFamily="34" charset="0"/>
                <a:ea typeface="Open Sans Semibold" panose="020B0706030804020204" pitchFamily="34" charset="0"/>
                <a:cs typeface="Open Sans Semibold" panose="020B0706030804020204" pitchFamily="34" charset="0"/>
              </a:defRPr>
            </a:lvl1pPr>
          </a:lstStyle>
          <a:p>
            <a:pPr algn="ctr"/>
            <a:r>
              <a:rPr lang="en-IE" sz="813" b="1" dirty="0">
                <a:latin typeface="Aptos" panose="020B0004020202020204" pitchFamily="34" charset="0"/>
              </a:rPr>
              <a:t>Lorem ipsum </a:t>
            </a:r>
          </a:p>
        </p:txBody>
      </p:sp>
      <p:sp>
        <p:nvSpPr>
          <p:cNvPr id="80" name="TextBox 79">
            <a:extLst>
              <a:ext uri="{FF2B5EF4-FFF2-40B4-BE49-F238E27FC236}">
                <a16:creationId xmlns:a16="http://schemas.microsoft.com/office/drawing/2014/main" id="{E73D127C-84FE-CE45-99A3-D1E329974263}"/>
              </a:ext>
            </a:extLst>
          </p:cNvPr>
          <p:cNvSpPr txBox="1"/>
          <p:nvPr/>
        </p:nvSpPr>
        <p:spPr>
          <a:xfrm>
            <a:off x="3695942" y="2965804"/>
            <a:ext cx="1612452" cy="988340"/>
          </a:xfrm>
          <a:prstGeom prst="rect">
            <a:avLst/>
          </a:prstGeom>
          <a:solidFill>
            <a:sysClr val="windowText" lastClr="000000"/>
          </a:solidFill>
          <a:ln>
            <a:solidFill>
              <a:srgbClr val="26890D"/>
            </a:solidFill>
          </a:ln>
        </p:spPr>
        <p:txBody>
          <a:bodyPr wrap="square" lIns="58500" tIns="29250" rIns="58500" bIns="58500" rtlCol="0">
            <a:spAutoFit/>
          </a:bodyPr>
          <a:lstStyle>
            <a:defPPr>
              <a:defRPr lang="en-US"/>
            </a:defPPr>
            <a:lvl1pPr>
              <a:spcBef>
                <a:spcPts val="600"/>
              </a:spcBef>
              <a:buSzPct val="100000"/>
              <a:defRPr sz="800">
                <a:solidFill>
                  <a:srgbClr val="313131"/>
                </a:solidFill>
                <a:latin typeface="+mj-lt"/>
              </a:defRPr>
            </a:lvl1pPr>
          </a:lstStyle>
          <a:p>
            <a:r>
              <a:rPr lang="en-IE" sz="731" kern="0" dirty="0">
                <a:solidFill>
                  <a:prstClr val="white"/>
                </a:solidFill>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a:t>
            </a:r>
          </a:p>
        </p:txBody>
      </p:sp>
      <p:grpSp>
        <p:nvGrpSpPr>
          <p:cNvPr id="81" name="Group 80">
            <a:extLst>
              <a:ext uri="{FF2B5EF4-FFF2-40B4-BE49-F238E27FC236}">
                <a16:creationId xmlns:a16="http://schemas.microsoft.com/office/drawing/2014/main" id="{F81C854E-00D7-B147-A4AA-E162F57BFD6F}"/>
              </a:ext>
            </a:extLst>
          </p:cNvPr>
          <p:cNvGrpSpPr/>
          <p:nvPr/>
        </p:nvGrpSpPr>
        <p:grpSpPr>
          <a:xfrm>
            <a:off x="5947502" y="1705270"/>
            <a:ext cx="418340" cy="418340"/>
            <a:chOff x="7643362" y="2623352"/>
            <a:chExt cx="315200" cy="315200"/>
          </a:xfrm>
        </p:grpSpPr>
        <p:sp>
          <p:nvSpPr>
            <p:cNvPr id="82" name="Oval 81">
              <a:extLst>
                <a:ext uri="{FF2B5EF4-FFF2-40B4-BE49-F238E27FC236}">
                  <a16:creationId xmlns:a16="http://schemas.microsoft.com/office/drawing/2014/main" id="{07821980-D9EC-F148-A464-5A3B05CA33FC}"/>
                </a:ext>
              </a:extLst>
            </p:cNvPr>
            <p:cNvSpPr/>
            <p:nvPr/>
          </p:nvSpPr>
          <p:spPr bwMode="gray">
            <a:xfrm>
              <a:off x="7643362" y="2623352"/>
              <a:ext cx="315200" cy="315200"/>
            </a:xfrm>
            <a:prstGeom prst="ellipse">
              <a:avLst/>
            </a:prstGeom>
            <a:solidFill>
              <a:srgbClr val="86BC25"/>
            </a:solidFill>
            <a:ln w="19050" algn="ctr">
              <a:noFill/>
              <a:miter lim="800000"/>
              <a:headEnd/>
              <a:tailEnd/>
            </a:ln>
          </p:spPr>
          <p:txBody>
            <a:bodyPr wrap="square" lIns="72231" tIns="72231" rIns="72231" bIns="72231" rtlCol="0" anchor="ctr"/>
            <a:lstStyle/>
            <a:p>
              <a:pPr algn="ctr" defTabSz="639844">
                <a:lnSpc>
                  <a:spcPct val="106000"/>
                </a:lnSpc>
                <a:defRPr/>
              </a:pPr>
              <a:endParaRPr lang="en-IE" sz="894" b="1" kern="0" dirty="0">
                <a:solidFill>
                  <a:prstClr val="white"/>
                </a:solidFill>
                <a:latin typeface="Aptos" panose="020B0004020202020204" pitchFamily="34" charset="0"/>
              </a:endParaRPr>
            </a:p>
          </p:txBody>
        </p:sp>
        <p:sp>
          <p:nvSpPr>
            <p:cNvPr id="83" name="Oval 82">
              <a:extLst>
                <a:ext uri="{FF2B5EF4-FFF2-40B4-BE49-F238E27FC236}">
                  <a16:creationId xmlns:a16="http://schemas.microsoft.com/office/drawing/2014/main" id="{2E5B4BB5-8126-BC44-9110-C9ECFC2AD0E8}"/>
                </a:ext>
              </a:extLst>
            </p:cNvPr>
            <p:cNvSpPr/>
            <p:nvPr/>
          </p:nvSpPr>
          <p:spPr bwMode="gray">
            <a:xfrm>
              <a:off x="7671785" y="2649956"/>
              <a:ext cx="258355" cy="258355"/>
            </a:xfrm>
            <a:prstGeom prst="ellipse">
              <a:avLst/>
            </a:prstGeom>
            <a:solidFill>
              <a:sysClr val="windowText" lastClr="000000"/>
            </a:solidFill>
            <a:ln w="19050" algn="ctr">
              <a:noFill/>
              <a:miter lim="800000"/>
              <a:headEnd/>
              <a:tailEnd/>
            </a:ln>
          </p:spPr>
          <p:txBody>
            <a:bodyPr wrap="square" lIns="72231" tIns="72231" rIns="72231" bIns="72231" rtlCol="0" anchor="ctr"/>
            <a:lstStyle/>
            <a:p>
              <a:pPr algn="ctr" defTabSz="639844">
                <a:lnSpc>
                  <a:spcPct val="106000"/>
                </a:lnSpc>
                <a:defRPr/>
              </a:pPr>
              <a:r>
                <a:rPr lang="en-IE" sz="894" kern="0" dirty="0">
                  <a:solidFill>
                    <a:prstClr val="white"/>
                  </a:solidFill>
                  <a:latin typeface="Aptos" panose="020B0004020202020204" pitchFamily="34" charset="0"/>
                </a:rPr>
                <a:t>1</a:t>
              </a:r>
            </a:p>
          </p:txBody>
        </p:sp>
      </p:grpSp>
      <p:sp>
        <p:nvSpPr>
          <p:cNvPr id="84" name="Oval 83">
            <a:extLst>
              <a:ext uri="{FF2B5EF4-FFF2-40B4-BE49-F238E27FC236}">
                <a16:creationId xmlns:a16="http://schemas.microsoft.com/office/drawing/2014/main" id="{77E6AEA5-EDCA-2943-B1F4-2A312DBDFC5D}"/>
              </a:ext>
            </a:extLst>
          </p:cNvPr>
          <p:cNvSpPr/>
          <p:nvPr/>
        </p:nvSpPr>
        <p:spPr bwMode="gray">
          <a:xfrm>
            <a:off x="7969199" y="1920366"/>
            <a:ext cx="363081" cy="363081"/>
          </a:xfrm>
          <a:prstGeom prst="ellipse">
            <a:avLst/>
          </a:prstGeom>
          <a:solidFill>
            <a:srgbClr val="D9D9D9"/>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dirty="0">
              <a:solidFill>
                <a:prstClr val="white"/>
              </a:solidFill>
              <a:latin typeface="Aptos" panose="020B0004020202020204" pitchFamily="34" charset="0"/>
            </a:endParaRPr>
          </a:p>
        </p:txBody>
      </p:sp>
      <p:sp>
        <p:nvSpPr>
          <p:cNvPr id="85" name="Freeform 928">
            <a:extLst>
              <a:ext uri="{FF2B5EF4-FFF2-40B4-BE49-F238E27FC236}">
                <a16:creationId xmlns:a16="http://schemas.microsoft.com/office/drawing/2014/main" id="{38F2415F-C885-AB41-A84B-AAB1913CA47E}"/>
              </a:ext>
            </a:extLst>
          </p:cNvPr>
          <p:cNvSpPr>
            <a:spLocks noEditPoints="1"/>
          </p:cNvSpPr>
          <p:nvPr/>
        </p:nvSpPr>
        <p:spPr bwMode="auto">
          <a:xfrm>
            <a:off x="7991251" y="1942419"/>
            <a:ext cx="318970" cy="31897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ysClr val="windowText" lastClr="0000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639844">
              <a:defRPr/>
            </a:pPr>
            <a:endParaRPr lang="en-GB" sz="650" kern="0">
              <a:solidFill>
                <a:prstClr val="black"/>
              </a:solidFill>
              <a:latin typeface="Aptos" panose="020B0004020202020204" pitchFamily="34" charset="0"/>
            </a:endParaRPr>
          </a:p>
        </p:txBody>
      </p:sp>
      <p:grpSp>
        <p:nvGrpSpPr>
          <p:cNvPr id="86" name="Group 85">
            <a:extLst>
              <a:ext uri="{FF2B5EF4-FFF2-40B4-BE49-F238E27FC236}">
                <a16:creationId xmlns:a16="http://schemas.microsoft.com/office/drawing/2014/main" id="{059ED205-856E-F942-BB37-C603C95DC0F0}"/>
              </a:ext>
            </a:extLst>
          </p:cNvPr>
          <p:cNvGrpSpPr/>
          <p:nvPr/>
        </p:nvGrpSpPr>
        <p:grpSpPr>
          <a:xfrm>
            <a:off x="8015140" y="2455964"/>
            <a:ext cx="418340" cy="418340"/>
            <a:chOff x="7643362" y="2623352"/>
            <a:chExt cx="315200" cy="315200"/>
          </a:xfrm>
        </p:grpSpPr>
        <p:sp>
          <p:nvSpPr>
            <p:cNvPr id="87" name="Oval 86">
              <a:extLst>
                <a:ext uri="{FF2B5EF4-FFF2-40B4-BE49-F238E27FC236}">
                  <a16:creationId xmlns:a16="http://schemas.microsoft.com/office/drawing/2014/main" id="{7CB25C08-D815-A246-A03A-15267BE5679A}"/>
                </a:ext>
              </a:extLst>
            </p:cNvPr>
            <p:cNvSpPr/>
            <p:nvPr/>
          </p:nvSpPr>
          <p:spPr bwMode="gray">
            <a:xfrm>
              <a:off x="7643362" y="2623352"/>
              <a:ext cx="315200" cy="315200"/>
            </a:xfrm>
            <a:prstGeom prst="ellipse">
              <a:avLst/>
            </a:prstGeom>
            <a:solidFill>
              <a:srgbClr val="43B02A"/>
            </a:solidFill>
            <a:ln w="19050" algn="ctr">
              <a:noFill/>
              <a:miter lim="800000"/>
              <a:headEnd/>
              <a:tailEnd/>
            </a:ln>
          </p:spPr>
          <p:txBody>
            <a:bodyPr wrap="square" lIns="72231" tIns="72231" rIns="72231" bIns="72231" rtlCol="0" anchor="ctr"/>
            <a:lstStyle/>
            <a:p>
              <a:pPr algn="ctr" defTabSz="639844">
                <a:lnSpc>
                  <a:spcPct val="106000"/>
                </a:lnSpc>
                <a:defRPr/>
              </a:pPr>
              <a:endParaRPr lang="en-IE" sz="894" b="1" kern="0" dirty="0">
                <a:solidFill>
                  <a:prstClr val="white"/>
                </a:solidFill>
                <a:latin typeface="Aptos" panose="020B0004020202020204" pitchFamily="34" charset="0"/>
              </a:endParaRPr>
            </a:p>
          </p:txBody>
        </p:sp>
        <p:sp>
          <p:nvSpPr>
            <p:cNvPr id="88" name="Oval 87">
              <a:extLst>
                <a:ext uri="{FF2B5EF4-FFF2-40B4-BE49-F238E27FC236}">
                  <a16:creationId xmlns:a16="http://schemas.microsoft.com/office/drawing/2014/main" id="{54CBFE05-1682-2B4D-ABD1-A86973D1241F}"/>
                </a:ext>
              </a:extLst>
            </p:cNvPr>
            <p:cNvSpPr/>
            <p:nvPr/>
          </p:nvSpPr>
          <p:spPr bwMode="gray">
            <a:xfrm>
              <a:off x="7671785" y="2649956"/>
              <a:ext cx="258355" cy="258355"/>
            </a:xfrm>
            <a:prstGeom prst="ellipse">
              <a:avLst/>
            </a:prstGeom>
            <a:solidFill>
              <a:sysClr val="windowText" lastClr="000000"/>
            </a:solidFill>
            <a:ln w="19050" algn="ctr">
              <a:noFill/>
              <a:miter lim="800000"/>
              <a:headEnd/>
              <a:tailEnd/>
            </a:ln>
          </p:spPr>
          <p:txBody>
            <a:bodyPr wrap="square" lIns="72231" tIns="72231" rIns="72231" bIns="72231" rtlCol="0" anchor="ctr"/>
            <a:lstStyle/>
            <a:p>
              <a:pPr algn="ctr" defTabSz="639844">
                <a:lnSpc>
                  <a:spcPct val="106000"/>
                </a:lnSpc>
                <a:defRPr/>
              </a:pPr>
              <a:r>
                <a:rPr lang="en-IE" sz="894" kern="0" dirty="0">
                  <a:solidFill>
                    <a:prstClr val="white"/>
                  </a:solidFill>
                  <a:latin typeface="Aptos" panose="020B0004020202020204" pitchFamily="34" charset="0"/>
                </a:rPr>
                <a:t>2</a:t>
              </a:r>
            </a:p>
          </p:txBody>
        </p:sp>
      </p:grpSp>
      <p:sp>
        <p:nvSpPr>
          <p:cNvPr id="89" name="Oval 88">
            <a:extLst>
              <a:ext uri="{FF2B5EF4-FFF2-40B4-BE49-F238E27FC236}">
                <a16:creationId xmlns:a16="http://schemas.microsoft.com/office/drawing/2014/main" id="{73DF653B-6AA1-0C40-9AC9-ACA08BB98645}"/>
              </a:ext>
            </a:extLst>
          </p:cNvPr>
          <p:cNvSpPr/>
          <p:nvPr/>
        </p:nvSpPr>
        <p:spPr bwMode="gray">
          <a:xfrm>
            <a:off x="7092028" y="2693232"/>
            <a:ext cx="363081" cy="363081"/>
          </a:xfrm>
          <a:prstGeom prst="ellipse">
            <a:avLst/>
          </a:prstGeom>
          <a:solidFill>
            <a:srgbClr val="D9D9D9"/>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dirty="0">
              <a:solidFill>
                <a:prstClr val="white"/>
              </a:solidFill>
              <a:latin typeface="Aptos" panose="020B0004020202020204" pitchFamily="34" charset="0"/>
            </a:endParaRPr>
          </a:p>
        </p:txBody>
      </p:sp>
      <p:sp>
        <p:nvSpPr>
          <p:cNvPr id="90" name="Freeform 124">
            <a:extLst>
              <a:ext uri="{FF2B5EF4-FFF2-40B4-BE49-F238E27FC236}">
                <a16:creationId xmlns:a16="http://schemas.microsoft.com/office/drawing/2014/main" id="{18B43B39-9032-BD4F-8910-F301245007B0}"/>
              </a:ext>
            </a:extLst>
          </p:cNvPr>
          <p:cNvSpPr>
            <a:spLocks noChangeAspect="1" noEditPoints="1"/>
          </p:cNvSpPr>
          <p:nvPr/>
        </p:nvSpPr>
        <p:spPr bwMode="auto">
          <a:xfrm>
            <a:off x="7111380" y="2713058"/>
            <a:ext cx="324377" cy="323426"/>
          </a:xfrm>
          <a:custGeom>
            <a:avLst/>
            <a:gdLst>
              <a:gd name="T0" fmla="*/ 0 w 512"/>
              <a:gd name="T1" fmla="*/ 256 h 512"/>
              <a:gd name="T2" fmla="*/ 512 w 512"/>
              <a:gd name="T3" fmla="*/ 256 h 512"/>
              <a:gd name="T4" fmla="*/ 237 w 512"/>
              <a:gd name="T5" fmla="*/ 342 h 512"/>
              <a:gd name="T6" fmla="*/ 206 w 512"/>
              <a:gd name="T7" fmla="*/ 372 h 512"/>
              <a:gd name="T8" fmla="*/ 198 w 512"/>
              <a:gd name="T9" fmla="*/ 372 h 512"/>
              <a:gd name="T10" fmla="*/ 167 w 512"/>
              <a:gd name="T11" fmla="*/ 342 h 512"/>
              <a:gd name="T12" fmla="*/ 182 w 512"/>
              <a:gd name="T13" fmla="*/ 327 h 512"/>
              <a:gd name="T14" fmla="*/ 192 w 512"/>
              <a:gd name="T15" fmla="*/ 149 h 512"/>
              <a:gd name="T16" fmla="*/ 213 w 512"/>
              <a:gd name="T17" fmla="*/ 149 h 512"/>
              <a:gd name="T18" fmla="*/ 222 w 512"/>
              <a:gd name="T19" fmla="*/ 327 h 512"/>
              <a:gd name="T20" fmla="*/ 237 w 512"/>
              <a:gd name="T21" fmla="*/ 342 h 512"/>
              <a:gd name="T22" fmla="*/ 266 w 512"/>
              <a:gd name="T23" fmla="*/ 373 h 512"/>
              <a:gd name="T24" fmla="*/ 266 w 512"/>
              <a:gd name="T25" fmla="*/ 352 h 512"/>
              <a:gd name="T26" fmla="*/ 288 w 512"/>
              <a:gd name="T27" fmla="*/ 362 h 512"/>
              <a:gd name="T28" fmla="*/ 298 w 512"/>
              <a:gd name="T29" fmla="*/ 330 h 512"/>
              <a:gd name="T30" fmla="*/ 256 w 512"/>
              <a:gd name="T31" fmla="*/ 320 h 512"/>
              <a:gd name="T32" fmla="*/ 298 w 512"/>
              <a:gd name="T33" fmla="*/ 309 h 512"/>
              <a:gd name="T34" fmla="*/ 298 w 512"/>
              <a:gd name="T35" fmla="*/ 330 h 512"/>
              <a:gd name="T36" fmla="*/ 266 w 512"/>
              <a:gd name="T37" fmla="*/ 288 h 512"/>
              <a:gd name="T38" fmla="*/ 266 w 512"/>
              <a:gd name="T39" fmla="*/ 266 h 512"/>
              <a:gd name="T40" fmla="*/ 330 w 512"/>
              <a:gd name="T41" fmla="*/ 277 h 512"/>
              <a:gd name="T42" fmla="*/ 341 w 512"/>
              <a:gd name="T43" fmla="*/ 245 h 512"/>
              <a:gd name="T44" fmla="*/ 256 w 512"/>
              <a:gd name="T45" fmla="*/ 234 h 512"/>
              <a:gd name="T46" fmla="*/ 341 w 512"/>
              <a:gd name="T47" fmla="*/ 224 h 512"/>
              <a:gd name="T48" fmla="*/ 341 w 512"/>
              <a:gd name="T49" fmla="*/ 245 h 512"/>
              <a:gd name="T50" fmla="*/ 266 w 512"/>
              <a:gd name="T51" fmla="*/ 202 h 512"/>
              <a:gd name="T52" fmla="*/ 266 w 512"/>
              <a:gd name="T53" fmla="*/ 181 h 512"/>
              <a:gd name="T54" fmla="*/ 373 w 512"/>
              <a:gd name="T55" fmla="*/ 192 h 512"/>
              <a:gd name="T56" fmla="*/ 378 w 512"/>
              <a:gd name="T57" fmla="*/ 160 h 512"/>
              <a:gd name="T58" fmla="*/ 256 w 512"/>
              <a:gd name="T59" fmla="*/ 149 h 512"/>
              <a:gd name="T60" fmla="*/ 378 w 512"/>
              <a:gd name="T61" fmla="*/ 138 h 512"/>
              <a:gd name="T62" fmla="*/ 378 w 512"/>
              <a:gd name="T63" fmla="*/ 16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7" y="342"/>
                </a:moveTo>
                <a:cubicBezTo>
                  <a:pt x="210" y="370"/>
                  <a:pt x="210" y="370"/>
                  <a:pt x="210" y="370"/>
                </a:cubicBezTo>
                <a:cubicBezTo>
                  <a:pt x="209" y="371"/>
                  <a:pt x="208" y="372"/>
                  <a:pt x="206" y="372"/>
                </a:cubicBezTo>
                <a:cubicBezTo>
                  <a:pt x="205" y="373"/>
                  <a:pt x="204" y="373"/>
                  <a:pt x="202" y="373"/>
                </a:cubicBezTo>
                <a:cubicBezTo>
                  <a:pt x="201" y="373"/>
                  <a:pt x="200" y="373"/>
                  <a:pt x="198" y="372"/>
                </a:cubicBezTo>
                <a:cubicBezTo>
                  <a:pt x="197" y="372"/>
                  <a:pt x="196" y="371"/>
                  <a:pt x="195" y="370"/>
                </a:cubicBezTo>
                <a:cubicBezTo>
                  <a:pt x="167" y="342"/>
                  <a:pt x="167" y="342"/>
                  <a:pt x="167" y="342"/>
                </a:cubicBezTo>
                <a:cubicBezTo>
                  <a:pt x="163" y="338"/>
                  <a:pt x="163" y="331"/>
                  <a:pt x="167" y="327"/>
                </a:cubicBezTo>
                <a:cubicBezTo>
                  <a:pt x="171" y="323"/>
                  <a:pt x="178" y="323"/>
                  <a:pt x="182" y="327"/>
                </a:cubicBezTo>
                <a:cubicBezTo>
                  <a:pt x="192" y="337"/>
                  <a:pt x="192" y="337"/>
                  <a:pt x="192" y="337"/>
                </a:cubicBezTo>
                <a:cubicBezTo>
                  <a:pt x="192" y="149"/>
                  <a:pt x="192" y="149"/>
                  <a:pt x="192" y="149"/>
                </a:cubicBezTo>
                <a:cubicBezTo>
                  <a:pt x="192" y="143"/>
                  <a:pt x="196" y="138"/>
                  <a:pt x="202" y="138"/>
                </a:cubicBezTo>
                <a:cubicBezTo>
                  <a:pt x="208" y="138"/>
                  <a:pt x="213" y="143"/>
                  <a:pt x="213" y="149"/>
                </a:cubicBezTo>
                <a:cubicBezTo>
                  <a:pt x="213" y="337"/>
                  <a:pt x="213" y="337"/>
                  <a:pt x="213" y="337"/>
                </a:cubicBezTo>
                <a:cubicBezTo>
                  <a:pt x="222" y="327"/>
                  <a:pt x="222" y="327"/>
                  <a:pt x="222" y="327"/>
                </a:cubicBezTo>
                <a:cubicBezTo>
                  <a:pt x="227" y="323"/>
                  <a:pt x="233" y="323"/>
                  <a:pt x="237" y="327"/>
                </a:cubicBezTo>
                <a:cubicBezTo>
                  <a:pt x="242" y="331"/>
                  <a:pt x="242" y="338"/>
                  <a:pt x="237" y="342"/>
                </a:cubicBezTo>
                <a:close/>
                <a:moveTo>
                  <a:pt x="277" y="373"/>
                </a:moveTo>
                <a:cubicBezTo>
                  <a:pt x="266" y="373"/>
                  <a:pt x="266" y="373"/>
                  <a:pt x="266" y="373"/>
                </a:cubicBezTo>
                <a:cubicBezTo>
                  <a:pt x="260" y="373"/>
                  <a:pt x="256" y="368"/>
                  <a:pt x="256" y="362"/>
                </a:cubicBezTo>
                <a:cubicBezTo>
                  <a:pt x="256" y="356"/>
                  <a:pt x="260" y="352"/>
                  <a:pt x="266" y="352"/>
                </a:cubicBezTo>
                <a:cubicBezTo>
                  <a:pt x="277" y="352"/>
                  <a:pt x="277" y="352"/>
                  <a:pt x="277" y="352"/>
                </a:cubicBezTo>
                <a:cubicBezTo>
                  <a:pt x="283" y="352"/>
                  <a:pt x="288" y="356"/>
                  <a:pt x="288" y="362"/>
                </a:cubicBezTo>
                <a:cubicBezTo>
                  <a:pt x="288" y="368"/>
                  <a:pt x="283" y="373"/>
                  <a:pt x="277" y="373"/>
                </a:cubicBezTo>
                <a:close/>
                <a:moveTo>
                  <a:pt x="298" y="330"/>
                </a:moveTo>
                <a:cubicBezTo>
                  <a:pt x="266" y="330"/>
                  <a:pt x="266" y="330"/>
                  <a:pt x="266" y="330"/>
                </a:cubicBezTo>
                <a:cubicBezTo>
                  <a:pt x="260" y="330"/>
                  <a:pt x="256" y="326"/>
                  <a:pt x="256" y="320"/>
                </a:cubicBezTo>
                <a:cubicBezTo>
                  <a:pt x="256" y="314"/>
                  <a:pt x="260" y="309"/>
                  <a:pt x="266" y="309"/>
                </a:cubicBezTo>
                <a:cubicBezTo>
                  <a:pt x="298" y="309"/>
                  <a:pt x="298" y="309"/>
                  <a:pt x="298" y="309"/>
                </a:cubicBezTo>
                <a:cubicBezTo>
                  <a:pt x="304" y="309"/>
                  <a:pt x="309" y="314"/>
                  <a:pt x="309" y="320"/>
                </a:cubicBezTo>
                <a:cubicBezTo>
                  <a:pt x="309" y="326"/>
                  <a:pt x="304" y="330"/>
                  <a:pt x="298" y="330"/>
                </a:cubicBezTo>
                <a:close/>
                <a:moveTo>
                  <a:pt x="320" y="288"/>
                </a:moveTo>
                <a:cubicBezTo>
                  <a:pt x="266" y="288"/>
                  <a:pt x="266" y="288"/>
                  <a:pt x="266" y="288"/>
                </a:cubicBezTo>
                <a:cubicBezTo>
                  <a:pt x="260" y="288"/>
                  <a:pt x="256" y="283"/>
                  <a:pt x="256" y="277"/>
                </a:cubicBezTo>
                <a:cubicBezTo>
                  <a:pt x="256" y="271"/>
                  <a:pt x="260" y="266"/>
                  <a:pt x="266" y="266"/>
                </a:cubicBezTo>
                <a:cubicBezTo>
                  <a:pt x="320" y="266"/>
                  <a:pt x="320" y="266"/>
                  <a:pt x="320" y="266"/>
                </a:cubicBezTo>
                <a:cubicBezTo>
                  <a:pt x="326" y="266"/>
                  <a:pt x="330" y="271"/>
                  <a:pt x="330" y="277"/>
                </a:cubicBezTo>
                <a:cubicBezTo>
                  <a:pt x="330" y="283"/>
                  <a:pt x="326" y="288"/>
                  <a:pt x="320" y="288"/>
                </a:cubicBezTo>
                <a:close/>
                <a:moveTo>
                  <a:pt x="341" y="245"/>
                </a:moveTo>
                <a:cubicBezTo>
                  <a:pt x="266" y="245"/>
                  <a:pt x="266" y="245"/>
                  <a:pt x="266" y="245"/>
                </a:cubicBezTo>
                <a:cubicBezTo>
                  <a:pt x="260" y="245"/>
                  <a:pt x="256" y="240"/>
                  <a:pt x="256" y="234"/>
                </a:cubicBezTo>
                <a:cubicBezTo>
                  <a:pt x="256" y="228"/>
                  <a:pt x="260" y="224"/>
                  <a:pt x="266" y="224"/>
                </a:cubicBezTo>
                <a:cubicBezTo>
                  <a:pt x="341" y="224"/>
                  <a:pt x="341" y="224"/>
                  <a:pt x="341" y="224"/>
                </a:cubicBezTo>
                <a:cubicBezTo>
                  <a:pt x="347" y="224"/>
                  <a:pt x="352" y="228"/>
                  <a:pt x="352" y="234"/>
                </a:cubicBezTo>
                <a:cubicBezTo>
                  <a:pt x="352" y="240"/>
                  <a:pt x="347" y="245"/>
                  <a:pt x="341" y="245"/>
                </a:cubicBezTo>
                <a:close/>
                <a:moveTo>
                  <a:pt x="362" y="202"/>
                </a:moveTo>
                <a:cubicBezTo>
                  <a:pt x="266" y="202"/>
                  <a:pt x="266" y="202"/>
                  <a:pt x="266" y="202"/>
                </a:cubicBezTo>
                <a:cubicBezTo>
                  <a:pt x="260" y="202"/>
                  <a:pt x="256" y="198"/>
                  <a:pt x="256" y="192"/>
                </a:cubicBezTo>
                <a:cubicBezTo>
                  <a:pt x="256" y="186"/>
                  <a:pt x="260" y="181"/>
                  <a:pt x="266" y="181"/>
                </a:cubicBezTo>
                <a:cubicBezTo>
                  <a:pt x="362" y="181"/>
                  <a:pt x="362" y="181"/>
                  <a:pt x="362" y="181"/>
                </a:cubicBezTo>
                <a:cubicBezTo>
                  <a:pt x="368" y="181"/>
                  <a:pt x="373" y="186"/>
                  <a:pt x="373" y="192"/>
                </a:cubicBezTo>
                <a:cubicBezTo>
                  <a:pt x="373" y="198"/>
                  <a:pt x="368" y="202"/>
                  <a:pt x="362" y="202"/>
                </a:cubicBezTo>
                <a:close/>
                <a:moveTo>
                  <a:pt x="378" y="160"/>
                </a:moveTo>
                <a:cubicBezTo>
                  <a:pt x="266" y="160"/>
                  <a:pt x="266" y="160"/>
                  <a:pt x="266" y="160"/>
                </a:cubicBezTo>
                <a:cubicBezTo>
                  <a:pt x="260" y="160"/>
                  <a:pt x="256" y="155"/>
                  <a:pt x="256" y="149"/>
                </a:cubicBezTo>
                <a:cubicBezTo>
                  <a:pt x="256" y="143"/>
                  <a:pt x="260" y="138"/>
                  <a:pt x="266" y="138"/>
                </a:cubicBezTo>
                <a:cubicBezTo>
                  <a:pt x="378" y="138"/>
                  <a:pt x="378" y="138"/>
                  <a:pt x="378" y="138"/>
                </a:cubicBezTo>
                <a:cubicBezTo>
                  <a:pt x="384" y="138"/>
                  <a:pt x="389" y="143"/>
                  <a:pt x="389" y="149"/>
                </a:cubicBezTo>
                <a:cubicBezTo>
                  <a:pt x="389" y="155"/>
                  <a:pt x="384" y="160"/>
                  <a:pt x="378" y="160"/>
                </a:cubicBezTo>
                <a:close/>
              </a:path>
            </a:pathLst>
          </a:custGeom>
          <a:solidFill>
            <a:sysClr val="windowText" lastClr="000000"/>
          </a:solidFill>
          <a:ln>
            <a:noFill/>
          </a:ln>
        </p:spPr>
        <p:txBody>
          <a:bodyPr vert="horz" wrap="square" lIns="74295" tIns="37148" rIns="74295" bIns="37148" numCol="1" anchor="t" anchorCtr="0" compatLnSpc="1">
            <a:prstTxWarp prst="textNoShape">
              <a:avLst/>
            </a:prstTxWarp>
          </a:bodyPr>
          <a:lstStyle/>
          <a:p>
            <a:pPr defTabSz="639844">
              <a:defRPr/>
            </a:pPr>
            <a:endParaRPr lang="en-GB" sz="650" kern="0">
              <a:solidFill>
                <a:prstClr val="black"/>
              </a:solidFill>
              <a:latin typeface="Aptos" panose="020B0004020202020204" pitchFamily="34" charset="0"/>
            </a:endParaRPr>
          </a:p>
        </p:txBody>
      </p:sp>
      <p:grpSp>
        <p:nvGrpSpPr>
          <p:cNvPr id="91" name="Group 90">
            <a:extLst>
              <a:ext uri="{FF2B5EF4-FFF2-40B4-BE49-F238E27FC236}">
                <a16:creationId xmlns:a16="http://schemas.microsoft.com/office/drawing/2014/main" id="{3CC8C197-BB7D-D140-A6D3-8425A215F37C}"/>
              </a:ext>
            </a:extLst>
          </p:cNvPr>
          <p:cNvGrpSpPr/>
          <p:nvPr/>
        </p:nvGrpSpPr>
        <p:grpSpPr>
          <a:xfrm>
            <a:off x="5205298" y="2549491"/>
            <a:ext cx="418340" cy="418340"/>
            <a:chOff x="7643362" y="2623352"/>
            <a:chExt cx="315200" cy="315200"/>
          </a:xfrm>
        </p:grpSpPr>
        <p:sp>
          <p:nvSpPr>
            <p:cNvPr id="92" name="Oval 91">
              <a:extLst>
                <a:ext uri="{FF2B5EF4-FFF2-40B4-BE49-F238E27FC236}">
                  <a16:creationId xmlns:a16="http://schemas.microsoft.com/office/drawing/2014/main" id="{CD474CC9-BBDF-6C47-9BFA-DA98F4F693A7}"/>
                </a:ext>
              </a:extLst>
            </p:cNvPr>
            <p:cNvSpPr/>
            <p:nvPr/>
          </p:nvSpPr>
          <p:spPr bwMode="gray">
            <a:xfrm>
              <a:off x="7643362" y="2623352"/>
              <a:ext cx="315200" cy="315200"/>
            </a:xfrm>
            <a:prstGeom prst="ellipse">
              <a:avLst/>
            </a:prstGeom>
            <a:solidFill>
              <a:srgbClr val="26890D"/>
            </a:solidFill>
            <a:ln w="19050" algn="ctr">
              <a:noFill/>
              <a:miter lim="800000"/>
              <a:headEnd/>
              <a:tailEnd/>
            </a:ln>
          </p:spPr>
          <p:txBody>
            <a:bodyPr wrap="square" lIns="72231" tIns="72231" rIns="72231" bIns="72231" rtlCol="0" anchor="ctr"/>
            <a:lstStyle/>
            <a:p>
              <a:pPr algn="ctr" defTabSz="639844">
                <a:lnSpc>
                  <a:spcPct val="106000"/>
                </a:lnSpc>
                <a:defRPr/>
              </a:pPr>
              <a:endParaRPr lang="en-IE" sz="894" b="1" kern="0" dirty="0">
                <a:solidFill>
                  <a:prstClr val="white"/>
                </a:solidFill>
                <a:latin typeface="Aptos" panose="020B0004020202020204" pitchFamily="34" charset="0"/>
              </a:endParaRPr>
            </a:p>
          </p:txBody>
        </p:sp>
        <p:sp>
          <p:nvSpPr>
            <p:cNvPr id="93" name="Oval 92">
              <a:extLst>
                <a:ext uri="{FF2B5EF4-FFF2-40B4-BE49-F238E27FC236}">
                  <a16:creationId xmlns:a16="http://schemas.microsoft.com/office/drawing/2014/main" id="{C755183F-AEB0-294D-964E-759C113FCE51}"/>
                </a:ext>
              </a:extLst>
            </p:cNvPr>
            <p:cNvSpPr/>
            <p:nvPr/>
          </p:nvSpPr>
          <p:spPr bwMode="gray">
            <a:xfrm>
              <a:off x="7671785" y="2649956"/>
              <a:ext cx="258355" cy="258355"/>
            </a:xfrm>
            <a:prstGeom prst="ellipse">
              <a:avLst/>
            </a:prstGeom>
            <a:solidFill>
              <a:sysClr val="windowText" lastClr="000000"/>
            </a:solidFill>
            <a:ln w="19050" algn="ctr">
              <a:noFill/>
              <a:miter lim="800000"/>
              <a:headEnd/>
              <a:tailEnd/>
            </a:ln>
          </p:spPr>
          <p:txBody>
            <a:bodyPr wrap="square" lIns="72231" tIns="72231" rIns="72231" bIns="72231" rtlCol="0" anchor="ctr"/>
            <a:lstStyle/>
            <a:p>
              <a:pPr algn="ctr" defTabSz="639844">
                <a:lnSpc>
                  <a:spcPct val="106000"/>
                </a:lnSpc>
                <a:defRPr/>
              </a:pPr>
              <a:r>
                <a:rPr lang="en-IE" sz="894" kern="0" dirty="0">
                  <a:solidFill>
                    <a:prstClr val="white"/>
                  </a:solidFill>
                  <a:latin typeface="Aptos" panose="020B0004020202020204" pitchFamily="34" charset="0"/>
                </a:rPr>
                <a:t>3</a:t>
              </a:r>
            </a:p>
          </p:txBody>
        </p:sp>
      </p:grpSp>
      <p:sp>
        <p:nvSpPr>
          <p:cNvPr id="94" name="Oval 93">
            <a:extLst>
              <a:ext uri="{FF2B5EF4-FFF2-40B4-BE49-F238E27FC236}">
                <a16:creationId xmlns:a16="http://schemas.microsoft.com/office/drawing/2014/main" id="{7C2D5525-6778-DC48-9C33-9685E7AA3F0D}"/>
              </a:ext>
            </a:extLst>
          </p:cNvPr>
          <p:cNvSpPr/>
          <p:nvPr/>
        </p:nvSpPr>
        <p:spPr bwMode="gray">
          <a:xfrm>
            <a:off x="2635082" y="2655636"/>
            <a:ext cx="363081" cy="363081"/>
          </a:xfrm>
          <a:prstGeom prst="ellipse">
            <a:avLst/>
          </a:prstGeom>
          <a:solidFill>
            <a:srgbClr val="D9D9D9"/>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dirty="0">
              <a:solidFill>
                <a:prstClr val="white"/>
              </a:solidFill>
              <a:latin typeface="Aptos" panose="020B0004020202020204" pitchFamily="34" charset="0"/>
            </a:endParaRPr>
          </a:p>
        </p:txBody>
      </p:sp>
      <p:sp>
        <p:nvSpPr>
          <p:cNvPr id="95" name="Freeform 370">
            <a:extLst>
              <a:ext uri="{FF2B5EF4-FFF2-40B4-BE49-F238E27FC236}">
                <a16:creationId xmlns:a16="http://schemas.microsoft.com/office/drawing/2014/main" id="{7716B561-003D-354E-B9CA-063F587D703C}"/>
              </a:ext>
            </a:extLst>
          </p:cNvPr>
          <p:cNvSpPr>
            <a:spLocks noChangeAspect="1" noEditPoints="1"/>
          </p:cNvSpPr>
          <p:nvPr/>
        </p:nvSpPr>
        <p:spPr bwMode="auto">
          <a:xfrm>
            <a:off x="2657094" y="2677649"/>
            <a:ext cx="319048" cy="319048"/>
          </a:xfrm>
          <a:custGeom>
            <a:avLst/>
            <a:gdLst>
              <a:gd name="T0" fmla="*/ 371 w 512"/>
              <a:gd name="T1" fmla="*/ 202 h 512"/>
              <a:gd name="T2" fmla="*/ 309 w 512"/>
              <a:gd name="T3" fmla="*/ 202 h 512"/>
              <a:gd name="T4" fmla="*/ 309 w 512"/>
              <a:gd name="T5" fmla="*/ 140 h 512"/>
              <a:gd name="T6" fmla="*/ 371 w 512"/>
              <a:gd name="T7" fmla="*/ 202 h 512"/>
              <a:gd name="T8" fmla="*/ 245 w 512"/>
              <a:gd name="T9" fmla="*/ 256 h 512"/>
              <a:gd name="T10" fmla="*/ 245 w 512"/>
              <a:gd name="T11" fmla="*/ 150 h 512"/>
              <a:gd name="T12" fmla="*/ 149 w 512"/>
              <a:gd name="T13" fmla="*/ 256 h 512"/>
              <a:gd name="T14" fmla="*/ 256 w 512"/>
              <a:gd name="T15" fmla="*/ 362 h 512"/>
              <a:gd name="T16" fmla="*/ 362 w 512"/>
              <a:gd name="T17" fmla="*/ 266 h 512"/>
              <a:gd name="T18" fmla="*/ 256 w 512"/>
              <a:gd name="T19" fmla="*/ 266 h 512"/>
              <a:gd name="T20" fmla="*/ 245 w 512"/>
              <a:gd name="T21" fmla="*/ 256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84 w 512"/>
              <a:gd name="T33" fmla="*/ 256 h 512"/>
              <a:gd name="T34" fmla="*/ 373 w 512"/>
              <a:gd name="T35" fmla="*/ 245 h 512"/>
              <a:gd name="T36" fmla="*/ 266 w 512"/>
              <a:gd name="T37" fmla="*/ 245 h 512"/>
              <a:gd name="T38" fmla="*/ 266 w 512"/>
              <a:gd name="T39" fmla="*/ 138 h 512"/>
              <a:gd name="T40" fmla="*/ 256 w 512"/>
              <a:gd name="T41" fmla="*/ 128 h 512"/>
              <a:gd name="T42" fmla="*/ 128 w 512"/>
              <a:gd name="T43" fmla="*/ 256 h 512"/>
              <a:gd name="T44" fmla="*/ 256 w 512"/>
              <a:gd name="T45" fmla="*/ 384 h 512"/>
              <a:gd name="T46" fmla="*/ 384 w 512"/>
              <a:gd name="T47" fmla="*/ 256 h 512"/>
              <a:gd name="T48" fmla="*/ 397 w 512"/>
              <a:gd name="T49" fmla="*/ 210 h 512"/>
              <a:gd name="T50" fmla="*/ 302 w 512"/>
              <a:gd name="T51" fmla="*/ 115 h 512"/>
              <a:gd name="T52" fmla="*/ 292 w 512"/>
              <a:gd name="T53" fmla="*/ 116 h 512"/>
              <a:gd name="T54" fmla="*/ 288 w 512"/>
              <a:gd name="T55" fmla="*/ 125 h 512"/>
              <a:gd name="T56" fmla="*/ 288 w 512"/>
              <a:gd name="T57" fmla="*/ 213 h 512"/>
              <a:gd name="T58" fmla="*/ 298 w 512"/>
              <a:gd name="T59" fmla="*/ 224 h 512"/>
              <a:gd name="T60" fmla="*/ 386 w 512"/>
              <a:gd name="T61" fmla="*/ 224 h 512"/>
              <a:gd name="T62" fmla="*/ 395 w 512"/>
              <a:gd name="T63" fmla="*/ 219 h 512"/>
              <a:gd name="T64" fmla="*/ 397 w 512"/>
              <a:gd name="T65" fmla="*/ 21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371" y="202"/>
                </a:moveTo>
                <a:cubicBezTo>
                  <a:pt x="309" y="202"/>
                  <a:pt x="309" y="202"/>
                  <a:pt x="309" y="202"/>
                </a:cubicBezTo>
                <a:cubicBezTo>
                  <a:pt x="309" y="140"/>
                  <a:pt x="309" y="140"/>
                  <a:pt x="309" y="140"/>
                </a:cubicBezTo>
                <a:cubicBezTo>
                  <a:pt x="336" y="153"/>
                  <a:pt x="358" y="175"/>
                  <a:pt x="371" y="202"/>
                </a:cubicBezTo>
                <a:close/>
                <a:moveTo>
                  <a:pt x="245" y="256"/>
                </a:moveTo>
                <a:cubicBezTo>
                  <a:pt x="245" y="150"/>
                  <a:pt x="245" y="150"/>
                  <a:pt x="245" y="150"/>
                </a:cubicBezTo>
                <a:cubicBezTo>
                  <a:pt x="191" y="155"/>
                  <a:pt x="149" y="200"/>
                  <a:pt x="149" y="256"/>
                </a:cubicBezTo>
                <a:cubicBezTo>
                  <a:pt x="149" y="314"/>
                  <a:pt x="197" y="362"/>
                  <a:pt x="256" y="362"/>
                </a:cubicBezTo>
                <a:cubicBezTo>
                  <a:pt x="311" y="362"/>
                  <a:pt x="356" y="320"/>
                  <a:pt x="362" y="266"/>
                </a:cubicBezTo>
                <a:cubicBezTo>
                  <a:pt x="256" y="266"/>
                  <a:pt x="256" y="266"/>
                  <a:pt x="256" y="266"/>
                </a:cubicBezTo>
                <a:cubicBezTo>
                  <a:pt x="250" y="266"/>
                  <a:pt x="245" y="262"/>
                  <a:pt x="245"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84" y="256"/>
                </a:moveTo>
                <a:cubicBezTo>
                  <a:pt x="384" y="250"/>
                  <a:pt x="379" y="245"/>
                  <a:pt x="373" y="245"/>
                </a:cubicBezTo>
                <a:cubicBezTo>
                  <a:pt x="266" y="245"/>
                  <a:pt x="266" y="245"/>
                  <a:pt x="266" y="245"/>
                </a:cubicBezTo>
                <a:cubicBezTo>
                  <a:pt x="266" y="138"/>
                  <a:pt x="266" y="138"/>
                  <a:pt x="266" y="138"/>
                </a:cubicBezTo>
                <a:cubicBezTo>
                  <a:pt x="266" y="132"/>
                  <a:pt x="262" y="128"/>
                  <a:pt x="256" y="128"/>
                </a:cubicBezTo>
                <a:cubicBezTo>
                  <a:pt x="185" y="128"/>
                  <a:pt x="128" y="185"/>
                  <a:pt x="128" y="256"/>
                </a:cubicBezTo>
                <a:cubicBezTo>
                  <a:pt x="128" y="326"/>
                  <a:pt x="185" y="384"/>
                  <a:pt x="256" y="384"/>
                </a:cubicBezTo>
                <a:cubicBezTo>
                  <a:pt x="326" y="384"/>
                  <a:pt x="384" y="326"/>
                  <a:pt x="384" y="256"/>
                </a:cubicBezTo>
                <a:close/>
                <a:moveTo>
                  <a:pt x="397" y="210"/>
                </a:moveTo>
                <a:cubicBezTo>
                  <a:pt x="382" y="165"/>
                  <a:pt x="347" y="129"/>
                  <a:pt x="302" y="115"/>
                </a:cubicBezTo>
                <a:cubicBezTo>
                  <a:pt x="298" y="114"/>
                  <a:pt x="295" y="114"/>
                  <a:pt x="292" y="116"/>
                </a:cubicBezTo>
                <a:cubicBezTo>
                  <a:pt x="289" y="118"/>
                  <a:pt x="288" y="122"/>
                  <a:pt x="288" y="125"/>
                </a:cubicBezTo>
                <a:cubicBezTo>
                  <a:pt x="288" y="213"/>
                  <a:pt x="288" y="213"/>
                  <a:pt x="288" y="213"/>
                </a:cubicBezTo>
                <a:cubicBezTo>
                  <a:pt x="288" y="219"/>
                  <a:pt x="292" y="224"/>
                  <a:pt x="298" y="224"/>
                </a:cubicBezTo>
                <a:cubicBezTo>
                  <a:pt x="386" y="224"/>
                  <a:pt x="386" y="224"/>
                  <a:pt x="386" y="224"/>
                </a:cubicBezTo>
                <a:cubicBezTo>
                  <a:pt x="390" y="224"/>
                  <a:pt x="393" y="222"/>
                  <a:pt x="395" y="219"/>
                </a:cubicBezTo>
                <a:cubicBezTo>
                  <a:pt x="397" y="217"/>
                  <a:pt x="398" y="213"/>
                  <a:pt x="397" y="210"/>
                </a:cubicBezTo>
                <a:close/>
              </a:path>
            </a:pathLst>
          </a:custGeom>
          <a:solidFill>
            <a:sysClr val="windowText" lastClr="000000"/>
          </a:solidFill>
          <a:ln>
            <a:noFill/>
          </a:ln>
        </p:spPr>
        <p:txBody>
          <a:bodyPr vert="horz" wrap="square" lIns="74295" tIns="37148" rIns="74295" bIns="37148" numCol="1" anchor="t" anchorCtr="0" compatLnSpc="1">
            <a:prstTxWarp prst="textNoShape">
              <a:avLst/>
            </a:prstTxWarp>
          </a:bodyPr>
          <a:lstStyle/>
          <a:p>
            <a:pPr defTabSz="639844">
              <a:defRPr/>
            </a:pPr>
            <a:endParaRPr lang="en-GB" sz="650" kern="0">
              <a:solidFill>
                <a:prstClr val="black"/>
              </a:solidFill>
              <a:latin typeface="Aptos" panose="020B0004020202020204" pitchFamily="34" charset="0"/>
            </a:endParaRPr>
          </a:p>
        </p:txBody>
      </p:sp>
      <p:grpSp>
        <p:nvGrpSpPr>
          <p:cNvPr id="96" name="Group 95">
            <a:extLst>
              <a:ext uri="{FF2B5EF4-FFF2-40B4-BE49-F238E27FC236}">
                <a16:creationId xmlns:a16="http://schemas.microsoft.com/office/drawing/2014/main" id="{CE939CDC-E485-F346-94DA-11CF6B2953A8}"/>
              </a:ext>
            </a:extLst>
          </p:cNvPr>
          <p:cNvGrpSpPr/>
          <p:nvPr/>
        </p:nvGrpSpPr>
        <p:grpSpPr>
          <a:xfrm>
            <a:off x="1631264" y="2790245"/>
            <a:ext cx="418340" cy="418340"/>
            <a:chOff x="7643361" y="2623352"/>
            <a:chExt cx="315200" cy="315200"/>
          </a:xfrm>
        </p:grpSpPr>
        <p:sp>
          <p:nvSpPr>
            <p:cNvPr id="97" name="Oval 96">
              <a:extLst>
                <a:ext uri="{FF2B5EF4-FFF2-40B4-BE49-F238E27FC236}">
                  <a16:creationId xmlns:a16="http://schemas.microsoft.com/office/drawing/2014/main" id="{B213B92F-707B-C74C-8E7A-CC825EB5630A}"/>
                </a:ext>
              </a:extLst>
            </p:cNvPr>
            <p:cNvSpPr/>
            <p:nvPr/>
          </p:nvSpPr>
          <p:spPr bwMode="gray">
            <a:xfrm>
              <a:off x="7643361" y="2623352"/>
              <a:ext cx="315200" cy="315200"/>
            </a:xfrm>
            <a:prstGeom prst="ellipse">
              <a:avLst/>
            </a:prstGeom>
            <a:solidFill>
              <a:srgbClr val="046A38"/>
            </a:solidFill>
            <a:ln w="19050" algn="ctr">
              <a:noFill/>
              <a:miter lim="800000"/>
              <a:headEnd/>
              <a:tailEnd/>
            </a:ln>
          </p:spPr>
          <p:txBody>
            <a:bodyPr wrap="square" lIns="72231" tIns="72231" rIns="72231" bIns="72231" rtlCol="0" anchor="ctr"/>
            <a:lstStyle/>
            <a:p>
              <a:pPr algn="ctr" defTabSz="639844">
                <a:lnSpc>
                  <a:spcPct val="106000"/>
                </a:lnSpc>
                <a:defRPr/>
              </a:pPr>
              <a:endParaRPr lang="en-IE" sz="894" b="1" kern="0" dirty="0">
                <a:solidFill>
                  <a:prstClr val="white"/>
                </a:solidFill>
                <a:latin typeface="Aptos" panose="020B0004020202020204" pitchFamily="34" charset="0"/>
              </a:endParaRPr>
            </a:p>
          </p:txBody>
        </p:sp>
        <p:sp>
          <p:nvSpPr>
            <p:cNvPr id="98" name="Oval 97">
              <a:extLst>
                <a:ext uri="{FF2B5EF4-FFF2-40B4-BE49-F238E27FC236}">
                  <a16:creationId xmlns:a16="http://schemas.microsoft.com/office/drawing/2014/main" id="{27F097C7-5FC4-E047-A1BF-4EE494C59A1F}"/>
                </a:ext>
              </a:extLst>
            </p:cNvPr>
            <p:cNvSpPr/>
            <p:nvPr/>
          </p:nvSpPr>
          <p:spPr bwMode="gray">
            <a:xfrm>
              <a:off x="7671789" y="2649956"/>
              <a:ext cx="258355" cy="258355"/>
            </a:xfrm>
            <a:prstGeom prst="ellipse">
              <a:avLst/>
            </a:prstGeom>
            <a:solidFill>
              <a:sysClr val="windowText" lastClr="000000"/>
            </a:solidFill>
            <a:ln w="19050" algn="ctr">
              <a:noFill/>
              <a:miter lim="800000"/>
              <a:headEnd/>
              <a:tailEnd/>
            </a:ln>
          </p:spPr>
          <p:txBody>
            <a:bodyPr wrap="square" lIns="72231" tIns="72231" rIns="72231" bIns="72231" rtlCol="0" anchor="ctr"/>
            <a:lstStyle/>
            <a:p>
              <a:pPr algn="ctr" defTabSz="639844">
                <a:lnSpc>
                  <a:spcPct val="106000"/>
                </a:lnSpc>
                <a:defRPr/>
              </a:pPr>
              <a:r>
                <a:rPr lang="en-IE" sz="894" kern="0" dirty="0">
                  <a:solidFill>
                    <a:prstClr val="white"/>
                  </a:solidFill>
                  <a:latin typeface="Aptos" panose="020B0004020202020204" pitchFamily="34" charset="0"/>
                </a:rPr>
                <a:t>4</a:t>
              </a:r>
            </a:p>
          </p:txBody>
        </p:sp>
      </p:grpSp>
      <p:sp>
        <p:nvSpPr>
          <p:cNvPr id="99" name="Oval 98">
            <a:extLst>
              <a:ext uri="{FF2B5EF4-FFF2-40B4-BE49-F238E27FC236}">
                <a16:creationId xmlns:a16="http://schemas.microsoft.com/office/drawing/2014/main" id="{2F2F92F6-5685-5147-A072-60FC9488B222}"/>
              </a:ext>
            </a:extLst>
          </p:cNvPr>
          <p:cNvSpPr/>
          <p:nvPr/>
        </p:nvSpPr>
        <p:spPr bwMode="gray">
          <a:xfrm>
            <a:off x="2121259" y="4176336"/>
            <a:ext cx="363081" cy="363081"/>
          </a:xfrm>
          <a:prstGeom prst="ellipse">
            <a:avLst/>
          </a:prstGeom>
          <a:solidFill>
            <a:srgbClr val="D9D9D9"/>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dirty="0">
              <a:solidFill>
                <a:prstClr val="white"/>
              </a:solidFill>
              <a:latin typeface="Aptos" panose="020B0004020202020204" pitchFamily="34" charset="0"/>
            </a:endParaRPr>
          </a:p>
        </p:txBody>
      </p:sp>
      <p:sp>
        <p:nvSpPr>
          <p:cNvPr id="100" name="Freeform 831">
            <a:extLst>
              <a:ext uri="{FF2B5EF4-FFF2-40B4-BE49-F238E27FC236}">
                <a16:creationId xmlns:a16="http://schemas.microsoft.com/office/drawing/2014/main" id="{5590EE81-BDD0-5A4E-A516-B7403A5D2763}"/>
              </a:ext>
            </a:extLst>
          </p:cNvPr>
          <p:cNvSpPr>
            <a:spLocks noChangeAspect="1" noEditPoints="1"/>
          </p:cNvSpPr>
          <p:nvPr/>
        </p:nvSpPr>
        <p:spPr bwMode="auto">
          <a:xfrm>
            <a:off x="2141790" y="4196867"/>
            <a:ext cx="322019" cy="322019"/>
          </a:xfrm>
          <a:custGeom>
            <a:avLst/>
            <a:gdLst>
              <a:gd name="T0" fmla="*/ 213 w 512"/>
              <a:gd name="T1" fmla="*/ 298 h 512"/>
              <a:gd name="T2" fmla="*/ 298 w 512"/>
              <a:gd name="T3" fmla="*/ 213 h 512"/>
              <a:gd name="T4" fmla="*/ 160 w 512"/>
              <a:gd name="T5" fmla="*/ 160 h 512"/>
              <a:gd name="T6" fmla="*/ 352 w 512"/>
              <a:gd name="T7" fmla="*/ 352 h 512"/>
              <a:gd name="T8" fmla="*/ 160 w 512"/>
              <a:gd name="T9" fmla="*/ 160 h 512"/>
              <a:gd name="T10" fmla="*/ 202 w 512"/>
              <a:gd name="T11" fmla="*/ 320 h 512"/>
              <a:gd name="T12" fmla="*/ 320 w 512"/>
              <a:gd name="T13" fmla="*/ 309 h 512"/>
              <a:gd name="T14" fmla="*/ 309 w 512"/>
              <a:gd name="T15" fmla="*/ 192 h 512"/>
              <a:gd name="T16" fmla="*/ 192 w 512"/>
              <a:gd name="T17" fmla="*/ 202 h 512"/>
              <a:gd name="T18" fmla="*/ 512 w 512"/>
              <a:gd name="T19" fmla="*/ 256 h 512"/>
              <a:gd name="T20" fmla="*/ 0 w 512"/>
              <a:gd name="T21" fmla="*/ 256 h 512"/>
              <a:gd name="T22" fmla="*/ 512 w 512"/>
              <a:gd name="T23" fmla="*/ 256 h 512"/>
              <a:gd name="T24" fmla="*/ 373 w 512"/>
              <a:gd name="T25" fmla="*/ 224 h 512"/>
              <a:gd name="T26" fmla="*/ 416 w 512"/>
              <a:gd name="T27" fmla="*/ 213 h 512"/>
              <a:gd name="T28" fmla="*/ 373 w 512"/>
              <a:gd name="T29" fmla="*/ 202 h 512"/>
              <a:gd name="T30" fmla="*/ 362 w 512"/>
              <a:gd name="T31" fmla="*/ 138 h 512"/>
              <a:gd name="T32" fmla="*/ 309 w 512"/>
              <a:gd name="T33" fmla="*/ 106 h 512"/>
              <a:gd name="T34" fmla="*/ 288 w 512"/>
              <a:gd name="T35" fmla="*/ 106 h 512"/>
              <a:gd name="T36" fmla="*/ 266 w 512"/>
              <a:gd name="T37" fmla="*/ 138 h 512"/>
              <a:gd name="T38" fmla="*/ 256 w 512"/>
              <a:gd name="T39" fmla="*/ 96 h 512"/>
              <a:gd name="T40" fmla="*/ 245 w 512"/>
              <a:gd name="T41" fmla="*/ 138 h 512"/>
              <a:gd name="T42" fmla="*/ 224 w 512"/>
              <a:gd name="T43" fmla="*/ 106 h 512"/>
              <a:gd name="T44" fmla="*/ 202 w 512"/>
              <a:gd name="T45" fmla="*/ 106 h 512"/>
              <a:gd name="T46" fmla="*/ 149 w 512"/>
              <a:gd name="T47" fmla="*/ 138 h 512"/>
              <a:gd name="T48" fmla="*/ 138 w 512"/>
              <a:gd name="T49" fmla="*/ 202 h 512"/>
              <a:gd name="T50" fmla="*/ 96 w 512"/>
              <a:gd name="T51" fmla="*/ 213 h 512"/>
              <a:gd name="T52" fmla="*/ 138 w 512"/>
              <a:gd name="T53" fmla="*/ 224 h 512"/>
              <a:gd name="T54" fmla="*/ 106 w 512"/>
              <a:gd name="T55" fmla="*/ 245 h 512"/>
              <a:gd name="T56" fmla="*/ 106 w 512"/>
              <a:gd name="T57" fmla="*/ 266 h 512"/>
              <a:gd name="T58" fmla="*/ 138 w 512"/>
              <a:gd name="T59" fmla="*/ 288 h 512"/>
              <a:gd name="T60" fmla="*/ 96 w 512"/>
              <a:gd name="T61" fmla="*/ 298 h 512"/>
              <a:gd name="T62" fmla="*/ 138 w 512"/>
              <a:gd name="T63" fmla="*/ 309 h 512"/>
              <a:gd name="T64" fmla="*/ 149 w 512"/>
              <a:gd name="T65" fmla="*/ 373 h 512"/>
              <a:gd name="T66" fmla="*/ 202 w 512"/>
              <a:gd name="T67" fmla="*/ 405 h 512"/>
              <a:gd name="T68" fmla="*/ 224 w 512"/>
              <a:gd name="T69" fmla="*/ 405 h 512"/>
              <a:gd name="T70" fmla="*/ 245 w 512"/>
              <a:gd name="T71" fmla="*/ 373 h 512"/>
              <a:gd name="T72" fmla="*/ 256 w 512"/>
              <a:gd name="T73" fmla="*/ 416 h 512"/>
              <a:gd name="T74" fmla="*/ 266 w 512"/>
              <a:gd name="T75" fmla="*/ 373 h 512"/>
              <a:gd name="T76" fmla="*/ 288 w 512"/>
              <a:gd name="T77" fmla="*/ 405 h 512"/>
              <a:gd name="T78" fmla="*/ 309 w 512"/>
              <a:gd name="T79" fmla="*/ 405 h 512"/>
              <a:gd name="T80" fmla="*/ 362 w 512"/>
              <a:gd name="T81" fmla="*/ 373 h 512"/>
              <a:gd name="T82" fmla="*/ 373 w 512"/>
              <a:gd name="T83" fmla="*/ 309 h 512"/>
              <a:gd name="T84" fmla="*/ 416 w 512"/>
              <a:gd name="T85" fmla="*/ 298 h 512"/>
              <a:gd name="T86" fmla="*/ 373 w 512"/>
              <a:gd name="T87" fmla="*/ 288 h 512"/>
              <a:gd name="T88" fmla="*/ 405 w 512"/>
              <a:gd name="T89" fmla="*/ 266 h 512"/>
              <a:gd name="T90" fmla="*/ 405 w 512"/>
              <a:gd name="T91"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2" h="512">
                <a:moveTo>
                  <a:pt x="298" y="298"/>
                </a:moveTo>
                <a:cubicBezTo>
                  <a:pt x="213" y="298"/>
                  <a:pt x="213" y="298"/>
                  <a:pt x="213" y="298"/>
                </a:cubicBezTo>
                <a:cubicBezTo>
                  <a:pt x="213" y="213"/>
                  <a:pt x="213" y="213"/>
                  <a:pt x="213" y="213"/>
                </a:cubicBezTo>
                <a:cubicBezTo>
                  <a:pt x="298" y="213"/>
                  <a:pt x="298" y="213"/>
                  <a:pt x="298" y="213"/>
                </a:cubicBezTo>
                <a:lnTo>
                  <a:pt x="298" y="298"/>
                </a:lnTo>
                <a:close/>
                <a:moveTo>
                  <a:pt x="160" y="160"/>
                </a:moveTo>
                <a:cubicBezTo>
                  <a:pt x="352" y="160"/>
                  <a:pt x="352" y="160"/>
                  <a:pt x="352" y="160"/>
                </a:cubicBezTo>
                <a:cubicBezTo>
                  <a:pt x="352" y="352"/>
                  <a:pt x="352" y="352"/>
                  <a:pt x="352" y="352"/>
                </a:cubicBezTo>
                <a:cubicBezTo>
                  <a:pt x="160" y="352"/>
                  <a:pt x="160" y="352"/>
                  <a:pt x="160" y="352"/>
                </a:cubicBezTo>
                <a:lnTo>
                  <a:pt x="160" y="160"/>
                </a:lnTo>
                <a:close/>
                <a:moveTo>
                  <a:pt x="192" y="309"/>
                </a:moveTo>
                <a:cubicBezTo>
                  <a:pt x="192" y="315"/>
                  <a:pt x="196" y="320"/>
                  <a:pt x="202" y="320"/>
                </a:cubicBezTo>
                <a:cubicBezTo>
                  <a:pt x="309" y="320"/>
                  <a:pt x="309" y="320"/>
                  <a:pt x="309" y="320"/>
                </a:cubicBezTo>
                <a:cubicBezTo>
                  <a:pt x="315" y="320"/>
                  <a:pt x="320" y="315"/>
                  <a:pt x="320" y="309"/>
                </a:cubicBezTo>
                <a:cubicBezTo>
                  <a:pt x="320" y="202"/>
                  <a:pt x="320" y="202"/>
                  <a:pt x="320" y="202"/>
                </a:cubicBezTo>
                <a:cubicBezTo>
                  <a:pt x="320" y="196"/>
                  <a:pt x="315" y="192"/>
                  <a:pt x="309" y="192"/>
                </a:cubicBezTo>
                <a:cubicBezTo>
                  <a:pt x="202" y="192"/>
                  <a:pt x="202" y="192"/>
                  <a:pt x="202" y="192"/>
                </a:cubicBezTo>
                <a:cubicBezTo>
                  <a:pt x="196" y="192"/>
                  <a:pt x="192" y="196"/>
                  <a:pt x="192" y="202"/>
                </a:cubicBezTo>
                <a:lnTo>
                  <a:pt x="192" y="30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45"/>
                </a:moveTo>
                <a:cubicBezTo>
                  <a:pt x="373" y="224"/>
                  <a:pt x="373" y="224"/>
                  <a:pt x="373" y="224"/>
                </a:cubicBezTo>
                <a:cubicBezTo>
                  <a:pt x="405" y="224"/>
                  <a:pt x="405" y="224"/>
                  <a:pt x="405" y="224"/>
                </a:cubicBezTo>
                <a:cubicBezTo>
                  <a:pt x="411" y="224"/>
                  <a:pt x="416" y="219"/>
                  <a:pt x="416" y="213"/>
                </a:cubicBezTo>
                <a:cubicBezTo>
                  <a:pt x="416" y="207"/>
                  <a:pt x="411" y="202"/>
                  <a:pt x="405" y="202"/>
                </a:cubicBezTo>
                <a:cubicBezTo>
                  <a:pt x="373" y="202"/>
                  <a:pt x="373" y="202"/>
                  <a:pt x="373" y="202"/>
                </a:cubicBezTo>
                <a:cubicBezTo>
                  <a:pt x="373" y="149"/>
                  <a:pt x="373" y="149"/>
                  <a:pt x="373" y="149"/>
                </a:cubicBezTo>
                <a:cubicBezTo>
                  <a:pt x="373" y="143"/>
                  <a:pt x="368" y="138"/>
                  <a:pt x="362" y="138"/>
                </a:cubicBezTo>
                <a:cubicBezTo>
                  <a:pt x="309" y="138"/>
                  <a:pt x="309" y="138"/>
                  <a:pt x="309" y="138"/>
                </a:cubicBezTo>
                <a:cubicBezTo>
                  <a:pt x="309" y="106"/>
                  <a:pt x="309" y="106"/>
                  <a:pt x="309" y="106"/>
                </a:cubicBezTo>
                <a:cubicBezTo>
                  <a:pt x="309" y="100"/>
                  <a:pt x="304" y="96"/>
                  <a:pt x="298" y="96"/>
                </a:cubicBezTo>
                <a:cubicBezTo>
                  <a:pt x="292" y="96"/>
                  <a:pt x="288" y="100"/>
                  <a:pt x="288" y="106"/>
                </a:cubicBezTo>
                <a:cubicBezTo>
                  <a:pt x="288" y="138"/>
                  <a:pt x="288" y="138"/>
                  <a:pt x="288" y="138"/>
                </a:cubicBezTo>
                <a:cubicBezTo>
                  <a:pt x="266" y="138"/>
                  <a:pt x="266" y="138"/>
                  <a:pt x="266" y="138"/>
                </a:cubicBezTo>
                <a:cubicBezTo>
                  <a:pt x="266" y="106"/>
                  <a:pt x="266" y="106"/>
                  <a:pt x="266" y="106"/>
                </a:cubicBezTo>
                <a:cubicBezTo>
                  <a:pt x="266" y="100"/>
                  <a:pt x="262" y="96"/>
                  <a:pt x="256" y="96"/>
                </a:cubicBezTo>
                <a:cubicBezTo>
                  <a:pt x="250" y="96"/>
                  <a:pt x="245" y="100"/>
                  <a:pt x="245" y="106"/>
                </a:cubicBezTo>
                <a:cubicBezTo>
                  <a:pt x="245" y="138"/>
                  <a:pt x="245" y="138"/>
                  <a:pt x="245" y="138"/>
                </a:cubicBezTo>
                <a:cubicBezTo>
                  <a:pt x="224" y="138"/>
                  <a:pt x="224" y="138"/>
                  <a:pt x="224" y="138"/>
                </a:cubicBezTo>
                <a:cubicBezTo>
                  <a:pt x="224" y="106"/>
                  <a:pt x="224" y="106"/>
                  <a:pt x="224" y="106"/>
                </a:cubicBezTo>
                <a:cubicBezTo>
                  <a:pt x="224" y="100"/>
                  <a:pt x="219" y="96"/>
                  <a:pt x="213" y="96"/>
                </a:cubicBezTo>
                <a:cubicBezTo>
                  <a:pt x="207" y="96"/>
                  <a:pt x="202" y="100"/>
                  <a:pt x="202" y="106"/>
                </a:cubicBezTo>
                <a:cubicBezTo>
                  <a:pt x="202" y="138"/>
                  <a:pt x="202" y="138"/>
                  <a:pt x="202" y="138"/>
                </a:cubicBezTo>
                <a:cubicBezTo>
                  <a:pt x="149" y="138"/>
                  <a:pt x="149" y="138"/>
                  <a:pt x="149" y="138"/>
                </a:cubicBezTo>
                <a:cubicBezTo>
                  <a:pt x="143" y="138"/>
                  <a:pt x="138" y="143"/>
                  <a:pt x="138" y="149"/>
                </a:cubicBezTo>
                <a:cubicBezTo>
                  <a:pt x="138" y="202"/>
                  <a:pt x="138" y="202"/>
                  <a:pt x="138" y="202"/>
                </a:cubicBezTo>
                <a:cubicBezTo>
                  <a:pt x="106" y="202"/>
                  <a:pt x="106" y="202"/>
                  <a:pt x="106" y="202"/>
                </a:cubicBezTo>
                <a:cubicBezTo>
                  <a:pt x="100" y="202"/>
                  <a:pt x="96" y="207"/>
                  <a:pt x="96" y="213"/>
                </a:cubicBezTo>
                <a:cubicBezTo>
                  <a:pt x="96" y="219"/>
                  <a:pt x="100" y="224"/>
                  <a:pt x="106" y="224"/>
                </a:cubicBezTo>
                <a:cubicBezTo>
                  <a:pt x="138" y="224"/>
                  <a:pt x="138" y="224"/>
                  <a:pt x="138" y="224"/>
                </a:cubicBezTo>
                <a:cubicBezTo>
                  <a:pt x="138" y="245"/>
                  <a:pt x="138" y="245"/>
                  <a:pt x="138" y="245"/>
                </a:cubicBezTo>
                <a:cubicBezTo>
                  <a:pt x="106" y="245"/>
                  <a:pt x="106" y="245"/>
                  <a:pt x="106" y="245"/>
                </a:cubicBezTo>
                <a:cubicBezTo>
                  <a:pt x="100" y="245"/>
                  <a:pt x="96" y="250"/>
                  <a:pt x="96" y="256"/>
                </a:cubicBezTo>
                <a:cubicBezTo>
                  <a:pt x="96" y="262"/>
                  <a:pt x="100" y="266"/>
                  <a:pt x="106" y="266"/>
                </a:cubicBezTo>
                <a:cubicBezTo>
                  <a:pt x="138" y="266"/>
                  <a:pt x="138" y="266"/>
                  <a:pt x="138" y="266"/>
                </a:cubicBezTo>
                <a:cubicBezTo>
                  <a:pt x="138" y="288"/>
                  <a:pt x="138" y="288"/>
                  <a:pt x="138" y="288"/>
                </a:cubicBezTo>
                <a:cubicBezTo>
                  <a:pt x="106" y="288"/>
                  <a:pt x="106" y="288"/>
                  <a:pt x="106" y="288"/>
                </a:cubicBezTo>
                <a:cubicBezTo>
                  <a:pt x="100" y="288"/>
                  <a:pt x="96" y="292"/>
                  <a:pt x="96" y="298"/>
                </a:cubicBezTo>
                <a:cubicBezTo>
                  <a:pt x="96" y="304"/>
                  <a:pt x="100" y="309"/>
                  <a:pt x="106" y="309"/>
                </a:cubicBezTo>
                <a:cubicBezTo>
                  <a:pt x="138" y="309"/>
                  <a:pt x="138" y="309"/>
                  <a:pt x="138" y="309"/>
                </a:cubicBezTo>
                <a:cubicBezTo>
                  <a:pt x="138" y="362"/>
                  <a:pt x="138" y="362"/>
                  <a:pt x="138" y="362"/>
                </a:cubicBezTo>
                <a:cubicBezTo>
                  <a:pt x="138" y="368"/>
                  <a:pt x="143" y="373"/>
                  <a:pt x="149" y="373"/>
                </a:cubicBezTo>
                <a:cubicBezTo>
                  <a:pt x="202" y="373"/>
                  <a:pt x="202" y="373"/>
                  <a:pt x="202" y="373"/>
                </a:cubicBezTo>
                <a:cubicBezTo>
                  <a:pt x="202" y="405"/>
                  <a:pt x="202" y="405"/>
                  <a:pt x="202" y="405"/>
                </a:cubicBezTo>
                <a:cubicBezTo>
                  <a:pt x="202" y="411"/>
                  <a:pt x="207" y="416"/>
                  <a:pt x="213" y="416"/>
                </a:cubicBezTo>
                <a:cubicBezTo>
                  <a:pt x="219" y="416"/>
                  <a:pt x="224" y="411"/>
                  <a:pt x="224" y="405"/>
                </a:cubicBezTo>
                <a:cubicBezTo>
                  <a:pt x="224" y="373"/>
                  <a:pt x="224" y="373"/>
                  <a:pt x="224" y="373"/>
                </a:cubicBezTo>
                <a:cubicBezTo>
                  <a:pt x="245" y="373"/>
                  <a:pt x="245" y="373"/>
                  <a:pt x="245" y="373"/>
                </a:cubicBezTo>
                <a:cubicBezTo>
                  <a:pt x="245" y="405"/>
                  <a:pt x="245" y="405"/>
                  <a:pt x="245" y="405"/>
                </a:cubicBezTo>
                <a:cubicBezTo>
                  <a:pt x="245" y="411"/>
                  <a:pt x="250" y="416"/>
                  <a:pt x="256" y="416"/>
                </a:cubicBezTo>
                <a:cubicBezTo>
                  <a:pt x="262" y="416"/>
                  <a:pt x="266" y="411"/>
                  <a:pt x="266" y="405"/>
                </a:cubicBezTo>
                <a:cubicBezTo>
                  <a:pt x="266" y="373"/>
                  <a:pt x="266" y="373"/>
                  <a:pt x="266" y="373"/>
                </a:cubicBezTo>
                <a:cubicBezTo>
                  <a:pt x="288" y="373"/>
                  <a:pt x="288" y="373"/>
                  <a:pt x="288" y="373"/>
                </a:cubicBezTo>
                <a:cubicBezTo>
                  <a:pt x="288" y="405"/>
                  <a:pt x="288" y="405"/>
                  <a:pt x="288" y="405"/>
                </a:cubicBezTo>
                <a:cubicBezTo>
                  <a:pt x="288" y="411"/>
                  <a:pt x="292" y="416"/>
                  <a:pt x="298" y="416"/>
                </a:cubicBezTo>
                <a:cubicBezTo>
                  <a:pt x="304" y="416"/>
                  <a:pt x="309" y="411"/>
                  <a:pt x="309" y="405"/>
                </a:cubicBezTo>
                <a:cubicBezTo>
                  <a:pt x="309" y="373"/>
                  <a:pt x="309" y="373"/>
                  <a:pt x="309" y="373"/>
                </a:cubicBezTo>
                <a:cubicBezTo>
                  <a:pt x="362" y="373"/>
                  <a:pt x="362" y="373"/>
                  <a:pt x="362" y="373"/>
                </a:cubicBezTo>
                <a:cubicBezTo>
                  <a:pt x="368" y="373"/>
                  <a:pt x="373" y="368"/>
                  <a:pt x="373" y="362"/>
                </a:cubicBezTo>
                <a:cubicBezTo>
                  <a:pt x="373" y="309"/>
                  <a:pt x="373" y="309"/>
                  <a:pt x="373" y="309"/>
                </a:cubicBezTo>
                <a:cubicBezTo>
                  <a:pt x="405" y="309"/>
                  <a:pt x="405" y="309"/>
                  <a:pt x="405" y="309"/>
                </a:cubicBezTo>
                <a:cubicBezTo>
                  <a:pt x="411" y="309"/>
                  <a:pt x="416" y="304"/>
                  <a:pt x="416" y="298"/>
                </a:cubicBezTo>
                <a:cubicBezTo>
                  <a:pt x="416" y="292"/>
                  <a:pt x="411" y="288"/>
                  <a:pt x="405" y="288"/>
                </a:cubicBezTo>
                <a:cubicBezTo>
                  <a:pt x="373" y="288"/>
                  <a:pt x="373" y="288"/>
                  <a:pt x="373" y="288"/>
                </a:cubicBezTo>
                <a:cubicBezTo>
                  <a:pt x="373" y="266"/>
                  <a:pt x="373" y="266"/>
                  <a:pt x="373" y="266"/>
                </a:cubicBezTo>
                <a:cubicBezTo>
                  <a:pt x="405" y="266"/>
                  <a:pt x="405" y="266"/>
                  <a:pt x="405" y="266"/>
                </a:cubicBezTo>
                <a:cubicBezTo>
                  <a:pt x="411" y="266"/>
                  <a:pt x="416" y="262"/>
                  <a:pt x="416" y="256"/>
                </a:cubicBezTo>
                <a:cubicBezTo>
                  <a:pt x="416" y="250"/>
                  <a:pt x="411" y="245"/>
                  <a:pt x="405" y="245"/>
                </a:cubicBezTo>
                <a:lnTo>
                  <a:pt x="373" y="245"/>
                </a:lnTo>
                <a:close/>
              </a:path>
            </a:pathLst>
          </a:custGeom>
          <a:solidFill>
            <a:sysClr val="windowText" lastClr="000000"/>
          </a:solidFill>
          <a:ln>
            <a:noFill/>
          </a:ln>
        </p:spPr>
        <p:txBody>
          <a:bodyPr vert="horz" wrap="square" lIns="74295" tIns="37148" rIns="74295" bIns="37148" numCol="1" anchor="t" anchorCtr="0" compatLnSpc="1">
            <a:prstTxWarp prst="textNoShape">
              <a:avLst/>
            </a:prstTxWarp>
          </a:bodyPr>
          <a:lstStyle/>
          <a:p>
            <a:pPr defTabSz="639844">
              <a:defRPr/>
            </a:pPr>
            <a:endParaRPr lang="en-GB" sz="650" kern="0">
              <a:solidFill>
                <a:prstClr val="black"/>
              </a:solidFill>
              <a:latin typeface="Aptos" panose="020B0004020202020204" pitchFamily="34" charset="0"/>
            </a:endParaRPr>
          </a:p>
        </p:txBody>
      </p:sp>
      <p:grpSp>
        <p:nvGrpSpPr>
          <p:cNvPr id="101" name="Group 100">
            <a:extLst>
              <a:ext uri="{FF2B5EF4-FFF2-40B4-BE49-F238E27FC236}">
                <a16:creationId xmlns:a16="http://schemas.microsoft.com/office/drawing/2014/main" id="{80666095-A62F-E549-87AC-A5CAD49BDC44}"/>
              </a:ext>
            </a:extLst>
          </p:cNvPr>
          <p:cNvGrpSpPr/>
          <p:nvPr/>
        </p:nvGrpSpPr>
        <p:grpSpPr>
          <a:xfrm>
            <a:off x="2922476" y="4158623"/>
            <a:ext cx="418340" cy="418340"/>
            <a:chOff x="7643361" y="2623352"/>
            <a:chExt cx="315200" cy="315200"/>
          </a:xfrm>
        </p:grpSpPr>
        <p:sp>
          <p:nvSpPr>
            <p:cNvPr id="102" name="Oval 101">
              <a:extLst>
                <a:ext uri="{FF2B5EF4-FFF2-40B4-BE49-F238E27FC236}">
                  <a16:creationId xmlns:a16="http://schemas.microsoft.com/office/drawing/2014/main" id="{A1E48C80-8C3C-404F-86D3-73DBBA017C7F}"/>
                </a:ext>
              </a:extLst>
            </p:cNvPr>
            <p:cNvSpPr/>
            <p:nvPr/>
          </p:nvSpPr>
          <p:spPr bwMode="gray">
            <a:xfrm>
              <a:off x="7643361" y="2623352"/>
              <a:ext cx="315200" cy="315200"/>
            </a:xfrm>
            <a:prstGeom prst="ellipse">
              <a:avLst/>
            </a:prstGeom>
            <a:solidFill>
              <a:srgbClr val="007680"/>
            </a:solidFill>
            <a:ln w="19050" algn="ctr">
              <a:noFill/>
              <a:miter lim="800000"/>
              <a:headEnd/>
              <a:tailEnd/>
            </a:ln>
          </p:spPr>
          <p:txBody>
            <a:bodyPr wrap="square" lIns="72231" tIns="72231" rIns="72231" bIns="72231" rtlCol="0" anchor="ctr"/>
            <a:lstStyle/>
            <a:p>
              <a:pPr algn="ctr" defTabSz="639844">
                <a:lnSpc>
                  <a:spcPct val="106000"/>
                </a:lnSpc>
                <a:defRPr/>
              </a:pPr>
              <a:endParaRPr lang="en-IE" sz="894" b="1" kern="0" dirty="0">
                <a:solidFill>
                  <a:prstClr val="white"/>
                </a:solidFill>
                <a:latin typeface="Aptos" panose="020B0004020202020204" pitchFamily="34" charset="0"/>
              </a:endParaRPr>
            </a:p>
          </p:txBody>
        </p:sp>
        <p:sp>
          <p:nvSpPr>
            <p:cNvPr id="103" name="Oval 102">
              <a:extLst>
                <a:ext uri="{FF2B5EF4-FFF2-40B4-BE49-F238E27FC236}">
                  <a16:creationId xmlns:a16="http://schemas.microsoft.com/office/drawing/2014/main" id="{9E8CA2CC-D907-E049-88BF-033123C4AC97}"/>
                </a:ext>
              </a:extLst>
            </p:cNvPr>
            <p:cNvSpPr/>
            <p:nvPr/>
          </p:nvSpPr>
          <p:spPr bwMode="gray">
            <a:xfrm>
              <a:off x="7671789" y="2649956"/>
              <a:ext cx="258355" cy="258355"/>
            </a:xfrm>
            <a:prstGeom prst="ellipse">
              <a:avLst/>
            </a:prstGeom>
            <a:solidFill>
              <a:sysClr val="windowText" lastClr="000000"/>
            </a:solidFill>
            <a:ln w="19050" algn="ctr">
              <a:noFill/>
              <a:miter lim="800000"/>
              <a:headEnd/>
              <a:tailEnd/>
            </a:ln>
          </p:spPr>
          <p:txBody>
            <a:bodyPr wrap="square" lIns="72231" tIns="72231" rIns="72231" bIns="72231" rtlCol="0" anchor="ctr"/>
            <a:lstStyle/>
            <a:p>
              <a:pPr algn="ctr" defTabSz="639844">
                <a:lnSpc>
                  <a:spcPct val="106000"/>
                </a:lnSpc>
                <a:defRPr/>
              </a:pPr>
              <a:r>
                <a:rPr lang="en-IE" sz="894" kern="0" dirty="0">
                  <a:solidFill>
                    <a:prstClr val="white"/>
                  </a:solidFill>
                  <a:latin typeface="Aptos" panose="020B0004020202020204" pitchFamily="34" charset="0"/>
                </a:rPr>
                <a:t>4</a:t>
              </a:r>
            </a:p>
          </p:txBody>
        </p:sp>
      </p:grpSp>
      <p:sp>
        <p:nvSpPr>
          <p:cNvPr id="104" name="Oval 103">
            <a:extLst>
              <a:ext uri="{FF2B5EF4-FFF2-40B4-BE49-F238E27FC236}">
                <a16:creationId xmlns:a16="http://schemas.microsoft.com/office/drawing/2014/main" id="{F9BB1396-79AB-AC4F-8A5A-4CDD035CED86}"/>
              </a:ext>
            </a:extLst>
          </p:cNvPr>
          <p:cNvSpPr/>
          <p:nvPr/>
        </p:nvSpPr>
        <p:spPr bwMode="gray">
          <a:xfrm>
            <a:off x="5388721" y="4179721"/>
            <a:ext cx="363081" cy="363081"/>
          </a:xfrm>
          <a:prstGeom prst="ellipse">
            <a:avLst/>
          </a:prstGeom>
          <a:solidFill>
            <a:srgbClr val="D9D9D9"/>
          </a:solidFill>
          <a:ln w="19050" algn="ctr">
            <a:noFill/>
            <a:miter lim="800000"/>
            <a:headEnd/>
            <a:tailEnd/>
          </a:ln>
        </p:spPr>
        <p:txBody>
          <a:bodyPr wrap="square" lIns="72231" tIns="72231" rIns="72231" bIns="72231" rtlCol="0" anchor="ctr"/>
          <a:lstStyle/>
          <a:p>
            <a:pPr algn="ctr" defTabSz="639844">
              <a:lnSpc>
                <a:spcPct val="106000"/>
              </a:lnSpc>
              <a:defRPr/>
            </a:pPr>
            <a:endParaRPr lang="en-IE" sz="650" b="1" dirty="0">
              <a:solidFill>
                <a:prstClr val="white"/>
              </a:solidFill>
              <a:latin typeface="Aptos" panose="020B0004020202020204" pitchFamily="34" charset="0"/>
            </a:endParaRPr>
          </a:p>
        </p:txBody>
      </p:sp>
      <p:sp>
        <p:nvSpPr>
          <p:cNvPr id="105" name="Freeform 36">
            <a:extLst>
              <a:ext uri="{FF2B5EF4-FFF2-40B4-BE49-F238E27FC236}">
                <a16:creationId xmlns:a16="http://schemas.microsoft.com/office/drawing/2014/main" id="{8B420E78-C832-8E41-94C8-4A9BDCBEA091}"/>
              </a:ext>
            </a:extLst>
          </p:cNvPr>
          <p:cNvSpPr>
            <a:spLocks noChangeAspect="1" noEditPoints="1"/>
          </p:cNvSpPr>
          <p:nvPr/>
        </p:nvSpPr>
        <p:spPr bwMode="auto">
          <a:xfrm>
            <a:off x="5410687" y="4201686"/>
            <a:ext cx="319142" cy="319142"/>
          </a:xfrm>
          <a:custGeom>
            <a:avLst/>
            <a:gdLst>
              <a:gd name="T0" fmla="*/ 324 w 512"/>
              <a:gd name="T1" fmla="*/ 194 h 512"/>
              <a:gd name="T2" fmla="*/ 330 w 512"/>
              <a:gd name="T3" fmla="*/ 167 h 512"/>
              <a:gd name="T4" fmla="*/ 400 w 512"/>
              <a:gd name="T5" fmla="*/ 182 h 512"/>
              <a:gd name="T6" fmla="*/ 386 w 512"/>
              <a:gd name="T7" fmla="*/ 223 h 512"/>
              <a:gd name="T8" fmla="*/ 351 w 512"/>
              <a:gd name="T9" fmla="*/ 247 h 512"/>
              <a:gd name="T10" fmla="*/ 312 w 512"/>
              <a:gd name="T11" fmla="*/ 243 h 512"/>
              <a:gd name="T12" fmla="*/ 278 w 512"/>
              <a:gd name="T13" fmla="*/ 222 h 512"/>
              <a:gd name="T14" fmla="*/ 264 w 512"/>
              <a:gd name="T15" fmla="*/ 183 h 512"/>
              <a:gd name="T16" fmla="*/ 275 w 512"/>
              <a:gd name="T17" fmla="*/ 144 h 512"/>
              <a:gd name="T18" fmla="*/ 308 w 512"/>
              <a:gd name="T19" fmla="*/ 119 h 512"/>
              <a:gd name="T20" fmla="*/ 331 w 512"/>
              <a:gd name="T21" fmla="*/ 128 h 512"/>
              <a:gd name="T22" fmla="*/ 364 w 512"/>
              <a:gd name="T23" fmla="*/ 136 h 512"/>
              <a:gd name="T24" fmla="*/ 384 w 512"/>
              <a:gd name="T25" fmla="*/ 164 h 512"/>
              <a:gd name="T26" fmla="*/ 320 w 512"/>
              <a:gd name="T27" fmla="*/ 147 h 512"/>
              <a:gd name="T28" fmla="*/ 330 w 512"/>
              <a:gd name="T29" fmla="*/ 217 h 512"/>
              <a:gd name="T30" fmla="*/ 512 w 512"/>
              <a:gd name="T31" fmla="*/ 256 h 512"/>
              <a:gd name="T32" fmla="*/ 512 w 512"/>
              <a:gd name="T33" fmla="*/ 256 h 512"/>
              <a:gd name="T34" fmla="*/ 268 w 512"/>
              <a:gd name="T35" fmla="*/ 290 h 512"/>
              <a:gd name="T36" fmla="*/ 236 w 512"/>
              <a:gd name="T37" fmla="*/ 251 h 512"/>
              <a:gd name="T38" fmla="*/ 187 w 512"/>
              <a:gd name="T39" fmla="*/ 238 h 512"/>
              <a:gd name="T40" fmla="*/ 140 w 512"/>
              <a:gd name="T41" fmla="*/ 256 h 512"/>
              <a:gd name="T42" fmla="*/ 113 w 512"/>
              <a:gd name="T43" fmla="*/ 299 h 512"/>
              <a:gd name="T44" fmla="*/ 115 w 512"/>
              <a:gd name="T45" fmla="*/ 350 h 512"/>
              <a:gd name="T46" fmla="*/ 147 w 512"/>
              <a:gd name="T47" fmla="*/ 388 h 512"/>
              <a:gd name="T48" fmla="*/ 196 w 512"/>
              <a:gd name="T49" fmla="*/ 401 h 512"/>
              <a:gd name="T50" fmla="*/ 237 w 512"/>
              <a:gd name="T51" fmla="*/ 383 h 512"/>
              <a:gd name="T52" fmla="*/ 266 w 512"/>
              <a:gd name="T53" fmla="*/ 345 h 512"/>
              <a:gd name="T54" fmla="*/ 410 w 512"/>
              <a:gd name="T55" fmla="*/ 163 h 512"/>
              <a:gd name="T56" fmla="*/ 384 w 512"/>
              <a:gd name="T57" fmla="*/ 119 h 512"/>
              <a:gd name="T58" fmla="*/ 337 w 512"/>
              <a:gd name="T59" fmla="*/ 99 h 512"/>
              <a:gd name="T60" fmla="*/ 288 w 512"/>
              <a:gd name="T61" fmla="*/ 111 h 512"/>
              <a:gd name="T62" fmla="*/ 255 w 512"/>
              <a:gd name="T63" fmla="*/ 149 h 512"/>
              <a:gd name="T64" fmla="*/ 251 w 512"/>
              <a:gd name="T65" fmla="*/ 199 h 512"/>
              <a:gd name="T66" fmla="*/ 277 w 512"/>
              <a:gd name="T67" fmla="*/ 243 h 512"/>
              <a:gd name="T68" fmla="*/ 323 w 512"/>
              <a:gd name="T69" fmla="*/ 263 h 512"/>
              <a:gd name="T70" fmla="*/ 358 w 512"/>
              <a:gd name="T71" fmla="*/ 270 h 512"/>
              <a:gd name="T72" fmla="*/ 405 w 512"/>
              <a:gd name="T73" fmla="*/ 237 h 512"/>
              <a:gd name="T74" fmla="*/ 423 w 512"/>
              <a:gd name="T75" fmla="*/ 182 h 512"/>
              <a:gd name="T76" fmla="*/ 179 w 512"/>
              <a:gd name="T77" fmla="*/ 313 h 512"/>
              <a:gd name="T78" fmla="*/ 204 w 512"/>
              <a:gd name="T79" fmla="*/ 326 h 512"/>
              <a:gd name="T80" fmla="*/ 262 w 512"/>
              <a:gd name="T81" fmla="*/ 321 h 512"/>
              <a:gd name="T82" fmla="*/ 248 w 512"/>
              <a:gd name="T83" fmla="*/ 361 h 512"/>
              <a:gd name="T84" fmla="*/ 212 w 512"/>
              <a:gd name="T85" fmla="*/ 386 h 512"/>
              <a:gd name="T86" fmla="*/ 173 w 512"/>
              <a:gd name="T87" fmla="*/ 382 h 512"/>
              <a:gd name="T88" fmla="*/ 139 w 512"/>
              <a:gd name="T89" fmla="*/ 360 h 512"/>
              <a:gd name="T90" fmla="*/ 125 w 512"/>
              <a:gd name="T91" fmla="*/ 321 h 512"/>
              <a:gd name="T92" fmla="*/ 137 w 512"/>
              <a:gd name="T93" fmla="*/ 282 h 512"/>
              <a:gd name="T94" fmla="*/ 169 w 512"/>
              <a:gd name="T95" fmla="*/ 258 h 512"/>
              <a:gd name="T96" fmla="*/ 193 w 512"/>
              <a:gd name="T97" fmla="*/ 266 h 512"/>
              <a:gd name="T98" fmla="*/ 226 w 512"/>
              <a:gd name="T99" fmla="*/ 274 h 512"/>
              <a:gd name="T100" fmla="*/ 246 w 512"/>
              <a:gd name="T101" fmla="*/ 303 h 512"/>
              <a:gd name="T102" fmla="*/ 181 w 512"/>
              <a:gd name="T103" fmla="*/ 286 h 512"/>
              <a:gd name="T104" fmla="*/ 192 w 512"/>
              <a:gd name="T105" fmla="*/ 3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44" y="177"/>
                </a:moveTo>
                <a:cubicBezTo>
                  <a:pt x="345" y="180"/>
                  <a:pt x="345" y="184"/>
                  <a:pt x="343" y="188"/>
                </a:cubicBezTo>
                <a:cubicBezTo>
                  <a:pt x="341" y="191"/>
                  <a:pt x="338" y="193"/>
                  <a:pt x="335" y="195"/>
                </a:cubicBezTo>
                <a:cubicBezTo>
                  <a:pt x="331" y="196"/>
                  <a:pt x="327" y="195"/>
                  <a:pt x="324" y="194"/>
                </a:cubicBezTo>
                <a:cubicBezTo>
                  <a:pt x="320" y="192"/>
                  <a:pt x="318" y="189"/>
                  <a:pt x="317" y="185"/>
                </a:cubicBezTo>
                <a:cubicBezTo>
                  <a:pt x="316" y="182"/>
                  <a:pt x="316" y="178"/>
                  <a:pt x="318" y="174"/>
                </a:cubicBezTo>
                <a:cubicBezTo>
                  <a:pt x="320" y="171"/>
                  <a:pt x="322" y="169"/>
                  <a:pt x="326" y="167"/>
                </a:cubicBezTo>
                <a:cubicBezTo>
                  <a:pt x="328" y="167"/>
                  <a:pt x="329" y="167"/>
                  <a:pt x="330" y="167"/>
                </a:cubicBezTo>
                <a:cubicBezTo>
                  <a:pt x="333" y="167"/>
                  <a:pt x="335" y="167"/>
                  <a:pt x="337" y="168"/>
                </a:cubicBezTo>
                <a:cubicBezTo>
                  <a:pt x="340" y="170"/>
                  <a:pt x="343" y="173"/>
                  <a:pt x="344" y="177"/>
                </a:cubicBezTo>
                <a:close/>
                <a:moveTo>
                  <a:pt x="397" y="179"/>
                </a:moveTo>
                <a:cubicBezTo>
                  <a:pt x="398" y="180"/>
                  <a:pt x="399" y="181"/>
                  <a:pt x="400" y="182"/>
                </a:cubicBezTo>
                <a:cubicBezTo>
                  <a:pt x="399" y="183"/>
                  <a:pt x="398" y="184"/>
                  <a:pt x="397" y="185"/>
                </a:cubicBezTo>
                <a:cubicBezTo>
                  <a:pt x="392" y="189"/>
                  <a:pt x="386" y="193"/>
                  <a:pt x="384" y="199"/>
                </a:cubicBezTo>
                <a:cubicBezTo>
                  <a:pt x="382" y="206"/>
                  <a:pt x="384" y="212"/>
                  <a:pt x="385" y="218"/>
                </a:cubicBezTo>
                <a:cubicBezTo>
                  <a:pt x="386" y="220"/>
                  <a:pt x="386" y="221"/>
                  <a:pt x="386" y="223"/>
                </a:cubicBezTo>
                <a:cubicBezTo>
                  <a:pt x="385" y="223"/>
                  <a:pt x="383" y="223"/>
                  <a:pt x="382" y="223"/>
                </a:cubicBezTo>
                <a:cubicBezTo>
                  <a:pt x="376" y="223"/>
                  <a:pt x="369" y="223"/>
                  <a:pt x="363" y="227"/>
                </a:cubicBezTo>
                <a:cubicBezTo>
                  <a:pt x="357" y="231"/>
                  <a:pt x="355" y="237"/>
                  <a:pt x="353" y="243"/>
                </a:cubicBezTo>
                <a:cubicBezTo>
                  <a:pt x="352" y="244"/>
                  <a:pt x="352" y="246"/>
                  <a:pt x="351" y="247"/>
                </a:cubicBezTo>
                <a:cubicBezTo>
                  <a:pt x="350" y="246"/>
                  <a:pt x="348" y="244"/>
                  <a:pt x="347" y="244"/>
                </a:cubicBezTo>
                <a:cubicBezTo>
                  <a:pt x="342" y="240"/>
                  <a:pt x="336" y="234"/>
                  <a:pt x="330" y="234"/>
                </a:cubicBezTo>
                <a:cubicBezTo>
                  <a:pt x="329" y="234"/>
                  <a:pt x="329" y="234"/>
                  <a:pt x="329" y="234"/>
                </a:cubicBezTo>
                <a:cubicBezTo>
                  <a:pt x="322" y="234"/>
                  <a:pt x="317" y="240"/>
                  <a:pt x="312" y="243"/>
                </a:cubicBezTo>
                <a:cubicBezTo>
                  <a:pt x="311" y="244"/>
                  <a:pt x="309" y="246"/>
                  <a:pt x="308" y="247"/>
                </a:cubicBezTo>
                <a:cubicBezTo>
                  <a:pt x="307" y="246"/>
                  <a:pt x="307" y="244"/>
                  <a:pt x="306" y="243"/>
                </a:cubicBezTo>
                <a:cubicBezTo>
                  <a:pt x="304" y="237"/>
                  <a:pt x="302" y="230"/>
                  <a:pt x="296" y="226"/>
                </a:cubicBezTo>
                <a:cubicBezTo>
                  <a:pt x="291" y="222"/>
                  <a:pt x="284" y="222"/>
                  <a:pt x="278" y="222"/>
                </a:cubicBezTo>
                <a:cubicBezTo>
                  <a:pt x="277" y="222"/>
                  <a:pt x="275" y="222"/>
                  <a:pt x="273" y="221"/>
                </a:cubicBezTo>
                <a:cubicBezTo>
                  <a:pt x="274" y="220"/>
                  <a:pt x="274" y="218"/>
                  <a:pt x="274" y="217"/>
                </a:cubicBezTo>
                <a:cubicBezTo>
                  <a:pt x="276" y="211"/>
                  <a:pt x="278" y="204"/>
                  <a:pt x="276" y="198"/>
                </a:cubicBezTo>
                <a:cubicBezTo>
                  <a:pt x="274" y="191"/>
                  <a:pt x="269" y="187"/>
                  <a:pt x="264" y="183"/>
                </a:cubicBezTo>
                <a:cubicBezTo>
                  <a:pt x="263" y="182"/>
                  <a:pt x="261" y="181"/>
                  <a:pt x="260" y="180"/>
                </a:cubicBezTo>
                <a:cubicBezTo>
                  <a:pt x="262" y="179"/>
                  <a:pt x="263" y="178"/>
                  <a:pt x="264" y="177"/>
                </a:cubicBezTo>
                <a:cubicBezTo>
                  <a:pt x="269" y="173"/>
                  <a:pt x="275" y="169"/>
                  <a:pt x="277" y="163"/>
                </a:cubicBezTo>
                <a:cubicBezTo>
                  <a:pt x="279" y="156"/>
                  <a:pt x="277" y="150"/>
                  <a:pt x="275" y="144"/>
                </a:cubicBezTo>
                <a:cubicBezTo>
                  <a:pt x="275" y="142"/>
                  <a:pt x="275" y="141"/>
                  <a:pt x="274" y="139"/>
                </a:cubicBezTo>
                <a:cubicBezTo>
                  <a:pt x="276" y="139"/>
                  <a:pt x="278" y="139"/>
                  <a:pt x="279" y="139"/>
                </a:cubicBezTo>
                <a:cubicBezTo>
                  <a:pt x="285" y="139"/>
                  <a:pt x="292" y="139"/>
                  <a:pt x="298" y="135"/>
                </a:cubicBezTo>
                <a:cubicBezTo>
                  <a:pt x="303" y="131"/>
                  <a:pt x="306" y="125"/>
                  <a:pt x="308" y="119"/>
                </a:cubicBezTo>
                <a:cubicBezTo>
                  <a:pt x="308" y="118"/>
                  <a:pt x="309" y="116"/>
                  <a:pt x="310" y="115"/>
                </a:cubicBezTo>
                <a:cubicBezTo>
                  <a:pt x="311" y="116"/>
                  <a:pt x="313" y="118"/>
                  <a:pt x="314" y="118"/>
                </a:cubicBezTo>
                <a:cubicBezTo>
                  <a:pt x="319" y="122"/>
                  <a:pt x="324" y="128"/>
                  <a:pt x="331" y="128"/>
                </a:cubicBezTo>
                <a:cubicBezTo>
                  <a:pt x="331" y="128"/>
                  <a:pt x="331" y="128"/>
                  <a:pt x="331" y="128"/>
                </a:cubicBezTo>
                <a:cubicBezTo>
                  <a:pt x="338" y="128"/>
                  <a:pt x="344" y="122"/>
                  <a:pt x="349" y="119"/>
                </a:cubicBezTo>
                <a:cubicBezTo>
                  <a:pt x="350" y="118"/>
                  <a:pt x="352" y="116"/>
                  <a:pt x="353" y="115"/>
                </a:cubicBezTo>
                <a:cubicBezTo>
                  <a:pt x="353" y="116"/>
                  <a:pt x="354" y="118"/>
                  <a:pt x="354" y="119"/>
                </a:cubicBezTo>
                <a:cubicBezTo>
                  <a:pt x="356" y="125"/>
                  <a:pt x="359" y="132"/>
                  <a:pt x="364" y="136"/>
                </a:cubicBezTo>
                <a:cubicBezTo>
                  <a:pt x="370" y="140"/>
                  <a:pt x="377" y="140"/>
                  <a:pt x="383" y="140"/>
                </a:cubicBezTo>
                <a:cubicBezTo>
                  <a:pt x="384" y="140"/>
                  <a:pt x="386" y="140"/>
                  <a:pt x="387" y="141"/>
                </a:cubicBezTo>
                <a:cubicBezTo>
                  <a:pt x="387" y="142"/>
                  <a:pt x="387" y="144"/>
                  <a:pt x="386" y="145"/>
                </a:cubicBezTo>
                <a:cubicBezTo>
                  <a:pt x="384" y="151"/>
                  <a:pt x="382" y="158"/>
                  <a:pt x="384" y="164"/>
                </a:cubicBezTo>
                <a:cubicBezTo>
                  <a:pt x="386" y="171"/>
                  <a:pt x="392" y="175"/>
                  <a:pt x="397" y="179"/>
                </a:cubicBezTo>
                <a:close/>
                <a:moveTo>
                  <a:pt x="364" y="170"/>
                </a:moveTo>
                <a:cubicBezTo>
                  <a:pt x="361" y="161"/>
                  <a:pt x="355" y="154"/>
                  <a:pt x="347" y="150"/>
                </a:cubicBezTo>
                <a:cubicBezTo>
                  <a:pt x="338" y="145"/>
                  <a:pt x="329" y="144"/>
                  <a:pt x="320" y="147"/>
                </a:cubicBezTo>
                <a:cubicBezTo>
                  <a:pt x="311" y="150"/>
                  <a:pt x="303" y="156"/>
                  <a:pt x="299" y="164"/>
                </a:cubicBezTo>
                <a:cubicBezTo>
                  <a:pt x="294" y="173"/>
                  <a:pt x="294" y="182"/>
                  <a:pt x="296" y="192"/>
                </a:cubicBezTo>
                <a:cubicBezTo>
                  <a:pt x="299" y="201"/>
                  <a:pt x="305" y="208"/>
                  <a:pt x="314" y="212"/>
                </a:cubicBezTo>
                <a:cubicBezTo>
                  <a:pt x="319" y="215"/>
                  <a:pt x="325" y="217"/>
                  <a:pt x="330" y="217"/>
                </a:cubicBezTo>
                <a:cubicBezTo>
                  <a:pt x="334" y="217"/>
                  <a:pt x="337" y="216"/>
                  <a:pt x="341" y="215"/>
                </a:cubicBezTo>
                <a:cubicBezTo>
                  <a:pt x="350" y="212"/>
                  <a:pt x="357" y="206"/>
                  <a:pt x="362" y="198"/>
                </a:cubicBezTo>
                <a:cubicBezTo>
                  <a:pt x="366" y="189"/>
                  <a:pt x="367" y="180"/>
                  <a:pt x="364" y="17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4" y="321"/>
                </a:moveTo>
                <a:cubicBezTo>
                  <a:pt x="285" y="312"/>
                  <a:pt x="277" y="306"/>
                  <a:pt x="271" y="301"/>
                </a:cubicBezTo>
                <a:cubicBezTo>
                  <a:pt x="270" y="300"/>
                  <a:pt x="267" y="298"/>
                  <a:pt x="266" y="297"/>
                </a:cubicBezTo>
                <a:cubicBezTo>
                  <a:pt x="266" y="295"/>
                  <a:pt x="267" y="292"/>
                  <a:pt x="268" y="290"/>
                </a:cubicBezTo>
                <a:cubicBezTo>
                  <a:pt x="270" y="283"/>
                  <a:pt x="273" y="274"/>
                  <a:pt x="267" y="266"/>
                </a:cubicBezTo>
                <a:cubicBezTo>
                  <a:pt x="262" y="258"/>
                  <a:pt x="252" y="258"/>
                  <a:pt x="245" y="258"/>
                </a:cubicBezTo>
                <a:cubicBezTo>
                  <a:pt x="243" y="258"/>
                  <a:pt x="240" y="257"/>
                  <a:pt x="238" y="257"/>
                </a:cubicBezTo>
                <a:cubicBezTo>
                  <a:pt x="238" y="256"/>
                  <a:pt x="237" y="253"/>
                  <a:pt x="236" y="251"/>
                </a:cubicBezTo>
                <a:cubicBezTo>
                  <a:pt x="234" y="244"/>
                  <a:pt x="231" y="235"/>
                  <a:pt x="222" y="232"/>
                </a:cubicBezTo>
                <a:cubicBezTo>
                  <a:pt x="213" y="229"/>
                  <a:pt x="204" y="234"/>
                  <a:pt x="199" y="238"/>
                </a:cubicBezTo>
                <a:cubicBezTo>
                  <a:pt x="197" y="239"/>
                  <a:pt x="194" y="241"/>
                  <a:pt x="193" y="242"/>
                </a:cubicBezTo>
                <a:cubicBezTo>
                  <a:pt x="191" y="241"/>
                  <a:pt x="189" y="239"/>
                  <a:pt x="187" y="238"/>
                </a:cubicBezTo>
                <a:cubicBezTo>
                  <a:pt x="182" y="234"/>
                  <a:pt x="173" y="228"/>
                  <a:pt x="164" y="231"/>
                </a:cubicBezTo>
                <a:cubicBezTo>
                  <a:pt x="155" y="234"/>
                  <a:pt x="152" y="243"/>
                  <a:pt x="149" y="250"/>
                </a:cubicBezTo>
                <a:cubicBezTo>
                  <a:pt x="148" y="252"/>
                  <a:pt x="147" y="255"/>
                  <a:pt x="147" y="256"/>
                </a:cubicBezTo>
                <a:cubicBezTo>
                  <a:pt x="145" y="256"/>
                  <a:pt x="142" y="256"/>
                  <a:pt x="140" y="256"/>
                </a:cubicBezTo>
                <a:cubicBezTo>
                  <a:pt x="133" y="256"/>
                  <a:pt x="123" y="257"/>
                  <a:pt x="117" y="264"/>
                </a:cubicBezTo>
                <a:cubicBezTo>
                  <a:pt x="112" y="272"/>
                  <a:pt x="114" y="281"/>
                  <a:pt x="116" y="288"/>
                </a:cubicBezTo>
                <a:cubicBezTo>
                  <a:pt x="117" y="290"/>
                  <a:pt x="118" y="293"/>
                  <a:pt x="118" y="295"/>
                </a:cubicBezTo>
                <a:cubicBezTo>
                  <a:pt x="117" y="296"/>
                  <a:pt x="114" y="298"/>
                  <a:pt x="113" y="299"/>
                </a:cubicBezTo>
                <a:cubicBezTo>
                  <a:pt x="107" y="303"/>
                  <a:pt x="99" y="309"/>
                  <a:pt x="99" y="318"/>
                </a:cubicBezTo>
                <a:cubicBezTo>
                  <a:pt x="99" y="328"/>
                  <a:pt x="106" y="334"/>
                  <a:pt x="112" y="338"/>
                </a:cubicBezTo>
                <a:cubicBezTo>
                  <a:pt x="114" y="340"/>
                  <a:pt x="117" y="342"/>
                  <a:pt x="117" y="342"/>
                </a:cubicBezTo>
                <a:cubicBezTo>
                  <a:pt x="117" y="344"/>
                  <a:pt x="116" y="347"/>
                  <a:pt x="115" y="350"/>
                </a:cubicBezTo>
                <a:cubicBezTo>
                  <a:pt x="113" y="357"/>
                  <a:pt x="110" y="366"/>
                  <a:pt x="116" y="373"/>
                </a:cubicBezTo>
                <a:cubicBezTo>
                  <a:pt x="121" y="381"/>
                  <a:pt x="131" y="381"/>
                  <a:pt x="138" y="382"/>
                </a:cubicBezTo>
                <a:cubicBezTo>
                  <a:pt x="140" y="382"/>
                  <a:pt x="143" y="382"/>
                  <a:pt x="145" y="382"/>
                </a:cubicBezTo>
                <a:cubicBezTo>
                  <a:pt x="146" y="384"/>
                  <a:pt x="147" y="387"/>
                  <a:pt x="147" y="388"/>
                </a:cubicBezTo>
                <a:cubicBezTo>
                  <a:pt x="150" y="395"/>
                  <a:pt x="153" y="404"/>
                  <a:pt x="162" y="408"/>
                </a:cubicBezTo>
                <a:cubicBezTo>
                  <a:pt x="171" y="411"/>
                  <a:pt x="179" y="405"/>
                  <a:pt x="185" y="401"/>
                </a:cubicBezTo>
                <a:cubicBezTo>
                  <a:pt x="186" y="400"/>
                  <a:pt x="189" y="398"/>
                  <a:pt x="191" y="398"/>
                </a:cubicBezTo>
                <a:cubicBezTo>
                  <a:pt x="192" y="398"/>
                  <a:pt x="194" y="400"/>
                  <a:pt x="196" y="401"/>
                </a:cubicBezTo>
                <a:cubicBezTo>
                  <a:pt x="201" y="405"/>
                  <a:pt x="207" y="409"/>
                  <a:pt x="214" y="409"/>
                </a:cubicBezTo>
                <a:cubicBezTo>
                  <a:pt x="216" y="409"/>
                  <a:pt x="217" y="409"/>
                  <a:pt x="219" y="408"/>
                </a:cubicBezTo>
                <a:cubicBezTo>
                  <a:pt x="228" y="405"/>
                  <a:pt x="232" y="396"/>
                  <a:pt x="234" y="389"/>
                </a:cubicBezTo>
                <a:cubicBezTo>
                  <a:pt x="235" y="387"/>
                  <a:pt x="236" y="385"/>
                  <a:pt x="237" y="383"/>
                </a:cubicBezTo>
                <a:cubicBezTo>
                  <a:pt x="238" y="383"/>
                  <a:pt x="241" y="383"/>
                  <a:pt x="244" y="383"/>
                </a:cubicBezTo>
                <a:cubicBezTo>
                  <a:pt x="251" y="383"/>
                  <a:pt x="260" y="383"/>
                  <a:pt x="266" y="375"/>
                </a:cubicBezTo>
                <a:cubicBezTo>
                  <a:pt x="272" y="368"/>
                  <a:pt x="269" y="358"/>
                  <a:pt x="267" y="351"/>
                </a:cubicBezTo>
                <a:cubicBezTo>
                  <a:pt x="267" y="349"/>
                  <a:pt x="266" y="346"/>
                  <a:pt x="266" y="345"/>
                </a:cubicBezTo>
                <a:cubicBezTo>
                  <a:pt x="267" y="344"/>
                  <a:pt x="269" y="342"/>
                  <a:pt x="271" y="341"/>
                </a:cubicBezTo>
                <a:cubicBezTo>
                  <a:pt x="276" y="336"/>
                  <a:pt x="284" y="331"/>
                  <a:pt x="284" y="321"/>
                </a:cubicBezTo>
                <a:close/>
                <a:moveTo>
                  <a:pt x="423" y="182"/>
                </a:moveTo>
                <a:cubicBezTo>
                  <a:pt x="423" y="173"/>
                  <a:pt x="416" y="167"/>
                  <a:pt x="410" y="163"/>
                </a:cubicBezTo>
                <a:cubicBezTo>
                  <a:pt x="408" y="161"/>
                  <a:pt x="406" y="159"/>
                  <a:pt x="405" y="158"/>
                </a:cubicBezTo>
                <a:cubicBezTo>
                  <a:pt x="405" y="156"/>
                  <a:pt x="406" y="153"/>
                  <a:pt x="407" y="151"/>
                </a:cubicBezTo>
                <a:cubicBezTo>
                  <a:pt x="409" y="144"/>
                  <a:pt x="412" y="135"/>
                  <a:pt x="406" y="127"/>
                </a:cubicBezTo>
                <a:cubicBezTo>
                  <a:pt x="401" y="120"/>
                  <a:pt x="391" y="119"/>
                  <a:pt x="384" y="119"/>
                </a:cubicBezTo>
                <a:cubicBezTo>
                  <a:pt x="382" y="119"/>
                  <a:pt x="379" y="119"/>
                  <a:pt x="377" y="118"/>
                </a:cubicBezTo>
                <a:cubicBezTo>
                  <a:pt x="376" y="117"/>
                  <a:pt x="375" y="114"/>
                  <a:pt x="375" y="112"/>
                </a:cubicBezTo>
                <a:cubicBezTo>
                  <a:pt x="372" y="105"/>
                  <a:pt x="369" y="96"/>
                  <a:pt x="360" y="93"/>
                </a:cubicBezTo>
                <a:cubicBezTo>
                  <a:pt x="351" y="90"/>
                  <a:pt x="343" y="95"/>
                  <a:pt x="337" y="99"/>
                </a:cubicBezTo>
                <a:cubicBezTo>
                  <a:pt x="336" y="101"/>
                  <a:pt x="333" y="102"/>
                  <a:pt x="331" y="103"/>
                </a:cubicBezTo>
                <a:cubicBezTo>
                  <a:pt x="330" y="102"/>
                  <a:pt x="328" y="101"/>
                  <a:pt x="326" y="99"/>
                </a:cubicBezTo>
                <a:cubicBezTo>
                  <a:pt x="320" y="95"/>
                  <a:pt x="312" y="89"/>
                  <a:pt x="303" y="92"/>
                </a:cubicBezTo>
                <a:cubicBezTo>
                  <a:pt x="294" y="95"/>
                  <a:pt x="290" y="105"/>
                  <a:pt x="288" y="111"/>
                </a:cubicBezTo>
                <a:cubicBezTo>
                  <a:pt x="287" y="113"/>
                  <a:pt x="286" y="116"/>
                  <a:pt x="285" y="117"/>
                </a:cubicBezTo>
                <a:cubicBezTo>
                  <a:pt x="284" y="118"/>
                  <a:pt x="281" y="118"/>
                  <a:pt x="279" y="118"/>
                </a:cubicBezTo>
                <a:cubicBezTo>
                  <a:pt x="271" y="118"/>
                  <a:pt x="262" y="118"/>
                  <a:pt x="256" y="125"/>
                </a:cubicBezTo>
                <a:cubicBezTo>
                  <a:pt x="250" y="133"/>
                  <a:pt x="253" y="142"/>
                  <a:pt x="255" y="149"/>
                </a:cubicBezTo>
                <a:cubicBezTo>
                  <a:pt x="255" y="151"/>
                  <a:pt x="256" y="154"/>
                  <a:pt x="256" y="156"/>
                </a:cubicBezTo>
                <a:cubicBezTo>
                  <a:pt x="255" y="157"/>
                  <a:pt x="253" y="159"/>
                  <a:pt x="251" y="160"/>
                </a:cubicBezTo>
                <a:cubicBezTo>
                  <a:pt x="246" y="164"/>
                  <a:pt x="238" y="170"/>
                  <a:pt x="238" y="180"/>
                </a:cubicBezTo>
                <a:cubicBezTo>
                  <a:pt x="237" y="189"/>
                  <a:pt x="245" y="195"/>
                  <a:pt x="251" y="199"/>
                </a:cubicBezTo>
                <a:cubicBezTo>
                  <a:pt x="252" y="201"/>
                  <a:pt x="255" y="203"/>
                  <a:pt x="256" y="204"/>
                </a:cubicBezTo>
                <a:cubicBezTo>
                  <a:pt x="256" y="205"/>
                  <a:pt x="255" y="209"/>
                  <a:pt x="254" y="211"/>
                </a:cubicBezTo>
                <a:cubicBezTo>
                  <a:pt x="252" y="218"/>
                  <a:pt x="249" y="227"/>
                  <a:pt x="255" y="235"/>
                </a:cubicBezTo>
                <a:cubicBezTo>
                  <a:pt x="260" y="242"/>
                  <a:pt x="270" y="243"/>
                  <a:pt x="277" y="243"/>
                </a:cubicBezTo>
                <a:cubicBezTo>
                  <a:pt x="279" y="243"/>
                  <a:pt x="282" y="243"/>
                  <a:pt x="284" y="244"/>
                </a:cubicBezTo>
                <a:cubicBezTo>
                  <a:pt x="284" y="245"/>
                  <a:pt x="285" y="248"/>
                  <a:pt x="286" y="250"/>
                </a:cubicBezTo>
                <a:cubicBezTo>
                  <a:pt x="288" y="257"/>
                  <a:pt x="291" y="266"/>
                  <a:pt x="300" y="269"/>
                </a:cubicBezTo>
                <a:cubicBezTo>
                  <a:pt x="309" y="272"/>
                  <a:pt x="317" y="267"/>
                  <a:pt x="323" y="263"/>
                </a:cubicBezTo>
                <a:cubicBezTo>
                  <a:pt x="325" y="261"/>
                  <a:pt x="328" y="260"/>
                  <a:pt x="329" y="259"/>
                </a:cubicBezTo>
                <a:cubicBezTo>
                  <a:pt x="331" y="260"/>
                  <a:pt x="333" y="261"/>
                  <a:pt x="335" y="263"/>
                </a:cubicBezTo>
                <a:cubicBezTo>
                  <a:pt x="339" y="266"/>
                  <a:pt x="346" y="270"/>
                  <a:pt x="353" y="270"/>
                </a:cubicBezTo>
                <a:cubicBezTo>
                  <a:pt x="354" y="270"/>
                  <a:pt x="356" y="270"/>
                  <a:pt x="358" y="270"/>
                </a:cubicBezTo>
                <a:cubicBezTo>
                  <a:pt x="367" y="267"/>
                  <a:pt x="370" y="257"/>
                  <a:pt x="373" y="251"/>
                </a:cubicBezTo>
                <a:cubicBezTo>
                  <a:pt x="374" y="249"/>
                  <a:pt x="375" y="246"/>
                  <a:pt x="375" y="245"/>
                </a:cubicBezTo>
                <a:cubicBezTo>
                  <a:pt x="377" y="244"/>
                  <a:pt x="380" y="244"/>
                  <a:pt x="382" y="244"/>
                </a:cubicBezTo>
                <a:cubicBezTo>
                  <a:pt x="389" y="244"/>
                  <a:pt x="399" y="244"/>
                  <a:pt x="405" y="237"/>
                </a:cubicBezTo>
                <a:cubicBezTo>
                  <a:pt x="410" y="229"/>
                  <a:pt x="408" y="220"/>
                  <a:pt x="406" y="213"/>
                </a:cubicBezTo>
                <a:cubicBezTo>
                  <a:pt x="405" y="211"/>
                  <a:pt x="404" y="208"/>
                  <a:pt x="404" y="206"/>
                </a:cubicBezTo>
                <a:cubicBezTo>
                  <a:pt x="405" y="205"/>
                  <a:pt x="408" y="203"/>
                  <a:pt x="409" y="202"/>
                </a:cubicBezTo>
                <a:cubicBezTo>
                  <a:pt x="415" y="198"/>
                  <a:pt x="423" y="192"/>
                  <a:pt x="423" y="182"/>
                </a:cubicBezTo>
                <a:close/>
                <a:moveTo>
                  <a:pt x="198" y="307"/>
                </a:moveTo>
                <a:cubicBezTo>
                  <a:pt x="196" y="306"/>
                  <a:pt x="194" y="305"/>
                  <a:pt x="192" y="305"/>
                </a:cubicBezTo>
                <a:cubicBezTo>
                  <a:pt x="190" y="305"/>
                  <a:pt x="189" y="306"/>
                  <a:pt x="187" y="306"/>
                </a:cubicBezTo>
                <a:cubicBezTo>
                  <a:pt x="184" y="307"/>
                  <a:pt x="181" y="310"/>
                  <a:pt x="179" y="313"/>
                </a:cubicBezTo>
                <a:cubicBezTo>
                  <a:pt x="177" y="316"/>
                  <a:pt x="177" y="320"/>
                  <a:pt x="178" y="324"/>
                </a:cubicBezTo>
                <a:cubicBezTo>
                  <a:pt x="179" y="328"/>
                  <a:pt x="182" y="330"/>
                  <a:pt x="185" y="332"/>
                </a:cubicBezTo>
                <a:cubicBezTo>
                  <a:pt x="188" y="334"/>
                  <a:pt x="192" y="334"/>
                  <a:pt x="196" y="333"/>
                </a:cubicBezTo>
                <a:cubicBezTo>
                  <a:pt x="200" y="332"/>
                  <a:pt x="202" y="330"/>
                  <a:pt x="204" y="326"/>
                </a:cubicBezTo>
                <a:cubicBezTo>
                  <a:pt x="206" y="323"/>
                  <a:pt x="206" y="319"/>
                  <a:pt x="205" y="315"/>
                </a:cubicBezTo>
                <a:cubicBezTo>
                  <a:pt x="204" y="312"/>
                  <a:pt x="202" y="309"/>
                  <a:pt x="198" y="307"/>
                </a:cubicBezTo>
                <a:close/>
                <a:moveTo>
                  <a:pt x="258" y="318"/>
                </a:moveTo>
                <a:cubicBezTo>
                  <a:pt x="259" y="319"/>
                  <a:pt x="261" y="320"/>
                  <a:pt x="262" y="321"/>
                </a:cubicBezTo>
                <a:cubicBezTo>
                  <a:pt x="260" y="322"/>
                  <a:pt x="259" y="323"/>
                  <a:pt x="258" y="324"/>
                </a:cubicBezTo>
                <a:cubicBezTo>
                  <a:pt x="253" y="327"/>
                  <a:pt x="247" y="331"/>
                  <a:pt x="245" y="338"/>
                </a:cubicBezTo>
                <a:cubicBezTo>
                  <a:pt x="243" y="344"/>
                  <a:pt x="245" y="351"/>
                  <a:pt x="247" y="357"/>
                </a:cubicBezTo>
                <a:cubicBezTo>
                  <a:pt x="247" y="358"/>
                  <a:pt x="247" y="360"/>
                  <a:pt x="248" y="361"/>
                </a:cubicBezTo>
                <a:cubicBezTo>
                  <a:pt x="246" y="362"/>
                  <a:pt x="244" y="362"/>
                  <a:pt x="243" y="362"/>
                </a:cubicBezTo>
                <a:cubicBezTo>
                  <a:pt x="237" y="362"/>
                  <a:pt x="230" y="362"/>
                  <a:pt x="224" y="366"/>
                </a:cubicBezTo>
                <a:cubicBezTo>
                  <a:pt x="219" y="370"/>
                  <a:pt x="216" y="376"/>
                  <a:pt x="214" y="382"/>
                </a:cubicBezTo>
                <a:cubicBezTo>
                  <a:pt x="214" y="383"/>
                  <a:pt x="213" y="384"/>
                  <a:pt x="212" y="386"/>
                </a:cubicBezTo>
                <a:cubicBezTo>
                  <a:pt x="211" y="385"/>
                  <a:pt x="209" y="383"/>
                  <a:pt x="208" y="382"/>
                </a:cubicBezTo>
                <a:cubicBezTo>
                  <a:pt x="203" y="379"/>
                  <a:pt x="198" y="373"/>
                  <a:pt x="191" y="373"/>
                </a:cubicBezTo>
                <a:cubicBezTo>
                  <a:pt x="191" y="373"/>
                  <a:pt x="191" y="373"/>
                  <a:pt x="191" y="373"/>
                </a:cubicBezTo>
                <a:cubicBezTo>
                  <a:pt x="184" y="373"/>
                  <a:pt x="178" y="378"/>
                  <a:pt x="173" y="382"/>
                </a:cubicBezTo>
                <a:cubicBezTo>
                  <a:pt x="172" y="383"/>
                  <a:pt x="170" y="385"/>
                  <a:pt x="169" y="386"/>
                </a:cubicBezTo>
                <a:cubicBezTo>
                  <a:pt x="169" y="385"/>
                  <a:pt x="168" y="383"/>
                  <a:pt x="168" y="382"/>
                </a:cubicBezTo>
                <a:cubicBezTo>
                  <a:pt x="166" y="376"/>
                  <a:pt x="163" y="369"/>
                  <a:pt x="158" y="365"/>
                </a:cubicBezTo>
                <a:cubicBezTo>
                  <a:pt x="152" y="361"/>
                  <a:pt x="145" y="361"/>
                  <a:pt x="139" y="360"/>
                </a:cubicBezTo>
                <a:cubicBezTo>
                  <a:pt x="138" y="360"/>
                  <a:pt x="136" y="360"/>
                  <a:pt x="135" y="360"/>
                </a:cubicBezTo>
                <a:cubicBezTo>
                  <a:pt x="135" y="359"/>
                  <a:pt x="135" y="357"/>
                  <a:pt x="136" y="356"/>
                </a:cubicBezTo>
                <a:cubicBezTo>
                  <a:pt x="138" y="350"/>
                  <a:pt x="140" y="343"/>
                  <a:pt x="138" y="336"/>
                </a:cubicBezTo>
                <a:cubicBezTo>
                  <a:pt x="136" y="330"/>
                  <a:pt x="130" y="325"/>
                  <a:pt x="125" y="321"/>
                </a:cubicBezTo>
                <a:cubicBezTo>
                  <a:pt x="124" y="321"/>
                  <a:pt x="123" y="320"/>
                  <a:pt x="122" y="319"/>
                </a:cubicBezTo>
                <a:cubicBezTo>
                  <a:pt x="123" y="318"/>
                  <a:pt x="124" y="317"/>
                  <a:pt x="125" y="316"/>
                </a:cubicBezTo>
                <a:cubicBezTo>
                  <a:pt x="130" y="312"/>
                  <a:pt x="136" y="308"/>
                  <a:pt x="138" y="302"/>
                </a:cubicBezTo>
                <a:cubicBezTo>
                  <a:pt x="140" y="295"/>
                  <a:pt x="138" y="288"/>
                  <a:pt x="137" y="282"/>
                </a:cubicBezTo>
                <a:cubicBezTo>
                  <a:pt x="136" y="281"/>
                  <a:pt x="136" y="279"/>
                  <a:pt x="136" y="278"/>
                </a:cubicBezTo>
                <a:cubicBezTo>
                  <a:pt x="137" y="278"/>
                  <a:pt x="139" y="278"/>
                  <a:pt x="140" y="278"/>
                </a:cubicBezTo>
                <a:cubicBezTo>
                  <a:pt x="146" y="278"/>
                  <a:pt x="153" y="278"/>
                  <a:pt x="159" y="274"/>
                </a:cubicBezTo>
                <a:cubicBezTo>
                  <a:pt x="165" y="270"/>
                  <a:pt x="167" y="263"/>
                  <a:pt x="169" y="258"/>
                </a:cubicBezTo>
                <a:cubicBezTo>
                  <a:pt x="170" y="256"/>
                  <a:pt x="170" y="255"/>
                  <a:pt x="171" y="253"/>
                </a:cubicBezTo>
                <a:cubicBezTo>
                  <a:pt x="172" y="254"/>
                  <a:pt x="174" y="256"/>
                  <a:pt x="175" y="257"/>
                </a:cubicBezTo>
                <a:cubicBezTo>
                  <a:pt x="180" y="261"/>
                  <a:pt x="186" y="266"/>
                  <a:pt x="192" y="266"/>
                </a:cubicBezTo>
                <a:cubicBezTo>
                  <a:pt x="193" y="266"/>
                  <a:pt x="193" y="266"/>
                  <a:pt x="193" y="266"/>
                </a:cubicBezTo>
                <a:cubicBezTo>
                  <a:pt x="200" y="266"/>
                  <a:pt x="205" y="261"/>
                  <a:pt x="210" y="257"/>
                </a:cubicBezTo>
                <a:cubicBezTo>
                  <a:pt x="211" y="257"/>
                  <a:pt x="213" y="254"/>
                  <a:pt x="214" y="253"/>
                </a:cubicBezTo>
                <a:cubicBezTo>
                  <a:pt x="215" y="255"/>
                  <a:pt x="215" y="257"/>
                  <a:pt x="216" y="258"/>
                </a:cubicBezTo>
                <a:cubicBezTo>
                  <a:pt x="218" y="264"/>
                  <a:pt x="220" y="270"/>
                  <a:pt x="226" y="274"/>
                </a:cubicBezTo>
                <a:cubicBezTo>
                  <a:pt x="231" y="278"/>
                  <a:pt x="238" y="279"/>
                  <a:pt x="244" y="279"/>
                </a:cubicBezTo>
                <a:cubicBezTo>
                  <a:pt x="245" y="279"/>
                  <a:pt x="247" y="279"/>
                  <a:pt x="249" y="279"/>
                </a:cubicBezTo>
                <a:cubicBezTo>
                  <a:pt x="248" y="281"/>
                  <a:pt x="248" y="282"/>
                  <a:pt x="248" y="283"/>
                </a:cubicBezTo>
                <a:cubicBezTo>
                  <a:pt x="246" y="289"/>
                  <a:pt x="244" y="296"/>
                  <a:pt x="246" y="303"/>
                </a:cubicBezTo>
                <a:cubicBezTo>
                  <a:pt x="248" y="310"/>
                  <a:pt x="253" y="314"/>
                  <a:pt x="258" y="318"/>
                </a:cubicBezTo>
                <a:close/>
                <a:moveTo>
                  <a:pt x="226" y="309"/>
                </a:moveTo>
                <a:cubicBezTo>
                  <a:pt x="223" y="300"/>
                  <a:pt x="217" y="293"/>
                  <a:pt x="208" y="288"/>
                </a:cubicBezTo>
                <a:cubicBezTo>
                  <a:pt x="200" y="284"/>
                  <a:pt x="190" y="283"/>
                  <a:pt x="181" y="286"/>
                </a:cubicBezTo>
                <a:cubicBezTo>
                  <a:pt x="172" y="289"/>
                  <a:pt x="165" y="295"/>
                  <a:pt x="160" y="303"/>
                </a:cubicBezTo>
                <a:cubicBezTo>
                  <a:pt x="156" y="312"/>
                  <a:pt x="155" y="321"/>
                  <a:pt x="158" y="330"/>
                </a:cubicBezTo>
                <a:cubicBezTo>
                  <a:pt x="161" y="339"/>
                  <a:pt x="167" y="347"/>
                  <a:pt x="175" y="351"/>
                </a:cubicBezTo>
                <a:cubicBezTo>
                  <a:pt x="180" y="354"/>
                  <a:pt x="186" y="355"/>
                  <a:pt x="192" y="355"/>
                </a:cubicBezTo>
                <a:cubicBezTo>
                  <a:pt x="195" y="355"/>
                  <a:pt x="199" y="355"/>
                  <a:pt x="202" y="354"/>
                </a:cubicBezTo>
                <a:cubicBezTo>
                  <a:pt x="211" y="351"/>
                  <a:pt x="219" y="345"/>
                  <a:pt x="223" y="336"/>
                </a:cubicBezTo>
                <a:cubicBezTo>
                  <a:pt x="228" y="328"/>
                  <a:pt x="228" y="318"/>
                  <a:pt x="226" y="309"/>
                </a:cubicBezTo>
                <a:close/>
              </a:path>
            </a:pathLst>
          </a:custGeom>
          <a:solidFill>
            <a:sysClr val="windowText" lastClr="000000"/>
          </a:solidFill>
          <a:ln>
            <a:noFill/>
          </a:ln>
        </p:spPr>
        <p:txBody>
          <a:bodyPr vert="horz" wrap="square" lIns="74295" tIns="37148" rIns="74295" bIns="37148" numCol="1" anchor="t" anchorCtr="0" compatLnSpc="1">
            <a:prstTxWarp prst="textNoShape">
              <a:avLst/>
            </a:prstTxWarp>
          </a:bodyPr>
          <a:lstStyle/>
          <a:p>
            <a:pPr defTabSz="639844">
              <a:defRPr/>
            </a:pPr>
            <a:endParaRPr lang="en-GB" sz="650" kern="0">
              <a:solidFill>
                <a:prstClr val="black"/>
              </a:solidFill>
              <a:latin typeface="Aptos" panose="020B0004020202020204" pitchFamily="34" charset="0"/>
            </a:endParaRPr>
          </a:p>
        </p:txBody>
      </p:sp>
      <p:grpSp>
        <p:nvGrpSpPr>
          <p:cNvPr id="106" name="Group 105">
            <a:extLst>
              <a:ext uri="{FF2B5EF4-FFF2-40B4-BE49-F238E27FC236}">
                <a16:creationId xmlns:a16="http://schemas.microsoft.com/office/drawing/2014/main" id="{ED327F4A-9600-6E45-A9B3-DA3CC0CF2F21}"/>
              </a:ext>
            </a:extLst>
          </p:cNvPr>
          <p:cNvGrpSpPr/>
          <p:nvPr/>
        </p:nvGrpSpPr>
        <p:grpSpPr>
          <a:xfrm>
            <a:off x="5968593" y="4171755"/>
            <a:ext cx="418340" cy="418340"/>
            <a:chOff x="7643364" y="2623352"/>
            <a:chExt cx="315200" cy="315200"/>
          </a:xfrm>
        </p:grpSpPr>
        <p:sp>
          <p:nvSpPr>
            <p:cNvPr id="107" name="Oval 106">
              <a:extLst>
                <a:ext uri="{FF2B5EF4-FFF2-40B4-BE49-F238E27FC236}">
                  <a16:creationId xmlns:a16="http://schemas.microsoft.com/office/drawing/2014/main" id="{E03F1DF5-5C71-4741-AF4D-C72C247855B3}"/>
                </a:ext>
              </a:extLst>
            </p:cNvPr>
            <p:cNvSpPr/>
            <p:nvPr/>
          </p:nvSpPr>
          <p:spPr bwMode="gray">
            <a:xfrm>
              <a:off x="7643364" y="2623352"/>
              <a:ext cx="315200" cy="315200"/>
            </a:xfrm>
            <a:prstGeom prst="ellipse">
              <a:avLst/>
            </a:prstGeom>
            <a:solidFill>
              <a:srgbClr val="004F59"/>
            </a:solidFill>
            <a:ln w="19050" algn="ctr">
              <a:noFill/>
              <a:miter lim="800000"/>
              <a:headEnd/>
              <a:tailEnd/>
            </a:ln>
          </p:spPr>
          <p:txBody>
            <a:bodyPr wrap="square" lIns="72231" tIns="72231" rIns="72231" bIns="72231" rtlCol="0" anchor="ctr"/>
            <a:lstStyle/>
            <a:p>
              <a:pPr algn="ctr" defTabSz="639844">
                <a:lnSpc>
                  <a:spcPct val="106000"/>
                </a:lnSpc>
                <a:defRPr/>
              </a:pPr>
              <a:endParaRPr lang="en-IE" sz="894" b="1" kern="0" dirty="0">
                <a:solidFill>
                  <a:prstClr val="white"/>
                </a:solidFill>
                <a:latin typeface="Aptos" panose="020B0004020202020204" pitchFamily="34" charset="0"/>
              </a:endParaRPr>
            </a:p>
          </p:txBody>
        </p:sp>
        <p:sp>
          <p:nvSpPr>
            <p:cNvPr id="108" name="Oval 107">
              <a:extLst>
                <a:ext uri="{FF2B5EF4-FFF2-40B4-BE49-F238E27FC236}">
                  <a16:creationId xmlns:a16="http://schemas.microsoft.com/office/drawing/2014/main" id="{FB40B84A-59CE-1F4D-BFD0-9DA99C81282B}"/>
                </a:ext>
              </a:extLst>
            </p:cNvPr>
            <p:cNvSpPr/>
            <p:nvPr/>
          </p:nvSpPr>
          <p:spPr bwMode="gray">
            <a:xfrm>
              <a:off x="7671789" y="2649956"/>
              <a:ext cx="258355" cy="258355"/>
            </a:xfrm>
            <a:prstGeom prst="ellipse">
              <a:avLst/>
            </a:prstGeom>
            <a:solidFill>
              <a:sysClr val="windowText" lastClr="000000"/>
            </a:solidFill>
            <a:ln w="19050" algn="ctr">
              <a:noFill/>
              <a:miter lim="800000"/>
              <a:headEnd/>
              <a:tailEnd/>
            </a:ln>
          </p:spPr>
          <p:txBody>
            <a:bodyPr wrap="square" lIns="72231" tIns="72231" rIns="72231" bIns="72231" rtlCol="0" anchor="ctr"/>
            <a:lstStyle/>
            <a:p>
              <a:pPr algn="ctr" defTabSz="639844">
                <a:lnSpc>
                  <a:spcPct val="106000"/>
                </a:lnSpc>
                <a:defRPr/>
              </a:pPr>
              <a:r>
                <a:rPr lang="en-IE" sz="894" kern="0" dirty="0">
                  <a:solidFill>
                    <a:prstClr val="white"/>
                  </a:solidFill>
                  <a:latin typeface="Aptos" panose="020B0004020202020204" pitchFamily="34" charset="0"/>
                </a:rPr>
                <a:t>4</a:t>
              </a:r>
            </a:p>
          </p:txBody>
        </p:sp>
      </p:grpSp>
    </p:spTree>
    <p:extLst>
      <p:ext uri="{BB962C8B-B14F-4D97-AF65-F5344CB8AC3E}">
        <p14:creationId xmlns:p14="http://schemas.microsoft.com/office/powerpoint/2010/main" val="2196730146"/>
      </p:ext>
    </p:extLst>
  </p:cSld>
  <p:clrMapOvr>
    <a:masterClrMapping/>
  </p:clrMapOvr>
  <p:transition>
    <p:fade/>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Simple</a:t>
            </a:r>
            <a:endParaRPr lang="en-GB" dirty="0"/>
          </a:p>
        </p:txBody>
      </p:sp>
      <p:sp>
        <p:nvSpPr>
          <p:cNvPr id="3" name="Title 2"/>
          <p:cNvSpPr>
            <a:spLocks noGrp="1"/>
          </p:cNvSpPr>
          <p:nvPr>
            <p:ph type="title"/>
          </p:nvPr>
        </p:nvSpPr>
        <p:spPr/>
        <p:txBody>
          <a:bodyPr/>
          <a:lstStyle/>
          <a:p>
            <a:r>
              <a:rPr lang="en-GB" dirty="0"/>
              <a:t>Process diagram</a:t>
            </a:r>
          </a:p>
        </p:txBody>
      </p:sp>
      <p:grpSp>
        <p:nvGrpSpPr>
          <p:cNvPr id="9" name="Group 8"/>
          <p:cNvGrpSpPr/>
          <p:nvPr/>
        </p:nvGrpSpPr>
        <p:grpSpPr>
          <a:xfrm>
            <a:off x="1951978" y="1851301"/>
            <a:ext cx="6254630" cy="3860772"/>
            <a:chOff x="805559" y="1700213"/>
            <a:chExt cx="7556703" cy="4664497"/>
          </a:xfrm>
        </p:grpSpPr>
        <p:sp>
          <p:nvSpPr>
            <p:cNvPr id="5" name="Oval 4"/>
            <p:cNvSpPr>
              <a:spLocks noChangeAspect="1"/>
            </p:cNvSpPr>
            <p:nvPr/>
          </p:nvSpPr>
          <p:spPr bwMode="gray">
            <a:xfrm>
              <a:off x="805559" y="1700213"/>
              <a:ext cx="1818000" cy="1818000"/>
            </a:xfrm>
            <a:prstGeom prst="ellipse">
              <a:avLst/>
            </a:prstGeom>
            <a:solidFill>
              <a:schemeClr val="accent3"/>
            </a:solidFill>
            <a:ln w="19050" algn="ctr">
              <a:noFill/>
              <a:miter lim="800000"/>
              <a:headEnd/>
              <a:tailEnd/>
            </a:ln>
          </p:spPr>
          <p:txBody>
            <a:bodyPr wrap="square" lIns="0" tIns="0" rIns="0" bIns="0" rtlCol="0" anchor="ctr"/>
            <a:lstStyle/>
            <a:p>
              <a:pPr algn="ctr">
                <a:buFont typeface="Wingdings 2" pitchFamily="18" charset="2"/>
                <a:buNone/>
              </a:pPr>
              <a:r>
                <a:rPr lang="en-GB" sz="3575" dirty="0">
                  <a:solidFill>
                    <a:schemeClr val="bg1"/>
                  </a:solidFill>
                  <a:latin typeface="Aptos" panose="020B0004020202020204" pitchFamily="34" charset="0"/>
                </a:rPr>
                <a:t>1</a:t>
              </a:r>
            </a:p>
            <a:p>
              <a:pPr algn="ctr">
                <a:buFont typeface="Wingdings 2" pitchFamily="18" charset="2"/>
                <a:buNone/>
              </a:pPr>
              <a:r>
                <a:rPr lang="en-GB" sz="1138" dirty="0">
                  <a:solidFill>
                    <a:schemeClr val="bg1"/>
                  </a:solidFill>
                  <a:latin typeface="Aptos" panose="020B0004020202020204" pitchFamily="34" charset="0"/>
                </a:rPr>
                <a:t>Detail one</a:t>
              </a:r>
            </a:p>
          </p:txBody>
        </p:sp>
        <p:grpSp>
          <p:nvGrpSpPr>
            <p:cNvPr id="6" name="Group 5"/>
            <p:cNvGrpSpPr>
              <a:grpSpLocks noChangeAspect="1"/>
            </p:cNvGrpSpPr>
            <p:nvPr/>
          </p:nvGrpSpPr>
          <p:grpSpPr bwMode="auto">
            <a:xfrm>
              <a:off x="2915901" y="2373014"/>
              <a:ext cx="472398" cy="472398"/>
              <a:chOff x="3852" y="1696"/>
              <a:chExt cx="340" cy="340"/>
            </a:xfrm>
            <a:solidFill>
              <a:schemeClr val="accent6"/>
            </a:solidFill>
          </p:grpSpPr>
          <p:sp>
            <p:nvSpPr>
              <p:cNvPr id="7" name="Freeform 236"/>
              <p:cNvSpPr>
                <a:spLocks/>
              </p:cNvSpPr>
              <p:nvPr/>
            </p:nvSpPr>
            <p:spPr bwMode="auto">
              <a:xfrm>
                <a:off x="3916" y="1802"/>
                <a:ext cx="212" cy="128"/>
              </a:xfrm>
              <a:custGeom>
                <a:avLst/>
                <a:gdLst>
                  <a:gd name="T0" fmla="*/ 319 w 320"/>
                  <a:gd name="T1" fmla="*/ 101 h 193"/>
                  <a:gd name="T2" fmla="*/ 319 w 320"/>
                  <a:gd name="T3" fmla="*/ 93 h 193"/>
                  <a:gd name="T4" fmla="*/ 317 w 320"/>
                  <a:gd name="T5" fmla="*/ 89 h 193"/>
                  <a:gd name="T6" fmla="*/ 231 w 320"/>
                  <a:gd name="T7" fmla="*/ 4 h 193"/>
                  <a:gd name="T8" fmla="*/ 216 w 320"/>
                  <a:gd name="T9" fmla="*/ 4 h 193"/>
                  <a:gd name="T10" fmla="*/ 216 w 320"/>
                  <a:gd name="T11" fmla="*/ 19 h 193"/>
                  <a:gd name="T12" fmla="*/ 283 w 320"/>
                  <a:gd name="T13" fmla="*/ 86 h 193"/>
                  <a:gd name="T14" fmla="*/ 10 w 320"/>
                  <a:gd name="T15" fmla="*/ 86 h 193"/>
                  <a:gd name="T16" fmla="*/ 0 w 320"/>
                  <a:gd name="T17" fmla="*/ 97 h 193"/>
                  <a:gd name="T18" fmla="*/ 10 w 320"/>
                  <a:gd name="T19" fmla="*/ 107 h 193"/>
                  <a:gd name="T20" fmla="*/ 283 w 320"/>
                  <a:gd name="T21" fmla="*/ 107 h 193"/>
                  <a:gd name="T22" fmla="*/ 216 w 320"/>
                  <a:gd name="T23" fmla="*/ 174 h 193"/>
                  <a:gd name="T24" fmla="*/ 216 w 320"/>
                  <a:gd name="T25" fmla="*/ 190 h 193"/>
                  <a:gd name="T26" fmla="*/ 224 w 320"/>
                  <a:gd name="T27" fmla="*/ 193 h 193"/>
                  <a:gd name="T28" fmla="*/ 231 w 320"/>
                  <a:gd name="T29" fmla="*/ 190 h 193"/>
                  <a:gd name="T30" fmla="*/ 317 w 320"/>
                  <a:gd name="T31" fmla="*/ 104 h 193"/>
                  <a:gd name="T32" fmla="*/ 319 w 320"/>
                  <a:gd name="T33" fmla="*/ 10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0" h="193">
                    <a:moveTo>
                      <a:pt x="319" y="101"/>
                    </a:moveTo>
                    <a:cubicBezTo>
                      <a:pt x="320" y="98"/>
                      <a:pt x="320" y="95"/>
                      <a:pt x="319" y="93"/>
                    </a:cubicBezTo>
                    <a:cubicBezTo>
                      <a:pt x="318" y="91"/>
                      <a:pt x="318" y="90"/>
                      <a:pt x="317" y="89"/>
                    </a:cubicBezTo>
                    <a:cubicBezTo>
                      <a:pt x="231" y="4"/>
                      <a:pt x="231" y="4"/>
                      <a:pt x="231" y="4"/>
                    </a:cubicBezTo>
                    <a:cubicBezTo>
                      <a:pt x="227" y="0"/>
                      <a:pt x="220" y="0"/>
                      <a:pt x="216" y="4"/>
                    </a:cubicBezTo>
                    <a:cubicBezTo>
                      <a:pt x="212" y="8"/>
                      <a:pt x="212" y="15"/>
                      <a:pt x="216" y="19"/>
                    </a:cubicBezTo>
                    <a:cubicBezTo>
                      <a:pt x="283" y="86"/>
                      <a:pt x="283" y="86"/>
                      <a:pt x="283" y="86"/>
                    </a:cubicBezTo>
                    <a:cubicBezTo>
                      <a:pt x="10" y="86"/>
                      <a:pt x="10" y="86"/>
                      <a:pt x="10" y="86"/>
                    </a:cubicBezTo>
                    <a:cubicBezTo>
                      <a:pt x="4" y="86"/>
                      <a:pt x="0" y="91"/>
                      <a:pt x="0" y="97"/>
                    </a:cubicBezTo>
                    <a:cubicBezTo>
                      <a:pt x="0" y="103"/>
                      <a:pt x="4" y="107"/>
                      <a:pt x="10" y="107"/>
                    </a:cubicBezTo>
                    <a:cubicBezTo>
                      <a:pt x="283" y="107"/>
                      <a:pt x="283" y="107"/>
                      <a:pt x="283" y="107"/>
                    </a:cubicBezTo>
                    <a:cubicBezTo>
                      <a:pt x="216" y="174"/>
                      <a:pt x="216" y="174"/>
                      <a:pt x="216" y="174"/>
                    </a:cubicBezTo>
                    <a:cubicBezTo>
                      <a:pt x="212" y="179"/>
                      <a:pt x="212" y="185"/>
                      <a:pt x="216" y="190"/>
                    </a:cubicBezTo>
                    <a:cubicBezTo>
                      <a:pt x="218" y="192"/>
                      <a:pt x="221" y="193"/>
                      <a:pt x="224" y="193"/>
                    </a:cubicBezTo>
                    <a:cubicBezTo>
                      <a:pt x="226" y="193"/>
                      <a:pt x="229" y="192"/>
                      <a:pt x="231" y="190"/>
                    </a:cubicBezTo>
                    <a:cubicBezTo>
                      <a:pt x="317" y="104"/>
                      <a:pt x="317" y="104"/>
                      <a:pt x="317" y="104"/>
                    </a:cubicBezTo>
                    <a:cubicBezTo>
                      <a:pt x="318" y="103"/>
                      <a:pt x="318" y="102"/>
                      <a:pt x="319"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sp>
            <p:nvSpPr>
              <p:cNvPr id="8" name="Freeform 237"/>
              <p:cNvSpPr>
                <a:spLocks noEditPoints="1"/>
              </p:cNvSpPr>
              <p:nvPr/>
            </p:nvSpPr>
            <p:spPr bwMode="auto">
              <a:xfrm>
                <a:off x="3852" y="169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grpSp>
        <p:grpSp>
          <p:nvGrpSpPr>
            <p:cNvPr id="21" name="Group 20"/>
            <p:cNvGrpSpPr>
              <a:grpSpLocks noChangeAspect="1"/>
            </p:cNvGrpSpPr>
            <p:nvPr/>
          </p:nvGrpSpPr>
          <p:grpSpPr bwMode="auto">
            <a:xfrm>
              <a:off x="5783341" y="2373014"/>
              <a:ext cx="472398" cy="472398"/>
              <a:chOff x="3852" y="1696"/>
              <a:chExt cx="340" cy="340"/>
            </a:xfrm>
            <a:solidFill>
              <a:schemeClr val="accent6"/>
            </a:solidFill>
          </p:grpSpPr>
          <p:sp>
            <p:nvSpPr>
              <p:cNvPr id="22" name="Freeform 236"/>
              <p:cNvSpPr>
                <a:spLocks/>
              </p:cNvSpPr>
              <p:nvPr/>
            </p:nvSpPr>
            <p:spPr bwMode="auto">
              <a:xfrm>
                <a:off x="3916" y="1802"/>
                <a:ext cx="212" cy="128"/>
              </a:xfrm>
              <a:custGeom>
                <a:avLst/>
                <a:gdLst>
                  <a:gd name="T0" fmla="*/ 319 w 320"/>
                  <a:gd name="T1" fmla="*/ 101 h 193"/>
                  <a:gd name="T2" fmla="*/ 319 w 320"/>
                  <a:gd name="T3" fmla="*/ 93 h 193"/>
                  <a:gd name="T4" fmla="*/ 317 w 320"/>
                  <a:gd name="T5" fmla="*/ 89 h 193"/>
                  <a:gd name="T6" fmla="*/ 231 w 320"/>
                  <a:gd name="T7" fmla="*/ 4 h 193"/>
                  <a:gd name="T8" fmla="*/ 216 w 320"/>
                  <a:gd name="T9" fmla="*/ 4 h 193"/>
                  <a:gd name="T10" fmla="*/ 216 w 320"/>
                  <a:gd name="T11" fmla="*/ 19 h 193"/>
                  <a:gd name="T12" fmla="*/ 283 w 320"/>
                  <a:gd name="T13" fmla="*/ 86 h 193"/>
                  <a:gd name="T14" fmla="*/ 10 w 320"/>
                  <a:gd name="T15" fmla="*/ 86 h 193"/>
                  <a:gd name="T16" fmla="*/ 0 w 320"/>
                  <a:gd name="T17" fmla="*/ 97 h 193"/>
                  <a:gd name="T18" fmla="*/ 10 w 320"/>
                  <a:gd name="T19" fmla="*/ 107 h 193"/>
                  <a:gd name="T20" fmla="*/ 283 w 320"/>
                  <a:gd name="T21" fmla="*/ 107 h 193"/>
                  <a:gd name="T22" fmla="*/ 216 w 320"/>
                  <a:gd name="T23" fmla="*/ 174 h 193"/>
                  <a:gd name="T24" fmla="*/ 216 w 320"/>
                  <a:gd name="T25" fmla="*/ 190 h 193"/>
                  <a:gd name="T26" fmla="*/ 224 w 320"/>
                  <a:gd name="T27" fmla="*/ 193 h 193"/>
                  <a:gd name="T28" fmla="*/ 231 w 320"/>
                  <a:gd name="T29" fmla="*/ 190 h 193"/>
                  <a:gd name="T30" fmla="*/ 317 w 320"/>
                  <a:gd name="T31" fmla="*/ 104 h 193"/>
                  <a:gd name="T32" fmla="*/ 319 w 320"/>
                  <a:gd name="T33" fmla="*/ 10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0" h="193">
                    <a:moveTo>
                      <a:pt x="319" y="101"/>
                    </a:moveTo>
                    <a:cubicBezTo>
                      <a:pt x="320" y="98"/>
                      <a:pt x="320" y="95"/>
                      <a:pt x="319" y="93"/>
                    </a:cubicBezTo>
                    <a:cubicBezTo>
                      <a:pt x="318" y="91"/>
                      <a:pt x="318" y="90"/>
                      <a:pt x="317" y="89"/>
                    </a:cubicBezTo>
                    <a:cubicBezTo>
                      <a:pt x="231" y="4"/>
                      <a:pt x="231" y="4"/>
                      <a:pt x="231" y="4"/>
                    </a:cubicBezTo>
                    <a:cubicBezTo>
                      <a:pt x="227" y="0"/>
                      <a:pt x="220" y="0"/>
                      <a:pt x="216" y="4"/>
                    </a:cubicBezTo>
                    <a:cubicBezTo>
                      <a:pt x="212" y="8"/>
                      <a:pt x="212" y="15"/>
                      <a:pt x="216" y="19"/>
                    </a:cubicBezTo>
                    <a:cubicBezTo>
                      <a:pt x="283" y="86"/>
                      <a:pt x="283" y="86"/>
                      <a:pt x="283" y="86"/>
                    </a:cubicBezTo>
                    <a:cubicBezTo>
                      <a:pt x="10" y="86"/>
                      <a:pt x="10" y="86"/>
                      <a:pt x="10" y="86"/>
                    </a:cubicBezTo>
                    <a:cubicBezTo>
                      <a:pt x="4" y="86"/>
                      <a:pt x="0" y="91"/>
                      <a:pt x="0" y="97"/>
                    </a:cubicBezTo>
                    <a:cubicBezTo>
                      <a:pt x="0" y="103"/>
                      <a:pt x="4" y="107"/>
                      <a:pt x="10" y="107"/>
                    </a:cubicBezTo>
                    <a:cubicBezTo>
                      <a:pt x="283" y="107"/>
                      <a:pt x="283" y="107"/>
                      <a:pt x="283" y="107"/>
                    </a:cubicBezTo>
                    <a:cubicBezTo>
                      <a:pt x="216" y="174"/>
                      <a:pt x="216" y="174"/>
                      <a:pt x="216" y="174"/>
                    </a:cubicBezTo>
                    <a:cubicBezTo>
                      <a:pt x="212" y="179"/>
                      <a:pt x="212" y="185"/>
                      <a:pt x="216" y="190"/>
                    </a:cubicBezTo>
                    <a:cubicBezTo>
                      <a:pt x="218" y="192"/>
                      <a:pt x="221" y="193"/>
                      <a:pt x="224" y="193"/>
                    </a:cubicBezTo>
                    <a:cubicBezTo>
                      <a:pt x="226" y="193"/>
                      <a:pt x="229" y="192"/>
                      <a:pt x="231" y="190"/>
                    </a:cubicBezTo>
                    <a:cubicBezTo>
                      <a:pt x="317" y="104"/>
                      <a:pt x="317" y="104"/>
                      <a:pt x="317" y="104"/>
                    </a:cubicBezTo>
                    <a:cubicBezTo>
                      <a:pt x="318" y="103"/>
                      <a:pt x="318" y="102"/>
                      <a:pt x="319"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sp>
            <p:nvSpPr>
              <p:cNvPr id="23" name="Freeform 237"/>
              <p:cNvSpPr>
                <a:spLocks noEditPoints="1"/>
              </p:cNvSpPr>
              <p:nvPr/>
            </p:nvSpPr>
            <p:spPr bwMode="auto">
              <a:xfrm>
                <a:off x="3852" y="169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grpSp>
        <p:grpSp>
          <p:nvGrpSpPr>
            <p:cNvPr id="24" name="Group 23"/>
            <p:cNvGrpSpPr>
              <a:grpSpLocks noChangeAspect="1"/>
            </p:cNvGrpSpPr>
            <p:nvPr/>
          </p:nvGrpSpPr>
          <p:grpSpPr bwMode="auto">
            <a:xfrm flipH="1">
              <a:off x="5770894" y="5219512"/>
              <a:ext cx="472398" cy="472398"/>
              <a:chOff x="3852" y="1696"/>
              <a:chExt cx="340" cy="340"/>
            </a:xfrm>
            <a:solidFill>
              <a:schemeClr val="accent6"/>
            </a:solidFill>
          </p:grpSpPr>
          <p:sp>
            <p:nvSpPr>
              <p:cNvPr id="25" name="Freeform 236"/>
              <p:cNvSpPr>
                <a:spLocks/>
              </p:cNvSpPr>
              <p:nvPr/>
            </p:nvSpPr>
            <p:spPr bwMode="auto">
              <a:xfrm>
                <a:off x="3916" y="1802"/>
                <a:ext cx="212" cy="128"/>
              </a:xfrm>
              <a:custGeom>
                <a:avLst/>
                <a:gdLst>
                  <a:gd name="T0" fmla="*/ 319 w 320"/>
                  <a:gd name="T1" fmla="*/ 101 h 193"/>
                  <a:gd name="T2" fmla="*/ 319 w 320"/>
                  <a:gd name="T3" fmla="*/ 93 h 193"/>
                  <a:gd name="T4" fmla="*/ 317 w 320"/>
                  <a:gd name="T5" fmla="*/ 89 h 193"/>
                  <a:gd name="T6" fmla="*/ 231 w 320"/>
                  <a:gd name="T7" fmla="*/ 4 h 193"/>
                  <a:gd name="T8" fmla="*/ 216 w 320"/>
                  <a:gd name="T9" fmla="*/ 4 h 193"/>
                  <a:gd name="T10" fmla="*/ 216 w 320"/>
                  <a:gd name="T11" fmla="*/ 19 h 193"/>
                  <a:gd name="T12" fmla="*/ 283 w 320"/>
                  <a:gd name="T13" fmla="*/ 86 h 193"/>
                  <a:gd name="T14" fmla="*/ 10 w 320"/>
                  <a:gd name="T15" fmla="*/ 86 h 193"/>
                  <a:gd name="T16" fmla="*/ 0 w 320"/>
                  <a:gd name="T17" fmla="*/ 97 h 193"/>
                  <a:gd name="T18" fmla="*/ 10 w 320"/>
                  <a:gd name="T19" fmla="*/ 107 h 193"/>
                  <a:gd name="T20" fmla="*/ 283 w 320"/>
                  <a:gd name="T21" fmla="*/ 107 h 193"/>
                  <a:gd name="T22" fmla="*/ 216 w 320"/>
                  <a:gd name="T23" fmla="*/ 174 h 193"/>
                  <a:gd name="T24" fmla="*/ 216 w 320"/>
                  <a:gd name="T25" fmla="*/ 190 h 193"/>
                  <a:gd name="T26" fmla="*/ 224 w 320"/>
                  <a:gd name="T27" fmla="*/ 193 h 193"/>
                  <a:gd name="T28" fmla="*/ 231 w 320"/>
                  <a:gd name="T29" fmla="*/ 190 h 193"/>
                  <a:gd name="T30" fmla="*/ 317 w 320"/>
                  <a:gd name="T31" fmla="*/ 104 h 193"/>
                  <a:gd name="T32" fmla="*/ 319 w 320"/>
                  <a:gd name="T33" fmla="*/ 10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0" h="193">
                    <a:moveTo>
                      <a:pt x="319" y="101"/>
                    </a:moveTo>
                    <a:cubicBezTo>
                      <a:pt x="320" y="98"/>
                      <a:pt x="320" y="95"/>
                      <a:pt x="319" y="93"/>
                    </a:cubicBezTo>
                    <a:cubicBezTo>
                      <a:pt x="318" y="91"/>
                      <a:pt x="318" y="90"/>
                      <a:pt x="317" y="89"/>
                    </a:cubicBezTo>
                    <a:cubicBezTo>
                      <a:pt x="231" y="4"/>
                      <a:pt x="231" y="4"/>
                      <a:pt x="231" y="4"/>
                    </a:cubicBezTo>
                    <a:cubicBezTo>
                      <a:pt x="227" y="0"/>
                      <a:pt x="220" y="0"/>
                      <a:pt x="216" y="4"/>
                    </a:cubicBezTo>
                    <a:cubicBezTo>
                      <a:pt x="212" y="8"/>
                      <a:pt x="212" y="15"/>
                      <a:pt x="216" y="19"/>
                    </a:cubicBezTo>
                    <a:cubicBezTo>
                      <a:pt x="283" y="86"/>
                      <a:pt x="283" y="86"/>
                      <a:pt x="283" y="86"/>
                    </a:cubicBezTo>
                    <a:cubicBezTo>
                      <a:pt x="10" y="86"/>
                      <a:pt x="10" y="86"/>
                      <a:pt x="10" y="86"/>
                    </a:cubicBezTo>
                    <a:cubicBezTo>
                      <a:pt x="4" y="86"/>
                      <a:pt x="0" y="91"/>
                      <a:pt x="0" y="97"/>
                    </a:cubicBezTo>
                    <a:cubicBezTo>
                      <a:pt x="0" y="103"/>
                      <a:pt x="4" y="107"/>
                      <a:pt x="10" y="107"/>
                    </a:cubicBezTo>
                    <a:cubicBezTo>
                      <a:pt x="283" y="107"/>
                      <a:pt x="283" y="107"/>
                      <a:pt x="283" y="107"/>
                    </a:cubicBezTo>
                    <a:cubicBezTo>
                      <a:pt x="216" y="174"/>
                      <a:pt x="216" y="174"/>
                      <a:pt x="216" y="174"/>
                    </a:cubicBezTo>
                    <a:cubicBezTo>
                      <a:pt x="212" y="179"/>
                      <a:pt x="212" y="185"/>
                      <a:pt x="216" y="190"/>
                    </a:cubicBezTo>
                    <a:cubicBezTo>
                      <a:pt x="218" y="192"/>
                      <a:pt x="221" y="193"/>
                      <a:pt x="224" y="193"/>
                    </a:cubicBezTo>
                    <a:cubicBezTo>
                      <a:pt x="226" y="193"/>
                      <a:pt x="229" y="192"/>
                      <a:pt x="231" y="190"/>
                    </a:cubicBezTo>
                    <a:cubicBezTo>
                      <a:pt x="317" y="104"/>
                      <a:pt x="317" y="104"/>
                      <a:pt x="317" y="104"/>
                    </a:cubicBezTo>
                    <a:cubicBezTo>
                      <a:pt x="318" y="103"/>
                      <a:pt x="318" y="102"/>
                      <a:pt x="319"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sp>
            <p:nvSpPr>
              <p:cNvPr id="26" name="Freeform 237"/>
              <p:cNvSpPr>
                <a:spLocks noEditPoints="1"/>
              </p:cNvSpPr>
              <p:nvPr/>
            </p:nvSpPr>
            <p:spPr bwMode="auto">
              <a:xfrm>
                <a:off x="3852" y="169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grpSp>
        <p:grpSp>
          <p:nvGrpSpPr>
            <p:cNvPr id="27" name="Group 26"/>
            <p:cNvGrpSpPr>
              <a:grpSpLocks noChangeAspect="1"/>
            </p:cNvGrpSpPr>
            <p:nvPr/>
          </p:nvGrpSpPr>
          <p:grpSpPr bwMode="auto">
            <a:xfrm flipH="1">
              <a:off x="2903476" y="5219512"/>
              <a:ext cx="472398" cy="472398"/>
              <a:chOff x="3852" y="1696"/>
              <a:chExt cx="340" cy="340"/>
            </a:xfrm>
            <a:solidFill>
              <a:schemeClr val="accent6"/>
            </a:solidFill>
          </p:grpSpPr>
          <p:sp>
            <p:nvSpPr>
              <p:cNvPr id="28" name="Freeform 236"/>
              <p:cNvSpPr>
                <a:spLocks/>
              </p:cNvSpPr>
              <p:nvPr/>
            </p:nvSpPr>
            <p:spPr bwMode="auto">
              <a:xfrm>
                <a:off x="3916" y="1802"/>
                <a:ext cx="212" cy="128"/>
              </a:xfrm>
              <a:custGeom>
                <a:avLst/>
                <a:gdLst>
                  <a:gd name="T0" fmla="*/ 319 w 320"/>
                  <a:gd name="T1" fmla="*/ 101 h 193"/>
                  <a:gd name="T2" fmla="*/ 319 w 320"/>
                  <a:gd name="T3" fmla="*/ 93 h 193"/>
                  <a:gd name="T4" fmla="*/ 317 w 320"/>
                  <a:gd name="T5" fmla="*/ 89 h 193"/>
                  <a:gd name="T6" fmla="*/ 231 w 320"/>
                  <a:gd name="T7" fmla="*/ 4 h 193"/>
                  <a:gd name="T8" fmla="*/ 216 w 320"/>
                  <a:gd name="T9" fmla="*/ 4 h 193"/>
                  <a:gd name="T10" fmla="*/ 216 w 320"/>
                  <a:gd name="T11" fmla="*/ 19 h 193"/>
                  <a:gd name="T12" fmla="*/ 283 w 320"/>
                  <a:gd name="T13" fmla="*/ 86 h 193"/>
                  <a:gd name="T14" fmla="*/ 10 w 320"/>
                  <a:gd name="T15" fmla="*/ 86 h 193"/>
                  <a:gd name="T16" fmla="*/ 0 w 320"/>
                  <a:gd name="T17" fmla="*/ 97 h 193"/>
                  <a:gd name="T18" fmla="*/ 10 w 320"/>
                  <a:gd name="T19" fmla="*/ 107 h 193"/>
                  <a:gd name="T20" fmla="*/ 283 w 320"/>
                  <a:gd name="T21" fmla="*/ 107 h 193"/>
                  <a:gd name="T22" fmla="*/ 216 w 320"/>
                  <a:gd name="T23" fmla="*/ 174 h 193"/>
                  <a:gd name="T24" fmla="*/ 216 w 320"/>
                  <a:gd name="T25" fmla="*/ 190 h 193"/>
                  <a:gd name="T26" fmla="*/ 224 w 320"/>
                  <a:gd name="T27" fmla="*/ 193 h 193"/>
                  <a:gd name="T28" fmla="*/ 231 w 320"/>
                  <a:gd name="T29" fmla="*/ 190 h 193"/>
                  <a:gd name="T30" fmla="*/ 317 w 320"/>
                  <a:gd name="T31" fmla="*/ 104 h 193"/>
                  <a:gd name="T32" fmla="*/ 319 w 320"/>
                  <a:gd name="T33" fmla="*/ 10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0" h="193">
                    <a:moveTo>
                      <a:pt x="319" y="101"/>
                    </a:moveTo>
                    <a:cubicBezTo>
                      <a:pt x="320" y="98"/>
                      <a:pt x="320" y="95"/>
                      <a:pt x="319" y="93"/>
                    </a:cubicBezTo>
                    <a:cubicBezTo>
                      <a:pt x="318" y="91"/>
                      <a:pt x="318" y="90"/>
                      <a:pt x="317" y="89"/>
                    </a:cubicBezTo>
                    <a:cubicBezTo>
                      <a:pt x="231" y="4"/>
                      <a:pt x="231" y="4"/>
                      <a:pt x="231" y="4"/>
                    </a:cubicBezTo>
                    <a:cubicBezTo>
                      <a:pt x="227" y="0"/>
                      <a:pt x="220" y="0"/>
                      <a:pt x="216" y="4"/>
                    </a:cubicBezTo>
                    <a:cubicBezTo>
                      <a:pt x="212" y="8"/>
                      <a:pt x="212" y="15"/>
                      <a:pt x="216" y="19"/>
                    </a:cubicBezTo>
                    <a:cubicBezTo>
                      <a:pt x="283" y="86"/>
                      <a:pt x="283" y="86"/>
                      <a:pt x="283" y="86"/>
                    </a:cubicBezTo>
                    <a:cubicBezTo>
                      <a:pt x="10" y="86"/>
                      <a:pt x="10" y="86"/>
                      <a:pt x="10" y="86"/>
                    </a:cubicBezTo>
                    <a:cubicBezTo>
                      <a:pt x="4" y="86"/>
                      <a:pt x="0" y="91"/>
                      <a:pt x="0" y="97"/>
                    </a:cubicBezTo>
                    <a:cubicBezTo>
                      <a:pt x="0" y="103"/>
                      <a:pt x="4" y="107"/>
                      <a:pt x="10" y="107"/>
                    </a:cubicBezTo>
                    <a:cubicBezTo>
                      <a:pt x="283" y="107"/>
                      <a:pt x="283" y="107"/>
                      <a:pt x="283" y="107"/>
                    </a:cubicBezTo>
                    <a:cubicBezTo>
                      <a:pt x="216" y="174"/>
                      <a:pt x="216" y="174"/>
                      <a:pt x="216" y="174"/>
                    </a:cubicBezTo>
                    <a:cubicBezTo>
                      <a:pt x="212" y="179"/>
                      <a:pt x="212" y="185"/>
                      <a:pt x="216" y="190"/>
                    </a:cubicBezTo>
                    <a:cubicBezTo>
                      <a:pt x="218" y="192"/>
                      <a:pt x="221" y="193"/>
                      <a:pt x="224" y="193"/>
                    </a:cubicBezTo>
                    <a:cubicBezTo>
                      <a:pt x="226" y="193"/>
                      <a:pt x="229" y="192"/>
                      <a:pt x="231" y="190"/>
                    </a:cubicBezTo>
                    <a:cubicBezTo>
                      <a:pt x="317" y="104"/>
                      <a:pt x="317" y="104"/>
                      <a:pt x="317" y="104"/>
                    </a:cubicBezTo>
                    <a:cubicBezTo>
                      <a:pt x="318" y="103"/>
                      <a:pt x="318" y="102"/>
                      <a:pt x="319"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sp>
            <p:nvSpPr>
              <p:cNvPr id="29" name="Freeform 237"/>
              <p:cNvSpPr>
                <a:spLocks noEditPoints="1"/>
              </p:cNvSpPr>
              <p:nvPr/>
            </p:nvSpPr>
            <p:spPr bwMode="auto">
              <a:xfrm>
                <a:off x="3852" y="169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grpSp>
        <p:grpSp>
          <p:nvGrpSpPr>
            <p:cNvPr id="30" name="Group 29"/>
            <p:cNvGrpSpPr>
              <a:grpSpLocks noChangeAspect="1"/>
            </p:cNvGrpSpPr>
            <p:nvPr/>
          </p:nvGrpSpPr>
          <p:grpSpPr bwMode="auto">
            <a:xfrm rot="5400000">
              <a:off x="7223682" y="3802441"/>
              <a:ext cx="472398" cy="472398"/>
              <a:chOff x="3852" y="1696"/>
              <a:chExt cx="340" cy="340"/>
            </a:xfrm>
            <a:solidFill>
              <a:schemeClr val="accent6"/>
            </a:solidFill>
          </p:grpSpPr>
          <p:sp>
            <p:nvSpPr>
              <p:cNvPr id="31" name="Freeform 236"/>
              <p:cNvSpPr>
                <a:spLocks/>
              </p:cNvSpPr>
              <p:nvPr/>
            </p:nvSpPr>
            <p:spPr bwMode="auto">
              <a:xfrm>
                <a:off x="3916" y="1802"/>
                <a:ext cx="212" cy="128"/>
              </a:xfrm>
              <a:custGeom>
                <a:avLst/>
                <a:gdLst>
                  <a:gd name="T0" fmla="*/ 319 w 320"/>
                  <a:gd name="T1" fmla="*/ 101 h 193"/>
                  <a:gd name="T2" fmla="*/ 319 w 320"/>
                  <a:gd name="T3" fmla="*/ 93 h 193"/>
                  <a:gd name="T4" fmla="*/ 317 w 320"/>
                  <a:gd name="T5" fmla="*/ 89 h 193"/>
                  <a:gd name="T6" fmla="*/ 231 w 320"/>
                  <a:gd name="T7" fmla="*/ 4 h 193"/>
                  <a:gd name="T8" fmla="*/ 216 w 320"/>
                  <a:gd name="T9" fmla="*/ 4 h 193"/>
                  <a:gd name="T10" fmla="*/ 216 w 320"/>
                  <a:gd name="T11" fmla="*/ 19 h 193"/>
                  <a:gd name="T12" fmla="*/ 283 w 320"/>
                  <a:gd name="T13" fmla="*/ 86 h 193"/>
                  <a:gd name="T14" fmla="*/ 10 w 320"/>
                  <a:gd name="T15" fmla="*/ 86 h 193"/>
                  <a:gd name="T16" fmla="*/ 0 w 320"/>
                  <a:gd name="T17" fmla="*/ 97 h 193"/>
                  <a:gd name="T18" fmla="*/ 10 w 320"/>
                  <a:gd name="T19" fmla="*/ 107 h 193"/>
                  <a:gd name="T20" fmla="*/ 283 w 320"/>
                  <a:gd name="T21" fmla="*/ 107 h 193"/>
                  <a:gd name="T22" fmla="*/ 216 w 320"/>
                  <a:gd name="T23" fmla="*/ 174 h 193"/>
                  <a:gd name="T24" fmla="*/ 216 w 320"/>
                  <a:gd name="T25" fmla="*/ 190 h 193"/>
                  <a:gd name="T26" fmla="*/ 224 w 320"/>
                  <a:gd name="T27" fmla="*/ 193 h 193"/>
                  <a:gd name="T28" fmla="*/ 231 w 320"/>
                  <a:gd name="T29" fmla="*/ 190 h 193"/>
                  <a:gd name="T30" fmla="*/ 317 w 320"/>
                  <a:gd name="T31" fmla="*/ 104 h 193"/>
                  <a:gd name="T32" fmla="*/ 319 w 320"/>
                  <a:gd name="T33" fmla="*/ 10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0" h="193">
                    <a:moveTo>
                      <a:pt x="319" y="101"/>
                    </a:moveTo>
                    <a:cubicBezTo>
                      <a:pt x="320" y="98"/>
                      <a:pt x="320" y="95"/>
                      <a:pt x="319" y="93"/>
                    </a:cubicBezTo>
                    <a:cubicBezTo>
                      <a:pt x="318" y="91"/>
                      <a:pt x="318" y="90"/>
                      <a:pt x="317" y="89"/>
                    </a:cubicBezTo>
                    <a:cubicBezTo>
                      <a:pt x="231" y="4"/>
                      <a:pt x="231" y="4"/>
                      <a:pt x="231" y="4"/>
                    </a:cubicBezTo>
                    <a:cubicBezTo>
                      <a:pt x="227" y="0"/>
                      <a:pt x="220" y="0"/>
                      <a:pt x="216" y="4"/>
                    </a:cubicBezTo>
                    <a:cubicBezTo>
                      <a:pt x="212" y="8"/>
                      <a:pt x="212" y="15"/>
                      <a:pt x="216" y="19"/>
                    </a:cubicBezTo>
                    <a:cubicBezTo>
                      <a:pt x="283" y="86"/>
                      <a:pt x="283" y="86"/>
                      <a:pt x="283" y="86"/>
                    </a:cubicBezTo>
                    <a:cubicBezTo>
                      <a:pt x="10" y="86"/>
                      <a:pt x="10" y="86"/>
                      <a:pt x="10" y="86"/>
                    </a:cubicBezTo>
                    <a:cubicBezTo>
                      <a:pt x="4" y="86"/>
                      <a:pt x="0" y="91"/>
                      <a:pt x="0" y="97"/>
                    </a:cubicBezTo>
                    <a:cubicBezTo>
                      <a:pt x="0" y="103"/>
                      <a:pt x="4" y="107"/>
                      <a:pt x="10" y="107"/>
                    </a:cubicBezTo>
                    <a:cubicBezTo>
                      <a:pt x="283" y="107"/>
                      <a:pt x="283" y="107"/>
                      <a:pt x="283" y="107"/>
                    </a:cubicBezTo>
                    <a:cubicBezTo>
                      <a:pt x="216" y="174"/>
                      <a:pt x="216" y="174"/>
                      <a:pt x="216" y="174"/>
                    </a:cubicBezTo>
                    <a:cubicBezTo>
                      <a:pt x="212" y="179"/>
                      <a:pt x="212" y="185"/>
                      <a:pt x="216" y="190"/>
                    </a:cubicBezTo>
                    <a:cubicBezTo>
                      <a:pt x="218" y="192"/>
                      <a:pt x="221" y="193"/>
                      <a:pt x="224" y="193"/>
                    </a:cubicBezTo>
                    <a:cubicBezTo>
                      <a:pt x="226" y="193"/>
                      <a:pt x="229" y="192"/>
                      <a:pt x="231" y="190"/>
                    </a:cubicBezTo>
                    <a:cubicBezTo>
                      <a:pt x="317" y="104"/>
                      <a:pt x="317" y="104"/>
                      <a:pt x="317" y="104"/>
                    </a:cubicBezTo>
                    <a:cubicBezTo>
                      <a:pt x="318" y="103"/>
                      <a:pt x="318" y="102"/>
                      <a:pt x="319"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sp>
            <p:nvSpPr>
              <p:cNvPr id="32" name="Freeform 237"/>
              <p:cNvSpPr>
                <a:spLocks noEditPoints="1"/>
              </p:cNvSpPr>
              <p:nvPr/>
            </p:nvSpPr>
            <p:spPr bwMode="auto">
              <a:xfrm>
                <a:off x="3852" y="169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grpSp>
        <p:grpSp>
          <p:nvGrpSpPr>
            <p:cNvPr id="33" name="Group 32"/>
            <p:cNvGrpSpPr>
              <a:grpSpLocks noChangeAspect="1"/>
            </p:cNvGrpSpPr>
            <p:nvPr/>
          </p:nvGrpSpPr>
          <p:grpSpPr bwMode="auto">
            <a:xfrm rot="16200000" flipV="1">
              <a:off x="1469070" y="3802441"/>
              <a:ext cx="472398" cy="472398"/>
              <a:chOff x="3852" y="1696"/>
              <a:chExt cx="340" cy="340"/>
            </a:xfrm>
            <a:solidFill>
              <a:schemeClr val="accent6"/>
            </a:solidFill>
          </p:grpSpPr>
          <p:sp>
            <p:nvSpPr>
              <p:cNvPr id="34" name="Freeform 236"/>
              <p:cNvSpPr>
                <a:spLocks/>
              </p:cNvSpPr>
              <p:nvPr/>
            </p:nvSpPr>
            <p:spPr bwMode="auto">
              <a:xfrm>
                <a:off x="3916" y="1802"/>
                <a:ext cx="212" cy="128"/>
              </a:xfrm>
              <a:custGeom>
                <a:avLst/>
                <a:gdLst>
                  <a:gd name="T0" fmla="*/ 319 w 320"/>
                  <a:gd name="T1" fmla="*/ 101 h 193"/>
                  <a:gd name="T2" fmla="*/ 319 w 320"/>
                  <a:gd name="T3" fmla="*/ 93 h 193"/>
                  <a:gd name="T4" fmla="*/ 317 w 320"/>
                  <a:gd name="T5" fmla="*/ 89 h 193"/>
                  <a:gd name="T6" fmla="*/ 231 w 320"/>
                  <a:gd name="T7" fmla="*/ 4 h 193"/>
                  <a:gd name="T8" fmla="*/ 216 w 320"/>
                  <a:gd name="T9" fmla="*/ 4 h 193"/>
                  <a:gd name="T10" fmla="*/ 216 w 320"/>
                  <a:gd name="T11" fmla="*/ 19 h 193"/>
                  <a:gd name="T12" fmla="*/ 283 w 320"/>
                  <a:gd name="T13" fmla="*/ 86 h 193"/>
                  <a:gd name="T14" fmla="*/ 10 w 320"/>
                  <a:gd name="T15" fmla="*/ 86 h 193"/>
                  <a:gd name="T16" fmla="*/ 0 w 320"/>
                  <a:gd name="T17" fmla="*/ 97 h 193"/>
                  <a:gd name="T18" fmla="*/ 10 w 320"/>
                  <a:gd name="T19" fmla="*/ 107 h 193"/>
                  <a:gd name="T20" fmla="*/ 283 w 320"/>
                  <a:gd name="T21" fmla="*/ 107 h 193"/>
                  <a:gd name="T22" fmla="*/ 216 w 320"/>
                  <a:gd name="T23" fmla="*/ 174 h 193"/>
                  <a:gd name="T24" fmla="*/ 216 w 320"/>
                  <a:gd name="T25" fmla="*/ 190 h 193"/>
                  <a:gd name="T26" fmla="*/ 224 w 320"/>
                  <a:gd name="T27" fmla="*/ 193 h 193"/>
                  <a:gd name="T28" fmla="*/ 231 w 320"/>
                  <a:gd name="T29" fmla="*/ 190 h 193"/>
                  <a:gd name="T30" fmla="*/ 317 w 320"/>
                  <a:gd name="T31" fmla="*/ 104 h 193"/>
                  <a:gd name="T32" fmla="*/ 319 w 320"/>
                  <a:gd name="T33" fmla="*/ 10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0" h="193">
                    <a:moveTo>
                      <a:pt x="319" y="101"/>
                    </a:moveTo>
                    <a:cubicBezTo>
                      <a:pt x="320" y="98"/>
                      <a:pt x="320" y="95"/>
                      <a:pt x="319" y="93"/>
                    </a:cubicBezTo>
                    <a:cubicBezTo>
                      <a:pt x="318" y="91"/>
                      <a:pt x="318" y="90"/>
                      <a:pt x="317" y="89"/>
                    </a:cubicBezTo>
                    <a:cubicBezTo>
                      <a:pt x="231" y="4"/>
                      <a:pt x="231" y="4"/>
                      <a:pt x="231" y="4"/>
                    </a:cubicBezTo>
                    <a:cubicBezTo>
                      <a:pt x="227" y="0"/>
                      <a:pt x="220" y="0"/>
                      <a:pt x="216" y="4"/>
                    </a:cubicBezTo>
                    <a:cubicBezTo>
                      <a:pt x="212" y="8"/>
                      <a:pt x="212" y="15"/>
                      <a:pt x="216" y="19"/>
                    </a:cubicBezTo>
                    <a:cubicBezTo>
                      <a:pt x="283" y="86"/>
                      <a:pt x="283" y="86"/>
                      <a:pt x="283" y="86"/>
                    </a:cubicBezTo>
                    <a:cubicBezTo>
                      <a:pt x="10" y="86"/>
                      <a:pt x="10" y="86"/>
                      <a:pt x="10" y="86"/>
                    </a:cubicBezTo>
                    <a:cubicBezTo>
                      <a:pt x="4" y="86"/>
                      <a:pt x="0" y="91"/>
                      <a:pt x="0" y="97"/>
                    </a:cubicBezTo>
                    <a:cubicBezTo>
                      <a:pt x="0" y="103"/>
                      <a:pt x="4" y="107"/>
                      <a:pt x="10" y="107"/>
                    </a:cubicBezTo>
                    <a:cubicBezTo>
                      <a:pt x="283" y="107"/>
                      <a:pt x="283" y="107"/>
                      <a:pt x="283" y="107"/>
                    </a:cubicBezTo>
                    <a:cubicBezTo>
                      <a:pt x="216" y="174"/>
                      <a:pt x="216" y="174"/>
                      <a:pt x="216" y="174"/>
                    </a:cubicBezTo>
                    <a:cubicBezTo>
                      <a:pt x="212" y="179"/>
                      <a:pt x="212" y="185"/>
                      <a:pt x="216" y="190"/>
                    </a:cubicBezTo>
                    <a:cubicBezTo>
                      <a:pt x="218" y="192"/>
                      <a:pt x="221" y="193"/>
                      <a:pt x="224" y="193"/>
                    </a:cubicBezTo>
                    <a:cubicBezTo>
                      <a:pt x="226" y="193"/>
                      <a:pt x="229" y="192"/>
                      <a:pt x="231" y="190"/>
                    </a:cubicBezTo>
                    <a:cubicBezTo>
                      <a:pt x="317" y="104"/>
                      <a:pt x="317" y="104"/>
                      <a:pt x="317" y="104"/>
                    </a:cubicBezTo>
                    <a:cubicBezTo>
                      <a:pt x="318" y="103"/>
                      <a:pt x="318" y="102"/>
                      <a:pt x="319"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sp>
            <p:nvSpPr>
              <p:cNvPr id="35" name="Freeform 237"/>
              <p:cNvSpPr>
                <a:spLocks noEditPoints="1"/>
              </p:cNvSpPr>
              <p:nvPr/>
            </p:nvSpPr>
            <p:spPr bwMode="auto">
              <a:xfrm>
                <a:off x="3852" y="169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noAutofit/>
              </a:bodyPr>
              <a:lstStyle/>
              <a:p>
                <a:endParaRPr lang="en-GB" sz="1463">
                  <a:latin typeface="Aptos" panose="020B0004020202020204" pitchFamily="34" charset="0"/>
                </a:endParaRPr>
              </a:p>
            </p:txBody>
          </p:sp>
        </p:grpSp>
        <p:sp>
          <p:nvSpPr>
            <p:cNvPr id="36" name="Oval 35"/>
            <p:cNvSpPr>
              <a:spLocks noChangeAspect="1"/>
            </p:cNvSpPr>
            <p:nvPr/>
          </p:nvSpPr>
          <p:spPr bwMode="gray">
            <a:xfrm>
              <a:off x="3674910" y="1700213"/>
              <a:ext cx="1818000" cy="1818000"/>
            </a:xfrm>
            <a:prstGeom prst="ellipse">
              <a:avLst/>
            </a:prstGeom>
            <a:solidFill>
              <a:schemeClr val="accent3"/>
            </a:solidFill>
            <a:ln w="19050" algn="ctr">
              <a:noFill/>
              <a:miter lim="800000"/>
              <a:headEnd/>
              <a:tailEnd/>
            </a:ln>
          </p:spPr>
          <p:txBody>
            <a:bodyPr wrap="square" lIns="0" tIns="0" rIns="0" bIns="0" rtlCol="0" anchor="ctr"/>
            <a:lstStyle/>
            <a:p>
              <a:pPr algn="ctr">
                <a:buFont typeface="Wingdings 2" pitchFamily="18" charset="2"/>
                <a:buNone/>
              </a:pPr>
              <a:r>
                <a:rPr lang="en-GB" sz="3575" dirty="0">
                  <a:solidFill>
                    <a:schemeClr val="bg1"/>
                  </a:solidFill>
                  <a:latin typeface="Aptos" panose="020B0004020202020204" pitchFamily="34" charset="0"/>
                </a:rPr>
                <a:t>2</a:t>
              </a:r>
            </a:p>
            <a:p>
              <a:pPr algn="ctr">
                <a:buFont typeface="Wingdings 2" pitchFamily="18" charset="2"/>
                <a:buNone/>
              </a:pPr>
              <a:r>
                <a:rPr lang="en-GB" sz="1138" dirty="0">
                  <a:solidFill>
                    <a:schemeClr val="bg1"/>
                  </a:solidFill>
                  <a:latin typeface="Aptos" panose="020B0004020202020204" pitchFamily="34" charset="0"/>
                </a:rPr>
                <a:t>Detail two</a:t>
              </a:r>
            </a:p>
          </p:txBody>
        </p:sp>
        <p:sp>
          <p:nvSpPr>
            <p:cNvPr id="37" name="Oval 36"/>
            <p:cNvSpPr>
              <a:spLocks noChangeAspect="1"/>
            </p:cNvSpPr>
            <p:nvPr/>
          </p:nvSpPr>
          <p:spPr bwMode="gray">
            <a:xfrm>
              <a:off x="6544262" y="1700213"/>
              <a:ext cx="1818000" cy="1818000"/>
            </a:xfrm>
            <a:prstGeom prst="ellipse">
              <a:avLst/>
            </a:prstGeom>
            <a:solidFill>
              <a:schemeClr val="accent3"/>
            </a:solidFill>
            <a:ln w="19050" algn="ctr">
              <a:noFill/>
              <a:miter lim="800000"/>
              <a:headEnd/>
              <a:tailEnd/>
            </a:ln>
          </p:spPr>
          <p:txBody>
            <a:bodyPr wrap="square" lIns="0" tIns="0" rIns="0" bIns="0" rtlCol="0" anchor="ctr"/>
            <a:lstStyle/>
            <a:p>
              <a:pPr algn="ctr">
                <a:buFont typeface="Wingdings 2" pitchFamily="18" charset="2"/>
                <a:buNone/>
              </a:pPr>
              <a:r>
                <a:rPr lang="en-GB" sz="3575" dirty="0">
                  <a:solidFill>
                    <a:schemeClr val="bg1"/>
                  </a:solidFill>
                  <a:latin typeface="Aptos" panose="020B0004020202020204" pitchFamily="34" charset="0"/>
                </a:rPr>
                <a:t>3</a:t>
              </a:r>
            </a:p>
            <a:p>
              <a:pPr algn="ctr">
                <a:buFont typeface="Wingdings 2" pitchFamily="18" charset="2"/>
                <a:buNone/>
              </a:pPr>
              <a:r>
                <a:rPr lang="en-GB" sz="1138" dirty="0">
                  <a:solidFill>
                    <a:schemeClr val="bg1"/>
                  </a:solidFill>
                  <a:latin typeface="Aptos" panose="020B0004020202020204" pitchFamily="34" charset="0"/>
                </a:rPr>
                <a:t>Detail three</a:t>
              </a:r>
            </a:p>
          </p:txBody>
        </p:sp>
        <p:sp>
          <p:nvSpPr>
            <p:cNvPr id="38" name="Oval 37"/>
            <p:cNvSpPr>
              <a:spLocks noChangeAspect="1"/>
            </p:cNvSpPr>
            <p:nvPr/>
          </p:nvSpPr>
          <p:spPr bwMode="gray">
            <a:xfrm>
              <a:off x="6544262" y="4546710"/>
              <a:ext cx="1818000" cy="1818000"/>
            </a:xfrm>
            <a:prstGeom prst="ellipse">
              <a:avLst/>
            </a:prstGeom>
            <a:solidFill>
              <a:schemeClr val="accent3"/>
            </a:solidFill>
            <a:ln w="19050" algn="ctr">
              <a:noFill/>
              <a:miter lim="800000"/>
              <a:headEnd/>
              <a:tailEnd/>
            </a:ln>
          </p:spPr>
          <p:txBody>
            <a:bodyPr wrap="square" lIns="0" tIns="0" rIns="0" bIns="0" rtlCol="0" anchor="ctr"/>
            <a:lstStyle/>
            <a:p>
              <a:pPr algn="ctr">
                <a:buFont typeface="Wingdings 2" pitchFamily="18" charset="2"/>
                <a:buNone/>
              </a:pPr>
              <a:r>
                <a:rPr lang="en-GB" sz="3575" dirty="0">
                  <a:solidFill>
                    <a:schemeClr val="bg1"/>
                  </a:solidFill>
                  <a:latin typeface="Aptos" panose="020B0004020202020204" pitchFamily="34" charset="0"/>
                </a:rPr>
                <a:t>4</a:t>
              </a:r>
            </a:p>
            <a:p>
              <a:pPr algn="ctr">
                <a:buFont typeface="Wingdings 2" pitchFamily="18" charset="2"/>
                <a:buNone/>
              </a:pPr>
              <a:r>
                <a:rPr lang="en-GB" sz="1138" dirty="0">
                  <a:solidFill>
                    <a:schemeClr val="bg1"/>
                  </a:solidFill>
                  <a:latin typeface="Aptos" panose="020B0004020202020204" pitchFamily="34" charset="0"/>
                </a:rPr>
                <a:t>Detail four</a:t>
              </a:r>
            </a:p>
          </p:txBody>
        </p:sp>
        <p:sp>
          <p:nvSpPr>
            <p:cNvPr id="39" name="Oval 38"/>
            <p:cNvSpPr>
              <a:spLocks noChangeAspect="1"/>
            </p:cNvSpPr>
            <p:nvPr/>
          </p:nvSpPr>
          <p:spPr bwMode="gray">
            <a:xfrm>
              <a:off x="3674910" y="4546710"/>
              <a:ext cx="1818000" cy="1818000"/>
            </a:xfrm>
            <a:prstGeom prst="ellipse">
              <a:avLst/>
            </a:prstGeom>
            <a:solidFill>
              <a:schemeClr val="accent3"/>
            </a:solidFill>
            <a:ln w="19050" algn="ctr">
              <a:noFill/>
              <a:miter lim="800000"/>
              <a:headEnd/>
              <a:tailEnd/>
            </a:ln>
          </p:spPr>
          <p:txBody>
            <a:bodyPr wrap="square" lIns="0" tIns="0" rIns="0" bIns="0" rtlCol="0" anchor="ctr"/>
            <a:lstStyle/>
            <a:p>
              <a:pPr algn="ctr">
                <a:buFont typeface="Wingdings 2" pitchFamily="18" charset="2"/>
                <a:buNone/>
              </a:pPr>
              <a:r>
                <a:rPr lang="en-GB" sz="3575" dirty="0">
                  <a:solidFill>
                    <a:schemeClr val="bg1"/>
                  </a:solidFill>
                  <a:latin typeface="Aptos" panose="020B0004020202020204" pitchFamily="34" charset="0"/>
                </a:rPr>
                <a:t>5</a:t>
              </a:r>
            </a:p>
            <a:p>
              <a:pPr algn="ctr">
                <a:buFont typeface="Wingdings 2" pitchFamily="18" charset="2"/>
                <a:buNone/>
              </a:pPr>
              <a:r>
                <a:rPr lang="en-GB" sz="1138" dirty="0">
                  <a:solidFill>
                    <a:schemeClr val="bg1"/>
                  </a:solidFill>
                  <a:latin typeface="Aptos" panose="020B0004020202020204" pitchFamily="34" charset="0"/>
                </a:rPr>
                <a:t>Detail five</a:t>
              </a:r>
            </a:p>
          </p:txBody>
        </p:sp>
        <p:sp>
          <p:nvSpPr>
            <p:cNvPr id="40" name="Oval 39"/>
            <p:cNvSpPr>
              <a:spLocks noChangeAspect="1"/>
            </p:cNvSpPr>
            <p:nvPr/>
          </p:nvSpPr>
          <p:spPr bwMode="gray">
            <a:xfrm>
              <a:off x="805559" y="4546710"/>
              <a:ext cx="1818000" cy="1818000"/>
            </a:xfrm>
            <a:prstGeom prst="ellipse">
              <a:avLst/>
            </a:prstGeom>
            <a:noFill/>
            <a:ln w="19050" algn="ctr">
              <a:solidFill>
                <a:schemeClr val="accent3"/>
              </a:solidFill>
              <a:miter lim="800000"/>
              <a:headEnd/>
              <a:tailEnd/>
            </a:ln>
          </p:spPr>
          <p:txBody>
            <a:bodyPr wrap="square" lIns="0" tIns="0" rIns="0" bIns="0" rtlCol="0" anchor="ctr"/>
            <a:lstStyle/>
            <a:p>
              <a:pPr algn="ctr">
                <a:buFont typeface="Wingdings 2" pitchFamily="18" charset="2"/>
                <a:buNone/>
              </a:pPr>
              <a:r>
                <a:rPr lang="en-GB" sz="3575" dirty="0">
                  <a:solidFill>
                    <a:schemeClr val="accent3"/>
                  </a:solidFill>
                  <a:latin typeface="Aptos" panose="020B0004020202020204" pitchFamily="34" charset="0"/>
                </a:rPr>
                <a:t>6</a:t>
              </a:r>
            </a:p>
            <a:p>
              <a:pPr algn="ctr">
                <a:buFont typeface="Wingdings 2" pitchFamily="18" charset="2"/>
                <a:buNone/>
              </a:pPr>
              <a:r>
                <a:rPr lang="en-GB" sz="1138" dirty="0">
                  <a:solidFill>
                    <a:schemeClr val="accent3"/>
                  </a:solidFill>
                  <a:latin typeface="Aptos" panose="020B0004020202020204" pitchFamily="34" charset="0"/>
                </a:rPr>
                <a:t>Detail six</a:t>
              </a:r>
            </a:p>
          </p:txBody>
        </p:sp>
      </p:grpSp>
    </p:spTree>
    <p:extLst>
      <p:ext uri="{BB962C8B-B14F-4D97-AF65-F5344CB8AC3E}">
        <p14:creationId xmlns:p14="http://schemas.microsoft.com/office/powerpoint/2010/main" val="3839887946"/>
      </p:ext>
    </p:extLst>
  </p:cSld>
  <p:clrMapOvr>
    <a:masterClrMapping/>
  </p:clrMapOvr>
  <p:transition>
    <p:fade/>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Icon use</a:t>
            </a:r>
            <a:endParaRPr lang="en-GB" dirty="0"/>
          </a:p>
        </p:txBody>
      </p:sp>
      <p:sp>
        <p:nvSpPr>
          <p:cNvPr id="3" name="Title 2"/>
          <p:cNvSpPr>
            <a:spLocks noGrp="1"/>
          </p:cNvSpPr>
          <p:nvPr>
            <p:ph type="title"/>
          </p:nvPr>
        </p:nvSpPr>
        <p:spPr/>
        <p:txBody>
          <a:bodyPr/>
          <a:lstStyle/>
          <a:p>
            <a:r>
              <a:rPr lang="en-GB" dirty="0"/>
              <a:t>Process diagram</a:t>
            </a:r>
          </a:p>
        </p:txBody>
      </p:sp>
      <p:grpSp>
        <p:nvGrpSpPr>
          <p:cNvPr id="20" name="Group 19"/>
          <p:cNvGrpSpPr/>
          <p:nvPr/>
        </p:nvGrpSpPr>
        <p:grpSpPr>
          <a:xfrm>
            <a:off x="1357806" y="1747369"/>
            <a:ext cx="7361182" cy="3834640"/>
            <a:chOff x="396000" y="1706662"/>
            <a:chExt cx="8356600" cy="4353181"/>
          </a:xfrm>
        </p:grpSpPr>
        <p:sp>
          <p:nvSpPr>
            <p:cNvPr id="5" name="Freeform 575"/>
            <p:cNvSpPr>
              <a:spLocks noChangeAspect="1" noEditPoints="1"/>
            </p:cNvSpPr>
            <p:nvPr/>
          </p:nvSpPr>
          <p:spPr bwMode="auto">
            <a:xfrm>
              <a:off x="396000" y="3429000"/>
              <a:ext cx="1170000" cy="1170000"/>
            </a:xfrm>
            <a:custGeom>
              <a:avLst/>
              <a:gdLst>
                <a:gd name="T0" fmla="*/ 213 w 512"/>
                <a:gd name="T1" fmla="*/ 265 h 512"/>
                <a:gd name="T2" fmla="*/ 283 w 512"/>
                <a:gd name="T3" fmla="*/ 312 h 512"/>
                <a:gd name="T4" fmla="*/ 278 w 512"/>
                <a:gd name="T5" fmla="*/ 352 h 512"/>
                <a:gd name="T6" fmla="*/ 213 w 512"/>
                <a:gd name="T7" fmla="*/ 352 h 512"/>
                <a:gd name="T8" fmla="*/ 213 w 512"/>
                <a:gd name="T9" fmla="*/ 265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347 w 512"/>
                <a:gd name="T21" fmla="*/ 117 h 512"/>
                <a:gd name="T22" fmla="*/ 355 w 512"/>
                <a:gd name="T23" fmla="*/ 135 h 512"/>
                <a:gd name="T24" fmla="*/ 355 w 512"/>
                <a:gd name="T25" fmla="*/ 141 h 512"/>
                <a:gd name="T26" fmla="*/ 355 w 512"/>
                <a:gd name="T27" fmla="*/ 156 h 512"/>
                <a:gd name="T28" fmla="*/ 362 w 512"/>
                <a:gd name="T29" fmla="*/ 160 h 512"/>
                <a:gd name="T30" fmla="*/ 370 w 512"/>
                <a:gd name="T31" fmla="*/ 157 h 512"/>
                <a:gd name="T32" fmla="*/ 378 w 512"/>
                <a:gd name="T33" fmla="*/ 138 h 512"/>
                <a:gd name="T34" fmla="*/ 370 w 512"/>
                <a:gd name="T35" fmla="*/ 120 h 512"/>
                <a:gd name="T36" fmla="*/ 370 w 512"/>
                <a:gd name="T37" fmla="*/ 114 h 512"/>
                <a:gd name="T38" fmla="*/ 370 w 512"/>
                <a:gd name="T39" fmla="*/ 99 h 512"/>
                <a:gd name="T40" fmla="*/ 355 w 512"/>
                <a:gd name="T41" fmla="*/ 99 h 512"/>
                <a:gd name="T42" fmla="*/ 347 w 512"/>
                <a:gd name="T43" fmla="*/ 117 h 512"/>
                <a:gd name="T44" fmla="*/ 304 w 512"/>
                <a:gd name="T45" fmla="*/ 117 h 512"/>
                <a:gd name="T46" fmla="*/ 312 w 512"/>
                <a:gd name="T47" fmla="*/ 135 h 512"/>
                <a:gd name="T48" fmla="*/ 312 w 512"/>
                <a:gd name="T49" fmla="*/ 141 h 512"/>
                <a:gd name="T50" fmla="*/ 312 w 512"/>
                <a:gd name="T51" fmla="*/ 156 h 512"/>
                <a:gd name="T52" fmla="*/ 320 w 512"/>
                <a:gd name="T53" fmla="*/ 160 h 512"/>
                <a:gd name="T54" fmla="*/ 327 w 512"/>
                <a:gd name="T55" fmla="*/ 157 h 512"/>
                <a:gd name="T56" fmla="*/ 335 w 512"/>
                <a:gd name="T57" fmla="*/ 138 h 512"/>
                <a:gd name="T58" fmla="*/ 327 w 512"/>
                <a:gd name="T59" fmla="*/ 120 h 512"/>
                <a:gd name="T60" fmla="*/ 327 w 512"/>
                <a:gd name="T61" fmla="*/ 114 h 512"/>
                <a:gd name="T62" fmla="*/ 327 w 512"/>
                <a:gd name="T63" fmla="*/ 99 h 512"/>
                <a:gd name="T64" fmla="*/ 312 w 512"/>
                <a:gd name="T65" fmla="*/ 99 h 512"/>
                <a:gd name="T66" fmla="*/ 304 w 512"/>
                <a:gd name="T67" fmla="*/ 117 h 512"/>
                <a:gd name="T68" fmla="*/ 415 w 512"/>
                <a:gd name="T69" fmla="*/ 360 h 512"/>
                <a:gd name="T70" fmla="*/ 383 w 512"/>
                <a:gd name="T71" fmla="*/ 190 h 512"/>
                <a:gd name="T72" fmla="*/ 373 w 512"/>
                <a:gd name="T73" fmla="*/ 181 h 512"/>
                <a:gd name="T74" fmla="*/ 309 w 512"/>
                <a:gd name="T75" fmla="*/ 181 h 512"/>
                <a:gd name="T76" fmla="*/ 298 w 512"/>
                <a:gd name="T77" fmla="*/ 190 h 512"/>
                <a:gd name="T78" fmla="*/ 286 w 512"/>
                <a:gd name="T79" fmla="*/ 288 h 512"/>
                <a:gd name="T80" fmla="*/ 208 w 512"/>
                <a:gd name="T81" fmla="*/ 236 h 512"/>
                <a:gd name="T82" fmla="*/ 197 w 512"/>
                <a:gd name="T83" fmla="*/ 236 h 512"/>
                <a:gd name="T84" fmla="*/ 192 w 512"/>
                <a:gd name="T85" fmla="*/ 245 h 512"/>
                <a:gd name="T86" fmla="*/ 192 w 512"/>
                <a:gd name="T87" fmla="*/ 289 h 512"/>
                <a:gd name="T88" fmla="*/ 112 w 512"/>
                <a:gd name="T89" fmla="*/ 236 h 512"/>
                <a:gd name="T90" fmla="*/ 101 w 512"/>
                <a:gd name="T91" fmla="*/ 236 h 512"/>
                <a:gd name="T92" fmla="*/ 96 w 512"/>
                <a:gd name="T93" fmla="*/ 245 h 512"/>
                <a:gd name="T94" fmla="*/ 96 w 512"/>
                <a:gd name="T95" fmla="*/ 362 h 512"/>
                <a:gd name="T96" fmla="*/ 106 w 512"/>
                <a:gd name="T97" fmla="*/ 373 h 512"/>
                <a:gd name="T98" fmla="*/ 405 w 512"/>
                <a:gd name="T99" fmla="*/ 373 h 512"/>
                <a:gd name="T100" fmla="*/ 413 w 512"/>
                <a:gd name="T101" fmla="*/ 369 h 512"/>
                <a:gd name="T102" fmla="*/ 415 w 512"/>
                <a:gd name="T103" fmla="*/ 360 h 512"/>
                <a:gd name="T104" fmla="*/ 117 w 512"/>
                <a:gd name="T105" fmla="*/ 352 h 512"/>
                <a:gd name="T106" fmla="*/ 192 w 512"/>
                <a:gd name="T107" fmla="*/ 352 h 512"/>
                <a:gd name="T108" fmla="*/ 192 w 512"/>
                <a:gd name="T109" fmla="*/ 315 h 512"/>
                <a:gd name="T110" fmla="*/ 117 w 512"/>
                <a:gd name="T111" fmla="*/ 265 h 512"/>
                <a:gd name="T112" fmla="*/ 117 w 512"/>
                <a:gd name="T113" fmla="*/ 352 h 512"/>
                <a:gd name="T114" fmla="*/ 318 w 512"/>
                <a:gd name="T115" fmla="*/ 202 h 512"/>
                <a:gd name="T116" fmla="*/ 300 w 512"/>
                <a:gd name="T117" fmla="*/ 352 h 512"/>
                <a:gd name="T118" fmla="*/ 392 w 512"/>
                <a:gd name="T119" fmla="*/ 352 h 512"/>
                <a:gd name="T120" fmla="*/ 364 w 512"/>
                <a:gd name="T121" fmla="*/ 202 h 512"/>
                <a:gd name="T122" fmla="*/ 318 w 512"/>
                <a:gd name="T123"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213" y="265"/>
                  </a:moveTo>
                  <a:cubicBezTo>
                    <a:pt x="283" y="312"/>
                    <a:pt x="283" y="312"/>
                    <a:pt x="283" y="312"/>
                  </a:cubicBezTo>
                  <a:cubicBezTo>
                    <a:pt x="278" y="352"/>
                    <a:pt x="278" y="352"/>
                    <a:pt x="278" y="352"/>
                  </a:cubicBezTo>
                  <a:cubicBezTo>
                    <a:pt x="213" y="352"/>
                    <a:pt x="213" y="352"/>
                    <a:pt x="213" y="352"/>
                  </a:cubicBezTo>
                  <a:lnTo>
                    <a:pt x="213" y="265"/>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47" y="117"/>
                  </a:moveTo>
                  <a:cubicBezTo>
                    <a:pt x="347" y="122"/>
                    <a:pt x="348" y="129"/>
                    <a:pt x="355" y="135"/>
                  </a:cubicBezTo>
                  <a:cubicBezTo>
                    <a:pt x="356" y="136"/>
                    <a:pt x="358" y="138"/>
                    <a:pt x="355" y="141"/>
                  </a:cubicBezTo>
                  <a:cubicBezTo>
                    <a:pt x="351" y="145"/>
                    <a:pt x="351" y="152"/>
                    <a:pt x="355" y="156"/>
                  </a:cubicBezTo>
                  <a:cubicBezTo>
                    <a:pt x="357" y="159"/>
                    <a:pt x="360" y="160"/>
                    <a:pt x="362" y="160"/>
                  </a:cubicBezTo>
                  <a:cubicBezTo>
                    <a:pt x="365" y="160"/>
                    <a:pt x="368" y="159"/>
                    <a:pt x="370" y="157"/>
                  </a:cubicBezTo>
                  <a:cubicBezTo>
                    <a:pt x="371" y="155"/>
                    <a:pt x="378" y="148"/>
                    <a:pt x="378" y="138"/>
                  </a:cubicBezTo>
                  <a:cubicBezTo>
                    <a:pt x="378" y="134"/>
                    <a:pt x="377" y="127"/>
                    <a:pt x="370" y="120"/>
                  </a:cubicBezTo>
                  <a:cubicBezTo>
                    <a:pt x="369" y="119"/>
                    <a:pt x="367" y="117"/>
                    <a:pt x="370" y="114"/>
                  </a:cubicBezTo>
                  <a:cubicBezTo>
                    <a:pt x="374" y="110"/>
                    <a:pt x="374" y="103"/>
                    <a:pt x="370" y="99"/>
                  </a:cubicBezTo>
                  <a:cubicBezTo>
                    <a:pt x="366" y="95"/>
                    <a:pt x="359" y="95"/>
                    <a:pt x="355" y="99"/>
                  </a:cubicBezTo>
                  <a:cubicBezTo>
                    <a:pt x="354" y="100"/>
                    <a:pt x="347" y="107"/>
                    <a:pt x="347" y="117"/>
                  </a:cubicBezTo>
                  <a:close/>
                  <a:moveTo>
                    <a:pt x="304" y="117"/>
                  </a:moveTo>
                  <a:cubicBezTo>
                    <a:pt x="304" y="122"/>
                    <a:pt x="306" y="129"/>
                    <a:pt x="312" y="135"/>
                  </a:cubicBezTo>
                  <a:cubicBezTo>
                    <a:pt x="313" y="136"/>
                    <a:pt x="315" y="138"/>
                    <a:pt x="312" y="141"/>
                  </a:cubicBezTo>
                  <a:cubicBezTo>
                    <a:pt x="308" y="145"/>
                    <a:pt x="308" y="152"/>
                    <a:pt x="312" y="156"/>
                  </a:cubicBezTo>
                  <a:cubicBezTo>
                    <a:pt x="314" y="159"/>
                    <a:pt x="317" y="160"/>
                    <a:pt x="320" y="160"/>
                  </a:cubicBezTo>
                  <a:cubicBezTo>
                    <a:pt x="322" y="160"/>
                    <a:pt x="325" y="159"/>
                    <a:pt x="327" y="157"/>
                  </a:cubicBezTo>
                  <a:cubicBezTo>
                    <a:pt x="328" y="155"/>
                    <a:pt x="335" y="148"/>
                    <a:pt x="335" y="138"/>
                  </a:cubicBezTo>
                  <a:cubicBezTo>
                    <a:pt x="335" y="134"/>
                    <a:pt x="334" y="127"/>
                    <a:pt x="327" y="120"/>
                  </a:cubicBezTo>
                  <a:cubicBezTo>
                    <a:pt x="326" y="119"/>
                    <a:pt x="324" y="117"/>
                    <a:pt x="327" y="114"/>
                  </a:cubicBezTo>
                  <a:cubicBezTo>
                    <a:pt x="331" y="110"/>
                    <a:pt x="331" y="103"/>
                    <a:pt x="327" y="99"/>
                  </a:cubicBezTo>
                  <a:cubicBezTo>
                    <a:pt x="323" y="95"/>
                    <a:pt x="316" y="95"/>
                    <a:pt x="312" y="99"/>
                  </a:cubicBezTo>
                  <a:cubicBezTo>
                    <a:pt x="311" y="100"/>
                    <a:pt x="304" y="107"/>
                    <a:pt x="304" y="117"/>
                  </a:cubicBezTo>
                  <a:close/>
                  <a:moveTo>
                    <a:pt x="415" y="360"/>
                  </a:moveTo>
                  <a:cubicBezTo>
                    <a:pt x="383" y="190"/>
                    <a:pt x="383" y="190"/>
                    <a:pt x="383" y="190"/>
                  </a:cubicBezTo>
                  <a:cubicBezTo>
                    <a:pt x="383" y="185"/>
                    <a:pt x="378" y="181"/>
                    <a:pt x="373" y="181"/>
                  </a:cubicBezTo>
                  <a:cubicBezTo>
                    <a:pt x="309" y="181"/>
                    <a:pt x="309" y="181"/>
                    <a:pt x="309" y="181"/>
                  </a:cubicBezTo>
                  <a:cubicBezTo>
                    <a:pt x="304" y="181"/>
                    <a:pt x="299" y="185"/>
                    <a:pt x="298" y="190"/>
                  </a:cubicBezTo>
                  <a:cubicBezTo>
                    <a:pt x="286" y="288"/>
                    <a:pt x="286" y="288"/>
                    <a:pt x="286" y="288"/>
                  </a:cubicBezTo>
                  <a:cubicBezTo>
                    <a:pt x="208" y="236"/>
                    <a:pt x="208" y="236"/>
                    <a:pt x="208" y="236"/>
                  </a:cubicBezTo>
                  <a:cubicBezTo>
                    <a:pt x="205" y="234"/>
                    <a:pt x="201" y="234"/>
                    <a:pt x="197" y="236"/>
                  </a:cubicBezTo>
                  <a:cubicBezTo>
                    <a:pt x="194" y="237"/>
                    <a:pt x="192" y="241"/>
                    <a:pt x="192" y="245"/>
                  </a:cubicBezTo>
                  <a:cubicBezTo>
                    <a:pt x="192" y="289"/>
                    <a:pt x="192" y="289"/>
                    <a:pt x="192" y="289"/>
                  </a:cubicBezTo>
                  <a:cubicBezTo>
                    <a:pt x="112" y="236"/>
                    <a:pt x="112" y="236"/>
                    <a:pt x="112" y="236"/>
                  </a:cubicBezTo>
                  <a:cubicBezTo>
                    <a:pt x="109" y="234"/>
                    <a:pt x="105" y="234"/>
                    <a:pt x="101" y="236"/>
                  </a:cubicBezTo>
                  <a:cubicBezTo>
                    <a:pt x="98" y="237"/>
                    <a:pt x="96" y="241"/>
                    <a:pt x="96" y="245"/>
                  </a:cubicBezTo>
                  <a:cubicBezTo>
                    <a:pt x="96" y="362"/>
                    <a:pt x="96" y="362"/>
                    <a:pt x="96" y="362"/>
                  </a:cubicBezTo>
                  <a:cubicBezTo>
                    <a:pt x="96" y="368"/>
                    <a:pt x="100" y="373"/>
                    <a:pt x="106" y="373"/>
                  </a:cubicBezTo>
                  <a:cubicBezTo>
                    <a:pt x="405" y="373"/>
                    <a:pt x="405" y="373"/>
                    <a:pt x="405" y="373"/>
                  </a:cubicBezTo>
                  <a:cubicBezTo>
                    <a:pt x="408" y="373"/>
                    <a:pt x="411" y="372"/>
                    <a:pt x="413" y="369"/>
                  </a:cubicBezTo>
                  <a:cubicBezTo>
                    <a:pt x="415" y="367"/>
                    <a:pt x="416" y="363"/>
                    <a:pt x="415" y="360"/>
                  </a:cubicBezTo>
                  <a:close/>
                  <a:moveTo>
                    <a:pt x="117" y="352"/>
                  </a:moveTo>
                  <a:cubicBezTo>
                    <a:pt x="192" y="352"/>
                    <a:pt x="192" y="352"/>
                    <a:pt x="192" y="352"/>
                  </a:cubicBezTo>
                  <a:cubicBezTo>
                    <a:pt x="192" y="315"/>
                    <a:pt x="192" y="315"/>
                    <a:pt x="192" y="315"/>
                  </a:cubicBezTo>
                  <a:cubicBezTo>
                    <a:pt x="117" y="265"/>
                    <a:pt x="117" y="265"/>
                    <a:pt x="117" y="265"/>
                  </a:cubicBezTo>
                  <a:lnTo>
                    <a:pt x="117" y="352"/>
                  </a:lnTo>
                  <a:close/>
                  <a:moveTo>
                    <a:pt x="318" y="202"/>
                  </a:moveTo>
                  <a:cubicBezTo>
                    <a:pt x="300" y="352"/>
                    <a:pt x="300" y="352"/>
                    <a:pt x="300" y="352"/>
                  </a:cubicBezTo>
                  <a:cubicBezTo>
                    <a:pt x="392" y="352"/>
                    <a:pt x="392" y="352"/>
                    <a:pt x="392" y="352"/>
                  </a:cubicBezTo>
                  <a:cubicBezTo>
                    <a:pt x="364" y="202"/>
                    <a:pt x="364" y="202"/>
                    <a:pt x="364" y="202"/>
                  </a:cubicBezTo>
                  <a:lnTo>
                    <a:pt x="318" y="202"/>
                  </a:lnTo>
                  <a:close/>
                </a:path>
              </a:pathLst>
            </a:custGeom>
            <a:solidFill>
              <a:schemeClr val="accent3"/>
            </a:solidFill>
            <a:ln>
              <a:noFill/>
            </a:ln>
          </p:spPr>
          <p:txBody>
            <a:bodyPr vert="horz" wrap="square" lIns="74295" tIns="37148" rIns="74295" bIns="37148" numCol="1" anchor="t" anchorCtr="0" compatLnSpc="1">
              <a:prstTxWarp prst="textNoShape">
                <a:avLst/>
              </a:prstTxWarp>
            </a:bodyPr>
            <a:lstStyle/>
            <a:p>
              <a:endParaRPr lang="en-GB" sz="1463">
                <a:solidFill>
                  <a:schemeClr val="accent3"/>
                </a:solidFill>
                <a:latin typeface="Aptos" panose="020B0004020202020204" pitchFamily="34" charset="0"/>
              </a:endParaRPr>
            </a:p>
          </p:txBody>
        </p:sp>
        <p:grpSp>
          <p:nvGrpSpPr>
            <p:cNvPr id="6" name="Group 454"/>
            <p:cNvGrpSpPr>
              <a:grpSpLocks noChangeAspect="1"/>
            </p:cNvGrpSpPr>
            <p:nvPr/>
          </p:nvGrpSpPr>
          <p:grpSpPr bwMode="auto">
            <a:xfrm>
              <a:off x="5187066" y="3429000"/>
              <a:ext cx="1170000" cy="1170000"/>
              <a:chOff x="2325" y="1565"/>
              <a:chExt cx="340" cy="340"/>
            </a:xfrm>
            <a:solidFill>
              <a:schemeClr val="accent3"/>
            </a:solidFill>
          </p:grpSpPr>
          <p:sp>
            <p:nvSpPr>
              <p:cNvPr id="7" name="Freeform 455"/>
              <p:cNvSpPr>
                <a:spLocks noEditPoints="1"/>
              </p:cNvSpPr>
              <p:nvPr/>
            </p:nvSpPr>
            <p:spPr bwMode="auto">
              <a:xfrm>
                <a:off x="2325" y="156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9 w 512"/>
                  <a:gd name="T11" fmla="*/ 238 h 512"/>
                  <a:gd name="T12" fmla="*/ 235 w 512"/>
                  <a:gd name="T13" fmla="*/ 413 h 512"/>
                  <a:gd name="T14" fmla="*/ 227 w 512"/>
                  <a:gd name="T15" fmla="*/ 416 h 512"/>
                  <a:gd name="T16" fmla="*/ 219 w 512"/>
                  <a:gd name="T17" fmla="*/ 413 h 512"/>
                  <a:gd name="T18" fmla="*/ 99 w 512"/>
                  <a:gd name="T19" fmla="*/ 292 h 512"/>
                  <a:gd name="T20" fmla="*/ 99 w 512"/>
                  <a:gd name="T21" fmla="*/ 277 h 512"/>
                  <a:gd name="T22" fmla="*/ 268 w 512"/>
                  <a:gd name="T23" fmla="*/ 108 h 512"/>
                  <a:gd name="T24" fmla="*/ 277 w 512"/>
                  <a:gd name="T25" fmla="*/ 104 h 512"/>
                  <a:gd name="T26" fmla="*/ 387 w 512"/>
                  <a:gd name="T27" fmla="*/ 115 h 512"/>
                  <a:gd name="T28" fmla="*/ 397 w 512"/>
                  <a:gd name="T29" fmla="*/ 124 h 512"/>
                  <a:gd name="T30" fmla="*/ 412 w 512"/>
                  <a:gd name="T31" fmla="*/ 229 h 512"/>
                  <a:gd name="T32" fmla="*/ 409 w 512"/>
                  <a:gd name="T33" fmla="*/ 23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9" y="238"/>
                    </a:moveTo>
                    <a:cubicBezTo>
                      <a:pt x="235" y="413"/>
                      <a:pt x="235" y="413"/>
                      <a:pt x="235" y="413"/>
                    </a:cubicBezTo>
                    <a:cubicBezTo>
                      <a:pt x="232" y="415"/>
                      <a:pt x="230" y="416"/>
                      <a:pt x="227" y="416"/>
                    </a:cubicBezTo>
                    <a:cubicBezTo>
                      <a:pt x="224" y="416"/>
                      <a:pt x="222" y="415"/>
                      <a:pt x="219" y="413"/>
                    </a:cubicBezTo>
                    <a:cubicBezTo>
                      <a:pt x="99" y="292"/>
                      <a:pt x="99" y="292"/>
                      <a:pt x="99" y="292"/>
                    </a:cubicBezTo>
                    <a:cubicBezTo>
                      <a:pt x="95" y="288"/>
                      <a:pt x="95" y="281"/>
                      <a:pt x="99" y="277"/>
                    </a:cubicBezTo>
                    <a:cubicBezTo>
                      <a:pt x="268" y="108"/>
                      <a:pt x="268" y="108"/>
                      <a:pt x="268" y="108"/>
                    </a:cubicBezTo>
                    <a:cubicBezTo>
                      <a:pt x="270" y="105"/>
                      <a:pt x="273" y="104"/>
                      <a:pt x="277" y="104"/>
                    </a:cubicBezTo>
                    <a:cubicBezTo>
                      <a:pt x="387" y="115"/>
                      <a:pt x="387" y="115"/>
                      <a:pt x="387" y="115"/>
                    </a:cubicBezTo>
                    <a:cubicBezTo>
                      <a:pt x="392" y="115"/>
                      <a:pt x="396" y="119"/>
                      <a:pt x="397" y="124"/>
                    </a:cubicBezTo>
                    <a:cubicBezTo>
                      <a:pt x="412" y="229"/>
                      <a:pt x="412" y="229"/>
                      <a:pt x="412" y="229"/>
                    </a:cubicBezTo>
                    <a:cubicBezTo>
                      <a:pt x="413" y="232"/>
                      <a:pt x="411" y="236"/>
                      <a:pt x="409"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8" name="Freeform 456"/>
              <p:cNvSpPr>
                <a:spLocks noEditPoints="1"/>
              </p:cNvSpPr>
              <p:nvPr/>
            </p:nvSpPr>
            <p:spPr bwMode="auto">
              <a:xfrm>
                <a:off x="2405" y="1649"/>
                <a:ext cx="179" cy="175"/>
              </a:xfrm>
              <a:custGeom>
                <a:avLst/>
                <a:gdLst>
                  <a:gd name="T0" fmla="*/ 159 w 269"/>
                  <a:gd name="T1" fmla="*/ 0 h 264"/>
                  <a:gd name="T2" fmla="*/ 0 w 269"/>
                  <a:gd name="T3" fmla="*/ 158 h 264"/>
                  <a:gd name="T4" fmla="*/ 106 w 269"/>
                  <a:gd name="T5" fmla="*/ 264 h 264"/>
                  <a:gd name="T6" fmla="*/ 269 w 269"/>
                  <a:gd name="T7" fmla="*/ 101 h 264"/>
                  <a:gd name="T8" fmla="*/ 256 w 269"/>
                  <a:gd name="T9" fmla="*/ 9 h 264"/>
                  <a:gd name="T10" fmla="*/ 159 w 269"/>
                  <a:gd name="T11" fmla="*/ 0 h 264"/>
                  <a:gd name="T12" fmla="*/ 219 w 269"/>
                  <a:gd name="T13" fmla="*/ 76 h 264"/>
                  <a:gd name="T14" fmla="*/ 188 w 269"/>
                  <a:gd name="T15" fmla="*/ 76 h 264"/>
                  <a:gd name="T16" fmla="*/ 188 w 269"/>
                  <a:gd name="T17" fmla="*/ 45 h 264"/>
                  <a:gd name="T18" fmla="*/ 219 w 269"/>
                  <a:gd name="T19" fmla="*/ 45 h 264"/>
                  <a:gd name="T20" fmla="*/ 219 w 269"/>
                  <a:gd name="T21" fmla="*/ 76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9" h="264">
                    <a:moveTo>
                      <a:pt x="159" y="0"/>
                    </a:moveTo>
                    <a:cubicBezTo>
                      <a:pt x="0" y="158"/>
                      <a:pt x="0" y="158"/>
                      <a:pt x="0" y="158"/>
                    </a:cubicBezTo>
                    <a:cubicBezTo>
                      <a:pt x="106" y="264"/>
                      <a:pt x="106" y="264"/>
                      <a:pt x="106" y="264"/>
                    </a:cubicBezTo>
                    <a:cubicBezTo>
                      <a:pt x="269" y="101"/>
                      <a:pt x="269" y="101"/>
                      <a:pt x="269" y="101"/>
                    </a:cubicBezTo>
                    <a:cubicBezTo>
                      <a:pt x="256" y="9"/>
                      <a:pt x="256" y="9"/>
                      <a:pt x="256" y="9"/>
                    </a:cubicBezTo>
                    <a:lnTo>
                      <a:pt x="159" y="0"/>
                    </a:lnTo>
                    <a:close/>
                    <a:moveTo>
                      <a:pt x="219" y="76"/>
                    </a:moveTo>
                    <a:cubicBezTo>
                      <a:pt x="210" y="84"/>
                      <a:pt x="196" y="84"/>
                      <a:pt x="188" y="76"/>
                    </a:cubicBezTo>
                    <a:cubicBezTo>
                      <a:pt x="179" y="67"/>
                      <a:pt x="179" y="53"/>
                      <a:pt x="188" y="45"/>
                    </a:cubicBezTo>
                    <a:cubicBezTo>
                      <a:pt x="196" y="36"/>
                      <a:pt x="210" y="36"/>
                      <a:pt x="219" y="45"/>
                    </a:cubicBezTo>
                    <a:cubicBezTo>
                      <a:pt x="227" y="53"/>
                      <a:pt x="227" y="67"/>
                      <a:pt x="21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9" name="Group 662"/>
            <p:cNvGrpSpPr>
              <a:grpSpLocks noChangeAspect="1"/>
            </p:cNvGrpSpPr>
            <p:nvPr/>
          </p:nvGrpSpPr>
          <p:grpSpPr bwMode="auto">
            <a:xfrm>
              <a:off x="2791533" y="3429000"/>
              <a:ext cx="1170000" cy="1170000"/>
              <a:chOff x="2340" y="2340"/>
              <a:chExt cx="340" cy="340"/>
            </a:xfrm>
            <a:solidFill>
              <a:schemeClr val="accent3"/>
            </a:solidFill>
          </p:grpSpPr>
          <p:sp>
            <p:nvSpPr>
              <p:cNvPr id="10" name="Oval 663"/>
              <p:cNvSpPr>
                <a:spLocks noChangeArrowheads="1"/>
              </p:cNvSpPr>
              <p:nvPr/>
            </p:nvSpPr>
            <p:spPr bwMode="auto">
              <a:xfrm>
                <a:off x="2559" y="2559"/>
                <a:ext cx="15" cy="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1" name="Freeform 664"/>
              <p:cNvSpPr>
                <a:spLocks/>
              </p:cNvSpPr>
              <p:nvPr/>
            </p:nvSpPr>
            <p:spPr bwMode="auto">
              <a:xfrm>
                <a:off x="2418" y="2460"/>
                <a:ext cx="184" cy="99"/>
              </a:xfrm>
              <a:custGeom>
                <a:avLst/>
                <a:gdLst>
                  <a:gd name="T0" fmla="*/ 267 w 277"/>
                  <a:gd name="T1" fmla="*/ 64 h 149"/>
                  <a:gd name="T2" fmla="*/ 213 w 277"/>
                  <a:gd name="T3" fmla="*/ 64 h 149"/>
                  <a:gd name="T4" fmla="*/ 213 w 277"/>
                  <a:gd name="T5" fmla="*/ 96 h 149"/>
                  <a:gd name="T6" fmla="*/ 203 w 277"/>
                  <a:gd name="T7" fmla="*/ 107 h 149"/>
                  <a:gd name="T8" fmla="*/ 192 w 277"/>
                  <a:gd name="T9" fmla="*/ 96 h 149"/>
                  <a:gd name="T10" fmla="*/ 192 w 277"/>
                  <a:gd name="T11" fmla="*/ 0 h 149"/>
                  <a:gd name="T12" fmla="*/ 0 w 277"/>
                  <a:gd name="T13" fmla="*/ 0 h 149"/>
                  <a:gd name="T14" fmla="*/ 0 w 277"/>
                  <a:gd name="T15" fmla="*/ 149 h 149"/>
                  <a:gd name="T16" fmla="*/ 13 w 277"/>
                  <a:gd name="T17" fmla="*/ 149 h 149"/>
                  <a:gd name="T18" fmla="*/ 43 w 277"/>
                  <a:gd name="T19" fmla="*/ 128 h 149"/>
                  <a:gd name="T20" fmla="*/ 73 w 277"/>
                  <a:gd name="T21" fmla="*/ 149 h 149"/>
                  <a:gd name="T22" fmla="*/ 194 w 277"/>
                  <a:gd name="T23" fmla="*/ 149 h 149"/>
                  <a:gd name="T24" fmla="*/ 224 w 277"/>
                  <a:gd name="T25" fmla="*/ 128 h 149"/>
                  <a:gd name="T26" fmla="*/ 254 w 277"/>
                  <a:gd name="T27" fmla="*/ 149 h 149"/>
                  <a:gd name="T28" fmla="*/ 277 w 277"/>
                  <a:gd name="T29" fmla="*/ 149 h 149"/>
                  <a:gd name="T30" fmla="*/ 277 w 277"/>
                  <a:gd name="T31" fmla="*/ 75 h 149"/>
                  <a:gd name="T32" fmla="*/ 267 w 277"/>
                  <a:gd name="T33" fmla="*/ 6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7" h="149">
                    <a:moveTo>
                      <a:pt x="267" y="64"/>
                    </a:moveTo>
                    <a:cubicBezTo>
                      <a:pt x="213" y="64"/>
                      <a:pt x="213" y="64"/>
                      <a:pt x="213" y="64"/>
                    </a:cubicBezTo>
                    <a:cubicBezTo>
                      <a:pt x="213" y="96"/>
                      <a:pt x="213" y="96"/>
                      <a:pt x="213" y="96"/>
                    </a:cubicBezTo>
                    <a:cubicBezTo>
                      <a:pt x="213" y="102"/>
                      <a:pt x="209" y="107"/>
                      <a:pt x="203" y="107"/>
                    </a:cubicBezTo>
                    <a:cubicBezTo>
                      <a:pt x="197" y="107"/>
                      <a:pt x="192" y="102"/>
                      <a:pt x="192" y="96"/>
                    </a:cubicBezTo>
                    <a:cubicBezTo>
                      <a:pt x="192" y="0"/>
                      <a:pt x="192" y="0"/>
                      <a:pt x="192" y="0"/>
                    </a:cubicBezTo>
                    <a:cubicBezTo>
                      <a:pt x="0" y="0"/>
                      <a:pt x="0" y="0"/>
                      <a:pt x="0" y="0"/>
                    </a:cubicBezTo>
                    <a:cubicBezTo>
                      <a:pt x="0" y="149"/>
                      <a:pt x="0" y="149"/>
                      <a:pt x="0" y="149"/>
                    </a:cubicBezTo>
                    <a:cubicBezTo>
                      <a:pt x="13" y="149"/>
                      <a:pt x="13" y="149"/>
                      <a:pt x="13" y="149"/>
                    </a:cubicBezTo>
                    <a:cubicBezTo>
                      <a:pt x="17" y="137"/>
                      <a:pt x="29" y="128"/>
                      <a:pt x="43" y="128"/>
                    </a:cubicBezTo>
                    <a:cubicBezTo>
                      <a:pt x="57" y="128"/>
                      <a:pt x="68" y="137"/>
                      <a:pt x="73" y="149"/>
                    </a:cubicBezTo>
                    <a:cubicBezTo>
                      <a:pt x="194" y="149"/>
                      <a:pt x="194" y="149"/>
                      <a:pt x="194" y="149"/>
                    </a:cubicBezTo>
                    <a:cubicBezTo>
                      <a:pt x="198" y="137"/>
                      <a:pt x="210" y="128"/>
                      <a:pt x="224" y="128"/>
                    </a:cubicBezTo>
                    <a:cubicBezTo>
                      <a:pt x="238" y="128"/>
                      <a:pt x="250" y="137"/>
                      <a:pt x="254" y="149"/>
                    </a:cubicBezTo>
                    <a:cubicBezTo>
                      <a:pt x="277" y="149"/>
                      <a:pt x="277" y="149"/>
                      <a:pt x="277" y="149"/>
                    </a:cubicBezTo>
                    <a:cubicBezTo>
                      <a:pt x="277" y="75"/>
                      <a:pt x="277" y="75"/>
                      <a:pt x="277" y="75"/>
                    </a:cubicBezTo>
                    <a:cubicBezTo>
                      <a:pt x="277" y="69"/>
                      <a:pt x="273" y="64"/>
                      <a:pt x="26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2" name="Oval 665"/>
              <p:cNvSpPr>
                <a:spLocks noChangeArrowheads="1"/>
              </p:cNvSpPr>
              <p:nvPr/>
            </p:nvSpPr>
            <p:spPr bwMode="auto">
              <a:xfrm>
                <a:off x="2439" y="2559"/>
                <a:ext cx="14" cy="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3" name="Freeform 666"/>
              <p:cNvSpPr>
                <a:spLocks noEditPoints="1"/>
              </p:cNvSpPr>
              <p:nvPr/>
            </p:nvSpPr>
            <p:spPr bwMode="auto">
              <a:xfrm>
                <a:off x="2340" y="2340"/>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41 h 512"/>
                  <a:gd name="T12" fmla="*/ 405 w 512"/>
                  <a:gd name="T13" fmla="*/ 352 h 512"/>
                  <a:gd name="T14" fmla="*/ 371 w 512"/>
                  <a:gd name="T15" fmla="*/ 352 h 512"/>
                  <a:gd name="T16" fmla="*/ 341 w 512"/>
                  <a:gd name="T17" fmla="*/ 373 h 512"/>
                  <a:gd name="T18" fmla="*/ 311 w 512"/>
                  <a:gd name="T19" fmla="*/ 352 h 512"/>
                  <a:gd name="T20" fmla="*/ 190 w 512"/>
                  <a:gd name="T21" fmla="*/ 352 h 512"/>
                  <a:gd name="T22" fmla="*/ 160 w 512"/>
                  <a:gd name="T23" fmla="*/ 373 h 512"/>
                  <a:gd name="T24" fmla="*/ 130 w 512"/>
                  <a:gd name="T25" fmla="*/ 352 h 512"/>
                  <a:gd name="T26" fmla="*/ 106 w 512"/>
                  <a:gd name="T27" fmla="*/ 352 h 512"/>
                  <a:gd name="T28" fmla="*/ 96 w 512"/>
                  <a:gd name="T29" fmla="*/ 341 h 512"/>
                  <a:gd name="T30" fmla="*/ 96 w 512"/>
                  <a:gd name="T31" fmla="*/ 170 h 512"/>
                  <a:gd name="T32" fmla="*/ 106 w 512"/>
                  <a:gd name="T33" fmla="*/ 160 h 512"/>
                  <a:gd name="T34" fmla="*/ 320 w 512"/>
                  <a:gd name="T35" fmla="*/ 160 h 512"/>
                  <a:gd name="T36" fmla="*/ 330 w 512"/>
                  <a:gd name="T37" fmla="*/ 170 h 512"/>
                  <a:gd name="T38" fmla="*/ 330 w 512"/>
                  <a:gd name="T39" fmla="*/ 224 h 512"/>
                  <a:gd name="T40" fmla="*/ 384 w 512"/>
                  <a:gd name="T41" fmla="*/ 224 h 512"/>
                  <a:gd name="T42" fmla="*/ 416 w 512"/>
                  <a:gd name="T43" fmla="*/ 256 h 512"/>
                  <a:gd name="T44" fmla="*/ 416 w 512"/>
                  <a:gd name="T45" fmla="*/ 34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371" y="352"/>
                      <a:pt x="371" y="352"/>
                      <a:pt x="371" y="352"/>
                    </a:cubicBezTo>
                    <a:cubicBezTo>
                      <a:pt x="367" y="364"/>
                      <a:pt x="355" y="373"/>
                      <a:pt x="341" y="373"/>
                    </a:cubicBezTo>
                    <a:cubicBezTo>
                      <a:pt x="327" y="373"/>
                      <a:pt x="315" y="364"/>
                      <a:pt x="311" y="352"/>
                    </a:cubicBezTo>
                    <a:cubicBezTo>
                      <a:pt x="190" y="352"/>
                      <a:pt x="190" y="352"/>
                      <a:pt x="190" y="352"/>
                    </a:cubicBezTo>
                    <a:cubicBezTo>
                      <a:pt x="185" y="364"/>
                      <a:pt x="174" y="373"/>
                      <a:pt x="160" y="373"/>
                    </a:cubicBezTo>
                    <a:cubicBezTo>
                      <a:pt x="146" y="373"/>
                      <a:pt x="134" y="364"/>
                      <a:pt x="130" y="352"/>
                    </a:cubicBezTo>
                    <a:cubicBezTo>
                      <a:pt x="106" y="352"/>
                      <a:pt x="106" y="352"/>
                      <a:pt x="106" y="352"/>
                    </a:cubicBezTo>
                    <a:cubicBezTo>
                      <a:pt x="100" y="352"/>
                      <a:pt x="96" y="347"/>
                      <a:pt x="96" y="341"/>
                    </a:cubicBezTo>
                    <a:cubicBezTo>
                      <a:pt x="96" y="170"/>
                      <a:pt x="96" y="170"/>
                      <a:pt x="96" y="170"/>
                    </a:cubicBezTo>
                    <a:cubicBezTo>
                      <a:pt x="96" y="164"/>
                      <a:pt x="100" y="160"/>
                      <a:pt x="106" y="160"/>
                    </a:cubicBezTo>
                    <a:cubicBezTo>
                      <a:pt x="320" y="160"/>
                      <a:pt x="320" y="160"/>
                      <a:pt x="320" y="160"/>
                    </a:cubicBezTo>
                    <a:cubicBezTo>
                      <a:pt x="326" y="160"/>
                      <a:pt x="330" y="164"/>
                      <a:pt x="330" y="170"/>
                    </a:cubicBezTo>
                    <a:cubicBezTo>
                      <a:pt x="330" y="224"/>
                      <a:pt x="330" y="224"/>
                      <a:pt x="330" y="224"/>
                    </a:cubicBezTo>
                    <a:cubicBezTo>
                      <a:pt x="384" y="224"/>
                      <a:pt x="384" y="224"/>
                      <a:pt x="384" y="224"/>
                    </a:cubicBezTo>
                    <a:cubicBezTo>
                      <a:pt x="401" y="224"/>
                      <a:pt x="416" y="238"/>
                      <a:pt x="416" y="256"/>
                    </a:cubicBezTo>
                    <a:lnTo>
                      <a:pt x="416" y="3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14" name="Group 550"/>
            <p:cNvGrpSpPr>
              <a:grpSpLocks noChangeAspect="1"/>
            </p:cNvGrpSpPr>
            <p:nvPr/>
          </p:nvGrpSpPr>
          <p:grpSpPr bwMode="auto">
            <a:xfrm>
              <a:off x="7582600" y="3427279"/>
              <a:ext cx="1170000" cy="1170000"/>
              <a:chOff x="1520" y="1938"/>
              <a:chExt cx="340" cy="340"/>
            </a:xfrm>
            <a:solidFill>
              <a:schemeClr val="bg2">
                <a:lumMod val="75000"/>
              </a:schemeClr>
            </a:solidFill>
          </p:grpSpPr>
          <p:sp>
            <p:nvSpPr>
              <p:cNvPr id="15" name="Freeform 551"/>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6" name="Freeform 552"/>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17" name="Group 986"/>
            <p:cNvGrpSpPr>
              <a:grpSpLocks noChangeAspect="1"/>
            </p:cNvGrpSpPr>
            <p:nvPr/>
          </p:nvGrpSpPr>
          <p:grpSpPr bwMode="auto">
            <a:xfrm>
              <a:off x="5183045" y="1706662"/>
              <a:ext cx="1170000" cy="1170000"/>
              <a:chOff x="4274" y="3998"/>
              <a:chExt cx="340" cy="340"/>
            </a:xfrm>
            <a:solidFill>
              <a:schemeClr val="bg2">
                <a:lumMod val="75000"/>
              </a:schemeClr>
            </a:solidFill>
          </p:grpSpPr>
          <p:sp>
            <p:nvSpPr>
              <p:cNvPr id="18" name="Freeform 987"/>
              <p:cNvSpPr>
                <a:spLocks noEditPoints="1"/>
              </p:cNvSpPr>
              <p:nvPr/>
            </p:nvSpPr>
            <p:spPr bwMode="auto">
              <a:xfrm>
                <a:off x="4338" y="4068"/>
                <a:ext cx="212" cy="192"/>
              </a:xfrm>
              <a:custGeom>
                <a:avLst/>
                <a:gdLst>
                  <a:gd name="T0" fmla="*/ 85 w 320"/>
                  <a:gd name="T1" fmla="*/ 236 h 289"/>
                  <a:gd name="T2" fmla="*/ 85 w 320"/>
                  <a:gd name="T3" fmla="*/ 151 h 289"/>
                  <a:gd name="T4" fmla="*/ 96 w 320"/>
                  <a:gd name="T5" fmla="*/ 140 h 289"/>
                  <a:gd name="T6" fmla="*/ 106 w 320"/>
                  <a:gd name="T7" fmla="*/ 151 h 289"/>
                  <a:gd name="T8" fmla="*/ 106 w 320"/>
                  <a:gd name="T9" fmla="*/ 236 h 289"/>
                  <a:gd name="T10" fmla="*/ 96 w 320"/>
                  <a:gd name="T11" fmla="*/ 247 h 289"/>
                  <a:gd name="T12" fmla="*/ 85 w 320"/>
                  <a:gd name="T13" fmla="*/ 236 h 289"/>
                  <a:gd name="T14" fmla="*/ 138 w 320"/>
                  <a:gd name="T15" fmla="*/ 247 h 289"/>
                  <a:gd name="T16" fmla="*/ 149 w 320"/>
                  <a:gd name="T17" fmla="*/ 236 h 289"/>
                  <a:gd name="T18" fmla="*/ 149 w 320"/>
                  <a:gd name="T19" fmla="*/ 151 h 289"/>
                  <a:gd name="T20" fmla="*/ 138 w 320"/>
                  <a:gd name="T21" fmla="*/ 140 h 289"/>
                  <a:gd name="T22" fmla="*/ 128 w 320"/>
                  <a:gd name="T23" fmla="*/ 151 h 289"/>
                  <a:gd name="T24" fmla="*/ 128 w 320"/>
                  <a:gd name="T25" fmla="*/ 236 h 289"/>
                  <a:gd name="T26" fmla="*/ 138 w 320"/>
                  <a:gd name="T27" fmla="*/ 247 h 289"/>
                  <a:gd name="T28" fmla="*/ 181 w 320"/>
                  <a:gd name="T29" fmla="*/ 247 h 289"/>
                  <a:gd name="T30" fmla="*/ 192 w 320"/>
                  <a:gd name="T31" fmla="*/ 236 h 289"/>
                  <a:gd name="T32" fmla="*/ 192 w 320"/>
                  <a:gd name="T33" fmla="*/ 151 h 289"/>
                  <a:gd name="T34" fmla="*/ 181 w 320"/>
                  <a:gd name="T35" fmla="*/ 140 h 289"/>
                  <a:gd name="T36" fmla="*/ 170 w 320"/>
                  <a:gd name="T37" fmla="*/ 151 h 289"/>
                  <a:gd name="T38" fmla="*/ 170 w 320"/>
                  <a:gd name="T39" fmla="*/ 236 h 289"/>
                  <a:gd name="T40" fmla="*/ 181 w 320"/>
                  <a:gd name="T41" fmla="*/ 247 h 289"/>
                  <a:gd name="T42" fmla="*/ 224 w 320"/>
                  <a:gd name="T43" fmla="*/ 247 h 289"/>
                  <a:gd name="T44" fmla="*/ 234 w 320"/>
                  <a:gd name="T45" fmla="*/ 236 h 289"/>
                  <a:gd name="T46" fmla="*/ 234 w 320"/>
                  <a:gd name="T47" fmla="*/ 151 h 289"/>
                  <a:gd name="T48" fmla="*/ 224 w 320"/>
                  <a:gd name="T49" fmla="*/ 140 h 289"/>
                  <a:gd name="T50" fmla="*/ 213 w 320"/>
                  <a:gd name="T51" fmla="*/ 151 h 289"/>
                  <a:gd name="T52" fmla="*/ 213 w 320"/>
                  <a:gd name="T53" fmla="*/ 236 h 289"/>
                  <a:gd name="T54" fmla="*/ 224 w 320"/>
                  <a:gd name="T55" fmla="*/ 247 h 289"/>
                  <a:gd name="T56" fmla="*/ 320 w 320"/>
                  <a:gd name="T57" fmla="*/ 108 h 289"/>
                  <a:gd name="T58" fmla="*/ 309 w 320"/>
                  <a:gd name="T59" fmla="*/ 119 h 289"/>
                  <a:gd name="T60" fmla="*/ 307 w 320"/>
                  <a:gd name="T61" fmla="*/ 119 h 289"/>
                  <a:gd name="T62" fmla="*/ 277 w 320"/>
                  <a:gd name="T63" fmla="*/ 281 h 289"/>
                  <a:gd name="T64" fmla="*/ 266 w 320"/>
                  <a:gd name="T65" fmla="*/ 289 h 289"/>
                  <a:gd name="T66" fmla="*/ 53 w 320"/>
                  <a:gd name="T67" fmla="*/ 289 h 289"/>
                  <a:gd name="T68" fmla="*/ 43 w 320"/>
                  <a:gd name="T69" fmla="*/ 281 h 289"/>
                  <a:gd name="T70" fmla="*/ 12 w 320"/>
                  <a:gd name="T71" fmla="*/ 119 h 289"/>
                  <a:gd name="T72" fmla="*/ 10 w 320"/>
                  <a:gd name="T73" fmla="*/ 119 h 289"/>
                  <a:gd name="T74" fmla="*/ 0 w 320"/>
                  <a:gd name="T75" fmla="*/ 108 h 289"/>
                  <a:gd name="T76" fmla="*/ 10 w 320"/>
                  <a:gd name="T77" fmla="*/ 97 h 289"/>
                  <a:gd name="T78" fmla="*/ 47 w 320"/>
                  <a:gd name="T79" fmla="*/ 97 h 289"/>
                  <a:gd name="T80" fmla="*/ 108 w 320"/>
                  <a:gd name="T81" fmla="*/ 6 h 289"/>
                  <a:gd name="T82" fmla="*/ 123 w 320"/>
                  <a:gd name="T83" fmla="*/ 3 h 289"/>
                  <a:gd name="T84" fmla="*/ 126 w 320"/>
                  <a:gd name="T85" fmla="*/ 18 h 289"/>
                  <a:gd name="T86" fmla="*/ 73 w 320"/>
                  <a:gd name="T87" fmla="*/ 97 h 289"/>
                  <a:gd name="T88" fmla="*/ 246 w 320"/>
                  <a:gd name="T89" fmla="*/ 97 h 289"/>
                  <a:gd name="T90" fmla="*/ 193 w 320"/>
                  <a:gd name="T91" fmla="*/ 18 h 289"/>
                  <a:gd name="T92" fmla="*/ 196 w 320"/>
                  <a:gd name="T93" fmla="*/ 3 h 289"/>
                  <a:gd name="T94" fmla="*/ 211 w 320"/>
                  <a:gd name="T95" fmla="*/ 6 h 289"/>
                  <a:gd name="T96" fmla="*/ 272 w 320"/>
                  <a:gd name="T97" fmla="*/ 97 h 289"/>
                  <a:gd name="T98" fmla="*/ 309 w 320"/>
                  <a:gd name="T99" fmla="*/ 97 h 289"/>
                  <a:gd name="T100" fmla="*/ 320 w 320"/>
                  <a:gd name="T101" fmla="*/ 108 h 289"/>
                  <a:gd name="T102" fmla="*/ 285 w 320"/>
                  <a:gd name="T103" fmla="*/ 119 h 289"/>
                  <a:gd name="T104" fmla="*/ 34 w 320"/>
                  <a:gd name="T105" fmla="*/ 119 h 289"/>
                  <a:gd name="T106" fmla="*/ 62 w 320"/>
                  <a:gd name="T107" fmla="*/ 268 h 289"/>
                  <a:gd name="T108" fmla="*/ 257 w 320"/>
                  <a:gd name="T109" fmla="*/ 268 h 289"/>
                  <a:gd name="T110" fmla="*/ 285 w 320"/>
                  <a:gd name="T111" fmla="*/ 11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89">
                    <a:moveTo>
                      <a:pt x="85" y="236"/>
                    </a:moveTo>
                    <a:cubicBezTo>
                      <a:pt x="85" y="151"/>
                      <a:pt x="85" y="151"/>
                      <a:pt x="85" y="151"/>
                    </a:cubicBezTo>
                    <a:cubicBezTo>
                      <a:pt x="85" y="145"/>
                      <a:pt x="90" y="140"/>
                      <a:pt x="96" y="140"/>
                    </a:cubicBezTo>
                    <a:cubicBezTo>
                      <a:pt x="102" y="140"/>
                      <a:pt x="106" y="145"/>
                      <a:pt x="106" y="151"/>
                    </a:cubicBezTo>
                    <a:cubicBezTo>
                      <a:pt x="106" y="236"/>
                      <a:pt x="106" y="236"/>
                      <a:pt x="106" y="236"/>
                    </a:cubicBezTo>
                    <a:cubicBezTo>
                      <a:pt x="106" y="242"/>
                      <a:pt x="102" y="247"/>
                      <a:pt x="96" y="247"/>
                    </a:cubicBezTo>
                    <a:cubicBezTo>
                      <a:pt x="90" y="247"/>
                      <a:pt x="85" y="242"/>
                      <a:pt x="85" y="236"/>
                    </a:cubicBezTo>
                    <a:close/>
                    <a:moveTo>
                      <a:pt x="138" y="247"/>
                    </a:moveTo>
                    <a:cubicBezTo>
                      <a:pt x="144" y="247"/>
                      <a:pt x="149" y="242"/>
                      <a:pt x="149" y="236"/>
                    </a:cubicBezTo>
                    <a:cubicBezTo>
                      <a:pt x="149" y="151"/>
                      <a:pt x="149" y="151"/>
                      <a:pt x="149" y="151"/>
                    </a:cubicBezTo>
                    <a:cubicBezTo>
                      <a:pt x="149" y="145"/>
                      <a:pt x="144" y="140"/>
                      <a:pt x="138" y="140"/>
                    </a:cubicBezTo>
                    <a:cubicBezTo>
                      <a:pt x="132" y="140"/>
                      <a:pt x="128" y="145"/>
                      <a:pt x="128" y="151"/>
                    </a:cubicBezTo>
                    <a:cubicBezTo>
                      <a:pt x="128" y="236"/>
                      <a:pt x="128" y="236"/>
                      <a:pt x="128" y="236"/>
                    </a:cubicBezTo>
                    <a:cubicBezTo>
                      <a:pt x="128" y="242"/>
                      <a:pt x="132" y="247"/>
                      <a:pt x="138" y="247"/>
                    </a:cubicBezTo>
                    <a:close/>
                    <a:moveTo>
                      <a:pt x="181" y="247"/>
                    </a:moveTo>
                    <a:cubicBezTo>
                      <a:pt x="187" y="247"/>
                      <a:pt x="192" y="242"/>
                      <a:pt x="192" y="236"/>
                    </a:cubicBezTo>
                    <a:cubicBezTo>
                      <a:pt x="192" y="151"/>
                      <a:pt x="192" y="151"/>
                      <a:pt x="192" y="151"/>
                    </a:cubicBezTo>
                    <a:cubicBezTo>
                      <a:pt x="192" y="145"/>
                      <a:pt x="187" y="140"/>
                      <a:pt x="181" y="140"/>
                    </a:cubicBezTo>
                    <a:cubicBezTo>
                      <a:pt x="175" y="140"/>
                      <a:pt x="170" y="145"/>
                      <a:pt x="170" y="151"/>
                    </a:cubicBezTo>
                    <a:cubicBezTo>
                      <a:pt x="170" y="236"/>
                      <a:pt x="170" y="236"/>
                      <a:pt x="170" y="236"/>
                    </a:cubicBezTo>
                    <a:cubicBezTo>
                      <a:pt x="170" y="242"/>
                      <a:pt x="175" y="247"/>
                      <a:pt x="181" y="247"/>
                    </a:cubicBezTo>
                    <a:close/>
                    <a:moveTo>
                      <a:pt x="224" y="247"/>
                    </a:moveTo>
                    <a:cubicBezTo>
                      <a:pt x="230" y="247"/>
                      <a:pt x="234" y="242"/>
                      <a:pt x="234" y="236"/>
                    </a:cubicBezTo>
                    <a:cubicBezTo>
                      <a:pt x="234" y="151"/>
                      <a:pt x="234" y="151"/>
                      <a:pt x="234" y="151"/>
                    </a:cubicBezTo>
                    <a:cubicBezTo>
                      <a:pt x="234" y="145"/>
                      <a:pt x="230" y="140"/>
                      <a:pt x="224" y="140"/>
                    </a:cubicBezTo>
                    <a:cubicBezTo>
                      <a:pt x="218" y="140"/>
                      <a:pt x="213" y="145"/>
                      <a:pt x="213" y="151"/>
                    </a:cubicBezTo>
                    <a:cubicBezTo>
                      <a:pt x="213" y="236"/>
                      <a:pt x="213" y="236"/>
                      <a:pt x="213" y="236"/>
                    </a:cubicBezTo>
                    <a:cubicBezTo>
                      <a:pt x="213" y="242"/>
                      <a:pt x="218" y="247"/>
                      <a:pt x="224" y="247"/>
                    </a:cubicBezTo>
                    <a:close/>
                    <a:moveTo>
                      <a:pt x="320" y="108"/>
                    </a:moveTo>
                    <a:cubicBezTo>
                      <a:pt x="320" y="114"/>
                      <a:pt x="315" y="119"/>
                      <a:pt x="309" y="119"/>
                    </a:cubicBezTo>
                    <a:cubicBezTo>
                      <a:pt x="307" y="119"/>
                      <a:pt x="307" y="119"/>
                      <a:pt x="307" y="119"/>
                    </a:cubicBezTo>
                    <a:cubicBezTo>
                      <a:pt x="277" y="281"/>
                      <a:pt x="277" y="281"/>
                      <a:pt x="277" y="281"/>
                    </a:cubicBezTo>
                    <a:cubicBezTo>
                      <a:pt x="276" y="286"/>
                      <a:pt x="271" y="289"/>
                      <a:pt x="266" y="289"/>
                    </a:cubicBezTo>
                    <a:cubicBezTo>
                      <a:pt x="53" y="289"/>
                      <a:pt x="53" y="289"/>
                      <a:pt x="53" y="289"/>
                    </a:cubicBezTo>
                    <a:cubicBezTo>
                      <a:pt x="48" y="289"/>
                      <a:pt x="43" y="286"/>
                      <a:pt x="43" y="281"/>
                    </a:cubicBezTo>
                    <a:cubicBezTo>
                      <a:pt x="12" y="119"/>
                      <a:pt x="12" y="119"/>
                      <a:pt x="12" y="119"/>
                    </a:cubicBezTo>
                    <a:cubicBezTo>
                      <a:pt x="10" y="119"/>
                      <a:pt x="10" y="119"/>
                      <a:pt x="10" y="119"/>
                    </a:cubicBezTo>
                    <a:cubicBezTo>
                      <a:pt x="4" y="119"/>
                      <a:pt x="0" y="114"/>
                      <a:pt x="0" y="108"/>
                    </a:cubicBezTo>
                    <a:cubicBezTo>
                      <a:pt x="0" y="102"/>
                      <a:pt x="4" y="97"/>
                      <a:pt x="10" y="97"/>
                    </a:cubicBezTo>
                    <a:cubicBezTo>
                      <a:pt x="47" y="97"/>
                      <a:pt x="47" y="97"/>
                      <a:pt x="47" y="97"/>
                    </a:cubicBezTo>
                    <a:cubicBezTo>
                      <a:pt x="108" y="6"/>
                      <a:pt x="108" y="6"/>
                      <a:pt x="108" y="6"/>
                    </a:cubicBezTo>
                    <a:cubicBezTo>
                      <a:pt x="111" y="1"/>
                      <a:pt x="118" y="0"/>
                      <a:pt x="123" y="3"/>
                    </a:cubicBezTo>
                    <a:cubicBezTo>
                      <a:pt x="128" y="6"/>
                      <a:pt x="129" y="13"/>
                      <a:pt x="126" y="18"/>
                    </a:cubicBezTo>
                    <a:cubicBezTo>
                      <a:pt x="73" y="97"/>
                      <a:pt x="73" y="97"/>
                      <a:pt x="73" y="97"/>
                    </a:cubicBezTo>
                    <a:cubicBezTo>
                      <a:pt x="246" y="97"/>
                      <a:pt x="246" y="97"/>
                      <a:pt x="246" y="97"/>
                    </a:cubicBezTo>
                    <a:cubicBezTo>
                      <a:pt x="193" y="18"/>
                      <a:pt x="193" y="18"/>
                      <a:pt x="193" y="18"/>
                    </a:cubicBezTo>
                    <a:cubicBezTo>
                      <a:pt x="190" y="13"/>
                      <a:pt x="192" y="6"/>
                      <a:pt x="196" y="3"/>
                    </a:cubicBezTo>
                    <a:cubicBezTo>
                      <a:pt x="201" y="0"/>
                      <a:pt x="208" y="1"/>
                      <a:pt x="211" y="6"/>
                    </a:cubicBezTo>
                    <a:cubicBezTo>
                      <a:pt x="272" y="97"/>
                      <a:pt x="272" y="97"/>
                      <a:pt x="272" y="97"/>
                    </a:cubicBezTo>
                    <a:cubicBezTo>
                      <a:pt x="309" y="97"/>
                      <a:pt x="309" y="97"/>
                      <a:pt x="309" y="97"/>
                    </a:cubicBezTo>
                    <a:cubicBezTo>
                      <a:pt x="315" y="97"/>
                      <a:pt x="320" y="102"/>
                      <a:pt x="320" y="108"/>
                    </a:cubicBezTo>
                    <a:close/>
                    <a:moveTo>
                      <a:pt x="285" y="119"/>
                    </a:moveTo>
                    <a:cubicBezTo>
                      <a:pt x="34" y="119"/>
                      <a:pt x="34" y="119"/>
                      <a:pt x="34" y="119"/>
                    </a:cubicBezTo>
                    <a:cubicBezTo>
                      <a:pt x="62" y="268"/>
                      <a:pt x="62" y="268"/>
                      <a:pt x="62" y="268"/>
                    </a:cubicBezTo>
                    <a:cubicBezTo>
                      <a:pt x="257" y="268"/>
                      <a:pt x="257" y="268"/>
                      <a:pt x="257" y="268"/>
                    </a:cubicBezTo>
                    <a:lnTo>
                      <a:pt x="285"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9" name="Freeform 988"/>
              <p:cNvSpPr>
                <a:spLocks noEditPoints="1"/>
              </p:cNvSpPr>
              <p:nvPr/>
            </p:nvSpPr>
            <p:spPr bwMode="auto">
              <a:xfrm>
                <a:off x="4274" y="399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cxnSp>
          <p:nvCxnSpPr>
            <p:cNvPr id="21" name="Straight Connector 20"/>
            <p:cNvCxnSpPr/>
            <p:nvPr/>
          </p:nvCxnSpPr>
          <p:spPr>
            <a:xfrm flipH="1">
              <a:off x="3378200" y="2298700"/>
              <a:ext cx="1764000" cy="0"/>
            </a:xfrm>
            <a:prstGeom prst="line">
              <a:avLst/>
            </a:prstGeom>
            <a:ln w="190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V="1">
              <a:off x="3378200" y="2298700"/>
              <a:ext cx="0" cy="1087200"/>
            </a:xfrm>
            <a:prstGeom prst="line">
              <a:avLst/>
            </a:prstGeom>
            <a:ln w="190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89001" y="4014000"/>
              <a:ext cx="1164432" cy="0"/>
            </a:xfrm>
            <a:prstGeom prst="line">
              <a:avLst/>
            </a:prstGeom>
            <a:ln w="190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3989784" y="4014000"/>
              <a:ext cx="1164432" cy="0"/>
            </a:xfrm>
            <a:prstGeom prst="line">
              <a:avLst/>
            </a:prstGeom>
            <a:ln w="190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6381620" y="4014000"/>
              <a:ext cx="1164432" cy="0"/>
            </a:xfrm>
            <a:prstGeom prst="line">
              <a:avLst/>
            </a:prstGeom>
            <a:ln w="190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6394320" y="2298700"/>
              <a:ext cx="1764000" cy="0"/>
            </a:xfrm>
            <a:prstGeom prst="line">
              <a:avLst/>
            </a:prstGeom>
            <a:ln w="190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flipH="1" flipV="1">
              <a:off x="8158320" y="2298700"/>
              <a:ext cx="0" cy="1087200"/>
            </a:xfrm>
            <a:prstGeom prst="line">
              <a:avLst/>
            </a:prstGeom>
            <a:ln w="190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991802" y="5722700"/>
              <a:ext cx="7166518" cy="0"/>
            </a:xfrm>
            <a:prstGeom prst="line">
              <a:avLst/>
            </a:prstGeom>
            <a:ln w="190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991802" y="4953000"/>
              <a:ext cx="0" cy="769700"/>
            </a:xfrm>
            <a:prstGeom prst="line">
              <a:avLst/>
            </a:prstGeom>
            <a:ln w="190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flipV="1">
              <a:off x="8158320" y="4635500"/>
              <a:ext cx="0" cy="1087200"/>
            </a:xfrm>
            <a:prstGeom prst="line">
              <a:avLst/>
            </a:prstGeom>
            <a:ln w="190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406802" y="4650740"/>
              <a:ext cx="1170000" cy="198793"/>
            </a:xfrm>
            <a:prstGeom prst="rect">
              <a:avLst/>
            </a:prstGeom>
            <a:noFill/>
          </p:spPr>
          <p:txBody>
            <a:bodyPr wrap="square" lIns="0" tIns="0" rIns="0" bIns="0" rtlCol="0">
              <a:spAutoFit/>
            </a:bodyPr>
            <a:lstStyle/>
            <a:p>
              <a:pPr algn="ctr">
                <a:spcBef>
                  <a:spcPts val="488"/>
                </a:spcBef>
                <a:buSzPct val="100000"/>
              </a:pPr>
              <a:r>
                <a:rPr lang="en-GB" sz="1138" dirty="0">
                  <a:solidFill>
                    <a:schemeClr val="accent3"/>
                  </a:solidFill>
                  <a:latin typeface="Aptos" panose="020B0004020202020204" pitchFamily="34" charset="0"/>
                </a:rPr>
                <a:t>Producer</a:t>
              </a:r>
            </a:p>
          </p:txBody>
        </p:sp>
        <p:sp>
          <p:nvSpPr>
            <p:cNvPr id="44" name="TextBox 43"/>
            <p:cNvSpPr txBox="1"/>
            <p:nvPr/>
          </p:nvSpPr>
          <p:spPr>
            <a:xfrm>
              <a:off x="2539205" y="4650740"/>
              <a:ext cx="1674654" cy="198793"/>
            </a:xfrm>
            <a:prstGeom prst="rect">
              <a:avLst/>
            </a:prstGeom>
            <a:noFill/>
          </p:spPr>
          <p:txBody>
            <a:bodyPr wrap="square" lIns="0" tIns="0" rIns="0" bIns="0" rtlCol="0">
              <a:spAutoFit/>
            </a:bodyPr>
            <a:lstStyle/>
            <a:p>
              <a:pPr algn="ctr">
                <a:spcBef>
                  <a:spcPts val="488"/>
                </a:spcBef>
                <a:buSzPct val="100000"/>
              </a:pPr>
              <a:r>
                <a:rPr lang="en-GB" sz="1138" dirty="0">
                  <a:solidFill>
                    <a:schemeClr val="accent3"/>
                  </a:solidFill>
                  <a:latin typeface="Aptos" panose="020B0004020202020204" pitchFamily="34" charset="0"/>
                </a:rPr>
                <a:t>Distributor</a:t>
              </a:r>
            </a:p>
          </p:txBody>
        </p:sp>
        <p:sp>
          <p:nvSpPr>
            <p:cNvPr id="45" name="TextBox 44"/>
            <p:cNvSpPr txBox="1"/>
            <p:nvPr/>
          </p:nvSpPr>
          <p:spPr>
            <a:xfrm>
              <a:off x="5183046" y="4650740"/>
              <a:ext cx="1170000" cy="198793"/>
            </a:xfrm>
            <a:prstGeom prst="rect">
              <a:avLst/>
            </a:prstGeom>
            <a:noFill/>
          </p:spPr>
          <p:txBody>
            <a:bodyPr wrap="square" lIns="0" tIns="0" rIns="0" bIns="0" rtlCol="0">
              <a:spAutoFit/>
            </a:bodyPr>
            <a:lstStyle/>
            <a:p>
              <a:pPr algn="ctr">
                <a:spcBef>
                  <a:spcPts val="488"/>
                </a:spcBef>
                <a:buSzPct val="100000"/>
              </a:pPr>
              <a:r>
                <a:rPr lang="en-GB" sz="1138" dirty="0">
                  <a:solidFill>
                    <a:schemeClr val="accent3"/>
                  </a:solidFill>
                  <a:latin typeface="Aptos" panose="020B0004020202020204" pitchFamily="34" charset="0"/>
                </a:rPr>
                <a:t>Retailer</a:t>
              </a:r>
            </a:p>
          </p:txBody>
        </p:sp>
        <p:sp>
          <p:nvSpPr>
            <p:cNvPr id="46" name="TextBox 45"/>
            <p:cNvSpPr txBox="1"/>
            <p:nvPr/>
          </p:nvSpPr>
          <p:spPr>
            <a:xfrm>
              <a:off x="5183046" y="2931659"/>
              <a:ext cx="1170000" cy="198793"/>
            </a:xfrm>
            <a:prstGeom prst="rect">
              <a:avLst/>
            </a:prstGeom>
            <a:noFill/>
            <a:ln>
              <a:noFill/>
            </a:ln>
          </p:spPr>
          <p:txBody>
            <a:bodyPr wrap="square" lIns="0" tIns="0" rIns="0" bIns="0" rtlCol="0">
              <a:spAutoFit/>
            </a:bodyPr>
            <a:lstStyle/>
            <a:p>
              <a:pPr algn="ctr">
                <a:spcBef>
                  <a:spcPts val="488"/>
                </a:spcBef>
                <a:buSzPct val="100000"/>
              </a:pPr>
              <a:r>
                <a:rPr lang="en-GB" sz="1138" dirty="0">
                  <a:solidFill>
                    <a:schemeClr val="bg2">
                      <a:lumMod val="75000"/>
                    </a:schemeClr>
                  </a:solidFill>
                  <a:latin typeface="Aptos" panose="020B0004020202020204" pitchFamily="34" charset="0"/>
                </a:rPr>
                <a:t>Shopping</a:t>
              </a:r>
            </a:p>
          </p:txBody>
        </p:sp>
        <p:sp>
          <p:nvSpPr>
            <p:cNvPr id="47" name="TextBox 46"/>
            <p:cNvSpPr txBox="1"/>
            <p:nvPr/>
          </p:nvSpPr>
          <p:spPr>
            <a:xfrm>
              <a:off x="3586968" y="5861050"/>
              <a:ext cx="1975631" cy="198793"/>
            </a:xfrm>
            <a:prstGeom prst="rect">
              <a:avLst/>
            </a:prstGeom>
            <a:noFill/>
          </p:spPr>
          <p:txBody>
            <a:bodyPr wrap="square" lIns="0" tIns="0" rIns="0" bIns="0" rtlCol="0">
              <a:spAutoFit/>
            </a:bodyPr>
            <a:lstStyle/>
            <a:p>
              <a:pPr algn="ctr">
                <a:spcBef>
                  <a:spcPts val="488"/>
                </a:spcBef>
                <a:buSzPct val="100000"/>
              </a:pPr>
              <a:r>
                <a:rPr lang="en-GB" sz="1138" dirty="0">
                  <a:solidFill>
                    <a:schemeClr val="bg2">
                      <a:lumMod val="75000"/>
                    </a:schemeClr>
                  </a:solidFill>
                  <a:latin typeface="Aptos" panose="020B0004020202020204" pitchFamily="34" charset="0"/>
                </a:rPr>
                <a:t>Distribution</a:t>
              </a:r>
            </a:p>
          </p:txBody>
        </p:sp>
        <p:sp>
          <p:nvSpPr>
            <p:cNvPr id="48" name="Oval 47"/>
            <p:cNvSpPr/>
            <p:nvPr/>
          </p:nvSpPr>
          <p:spPr bwMode="gray">
            <a:xfrm>
              <a:off x="1584734" y="3963031"/>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49" name="Oval 48"/>
            <p:cNvSpPr/>
            <p:nvPr/>
          </p:nvSpPr>
          <p:spPr bwMode="gray">
            <a:xfrm>
              <a:off x="2658093" y="3966330"/>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50" name="Oval 49"/>
            <p:cNvSpPr/>
            <p:nvPr/>
          </p:nvSpPr>
          <p:spPr bwMode="gray">
            <a:xfrm>
              <a:off x="3328863" y="3290561"/>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51" name="Oval 50"/>
            <p:cNvSpPr/>
            <p:nvPr/>
          </p:nvSpPr>
          <p:spPr bwMode="gray">
            <a:xfrm>
              <a:off x="3987805" y="3966330"/>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52" name="Oval 51"/>
            <p:cNvSpPr/>
            <p:nvPr/>
          </p:nvSpPr>
          <p:spPr bwMode="gray">
            <a:xfrm>
              <a:off x="5067172" y="3959730"/>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53" name="Oval 52"/>
            <p:cNvSpPr/>
            <p:nvPr/>
          </p:nvSpPr>
          <p:spPr bwMode="gray">
            <a:xfrm>
              <a:off x="6374500" y="3959730"/>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54" name="Oval 53"/>
            <p:cNvSpPr/>
            <p:nvPr/>
          </p:nvSpPr>
          <p:spPr bwMode="gray">
            <a:xfrm>
              <a:off x="7457832" y="3959730"/>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55" name="Oval 54"/>
            <p:cNvSpPr/>
            <p:nvPr/>
          </p:nvSpPr>
          <p:spPr bwMode="gray">
            <a:xfrm>
              <a:off x="8110650" y="3293820"/>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56" name="Oval 55"/>
            <p:cNvSpPr/>
            <p:nvPr/>
          </p:nvSpPr>
          <p:spPr bwMode="gray">
            <a:xfrm>
              <a:off x="8110650" y="4618783"/>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58" name="Oval 57"/>
            <p:cNvSpPr/>
            <p:nvPr/>
          </p:nvSpPr>
          <p:spPr bwMode="gray">
            <a:xfrm>
              <a:off x="7963732"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59" name="Oval 58"/>
            <p:cNvSpPr/>
            <p:nvPr/>
          </p:nvSpPr>
          <p:spPr bwMode="gray">
            <a:xfrm>
              <a:off x="7342836"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60" name="Oval 59"/>
            <p:cNvSpPr/>
            <p:nvPr/>
          </p:nvSpPr>
          <p:spPr bwMode="gray">
            <a:xfrm>
              <a:off x="6721940"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61" name="Oval 60"/>
            <p:cNvSpPr/>
            <p:nvPr/>
          </p:nvSpPr>
          <p:spPr bwMode="gray">
            <a:xfrm>
              <a:off x="6101044"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62" name="Oval 61"/>
            <p:cNvSpPr/>
            <p:nvPr/>
          </p:nvSpPr>
          <p:spPr bwMode="gray">
            <a:xfrm>
              <a:off x="5480148"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63" name="Oval 62"/>
            <p:cNvSpPr/>
            <p:nvPr/>
          </p:nvSpPr>
          <p:spPr bwMode="gray">
            <a:xfrm>
              <a:off x="4859252"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64" name="Oval 63"/>
            <p:cNvSpPr/>
            <p:nvPr/>
          </p:nvSpPr>
          <p:spPr bwMode="gray">
            <a:xfrm>
              <a:off x="4238356"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65" name="Oval 64"/>
            <p:cNvSpPr/>
            <p:nvPr/>
          </p:nvSpPr>
          <p:spPr bwMode="gray">
            <a:xfrm>
              <a:off x="3617460"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66" name="Oval 65"/>
            <p:cNvSpPr/>
            <p:nvPr/>
          </p:nvSpPr>
          <p:spPr bwMode="gray">
            <a:xfrm>
              <a:off x="2996564"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70" name="Oval 69"/>
            <p:cNvSpPr/>
            <p:nvPr/>
          </p:nvSpPr>
          <p:spPr bwMode="gray">
            <a:xfrm>
              <a:off x="2375668"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71" name="Oval 70"/>
            <p:cNvSpPr/>
            <p:nvPr/>
          </p:nvSpPr>
          <p:spPr bwMode="gray">
            <a:xfrm>
              <a:off x="1754772"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72" name="Oval 71"/>
            <p:cNvSpPr/>
            <p:nvPr/>
          </p:nvSpPr>
          <p:spPr bwMode="gray">
            <a:xfrm>
              <a:off x="1133876" y="56794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73" name="Oval 72"/>
            <p:cNvSpPr/>
            <p:nvPr/>
          </p:nvSpPr>
          <p:spPr bwMode="gray">
            <a:xfrm>
              <a:off x="944132" y="4952999"/>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76" name="Oval 75"/>
            <p:cNvSpPr/>
            <p:nvPr/>
          </p:nvSpPr>
          <p:spPr bwMode="gray">
            <a:xfrm>
              <a:off x="5070695" y="2253162"/>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77" name="Oval 76"/>
            <p:cNvSpPr/>
            <p:nvPr/>
          </p:nvSpPr>
          <p:spPr bwMode="gray">
            <a:xfrm>
              <a:off x="6370055" y="2257631"/>
              <a:ext cx="95340" cy="95340"/>
            </a:xfrm>
            <a:prstGeom prst="ellipse">
              <a:avLst/>
            </a:prstGeom>
            <a:solidFill>
              <a:schemeClr val="bg2">
                <a:lumMod val="7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grpSp>
    </p:spTree>
    <p:extLst>
      <p:ext uri="{BB962C8B-B14F-4D97-AF65-F5344CB8AC3E}">
        <p14:creationId xmlns:p14="http://schemas.microsoft.com/office/powerpoint/2010/main" val="674946367"/>
      </p:ext>
    </p:extLst>
  </p:cSld>
  <p:clrMapOvr>
    <a:masterClrMapping/>
  </p:clrMapOvr>
  <p:transition>
    <p:fade/>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GB"/>
              <a:t>Involved on solid background</a:t>
            </a:r>
            <a:endParaRPr lang="en-GB" dirty="0"/>
          </a:p>
        </p:txBody>
      </p:sp>
      <p:sp>
        <p:nvSpPr>
          <p:cNvPr id="3" name="Title 2"/>
          <p:cNvSpPr>
            <a:spLocks noGrp="1"/>
          </p:cNvSpPr>
          <p:nvPr>
            <p:ph type="title"/>
          </p:nvPr>
        </p:nvSpPr>
        <p:spPr/>
        <p:txBody>
          <a:bodyPr/>
          <a:lstStyle/>
          <a:p>
            <a:r>
              <a:rPr lang="en-GB" dirty="0"/>
              <a:t>Process diagram</a:t>
            </a:r>
          </a:p>
        </p:txBody>
      </p:sp>
      <p:grpSp>
        <p:nvGrpSpPr>
          <p:cNvPr id="105" name="Group 104"/>
          <p:cNvGrpSpPr/>
          <p:nvPr/>
        </p:nvGrpSpPr>
        <p:grpSpPr>
          <a:xfrm>
            <a:off x="1437864" y="1422320"/>
            <a:ext cx="6703630" cy="4263320"/>
            <a:chOff x="1101589" y="1758900"/>
            <a:chExt cx="6661535" cy="4237862"/>
          </a:xfrm>
        </p:grpSpPr>
        <p:cxnSp>
          <p:nvCxnSpPr>
            <p:cNvPr id="92" name="Straight Connector 91"/>
            <p:cNvCxnSpPr/>
            <p:nvPr/>
          </p:nvCxnSpPr>
          <p:spPr>
            <a:xfrm flipH="1">
              <a:off x="5168663" y="5102076"/>
              <a:ext cx="0" cy="28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5992723" y="1996062"/>
              <a:ext cx="2160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7035800" y="4856038"/>
              <a:ext cx="727324"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7035800" y="4255619"/>
              <a:ext cx="727324"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4992482" y="3655141"/>
              <a:ext cx="2770642" cy="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V="1">
              <a:off x="4258491" y="2754763"/>
              <a:ext cx="0" cy="1799389"/>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258491" y="4554152"/>
              <a:ext cx="732609" cy="24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4991100" y="2754764"/>
              <a:ext cx="0" cy="180453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a:endCxn id="29" idx="2"/>
            </p:cNvCxnSpPr>
            <p:nvPr/>
          </p:nvCxnSpPr>
          <p:spPr>
            <a:xfrm>
              <a:off x="4258491" y="2754763"/>
              <a:ext cx="860681"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258491" y="3354068"/>
              <a:ext cx="732609"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V="1">
              <a:off x="4258491" y="3955520"/>
              <a:ext cx="732609"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1449012" y="3656660"/>
              <a:ext cx="2809479"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2388127" y="5649338"/>
              <a:ext cx="1286539"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stCxn id="23" idx="4"/>
            </p:cNvCxnSpPr>
            <p:nvPr/>
          </p:nvCxnSpPr>
          <p:spPr>
            <a:xfrm flipH="1">
              <a:off x="2388127" y="4004084"/>
              <a:ext cx="1" cy="164525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a:stCxn id="21" idx="6"/>
            </p:cNvCxnSpPr>
            <p:nvPr/>
          </p:nvCxnSpPr>
          <p:spPr>
            <a:xfrm flipV="1">
              <a:off x="1796436" y="4686999"/>
              <a:ext cx="591691" cy="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Oval 8"/>
            <p:cNvSpPr/>
            <p:nvPr/>
          </p:nvSpPr>
          <p:spPr bwMode="gray">
            <a:xfrm>
              <a:off x="3173724" y="5301915"/>
              <a:ext cx="694847" cy="694847"/>
            </a:xfrm>
            <a:prstGeom prst="ellipse">
              <a:avLst/>
            </a:prstGeom>
            <a:solidFill>
              <a:schemeClr val="bg2"/>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853" dirty="0">
                  <a:solidFill>
                    <a:schemeClr val="bg1"/>
                  </a:solidFill>
                  <a:latin typeface="Aptos" panose="020B0004020202020204" pitchFamily="34" charset="0"/>
                </a:rPr>
                <a:t>Title</a:t>
              </a:r>
            </a:p>
          </p:txBody>
        </p:sp>
        <p:sp>
          <p:nvSpPr>
            <p:cNvPr id="13" name="Oval 12"/>
            <p:cNvSpPr/>
            <p:nvPr/>
          </p:nvSpPr>
          <p:spPr bwMode="gray">
            <a:xfrm>
              <a:off x="5723465" y="3380026"/>
              <a:ext cx="553271" cy="553271"/>
            </a:xfrm>
            <a:prstGeom prst="ellipse">
              <a:avLst/>
            </a:prstGeom>
            <a:solidFill>
              <a:schemeClr val="accent5"/>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latin typeface="Aptos" panose="020B0004020202020204" pitchFamily="34" charset="0"/>
                </a:rPr>
                <a:t>Title</a:t>
              </a:r>
            </a:p>
          </p:txBody>
        </p:sp>
        <p:sp>
          <p:nvSpPr>
            <p:cNvPr id="14" name="Oval 13"/>
            <p:cNvSpPr/>
            <p:nvPr/>
          </p:nvSpPr>
          <p:spPr bwMode="gray">
            <a:xfrm>
              <a:off x="5723464" y="4139045"/>
              <a:ext cx="553271" cy="553271"/>
            </a:xfrm>
            <a:prstGeom prst="ellipse">
              <a:avLst/>
            </a:prstGeom>
            <a:solidFill>
              <a:schemeClr val="accent3"/>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latin typeface="Aptos" panose="020B0004020202020204" pitchFamily="34" charset="0"/>
                </a:rPr>
                <a:t>Title</a:t>
              </a:r>
            </a:p>
          </p:txBody>
        </p:sp>
        <p:sp>
          <p:nvSpPr>
            <p:cNvPr id="17" name="Oval 16"/>
            <p:cNvSpPr/>
            <p:nvPr/>
          </p:nvSpPr>
          <p:spPr bwMode="gray">
            <a:xfrm>
              <a:off x="4892027" y="5374419"/>
              <a:ext cx="553271" cy="553271"/>
            </a:xfrm>
            <a:prstGeom prst="ellipse">
              <a:avLst/>
            </a:prstGeom>
            <a:solidFill>
              <a:schemeClr val="bg1"/>
            </a:solidFill>
            <a:ln w="19050" algn="ctr">
              <a:solidFill>
                <a:schemeClr val="accent5"/>
              </a:solid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latin typeface="Aptos" panose="020B0004020202020204" pitchFamily="34" charset="0"/>
                </a:rPr>
                <a:t>Title</a:t>
              </a:r>
            </a:p>
          </p:txBody>
        </p:sp>
        <p:sp>
          <p:nvSpPr>
            <p:cNvPr id="18" name="Oval 17"/>
            <p:cNvSpPr/>
            <p:nvPr/>
          </p:nvSpPr>
          <p:spPr bwMode="gray">
            <a:xfrm>
              <a:off x="7165579" y="4613764"/>
              <a:ext cx="484548" cy="484548"/>
            </a:xfrm>
            <a:prstGeom prst="ellipse">
              <a:avLst/>
            </a:prstGeom>
            <a:solidFill>
              <a:schemeClr val="accent3">
                <a:lumMod val="20000"/>
                <a:lumOff val="80000"/>
              </a:schemeClr>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bg1"/>
                  </a:solidFill>
                  <a:latin typeface="Aptos" panose="020B0004020202020204" pitchFamily="34" charset="0"/>
                </a:rPr>
                <a:t>Title</a:t>
              </a:r>
            </a:p>
          </p:txBody>
        </p:sp>
        <p:sp>
          <p:nvSpPr>
            <p:cNvPr id="19" name="Oval 18"/>
            <p:cNvSpPr/>
            <p:nvPr/>
          </p:nvSpPr>
          <p:spPr bwMode="gray">
            <a:xfrm>
              <a:off x="7165579" y="4015747"/>
              <a:ext cx="484548" cy="484548"/>
            </a:xfrm>
            <a:prstGeom prst="ellipse">
              <a:avLst/>
            </a:prstGeom>
            <a:solidFill>
              <a:schemeClr val="accent5"/>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latin typeface="Aptos" panose="020B0004020202020204" pitchFamily="34" charset="0"/>
                </a:rPr>
                <a:t>Title</a:t>
              </a:r>
            </a:p>
          </p:txBody>
        </p:sp>
        <p:sp>
          <p:nvSpPr>
            <p:cNvPr id="20" name="Oval 19"/>
            <p:cNvSpPr/>
            <p:nvPr/>
          </p:nvSpPr>
          <p:spPr bwMode="gray">
            <a:xfrm>
              <a:off x="7165579" y="3417730"/>
              <a:ext cx="484548" cy="484548"/>
            </a:xfrm>
            <a:prstGeom prst="ellipse">
              <a:avLst/>
            </a:prstGeom>
            <a:solidFill>
              <a:schemeClr val="accent3"/>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latin typeface="Aptos" panose="020B0004020202020204" pitchFamily="34" charset="0"/>
                </a:rPr>
                <a:t>Title</a:t>
              </a:r>
            </a:p>
          </p:txBody>
        </p:sp>
        <p:sp>
          <p:nvSpPr>
            <p:cNvPr id="21" name="Oval 20"/>
            <p:cNvSpPr/>
            <p:nvPr/>
          </p:nvSpPr>
          <p:spPr bwMode="gray">
            <a:xfrm>
              <a:off x="1101589" y="4339576"/>
              <a:ext cx="694847" cy="694847"/>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853" dirty="0">
                  <a:latin typeface="Aptos" panose="020B0004020202020204" pitchFamily="34" charset="0"/>
                </a:rPr>
                <a:t>Title</a:t>
              </a:r>
            </a:p>
          </p:txBody>
        </p:sp>
        <p:sp>
          <p:nvSpPr>
            <p:cNvPr id="22" name="Oval 21"/>
            <p:cNvSpPr/>
            <p:nvPr/>
          </p:nvSpPr>
          <p:spPr bwMode="gray">
            <a:xfrm>
              <a:off x="1101589" y="3309237"/>
              <a:ext cx="694847" cy="694847"/>
            </a:xfrm>
            <a:prstGeom prst="ellipse">
              <a:avLst/>
            </a:prstGeom>
            <a:solidFill>
              <a:schemeClr val="bg1"/>
            </a:solid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GB" sz="853" dirty="0">
                  <a:latin typeface="Aptos" panose="020B0004020202020204" pitchFamily="34" charset="0"/>
                </a:rPr>
                <a:t>Title</a:t>
              </a:r>
            </a:p>
          </p:txBody>
        </p:sp>
        <p:sp>
          <p:nvSpPr>
            <p:cNvPr id="23" name="Oval 22"/>
            <p:cNvSpPr/>
            <p:nvPr/>
          </p:nvSpPr>
          <p:spPr bwMode="gray">
            <a:xfrm>
              <a:off x="2040704" y="3309237"/>
              <a:ext cx="694847" cy="694847"/>
            </a:xfrm>
            <a:prstGeom prst="ellipse">
              <a:avLst/>
            </a:prstGeom>
            <a:solidFill>
              <a:schemeClr val="bg1"/>
            </a:solidFill>
            <a:ln w="19050" algn="ctr">
              <a:solidFill>
                <a:schemeClr val="accent5"/>
              </a:solidFill>
              <a:miter lim="800000"/>
              <a:headEnd/>
              <a:tailEnd/>
            </a:ln>
          </p:spPr>
          <p:txBody>
            <a:bodyPr wrap="square" lIns="72231" tIns="72231" rIns="72231" bIns="72231" rtlCol="0" anchor="ctr"/>
            <a:lstStyle/>
            <a:p>
              <a:pPr algn="ctr">
                <a:lnSpc>
                  <a:spcPct val="106000"/>
                </a:lnSpc>
                <a:buFont typeface="Wingdings 2" pitchFamily="18" charset="2"/>
                <a:buNone/>
              </a:pPr>
              <a:r>
                <a:rPr lang="en-GB" sz="853" dirty="0">
                  <a:latin typeface="Aptos" panose="020B0004020202020204" pitchFamily="34" charset="0"/>
                </a:rPr>
                <a:t>Title</a:t>
              </a:r>
            </a:p>
          </p:txBody>
        </p:sp>
        <p:sp>
          <p:nvSpPr>
            <p:cNvPr id="24" name="Oval 23"/>
            <p:cNvSpPr/>
            <p:nvPr/>
          </p:nvSpPr>
          <p:spPr bwMode="gray">
            <a:xfrm>
              <a:off x="2979819" y="3309237"/>
              <a:ext cx="694847" cy="694847"/>
            </a:xfrm>
            <a:prstGeom prst="ellipse">
              <a:avLst/>
            </a:prstGeom>
            <a:solidFill>
              <a:schemeClr val="bg2"/>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853" dirty="0">
                  <a:solidFill>
                    <a:schemeClr val="bg1"/>
                  </a:solidFill>
                  <a:latin typeface="Aptos" panose="020B0004020202020204" pitchFamily="34" charset="0"/>
                </a:rPr>
                <a:t>Title</a:t>
              </a:r>
            </a:p>
          </p:txBody>
        </p:sp>
        <p:sp>
          <p:nvSpPr>
            <p:cNvPr id="25" name="Oval 24"/>
            <p:cNvSpPr/>
            <p:nvPr/>
          </p:nvSpPr>
          <p:spPr bwMode="gray">
            <a:xfrm>
              <a:off x="4392613" y="3119480"/>
              <a:ext cx="474324" cy="474324"/>
            </a:xfrm>
            <a:prstGeom prst="ellipse">
              <a:avLst/>
            </a:prstGeom>
            <a:solidFill>
              <a:schemeClr val="bg1"/>
            </a:solidFill>
            <a:ln w="19050" algn="ctr">
              <a:solidFill>
                <a:schemeClr val="accent3"/>
              </a:solid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accent3"/>
                  </a:solidFill>
                  <a:latin typeface="Aptos" panose="020B0004020202020204" pitchFamily="34" charset="0"/>
                </a:rPr>
                <a:t>Title</a:t>
              </a:r>
            </a:p>
          </p:txBody>
        </p:sp>
        <p:sp>
          <p:nvSpPr>
            <p:cNvPr id="26" name="Oval 25"/>
            <p:cNvSpPr/>
            <p:nvPr/>
          </p:nvSpPr>
          <p:spPr bwMode="gray">
            <a:xfrm>
              <a:off x="4392613" y="3718358"/>
              <a:ext cx="474324" cy="474324"/>
            </a:xfrm>
            <a:prstGeom prst="ellipse">
              <a:avLst/>
            </a:prstGeom>
            <a:solidFill>
              <a:schemeClr val="bg1"/>
            </a:solidFill>
            <a:ln w="19050" algn="ctr">
              <a:solidFill>
                <a:schemeClr val="accent3"/>
              </a:solid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accent3"/>
                  </a:solidFill>
                  <a:latin typeface="Aptos" panose="020B0004020202020204" pitchFamily="34" charset="0"/>
                </a:rPr>
                <a:t>Title</a:t>
              </a:r>
            </a:p>
          </p:txBody>
        </p:sp>
        <p:sp>
          <p:nvSpPr>
            <p:cNvPr id="27" name="Oval 26"/>
            <p:cNvSpPr/>
            <p:nvPr/>
          </p:nvSpPr>
          <p:spPr bwMode="gray">
            <a:xfrm>
              <a:off x="4392613" y="4317236"/>
              <a:ext cx="474324" cy="474324"/>
            </a:xfrm>
            <a:prstGeom prst="ellipse">
              <a:avLst/>
            </a:prstGeom>
            <a:solidFill>
              <a:schemeClr val="bg1"/>
            </a:solidFill>
            <a:ln w="19050" algn="ctr">
              <a:solidFill>
                <a:schemeClr val="accent3"/>
              </a:solid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accent3"/>
                  </a:solidFill>
                  <a:latin typeface="Aptos" panose="020B0004020202020204" pitchFamily="34" charset="0"/>
                </a:rPr>
                <a:t>Title</a:t>
              </a:r>
            </a:p>
          </p:txBody>
        </p:sp>
        <p:sp>
          <p:nvSpPr>
            <p:cNvPr id="28" name="Oval 27"/>
            <p:cNvSpPr/>
            <p:nvPr/>
          </p:nvSpPr>
          <p:spPr bwMode="gray">
            <a:xfrm>
              <a:off x="4392613" y="2520488"/>
              <a:ext cx="474324" cy="474324"/>
            </a:xfrm>
            <a:prstGeom prst="ellipse">
              <a:avLst/>
            </a:prstGeom>
            <a:solidFill>
              <a:schemeClr val="accent3">
                <a:lumMod val="20000"/>
                <a:lumOff val="80000"/>
              </a:schemeClr>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bg1"/>
                  </a:solidFill>
                  <a:latin typeface="Aptos" panose="020B0004020202020204" pitchFamily="34" charset="0"/>
                </a:rPr>
                <a:t>Title</a:t>
              </a:r>
            </a:p>
          </p:txBody>
        </p:sp>
        <p:sp>
          <p:nvSpPr>
            <p:cNvPr id="29" name="Oval 28"/>
            <p:cNvSpPr/>
            <p:nvPr/>
          </p:nvSpPr>
          <p:spPr bwMode="gray">
            <a:xfrm>
              <a:off x="5119172" y="2520488"/>
              <a:ext cx="474324" cy="474324"/>
            </a:xfrm>
            <a:prstGeom prst="ellipse">
              <a:avLst/>
            </a:prstGeom>
            <a:solidFill>
              <a:schemeClr val="accent3"/>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latin typeface="Aptos" panose="020B0004020202020204" pitchFamily="34" charset="0"/>
                </a:rPr>
                <a:t>Title</a:t>
              </a:r>
            </a:p>
          </p:txBody>
        </p:sp>
        <p:sp>
          <p:nvSpPr>
            <p:cNvPr id="30" name="Oval 29"/>
            <p:cNvSpPr/>
            <p:nvPr/>
          </p:nvSpPr>
          <p:spPr bwMode="gray">
            <a:xfrm>
              <a:off x="6200495" y="1758900"/>
              <a:ext cx="474324" cy="474324"/>
            </a:xfrm>
            <a:prstGeom prst="ellipse">
              <a:avLst/>
            </a:prstGeom>
            <a:solidFill>
              <a:schemeClr val="bg1"/>
            </a:solidFill>
            <a:ln w="19050" algn="ctr">
              <a:solidFill>
                <a:schemeClr val="accent3"/>
              </a:solid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latin typeface="Aptos" panose="020B0004020202020204" pitchFamily="34" charset="0"/>
                </a:rPr>
                <a:t>Title</a:t>
              </a:r>
            </a:p>
          </p:txBody>
        </p:sp>
        <p:cxnSp>
          <p:nvCxnSpPr>
            <p:cNvPr id="66" name="Straight Connector 65"/>
            <p:cNvCxnSpPr>
              <a:stCxn id="13" idx="0"/>
            </p:cNvCxnSpPr>
            <p:nvPr/>
          </p:nvCxnSpPr>
          <p:spPr>
            <a:xfrm flipH="1" flipV="1">
              <a:off x="5998219" y="1996062"/>
              <a:ext cx="1882" cy="138396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7763124" y="3655200"/>
              <a:ext cx="0" cy="12008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7032376" y="3655141"/>
              <a:ext cx="3424" cy="120927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6513580" y="3655200"/>
              <a:ext cx="0" cy="76048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14" idx="6"/>
            </p:cNvCxnSpPr>
            <p:nvPr/>
          </p:nvCxnSpPr>
          <p:spPr>
            <a:xfrm>
              <a:off x="6276735" y="4415681"/>
              <a:ext cx="238148"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a:endCxn id="15" idx="0"/>
            </p:cNvCxnSpPr>
            <p:nvPr/>
          </p:nvCxnSpPr>
          <p:spPr>
            <a:xfrm>
              <a:off x="5998219" y="4692316"/>
              <a:ext cx="0" cy="68210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5170541" y="5105273"/>
              <a:ext cx="1651811"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flipH="1">
              <a:off x="6822352" y="5105111"/>
              <a:ext cx="0" cy="28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bwMode="gray">
            <a:xfrm>
              <a:off x="5723463" y="5374420"/>
              <a:ext cx="553271" cy="553271"/>
            </a:xfrm>
            <a:prstGeom prst="ellipse">
              <a:avLst/>
            </a:prstGeom>
            <a:solidFill>
              <a:schemeClr val="accent5"/>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latin typeface="Aptos" panose="020B0004020202020204" pitchFamily="34" charset="0"/>
                </a:rPr>
                <a:t>Title</a:t>
              </a:r>
            </a:p>
          </p:txBody>
        </p:sp>
        <p:sp>
          <p:nvSpPr>
            <p:cNvPr id="16" name="Oval 15"/>
            <p:cNvSpPr/>
            <p:nvPr/>
          </p:nvSpPr>
          <p:spPr bwMode="gray">
            <a:xfrm>
              <a:off x="6545716" y="5374419"/>
              <a:ext cx="553271" cy="553271"/>
            </a:xfrm>
            <a:prstGeom prst="ellipse">
              <a:avLst/>
            </a:prstGeom>
            <a:solidFill>
              <a:schemeClr val="accent5"/>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latin typeface="Aptos" panose="020B0004020202020204" pitchFamily="34" charset="0"/>
                </a:rPr>
                <a:t>Title</a:t>
              </a:r>
            </a:p>
          </p:txBody>
        </p:sp>
      </p:grpSp>
    </p:spTree>
    <p:extLst>
      <p:ext uri="{BB962C8B-B14F-4D97-AF65-F5344CB8AC3E}">
        <p14:creationId xmlns:p14="http://schemas.microsoft.com/office/powerpoint/2010/main" val="2196595859"/>
      </p:ext>
    </p:extLst>
  </p:cSld>
  <p:clrMapOvr>
    <a:masterClrMapping/>
  </p:clrMapOvr>
  <p:transition>
    <p:fade/>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Involved</a:t>
            </a:r>
            <a:endParaRPr lang="en-GB" dirty="0"/>
          </a:p>
        </p:txBody>
      </p:sp>
      <p:sp>
        <p:nvSpPr>
          <p:cNvPr id="3" name="Title 2"/>
          <p:cNvSpPr>
            <a:spLocks noGrp="1"/>
          </p:cNvSpPr>
          <p:nvPr>
            <p:ph type="title"/>
          </p:nvPr>
        </p:nvSpPr>
        <p:spPr/>
        <p:txBody>
          <a:bodyPr/>
          <a:lstStyle/>
          <a:p>
            <a:r>
              <a:rPr lang="en-GB" dirty="0"/>
              <a:t>Process diagram</a:t>
            </a:r>
          </a:p>
        </p:txBody>
      </p:sp>
      <p:grpSp>
        <p:nvGrpSpPr>
          <p:cNvPr id="5" name="Group 4"/>
          <p:cNvGrpSpPr/>
          <p:nvPr/>
        </p:nvGrpSpPr>
        <p:grpSpPr>
          <a:xfrm>
            <a:off x="1024759" y="1876918"/>
            <a:ext cx="7750948" cy="3694962"/>
            <a:chOff x="1101589" y="2820997"/>
            <a:chExt cx="6661823" cy="3175765"/>
          </a:xfrm>
        </p:grpSpPr>
        <p:cxnSp>
          <p:nvCxnSpPr>
            <p:cNvPr id="92" name="Straight Connector 91"/>
            <p:cNvCxnSpPr/>
            <p:nvPr/>
          </p:nvCxnSpPr>
          <p:spPr>
            <a:xfrm flipH="1">
              <a:off x="5168663" y="5102076"/>
              <a:ext cx="0" cy="28800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7035800" y="4856038"/>
              <a:ext cx="727324"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7035800" y="4255619"/>
              <a:ext cx="727324"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V="1">
              <a:off x="4258491" y="3055585"/>
              <a:ext cx="0" cy="1200085"/>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258491" y="4255669"/>
              <a:ext cx="732609" cy="247"/>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4991100" y="3055585"/>
              <a:ext cx="0" cy="1205232"/>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258491" y="3055585"/>
              <a:ext cx="732609"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1449012" y="3655142"/>
              <a:ext cx="6314400" cy="1518"/>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2388127" y="5649338"/>
              <a:ext cx="1286539"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stCxn id="23" idx="4"/>
            </p:cNvCxnSpPr>
            <p:nvPr/>
          </p:nvCxnSpPr>
          <p:spPr>
            <a:xfrm flipH="1">
              <a:off x="2388127" y="4004084"/>
              <a:ext cx="1" cy="164525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a:stCxn id="21" idx="6"/>
            </p:cNvCxnSpPr>
            <p:nvPr/>
          </p:nvCxnSpPr>
          <p:spPr>
            <a:xfrm flipV="1">
              <a:off x="1796436" y="4686999"/>
              <a:ext cx="591691" cy="1"/>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9" name="Oval 8"/>
            <p:cNvSpPr/>
            <p:nvPr/>
          </p:nvSpPr>
          <p:spPr bwMode="gray">
            <a:xfrm>
              <a:off x="3173724" y="5301915"/>
              <a:ext cx="694847" cy="694847"/>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853" dirty="0">
                  <a:solidFill>
                    <a:schemeClr val="bg1"/>
                  </a:solidFill>
                </a:rPr>
                <a:t>Title</a:t>
              </a:r>
            </a:p>
          </p:txBody>
        </p:sp>
        <p:sp>
          <p:nvSpPr>
            <p:cNvPr id="13" name="Oval 12"/>
            <p:cNvSpPr/>
            <p:nvPr/>
          </p:nvSpPr>
          <p:spPr bwMode="gray">
            <a:xfrm>
              <a:off x="5723465" y="3380026"/>
              <a:ext cx="553271" cy="553271"/>
            </a:xfrm>
            <a:prstGeom prst="ellipse">
              <a:avLst/>
            </a:prstGeom>
            <a:solidFill>
              <a:schemeClr val="accent3"/>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bg1"/>
                  </a:solidFill>
                </a:rPr>
                <a:t>Title</a:t>
              </a:r>
            </a:p>
          </p:txBody>
        </p:sp>
        <p:sp>
          <p:nvSpPr>
            <p:cNvPr id="14" name="Oval 13"/>
            <p:cNvSpPr/>
            <p:nvPr/>
          </p:nvSpPr>
          <p:spPr bwMode="gray">
            <a:xfrm>
              <a:off x="5723464" y="4139045"/>
              <a:ext cx="553271" cy="553271"/>
            </a:xfrm>
            <a:prstGeom prst="ellipse">
              <a:avLst/>
            </a:prstGeom>
            <a:solidFill>
              <a:schemeClr val="accent3"/>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bg1"/>
                  </a:solidFill>
                </a:rPr>
                <a:t>Title</a:t>
              </a:r>
            </a:p>
          </p:txBody>
        </p:sp>
        <p:sp>
          <p:nvSpPr>
            <p:cNvPr id="15" name="Oval 14"/>
            <p:cNvSpPr/>
            <p:nvPr/>
          </p:nvSpPr>
          <p:spPr bwMode="gray">
            <a:xfrm>
              <a:off x="5723463" y="5374420"/>
              <a:ext cx="553271" cy="553271"/>
            </a:xfrm>
            <a:prstGeom prst="ellipse">
              <a:avLst/>
            </a:prstGeom>
            <a:solidFill>
              <a:schemeClr val="accent3"/>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bg1"/>
                  </a:solidFill>
                </a:rPr>
                <a:t>Title</a:t>
              </a:r>
            </a:p>
          </p:txBody>
        </p:sp>
        <p:sp>
          <p:nvSpPr>
            <p:cNvPr id="16" name="Oval 15"/>
            <p:cNvSpPr/>
            <p:nvPr/>
          </p:nvSpPr>
          <p:spPr bwMode="gray">
            <a:xfrm>
              <a:off x="6545716" y="5374419"/>
              <a:ext cx="553271" cy="553271"/>
            </a:xfrm>
            <a:prstGeom prst="ellipse">
              <a:avLst/>
            </a:prstGeom>
            <a:solidFill>
              <a:schemeClr val="accent3"/>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bg1"/>
                  </a:solidFill>
                </a:rPr>
                <a:t>Title</a:t>
              </a:r>
            </a:p>
          </p:txBody>
        </p:sp>
        <p:sp>
          <p:nvSpPr>
            <p:cNvPr id="17" name="Oval 16"/>
            <p:cNvSpPr/>
            <p:nvPr/>
          </p:nvSpPr>
          <p:spPr bwMode="gray">
            <a:xfrm>
              <a:off x="4892027" y="5374419"/>
              <a:ext cx="553271" cy="553271"/>
            </a:xfrm>
            <a:prstGeom prst="ellipse">
              <a:avLst/>
            </a:prstGeom>
            <a:solidFill>
              <a:schemeClr val="bg1"/>
            </a:solidFill>
            <a:ln w="19050" algn="ctr">
              <a:solidFill>
                <a:schemeClr val="accent3"/>
              </a:solid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accent3"/>
                  </a:solidFill>
                </a:rPr>
                <a:t>Title</a:t>
              </a:r>
            </a:p>
          </p:txBody>
        </p:sp>
        <p:sp>
          <p:nvSpPr>
            <p:cNvPr id="18" name="Oval 17"/>
            <p:cNvSpPr/>
            <p:nvPr/>
          </p:nvSpPr>
          <p:spPr bwMode="gray">
            <a:xfrm>
              <a:off x="7165579" y="4613764"/>
              <a:ext cx="484548" cy="484548"/>
            </a:xfrm>
            <a:prstGeom prst="ellipse">
              <a:avLst/>
            </a:prstGeom>
            <a:solidFill>
              <a:schemeClr val="accent3"/>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bg1"/>
                  </a:solidFill>
                </a:rPr>
                <a:t>Title</a:t>
              </a:r>
            </a:p>
          </p:txBody>
        </p:sp>
        <p:sp>
          <p:nvSpPr>
            <p:cNvPr id="19" name="Oval 18"/>
            <p:cNvSpPr/>
            <p:nvPr/>
          </p:nvSpPr>
          <p:spPr bwMode="gray">
            <a:xfrm>
              <a:off x="7165579" y="4015747"/>
              <a:ext cx="484548" cy="484548"/>
            </a:xfrm>
            <a:prstGeom prst="ellipse">
              <a:avLst/>
            </a:prstGeom>
            <a:solidFill>
              <a:schemeClr val="accent3"/>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bg1"/>
                  </a:solidFill>
                </a:rPr>
                <a:t>Title</a:t>
              </a:r>
            </a:p>
          </p:txBody>
        </p:sp>
        <p:sp>
          <p:nvSpPr>
            <p:cNvPr id="20" name="Oval 19"/>
            <p:cNvSpPr/>
            <p:nvPr/>
          </p:nvSpPr>
          <p:spPr bwMode="gray">
            <a:xfrm>
              <a:off x="7165579" y="3417730"/>
              <a:ext cx="484548" cy="484548"/>
            </a:xfrm>
            <a:prstGeom prst="ellipse">
              <a:avLst/>
            </a:prstGeom>
            <a:solidFill>
              <a:schemeClr val="accent3"/>
            </a:solidFill>
            <a:ln w="19050" algn="ctr">
              <a:no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bg1"/>
                  </a:solidFill>
                </a:rPr>
                <a:t>Title</a:t>
              </a:r>
            </a:p>
          </p:txBody>
        </p:sp>
        <p:sp>
          <p:nvSpPr>
            <p:cNvPr id="21" name="Oval 20"/>
            <p:cNvSpPr/>
            <p:nvPr/>
          </p:nvSpPr>
          <p:spPr bwMode="gray">
            <a:xfrm>
              <a:off x="1101589" y="4339576"/>
              <a:ext cx="694847" cy="694847"/>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853" dirty="0">
                  <a:solidFill>
                    <a:schemeClr val="bg1"/>
                  </a:solidFill>
                </a:rPr>
                <a:t>Title</a:t>
              </a:r>
            </a:p>
          </p:txBody>
        </p:sp>
        <p:sp>
          <p:nvSpPr>
            <p:cNvPr id="22" name="Oval 21"/>
            <p:cNvSpPr/>
            <p:nvPr/>
          </p:nvSpPr>
          <p:spPr bwMode="gray">
            <a:xfrm>
              <a:off x="1101589" y="3309237"/>
              <a:ext cx="694847" cy="694847"/>
            </a:xfrm>
            <a:prstGeom prst="ellipse">
              <a:avLst/>
            </a:prstGeom>
            <a:solidFill>
              <a:schemeClr val="bg1"/>
            </a:solid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GB" sz="853" dirty="0">
                  <a:solidFill>
                    <a:schemeClr val="accent3"/>
                  </a:solidFill>
                </a:rPr>
                <a:t>Title</a:t>
              </a:r>
            </a:p>
          </p:txBody>
        </p:sp>
        <p:sp>
          <p:nvSpPr>
            <p:cNvPr id="23" name="Oval 22"/>
            <p:cNvSpPr/>
            <p:nvPr/>
          </p:nvSpPr>
          <p:spPr bwMode="gray">
            <a:xfrm>
              <a:off x="2040704" y="3309237"/>
              <a:ext cx="694847" cy="694847"/>
            </a:xfrm>
            <a:prstGeom prst="ellipse">
              <a:avLst/>
            </a:prstGeom>
            <a:solidFill>
              <a:schemeClr val="bg1"/>
            </a:solidFill>
            <a:ln w="1905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r>
                <a:rPr lang="en-GB" sz="853" dirty="0">
                  <a:solidFill>
                    <a:schemeClr val="accent3"/>
                  </a:solidFill>
                </a:rPr>
                <a:t>Title</a:t>
              </a:r>
            </a:p>
          </p:txBody>
        </p:sp>
        <p:sp>
          <p:nvSpPr>
            <p:cNvPr id="24" name="Oval 23"/>
            <p:cNvSpPr/>
            <p:nvPr/>
          </p:nvSpPr>
          <p:spPr bwMode="gray">
            <a:xfrm>
              <a:off x="2979819" y="3309237"/>
              <a:ext cx="694847" cy="694847"/>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853" dirty="0">
                  <a:solidFill>
                    <a:schemeClr val="bg1"/>
                  </a:solidFill>
                </a:rPr>
                <a:t>Title</a:t>
              </a:r>
            </a:p>
          </p:txBody>
        </p:sp>
        <p:sp>
          <p:nvSpPr>
            <p:cNvPr id="25" name="Oval 24"/>
            <p:cNvSpPr/>
            <p:nvPr/>
          </p:nvSpPr>
          <p:spPr bwMode="gray">
            <a:xfrm>
              <a:off x="4392613" y="2820997"/>
              <a:ext cx="474324" cy="474324"/>
            </a:xfrm>
            <a:prstGeom prst="ellipse">
              <a:avLst/>
            </a:prstGeom>
            <a:solidFill>
              <a:schemeClr val="bg1"/>
            </a:solidFill>
            <a:ln w="19050" algn="ctr">
              <a:solidFill>
                <a:schemeClr val="accent3"/>
              </a:solid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accent3"/>
                  </a:solidFill>
                </a:rPr>
                <a:t>Title</a:t>
              </a:r>
            </a:p>
          </p:txBody>
        </p:sp>
        <p:sp>
          <p:nvSpPr>
            <p:cNvPr id="26" name="Oval 25"/>
            <p:cNvSpPr/>
            <p:nvPr/>
          </p:nvSpPr>
          <p:spPr bwMode="gray">
            <a:xfrm>
              <a:off x="4392613" y="3419875"/>
              <a:ext cx="474324" cy="474324"/>
            </a:xfrm>
            <a:prstGeom prst="ellipse">
              <a:avLst/>
            </a:prstGeom>
            <a:solidFill>
              <a:schemeClr val="bg1"/>
            </a:solidFill>
            <a:ln w="19050" algn="ctr">
              <a:solidFill>
                <a:schemeClr val="accent3"/>
              </a:solid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accent3"/>
                  </a:solidFill>
                </a:rPr>
                <a:t>Title</a:t>
              </a:r>
            </a:p>
          </p:txBody>
        </p:sp>
        <p:sp>
          <p:nvSpPr>
            <p:cNvPr id="27" name="Oval 26"/>
            <p:cNvSpPr/>
            <p:nvPr/>
          </p:nvSpPr>
          <p:spPr bwMode="gray">
            <a:xfrm>
              <a:off x="4392613" y="4018753"/>
              <a:ext cx="474324" cy="474324"/>
            </a:xfrm>
            <a:prstGeom prst="ellipse">
              <a:avLst/>
            </a:prstGeom>
            <a:solidFill>
              <a:schemeClr val="bg1"/>
            </a:solidFill>
            <a:ln w="19050" algn="ctr">
              <a:solidFill>
                <a:schemeClr val="accent3"/>
              </a:solidFill>
              <a:miter lim="800000"/>
              <a:headEnd/>
              <a:tailEnd/>
            </a:ln>
          </p:spPr>
          <p:txBody>
            <a:bodyPr wrap="square" lIns="29250" tIns="29250" rIns="29250" bIns="29250" rtlCol="0" anchor="ctr"/>
            <a:lstStyle/>
            <a:p>
              <a:pPr algn="ctr">
                <a:lnSpc>
                  <a:spcPct val="106000"/>
                </a:lnSpc>
                <a:buFont typeface="Wingdings 2" pitchFamily="18" charset="2"/>
                <a:buNone/>
              </a:pPr>
              <a:r>
                <a:rPr lang="en-GB" sz="731" dirty="0">
                  <a:solidFill>
                    <a:schemeClr val="accent3"/>
                  </a:solidFill>
                </a:rPr>
                <a:t>Title</a:t>
              </a:r>
            </a:p>
          </p:txBody>
        </p:sp>
        <p:cxnSp>
          <p:nvCxnSpPr>
            <p:cNvPr id="74" name="Straight Connector 73"/>
            <p:cNvCxnSpPr/>
            <p:nvPr/>
          </p:nvCxnSpPr>
          <p:spPr>
            <a:xfrm>
              <a:off x="7763124" y="3655200"/>
              <a:ext cx="0" cy="1200838"/>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7035800" y="3655142"/>
              <a:ext cx="3424" cy="1209273"/>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6513580" y="3655200"/>
              <a:ext cx="0" cy="76048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14" idx="6"/>
            </p:cNvCxnSpPr>
            <p:nvPr/>
          </p:nvCxnSpPr>
          <p:spPr>
            <a:xfrm>
              <a:off x="6276735" y="4415681"/>
              <a:ext cx="23814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a:endCxn id="15" idx="0"/>
            </p:cNvCxnSpPr>
            <p:nvPr/>
          </p:nvCxnSpPr>
          <p:spPr>
            <a:xfrm>
              <a:off x="5998219" y="4692316"/>
              <a:ext cx="0" cy="68210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5170541" y="5105273"/>
              <a:ext cx="1651811"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flipH="1">
              <a:off x="6822352" y="5105111"/>
              <a:ext cx="0" cy="28800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77531695"/>
      </p:ext>
    </p:extLst>
  </p:cSld>
  <p:clrMapOvr>
    <a:masterClrMapping/>
  </p:clrMapOvr>
  <p:transition>
    <p:fade/>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dirty="0"/>
              <a:t>One level plus text</a:t>
            </a:r>
          </a:p>
        </p:txBody>
      </p:sp>
      <p:sp>
        <p:nvSpPr>
          <p:cNvPr id="610305" name="Title 28"/>
          <p:cNvSpPr>
            <a:spLocks noGrp="1"/>
          </p:cNvSpPr>
          <p:nvPr>
            <p:ph type="title"/>
          </p:nvPr>
        </p:nvSpPr>
        <p:spPr/>
        <p:txBody>
          <a:bodyPr/>
          <a:lstStyle/>
          <a:p>
            <a:r>
              <a:rPr lang="en-US" dirty="0"/>
              <a:t>Logic trees</a:t>
            </a:r>
          </a:p>
        </p:txBody>
      </p:sp>
      <p:sp>
        <p:nvSpPr>
          <p:cNvPr id="23" name="Text Placeholder 5"/>
          <p:cNvSpPr txBox="1">
            <a:spLocks/>
          </p:cNvSpPr>
          <p:nvPr/>
        </p:nvSpPr>
        <p:spPr>
          <a:xfrm>
            <a:off x="5027878" y="1952514"/>
            <a:ext cx="3343275"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200" noProof="0" dirty="0">
                <a:solidFill>
                  <a:schemeClr val="tx1"/>
                </a:solidFill>
              </a:rPr>
              <a:t>Click to add text</a:t>
            </a:r>
          </a:p>
          <a:p>
            <a:pPr marL="182880" lvl="1" indent="-182880">
              <a:spcBef>
                <a:spcPts val="200"/>
              </a:spcBef>
              <a:spcAft>
                <a:spcPts val="200"/>
              </a:spcAft>
            </a:pPr>
            <a:r>
              <a:rPr lang="en-US" sz="1200" noProof="0" dirty="0">
                <a:solidFill>
                  <a:schemeClr val="tx1"/>
                </a:solidFill>
              </a:rPr>
              <a:t>Second level</a:t>
            </a:r>
          </a:p>
          <a:p>
            <a:pPr marL="365760" lvl="2" indent="-182880">
              <a:spcBef>
                <a:spcPts val="200"/>
              </a:spcBef>
              <a:spcAft>
                <a:spcPts val="200"/>
              </a:spcAft>
            </a:pPr>
            <a:r>
              <a:rPr lang="en-US" noProof="0" dirty="0">
                <a:solidFill>
                  <a:schemeClr val="tx1"/>
                </a:solidFill>
              </a:rPr>
              <a:t>Third level</a:t>
            </a:r>
          </a:p>
        </p:txBody>
      </p:sp>
      <p:cxnSp>
        <p:nvCxnSpPr>
          <p:cNvPr id="9" name="AutoShape 8"/>
          <p:cNvCxnSpPr>
            <a:cxnSpLocks noChangeShapeType="1"/>
            <a:stCxn id="5" idx="1"/>
            <a:endCxn id="4" idx="3"/>
          </p:cNvCxnSpPr>
          <p:nvPr/>
        </p:nvCxnSpPr>
        <p:spPr bwMode="auto">
          <a:xfrm rot="10800000" flipV="1">
            <a:off x="2792869" y="2249695"/>
            <a:ext cx="817455" cy="1550392"/>
          </a:xfrm>
          <a:prstGeom prst="bentConnector3">
            <a:avLst>
              <a:gd name="adj1" fmla="val 50000"/>
            </a:avLst>
          </a:prstGeom>
          <a:noFill/>
          <a:ln w="6350">
            <a:solidFill>
              <a:srgbClr val="BBBCBC"/>
            </a:solidFill>
            <a:miter lim="800000"/>
            <a:headEnd type="none" w="sm" len="sm"/>
            <a:tailEnd type="none" w="med" len="lg"/>
          </a:ln>
        </p:spPr>
      </p:cxnSp>
      <p:cxnSp>
        <p:nvCxnSpPr>
          <p:cNvPr id="10" name="AutoShape 9"/>
          <p:cNvCxnSpPr>
            <a:cxnSpLocks noChangeShapeType="1"/>
            <a:stCxn id="4" idx="3"/>
            <a:endCxn id="6" idx="1"/>
          </p:cNvCxnSpPr>
          <p:nvPr/>
        </p:nvCxnSpPr>
        <p:spPr bwMode="auto">
          <a:xfrm flipV="1">
            <a:off x="2792869" y="3283289"/>
            <a:ext cx="817455" cy="516797"/>
          </a:xfrm>
          <a:prstGeom prst="bentConnector3">
            <a:avLst>
              <a:gd name="adj1" fmla="val 50000"/>
            </a:avLst>
          </a:prstGeom>
          <a:noFill/>
          <a:ln w="6350">
            <a:solidFill>
              <a:srgbClr val="BBBCBC"/>
            </a:solidFill>
            <a:miter lim="800000"/>
            <a:headEnd type="none" w="sm" len="sm"/>
            <a:tailEnd type="none" w="med" len="lg"/>
          </a:ln>
        </p:spPr>
      </p:cxnSp>
      <p:cxnSp>
        <p:nvCxnSpPr>
          <p:cNvPr id="11" name="AutoShape 10"/>
          <p:cNvCxnSpPr>
            <a:cxnSpLocks noChangeShapeType="1"/>
            <a:stCxn id="4" idx="3"/>
            <a:endCxn id="7" idx="1"/>
          </p:cNvCxnSpPr>
          <p:nvPr/>
        </p:nvCxnSpPr>
        <p:spPr bwMode="auto">
          <a:xfrm>
            <a:off x="2792869" y="3800088"/>
            <a:ext cx="817455" cy="516798"/>
          </a:xfrm>
          <a:prstGeom prst="bentConnector3">
            <a:avLst>
              <a:gd name="adj1" fmla="val 50000"/>
            </a:avLst>
          </a:prstGeom>
          <a:noFill/>
          <a:ln w="6350">
            <a:solidFill>
              <a:srgbClr val="BBBCBC"/>
            </a:solidFill>
            <a:miter lim="800000"/>
            <a:headEnd type="none" w="sm" len="sm"/>
            <a:tailEnd type="none" w="med" len="lg"/>
          </a:ln>
        </p:spPr>
      </p:cxnSp>
      <p:cxnSp>
        <p:nvCxnSpPr>
          <p:cNvPr id="12" name="AutoShape 11"/>
          <p:cNvCxnSpPr>
            <a:cxnSpLocks noChangeShapeType="1"/>
            <a:stCxn id="4" idx="3"/>
            <a:endCxn id="8" idx="1"/>
          </p:cNvCxnSpPr>
          <p:nvPr/>
        </p:nvCxnSpPr>
        <p:spPr bwMode="auto">
          <a:xfrm>
            <a:off x="2792869" y="3800088"/>
            <a:ext cx="817455" cy="1550392"/>
          </a:xfrm>
          <a:prstGeom prst="bentConnector3">
            <a:avLst>
              <a:gd name="adj1" fmla="val 50000"/>
            </a:avLst>
          </a:prstGeom>
          <a:noFill/>
          <a:ln w="6350">
            <a:solidFill>
              <a:srgbClr val="BBBCBC"/>
            </a:solidFill>
            <a:miter lim="800000"/>
            <a:headEnd type="none" w="sm" len="sm"/>
            <a:tailEnd type="none" w="med" len="lg"/>
          </a:ln>
        </p:spPr>
      </p:cxnSp>
      <p:sp>
        <p:nvSpPr>
          <p:cNvPr id="4" name="Rectangle 3"/>
          <p:cNvSpPr>
            <a:spLocks noChangeArrowheads="1"/>
          </p:cNvSpPr>
          <p:nvPr/>
        </p:nvSpPr>
        <p:spPr bwMode="auto">
          <a:xfrm>
            <a:off x="1529855" y="3502905"/>
            <a:ext cx="1263015" cy="594360"/>
          </a:xfrm>
          <a:prstGeom prst="rect">
            <a:avLst/>
          </a:prstGeom>
          <a:solidFill>
            <a:schemeClr val="tx1"/>
          </a:solidFill>
          <a:ln w="12700" algn="ctr">
            <a:noFill/>
            <a:miter lim="800000"/>
            <a:headEnd type="none" w="sm" len="sm"/>
            <a:tailEnd type="none" w="med" len="lg"/>
          </a:ln>
        </p:spPr>
        <p:txBody>
          <a:bodyPr lIns="72231" tIns="72231" rIns="72231" bIns="72231" anchor="ctr"/>
          <a:lstStyle/>
          <a:p>
            <a:pPr>
              <a:defRPr/>
            </a:pPr>
            <a:r>
              <a:rPr lang="en-US" altLang="ja-JP" dirty="0">
                <a:solidFill>
                  <a:schemeClr val="bg1"/>
                </a:solidFill>
                <a:latin typeface="Aptos" panose="020B0004020202020204" pitchFamily="34" charset="0"/>
                <a:ea typeface="ＭＳ Ｐゴシック" pitchFamily="50" charset="-128"/>
              </a:rPr>
              <a:t>Text</a:t>
            </a:r>
          </a:p>
        </p:txBody>
      </p:sp>
      <p:sp>
        <p:nvSpPr>
          <p:cNvPr id="5" name="Rectangle 4"/>
          <p:cNvSpPr>
            <a:spLocks noChangeArrowheads="1"/>
          </p:cNvSpPr>
          <p:nvPr/>
        </p:nvSpPr>
        <p:spPr bwMode="auto">
          <a:xfrm>
            <a:off x="3610324" y="1952513"/>
            <a:ext cx="1263015" cy="594360"/>
          </a:xfrm>
          <a:prstGeom prst="rect">
            <a:avLst/>
          </a:prstGeom>
          <a:noFill/>
          <a:ln w="12700" algn="ctr">
            <a:solidFill>
              <a:schemeClr val="accent3"/>
            </a:solidFill>
            <a:miter lim="800000"/>
            <a:headEnd type="none" w="sm" len="sm"/>
            <a:tailEnd type="none" w="med" len="lg"/>
          </a:ln>
        </p:spPr>
        <p:txBody>
          <a:bodyPr lIns="72231" tIns="72231" rIns="72231" bIns="72231" anchor="ctr"/>
          <a:lstStyle/>
          <a:p>
            <a:pPr>
              <a:defRPr/>
            </a:pPr>
            <a:r>
              <a:rPr lang="en-US" altLang="ja-JP" dirty="0">
                <a:solidFill>
                  <a:schemeClr val="accent3"/>
                </a:solidFill>
                <a:latin typeface="Aptos" panose="020B0004020202020204" pitchFamily="34" charset="0"/>
                <a:ea typeface="ＭＳ Ｐゴシック" pitchFamily="50" charset="-128"/>
              </a:rPr>
              <a:t>Text</a:t>
            </a:r>
          </a:p>
        </p:txBody>
      </p:sp>
      <p:sp>
        <p:nvSpPr>
          <p:cNvPr id="6" name="Rectangle 5"/>
          <p:cNvSpPr>
            <a:spLocks noChangeArrowheads="1"/>
          </p:cNvSpPr>
          <p:nvPr/>
        </p:nvSpPr>
        <p:spPr bwMode="auto">
          <a:xfrm>
            <a:off x="3610324" y="2986108"/>
            <a:ext cx="1263015" cy="594360"/>
          </a:xfrm>
          <a:prstGeom prst="rect">
            <a:avLst/>
          </a:prstGeom>
          <a:noFill/>
          <a:ln w="12700" algn="ctr">
            <a:solidFill>
              <a:schemeClr val="accent3"/>
            </a:solidFill>
            <a:miter lim="800000"/>
            <a:headEnd type="none" w="sm" len="sm"/>
            <a:tailEnd type="none" w="med" len="lg"/>
          </a:ln>
        </p:spPr>
        <p:txBody>
          <a:bodyPr lIns="72231" tIns="72231" rIns="72231" bIns="72231" anchor="ctr"/>
          <a:lstStyle/>
          <a:p>
            <a:pPr>
              <a:defRPr/>
            </a:pPr>
            <a:r>
              <a:rPr lang="en-US" altLang="ja-JP" dirty="0">
                <a:solidFill>
                  <a:schemeClr val="accent3"/>
                </a:solidFill>
                <a:latin typeface="Aptos" panose="020B0004020202020204" pitchFamily="34" charset="0"/>
                <a:ea typeface="ＭＳ Ｐゴシック" pitchFamily="50" charset="-128"/>
              </a:rPr>
              <a:t>Text</a:t>
            </a:r>
          </a:p>
        </p:txBody>
      </p:sp>
      <p:sp>
        <p:nvSpPr>
          <p:cNvPr id="7" name="Rectangle 6"/>
          <p:cNvSpPr>
            <a:spLocks noChangeArrowheads="1"/>
          </p:cNvSpPr>
          <p:nvPr/>
        </p:nvSpPr>
        <p:spPr bwMode="auto">
          <a:xfrm>
            <a:off x="3610324" y="4019703"/>
            <a:ext cx="1263015" cy="594360"/>
          </a:xfrm>
          <a:prstGeom prst="rect">
            <a:avLst/>
          </a:prstGeom>
          <a:noFill/>
          <a:ln w="12700" algn="ctr">
            <a:solidFill>
              <a:schemeClr val="accent3"/>
            </a:solidFill>
            <a:miter lim="800000"/>
            <a:headEnd type="none" w="sm" len="sm"/>
            <a:tailEnd type="none" w="med" len="lg"/>
          </a:ln>
        </p:spPr>
        <p:txBody>
          <a:bodyPr lIns="72231" tIns="72231" rIns="72231" bIns="72231" anchor="ctr"/>
          <a:lstStyle/>
          <a:p>
            <a:pPr>
              <a:defRPr/>
            </a:pPr>
            <a:r>
              <a:rPr lang="en-US" altLang="ja-JP" dirty="0">
                <a:solidFill>
                  <a:schemeClr val="accent3"/>
                </a:solidFill>
                <a:latin typeface="Aptos" panose="020B0004020202020204" pitchFamily="34" charset="0"/>
                <a:ea typeface="ＭＳ Ｐゴシック" pitchFamily="50" charset="-128"/>
              </a:rPr>
              <a:t>Text</a:t>
            </a:r>
          </a:p>
        </p:txBody>
      </p:sp>
      <p:sp>
        <p:nvSpPr>
          <p:cNvPr id="8" name="Rectangle 7"/>
          <p:cNvSpPr>
            <a:spLocks noChangeArrowheads="1"/>
          </p:cNvSpPr>
          <p:nvPr/>
        </p:nvSpPr>
        <p:spPr bwMode="auto">
          <a:xfrm>
            <a:off x="3610324" y="5053297"/>
            <a:ext cx="1263015" cy="594360"/>
          </a:xfrm>
          <a:prstGeom prst="rect">
            <a:avLst/>
          </a:prstGeom>
          <a:noFill/>
          <a:ln w="12700" algn="ctr">
            <a:solidFill>
              <a:schemeClr val="accent3"/>
            </a:solidFill>
            <a:miter lim="800000"/>
            <a:headEnd type="none" w="sm" len="sm"/>
            <a:tailEnd type="none" w="med" len="lg"/>
          </a:ln>
        </p:spPr>
        <p:txBody>
          <a:bodyPr lIns="72231" tIns="72231" rIns="72231" bIns="72231" anchor="ctr"/>
          <a:lstStyle/>
          <a:p>
            <a:pPr>
              <a:defRPr/>
            </a:pPr>
            <a:r>
              <a:rPr lang="en-US" altLang="ja-JP" dirty="0">
                <a:solidFill>
                  <a:schemeClr val="accent3"/>
                </a:solidFill>
                <a:latin typeface="Aptos" panose="020B0004020202020204" pitchFamily="34" charset="0"/>
                <a:ea typeface="ＭＳ Ｐゴシック" pitchFamily="50" charset="-128"/>
              </a:rPr>
              <a:t>Text</a:t>
            </a:r>
          </a:p>
        </p:txBody>
      </p:sp>
      <p:sp>
        <p:nvSpPr>
          <p:cNvPr id="19" name="Text Placeholder 5"/>
          <p:cNvSpPr txBox="1">
            <a:spLocks/>
          </p:cNvSpPr>
          <p:nvPr/>
        </p:nvSpPr>
        <p:spPr>
          <a:xfrm>
            <a:off x="5027878" y="2986109"/>
            <a:ext cx="3343275"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200" noProof="0" dirty="0">
                <a:solidFill>
                  <a:schemeClr val="tx1"/>
                </a:solidFill>
              </a:rPr>
              <a:t>Click to add text</a:t>
            </a:r>
          </a:p>
          <a:p>
            <a:pPr marL="182880" lvl="1" indent="-182880">
              <a:spcBef>
                <a:spcPts val="200"/>
              </a:spcBef>
              <a:spcAft>
                <a:spcPts val="200"/>
              </a:spcAft>
            </a:pPr>
            <a:r>
              <a:rPr lang="en-US" sz="1200" noProof="0" dirty="0">
                <a:solidFill>
                  <a:schemeClr val="tx1"/>
                </a:solidFill>
              </a:rPr>
              <a:t>Second level</a:t>
            </a:r>
          </a:p>
          <a:p>
            <a:pPr marL="365760" lvl="2" indent="-182880">
              <a:spcBef>
                <a:spcPts val="200"/>
              </a:spcBef>
              <a:spcAft>
                <a:spcPts val="200"/>
              </a:spcAft>
            </a:pPr>
            <a:r>
              <a:rPr lang="en-US" noProof="0" dirty="0">
                <a:solidFill>
                  <a:schemeClr val="tx1"/>
                </a:solidFill>
              </a:rPr>
              <a:t>Third level</a:t>
            </a:r>
          </a:p>
        </p:txBody>
      </p:sp>
      <p:sp>
        <p:nvSpPr>
          <p:cNvPr id="20" name="Text Placeholder 5"/>
          <p:cNvSpPr txBox="1">
            <a:spLocks/>
          </p:cNvSpPr>
          <p:nvPr/>
        </p:nvSpPr>
        <p:spPr>
          <a:xfrm>
            <a:off x="5027878" y="4019704"/>
            <a:ext cx="3343275"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200" noProof="0" dirty="0">
                <a:solidFill>
                  <a:schemeClr val="tx1"/>
                </a:solidFill>
              </a:rPr>
              <a:t>Click to add text</a:t>
            </a:r>
          </a:p>
          <a:p>
            <a:pPr marL="182880" lvl="1" indent="-182880">
              <a:spcBef>
                <a:spcPts val="200"/>
              </a:spcBef>
              <a:spcAft>
                <a:spcPts val="200"/>
              </a:spcAft>
            </a:pPr>
            <a:r>
              <a:rPr lang="en-US" sz="1200" noProof="0" dirty="0">
                <a:solidFill>
                  <a:schemeClr val="tx1"/>
                </a:solidFill>
              </a:rPr>
              <a:t>Second level</a:t>
            </a:r>
          </a:p>
          <a:p>
            <a:pPr marL="365760" lvl="2" indent="-182880">
              <a:spcBef>
                <a:spcPts val="200"/>
              </a:spcBef>
              <a:spcAft>
                <a:spcPts val="200"/>
              </a:spcAft>
            </a:pPr>
            <a:r>
              <a:rPr lang="en-US" noProof="0" dirty="0">
                <a:solidFill>
                  <a:schemeClr val="tx1"/>
                </a:solidFill>
              </a:rPr>
              <a:t>Third level</a:t>
            </a:r>
          </a:p>
        </p:txBody>
      </p:sp>
      <p:sp>
        <p:nvSpPr>
          <p:cNvPr id="21" name="Text Placeholder 5"/>
          <p:cNvSpPr txBox="1">
            <a:spLocks/>
          </p:cNvSpPr>
          <p:nvPr/>
        </p:nvSpPr>
        <p:spPr>
          <a:xfrm>
            <a:off x="5027878" y="5053299"/>
            <a:ext cx="3343275"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200" noProof="0" dirty="0">
                <a:solidFill>
                  <a:schemeClr val="tx1"/>
                </a:solidFill>
              </a:rPr>
              <a:t>Click to add text</a:t>
            </a:r>
          </a:p>
          <a:p>
            <a:pPr marL="182880" lvl="1" indent="-182880">
              <a:spcBef>
                <a:spcPts val="200"/>
              </a:spcBef>
              <a:spcAft>
                <a:spcPts val="200"/>
              </a:spcAft>
            </a:pPr>
            <a:r>
              <a:rPr lang="en-US" sz="1200" noProof="0" dirty="0">
                <a:solidFill>
                  <a:schemeClr val="tx1"/>
                </a:solidFill>
              </a:rPr>
              <a:t>Second level</a:t>
            </a:r>
          </a:p>
          <a:p>
            <a:pPr marL="365760" lvl="2" indent="-182880">
              <a:spcBef>
                <a:spcPts val="200"/>
              </a:spcBef>
              <a:spcAft>
                <a:spcPts val="200"/>
              </a:spcAft>
            </a:pPr>
            <a:r>
              <a:rPr lang="en-US" noProof="0" dirty="0">
                <a:solidFill>
                  <a:schemeClr val="tx1"/>
                </a:solidFill>
              </a:rPr>
              <a:t>Third level</a:t>
            </a:r>
          </a:p>
        </p:txBody>
      </p:sp>
      <p:sp>
        <p:nvSpPr>
          <p:cNvPr id="13" name="Text Box 12">
            <a:extLst>
              <a:ext uri="{FF2B5EF4-FFF2-40B4-BE49-F238E27FC236}">
                <a16:creationId xmlns:a16="http://schemas.microsoft.com/office/drawing/2014/main" id="{45174344-EE93-BAB9-AD7F-894289A6CEB0}"/>
              </a:ext>
            </a:extLst>
          </p:cNvPr>
          <p:cNvSpPr txBox="1">
            <a:spLocks noChangeArrowheads="1"/>
          </p:cNvSpPr>
          <p:nvPr/>
        </p:nvSpPr>
        <p:spPr bwMode="auto">
          <a:xfrm>
            <a:off x="6329890" y="345202"/>
            <a:ext cx="3189767" cy="1016001"/>
          </a:xfrm>
          <a:prstGeom prst="rect">
            <a:avLst/>
          </a:prstGeom>
          <a:solidFill>
            <a:schemeClr val="bg1"/>
          </a:solidFill>
          <a:ln w="6350" algn="ctr">
            <a:solidFill>
              <a:srgbClr val="00A3E0"/>
            </a:solidFill>
            <a:miter lim="800000"/>
            <a:headEnd/>
            <a:tailEnd/>
          </a:ln>
        </p:spPr>
        <p:txBody>
          <a:bodyPr wrap="square" lIns="88900" tIns="88900" rIns="88900" bIns="88900">
            <a:noAutofit/>
          </a:bodyPr>
          <a:lstStyle/>
          <a:p>
            <a:pPr>
              <a:defRPr/>
            </a:pPr>
            <a:r>
              <a:rPr lang="en-US" sz="1000" b="1" dirty="0">
                <a:latin typeface="Aptos" panose="020B0004020202020204" pitchFamily="34" charset="0"/>
                <a:ea typeface="ＭＳ Ｐゴシック" pitchFamily="50" charset="-128"/>
              </a:rPr>
              <a:t>Note:</a:t>
            </a:r>
          </a:p>
          <a:p>
            <a:pPr>
              <a:defRPr/>
            </a:pPr>
            <a:r>
              <a:rPr lang="en-US" sz="1000" dirty="0">
                <a:latin typeface="Aptos" panose="020B0004020202020204" pitchFamily="34" charset="0"/>
                <a:ea typeface="ＭＳ Ｐゴシック" pitchFamily="50" charset="-128"/>
              </a:rPr>
              <a:t>Use the Connectors under AutoShapes to connect additional boxes. Use Align and Distribute in the Draw toolbar to properly position the boxes on the page. Work from right to left: first align, then distribute</a:t>
            </a:r>
          </a:p>
        </p:txBody>
      </p:sp>
    </p:spTree>
    <p:extLst>
      <p:ext uri="{BB962C8B-B14F-4D97-AF65-F5344CB8AC3E}">
        <p14:creationId xmlns:p14="http://schemas.microsoft.com/office/powerpoint/2010/main" val="1726208063"/>
      </p:ext>
    </p:extLst>
  </p:cSld>
  <p:clrMapOvr>
    <a:masterClrMapping/>
  </p:clrMapOvr>
  <p:transition>
    <p:fade/>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dirty="0"/>
              <a:t>One level plus text</a:t>
            </a:r>
          </a:p>
        </p:txBody>
      </p:sp>
      <p:sp>
        <p:nvSpPr>
          <p:cNvPr id="610305" name="Title 28"/>
          <p:cNvSpPr>
            <a:spLocks noGrp="1"/>
          </p:cNvSpPr>
          <p:nvPr>
            <p:ph type="title"/>
          </p:nvPr>
        </p:nvSpPr>
        <p:spPr/>
        <p:txBody>
          <a:bodyPr/>
          <a:lstStyle/>
          <a:p>
            <a:r>
              <a:rPr lang="en-US"/>
              <a:t>Logic trees</a:t>
            </a:r>
            <a:endParaRPr lang="en-US" dirty="0"/>
          </a:p>
        </p:txBody>
      </p:sp>
      <p:sp>
        <p:nvSpPr>
          <p:cNvPr id="22" name="Text Placeholder 5">
            <a:extLst>
              <a:ext uri="{FF2B5EF4-FFF2-40B4-BE49-F238E27FC236}">
                <a16:creationId xmlns:a16="http://schemas.microsoft.com/office/drawing/2014/main" id="{B507F7A2-81E9-4B46-8C17-DDC097F940DA}"/>
              </a:ext>
            </a:extLst>
          </p:cNvPr>
          <p:cNvSpPr txBox="1">
            <a:spLocks/>
          </p:cNvSpPr>
          <p:nvPr/>
        </p:nvSpPr>
        <p:spPr>
          <a:xfrm>
            <a:off x="5083295" y="1952514"/>
            <a:ext cx="3343275"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200" noProof="0" dirty="0">
                <a:solidFill>
                  <a:schemeClr val="tx1"/>
                </a:solidFill>
              </a:rPr>
              <a:t>Click to add text</a:t>
            </a:r>
          </a:p>
          <a:p>
            <a:pPr marL="182880" lvl="1" indent="-182880">
              <a:spcBef>
                <a:spcPts val="200"/>
              </a:spcBef>
              <a:spcAft>
                <a:spcPts val="200"/>
              </a:spcAft>
            </a:pPr>
            <a:r>
              <a:rPr lang="en-US" sz="1200" noProof="0" dirty="0">
                <a:solidFill>
                  <a:schemeClr val="tx1"/>
                </a:solidFill>
              </a:rPr>
              <a:t>Second level</a:t>
            </a:r>
          </a:p>
          <a:p>
            <a:pPr marL="365760" lvl="2" indent="-182880">
              <a:spcBef>
                <a:spcPts val="200"/>
              </a:spcBef>
              <a:spcAft>
                <a:spcPts val="200"/>
              </a:spcAft>
            </a:pPr>
            <a:r>
              <a:rPr lang="en-US" noProof="0" dirty="0">
                <a:solidFill>
                  <a:schemeClr val="tx1"/>
                </a:solidFill>
              </a:rPr>
              <a:t>Third level</a:t>
            </a:r>
          </a:p>
        </p:txBody>
      </p:sp>
      <p:cxnSp>
        <p:nvCxnSpPr>
          <p:cNvPr id="24" name="AutoShape 8">
            <a:extLst>
              <a:ext uri="{FF2B5EF4-FFF2-40B4-BE49-F238E27FC236}">
                <a16:creationId xmlns:a16="http://schemas.microsoft.com/office/drawing/2014/main" id="{7DA44499-6E84-4F07-BC49-E4D739C51FA0}"/>
              </a:ext>
            </a:extLst>
          </p:cNvPr>
          <p:cNvCxnSpPr>
            <a:cxnSpLocks noChangeShapeType="1"/>
            <a:stCxn id="29" idx="1"/>
            <a:endCxn id="28" idx="3"/>
          </p:cNvCxnSpPr>
          <p:nvPr/>
        </p:nvCxnSpPr>
        <p:spPr bwMode="auto">
          <a:xfrm rot="10800000" flipV="1">
            <a:off x="2792869" y="2249695"/>
            <a:ext cx="817455" cy="1550392"/>
          </a:xfrm>
          <a:prstGeom prst="bentConnector3">
            <a:avLst>
              <a:gd name="adj1" fmla="val 50000"/>
            </a:avLst>
          </a:prstGeom>
          <a:noFill/>
          <a:ln w="6350">
            <a:solidFill>
              <a:srgbClr val="BBBCBC"/>
            </a:solidFill>
            <a:miter lim="800000"/>
            <a:headEnd type="none" w="sm" len="sm"/>
            <a:tailEnd type="none" w="med" len="lg"/>
          </a:ln>
        </p:spPr>
      </p:cxnSp>
      <p:cxnSp>
        <p:nvCxnSpPr>
          <p:cNvPr id="25" name="AutoShape 9">
            <a:extLst>
              <a:ext uri="{FF2B5EF4-FFF2-40B4-BE49-F238E27FC236}">
                <a16:creationId xmlns:a16="http://schemas.microsoft.com/office/drawing/2014/main" id="{65AF2419-EED0-4AE7-B697-36CB33B2332A}"/>
              </a:ext>
            </a:extLst>
          </p:cNvPr>
          <p:cNvCxnSpPr>
            <a:cxnSpLocks noChangeShapeType="1"/>
            <a:stCxn id="28" idx="3"/>
            <a:endCxn id="30" idx="1"/>
          </p:cNvCxnSpPr>
          <p:nvPr/>
        </p:nvCxnSpPr>
        <p:spPr bwMode="auto">
          <a:xfrm flipV="1">
            <a:off x="2792869" y="3283289"/>
            <a:ext cx="817455" cy="516797"/>
          </a:xfrm>
          <a:prstGeom prst="bentConnector3">
            <a:avLst>
              <a:gd name="adj1" fmla="val 50000"/>
            </a:avLst>
          </a:prstGeom>
          <a:noFill/>
          <a:ln w="6350">
            <a:solidFill>
              <a:srgbClr val="BBBCBC"/>
            </a:solidFill>
            <a:miter lim="800000"/>
            <a:headEnd type="none" w="sm" len="sm"/>
            <a:tailEnd type="none" w="med" len="lg"/>
          </a:ln>
        </p:spPr>
      </p:cxnSp>
      <p:cxnSp>
        <p:nvCxnSpPr>
          <p:cNvPr id="26" name="AutoShape 10">
            <a:extLst>
              <a:ext uri="{FF2B5EF4-FFF2-40B4-BE49-F238E27FC236}">
                <a16:creationId xmlns:a16="http://schemas.microsoft.com/office/drawing/2014/main" id="{9E54E4B5-0986-4CF8-A953-F6E2064694A3}"/>
              </a:ext>
            </a:extLst>
          </p:cNvPr>
          <p:cNvCxnSpPr>
            <a:cxnSpLocks noChangeShapeType="1"/>
            <a:stCxn id="28" idx="3"/>
            <a:endCxn id="31" idx="1"/>
          </p:cNvCxnSpPr>
          <p:nvPr/>
        </p:nvCxnSpPr>
        <p:spPr bwMode="auto">
          <a:xfrm>
            <a:off x="2792869" y="3800088"/>
            <a:ext cx="817455" cy="516798"/>
          </a:xfrm>
          <a:prstGeom prst="bentConnector3">
            <a:avLst>
              <a:gd name="adj1" fmla="val 50000"/>
            </a:avLst>
          </a:prstGeom>
          <a:noFill/>
          <a:ln w="6350">
            <a:solidFill>
              <a:srgbClr val="BBBCBC"/>
            </a:solidFill>
            <a:miter lim="800000"/>
            <a:headEnd type="none" w="sm" len="sm"/>
            <a:tailEnd type="none" w="med" len="lg"/>
          </a:ln>
        </p:spPr>
      </p:cxnSp>
      <p:cxnSp>
        <p:nvCxnSpPr>
          <p:cNvPr id="27" name="AutoShape 11">
            <a:extLst>
              <a:ext uri="{FF2B5EF4-FFF2-40B4-BE49-F238E27FC236}">
                <a16:creationId xmlns:a16="http://schemas.microsoft.com/office/drawing/2014/main" id="{CFCDCA50-BD6D-43DC-9DB2-D6108932DFA4}"/>
              </a:ext>
            </a:extLst>
          </p:cNvPr>
          <p:cNvCxnSpPr>
            <a:cxnSpLocks noChangeShapeType="1"/>
            <a:stCxn id="28" idx="3"/>
            <a:endCxn id="32" idx="1"/>
          </p:cNvCxnSpPr>
          <p:nvPr/>
        </p:nvCxnSpPr>
        <p:spPr bwMode="auto">
          <a:xfrm>
            <a:off x="2792869" y="3800088"/>
            <a:ext cx="817455" cy="1550392"/>
          </a:xfrm>
          <a:prstGeom prst="bentConnector3">
            <a:avLst>
              <a:gd name="adj1" fmla="val 50000"/>
            </a:avLst>
          </a:prstGeom>
          <a:noFill/>
          <a:ln w="6350">
            <a:solidFill>
              <a:srgbClr val="BBBCBC"/>
            </a:solidFill>
            <a:miter lim="800000"/>
            <a:headEnd type="none" w="sm" len="sm"/>
            <a:tailEnd type="none" w="med" len="lg"/>
          </a:ln>
        </p:spPr>
      </p:cxnSp>
      <p:sp>
        <p:nvSpPr>
          <p:cNvPr id="28" name="Rectangle 27">
            <a:extLst>
              <a:ext uri="{FF2B5EF4-FFF2-40B4-BE49-F238E27FC236}">
                <a16:creationId xmlns:a16="http://schemas.microsoft.com/office/drawing/2014/main" id="{39337A69-760F-41BB-BE66-47444810DEBF}"/>
              </a:ext>
            </a:extLst>
          </p:cNvPr>
          <p:cNvSpPr>
            <a:spLocks noChangeArrowheads="1"/>
          </p:cNvSpPr>
          <p:nvPr/>
        </p:nvSpPr>
        <p:spPr bwMode="auto">
          <a:xfrm>
            <a:off x="1529855" y="3502905"/>
            <a:ext cx="1263015" cy="594360"/>
          </a:xfrm>
          <a:prstGeom prst="rect">
            <a:avLst/>
          </a:prstGeom>
          <a:noFill/>
          <a:ln w="12700" algn="ctr">
            <a:solidFill>
              <a:schemeClr val="tx1"/>
            </a:solidFill>
            <a:miter lim="800000"/>
            <a:headEnd type="none" w="sm" len="sm"/>
            <a:tailEnd type="none" w="med" len="lg"/>
          </a:ln>
        </p:spPr>
        <p:txBody>
          <a:bodyPr lIns="72231" tIns="72231" rIns="72231" bIns="72231" anchor="ctr"/>
          <a:lstStyle/>
          <a:p>
            <a:pPr>
              <a:defRPr/>
            </a:pPr>
            <a:r>
              <a:rPr lang="en-US" altLang="ja-JP" dirty="0">
                <a:latin typeface="Aptos" panose="020B0004020202020204" pitchFamily="34" charset="0"/>
                <a:ea typeface="ＭＳ Ｐゴシック" pitchFamily="50" charset="-128"/>
              </a:rPr>
              <a:t>Text</a:t>
            </a:r>
          </a:p>
        </p:txBody>
      </p:sp>
      <p:sp>
        <p:nvSpPr>
          <p:cNvPr id="29" name="Rectangle 28">
            <a:extLst>
              <a:ext uri="{FF2B5EF4-FFF2-40B4-BE49-F238E27FC236}">
                <a16:creationId xmlns:a16="http://schemas.microsoft.com/office/drawing/2014/main" id="{EC8CC30E-9AD8-490B-9636-E9539C23243C}"/>
              </a:ext>
            </a:extLst>
          </p:cNvPr>
          <p:cNvSpPr>
            <a:spLocks noChangeArrowheads="1"/>
          </p:cNvSpPr>
          <p:nvPr/>
        </p:nvSpPr>
        <p:spPr bwMode="auto">
          <a:xfrm>
            <a:off x="3610324" y="1952513"/>
            <a:ext cx="1263015" cy="594360"/>
          </a:xfrm>
          <a:prstGeom prst="rect">
            <a:avLst/>
          </a:prstGeom>
          <a:noFill/>
          <a:ln w="12700" algn="ctr">
            <a:solidFill>
              <a:schemeClr val="accent3"/>
            </a:solidFill>
            <a:miter lim="800000"/>
            <a:headEnd type="none" w="sm" len="sm"/>
            <a:tailEnd type="none" w="med" len="lg"/>
          </a:ln>
        </p:spPr>
        <p:txBody>
          <a:bodyPr lIns="72231" tIns="72231" rIns="72231" bIns="72231" anchor="ctr"/>
          <a:lstStyle/>
          <a:p>
            <a:pPr>
              <a:defRPr/>
            </a:pPr>
            <a:r>
              <a:rPr lang="en-US" altLang="ja-JP" dirty="0">
                <a:solidFill>
                  <a:schemeClr val="accent3"/>
                </a:solidFill>
                <a:latin typeface="Aptos" panose="020B0004020202020204" pitchFamily="34" charset="0"/>
                <a:ea typeface="ＭＳ Ｐゴシック" pitchFamily="50" charset="-128"/>
              </a:rPr>
              <a:t>Text</a:t>
            </a:r>
          </a:p>
        </p:txBody>
      </p:sp>
      <p:sp>
        <p:nvSpPr>
          <p:cNvPr id="30" name="Rectangle 29">
            <a:extLst>
              <a:ext uri="{FF2B5EF4-FFF2-40B4-BE49-F238E27FC236}">
                <a16:creationId xmlns:a16="http://schemas.microsoft.com/office/drawing/2014/main" id="{BB745285-E09F-46D6-96E2-7C9B4A0755A9}"/>
              </a:ext>
            </a:extLst>
          </p:cNvPr>
          <p:cNvSpPr>
            <a:spLocks noChangeArrowheads="1"/>
          </p:cNvSpPr>
          <p:nvPr/>
        </p:nvSpPr>
        <p:spPr bwMode="auto">
          <a:xfrm>
            <a:off x="3610324" y="2986108"/>
            <a:ext cx="1263015" cy="594360"/>
          </a:xfrm>
          <a:prstGeom prst="rect">
            <a:avLst/>
          </a:prstGeom>
          <a:noFill/>
          <a:ln w="12700" algn="ctr">
            <a:solidFill>
              <a:schemeClr val="accent3"/>
            </a:solidFill>
            <a:miter lim="800000"/>
            <a:headEnd type="none" w="sm" len="sm"/>
            <a:tailEnd type="none" w="med" len="lg"/>
          </a:ln>
        </p:spPr>
        <p:txBody>
          <a:bodyPr lIns="72231" tIns="72231" rIns="72231" bIns="72231" anchor="ctr"/>
          <a:lstStyle/>
          <a:p>
            <a:pPr>
              <a:defRPr/>
            </a:pPr>
            <a:r>
              <a:rPr lang="en-US" altLang="ja-JP" dirty="0">
                <a:solidFill>
                  <a:schemeClr val="accent3"/>
                </a:solidFill>
                <a:latin typeface="Aptos" panose="020B0004020202020204" pitchFamily="34" charset="0"/>
                <a:ea typeface="ＭＳ Ｐゴシック" pitchFamily="50" charset="-128"/>
              </a:rPr>
              <a:t>Text</a:t>
            </a:r>
          </a:p>
        </p:txBody>
      </p:sp>
      <p:sp>
        <p:nvSpPr>
          <p:cNvPr id="31" name="Rectangle 30">
            <a:extLst>
              <a:ext uri="{FF2B5EF4-FFF2-40B4-BE49-F238E27FC236}">
                <a16:creationId xmlns:a16="http://schemas.microsoft.com/office/drawing/2014/main" id="{8E3BD99D-3D9F-4874-9400-9D6A37A95FB2}"/>
              </a:ext>
            </a:extLst>
          </p:cNvPr>
          <p:cNvSpPr>
            <a:spLocks noChangeArrowheads="1"/>
          </p:cNvSpPr>
          <p:nvPr/>
        </p:nvSpPr>
        <p:spPr bwMode="auto">
          <a:xfrm>
            <a:off x="3610324" y="4019703"/>
            <a:ext cx="1263015" cy="594360"/>
          </a:xfrm>
          <a:prstGeom prst="rect">
            <a:avLst/>
          </a:prstGeom>
          <a:noFill/>
          <a:ln w="12700" algn="ctr">
            <a:solidFill>
              <a:schemeClr val="accent3"/>
            </a:solidFill>
            <a:miter lim="800000"/>
            <a:headEnd type="none" w="sm" len="sm"/>
            <a:tailEnd type="none" w="med" len="lg"/>
          </a:ln>
        </p:spPr>
        <p:txBody>
          <a:bodyPr lIns="72231" tIns="72231" rIns="72231" bIns="72231" anchor="ctr"/>
          <a:lstStyle/>
          <a:p>
            <a:pPr>
              <a:defRPr/>
            </a:pPr>
            <a:r>
              <a:rPr lang="en-US" altLang="ja-JP" dirty="0">
                <a:solidFill>
                  <a:schemeClr val="accent3"/>
                </a:solidFill>
                <a:latin typeface="Aptos" panose="020B0004020202020204" pitchFamily="34" charset="0"/>
                <a:ea typeface="ＭＳ Ｐゴシック" pitchFamily="50" charset="-128"/>
              </a:rPr>
              <a:t>Text</a:t>
            </a:r>
          </a:p>
        </p:txBody>
      </p:sp>
      <p:sp>
        <p:nvSpPr>
          <p:cNvPr id="32" name="Rectangle 31">
            <a:extLst>
              <a:ext uri="{FF2B5EF4-FFF2-40B4-BE49-F238E27FC236}">
                <a16:creationId xmlns:a16="http://schemas.microsoft.com/office/drawing/2014/main" id="{51552C05-8123-4EB9-96CF-1AF187750FA5}"/>
              </a:ext>
            </a:extLst>
          </p:cNvPr>
          <p:cNvSpPr>
            <a:spLocks noChangeArrowheads="1"/>
          </p:cNvSpPr>
          <p:nvPr/>
        </p:nvSpPr>
        <p:spPr bwMode="auto">
          <a:xfrm>
            <a:off x="3610324" y="5053297"/>
            <a:ext cx="1263015" cy="594360"/>
          </a:xfrm>
          <a:prstGeom prst="rect">
            <a:avLst/>
          </a:prstGeom>
          <a:noFill/>
          <a:ln w="12700" algn="ctr">
            <a:solidFill>
              <a:schemeClr val="accent3"/>
            </a:solidFill>
            <a:miter lim="800000"/>
            <a:headEnd type="none" w="sm" len="sm"/>
            <a:tailEnd type="none" w="med" len="lg"/>
          </a:ln>
        </p:spPr>
        <p:txBody>
          <a:bodyPr lIns="72231" tIns="72231" rIns="72231" bIns="72231" anchor="ctr"/>
          <a:lstStyle/>
          <a:p>
            <a:pPr>
              <a:defRPr/>
            </a:pPr>
            <a:r>
              <a:rPr lang="en-US" altLang="ja-JP" dirty="0">
                <a:solidFill>
                  <a:schemeClr val="accent3"/>
                </a:solidFill>
                <a:latin typeface="Aptos" panose="020B0004020202020204" pitchFamily="34" charset="0"/>
                <a:ea typeface="ＭＳ Ｐゴシック" pitchFamily="50" charset="-128"/>
              </a:rPr>
              <a:t>Text</a:t>
            </a:r>
          </a:p>
        </p:txBody>
      </p:sp>
      <p:sp>
        <p:nvSpPr>
          <p:cNvPr id="33" name="Text Placeholder 5">
            <a:extLst>
              <a:ext uri="{FF2B5EF4-FFF2-40B4-BE49-F238E27FC236}">
                <a16:creationId xmlns:a16="http://schemas.microsoft.com/office/drawing/2014/main" id="{2D9465BD-C54D-4C24-993D-41F09519F634}"/>
              </a:ext>
            </a:extLst>
          </p:cNvPr>
          <p:cNvSpPr txBox="1">
            <a:spLocks/>
          </p:cNvSpPr>
          <p:nvPr/>
        </p:nvSpPr>
        <p:spPr>
          <a:xfrm>
            <a:off x="5083295" y="2986109"/>
            <a:ext cx="3343275"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200" noProof="0" dirty="0">
                <a:solidFill>
                  <a:schemeClr val="tx1"/>
                </a:solidFill>
              </a:rPr>
              <a:t>Click to add text</a:t>
            </a:r>
          </a:p>
          <a:p>
            <a:pPr marL="182880" lvl="1" indent="-182880">
              <a:spcBef>
                <a:spcPts val="200"/>
              </a:spcBef>
              <a:spcAft>
                <a:spcPts val="200"/>
              </a:spcAft>
            </a:pPr>
            <a:r>
              <a:rPr lang="en-US" sz="1200" noProof="0" dirty="0">
                <a:solidFill>
                  <a:schemeClr val="tx1"/>
                </a:solidFill>
              </a:rPr>
              <a:t>Second level</a:t>
            </a:r>
          </a:p>
          <a:p>
            <a:pPr marL="365760" lvl="2" indent="-182880">
              <a:spcBef>
                <a:spcPts val="200"/>
              </a:spcBef>
              <a:spcAft>
                <a:spcPts val="200"/>
              </a:spcAft>
            </a:pPr>
            <a:r>
              <a:rPr lang="en-US" noProof="0" dirty="0">
                <a:solidFill>
                  <a:schemeClr val="tx1"/>
                </a:solidFill>
              </a:rPr>
              <a:t>Third level</a:t>
            </a:r>
          </a:p>
        </p:txBody>
      </p:sp>
      <p:sp>
        <p:nvSpPr>
          <p:cNvPr id="34" name="Text Placeholder 5">
            <a:extLst>
              <a:ext uri="{FF2B5EF4-FFF2-40B4-BE49-F238E27FC236}">
                <a16:creationId xmlns:a16="http://schemas.microsoft.com/office/drawing/2014/main" id="{F33534E6-61DF-4C9B-BE59-32AAA03C4D3A}"/>
              </a:ext>
            </a:extLst>
          </p:cNvPr>
          <p:cNvSpPr txBox="1">
            <a:spLocks/>
          </p:cNvSpPr>
          <p:nvPr/>
        </p:nvSpPr>
        <p:spPr>
          <a:xfrm>
            <a:off x="5083295" y="4019704"/>
            <a:ext cx="3343275"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200" noProof="0" dirty="0">
                <a:solidFill>
                  <a:schemeClr val="tx1"/>
                </a:solidFill>
              </a:rPr>
              <a:t>Click to add text</a:t>
            </a:r>
          </a:p>
          <a:p>
            <a:pPr marL="182880" lvl="1" indent="-182880">
              <a:spcBef>
                <a:spcPts val="200"/>
              </a:spcBef>
              <a:spcAft>
                <a:spcPts val="200"/>
              </a:spcAft>
            </a:pPr>
            <a:r>
              <a:rPr lang="en-US" sz="1200" noProof="0" dirty="0">
                <a:solidFill>
                  <a:schemeClr val="tx1"/>
                </a:solidFill>
              </a:rPr>
              <a:t>Second level</a:t>
            </a:r>
          </a:p>
          <a:p>
            <a:pPr marL="365760" lvl="2" indent="-182880">
              <a:spcBef>
                <a:spcPts val="200"/>
              </a:spcBef>
              <a:spcAft>
                <a:spcPts val="200"/>
              </a:spcAft>
            </a:pPr>
            <a:r>
              <a:rPr lang="en-US" noProof="0" dirty="0">
                <a:solidFill>
                  <a:schemeClr val="tx1"/>
                </a:solidFill>
              </a:rPr>
              <a:t>Third level</a:t>
            </a:r>
          </a:p>
        </p:txBody>
      </p:sp>
      <p:sp>
        <p:nvSpPr>
          <p:cNvPr id="35" name="Text Placeholder 5">
            <a:extLst>
              <a:ext uri="{FF2B5EF4-FFF2-40B4-BE49-F238E27FC236}">
                <a16:creationId xmlns:a16="http://schemas.microsoft.com/office/drawing/2014/main" id="{B207A208-F3F5-4C20-99CA-6E22E6DABDFA}"/>
              </a:ext>
            </a:extLst>
          </p:cNvPr>
          <p:cNvSpPr txBox="1">
            <a:spLocks/>
          </p:cNvSpPr>
          <p:nvPr/>
        </p:nvSpPr>
        <p:spPr>
          <a:xfrm>
            <a:off x="5083295" y="5053299"/>
            <a:ext cx="3343275" cy="630942"/>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200" noProof="0" dirty="0">
                <a:solidFill>
                  <a:schemeClr val="tx1"/>
                </a:solidFill>
              </a:rPr>
              <a:t>Click to add text</a:t>
            </a:r>
          </a:p>
          <a:p>
            <a:pPr marL="182880" lvl="1" indent="-182880">
              <a:spcBef>
                <a:spcPts val="200"/>
              </a:spcBef>
              <a:spcAft>
                <a:spcPts val="200"/>
              </a:spcAft>
            </a:pPr>
            <a:r>
              <a:rPr lang="en-US" sz="1200" noProof="0" dirty="0">
                <a:solidFill>
                  <a:schemeClr val="tx1"/>
                </a:solidFill>
              </a:rPr>
              <a:t>Second level</a:t>
            </a:r>
          </a:p>
          <a:p>
            <a:pPr marL="365760" lvl="2" indent="-182880">
              <a:spcBef>
                <a:spcPts val="200"/>
              </a:spcBef>
              <a:spcAft>
                <a:spcPts val="200"/>
              </a:spcAft>
            </a:pPr>
            <a:r>
              <a:rPr lang="en-US" noProof="0" dirty="0">
                <a:solidFill>
                  <a:schemeClr val="tx1"/>
                </a:solidFill>
              </a:rPr>
              <a:t>Third level</a:t>
            </a:r>
          </a:p>
        </p:txBody>
      </p:sp>
      <p:sp>
        <p:nvSpPr>
          <p:cNvPr id="4" name="Text Box 12">
            <a:extLst>
              <a:ext uri="{FF2B5EF4-FFF2-40B4-BE49-F238E27FC236}">
                <a16:creationId xmlns:a16="http://schemas.microsoft.com/office/drawing/2014/main" id="{95AAD8B2-1A46-1810-E4F5-41CD3DACCA1D}"/>
              </a:ext>
            </a:extLst>
          </p:cNvPr>
          <p:cNvSpPr txBox="1">
            <a:spLocks noChangeArrowheads="1"/>
          </p:cNvSpPr>
          <p:nvPr/>
        </p:nvSpPr>
        <p:spPr bwMode="auto">
          <a:xfrm>
            <a:off x="6329890" y="345202"/>
            <a:ext cx="3189767" cy="1016001"/>
          </a:xfrm>
          <a:prstGeom prst="rect">
            <a:avLst/>
          </a:prstGeom>
          <a:solidFill>
            <a:schemeClr val="tx1"/>
          </a:solidFill>
          <a:ln w="6350" algn="ctr">
            <a:solidFill>
              <a:srgbClr val="00A3E0"/>
            </a:solidFill>
            <a:miter lim="800000"/>
            <a:headEnd/>
            <a:tailEnd/>
          </a:ln>
        </p:spPr>
        <p:txBody>
          <a:bodyPr wrap="square" lIns="88900" tIns="88900" rIns="88900" bIns="88900">
            <a:noAutofit/>
          </a:bodyPr>
          <a:lstStyle/>
          <a:p>
            <a:pPr>
              <a:defRPr/>
            </a:pPr>
            <a:r>
              <a:rPr lang="en-US" sz="1000" b="1" dirty="0">
                <a:solidFill>
                  <a:schemeClr val="bg1"/>
                </a:solidFill>
                <a:latin typeface="Aptos" panose="020B0004020202020204" pitchFamily="34" charset="0"/>
                <a:ea typeface="ＭＳ Ｐゴシック" pitchFamily="50" charset="-128"/>
              </a:rPr>
              <a:t>Note:</a:t>
            </a:r>
          </a:p>
          <a:p>
            <a:pPr>
              <a:defRPr/>
            </a:pPr>
            <a:r>
              <a:rPr lang="en-US" sz="1000" dirty="0">
                <a:solidFill>
                  <a:schemeClr val="bg1"/>
                </a:solidFill>
                <a:latin typeface="Aptos" panose="020B0004020202020204" pitchFamily="34" charset="0"/>
                <a:ea typeface="ＭＳ Ｐゴシック" pitchFamily="50" charset="-128"/>
              </a:rPr>
              <a:t>Use the Connectors under AutoShapes to connect additional boxes. Use Align and Distribute in the Draw toolbar to properly position the boxes on the page. Work from right to left: first align, then distribute</a:t>
            </a:r>
          </a:p>
        </p:txBody>
      </p:sp>
    </p:spTree>
    <p:extLst>
      <p:ext uri="{BB962C8B-B14F-4D97-AF65-F5344CB8AC3E}">
        <p14:creationId xmlns:p14="http://schemas.microsoft.com/office/powerpoint/2010/main" val="246675045"/>
      </p:ext>
    </p:extLst>
  </p:cSld>
  <p:clrMapOvr>
    <a:masterClrMapping/>
  </p:clrMapOvr>
  <p:transition>
    <p:fade/>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a:t>Vertical</a:t>
            </a:r>
            <a:endParaRPr lang="en-US" dirty="0"/>
          </a:p>
        </p:txBody>
      </p:sp>
      <p:sp>
        <p:nvSpPr>
          <p:cNvPr id="614401" name="Title 1"/>
          <p:cNvSpPr>
            <a:spLocks noGrp="1"/>
          </p:cNvSpPr>
          <p:nvPr>
            <p:ph type="title"/>
          </p:nvPr>
        </p:nvSpPr>
        <p:spPr/>
        <p:txBody>
          <a:bodyPr/>
          <a:lstStyle/>
          <a:p>
            <a:r>
              <a:rPr lang="en-US"/>
              <a:t>Logic trees </a:t>
            </a:r>
            <a:endParaRPr lang="en-US" dirty="0"/>
          </a:p>
        </p:txBody>
      </p:sp>
      <p:sp>
        <p:nvSpPr>
          <p:cNvPr id="30" name="Rectangle 29"/>
          <p:cNvSpPr>
            <a:spLocks noChangeArrowheads="1"/>
          </p:cNvSpPr>
          <p:nvPr/>
        </p:nvSpPr>
        <p:spPr bwMode="auto">
          <a:xfrm>
            <a:off x="4109685" y="1952863"/>
            <a:ext cx="1679825" cy="594360"/>
          </a:xfrm>
          <a:prstGeom prst="rect">
            <a:avLst/>
          </a:prstGeom>
          <a:noFill/>
          <a:ln w="19050" algn="ctr">
            <a:solidFill>
              <a:schemeClr val="accent5"/>
            </a:solidFill>
            <a:miter lim="800000"/>
            <a:headEnd type="none" w="sm" len="sm"/>
            <a:tailEnd type="none" w="sm" len="sm"/>
          </a:ln>
        </p:spPr>
        <p:txBody>
          <a:bodyPr wrap="square" lIns="72231" tIns="72231" rIns="72231" bIns="72231" anchor="ctr"/>
          <a:lstStyle/>
          <a:p>
            <a:pPr algn="ctr">
              <a:spcBef>
                <a:spcPts val="163"/>
              </a:spcBef>
              <a:defRPr/>
            </a:pPr>
            <a:r>
              <a:rPr lang="en-GB" altLang="ja-JP" sz="1950" dirty="0">
                <a:solidFill>
                  <a:schemeClr val="accent5"/>
                </a:solidFill>
                <a:latin typeface="Aptos" panose="020B0004020202020204" pitchFamily="34" charset="0"/>
                <a:ea typeface="ＭＳ Ｐゴシック" pitchFamily="50" charset="-128"/>
                <a:cs typeface="Arial" pitchFamily="34" charset="0"/>
              </a:rPr>
              <a:t>Text</a:t>
            </a:r>
          </a:p>
        </p:txBody>
      </p:sp>
      <p:sp>
        <p:nvSpPr>
          <p:cNvPr id="31" name="Rectangle 30"/>
          <p:cNvSpPr>
            <a:spLocks noChangeArrowheads="1"/>
          </p:cNvSpPr>
          <p:nvPr/>
        </p:nvSpPr>
        <p:spPr bwMode="auto">
          <a:xfrm>
            <a:off x="407592" y="4542250"/>
            <a:ext cx="859675" cy="594360"/>
          </a:xfrm>
          <a:prstGeom prst="rect">
            <a:avLst/>
          </a:prstGeom>
          <a:noFill/>
          <a:ln w="19050" algn="ctr">
            <a:solidFill>
              <a:schemeClr val="accent3"/>
            </a:solidFill>
            <a:miter lim="800000"/>
            <a:headEnd type="none" w="sm" len="sm"/>
            <a:tailEnd type="none" w="sm" len="sm"/>
          </a:ln>
        </p:spPr>
        <p:txBody>
          <a:bodyPr wrap="square" lIns="72231" tIns="72231" rIns="72231" bIns="72231" anchor="ctr"/>
          <a:lstStyle/>
          <a:p>
            <a:pPr algn="ctr">
              <a:spcBef>
                <a:spcPts val="163"/>
              </a:spcBef>
            </a:pPr>
            <a:r>
              <a:rPr lang="en-GB" altLang="ja-JP" sz="1300" dirty="0">
                <a:solidFill>
                  <a:schemeClr val="accent3"/>
                </a:solidFill>
                <a:latin typeface="Aptos" panose="020B0004020202020204" pitchFamily="34" charset="0"/>
                <a:ea typeface="ＭＳ Ｐゴシック" pitchFamily="50" charset="-128"/>
                <a:cs typeface="Arial" pitchFamily="34" charset="0"/>
              </a:rPr>
              <a:t>Text</a:t>
            </a:r>
          </a:p>
        </p:txBody>
      </p:sp>
      <p:sp>
        <p:nvSpPr>
          <p:cNvPr id="32" name="Rectangle 31"/>
          <p:cNvSpPr>
            <a:spLocks noChangeArrowheads="1"/>
          </p:cNvSpPr>
          <p:nvPr/>
        </p:nvSpPr>
        <p:spPr bwMode="auto">
          <a:xfrm>
            <a:off x="1436485" y="4542250"/>
            <a:ext cx="859675" cy="594360"/>
          </a:xfrm>
          <a:prstGeom prst="rect">
            <a:avLst/>
          </a:prstGeom>
          <a:noFill/>
          <a:ln w="19050" algn="ctr">
            <a:solidFill>
              <a:schemeClr val="accent3"/>
            </a:solidFill>
            <a:miter lim="800000"/>
            <a:headEnd type="none" w="sm" len="sm"/>
            <a:tailEnd type="none" w="sm" len="sm"/>
          </a:ln>
        </p:spPr>
        <p:txBody>
          <a:bodyPr wrap="square" lIns="72231" tIns="72231" rIns="72231" bIns="72231" anchor="ctr"/>
          <a:lstStyle/>
          <a:p>
            <a:pPr algn="ctr">
              <a:spcBef>
                <a:spcPts val="163"/>
              </a:spcBef>
            </a:pPr>
            <a:r>
              <a:rPr lang="en-GB" altLang="ja-JP" sz="1300" dirty="0">
                <a:solidFill>
                  <a:schemeClr val="accent3"/>
                </a:solidFill>
                <a:latin typeface="Aptos" panose="020B0004020202020204" pitchFamily="34" charset="0"/>
                <a:ea typeface="ＭＳ Ｐゴシック" pitchFamily="50" charset="-128"/>
                <a:cs typeface="Arial" pitchFamily="34" charset="0"/>
              </a:rPr>
              <a:t>Text</a:t>
            </a:r>
          </a:p>
        </p:txBody>
      </p:sp>
      <p:sp>
        <p:nvSpPr>
          <p:cNvPr id="33" name="Rectangle 32"/>
          <p:cNvSpPr>
            <a:spLocks noChangeArrowheads="1"/>
          </p:cNvSpPr>
          <p:nvPr/>
        </p:nvSpPr>
        <p:spPr bwMode="auto">
          <a:xfrm>
            <a:off x="2465378" y="4542250"/>
            <a:ext cx="859675" cy="594360"/>
          </a:xfrm>
          <a:prstGeom prst="rect">
            <a:avLst/>
          </a:prstGeom>
          <a:noFill/>
          <a:ln w="19050" algn="ctr">
            <a:solidFill>
              <a:schemeClr val="accent3"/>
            </a:solidFill>
            <a:miter lim="800000"/>
            <a:headEnd type="none" w="sm" len="sm"/>
            <a:tailEnd type="none" w="sm" len="sm"/>
          </a:ln>
        </p:spPr>
        <p:txBody>
          <a:bodyPr wrap="square" lIns="72231" tIns="72231" rIns="72231" bIns="72231" anchor="ctr"/>
          <a:lstStyle/>
          <a:p>
            <a:pPr algn="ctr">
              <a:spcBef>
                <a:spcPts val="163"/>
              </a:spcBef>
            </a:pPr>
            <a:r>
              <a:rPr lang="en-GB" altLang="ja-JP" sz="1300" dirty="0">
                <a:solidFill>
                  <a:schemeClr val="accent3"/>
                </a:solidFill>
                <a:latin typeface="Aptos" panose="020B0004020202020204" pitchFamily="34" charset="0"/>
                <a:ea typeface="ＭＳ Ｐゴシック" pitchFamily="50" charset="-128"/>
                <a:cs typeface="Arial" pitchFamily="34" charset="0"/>
              </a:rPr>
              <a:t>Text</a:t>
            </a:r>
          </a:p>
        </p:txBody>
      </p:sp>
      <p:sp>
        <p:nvSpPr>
          <p:cNvPr id="34" name="Rectangle 33"/>
          <p:cNvSpPr>
            <a:spLocks noChangeArrowheads="1"/>
          </p:cNvSpPr>
          <p:nvPr/>
        </p:nvSpPr>
        <p:spPr bwMode="auto">
          <a:xfrm>
            <a:off x="3494269" y="4542250"/>
            <a:ext cx="859675" cy="594360"/>
          </a:xfrm>
          <a:prstGeom prst="rect">
            <a:avLst/>
          </a:prstGeom>
          <a:noFill/>
          <a:ln w="19050" algn="ctr">
            <a:solidFill>
              <a:schemeClr val="accent3"/>
            </a:solidFill>
            <a:miter lim="800000"/>
            <a:headEnd type="none" w="sm" len="sm"/>
            <a:tailEnd type="none" w="sm" len="sm"/>
          </a:ln>
        </p:spPr>
        <p:txBody>
          <a:bodyPr wrap="square" lIns="72231" tIns="72231" rIns="72231" bIns="72231" anchor="ctr"/>
          <a:lstStyle/>
          <a:p>
            <a:pPr algn="ctr">
              <a:spcBef>
                <a:spcPts val="163"/>
              </a:spcBef>
            </a:pPr>
            <a:r>
              <a:rPr lang="en-GB" altLang="ja-JP" sz="1300" dirty="0">
                <a:solidFill>
                  <a:schemeClr val="accent3"/>
                </a:solidFill>
                <a:latin typeface="Aptos" panose="020B0004020202020204" pitchFamily="34" charset="0"/>
                <a:ea typeface="ＭＳ Ｐゴシック" pitchFamily="50" charset="-128"/>
                <a:cs typeface="Arial" pitchFamily="34" charset="0"/>
              </a:rPr>
              <a:t>Text</a:t>
            </a:r>
          </a:p>
        </p:txBody>
      </p:sp>
      <p:sp>
        <p:nvSpPr>
          <p:cNvPr id="35" name="Rectangle 34"/>
          <p:cNvSpPr>
            <a:spLocks noChangeArrowheads="1"/>
          </p:cNvSpPr>
          <p:nvPr/>
        </p:nvSpPr>
        <p:spPr bwMode="auto">
          <a:xfrm>
            <a:off x="4523163" y="4542250"/>
            <a:ext cx="859675" cy="594360"/>
          </a:xfrm>
          <a:prstGeom prst="rect">
            <a:avLst/>
          </a:prstGeom>
          <a:noFill/>
          <a:ln w="19050" algn="ctr">
            <a:solidFill>
              <a:schemeClr val="accent3"/>
            </a:solidFill>
            <a:miter lim="800000"/>
            <a:headEnd type="none" w="sm" len="sm"/>
            <a:tailEnd type="none" w="sm" len="sm"/>
          </a:ln>
        </p:spPr>
        <p:txBody>
          <a:bodyPr wrap="square" lIns="72231" tIns="72231" rIns="72231" bIns="72231" anchor="ctr"/>
          <a:lstStyle/>
          <a:p>
            <a:pPr algn="ctr">
              <a:spcBef>
                <a:spcPts val="163"/>
              </a:spcBef>
            </a:pPr>
            <a:r>
              <a:rPr lang="en-GB" altLang="ja-JP" sz="1300" dirty="0">
                <a:solidFill>
                  <a:schemeClr val="accent3"/>
                </a:solidFill>
                <a:latin typeface="Aptos" panose="020B0004020202020204" pitchFamily="34" charset="0"/>
                <a:ea typeface="ＭＳ Ｐゴシック" pitchFamily="50" charset="-128"/>
                <a:cs typeface="Arial" pitchFamily="34" charset="0"/>
              </a:rPr>
              <a:t>Text</a:t>
            </a:r>
          </a:p>
        </p:txBody>
      </p:sp>
      <p:sp>
        <p:nvSpPr>
          <p:cNvPr id="36" name="Rectangle 35"/>
          <p:cNvSpPr>
            <a:spLocks noChangeArrowheads="1"/>
          </p:cNvSpPr>
          <p:nvPr/>
        </p:nvSpPr>
        <p:spPr bwMode="auto">
          <a:xfrm>
            <a:off x="5552056" y="4542250"/>
            <a:ext cx="859675" cy="594360"/>
          </a:xfrm>
          <a:prstGeom prst="rect">
            <a:avLst/>
          </a:prstGeom>
          <a:noFill/>
          <a:ln w="19050" algn="ctr">
            <a:solidFill>
              <a:schemeClr val="accent3"/>
            </a:solidFill>
            <a:miter lim="800000"/>
            <a:headEnd type="none" w="sm" len="sm"/>
            <a:tailEnd type="none" w="sm" len="sm"/>
          </a:ln>
        </p:spPr>
        <p:txBody>
          <a:bodyPr wrap="square" lIns="72231" tIns="72231" rIns="72231" bIns="72231" anchor="ctr"/>
          <a:lstStyle/>
          <a:p>
            <a:pPr algn="ctr">
              <a:spcBef>
                <a:spcPts val="163"/>
              </a:spcBef>
            </a:pPr>
            <a:r>
              <a:rPr lang="en-GB" altLang="ja-JP" sz="1300" dirty="0">
                <a:solidFill>
                  <a:schemeClr val="accent3"/>
                </a:solidFill>
                <a:latin typeface="Aptos" panose="020B0004020202020204" pitchFamily="34" charset="0"/>
                <a:ea typeface="ＭＳ Ｐゴシック" pitchFamily="50" charset="-128"/>
                <a:cs typeface="Arial" pitchFamily="34" charset="0"/>
              </a:rPr>
              <a:t>Text</a:t>
            </a:r>
          </a:p>
        </p:txBody>
      </p:sp>
      <p:sp>
        <p:nvSpPr>
          <p:cNvPr id="37" name="Rectangle 36"/>
          <p:cNvSpPr>
            <a:spLocks noChangeArrowheads="1"/>
          </p:cNvSpPr>
          <p:nvPr/>
        </p:nvSpPr>
        <p:spPr bwMode="auto">
          <a:xfrm>
            <a:off x="6580950" y="4542250"/>
            <a:ext cx="859675" cy="594360"/>
          </a:xfrm>
          <a:prstGeom prst="rect">
            <a:avLst/>
          </a:prstGeom>
          <a:noFill/>
          <a:ln w="19050" algn="ctr">
            <a:solidFill>
              <a:schemeClr val="accent3"/>
            </a:solidFill>
            <a:miter lim="800000"/>
            <a:headEnd type="none" w="sm" len="sm"/>
            <a:tailEnd type="none" w="sm" len="sm"/>
          </a:ln>
        </p:spPr>
        <p:txBody>
          <a:bodyPr wrap="square" lIns="72231" tIns="72231" rIns="72231" bIns="72231" anchor="ctr"/>
          <a:lstStyle/>
          <a:p>
            <a:pPr algn="ctr">
              <a:spcBef>
                <a:spcPts val="163"/>
              </a:spcBef>
            </a:pPr>
            <a:r>
              <a:rPr lang="en-GB" altLang="ja-JP" sz="1300" dirty="0">
                <a:solidFill>
                  <a:schemeClr val="accent3"/>
                </a:solidFill>
                <a:latin typeface="Aptos" panose="020B0004020202020204" pitchFamily="34" charset="0"/>
                <a:ea typeface="ＭＳ Ｐゴシック" pitchFamily="50" charset="-128"/>
                <a:cs typeface="Arial" pitchFamily="34" charset="0"/>
              </a:rPr>
              <a:t>Text</a:t>
            </a:r>
          </a:p>
        </p:txBody>
      </p:sp>
      <p:sp>
        <p:nvSpPr>
          <p:cNvPr id="38" name="Rectangle 37"/>
          <p:cNvSpPr>
            <a:spLocks noChangeArrowheads="1"/>
          </p:cNvSpPr>
          <p:nvPr/>
        </p:nvSpPr>
        <p:spPr bwMode="auto">
          <a:xfrm>
            <a:off x="7609842" y="4542250"/>
            <a:ext cx="859675" cy="594360"/>
          </a:xfrm>
          <a:prstGeom prst="rect">
            <a:avLst/>
          </a:prstGeom>
          <a:noFill/>
          <a:ln w="19050" algn="ctr">
            <a:solidFill>
              <a:schemeClr val="accent3"/>
            </a:solidFill>
            <a:miter lim="800000"/>
            <a:headEnd type="none" w="sm" len="sm"/>
            <a:tailEnd type="none" w="sm" len="sm"/>
          </a:ln>
        </p:spPr>
        <p:txBody>
          <a:bodyPr wrap="square" lIns="72231" tIns="72231" rIns="72231" bIns="72231" anchor="ctr"/>
          <a:lstStyle/>
          <a:p>
            <a:pPr algn="ctr">
              <a:spcBef>
                <a:spcPts val="163"/>
              </a:spcBef>
            </a:pPr>
            <a:r>
              <a:rPr lang="en-GB" altLang="ja-JP" sz="1300" dirty="0">
                <a:solidFill>
                  <a:schemeClr val="accent3"/>
                </a:solidFill>
                <a:latin typeface="Aptos" panose="020B0004020202020204" pitchFamily="34" charset="0"/>
                <a:ea typeface="ＭＳ Ｐゴシック" pitchFamily="50" charset="-128"/>
                <a:cs typeface="Arial" pitchFamily="34" charset="0"/>
              </a:rPr>
              <a:t>Text</a:t>
            </a:r>
          </a:p>
        </p:txBody>
      </p:sp>
      <p:sp>
        <p:nvSpPr>
          <p:cNvPr id="39" name="Rectangle 38"/>
          <p:cNvSpPr>
            <a:spLocks noChangeArrowheads="1"/>
          </p:cNvSpPr>
          <p:nvPr/>
        </p:nvSpPr>
        <p:spPr bwMode="auto">
          <a:xfrm>
            <a:off x="1024669" y="3247557"/>
            <a:ext cx="1679825" cy="594360"/>
          </a:xfrm>
          <a:prstGeom prst="rect">
            <a:avLst/>
          </a:prstGeom>
          <a:noFill/>
          <a:ln w="19050" algn="ctr">
            <a:solidFill>
              <a:schemeClr val="tx2"/>
            </a:solidFill>
            <a:miter lim="800000"/>
            <a:headEnd type="none" w="sm" len="sm"/>
            <a:tailEnd type="none" w="sm" len="sm"/>
          </a:ln>
        </p:spPr>
        <p:txBody>
          <a:bodyPr wrap="square" lIns="72231" tIns="72231" rIns="72231" bIns="72231" anchor="ctr"/>
          <a:lstStyle/>
          <a:p>
            <a:pPr algn="ctr">
              <a:spcBef>
                <a:spcPts val="163"/>
              </a:spcBef>
            </a:pPr>
            <a:r>
              <a:rPr lang="en-GB" altLang="ja-JP" sz="1463" dirty="0">
                <a:solidFill>
                  <a:schemeClr val="tx2"/>
                </a:solidFill>
                <a:latin typeface="Aptos" panose="020B0004020202020204" pitchFamily="34" charset="0"/>
                <a:ea typeface="ＭＳ Ｐゴシック" pitchFamily="50" charset="-128"/>
                <a:cs typeface="Arial" pitchFamily="34" charset="0"/>
              </a:rPr>
              <a:t>Text</a:t>
            </a:r>
          </a:p>
        </p:txBody>
      </p:sp>
      <p:sp>
        <p:nvSpPr>
          <p:cNvPr id="40" name="Rectangle 39"/>
          <p:cNvSpPr>
            <a:spLocks noChangeArrowheads="1"/>
          </p:cNvSpPr>
          <p:nvPr/>
        </p:nvSpPr>
        <p:spPr bwMode="auto">
          <a:xfrm>
            <a:off x="4109685" y="3247557"/>
            <a:ext cx="1679825" cy="594360"/>
          </a:xfrm>
          <a:prstGeom prst="rect">
            <a:avLst/>
          </a:prstGeom>
          <a:noFill/>
          <a:ln w="19050" algn="ctr">
            <a:solidFill>
              <a:schemeClr val="tx2"/>
            </a:solidFill>
            <a:miter lim="800000"/>
            <a:headEnd type="none" w="sm" len="sm"/>
            <a:tailEnd type="none" w="sm" len="sm"/>
          </a:ln>
        </p:spPr>
        <p:txBody>
          <a:bodyPr wrap="square" lIns="72231" tIns="72231" rIns="72231" bIns="72231" anchor="ctr"/>
          <a:lstStyle/>
          <a:p>
            <a:pPr algn="ctr">
              <a:spcBef>
                <a:spcPts val="163"/>
              </a:spcBef>
            </a:pPr>
            <a:r>
              <a:rPr lang="en-GB" altLang="ja-JP" sz="1463" dirty="0">
                <a:solidFill>
                  <a:schemeClr val="tx2"/>
                </a:solidFill>
                <a:latin typeface="Aptos" panose="020B0004020202020204" pitchFamily="34" charset="0"/>
                <a:ea typeface="ＭＳ Ｐゴシック" pitchFamily="50" charset="-128"/>
                <a:cs typeface="Arial" pitchFamily="34" charset="0"/>
              </a:rPr>
              <a:t>Text</a:t>
            </a:r>
          </a:p>
        </p:txBody>
      </p:sp>
      <p:sp>
        <p:nvSpPr>
          <p:cNvPr id="41" name="Rectangle 40"/>
          <p:cNvSpPr>
            <a:spLocks noChangeArrowheads="1"/>
          </p:cNvSpPr>
          <p:nvPr/>
        </p:nvSpPr>
        <p:spPr bwMode="auto">
          <a:xfrm>
            <a:off x="7198231" y="3247557"/>
            <a:ext cx="1679825" cy="594360"/>
          </a:xfrm>
          <a:prstGeom prst="rect">
            <a:avLst/>
          </a:prstGeom>
          <a:noFill/>
          <a:ln w="19050" algn="ctr">
            <a:solidFill>
              <a:schemeClr val="tx2"/>
            </a:solidFill>
            <a:miter lim="800000"/>
            <a:headEnd type="none" w="sm" len="sm"/>
            <a:tailEnd type="none" w="sm" len="sm"/>
          </a:ln>
        </p:spPr>
        <p:txBody>
          <a:bodyPr wrap="square" lIns="72231" tIns="72231" rIns="72231" bIns="72231" anchor="ctr"/>
          <a:lstStyle/>
          <a:p>
            <a:pPr algn="ctr">
              <a:spcBef>
                <a:spcPts val="163"/>
              </a:spcBef>
            </a:pPr>
            <a:r>
              <a:rPr lang="en-GB" altLang="ja-JP" sz="1463" dirty="0">
                <a:solidFill>
                  <a:schemeClr val="tx2"/>
                </a:solidFill>
                <a:latin typeface="Aptos" panose="020B0004020202020204" pitchFamily="34" charset="0"/>
                <a:ea typeface="ＭＳ Ｐゴシック" pitchFamily="50" charset="-128"/>
                <a:cs typeface="Arial" pitchFamily="34" charset="0"/>
              </a:rPr>
              <a:t>Text</a:t>
            </a:r>
          </a:p>
        </p:txBody>
      </p:sp>
      <p:cxnSp>
        <p:nvCxnSpPr>
          <p:cNvPr id="42" name="AutoShape 15"/>
          <p:cNvCxnSpPr>
            <a:cxnSpLocks noChangeShapeType="1"/>
            <a:stCxn id="30" idx="2"/>
            <a:endCxn id="39" idx="0"/>
          </p:cNvCxnSpPr>
          <p:nvPr/>
        </p:nvCxnSpPr>
        <p:spPr bwMode="auto">
          <a:xfrm rot="5400000">
            <a:off x="3056921" y="1354883"/>
            <a:ext cx="700334" cy="3085015"/>
          </a:xfrm>
          <a:prstGeom prst="bentConnector3">
            <a:avLst>
              <a:gd name="adj1" fmla="val 50000"/>
            </a:avLst>
          </a:prstGeom>
          <a:noFill/>
          <a:ln w="6350">
            <a:solidFill>
              <a:schemeClr val="tx1"/>
            </a:solidFill>
            <a:miter lim="800000"/>
            <a:headEnd/>
            <a:tailEnd/>
          </a:ln>
        </p:spPr>
      </p:cxnSp>
      <p:cxnSp>
        <p:nvCxnSpPr>
          <p:cNvPr id="43" name="AutoShape 16"/>
          <p:cNvCxnSpPr>
            <a:cxnSpLocks noChangeShapeType="1"/>
            <a:stCxn id="30" idx="2"/>
            <a:endCxn id="41" idx="0"/>
          </p:cNvCxnSpPr>
          <p:nvPr/>
        </p:nvCxnSpPr>
        <p:spPr bwMode="auto">
          <a:xfrm rot="16200000" flipH="1">
            <a:off x="6143703" y="1353120"/>
            <a:ext cx="700334" cy="3088547"/>
          </a:xfrm>
          <a:prstGeom prst="bentConnector3">
            <a:avLst>
              <a:gd name="adj1" fmla="val 50000"/>
            </a:avLst>
          </a:prstGeom>
          <a:noFill/>
          <a:ln w="6350">
            <a:solidFill>
              <a:schemeClr val="tx1"/>
            </a:solidFill>
            <a:miter lim="800000"/>
            <a:headEnd/>
            <a:tailEnd/>
          </a:ln>
        </p:spPr>
      </p:cxnSp>
      <p:cxnSp>
        <p:nvCxnSpPr>
          <p:cNvPr id="44" name="AutoShape 17"/>
          <p:cNvCxnSpPr>
            <a:cxnSpLocks noChangeShapeType="1"/>
            <a:stCxn id="40" idx="0"/>
            <a:endCxn id="30" idx="2"/>
          </p:cNvCxnSpPr>
          <p:nvPr/>
        </p:nvCxnSpPr>
        <p:spPr bwMode="auto">
          <a:xfrm flipV="1">
            <a:off x="4949594" y="2547224"/>
            <a:ext cx="0" cy="700334"/>
          </a:xfrm>
          <a:prstGeom prst="straightConnector1">
            <a:avLst/>
          </a:prstGeom>
          <a:noFill/>
          <a:ln w="6350">
            <a:solidFill>
              <a:schemeClr val="tx1"/>
            </a:solidFill>
            <a:round/>
            <a:headEnd/>
            <a:tailEnd/>
          </a:ln>
        </p:spPr>
      </p:cxnSp>
      <p:cxnSp>
        <p:nvCxnSpPr>
          <p:cNvPr id="45" name="AutoShape 18"/>
          <p:cNvCxnSpPr>
            <a:cxnSpLocks noChangeShapeType="1"/>
            <a:stCxn id="31" idx="0"/>
            <a:endCxn id="39" idx="2"/>
          </p:cNvCxnSpPr>
          <p:nvPr/>
        </p:nvCxnSpPr>
        <p:spPr bwMode="auto">
          <a:xfrm rot="5400000" flipH="1" flipV="1">
            <a:off x="1000839" y="3678511"/>
            <a:ext cx="700334" cy="1027150"/>
          </a:xfrm>
          <a:prstGeom prst="bentConnector3">
            <a:avLst>
              <a:gd name="adj1" fmla="val 50000"/>
            </a:avLst>
          </a:prstGeom>
          <a:noFill/>
          <a:ln w="6350">
            <a:solidFill>
              <a:schemeClr val="tx1"/>
            </a:solidFill>
            <a:miter lim="800000"/>
            <a:headEnd/>
            <a:tailEnd/>
          </a:ln>
        </p:spPr>
      </p:cxnSp>
      <p:cxnSp>
        <p:nvCxnSpPr>
          <p:cNvPr id="46" name="AutoShape 19"/>
          <p:cNvCxnSpPr>
            <a:cxnSpLocks noChangeShapeType="1"/>
            <a:stCxn id="39" idx="2"/>
            <a:endCxn id="33" idx="0"/>
          </p:cNvCxnSpPr>
          <p:nvPr/>
        </p:nvCxnSpPr>
        <p:spPr bwMode="auto">
          <a:xfrm rot="16200000" flipH="1">
            <a:off x="2029731" y="3676767"/>
            <a:ext cx="700334" cy="1030636"/>
          </a:xfrm>
          <a:prstGeom prst="bentConnector3">
            <a:avLst>
              <a:gd name="adj1" fmla="val 50000"/>
            </a:avLst>
          </a:prstGeom>
          <a:noFill/>
          <a:ln w="6350">
            <a:solidFill>
              <a:schemeClr val="tx1"/>
            </a:solidFill>
            <a:miter lim="800000"/>
            <a:headEnd/>
            <a:tailEnd/>
          </a:ln>
        </p:spPr>
      </p:cxnSp>
      <p:cxnSp>
        <p:nvCxnSpPr>
          <p:cNvPr id="47" name="AutoShape 20"/>
          <p:cNvCxnSpPr>
            <a:cxnSpLocks noChangeShapeType="1"/>
            <a:stCxn id="34" idx="0"/>
            <a:endCxn id="40" idx="2"/>
          </p:cNvCxnSpPr>
          <p:nvPr/>
        </p:nvCxnSpPr>
        <p:spPr bwMode="auto">
          <a:xfrm rot="5400000" flipH="1" flipV="1">
            <a:off x="4086685" y="3679343"/>
            <a:ext cx="700334" cy="1025487"/>
          </a:xfrm>
          <a:prstGeom prst="bentConnector3">
            <a:avLst>
              <a:gd name="adj1" fmla="val 50000"/>
            </a:avLst>
          </a:prstGeom>
          <a:noFill/>
          <a:ln w="6350">
            <a:solidFill>
              <a:schemeClr val="tx1"/>
            </a:solidFill>
            <a:miter lim="800000"/>
            <a:headEnd/>
            <a:tailEnd/>
          </a:ln>
        </p:spPr>
      </p:cxnSp>
      <p:cxnSp>
        <p:nvCxnSpPr>
          <p:cNvPr id="48" name="AutoShape 21"/>
          <p:cNvCxnSpPr>
            <a:cxnSpLocks noChangeShapeType="1"/>
            <a:stCxn id="40" idx="2"/>
            <a:endCxn id="36" idx="0"/>
          </p:cNvCxnSpPr>
          <p:nvPr/>
        </p:nvCxnSpPr>
        <p:spPr bwMode="auto">
          <a:xfrm rot="16200000" flipH="1">
            <a:off x="5115578" y="3675934"/>
            <a:ext cx="700334" cy="1032299"/>
          </a:xfrm>
          <a:prstGeom prst="bentConnector3">
            <a:avLst>
              <a:gd name="adj1" fmla="val 50000"/>
            </a:avLst>
          </a:prstGeom>
          <a:noFill/>
          <a:ln w="6350">
            <a:solidFill>
              <a:schemeClr val="tx1"/>
            </a:solidFill>
            <a:miter lim="800000"/>
            <a:headEnd/>
            <a:tailEnd/>
          </a:ln>
        </p:spPr>
      </p:cxnSp>
      <p:cxnSp>
        <p:nvCxnSpPr>
          <p:cNvPr id="49" name="AutoShape 22"/>
          <p:cNvCxnSpPr>
            <a:cxnSpLocks noChangeShapeType="1"/>
            <a:stCxn id="37" idx="0"/>
            <a:endCxn id="41" idx="2"/>
          </p:cNvCxnSpPr>
          <p:nvPr/>
        </p:nvCxnSpPr>
        <p:spPr bwMode="auto">
          <a:xfrm rot="5400000" flipH="1" flipV="1">
            <a:off x="7174299" y="3678409"/>
            <a:ext cx="700334" cy="1027355"/>
          </a:xfrm>
          <a:prstGeom prst="bentConnector3">
            <a:avLst>
              <a:gd name="adj1" fmla="val 50000"/>
            </a:avLst>
          </a:prstGeom>
          <a:noFill/>
          <a:ln w="6350">
            <a:solidFill>
              <a:schemeClr val="tx1"/>
            </a:solidFill>
            <a:miter lim="800000"/>
            <a:headEnd/>
            <a:tailEnd/>
          </a:ln>
        </p:spPr>
      </p:cxnSp>
      <p:cxnSp>
        <p:nvCxnSpPr>
          <p:cNvPr id="50" name="AutoShape 23"/>
          <p:cNvCxnSpPr>
            <a:cxnSpLocks noChangeShapeType="1"/>
            <a:stCxn id="41" idx="2"/>
            <a:endCxn id="54" idx="0"/>
          </p:cNvCxnSpPr>
          <p:nvPr/>
        </p:nvCxnSpPr>
        <p:spPr bwMode="auto">
          <a:xfrm rot="16200000" flipH="1">
            <a:off x="8203191" y="3676868"/>
            <a:ext cx="700334" cy="1030430"/>
          </a:xfrm>
          <a:prstGeom prst="bentConnector3">
            <a:avLst>
              <a:gd name="adj1" fmla="val 50000"/>
            </a:avLst>
          </a:prstGeom>
          <a:noFill/>
          <a:ln w="6350">
            <a:solidFill>
              <a:schemeClr val="tx1"/>
            </a:solidFill>
            <a:miter lim="800000"/>
            <a:headEnd/>
            <a:tailEnd/>
          </a:ln>
        </p:spPr>
      </p:cxnSp>
      <p:cxnSp>
        <p:nvCxnSpPr>
          <p:cNvPr id="51" name="AutoShape 24"/>
          <p:cNvCxnSpPr>
            <a:cxnSpLocks noChangeShapeType="1"/>
            <a:stCxn id="32" idx="0"/>
            <a:endCxn id="39" idx="2"/>
          </p:cNvCxnSpPr>
          <p:nvPr/>
        </p:nvCxnSpPr>
        <p:spPr bwMode="auto">
          <a:xfrm flipH="1" flipV="1">
            <a:off x="1864582" y="3841918"/>
            <a:ext cx="1743" cy="700334"/>
          </a:xfrm>
          <a:prstGeom prst="straightConnector1">
            <a:avLst/>
          </a:prstGeom>
          <a:noFill/>
          <a:ln w="6350">
            <a:solidFill>
              <a:schemeClr val="tx1"/>
            </a:solidFill>
            <a:round/>
            <a:headEnd/>
            <a:tailEnd/>
          </a:ln>
        </p:spPr>
      </p:cxnSp>
      <p:cxnSp>
        <p:nvCxnSpPr>
          <p:cNvPr id="52" name="AutoShape 25"/>
          <p:cNvCxnSpPr>
            <a:cxnSpLocks noChangeShapeType="1"/>
            <a:stCxn id="35" idx="0"/>
            <a:endCxn id="40" idx="2"/>
          </p:cNvCxnSpPr>
          <p:nvPr/>
        </p:nvCxnSpPr>
        <p:spPr bwMode="auto">
          <a:xfrm flipH="1" flipV="1">
            <a:off x="4949594" y="3841918"/>
            <a:ext cx="3406" cy="700334"/>
          </a:xfrm>
          <a:prstGeom prst="straightConnector1">
            <a:avLst/>
          </a:prstGeom>
          <a:noFill/>
          <a:ln w="6350">
            <a:solidFill>
              <a:schemeClr val="tx1"/>
            </a:solidFill>
            <a:round/>
            <a:headEnd/>
            <a:tailEnd/>
          </a:ln>
        </p:spPr>
      </p:cxnSp>
      <p:cxnSp>
        <p:nvCxnSpPr>
          <p:cNvPr id="53" name="AutoShape 26"/>
          <p:cNvCxnSpPr>
            <a:cxnSpLocks noChangeShapeType="1"/>
            <a:stCxn id="38" idx="0"/>
            <a:endCxn id="41" idx="2"/>
          </p:cNvCxnSpPr>
          <p:nvPr/>
        </p:nvCxnSpPr>
        <p:spPr bwMode="auto">
          <a:xfrm flipH="1" flipV="1">
            <a:off x="8038145" y="3841918"/>
            <a:ext cx="1538" cy="700334"/>
          </a:xfrm>
          <a:prstGeom prst="straightConnector1">
            <a:avLst/>
          </a:prstGeom>
          <a:noFill/>
          <a:ln w="6350">
            <a:solidFill>
              <a:schemeClr val="tx1"/>
            </a:solidFill>
            <a:miter lim="800000"/>
            <a:headEnd/>
            <a:tailEnd/>
          </a:ln>
        </p:spPr>
      </p:cxnSp>
      <p:sp>
        <p:nvSpPr>
          <p:cNvPr id="54" name="Rectangle 53"/>
          <p:cNvSpPr>
            <a:spLocks noChangeArrowheads="1"/>
          </p:cNvSpPr>
          <p:nvPr/>
        </p:nvSpPr>
        <p:spPr bwMode="auto">
          <a:xfrm>
            <a:off x="8638734" y="4542250"/>
            <a:ext cx="859675" cy="594360"/>
          </a:xfrm>
          <a:prstGeom prst="rect">
            <a:avLst/>
          </a:prstGeom>
          <a:noFill/>
          <a:ln w="19050" algn="ctr">
            <a:solidFill>
              <a:schemeClr val="accent3"/>
            </a:solidFill>
            <a:miter lim="800000"/>
            <a:headEnd type="none" w="sm" len="sm"/>
            <a:tailEnd type="none" w="sm" len="sm"/>
          </a:ln>
        </p:spPr>
        <p:txBody>
          <a:bodyPr wrap="square" lIns="72231" tIns="72231" rIns="72231" bIns="72231" anchor="ctr"/>
          <a:lstStyle/>
          <a:p>
            <a:pPr algn="ctr">
              <a:spcBef>
                <a:spcPts val="163"/>
              </a:spcBef>
            </a:pPr>
            <a:r>
              <a:rPr lang="en-GB" altLang="ja-JP" sz="1300" dirty="0">
                <a:solidFill>
                  <a:schemeClr val="accent3"/>
                </a:solidFill>
                <a:latin typeface="Aptos" panose="020B0004020202020204" pitchFamily="34" charset="0"/>
                <a:ea typeface="ＭＳ Ｐゴシック" pitchFamily="50" charset="-128"/>
                <a:cs typeface="Arial" pitchFamily="34" charset="0"/>
              </a:rPr>
              <a:t>Text</a:t>
            </a:r>
          </a:p>
        </p:txBody>
      </p:sp>
      <p:sp>
        <p:nvSpPr>
          <p:cNvPr id="3" name="Text Box 12">
            <a:extLst>
              <a:ext uri="{FF2B5EF4-FFF2-40B4-BE49-F238E27FC236}">
                <a16:creationId xmlns:a16="http://schemas.microsoft.com/office/drawing/2014/main" id="{29D45E9A-4337-AC1E-C84A-A73CD31801CB}"/>
              </a:ext>
            </a:extLst>
          </p:cNvPr>
          <p:cNvSpPr txBox="1">
            <a:spLocks noChangeArrowheads="1"/>
          </p:cNvSpPr>
          <p:nvPr/>
        </p:nvSpPr>
        <p:spPr bwMode="auto">
          <a:xfrm>
            <a:off x="6329890" y="345202"/>
            <a:ext cx="3189767" cy="1016001"/>
          </a:xfrm>
          <a:prstGeom prst="rect">
            <a:avLst/>
          </a:prstGeom>
          <a:solidFill>
            <a:schemeClr val="bg1"/>
          </a:solidFill>
          <a:ln w="6350" algn="ctr">
            <a:solidFill>
              <a:srgbClr val="00A3E0"/>
            </a:solidFill>
            <a:miter lim="800000"/>
            <a:headEnd/>
            <a:tailEnd/>
          </a:ln>
        </p:spPr>
        <p:txBody>
          <a:bodyPr wrap="square" lIns="88900" tIns="88900" rIns="88900" bIns="88900">
            <a:noAutofit/>
          </a:bodyPr>
          <a:lstStyle/>
          <a:p>
            <a:pPr>
              <a:defRPr/>
            </a:pPr>
            <a:r>
              <a:rPr lang="en-US" sz="1000" b="1" dirty="0">
                <a:latin typeface="Aptos" panose="020B0004020202020204" pitchFamily="34" charset="0"/>
                <a:ea typeface="ＭＳ Ｐゴシック" pitchFamily="50" charset="-128"/>
              </a:rPr>
              <a:t>Note:</a:t>
            </a:r>
          </a:p>
          <a:p>
            <a:pPr>
              <a:defRPr/>
            </a:pPr>
            <a:r>
              <a:rPr lang="en-US" sz="1000" dirty="0">
                <a:latin typeface="Aptos" panose="020B0004020202020204" pitchFamily="34" charset="0"/>
                <a:ea typeface="ＭＳ Ｐゴシック" pitchFamily="50" charset="-128"/>
              </a:rPr>
              <a:t>Use the Connectors under AutoShapes to connect additional boxes. Use Align and Distribute in the Draw toolbar to properly position the boxes on the page. Work from right to left: first align, then distribute</a:t>
            </a:r>
          </a:p>
        </p:txBody>
      </p:sp>
    </p:spTree>
    <p:extLst>
      <p:ext uri="{BB962C8B-B14F-4D97-AF65-F5344CB8AC3E}">
        <p14:creationId xmlns:p14="http://schemas.microsoft.com/office/powerpoint/2010/main" val="1760470451"/>
      </p:ext>
    </p:extLst>
  </p:cSld>
  <p:clrMapOvr>
    <a:masterClrMapping/>
  </p:clrMapOvr>
  <p:transition>
    <p:fade/>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a:t>Vertical</a:t>
            </a:r>
            <a:endParaRPr lang="en-US" dirty="0"/>
          </a:p>
        </p:txBody>
      </p:sp>
      <p:sp>
        <p:nvSpPr>
          <p:cNvPr id="614401" name="Title 1"/>
          <p:cNvSpPr>
            <a:spLocks noGrp="1"/>
          </p:cNvSpPr>
          <p:nvPr>
            <p:ph type="title"/>
          </p:nvPr>
        </p:nvSpPr>
        <p:spPr/>
        <p:txBody>
          <a:bodyPr/>
          <a:lstStyle/>
          <a:p>
            <a:r>
              <a:rPr lang="en-US"/>
              <a:t>Logic trees on black background </a:t>
            </a:r>
            <a:endParaRPr lang="en-US" dirty="0"/>
          </a:p>
        </p:txBody>
      </p:sp>
      <p:sp>
        <p:nvSpPr>
          <p:cNvPr id="30" name="Rectangle 29"/>
          <p:cNvSpPr>
            <a:spLocks noChangeArrowheads="1"/>
          </p:cNvSpPr>
          <p:nvPr/>
        </p:nvSpPr>
        <p:spPr bwMode="auto">
          <a:xfrm>
            <a:off x="4113655" y="1952863"/>
            <a:ext cx="1671913" cy="594360"/>
          </a:xfrm>
          <a:prstGeom prst="rect">
            <a:avLst/>
          </a:prstGeom>
          <a:noFill/>
          <a:ln w="12700" algn="ctr">
            <a:solidFill>
              <a:schemeClr val="accent3"/>
            </a:solidFill>
            <a:miter lim="800000"/>
            <a:headEnd type="none" w="sm" len="sm"/>
            <a:tailEnd type="none" w="sm" len="sm"/>
          </a:ln>
        </p:spPr>
        <p:txBody>
          <a:bodyPr wrap="square" lIns="72231" tIns="72231" rIns="72231" bIns="72231" anchor="ctr"/>
          <a:lstStyle/>
          <a:p>
            <a:pPr algn="ctr">
              <a:spcBef>
                <a:spcPts val="163"/>
              </a:spcBef>
              <a:defRPr/>
            </a:pPr>
            <a:r>
              <a:rPr lang="en-GB" altLang="ja-JP" sz="1950" dirty="0">
                <a:solidFill>
                  <a:schemeClr val="accent3"/>
                </a:solidFill>
                <a:latin typeface="Aptos" panose="020B0004020202020204" pitchFamily="34" charset="0"/>
                <a:ea typeface="ＭＳ Ｐゴシック" pitchFamily="50" charset="-128"/>
                <a:cs typeface="Arial" pitchFamily="34" charset="0"/>
              </a:rPr>
              <a:t>Text</a:t>
            </a:r>
          </a:p>
        </p:txBody>
      </p:sp>
      <p:sp>
        <p:nvSpPr>
          <p:cNvPr id="31" name="Rectangle 30"/>
          <p:cNvSpPr>
            <a:spLocks noChangeArrowheads="1"/>
          </p:cNvSpPr>
          <p:nvPr/>
        </p:nvSpPr>
        <p:spPr bwMode="auto">
          <a:xfrm>
            <a:off x="428999" y="4542250"/>
            <a:ext cx="855626" cy="594360"/>
          </a:xfrm>
          <a:prstGeom prst="rect">
            <a:avLst/>
          </a:prstGeom>
          <a:noFill/>
          <a:ln w="12700" algn="ctr">
            <a:solidFill>
              <a:schemeClr val="tx1"/>
            </a:solidFill>
            <a:miter lim="800000"/>
            <a:headEnd type="none" w="sm" len="sm"/>
            <a:tailEnd type="none" w="sm" len="sm"/>
          </a:ln>
        </p:spPr>
        <p:txBody>
          <a:bodyPr wrap="square" lIns="72231" tIns="72231" rIns="72231" bIns="72231" anchor="ctr"/>
          <a:lstStyle/>
          <a:p>
            <a:pPr algn="ctr">
              <a:spcBef>
                <a:spcPts val="163"/>
              </a:spcBef>
            </a:pPr>
            <a:r>
              <a:rPr lang="en-GB" altLang="ja-JP" sz="975" dirty="0">
                <a:latin typeface="Aptos" panose="020B0004020202020204" pitchFamily="34" charset="0"/>
                <a:ea typeface="ＭＳ Ｐゴシック" pitchFamily="50" charset="-128"/>
                <a:cs typeface="Arial" pitchFamily="34" charset="0"/>
              </a:rPr>
              <a:t>Text</a:t>
            </a:r>
          </a:p>
        </p:txBody>
      </p:sp>
      <p:sp>
        <p:nvSpPr>
          <p:cNvPr id="32" name="Rectangle 31"/>
          <p:cNvSpPr>
            <a:spLocks noChangeArrowheads="1"/>
          </p:cNvSpPr>
          <p:nvPr/>
        </p:nvSpPr>
        <p:spPr bwMode="auto">
          <a:xfrm>
            <a:off x="1453046" y="4542250"/>
            <a:ext cx="855626" cy="594360"/>
          </a:xfrm>
          <a:prstGeom prst="rect">
            <a:avLst/>
          </a:prstGeom>
          <a:noFill/>
          <a:ln w="12700" algn="ctr">
            <a:solidFill>
              <a:schemeClr val="tx1"/>
            </a:solidFill>
            <a:miter lim="800000"/>
            <a:headEnd type="none" w="sm" len="sm"/>
            <a:tailEnd type="none" w="sm" len="sm"/>
          </a:ln>
        </p:spPr>
        <p:txBody>
          <a:bodyPr wrap="square" lIns="72231" tIns="72231" rIns="72231" bIns="72231" anchor="ctr"/>
          <a:lstStyle/>
          <a:p>
            <a:pPr algn="ctr">
              <a:spcBef>
                <a:spcPts val="163"/>
              </a:spcBef>
            </a:pPr>
            <a:r>
              <a:rPr lang="en-GB" altLang="ja-JP" sz="975" dirty="0">
                <a:latin typeface="Aptos" panose="020B0004020202020204" pitchFamily="34" charset="0"/>
                <a:ea typeface="ＭＳ Ｐゴシック" pitchFamily="50" charset="-128"/>
                <a:cs typeface="Arial" pitchFamily="34" charset="0"/>
              </a:rPr>
              <a:t>Text</a:t>
            </a:r>
          </a:p>
        </p:txBody>
      </p:sp>
      <p:sp>
        <p:nvSpPr>
          <p:cNvPr id="33" name="Rectangle 32"/>
          <p:cNvSpPr>
            <a:spLocks noChangeArrowheads="1"/>
          </p:cNvSpPr>
          <p:nvPr/>
        </p:nvSpPr>
        <p:spPr bwMode="auto">
          <a:xfrm>
            <a:off x="2477092" y="4542250"/>
            <a:ext cx="855626" cy="594360"/>
          </a:xfrm>
          <a:prstGeom prst="rect">
            <a:avLst/>
          </a:prstGeom>
          <a:noFill/>
          <a:ln w="12700" algn="ctr">
            <a:solidFill>
              <a:schemeClr val="tx1"/>
            </a:solidFill>
            <a:miter lim="800000"/>
            <a:headEnd type="none" w="sm" len="sm"/>
            <a:tailEnd type="none" w="sm" len="sm"/>
          </a:ln>
        </p:spPr>
        <p:txBody>
          <a:bodyPr wrap="square" lIns="72231" tIns="72231" rIns="72231" bIns="72231" anchor="ctr"/>
          <a:lstStyle/>
          <a:p>
            <a:pPr algn="ctr">
              <a:spcBef>
                <a:spcPts val="163"/>
              </a:spcBef>
            </a:pPr>
            <a:r>
              <a:rPr lang="en-GB" altLang="ja-JP" sz="975" dirty="0">
                <a:latin typeface="Aptos" panose="020B0004020202020204" pitchFamily="34" charset="0"/>
                <a:ea typeface="ＭＳ Ｐゴシック" pitchFamily="50" charset="-128"/>
                <a:cs typeface="Arial" pitchFamily="34" charset="0"/>
              </a:rPr>
              <a:t>Text</a:t>
            </a:r>
          </a:p>
        </p:txBody>
      </p:sp>
      <p:sp>
        <p:nvSpPr>
          <p:cNvPr id="34" name="Rectangle 33"/>
          <p:cNvSpPr>
            <a:spLocks noChangeArrowheads="1"/>
          </p:cNvSpPr>
          <p:nvPr/>
        </p:nvSpPr>
        <p:spPr bwMode="auto">
          <a:xfrm>
            <a:off x="3501139" y="4542250"/>
            <a:ext cx="855626" cy="594360"/>
          </a:xfrm>
          <a:prstGeom prst="rect">
            <a:avLst/>
          </a:prstGeom>
          <a:noFill/>
          <a:ln w="12700" algn="ctr">
            <a:solidFill>
              <a:schemeClr val="tx1"/>
            </a:solidFill>
            <a:miter lim="800000"/>
            <a:headEnd type="none" w="sm" len="sm"/>
            <a:tailEnd type="none" w="sm" len="sm"/>
          </a:ln>
        </p:spPr>
        <p:txBody>
          <a:bodyPr wrap="square" lIns="72231" tIns="72231" rIns="72231" bIns="72231" anchor="ctr"/>
          <a:lstStyle/>
          <a:p>
            <a:pPr algn="ctr">
              <a:spcBef>
                <a:spcPts val="163"/>
              </a:spcBef>
            </a:pPr>
            <a:r>
              <a:rPr lang="en-GB" altLang="ja-JP" sz="975" dirty="0">
                <a:latin typeface="Aptos" panose="020B0004020202020204" pitchFamily="34" charset="0"/>
                <a:ea typeface="ＭＳ Ｐゴシック" pitchFamily="50" charset="-128"/>
                <a:cs typeface="Arial" pitchFamily="34" charset="0"/>
              </a:rPr>
              <a:t>Text</a:t>
            </a:r>
          </a:p>
        </p:txBody>
      </p:sp>
      <p:sp>
        <p:nvSpPr>
          <p:cNvPr id="35" name="Rectangle 34"/>
          <p:cNvSpPr>
            <a:spLocks noChangeArrowheads="1"/>
          </p:cNvSpPr>
          <p:nvPr/>
        </p:nvSpPr>
        <p:spPr bwMode="auto">
          <a:xfrm>
            <a:off x="4525185" y="4542250"/>
            <a:ext cx="855626" cy="594360"/>
          </a:xfrm>
          <a:prstGeom prst="rect">
            <a:avLst/>
          </a:prstGeom>
          <a:noFill/>
          <a:ln w="12700" algn="ctr">
            <a:solidFill>
              <a:schemeClr val="tx1"/>
            </a:solidFill>
            <a:miter lim="800000"/>
            <a:headEnd type="none" w="sm" len="sm"/>
            <a:tailEnd type="none" w="sm" len="sm"/>
          </a:ln>
        </p:spPr>
        <p:txBody>
          <a:bodyPr wrap="square" lIns="72231" tIns="72231" rIns="72231" bIns="72231" anchor="ctr"/>
          <a:lstStyle/>
          <a:p>
            <a:pPr algn="ctr">
              <a:spcBef>
                <a:spcPts val="163"/>
              </a:spcBef>
            </a:pPr>
            <a:r>
              <a:rPr lang="en-GB" altLang="ja-JP" sz="975" dirty="0">
                <a:latin typeface="Aptos" panose="020B0004020202020204" pitchFamily="34" charset="0"/>
                <a:ea typeface="ＭＳ Ｐゴシック" pitchFamily="50" charset="-128"/>
                <a:cs typeface="Arial" pitchFamily="34" charset="0"/>
              </a:rPr>
              <a:t>Text</a:t>
            </a:r>
          </a:p>
        </p:txBody>
      </p:sp>
      <p:sp>
        <p:nvSpPr>
          <p:cNvPr id="36" name="Rectangle 35"/>
          <p:cNvSpPr>
            <a:spLocks noChangeArrowheads="1"/>
          </p:cNvSpPr>
          <p:nvPr/>
        </p:nvSpPr>
        <p:spPr bwMode="auto">
          <a:xfrm>
            <a:off x="5549233" y="4542250"/>
            <a:ext cx="855626" cy="594360"/>
          </a:xfrm>
          <a:prstGeom prst="rect">
            <a:avLst/>
          </a:prstGeom>
          <a:noFill/>
          <a:ln w="12700" algn="ctr">
            <a:solidFill>
              <a:schemeClr val="tx1"/>
            </a:solidFill>
            <a:miter lim="800000"/>
            <a:headEnd type="none" w="sm" len="sm"/>
            <a:tailEnd type="none" w="sm" len="sm"/>
          </a:ln>
        </p:spPr>
        <p:txBody>
          <a:bodyPr wrap="square" lIns="72231" tIns="72231" rIns="72231" bIns="72231" anchor="ctr"/>
          <a:lstStyle/>
          <a:p>
            <a:pPr algn="ctr">
              <a:spcBef>
                <a:spcPts val="163"/>
              </a:spcBef>
            </a:pPr>
            <a:r>
              <a:rPr lang="en-GB" altLang="ja-JP" sz="975" dirty="0">
                <a:latin typeface="Aptos" panose="020B0004020202020204" pitchFamily="34" charset="0"/>
                <a:ea typeface="ＭＳ Ｐゴシック" pitchFamily="50" charset="-128"/>
                <a:cs typeface="Arial" pitchFamily="34" charset="0"/>
              </a:rPr>
              <a:t>Text</a:t>
            </a:r>
          </a:p>
        </p:txBody>
      </p:sp>
      <p:sp>
        <p:nvSpPr>
          <p:cNvPr id="37" name="Rectangle 36"/>
          <p:cNvSpPr>
            <a:spLocks noChangeArrowheads="1"/>
          </p:cNvSpPr>
          <p:nvPr/>
        </p:nvSpPr>
        <p:spPr bwMode="auto">
          <a:xfrm>
            <a:off x="6573279" y="4542250"/>
            <a:ext cx="855626" cy="594360"/>
          </a:xfrm>
          <a:prstGeom prst="rect">
            <a:avLst/>
          </a:prstGeom>
          <a:noFill/>
          <a:ln w="12700" algn="ctr">
            <a:solidFill>
              <a:schemeClr val="tx1"/>
            </a:solidFill>
            <a:miter lim="800000"/>
            <a:headEnd type="none" w="sm" len="sm"/>
            <a:tailEnd type="none" w="sm" len="sm"/>
          </a:ln>
        </p:spPr>
        <p:txBody>
          <a:bodyPr wrap="square" lIns="72231" tIns="72231" rIns="72231" bIns="72231" anchor="ctr"/>
          <a:lstStyle/>
          <a:p>
            <a:pPr algn="ctr">
              <a:spcBef>
                <a:spcPts val="163"/>
              </a:spcBef>
            </a:pPr>
            <a:r>
              <a:rPr lang="en-GB" altLang="ja-JP" sz="975" dirty="0">
                <a:latin typeface="Aptos" panose="020B0004020202020204" pitchFamily="34" charset="0"/>
                <a:ea typeface="ＭＳ Ｐゴシック" pitchFamily="50" charset="-128"/>
                <a:cs typeface="Arial" pitchFamily="34" charset="0"/>
              </a:rPr>
              <a:t>Text</a:t>
            </a:r>
          </a:p>
        </p:txBody>
      </p:sp>
      <p:sp>
        <p:nvSpPr>
          <p:cNvPr id="38" name="Rectangle 37"/>
          <p:cNvSpPr>
            <a:spLocks noChangeArrowheads="1"/>
          </p:cNvSpPr>
          <p:nvPr/>
        </p:nvSpPr>
        <p:spPr bwMode="auto">
          <a:xfrm>
            <a:off x="7597326" y="4542250"/>
            <a:ext cx="855626" cy="594360"/>
          </a:xfrm>
          <a:prstGeom prst="rect">
            <a:avLst/>
          </a:prstGeom>
          <a:noFill/>
          <a:ln w="12700" algn="ctr">
            <a:solidFill>
              <a:schemeClr val="tx1"/>
            </a:solidFill>
            <a:miter lim="800000"/>
            <a:headEnd type="none" w="sm" len="sm"/>
            <a:tailEnd type="none" w="sm" len="sm"/>
          </a:ln>
        </p:spPr>
        <p:txBody>
          <a:bodyPr wrap="square" lIns="72231" tIns="72231" rIns="72231" bIns="72231" anchor="ctr"/>
          <a:lstStyle/>
          <a:p>
            <a:pPr algn="ctr">
              <a:spcBef>
                <a:spcPts val="163"/>
              </a:spcBef>
            </a:pPr>
            <a:r>
              <a:rPr lang="en-GB" altLang="ja-JP" sz="975" dirty="0">
                <a:latin typeface="Aptos" panose="020B0004020202020204" pitchFamily="34" charset="0"/>
                <a:ea typeface="ＭＳ Ｐゴシック" pitchFamily="50" charset="-128"/>
                <a:cs typeface="Arial" pitchFamily="34" charset="0"/>
              </a:rPr>
              <a:t>Text</a:t>
            </a:r>
          </a:p>
        </p:txBody>
      </p:sp>
      <p:sp>
        <p:nvSpPr>
          <p:cNvPr id="39" name="Rectangle 38"/>
          <p:cNvSpPr>
            <a:spLocks noChangeArrowheads="1"/>
          </p:cNvSpPr>
          <p:nvPr/>
        </p:nvSpPr>
        <p:spPr bwMode="auto">
          <a:xfrm>
            <a:off x="1043171" y="3247557"/>
            <a:ext cx="1671913" cy="594360"/>
          </a:xfrm>
          <a:prstGeom prst="rect">
            <a:avLst/>
          </a:prstGeom>
          <a:noFill/>
          <a:ln w="12700" algn="ctr">
            <a:solidFill>
              <a:schemeClr val="accent5"/>
            </a:solidFill>
            <a:miter lim="800000"/>
            <a:headEnd type="none" w="sm" len="sm"/>
            <a:tailEnd type="none" w="sm" len="sm"/>
          </a:ln>
        </p:spPr>
        <p:txBody>
          <a:bodyPr wrap="square" lIns="72231" tIns="72231" rIns="72231" bIns="72231" anchor="ctr"/>
          <a:lstStyle/>
          <a:p>
            <a:pPr algn="ctr">
              <a:spcBef>
                <a:spcPts val="163"/>
              </a:spcBef>
            </a:pPr>
            <a:r>
              <a:rPr lang="en-GB" altLang="ja-JP" sz="1463" dirty="0">
                <a:solidFill>
                  <a:schemeClr val="accent5"/>
                </a:solidFill>
                <a:latin typeface="Aptos" panose="020B0004020202020204" pitchFamily="34" charset="0"/>
                <a:ea typeface="ＭＳ Ｐゴシック" pitchFamily="50" charset="-128"/>
                <a:cs typeface="Arial" pitchFamily="34" charset="0"/>
              </a:rPr>
              <a:t>Text</a:t>
            </a:r>
          </a:p>
        </p:txBody>
      </p:sp>
      <p:sp>
        <p:nvSpPr>
          <p:cNvPr id="40" name="Rectangle 39"/>
          <p:cNvSpPr>
            <a:spLocks noChangeArrowheads="1"/>
          </p:cNvSpPr>
          <p:nvPr/>
        </p:nvSpPr>
        <p:spPr bwMode="auto">
          <a:xfrm>
            <a:off x="4113655" y="3247557"/>
            <a:ext cx="1671913" cy="594360"/>
          </a:xfrm>
          <a:prstGeom prst="rect">
            <a:avLst/>
          </a:prstGeom>
          <a:noFill/>
          <a:ln w="12700" algn="ctr">
            <a:solidFill>
              <a:schemeClr val="accent5"/>
            </a:solidFill>
            <a:miter lim="800000"/>
            <a:headEnd type="none" w="sm" len="sm"/>
            <a:tailEnd type="none" w="sm" len="sm"/>
          </a:ln>
        </p:spPr>
        <p:txBody>
          <a:bodyPr wrap="square" lIns="72231" tIns="72231" rIns="72231" bIns="72231" anchor="ctr"/>
          <a:lstStyle/>
          <a:p>
            <a:pPr algn="ctr">
              <a:spcBef>
                <a:spcPts val="163"/>
              </a:spcBef>
            </a:pPr>
            <a:r>
              <a:rPr lang="en-GB" altLang="ja-JP" sz="1463" dirty="0">
                <a:solidFill>
                  <a:schemeClr val="accent5"/>
                </a:solidFill>
                <a:latin typeface="Aptos" panose="020B0004020202020204" pitchFamily="34" charset="0"/>
                <a:ea typeface="ＭＳ Ｐゴシック" pitchFamily="50" charset="-128"/>
                <a:cs typeface="Arial" pitchFamily="34" charset="0"/>
              </a:rPr>
              <a:t>Text</a:t>
            </a:r>
          </a:p>
        </p:txBody>
      </p:sp>
      <p:sp>
        <p:nvSpPr>
          <p:cNvPr id="41" name="Rectangle 40"/>
          <p:cNvSpPr>
            <a:spLocks noChangeArrowheads="1"/>
          </p:cNvSpPr>
          <p:nvPr/>
        </p:nvSpPr>
        <p:spPr bwMode="auto">
          <a:xfrm>
            <a:off x="7187655" y="3247557"/>
            <a:ext cx="1671913" cy="594360"/>
          </a:xfrm>
          <a:prstGeom prst="rect">
            <a:avLst/>
          </a:prstGeom>
          <a:noFill/>
          <a:ln w="12700" algn="ctr">
            <a:solidFill>
              <a:schemeClr val="accent5"/>
            </a:solidFill>
            <a:miter lim="800000"/>
            <a:headEnd type="none" w="sm" len="sm"/>
            <a:tailEnd type="none" w="sm" len="sm"/>
          </a:ln>
        </p:spPr>
        <p:txBody>
          <a:bodyPr wrap="square" lIns="72231" tIns="72231" rIns="72231" bIns="72231" anchor="ctr"/>
          <a:lstStyle/>
          <a:p>
            <a:pPr algn="ctr">
              <a:spcBef>
                <a:spcPts val="163"/>
              </a:spcBef>
            </a:pPr>
            <a:r>
              <a:rPr lang="en-GB" altLang="ja-JP" sz="1463" dirty="0">
                <a:solidFill>
                  <a:schemeClr val="accent5"/>
                </a:solidFill>
                <a:latin typeface="Aptos" panose="020B0004020202020204" pitchFamily="34" charset="0"/>
                <a:ea typeface="ＭＳ Ｐゴシック" pitchFamily="50" charset="-128"/>
                <a:cs typeface="Arial" pitchFamily="34" charset="0"/>
              </a:rPr>
              <a:t>Text</a:t>
            </a:r>
          </a:p>
        </p:txBody>
      </p:sp>
      <p:cxnSp>
        <p:nvCxnSpPr>
          <p:cNvPr id="42" name="AutoShape 15"/>
          <p:cNvCxnSpPr>
            <a:cxnSpLocks noChangeShapeType="1"/>
            <a:stCxn id="30" idx="2"/>
            <a:endCxn id="39" idx="0"/>
          </p:cNvCxnSpPr>
          <p:nvPr/>
        </p:nvCxnSpPr>
        <p:spPr bwMode="auto">
          <a:xfrm rot="5400000">
            <a:off x="3064202" y="1362148"/>
            <a:ext cx="700334" cy="3070485"/>
          </a:xfrm>
          <a:prstGeom prst="bentConnector3">
            <a:avLst>
              <a:gd name="adj1" fmla="val 50000"/>
            </a:avLst>
          </a:prstGeom>
          <a:noFill/>
          <a:ln w="6350">
            <a:solidFill>
              <a:srgbClr val="53565A"/>
            </a:solidFill>
            <a:miter lim="800000"/>
            <a:headEnd/>
            <a:tailEnd/>
          </a:ln>
        </p:spPr>
      </p:cxnSp>
      <p:cxnSp>
        <p:nvCxnSpPr>
          <p:cNvPr id="43" name="AutoShape 16"/>
          <p:cNvCxnSpPr>
            <a:cxnSpLocks noChangeShapeType="1"/>
            <a:stCxn id="30" idx="2"/>
            <a:endCxn id="41" idx="0"/>
          </p:cNvCxnSpPr>
          <p:nvPr/>
        </p:nvCxnSpPr>
        <p:spPr bwMode="auto">
          <a:xfrm rot="16200000" flipH="1">
            <a:off x="6136444" y="1360391"/>
            <a:ext cx="700334" cy="3074000"/>
          </a:xfrm>
          <a:prstGeom prst="bentConnector3">
            <a:avLst>
              <a:gd name="adj1" fmla="val 50000"/>
            </a:avLst>
          </a:prstGeom>
          <a:noFill/>
          <a:ln w="6350">
            <a:solidFill>
              <a:srgbClr val="53565A"/>
            </a:solidFill>
            <a:miter lim="800000"/>
            <a:headEnd/>
            <a:tailEnd/>
          </a:ln>
        </p:spPr>
      </p:cxnSp>
      <p:cxnSp>
        <p:nvCxnSpPr>
          <p:cNvPr id="44" name="AutoShape 17"/>
          <p:cNvCxnSpPr>
            <a:cxnSpLocks noChangeShapeType="1"/>
            <a:stCxn id="40" idx="0"/>
            <a:endCxn id="30" idx="2"/>
          </p:cNvCxnSpPr>
          <p:nvPr/>
        </p:nvCxnSpPr>
        <p:spPr bwMode="auto">
          <a:xfrm flipV="1">
            <a:off x="4949609" y="2547224"/>
            <a:ext cx="0" cy="700334"/>
          </a:xfrm>
          <a:prstGeom prst="straightConnector1">
            <a:avLst/>
          </a:prstGeom>
          <a:noFill/>
          <a:ln w="6350">
            <a:solidFill>
              <a:srgbClr val="53565A"/>
            </a:solidFill>
            <a:round/>
            <a:headEnd/>
            <a:tailEnd/>
          </a:ln>
        </p:spPr>
      </p:cxnSp>
      <p:cxnSp>
        <p:nvCxnSpPr>
          <p:cNvPr id="45" name="AutoShape 18"/>
          <p:cNvCxnSpPr>
            <a:cxnSpLocks noChangeShapeType="1"/>
            <a:stCxn id="31" idx="0"/>
            <a:endCxn id="39" idx="2"/>
          </p:cNvCxnSpPr>
          <p:nvPr/>
        </p:nvCxnSpPr>
        <p:spPr bwMode="auto">
          <a:xfrm rot="5400000" flipH="1" flipV="1">
            <a:off x="1017804" y="3680928"/>
            <a:ext cx="700334" cy="1022312"/>
          </a:xfrm>
          <a:prstGeom prst="bentConnector3">
            <a:avLst>
              <a:gd name="adj1" fmla="val 50000"/>
            </a:avLst>
          </a:prstGeom>
          <a:noFill/>
          <a:ln w="6350">
            <a:solidFill>
              <a:srgbClr val="53565A"/>
            </a:solidFill>
            <a:miter lim="800000"/>
            <a:headEnd/>
            <a:tailEnd/>
          </a:ln>
        </p:spPr>
      </p:cxnSp>
      <p:cxnSp>
        <p:nvCxnSpPr>
          <p:cNvPr id="46" name="AutoShape 19"/>
          <p:cNvCxnSpPr>
            <a:cxnSpLocks noChangeShapeType="1"/>
            <a:stCxn id="39" idx="2"/>
            <a:endCxn id="33" idx="0"/>
          </p:cNvCxnSpPr>
          <p:nvPr/>
        </p:nvCxnSpPr>
        <p:spPr bwMode="auto">
          <a:xfrm rot="16200000" flipH="1">
            <a:off x="2041850" y="3679192"/>
            <a:ext cx="700334" cy="1025781"/>
          </a:xfrm>
          <a:prstGeom prst="bentConnector3">
            <a:avLst>
              <a:gd name="adj1" fmla="val 50000"/>
            </a:avLst>
          </a:prstGeom>
          <a:noFill/>
          <a:ln w="6350">
            <a:solidFill>
              <a:srgbClr val="53565A"/>
            </a:solidFill>
            <a:miter lim="800000"/>
            <a:headEnd/>
            <a:tailEnd/>
          </a:ln>
        </p:spPr>
      </p:cxnSp>
      <p:cxnSp>
        <p:nvCxnSpPr>
          <p:cNvPr id="47" name="AutoShape 20"/>
          <p:cNvCxnSpPr>
            <a:cxnSpLocks noChangeShapeType="1"/>
            <a:stCxn id="34" idx="0"/>
            <a:endCxn id="40" idx="2"/>
          </p:cNvCxnSpPr>
          <p:nvPr/>
        </p:nvCxnSpPr>
        <p:spPr bwMode="auto">
          <a:xfrm rot="5400000" flipH="1" flipV="1">
            <a:off x="4089115" y="3681759"/>
            <a:ext cx="700334" cy="1020657"/>
          </a:xfrm>
          <a:prstGeom prst="bentConnector3">
            <a:avLst>
              <a:gd name="adj1" fmla="val 50000"/>
            </a:avLst>
          </a:prstGeom>
          <a:noFill/>
          <a:ln w="6350">
            <a:solidFill>
              <a:srgbClr val="53565A"/>
            </a:solidFill>
            <a:miter lim="800000"/>
            <a:headEnd/>
            <a:tailEnd/>
          </a:ln>
        </p:spPr>
      </p:cxnSp>
      <p:cxnSp>
        <p:nvCxnSpPr>
          <p:cNvPr id="48" name="AutoShape 21"/>
          <p:cNvCxnSpPr>
            <a:cxnSpLocks noChangeShapeType="1"/>
            <a:stCxn id="40" idx="2"/>
            <a:endCxn id="36" idx="0"/>
          </p:cNvCxnSpPr>
          <p:nvPr/>
        </p:nvCxnSpPr>
        <p:spPr bwMode="auto">
          <a:xfrm rot="16200000" flipH="1">
            <a:off x="5113162" y="3678365"/>
            <a:ext cx="700334" cy="1027437"/>
          </a:xfrm>
          <a:prstGeom prst="bentConnector3">
            <a:avLst>
              <a:gd name="adj1" fmla="val 50000"/>
            </a:avLst>
          </a:prstGeom>
          <a:noFill/>
          <a:ln w="6350">
            <a:solidFill>
              <a:srgbClr val="53565A"/>
            </a:solidFill>
            <a:miter lim="800000"/>
            <a:headEnd/>
            <a:tailEnd/>
          </a:ln>
        </p:spPr>
      </p:cxnSp>
      <p:cxnSp>
        <p:nvCxnSpPr>
          <p:cNvPr id="49" name="AutoShape 22"/>
          <p:cNvCxnSpPr>
            <a:cxnSpLocks noChangeShapeType="1"/>
            <a:stCxn id="37" idx="0"/>
            <a:endCxn id="41" idx="2"/>
          </p:cNvCxnSpPr>
          <p:nvPr/>
        </p:nvCxnSpPr>
        <p:spPr bwMode="auto">
          <a:xfrm rot="5400000" flipH="1" flipV="1">
            <a:off x="7162185" y="3680828"/>
            <a:ext cx="700334" cy="1022516"/>
          </a:xfrm>
          <a:prstGeom prst="bentConnector3">
            <a:avLst>
              <a:gd name="adj1" fmla="val 50000"/>
            </a:avLst>
          </a:prstGeom>
          <a:noFill/>
          <a:ln w="6350">
            <a:solidFill>
              <a:srgbClr val="53565A"/>
            </a:solidFill>
            <a:miter lim="800000"/>
            <a:headEnd/>
            <a:tailEnd/>
          </a:ln>
        </p:spPr>
      </p:cxnSp>
      <p:cxnSp>
        <p:nvCxnSpPr>
          <p:cNvPr id="50" name="AutoShape 23"/>
          <p:cNvCxnSpPr>
            <a:cxnSpLocks noChangeShapeType="1"/>
            <a:stCxn id="41" idx="2"/>
            <a:endCxn id="54" idx="0"/>
          </p:cNvCxnSpPr>
          <p:nvPr/>
        </p:nvCxnSpPr>
        <p:spPr bwMode="auto">
          <a:xfrm rot="16200000" flipH="1">
            <a:off x="8186232" y="3679298"/>
            <a:ext cx="700334" cy="1025577"/>
          </a:xfrm>
          <a:prstGeom prst="bentConnector3">
            <a:avLst>
              <a:gd name="adj1" fmla="val 50000"/>
            </a:avLst>
          </a:prstGeom>
          <a:noFill/>
          <a:ln w="6350">
            <a:solidFill>
              <a:srgbClr val="53565A"/>
            </a:solidFill>
            <a:miter lim="800000"/>
            <a:headEnd/>
            <a:tailEnd/>
          </a:ln>
        </p:spPr>
      </p:cxnSp>
      <p:cxnSp>
        <p:nvCxnSpPr>
          <p:cNvPr id="51" name="AutoShape 24"/>
          <p:cNvCxnSpPr>
            <a:cxnSpLocks noChangeShapeType="1"/>
            <a:stCxn id="32" idx="0"/>
            <a:endCxn id="39" idx="2"/>
          </p:cNvCxnSpPr>
          <p:nvPr/>
        </p:nvCxnSpPr>
        <p:spPr bwMode="auto">
          <a:xfrm flipH="1" flipV="1">
            <a:off x="1879128" y="3841918"/>
            <a:ext cx="1735" cy="700334"/>
          </a:xfrm>
          <a:prstGeom prst="straightConnector1">
            <a:avLst/>
          </a:prstGeom>
          <a:noFill/>
          <a:ln w="6350">
            <a:solidFill>
              <a:srgbClr val="53565A"/>
            </a:solidFill>
            <a:round/>
            <a:headEnd/>
            <a:tailEnd/>
          </a:ln>
        </p:spPr>
      </p:cxnSp>
      <p:cxnSp>
        <p:nvCxnSpPr>
          <p:cNvPr id="52" name="AutoShape 25"/>
          <p:cNvCxnSpPr>
            <a:cxnSpLocks noChangeShapeType="1"/>
            <a:stCxn id="35" idx="0"/>
            <a:endCxn id="40" idx="2"/>
          </p:cNvCxnSpPr>
          <p:nvPr/>
        </p:nvCxnSpPr>
        <p:spPr bwMode="auto">
          <a:xfrm flipH="1" flipV="1">
            <a:off x="4949609" y="3841918"/>
            <a:ext cx="3390" cy="700334"/>
          </a:xfrm>
          <a:prstGeom prst="straightConnector1">
            <a:avLst/>
          </a:prstGeom>
          <a:noFill/>
          <a:ln w="6350">
            <a:solidFill>
              <a:srgbClr val="53565A"/>
            </a:solidFill>
            <a:round/>
            <a:headEnd/>
            <a:tailEnd/>
          </a:ln>
        </p:spPr>
      </p:cxnSp>
      <p:cxnSp>
        <p:nvCxnSpPr>
          <p:cNvPr id="53" name="AutoShape 26"/>
          <p:cNvCxnSpPr>
            <a:cxnSpLocks noChangeShapeType="1"/>
            <a:stCxn id="38" idx="0"/>
            <a:endCxn id="41" idx="2"/>
          </p:cNvCxnSpPr>
          <p:nvPr/>
        </p:nvCxnSpPr>
        <p:spPr bwMode="auto">
          <a:xfrm flipH="1" flipV="1">
            <a:off x="8023610" y="3841918"/>
            <a:ext cx="1531" cy="700334"/>
          </a:xfrm>
          <a:prstGeom prst="straightConnector1">
            <a:avLst/>
          </a:prstGeom>
          <a:noFill/>
          <a:ln w="6350">
            <a:solidFill>
              <a:srgbClr val="53565A"/>
            </a:solidFill>
            <a:miter lim="800000"/>
            <a:headEnd/>
            <a:tailEnd/>
          </a:ln>
        </p:spPr>
      </p:cxnSp>
      <p:sp>
        <p:nvSpPr>
          <p:cNvPr id="54" name="Rectangle 53"/>
          <p:cNvSpPr>
            <a:spLocks noChangeArrowheads="1"/>
          </p:cNvSpPr>
          <p:nvPr/>
        </p:nvSpPr>
        <p:spPr bwMode="auto">
          <a:xfrm>
            <a:off x="8621372" y="4542250"/>
            <a:ext cx="855626" cy="594360"/>
          </a:xfrm>
          <a:prstGeom prst="rect">
            <a:avLst/>
          </a:prstGeom>
          <a:noFill/>
          <a:ln w="12700" algn="ctr">
            <a:solidFill>
              <a:schemeClr val="tx1"/>
            </a:solidFill>
            <a:miter lim="800000"/>
            <a:headEnd type="none" w="sm" len="sm"/>
            <a:tailEnd type="none" w="sm" len="sm"/>
          </a:ln>
        </p:spPr>
        <p:txBody>
          <a:bodyPr wrap="square" lIns="72231" tIns="72231" rIns="72231" bIns="72231" anchor="ctr"/>
          <a:lstStyle/>
          <a:p>
            <a:pPr algn="ctr">
              <a:spcBef>
                <a:spcPts val="163"/>
              </a:spcBef>
            </a:pPr>
            <a:r>
              <a:rPr lang="en-GB" altLang="ja-JP" sz="975" dirty="0">
                <a:latin typeface="Aptos" panose="020B0004020202020204" pitchFamily="34" charset="0"/>
                <a:ea typeface="ＭＳ Ｐゴシック" pitchFamily="50" charset="-128"/>
                <a:cs typeface="Arial" pitchFamily="34" charset="0"/>
              </a:rPr>
              <a:t>Text</a:t>
            </a:r>
          </a:p>
        </p:txBody>
      </p:sp>
      <p:sp>
        <p:nvSpPr>
          <p:cNvPr id="2" name="Text Box 12">
            <a:extLst>
              <a:ext uri="{FF2B5EF4-FFF2-40B4-BE49-F238E27FC236}">
                <a16:creationId xmlns:a16="http://schemas.microsoft.com/office/drawing/2014/main" id="{89878CE3-02F5-7415-7D1D-0391E3235C0C}"/>
              </a:ext>
            </a:extLst>
          </p:cNvPr>
          <p:cNvSpPr txBox="1">
            <a:spLocks noChangeArrowheads="1"/>
          </p:cNvSpPr>
          <p:nvPr/>
        </p:nvSpPr>
        <p:spPr bwMode="auto">
          <a:xfrm>
            <a:off x="6329890" y="345202"/>
            <a:ext cx="3189767" cy="1016001"/>
          </a:xfrm>
          <a:prstGeom prst="rect">
            <a:avLst/>
          </a:prstGeom>
          <a:solidFill>
            <a:schemeClr val="tx1"/>
          </a:solidFill>
          <a:ln w="6350" algn="ctr">
            <a:solidFill>
              <a:srgbClr val="00A3E0"/>
            </a:solidFill>
            <a:miter lim="800000"/>
            <a:headEnd/>
            <a:tailEnd/>
          </a:ln>
        </p:spPr>
        <p:txBody>
          <a:bodyPr wrap="square" lIns="88900" tIns="88900" rIns="88900" bIns="88900">
            <a:noAutofit/>
          </a:bodyPr>
          <a:lstStyle/>
          <a:p>
            <a:pPr>
              <a:defRPr/>
            </a:pPr>
            <a:r>
              <a:rPr lang="en-US" sz="1000" b="1" dirty="0">
                <a:solidFill>
                  <a:schemeClr val="bg1"/>
                </a:solidFill>
                <a:latin typeface="Aptos" panose="020B0004020202020204" pitchFamily="34" charset="0"/>
                <a:ea typeface="ＭＳ Ｐゴシック" pitchFamily="50" charset="-128"/>
              </a:rPr>
              <a:t>Note:</a:t>
            </a:r>
          </a:p>
          <a:p>
            <a:pPr>
              <a:defRPr/>
            </a:pPr>
            <a:r>
              <a:rPr lang="en-US" sz="1000" dirty="0">
                <a:solidFill>
                  <a:schemeClr val="bg1"/>
                </a:solidFill>
                <a:latin typeface="Aptos" panose="020B0004020202020204" pitchFamily="34" charset="0"/>
                <a:ea typeface="ＭＳ Ｐゴシック" pitchFamily="50" charset="-128"/>
              </a:rPr>
              <a:t>Use the Connectors under AutoShapes to connect additional boxes. Use Align and Distribute in the Draw toolbar to properly position the boxes on the page. Work from right to left: first align, then distribute</a:t>
            </a:r>
          </a:p>
        </p:txBody>
      </p:sp>
    </p:spTree>
    <p:extLst>
      <p:ext uri="{BB962C8B-B14F-4D97-AF65-F5344CB8AC3E}">
        <p14:creationId xmlns:p14="http://schemas.microsoft.com/office/powerpoint/2010/main" val="3473005329"/>
      </p:ext>
    </p:extLst>
  </p:cSld>
  <p:clrMapOvr>
    <a:masterClrMapping/>
  </p:clrMapOvr>
  <p:transition>
    <p:fade/>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dirty="0"/>
              <a:t>Hypothesis or summary tree</a:t>
            </a:r>
          </a:p>
        </p:txBody>
      </p:sp>
      <p:sp>
        <p:nvSpPr>
          <p:cNvPr id="240645" name="Title 1"/>
          <p:cNvSpPr>
            <a:spLocks noGrp="1"/>
          </p:cNvSpPr>
          <p:nvPr>
            <p:ph type="title"/>
          </p:nvPr>
        </p:nvSpPr>
        <p:spPr/>
        <p:txBody>
          <a:bodyPr/>
          <a:lstStyle/>
          <a:p>
            <a:r>
              <a:rPr lang="en-US"/>
              <a:t>Logic trees </a:t>
            </a:r>
            <a:endParaRPr lang="en-US" dirty="0"/>
          </a:p>
        </p:txBody>
      </p:sp>
      <p:sp>
        <p:nvSpPr>
          <p:cNvPr id="24" name="Text Box 10"/>
          <p:cNvSpPr txBox="1">
            <a:spLocks noChangeArrowheads="1"/>
          </p:cNvSpPr>
          <p:nvPr/>
        </p:nvSpPr>
        <p:spPr bwMode="auto">
          <a:xfrm>
            <a:off x="408278" y="1981458"/>
            <a:ext cx="2074921" cy="371475"/>
          </a:xfrm>
          <a:prstGeom prst="rect">
            <a:avLst/>
          </a:prstGeom>
          <a:solidFill>
            <a:schemeClr val="tx1"/>
          </a:solidFill>
          <a:ln w="12700" algn="ctr">
            <a:noFill/>
            <a:miter lim="800000"/>
            <a:headEnd/>
            <a:tailEnd type="none" w="sm" len="med"/>
          </a:ln>
        </p:spPr>
        <p:txBody>
          <a:bodyPr lIns="72231" tIns="72231" rIns="72231" bIns="72231" anchor="ctr" anchorCtr="0"/>
          <a:lstStyle/>
          <a:p>
            <a:pPr defTabSz="777796">
              <a:spcBef>
                <a:spcPts val="163"/>
              </a:spcBef>
            </a:pPr>
            <a:r>
              <a:rPr lang="en-US" sz="1400" b="1" dirty="0">
                <a:solidFill>
                  <a:schemeClr val="bg1"/>
                </a:solidFill>
                <a:latin typeface="Aptos" panose="020B0004020202020204" pitchFamily="34" charset="0"/>
                <a:cs typeface="Arial" pitchFamily="34" charset="0"/>
              </a:rPr>
              <a:t>Introduction</a:t>
            </a:r>
          </a:p>
        </p:txBody>
      </p:sp>
      <p:sp>
        <p:nvSpPr>
          <p:cNvPr id="25" name="Rectangle 11"/>
          <p:cNvSpPr>
            <a:spLocks noChangeArrowheads="1"/>
          </p:cNvSpPr>
          <p:nvPr/>
        </p:nvSpPr>
        <p:spPr bwMode="auto">
          <a:xfrm>
            <a:off x="408278" y="2364138"/>
            <a:ext cx="2074921" cy="829166"/>
          </a:xfrm>
          <a:prstGeom prst="rect">
            <a:avLst/>
          </a:prstGeom>
          <a:solidFill>
            <a:srgbClr val="DDEFE8"/>
          </a:solidFill>
          <a:ln w="12700" algn="ctr">
            <a:noFill/>
            <a:miter lim="800000"/>
            <a:headEnd/>
            <a:tailEnd/>
          </a:ln>
        </p:spPr>
        <p:txBody>
          <a:bodyPr lIns="72231" tIns="72231" rIns="72231" bIns="72231" anchor="t" anchorCtr="0"/>
          <a:lstStyle/>
          <a:p>
            <a:pPr marL="182880" lvl="1" indent="-182880" defTabSz="777796">
              <a:spcBef>
                <a:spcPts val="200"/>
              </a:spcBef>
              <a:spcAft>
                <a:spcPts val="200"/>
              </a:spcAft>
              <a:buSzPct val="100000"/>
              <a:buFont typeface="Arial"/>
              <a:buChar char="•"/>
            </a:pPr>
            <a:r>
              <a:rPr lang="en-US" sz="1200" dirty="0">
                <a:latin typeface="Aptos" panose="020B0004020202020204" pitchFamily="34" charset="0"/>
                <a:cs typeface="Arial" pitchFamily="34" charset="0"/>
              </a:rPr>
              <a:t>Situation: Text</a:t>
            </a:r>
          </a:p>
          <a:p>
            <a:pPr marL="182880" lvl="1" indent="-182880" defTabSz="777796">
              <a:spcBef>
                <a:spcPts val="200"/>
              </a:spcBef>
              <a:spcAft>
                <a:spcPts val="200"/>
              </a:spcAft>
              <a:buSzPct val="100000"/>
              <a:buFont typeface="Arial"/>
              <a:buChar char="•"/>
            </a:pPr>
            <a:r>
              <a:rPr lang="en-US" sz="1200" dirty="0">
                <a:latin typeface="Aptos" panose="020B0004020202020204" pitchFamily="34" charset="0"/>
                <a:cs typeface="Arial" pitchFamily="34" charset="0"/>
              </a:rPr>
              <a:t>Complication: Text</a:t>
            </a:r>
          </a:p>
          <a:p>
            <a:pPr marL="182880" lvl="1" indent="-182880" defTabSz="777796">
              <a:spcBef>
                <a:spcPts val="200"/>
              </a:spcBef>
              <a:spcAft>
                <a:spcPts val="200"/>
              </a:spcAft>
              <a:buSzPct val="100000"/>
              <a:buFont typeface="Arial"/>
              <a:buChar char="•"/>
            </a:pPr>
            <a:r>
              <a:rPr lang="en-US" sz="1200" dirty="0">
                <a:latin typeface="Aptos" panose="020B0004020202020204" pitchFamily="34" charset="0"/>
                <a:cs typeface="Arial" pitchFamily="34" charset="0"/>
              </a:rPr>
              <a:t>Question: Text</a:t>
            </a:r>
          </a:p>
        </p:txBody>
      </p:sp>
      <p:sp>
        <p:nvSpPr>
          <p:cNvPr id="27" name="Text Box 10"/>
          <p:cNvSpPr txBox="1">
            <a:spLocks noChangeArrowheads="1"/>
          </p:cNvSpPr>
          <p:nvPr/>
        </p:nvSpPr>
        <p:spPr bwMode="auto">
          <a:xfrm>
            <a:off x="408278" y="3364768"/>
            <a:ext cx="2074921" cy="371475"/>
          </a:xfrm>
          <a:prstGeom prst="rect">
            <a:avLst/>
          </a:prstGeom>
          <a:solidFill>
            <a:schemeClr val="tx1"/>
          </a:solidFill>
          <a:ln w="12700" algn="ctr">
            <a:noFill/>
            <a:miter lim="800000"/>
            <a:headEnd/>
            <a:tailEnd type="none" w="sm" len="med"/>
          </a:ln>
        </p:spPr>
        <p:txBody>
          <a:bodyPr lIns="72231" tIns="72231" rIns="72231" bIns="72231" anchor="t" anchorCtr="0"/>
          <a:lstStyle/>
          <a:p>
            <a:pPr defTabSz="777796">
              <a:spcBef>
                <a:spcPts val="163"/>
              </a:spcBef>
            </a:pPr>
            <a:r>
              <a:rPr lang="en-US" sz="1400" b="1" dirty="0">
                <a:solidFill>
                  <a:schemeClr val="bg1"/>
                </a:solidFill>
                <a:latin typeface="Aptos" panose="020B0004020202020204" pitchFamily="34" charset="0"/>
                <a:cs typeface="Arial" pitchFamily="34" charset="0"/>
              </a:rPr>
              <a:t>Chapter X</a:t>
            </a:r>
          </a:p>
        </p:txBody>
      </p:sp>
      <p:sp>
        <p:nvSpPr>
          <p:cNvPr id="28" name="Rectangle 11"/>
          <p:cNvSpPr>
            <a:spLocks noChangeArrowheads="1"/>
          </p:cNvSpPr>
          <p:nvPr/>
        </p:nvSpPr>
        <p:spPr bwMode="auto">
          <a:xfrm>
            <a:off x="407592" y="3721913"/>
            <a:ext cx="2074921" cy="480346"/>
          </a:xfrm>
          <a:prstGeom prst="rect">
            <a:avLst/>
          </a:prstGeom>
          <a:solidFill>
            <a:srgbClr val="DDEFE8"/>
          </a:solidFill>
          <a:ln w="12700" algn="ctr">
            <a:noFill/>
            <a:miter lim="800000"/>
            <a:headEnd/>
            <a:tailEnd/>
          </a:ln>
        </p:spPr>
        <p:txBody>
          <a:bodyPr lIns="72231" tIns="72231" rIns="72231" bIns="72231" anchor="t"/>
          <a:lstStyle/>
          <a:p>
            <a:pPr defTabSz="778392">
              <a:spcBef>
                <a:spcPts val="163"/>
              </a:spcBef>
              <a:spcAft>
                <a:spcPts val="244"/>
              </a:spcAft>
              <a:defRPr/>
            </a:pPr>
            <a:r>
              <a:rPr lang="en-US" sz="1200" kern="0" dirty="0">
                <a:latin typeface="Aptos" panose="020B0004020202020204" pitchFamily="34" charset="0"/>
                <a:cs typeface="Arial" pitchFamily="34" charset="0"/>
              </a:rPr>
              <a:t>Supporting </a:t>
            </a:r>
            <a:r>
              <a:rPr lang="en-US" sz="1200" dirty="0">
                <a:latin typeface="Aptos" panose="020B0004020202020204" pitchFamily="34" charset="0"/>
                <a:cs typeface="Arial" pitchFamily="34" charset="0"/>
              </a:rPr>
              <a:t>hypothesis</a:t>
            </a:r>
            <a:endParaRPr lang="en-US" sz="1200" kern="0" dirty="0">
              <a:latin typeface="Aptos" panose="020B0004020202020204" pitchFamily="34" charset="0"/>
              <a:cs typeface="Arial" pitchFamily="34" charset="0"/>
            </a:endParaRPr>
          </a:p>
        </p:txBody>
      </p:sp>
      <p:sp>
        <p:nvSpPr>
          <p:cNvPr id="29" name="Text Box 10"/>
          <p:cNvSpPr txBox="1">
            <a:spLocks noChangeArrowheads="1"/>
          </p:cNvSpPr>
          <p:nvPr/>
        </p:nvSpPr>
        <p:spPr bwMode="auto">
          <a:xfrm>
            <a:off x="2746681" y="1981458"/>
            <a:ext cx="6748435" cy="371475"/>
          </a:xfrm>
          <a:prstGeom prst="rect">
            <a:avLst/>
          </a:prstGeom>
          <a:solidFill>
            <a:schemeClr val="tx1"/>
          </a:solidFill>
          <a:ln w="12700" algn="ctr">
            <a:noFill/>
            <a:miter lim="800000"/>
            <a:headEnd/>
            <a:tailEnd type="none" w="sm" len="med"/>
          </a:ln>
        </p:spPr>
        <p:txBody>
          <a:bodyPr lIns="72231" tIns="72231" rIns="72231" bIns="72231" anchor="ctr" anchorCtr="0"/>
          <a:lstStyle/>
          <a:p>
            <a:pPr defTabSz="777796">
              <a:spcBef>
                <a:spcPts val="163"/>
              </a:spcBef>
            </a:pPr>
            <a:r>
              <a:rPr lang="en-US" sz="1400" b="1" dirty="0">
                <a:solidFill>
                  <a:schemeClr val="bg1"/>
                </a:solidFill>
                <a:latin typeface="Aptos" panose="020B0004020202020204" pitchFamily="34" charset="0"/>
                <a:cs typeface="Arial" pitchFamily="34" charset="0"/>
              </a:rPr>
              <a:t>Answer</a:t>
            </a:r>
          </a:p>
        </p:txBody>
      </p:sp>
      <p:sp>
        <p:nvSpPr>
          <p:cNvPr id="30" name="Rectangle 11"/>
          <p:cNvSpPr>
            <a:spLocks noChangeArrowheads="1"/>
          </p:cNvSpPr>
          <p:nvPr/>
        </p:nvSpPr>
        <p:spPr bwMode="auto">
          <a:xfrm>
            <a:off x="2746681" y="2364138"/>
            <a:ext cx="6748435" cy="829166"/>
          </a:xfrm>
          <a:prstGeom prst="rect">
            <a:avLst/>
          </a:prstGeom>
          <a:solidFill>
            <a:srgbClr val="DDEFE8"/>
          </a:solidFill>
          <a:ln w="12700" algn="ctr">
            <a:noFill/>
            <a:miter lim="800000"/>
            <a:headEnd/>
            <a:tailEnd/>
          </a:ln>
        </p:spPr>
        <p:txBody>
          <a:bodyPr lIns="72231" tIns="72231" rIns="72231" bIns="72231" anchor="t" anchorCtr="0"/>
          <a:lstStyle/>
          <a:p>
            <a:pPr defTabSz="777796">
              <a:spcBef>
                <a:spcPts val="163"/>
              </a:spcBef>
              <a:spcAft>
                <a:spcPts val="244"/>
              </a:spcAft>
            </a:pPr>
            <a:r>
              <a:rPr lang="fr-FR" sz="1200" dirty="0">
                <a:latin typeface="Aptos" panose="020B0004020202020204" pitchFamily="34" charset="0"/>
                <a:cs typeface="Arial" pitchFamily="34" charset="0"/>
              </a:rPr>
              <a:t>Main hypothesis</a:t>
            </a:r>
          </a:p>
        </p:txBody>
      </p:sp>
      <p:sp>
        <p:nvSpPr>
          <p:cNvPr id="31" name="Text Box 10"/>
          <p:cNvSpPr txBox="1">
            <a:spLocks noChangeArrowheads="1"/>
          </p:cNvSpPr>
          <p:nvPr/>
        </p:nvSpPr>
        <p:spPr bwMode="auto">
          <a:xfrm>
            <a:off x="2746684" y="3364768"/>
            <a:ext cx="2074921" cy="371475"/>
          </a:xfrm>
          <a:prstGeom prst="rect">
            <a:avLst/>
          </a:prstGeom>
          <a:solidFill>
            <a:schemeClr val="tx1"/>
          </a:solidFill>
          <a:ln w="12700" algn="ctr">
            <a:noFill/>
            <a:miter lim="800000"/>
            <a:headEnd/>
            <a:tailEnd type="none" w="sm" len="med"/>
          </a:ln>
        </p:spPr>
        <p:txBody>
          <a:bodyPr lIns="72231" tIns="72231" rIns="72231" bIns="72231" anchor="t" anchorCtr="0"/>
          <a:lstStyle/>
          <a:p>
            <a:pPr defTabSz="777796">
              <a:spcBef>
                <a:spcPts val="163"/>
              </a:spcBef>
            </a:pPr>
            <a:r>
              <a:rPr lang="en-US" sz="1400" b="1" dirty="0">
                <a:solidFill>
                  <a:schemeClr val="bg1"/>
                </a:solidFill>
                <a:latin typeface="Aptos" panose="020B0004020202020204" pitchFamily="34" charset="0"/>
                <a:cs typeface="Arial" pitchFamily="34" charset="0"/>
              </a:rPr>
              <a:t>Chapter X</a:t>
            </a:r>
          </a:p>
        </p:txBody>
      </p:sp>
      <p:sp>
        <p:nvSpPr>
          <p:cNvPr id="35" name="Rectangle 11"/>
          <p:cNvSpPr>
            <a:spLocks noChangeArrowheads="1"/>
          </p:cNvSpPr>
          <p:nvPr/>
        </p:nvSpPr>
        <p:spPr bwMode="auto">
          <a:xfrm>
            <a:off x="2746227" y="3721915"/>
            <a:ext cx="2074921" cy="480346"/>
          </a:xfrm>
          <a:prstGeom prst="rect">
            <a:avLst/>
          </a:prstGeom>
          <a:solidFill>
            <a:srgbClr val="DDEFE8"/>
          </a:solidFill>
          <a:ln w="12700" algn="ctr">
            <a:noFill/>
            <a:miter lim="800000"/>
            <a:headEnd/>
            <a:tailEnd/>
          </a:ln>
        </p:spPr>
        <p:txBody>
          <a:bodyPr lIns="72231" tIns="72231" rIns="72231" bIns="72231" anchor="t"/>
          <a:lstStyle/>
          <a:p>
            <a:pPr defTabSz="778392">
              <a:spcBef>
                <a:spcPts val="163"/>
              </a:spcBef>
              <a:spcAft>
                <a:spcPts val="244"/>
              </a:spcAft>
              <a:defRPr/>
            </a:pPr>
            <a:r>
              <a:rPr lang="en-US" sz="1200" kern="0" dirty="0">
                <a:latin typeface="Aptos" panose="020B0004020202020204" pitchFamily="34" charset="0"/>
                <a:cs typeface="Arial" pitchFamily="34" charset="0"/>
              </a:rPr>
              <a:t>Supporting </a:t>
            </a:r>
            <a:r>
              <a:rPr lang="en-US" sz="1200" dirty="0">
                <a:latin typeface="Aptos" panose="020B0004020202020204" pitchFamily="34" charset="0"/>
                <a:cs typeface="Arial" pitchFamily="34" charset="0"/>
              </a:rPr>
              <a:t>hypothesis</a:t>
            </a:r>
            <a:endParaRPr lang="en-US" sz="1200" kern="0" dirty="0">
              <a:latin typeface="Aptos" panose="020B0004020202020204" pitchFamily="34" charset="0"/>
              <a:cs typeface="Arial" pitchFamily="34" charset="0"/>
            </a:endParaRPr>
          </a:p>
        </p:txBody>
      </p:sp>
      <p:sp>
        <p:nvSpPr>
          <p:cNvPr id="36" name="Text Box 10"/>
          <p:cNvSpPr txBox="1">
            <a:spLocks noChangeArrowheads="1"/>
          </p:cNvSpPr>
          <p:nvPr/>
        </p:nvSpPr>
        <p:spPr bwMode="auto">
          <a:xfrm>
            <a:off x="5114032" y="3364768"/>
            <a:ext cx="2074921" cy="371475"/>
          </a:xfrm>
          <a:prstGeom prst="rect">
            <a:avLst/>
          </a:prstGeom>
          <a:solidFill>
            <a:schemeClr val="tx1"/>
          </a:solidFill>
          <a:ln w="12700" algn="ctr">
            <a:noFill/>
            <a:miter lim="800000"/>
            <a:headEnd/>
            <a:tailEnd type="none" w="sm" len="med"/>
          </a:ln>
        </p:spPr>
        <p:txBody>
          <a:bodyPr lIns="72231" tIns="72231" rIns="72231" bIns="72231" anchor="t" anchorCtr="0"/>
          <a:lstStyle/>
          <a:p>
            <a:pPr defTabSz="777796">
              <a:spcBef>
                <a:spcPts val="163"/>
              </a:spcBef>
            </a:pPr>
            <a:r>
              <a:rPr lang="en-US" sz="1400" b="1" dirty="0">
                <a:solidFill>
                  <a:schemeClr val="bg1"/>
                </a:solidFill>
                <a:latin typeface="Aptos" panose="020B0004020202020204" pitchFamily="34" charset="0"/>
                <a:cs typeface="Arial" pitchFamily="34" charset="0"/>
              </a:rPr>
              <a:t>Chapter X</a:t>
            </a:r>
          </a:p>
        </p:txBody>
      </p:sp>
      <p:sp>
        <p:nvSpPr>
          <p:cNvPr id="37" name="Rectangle 11"/>
          <p:cNvSpPr>
            <a:spLocks noChangeArrowheads="1"/>
          </p:cNvSpPr>
          <p:nvPr/>
        </p:nvSpPr>
        <p:spPr bwMode="auto">
          <a:xfrm>
            <a:off x="5113805" y="3721915"/>
            <a:ext cx="2074921" cy="480346"/>
          </a:xfrm>
          <a:prstGeom prst="rect">
            <a:avLst/>
          </a:prstGeom>
          <a:solidFill>
            <a:srgbClr val="DDEFE8"/>
          </a:solidFill>
          <a:ln w="12700" algn="ctr">
            <a:noFill/>
            <a:miter lim="800000"/>
            <a:headEnd/>
            <a:tailEnd/>
          </a:ln>
        </p:spPr>
        <p:txBody>
          <a:bodyPr lIns="72231" tIns="72231" rIns="72231" bIns="72231" anchor="t"/>
          <a:lstStyle/>
          <a:p>
            <a:pPr defTabSz="778392">
              <a:spcBef>
                <a:spcPts val="163"/>
              </a:spcBef>
              <a:spcAft>
                <a:spcPts val="244"/>
              </a:spcAft>
              <a:defRPr/>
            </a:pPr>
            <a:r>
              <a:rPr lang="en-US" sz="1200" kern="0" dirty="0">
                <a:latin typeface="Aptos" panose="020B0004020202020204" pitchFamily="34" charset="0"/>
                <a:cs typeface="Arial" pitchFamily="34" charset="0"/>
              </a:rPr>
              <a:t>Supporting </a:t>
            </a:r>
            <a:r>
              <a:rPr lang="en-US" sz="1200" dirty="0">
                <a:latin typeface="Aptos" panose="020B0004020202020204" pitchFamily="34" charset="0"/>
                <a:cs typeface="Arial" pitchFamily="34" charset="0"/>
              </a:rPr>
              <a:t>hypothesis</a:t>
            </a:r>
            <a:endParaRPr lang="en-US" sz="1200" kern="0" dirty="0">
              <a:latin typeface="Aptos" panose="020B0004020202020204" pitchFamily="34" charset="0"/>
              <a:cs typeface="Arial" pitchFamily="34" charset="0"/>
            </a:endParaRPr>
          </a:p>
        </p:txBody>
      </p:sp>
      <p:sp>
        <p:nvSpPr>
          <p:cNvPr id="38" name="Text Box 10"/>
          <p:cNvSpPr txBox="1">
            <a:spLocks noChangeArrowheads="1"/>
          </p:cNvSpPr>
          <p:nvPr/>
        </p:nvSpPr>
        <p:spPr bwMode="auto">
          <a:xfrm>
            <a:off x="7462085" y="3364768"/>
            <a:ext cx="2074921" cy="371475"/>
          </a:xfrm>
          <a:prstGeom prst="rect">
            <a:avLst/>
          </a:prstGeom>
          <a:solidFill>
            <a:schemeClr val="tx1"/>
          </a:solidFill>
          <a:ln w="12700" algn="ctr">
            <a:noFill/>
            <a:miter lim="800000"/>
            <a:headEnd/>
            <a:tailEnd type="none" w="sm" len="med"/>
          </a:ln>
        </p:spPr>
        <p:txBody>
          <a:bodyPr lIns="72231" tIns="72231" rIns="72231" bIns="72231" anchor="t" anchorCtr="0"/>
          <a:lstStyle/>
          <a:p>
            <a:pPr defTabSz="777796">
              <a:spcBef>
                <a:spcPts val="163"/>
              </a:spcBef>
            </a:pPr>
            <a:r>
              <a:rPr lang="en-US" sz="1400" b="1" dirty="0">
                <a:solidFill>
                  <a:schemeClr val="bg1"/>
                </a:solidFill>
                <a:latin typeface="Aptos" panose="020B0004020202020204" pitchFamily="34" charset="0"/>
                <a:cs typeface="Arial" pitchFamily="34" charset="0"/>
              </a:rPr>
              <a:t>Chapter X</a:t>
            </a:r>
          </a:p>
        </p:txBody>
      </p:sp>
      <p:sp>
        <p:nvSpPr>
          <p:cNvPr id="39" name="Rectangle 11"/>
          <p:cNvSpPr>
            <a:spLocks noChangeArrowheads="1"/>
          </p:cNvSpPr>
          <p:nvPr/>
        </p:nvSpPr>
        <p:spPr bwMode="auto">
          <a:xfrm>
            <a:off x="7462085" y="3721915"/>
            <a:ext cx="2074921" cy="480346"/>
          </a:xfrm>
          <a:prstGeom prst="rect">
            <a:avLst/>
          </a:prstGeom>
          <a:solidFill>
            <a:srgbClr val="DDEFE8"/>
          </a:solidFill>
          <a:ln w="12700" algn="ctr">
            <a:noFill/>
            <a:miter lim="800000"/>
            <a:headEnd/>
            <a:tailEnd/>
          </a:ln>
        </p:spPr>
        <p:txBody>
          <a:bodyPr lIns="72231" tIns="72231" rIns="72231" bIns="72231" anchor="t"/>
          <a:lstStyle/>
          <a:p>
            <a:pPr defTabSz="778392">
              <a:spcBef>
                <a:spcPts val="163"/>
              </a:spcBef>
              <a:spcAft>
                <a:spcPts val="244"/>
              </a:spcAft>
              <a:defRPr/>
            </a:pPr>
            <a:r>
              <a:rPr lang="en-US" sz="1200" kern="0" dirty="0">
                <a:latin typeface="Aptos" panose="020B0004020202020204" pitchFamily="34" charset="0"/>
                <a:cs typeface="Arial" pitchFamily="34" charset="0"/>
              </a:rPr>
              <a:t>Supporting </a:t>
            </a:r>
            <a:r>
              <a:rPr lang="en-US" sz="1200" dirty="0">
                <a:latin typeface="Aptos" panose="020B0004020202020204" pitchFamily="34" charset="0"/>
                <a:cs typeface="Arial" pitchFamily="34" charset="0"/>
              </a:rPr>
              <a:t>hypothesis</a:t>
            </a:r>
            <a:endParaRPr lang="en-US" sz="1200" kern="0" dirty="0">
              <a:latin typeface="Aptos" panose="020B0004020202020204" pitchFamily="34" charset="0"/>
              <a:cs typeface="Arial" pitchFamily="34" charset="0"/>
            </a:endParaRPr>
          </a:p>
        </p:txBody>
      </p:sp>
      <p:sp>
        <p:nvSpPr>
          <p:cNvPr id="40" name="Text Placeholder 31"/>
          <p:cNvSpPr txBox="1">
            <a:spLocks/>
          </p:cNvSpPr>
          <p:nvPr/>
        </p:nvSpPr>
        <p:spPr bwMode="auto">
          <a:xfrm>
            <a:off x="408278" y="4289374"/>
            <a:ext cx="2074921" cy="1209408"/>
          </a:xfrm>
          <a:prstGeom prst="rect">
            <a:avLst/>
          </a:prstGeom>
          <a:noFill/>
          <a:ln w="9525">
            <a:noFill/>
            <a:miter lim="800000"/>
            <a:headEnd/>
            <a:tailEnd/>
          </a:ln>
          <a:effectLst/>
        </p:spPr>
        <p:txBody>
          <a:bodyPr vert="horz" wrap="square" lIns="0" tIns="0" rIns="0" bIns="0" numCol="1" rtlCol="0" anchor="t" anchorCtr="0" compatLnSpc="1">
            <a:prstTxWarp prst="textNoShape">
              <a:avLst/>
            </a:prstTxWarp>
            <a:noAutofit/>
          </a:bodyPr>
          <a:lstStyle>
            <a:lvl1pPr marL="0" indent="0" algn="l" defTabSz="914400" rtl="0" eaLnBrk="1" latinLnBrk="0" hangingPunct="1">
              <a:spcBef>
                <a:spcPts val="400"/>
              </a:spcBef>
              <a:buSzPct val="25000"/>
              <a:buFont typeface="Arial" pitchFamily="34" charset="0"/>
              <a:buChar char="‏"/>
              <a:defRPr sz="1200" kern="1200">
                <a:solidFill>
                  <a:schemeClr val="tx1"/>
                </a:solidFill>
                <a:latin typeface="+mn-lt"/>
                <a:ea typeface="+mn-ea"/>
                <a:cs typeface="Arial" pitchFamily="34" charset="0"/>
              </a:defRPr>
            </a:lvl1pPr>
            <a:lvl2pPr marL="228600" indent="-152400" algn="l" defTabSz="914400" rtl="0" eaLnBrk="1" latinLnBrk="0" hangingPunct="1">
              <a:spcBef>
                <a:spcPts val="400"/>
              </a:spcBef>
              <a:buClrTx/>
              <a:buSzPct val="65000"/>
              <a:buFont typeface="Wingdings"/>
              <a:buChar char="l"/>
              <a:defRPr sz="1200" kern="1200">
                <a:solidFill>
                  <a:schemeClr val="tx1"/>
                </a:solidFill>
                <a:latin typeface="+mn-lt"/>
                <a:ea typeface="+mn-ea"/>
                <a:cs typeface="Arial" pitchFamily="34" charset="0"/>
              </a:defRPr>
            </a:lvl2pPr>
            <a:lvl3pPr marL="4572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3pPr>
            <a:lvl4pPr marL="685800" indent="-152400" algn="l" defTabSz="914400" rtl="0" eaLnBrk="1" latinLnBrk="0" hangingPunct="1">
              <a:spcBef>
                <a:spcPts val="200"/>
              </a:spcBef>
              <a:buClrTx/>
              <a:buSzPct val="55000"/>
              <a:buFont typeface="Wingdings"/>
              <a:buChar char="¡"/>
              <a:defRPr sz="1100" kern="1200">
                <a:solidFill>
                  <a:schemeClr val="tx1"/>
                </a:solidFill>
                <a:latin typeface="+mn-lt"/>
                <a:ea typeface="+mn-ea"/>
                <a:cs typeface="Arial" pitchFamily="34" charset="0"/>
              </a:defRPr>
            </a:lvl4pPr>
            <a:lvl5pPr marL="9144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r>
              <a:rPr lang="en-US" noProof="0" dirty="0">
                <a:solidFill>
                  <a:schemeClr val="tx1"/>
                </a:solidFill>
              </a:rPr>
              <a:t>Click to add text</a:t>
            </a:r>
          </a:p>
          <a:p>
            <a:pPr marL="182880" lvl="1" indent="-182880">
              <a:spcBef>
                <a:spcPts val="200"/>
              </a:spcBef>
              <a:spcAft>
                <a:spcPts val="200"/>
              </a:spcAft>
            </a:pPr>
            <a:r>
              <a:rPr lang="en-US" noProof="0" dirty="0">
                <a:solidFill>
                  <a:schemeClr val="tx1"/>
                </a:solidFill>
              </a:rPr>
              <a:t>Second level</a:t>
            </a:r>
          </a:p>
          <a:p>
            <a:pPr marL="365760" lvl="2" indent="-182880">
              <a:spcBef>
                <a:spcPts val="200"/>
              </a:spcBef>
              <a:spcAft>
                <a:spcPts val="200"/>
              </a:spcAft>
            </a:pPr>
            <a:r>
              <a:rPr lang="en-US" sz="1200" noProof="0" dirty="0">
                <a:solidFill>
                  <a:schemeClr val="tx1"/>
                </a:solidFill>
              </a:rPr>
              <a:t>Third level</a:t>
            </a:r>
          </a:p>
        </p:txBody>
      </p:sp>
      <p:sp>
        <p:nvSpPr>
          <p:cNvPr id="7" name="Isosceles Triangle 6"/>
          <p:cNvSpPr/>
          <p:nvPr/>
        </p:nvSpPr>
        <p:spPr bwMode="gray">
          <a:xfrm rot="5400000">
            <a:off x="2503498" y="2682186"/>
            <a:ext cx="222885" cy="98806"/>
          </a:xfrm>
          <a:prstGeom prst="triangle">
            <a:avLst/>
          </a:prstGeom>
          <a:solidFill>
            <a:schemeClr val="bg1">
              <a:lumMod val="8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latin typeface="Aptos" panose="020B0004020202020204" pitchFamily="34" charset="0"/>
            </a:endParaRPr>
          </a:p>
        </p:txBody>
      </p:sp>
      <p:sp>
        <p:nvSpPr>
          <p:cNvPr id="44" name="Text Placeholder 31"/>
          <p:cNvSpPr txBox="1">
            <a:spLocks/>
          </p:cNvSpPr>
          <p:nvPr/>
        </p:nvSpPr>
        <p:spPr bwMode="auto">
          <a:xfrm>
            <a:off x="2746684" y="4289374"/>
            <a:ext cx="2074921" cy="1209408"/>
          </a:xfrm>
          <a:prstGeom prst="rect">
            <a:avLst/>
          </a:prstGeom>
          <a:noFill/>
          <a:ln w="9525">
            <a:noFill/>
            <a:miter lim="800000"/>
            <a:headEnd/>
            <a:tailEnd/>
          </a:ln>
          <a:effectLst/>
        </p:spPr>
        <p:txBody>
          <a:bodyPr vert="horz" wrap="square" lIns="0" tIns="0" rIns="0" bIns="0" numCol="1" rtlCol="0" anchor="t" anchorCtr="0" compatLnSpc="1">
            <a:prstTxWarp prst="textNoShape">
              <a:avLst/>
            </a:prstTxWarp>
            <a:noAutofit/>
          </a:bodyPr>
          <a:lstStyle>
            <a:lvl1pPr marL="0" indent="0" algn="l" defTabSz="914400" rtl="0" eaLnBrk="1" latinLnBrk="0" hangingPunct="1">
              <a:spcBef>
                <a:spcPts val="400"/>
              </a:spcBef>
              <a:buSzPct val="25000"/>
              <a:buFont typeface="Arial" pitchFamily="34" charset="0"/>
              <a:buChar char="‏"/>
              <a:defRPr sz="1200" kern="1200">
                <a:solidFill>
                  <a:schemeClr val="tx1"/>
                </a:solidFill>
                <a:latin typeface="+mn-lt"/>
                <a:ea typeface="+mn-ea"/>
                <a:cs typeface="Arial" pitchFamily="34" charset="0"/>
              </a:defRPr>
            </a:lvl1pPr>
            <a:lvl2pPr marL="228600" indent="-152400" algn="l" defTabSz="914400" rtl="0" eaLnBrk="1" latinLnBrk="0" hangingPunct="1">
              <a:spcBef>
                <a:spcPts val="400"/>
              </a:spcBef>
              <a:buClrTx/>
              <a:buSzPct val="65000"/>
              <a:buFont typeface="Wingdings"/>
              <a:buChar char="l"/>
              <a:defRPr sz="1200" kern="1200">
                <a:solidFill>
                  <a:schemeClr val="tx1"/>
                </a:solidFill>
                <a:latin typeface="+mn-lt"/>
                <a:ea typeface="+mn-ea"/>
                <a:cs typeface="Arial" pitchFamily="34" charset="0"/>
              </a:defRPr>
            </a:lvl2pPr>
            <a:lvl3pPr marL="4572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3pPr>
            <a:lvl4pPr marL="685800" indent="-152400" algn="l" defTabSz="914400" rtl="0" eaLnBrk="1" latinLnBrk="0" hangingPunct="1">
              <a:spcBef>
                <a:spcPts val="200"/>
              </a:spcBef>
              <a:buClrTx/>
              <a:buSzPct val="55000"/>
              <a:buFont typeface="Wingdings"/>
              <a:buChar char="¡"/>
              <a:defRPr sz="1100" kern="1200">
                <a:solidFill>
                  <a:schemeClr val="tx1"/>
                </a:solidFill>
                <a:latin typeface="+mn-lt"/>
                <a:ea typeface="+mn-ea"/>
                <a:cs typeface="Arial" pitchFamily="34" charset="0"/>
              </a:defRPr>
            </a:lvl4pPr>
            <a:lvl5pPr marL="9144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r>
              <a:rPr lang="en-US" noProof="0" dirty="0">
                <a:solidFill>
                  <a:schemeClr val="tx1"/>
                </a:solidFill>
              </a:rPr>
              <a:t>Click to add text</a:t>
            </a:r>
          </a:p>
          <a:p>
            <a:pPr marL="182880" lvl="1" indent="-182880">
              <a:spcBef>
                <a:spcPts val="200"/>
              </a:spcBef>
              <a:spcAft>
                <a:spcPts val="200"/>
              </a:spcAft>
            </a:pPr>
            <a:r>
              <a:rPr lang="en-US" noProof="0" dirty="0">
                <a:solidFill>
                  <a:schemeClr val="tx1"/>
                </a:solidFill>
              </a:rPr>
              <a:t>Second level</a:t>
            </a:r>
          </a:p>
          <a:p>
            <a:pPr marL="365760" lvl="2" indent="-182880">
              <a:spcBef>
                <a:spcPts val="200"/>
              </a:spcBef>
              <a:spcAft>
                <a:spcPts val="200"/>
              </a:spcAft>
            </a:pPr>
            <a:r>
              <a:rPr lang="en-US" sz="1200" noProof="0" dirty="0">
                <a:solidFill>
                  <a:schemeClr val="tx1"/>
                </a:solidFill>
              </a:rPr>
              <a:t>Third level</a:t>
            </a:r>
          </a:p>
        </p:txBody>
      </p:sp>
      <p:sp>
        <p:nvSpPr>
          <p:cNvPr id="45" name="Text Placeholder 31"/>
          <p:cNvSpPr txBox="1">
            <a:spLocks/>
          </p:cNvSpPr>
          <p:nvPr/>
        </p:nvSpPr>
        <p:spPr bwMode="auto">
          <a:xfrm>
            <a:off x="5114032" y="4289374"/>
            <a:ext cx="2074921" cy="1209408"/>
          </a:xfrm>
          <a:prstGeom prst="rect">
            <a:avLst/>
          </a:prstGeom>
          <a:noFill/>
          <a:ln w="9525">
            <a:noFill/>
            <a:miter lim="800000"/>
            <a:headEnd/>
            <a:tailEnd/>
          </a:ln>
          <a:effectLst/>
        </p:spPr>
        <p:txBody>
          <a:bodyPr vert="horz" wrap="square" lIns="0" tIns="0" rIns="0" bIns="0" numCol="1" rtlCol="0" anchor="t" anchorCtr="0" compatLnSpc="1">
            <a:prstTxWarp prst="textNoShape">
              <a:avLst/>
            </a:prstTxWarp>
            <a:noAutofit/>
          </a:bodyPr>
          <a:lstStyle>
            <a:lvl1pPr marL="0" indent="0" algn="l" defTabSz="914400" rtl="0" eaLnBrk="1" latinLnBrk="0" hangingPunct="1">
              <a:spcBef>
                <a:spcPts val="400"/>
              </a:spcBef>
              <a:buSzPct val="25000"/>
              <a:buFont typeface="Arial" pitchFamily="34" charset="0"/>
              <a:buChar char="‏"/>
              <a:defRPr sz="1200" kern="1200">
                <a:solidFill>
                  <a:schemeClr val="tx1"/>
                </a:solidFill>
                <a:latin typeface="+mn-lt"/>
                <a:ea typeface="+mn-ea"/>
                <a:cs typeface="Arial" pitchFamily="34" charset="0"/>
              </a:defRPr>
            </a:lvl1pPr>
            <a:lvl2pPr marL="228600" indent="-152400" algn="l" defTabSz="914400" rtl="0" eaLnBrk="1" latinLnBrk="0" hangingPunct="1">
              <a:spcBef>
                <a:spcPts val="400"/>
              </a:spcBef>
              <a:buClrTx/>
              <a:buSzPct val="65000"/>
              <a:buFont typeface="Wingdings"/>
              <a:buChar char="l"/>
              <a:defRPr sz="1200" kern="1200">
                <a:solidFill>
                  <a:schemeClr val="tx1"/>
                </a:solidFill>
                <a:latin typeface="+mn-lt"/>
                <a:ea typeface="+mn-ea"/>
                <a:cs typeface="Arial" pitchFamily="34" charset="0"/>
              </a:defRPr>
            </a:lvl2pPr>
            <a:lvl3pPr marL="4572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3pPr>
            <a:lvl4pPr marL="685800" indent="-152400" algn="l" defTabSz="914400" rtl="0" eaLnBrk="1" latinLnBrk="0" hangingPunct="1">
              <a:spcBef>
                <a:spcPts val="200"/>
              </a:spcBef>
              <a:buClrTx/>
              <a:buSzPct val="55000"/>
              <a:buFont typeface="Wingdings"/>
              <a:buChar char="¡"/>
              <a:defRPr sz="1100" kern="1200">
                <a:solidFill>
                  <a:schemeClr val="tx1"/>
                </a:solidFill>
                <a:latin typeface="+mn-lt"/>
                <a:ea typeface="+mn-ea"/>
                <a:cs typeface="Arial" pitchFamily="34" charset="0"/>
              </a:defRPr>
            </a:lvl4pPr>
            <a:lvl5pPr marL="9144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r>
              <a:rPr lang="en-US" noProof="0" dirty="0">
                <a:solidFill>
                  <a:schemeClr val="tx1"/>
                </a:solidFill>
              </a:rPr>
              <a:t>Click to add text</a:t>
            </a:r>
          </a:p>
          <a:p>
            <a:pPr marL="182880" lvl="1" indent="-182880">
              <a:spcBef>
                <a:spcPts val="200"/>
              </a:spcBef>
              <a:spcAft>
                <a:spcPts val="200"/>
              </a:spcAft>
            </a:pPr>
            <a:r>
              <a:rPr lang="en-US" noProof="0" dirty="0">
                <a:solidFill>
                  <a:schemeClr val="tx1"/>
                </a:solidFill>
              </a:rPr>
              <a:t>Second level</a:t>
            </a:r>
          </a:p>
          <a:p>
            <a:pPr marL="365760" lvl="2" indent="-182880">
              <a:spcBef>
                <a:spcPts val="200"/>
              </a:spcBef>
              <a:spcAft>
                <a:spcPts val="200"/>
              </a:spcAft>
            </a:pPr>
            <a:r>
              <a:rPr lang="en-US" sz="1200" noProof="0" dirty="0">
                <a:solidFill>
                  <a:schemeClr val="tx1"/>
                </a:solidFill>
              </a:rPr>
              <a:t>Third level</a:t>
            </a:r>
          </a:p>
        </p:txBody>
      </p:sp>
      <p:sp>
        <p:nvSpPr>
          <p:cNvPr id="46" name="Text Placeholder 31"/>
          <p:cNvSpPr txBox="1">
            <a:spLocks/>
          </p:cNvSpPr>
          <p:nvPr/>
        </p:nvSpPr>
        <p:spPr bwMode="auto">
          <a:xfrm>
            <a:off x="7462085" y="4289374"/>
            <a:ext cx="2074921" cy="1209408"/>
          </a:xfrm>
          <a:prstGeom prst="rect">
            <a:avLst/>
          </a:prstGeom>
          <a:noFill/>
          <a:ln w="9525">
            <a:noFill/>
            <a:miter lim="800000"/>
            <a:headEnd/>
            <a:tailEnd/>
          </a:ln>
          <a:effectLst/>
        </p:spPr>
        <p:txBody>
          <a:bodyPr vert="horz" wrap="square" lIns="0" tIns="0" rIns="0" bIns="0" numCol="1" rtlCol="0" anchor="t" anchorCtr="0" compatLnSpc="1">
            <a:prstTxWarp prst="textNoShape">
              <a:avLst/>
            </a:prstTxWarp>
            <a:noAutofit/>
          </a:bodyPr>
          <a:lstStyle>
            <a:lvl1pPr marL="0" indent="0" algn="l" defTabSz="914400" rtl="0" eaLnBrk="1" latinLnBrk="0" hangingPunct="1">
              <a:spcBef>
                <a:spcPts val="400"/>
              </a:spcBef>
              <a:buSzPct val="25000"/>
              <a:buFont typeface="Arial" pitchFamily="34" charset="0"/>
              <a:buChar char="‏"/>
              <a:defRPr sz="1200" kern="1200">
                <a:solidFill>
                  <a:schemeClr val="tx1"/>
                </a:solidFill>
                <a:latin typeface="+mn-lt"/>
                <a:ea typeface="+mn-ea"/>
                <a:cs typeface="Arial" pitchFamily="34" charset="0"/>
              </a:defRPr>
            </a:lvl1pPr>
            <a:lvl2pPr marL="228600" indent="-152400" algn="l" defTabSz="914400" rtl="0" eaLnBrk="1" latinLnBrk="0" hangingPunct="1">
              <a:spcBef>
                <a:spcPts val="400"/>
              </a:spcBef>
              <a:buClrTx/>
              <a:buSzPct val="65000"/>
              <a:buFont typeface="Wingdings"/>
              <a:buChar char="l"/>
              <a:defRPr sz="1200" kern="1200">
                <a:solidFill>
                  <a:schemeClr val="tx1"/>
                </a:solidFill>
                <a:latin typeface="+mn-lt"/>
                <a:ea typeface="+mn-ea"/>
                <a:cs typeface="Arial" pitchFamily="34" charset="0"/>
              </a:defRPr>
            </a:lvl2pPr>
            <a:lvl3pPr marL="4572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3pPr>
            <a:lvl4pPr marL="685800" indent="-152400" algn="l" defTabSz="914400" rtl="0" eaLnBrk="1" latinLnBrk="0" hangingPunct="1">
              <a:spcBef>
                <a:spcPts val="200"/>
              </a:spcBef>
              <a:buClrTx/>
              <a:buSzPct val="55000"/>
              <a:buFont typeface="Wingdings"/>
              <a:buChar char="¡"/>
              <a:defRPr sz="1100" kern="1200">
                <a:solidFill>
                  <a:schemeClr val="tx1"/>
                </a:solidFill>
                <a:latin typeface="+mn-lt"/>
                <a:ea typeface="+mn-ea"/>
                <a:cs typeface="Arial" pitchFamily="34" charset="0"/>
              </a:defRPr>
            </a:lvl4pPr>
            <a:lvl5pPr marL="9144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r>
              <a:rPr lang="en-US" noProof="0" dirty="0">
                <a:solidFill>
                  <a:schemeClr val="tx1"/>
                </a:solidFill>
              </a:rPr>
              <a:t>Click to add text</a:t>
            </a:r>
          </a:p>
          <a:p>
            <a:pPr marL="182880" lvl="1" indent="-182880">
              <a:spcBef>
                <a:spcPts val="200"/>
              </a:spcBef>
              <a:spcAft>
                <a:spcPts val="200"/>
              </a:spcAft>
            </a:pPr>
            <a:r>
              <a:rPr lang="en-US" noProof="0" dirty="0">
                <a:solidFill>
                  <a:schemeClr val="tx1"/>
                </a:solidFill>
              </a:rPr>
              <a:t>Second level</a:t>
            </a:r>
          </a:p>
          <a:p>
            <a:pPr marL="365760" lvl="2" indent="-182880">
              <a:spcBef>
                <a:spcPts val="200"/>
              </a:spcBef>
              <a:spcAft>
                <a:spcPts val="200"/>
              </a:spcAft>
            </a:pPr>
            <a:r>
              <a:rPr lang="en-US" sz="1200" noProof="0" dirty="0">
                <a:solidFill>
                  <a:schemeClr val="tx1"/>
                </a:solidFill>
              </a:rPr>
              <a:t>Third level</a:t>
            </a:r>
          </a:p>
        </p:txBody>
      </p:sp>
    </p:spTree>
    <p:extLst>
      <p:ext uri="{BB962C8B-B14F-4D97-AF65-F5344CB8AC3E}">
        <p14:creationId xmlns:p14="http://schemas.microsoft.com/office/powerpoint/2010/main" val="1291501890"/>
      </p:ext>
    </p:extLst>
  </p:cSld>
  <p:clrMapOvr>
    <a:masterClrMapping/>
  </p:clrMapOvr>
  <p:transition>
    <p:fade/>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dirty="0"/>
              <a:t>Hypothesis or summary tree</a:t>
            </a:r>
          </a:p>
        </p:txBody>
      </p:sp>
      <p:sp>
        <p:nvSpPr>
          <p:cNvPr id="240645" name="Title 1"/>
          <p:cNvSpPr>
            <a:spLocks noGrp="1"/>
          </p:cNvSpPr>
          <p:nvPr>
            <p:ph type="title"/>
          </p:nvPr>
        </p:nvSpPr>
        <p:spPr/>
        <p:txBody>
          <a:bodyPr/>
          <a:lstStyle/>
          <a:p>
            <a:r>
              <a:rPr lang="en-US"/>
              <a:t>Logic trees </a:t>
            </a:r>
            <a:endParaRPr lang="en-US" dirty="0"/>
          </a:p>
        </p:txBody>
      </p:sp>
      <p:sp>
        <p:nvSpPr>
          <p:cNvPr id="24" name="Text Box 10"/>
          <p:cNvSpPr txBox="1">
            <a:spLocks noChangeArrowheads="1"/>
          </p:cNvSpPr>
          <p:nvPr/>
        </p:nvSpPr>
        <p:spPr bwMode="auto">
          <a:xfrm>
            <a:off x="408278" y="1981458"/>
            <a:ext cx="2074921" cy="371475"/>
          </a:xfrm>
          <a:prstGeom prst="rect">
            <a:avLst/>
          </a:prstGeom>
          <a:solidFill>
            <a:schemeClr val="accent1"/>
          </a:solidFill>
          <a:ln w="12700" algn="ctr">
            <a:solidFill>
              <a:schemeClr val="accent1"/>
            </a:solidFill>
            <a:miter lim="800000"/>
            <a:headEnd/>
            <a:tailEnd type="none" w="sm" len="med"/>
          </a:ln>
        </p:spPr>
        <p:txBody>
          <a:bodyPr lIns="72231" tIns="72231" rIns="72231" bIns="72231" anchor="ctr" anchorCtr="0"/>
          <a:lstStyle/>
          <a:p>
            <a:pPr defTabSz="777796">
              <a:spcBef>
                <a:spcPts val="163"/>
              </a:spcBef>
            </a:pPr>
            <a:r>
              <a:rPr lang="en-US" sz="1400" b="1" dirty="0">
                <a:solidFill>
                  <a:schemeClr val="bg1"/>
                </a:solidFill>
                <a:latin typeface="Aptos" panose="020B0004020202020204" pitchFamily="34" charset="0"/>
                <a:cs typeface="Arial" pitchFamily="34" charset="0"/>
              </a:rPr>
              <a:t>Introduction</a:t>
            </a:r>
          </a:p>
        </p:txBody>
      </p:sp>
      <p:sp>
        <p:nvSpPr>
          <p:cNvPr id="25" name="Rectangle 11"/>
          <p:cNvSpPr>
            <a:spLocks noChangeArrowheads="1"/>
          </p:cNvSpPr>
          <p:nvPr/>
        </p:nvSpPr>
        <p:spPr bwMode="auto">
          <a:xfrm>
            <a:off x="408278" y="2354489"/>
            <a:ext cx="2074921" cy="829166"/>
          </a:xfrm>
          <a:prstGeom prst="rect">
            <a:avLst/>
          </a:prstGeom>
          <a:noFill/>
          <a:ln w="12700" algn="ctr">
            <a:solidFill>
              <a:schemeClr val="accent1"/>
            </a:solidFill>
            <a:miter lim="800000"/>
            <a:headEnd/>
            <a:tailEnd/>
          </a:ln>
        </p:spPr>
        <p:txBody>
          <a:bodyPr lIns="72231" tIns="72231" rIns="72231" bIns="72231" anchor="t" anchorCtr="0"/>
          <a:lstStyle/>
          <a:p>
            <a:pPr marL="182880" lvl="1" indent="-182880" defTabSz="777796">
              <a:spcBef>
                <a:spcPts val="200"/>
              </a:spcBef>
              <a:spcAft>
                <a:spcPts val="200"/>
              </a:spcAft>
              <a:buSzPct val="100000"/>
              <a:buFont typeface="Arial"/>
              <a:buChar char="•"/>
            </a:pPr>
            <a:r>
              <a:rPr lang="en-US" sz="1200" dirty="0">
                <a:latin typeface="Aptos" panose="020B0004020202020204" pitchFamily="34" charset="0"/>
                <a:cs typeface="Arial" pitchFamily="34" charset="0"/>
              </a:rPr>
              <a:t>Situation: Text</a:t>
            </a:r>
          </a:p>
          <a:p>
            <a:pPr marL="182880" lvl="1" indent="-182880" defTabSz="777796">
              <a:spcBef>
                <a:spcPts val="200"/>
              </a:spcBef>
              <a:spcAft>
                <a:spcPts val="200"/>
              </a:spcAft>
              <a:buSzPct val="100000"/>
              <a:buFont typeface="Arial"/>
              <a:buChar char="•"/>
            </a:pPr>
            <a:r>
              <a:rPr lang="en-US" sz="1200" dirty="0">
                <a:latin typeface="Aptos" panose="020B0004020202020204" pitchFamily="34" charset="0"/>
                <a:cs typeface="Arial" pitchFamily="34" charset="0"/>
              </a:rPr>
              <a:t>Complication: Text</a:t>
            </a:r>
          </a:p>
          <a:p>
            <a:pPr marL="182880" lvl="1" indent="-182880" defTabSz="777796">
              <a:spcBef>
                <a:spcPts val="200"/>
              </a:spcBef>
              <a:spcAft>
                <a:spcPts val="200"/>
              </a:spcAft>
              <a:buSzPct val="100000"/>
              <a:buFont typeface="Arial"/>
              <a:buChar char="•"/>
            </a:pPr>
            <a:r>
              <a:rPr lang="en-US" sz="1200" dirty="0">
                <a:latin typeface="Aptos" panose="020B0004020202020204" pitchFamily="34" charset="0"/>
                <a:cs typeface="Arial" pitchFamily="34" charset="0"/>
              </a:rPr>
              <a:t>Question: Text</a:t>
            </a:r>
          </a:p>
        </p:txBody>
      </p:sp>
      <p:sp>
        <p:nvSpPr>
          <p:cNvPr id="27" name="Text Box 10"/>
          <p:cNvSpPr txBox="1">
            <a:spLocks noChangeArrowheads="1"/>
          </p:cNvSpPr>
          <p:nvPr/>
        </p:nvSpPr>
        <p:spPr bwMode="auto">
          <a:xfrm>
            <a:off x="408278" y="3335823"/>
            <a:ext cx="2074921" cy="371475"/>
          </a:xfrm>
          <a:prstGeom prst="rect">
            <a:avLst/>
          </a:prstGeom>
          <a:solidFill>
            <a:schemeClr val="accent1"/>
          </a:solidFill>
          <a:ln w="12700" algn="ctr">
            <a:solidFill>
              <a:schemeClr val="accent1"/>
            </a:solidFill>
            <a:miter lim="800000"/>
            <a:headEnd/>
            <a:tailEnd type="none" w="sm" len="med"/>
          </a:ln>
        </p:spPr>
        <p:txBody>
          <a:bodyPr lIns="72231" tIns="72231" rIns="72231" bIns="72231" anchor="ctr" anchorCtr="0"/>
          <a:lstStyle/>
          <a:p>
            <a:pPr defTabSz="777796">
              <a:spcBef>
                <a:spcPts val="163"/>
              </a:spcBef>
            </a:pPr>
            <a:r>
              <a:rPr lang="en-US" sz="1400" b="1" dirty="0">
                <a:solidFill>
                  <a:schemeClr val="bg1"/>
                </a:solidFill>
                <a:latin typeface="Aptos" panose="020B0004020202020204" pitchFamily="34" charset="0"/>
                <a:cs typeface="Arial" pitchFamily="34" charset="0"/>
              </a:rPr>
              <a:t>Chapter X</a:t>
            </a:r>
          </a:p>
        </p:txBody>
      </p:sp>
      <p:sp>
        <p:nvSpPr>
          <p:cNvPr id="28" name="Rectangle 11"/>
          <p:cNvSpPr>
            <a:spLocks noChangeArrowheads="1"/>
          </p:cNvSpPr>
          <p:nvPr/>
        </p:nvSpPr>
        <p:spPr bwMode="auto">
          <a:xfrm>
            <a:off x="407592" y="3712266"/>
            <a:ext cx="2074921" cy="480346"/>
          </a:xfrm>
          <a:prstGeom prst="rect">
            <a:avLst/>
          </a:prstGeom>
          <a:noFill/>
          <a:ln w="12700" algn="ctr">
            <a:solidFill>
              <a:schemeClr val="accent1"/>
            </a:solidFill>
            <a:miter lim="800000"/>
            <a:headEnd/>
            <a:tailEnd/>
          </a:ln>
        </p:spPr>
        <p:txBody>
          <a:bodyPr lIns="72231" tIns="72231" rIns="72231" bIns="72231" anchor="t"/>
          <a:lstStyle/>
          <a:p>
            <a:pPr defTabSz="778392">
              <a:spcBef>
                <a:spcPts val="163"/>
              </a:spcBef>
              <a:spcAft>
                <a:spcPts val="244"/>
              </a:spcAft>
              <a:defRPr/>
            </a:pPr>
            <a:r>
              <a:rPr lang="en-US" sz="1200" kern="0" dirty="0">
                <a:latin typeface="Aptos" panose="020B0004020202020204" pitchFamily="34" charset="0"/>
                <a:cs typeface="Arial" pitchFamily="34" charset="0"/>
              </a:rPr>
              <a:t>Supporting </a:t>
            </a:r>
            <a:r>
              <a:rPr lang="en-US" sz="1200" dirty="0">
                <a:latin typeface="Aptos" panose="020B0004020202020204" pitchFamily="34" charset="0"/>
                <a:cs typeface="Arial" pitchFamily="34" charset="0"/>
              </a:rPr>
              <a:t>hypothesis</a:t>
            </a:r>
            <a:endParaRPr lang="en-US" sz="1200" kern="0" dirty="0">
              <a:latin typeface="Aptos" panose="020B0004020202020204" pitchFamily="34" charset="0"/>
              <a:cs typeface="Arial" pitchFamily="34" charset="0"/>
            </a:endParaRPr>
          </a:p>
        </p:txBody>
      </p:sp>
      <p:sp>
        <p:nvSpPr>
          <p:cNvPr id="29" name="Text Box 10"/>
          <p:cNvSpPr txBox="1">
            <a:spLocks noChangeArrowheads="1"/>
          </p:cNvSpPr>
          <p:nvPr/>
        </p:nvSpPr>
        <p:spPr bwMode="auto">
          <a:xfrm>
            <a:off x="2746681" y="1981458"/>
            <a:ext cx="6748435" cy="371475"/>
          </a:xfrm>
          <a:prstGeom prst="rect">
            <a:avLst/>
          </a:prstGeom>
          <a:solidFill>
            <a:schemeClr val="accent1"/>
          </a:solidFill>
          <a:ln w="12700" algn="ctr">
            <a:solidFill>
              <a:schemeClr val="accent1"/>
            </a:solidFill>
            <a:miter lim="800000"/>
            <a:headEnd/>
            <a:tailEnd type="none" w="sm" len="med"/>
          </a:ln>
        </p:spPr>
        <p:txBody>
          <a:bodyPr lIns="72231" tIns="72231" rIns="72231" bIns="72231" anchor="ctr" anchorCtr="0"/>
          <a:lstStyle/>
          <a:p>
            <a:pPr defTabSz="777796">
              <a:spcBef>
                <a:spcPts val="163"/>
              </a:spcBef>
            </a:pPr>
            <a:r>
              <a:rPr lang="en-US" sz="1400" b="1" dirty="0">
                <a:solidFill>
                  <a:schemeClr val="bg1"/>
                </a:solidFill>
                <a:latin typeface="Aptos" panose="020B0004020202020204" pitchFamily="34" charset="0"/>
                <a:cs typeface="Arial" pitchFamily="34" charset="0"/>
              </a:rPr>
              <a:t>Answer</a:t>
            </a:r>
          </a:p>
        </p:txBody>
      </p:sp>
      <p:sp>
        <p:nvSpPr>
          <p:cNvPr id="30" name="Rectangle 11"/>
          <p:cNvSpPr>
            <a:spLocks noChangeArrowheads="1"/>
          </p:cNvSpPr>
          <p:nvPr/>
        </p:nvSpPr>
        <p:spPr bwMode="auto">
          <a:xfrm>
            <a:off x="2746681" y="2354489"/>
            <a:ext cx="6748435" cy="829166"/>
          </a:xfrm>
          <a:prstGeom prst="rect">
            <a:avLst/>
          </a:prstGeom>
          <a:noFill/>
          <a:ln w="12700" algn="ctr">
            <a:solidFill>
              <a:schemeClr val="accent1"/>
            </a:solidFill>
            <a:miter lim="800000"/>
            <a:headEnd/>
            <a:tailEnd/>
          </a:ln>
        </p:spPr>
        <p:txBody>
          <a:bodyPr lIns="72231" tIns="72231" rIns="72231" bIns="72231" anchor="t" anchorCtr="0"/>
          <a:lstStyle/>
          <a:p>
            <a:pPr defTabSz="777796">
              <a:spcBef>
                <a:spcPts val="163"/>
              </a:spcBef>
              <a:spcAft>
                <a:spcPts val="244"/>
              </a:spcAft>
            </a:pPr>
            <a:r>
              <a:rPr lang="fr-FR" sz="1200" dirty="0">
                <a:latin typeface="Aptos" panose="020B0004020202020204" pitchFamily="34" charset="0"/>
                <a:cs typeface="Arial" pitchFamily="34" charset="0"/>
              </a:rPr>
              <a:t>Main hypothesis</a:t>
            </a:r>
          </a:p>
        </p:txBody>
      </p:sp>
      <p:sp>
        <p:nvSpPr>
          <p:cNvPr id="31" name="Text Box 10"/>
          <p:cNvSpPr txBox="1">
            <a:spLocks noChangeArrowheads="1"/>
          </p:cNvSpPr>
          <p:nvPr/>
        </p:nvSpPr>
        <p:spPr bwMode="auto">
          <a:xfrm>
            <a:off x="2746684" y="3335823"/>
            <a:ext cx="2074921" cy="371475"/>
          </a:xfrm>
          <a:prstGeom prst="rect">
            <a:avLst/>
          </a:prstGeom>
          <a:solidFill>
            <a:schemeClr val="accent1"/>
          </a:solidFill>
          <a:ln w="12700" algn="ctr">
            <a:solidFill>
              <a:schemeClr val="accent1"/>
            </a:solidFill>
            <a:miter lim="800000"/>
            <a:headEnd/>
            <a:tailEnd type="none" w="sm" len="med"/>
          </a:ln>
        </p:spPr>
        <p:txBody>
          <a:bodyPr lIns="72231" tIns="72231" rIns="72231" bIns="72231" anchor="ctr" anchorCtr="0"/>
          <a:lstStyle/>
          <a:p>
            <a:pPr defTabSz="777796">
              <a:spcBef>
                <a:spcPts val="163"/>
              </a:spcBef>
            </a:pPr>
            <a:r>
              <a:rPr lang="en-US" sz="1400" b="1" dirty="0">
                <a:solidFill>
                  <a:schemeClr val="bg1"/>
                </a:solidFill>
                <a:latin typeface="Aptos" panose="020B0004020202020204" pitchFamily="34" charset="0"/>
                <a:cs typeface="Arial" pitchFamily="34" charset="0"/>
              </a:rPr>
              <a:t>Chapter X</a:t>
            </a:r>
          </a:p>
        </p:txBody>
      </p:sp>
      <p:sp>
        <p:nvSpPr>
          <p:cNvPr id="35" name="Rectangle 11"/>
          <p:cNvSpPr>
            <a:spLocks noChangeArrowheads="1"/>
          </p:cNvSpPr>
          <p:nvPr/>
        </p:nvSpPr>
        <p:spPr bwMode="auto">
          <a:xfrm>
            <a:off x="2746227" y="3712267"/>
            <a:ext cx="2074921" cy="480346"/>
          </a:xfrm>
          <a:prstGeom prst="rect">
            <a:avLst/>
          </a:prstGeom>
          <a:noFill/>
          <a:ln w="12700" algn="ctr">
            <a:solidFill>
              <a:schemeClr val="accent1"/>
            </a:solidFill>
            <a:miter lim="800000"/>
            <a:headEnd/>
            <a:tailEnd/>
          </a:ln>
        </p:spPr>
        <p:txBody>
          <a:bodyPr lIns="72231" tIns="72231" rIns="72231" bIns="72231" anchor="t"/>
          <a:lstStyle/>
          <a:p>
            <a:pPr defTabSz="778392">
              <a:spcBef>
                <a:spcPts val="163"/>
              </a:spcBef>
              <a:spcAft>
                <a:spcPts val="244"/>
              </a:spcAft>
              <a:defRPr/>
            </a:pPr>
            <a:r>
              <a:rPr lang="en-US" sz="1200" kern="0" dirty="0">
                <a:latin typeface="Aptos" panose="020B0004020202020204" pitchFamily="34" charset="0"/>
                <a:cs typeface="Arial" pitchFamily="34" charset="0"/>
              </a:rPr>
              <a:t>Supporting </a:t>
            </a:r>
            <a:r>
              <a:rPr lang="en-US" sz="1200" dirty="0">
                <a:latin typeface="Aptos" panose="020B0004020202020204" pitchFamily="34" charset="0"/>
                <a:cs typeface="Arial" pitchFamily="34" charset="0"/>
              </a:rPr>
              <a:t>hypothesis</a:t>
            </a:r>
            <a:endParaRPr lang="en-US" sz="1200" kern="0" dirty="0">
              <a:latin typeface="Aptos" panose="020B0004020202020204" pitchFamily="34" charset="0"/>
              <a:cs typeface="Arial" pitchFamily="34" charset="0"/>
            </a:endParaRPr>
          </a:p>
        </p:txBody>
      </p:sp>
      <p:sp>
        <p:nvSpPr>
          <p:cNvPr id="36" name="Text Box 10"/>
          <p:cNvSpPr txBox="1">
            <a:spLocks noChangeArrowheads="1"/>
          </p:cNvSpPr>
          <p:nvPr/>
        </p:nvSpPr>
        <p:spPr bwMode="auto">
          <a:xfrm>
            <a:off x="5085088" y="3335823"/>
            <a:ext cx="2074921" cy="371475"/>
          </a:xfrm>
          <a:prstGeom prst="rect">
            <a:avLst/>
          </a:prstGeom>
          <a:solidFill>
            <a:schemeClr val="accent1"/>
          </a:solidFill>
          <a:ln w="12700" algn="ctr">
            <a:solidFill>
              <a:schemeClr val="accent1"/>
            </a:solidFill>
            <a:miter lim="800000"/>
            <a:headEnd/>
            <a:tailEnd type="none" w="sm" len="med"/>
          </a:ln>
        </p:spPr>
        <p:txBody>
          <a:bodyPr lIns="72231" tIns="72231" rIns="72231" bIns="72231" anchor="ctr" anchorCtr="0"/>
          <a:lstStyle/>
          <a:p>
            <a:pPr defTabSz="777796">
              <a:spcBef>
                <a:spcPts val="163"/>
              </a:spcBef>
            </a:pPr>
            <a:r>
              <a:rPr lang="en-US" sz="1400" b="1" dirty="0">
                <a:solidFill>
                  <a:schemeClr val="bg1"/>
                </a:solidFill>
                <a:latin typeface="Aptos" panose="020B0004020202020204" pitchFamily="34" charset="0"/>
                <a:cs typeface="Arial" pitchFamily="34" charset="0"/>
              </a:rPr>
              <a:t>Chapter X</a:t>
            </a:r>
          </a:p>
        </p:txBody>
      </p:sp>
      <p:sp>
        <p:nvSpPr>
          <p:cNvPr id="37" name="Rectangle 11"/>
          <p:cNvSpPr>
            <a:spLocks noChangeArrowheads="1"/>
          </p:cNvSpPr>
          <p:nvPr/>
        </p:nvSpPr>
        <p:spPr bwMode="auto">
          <a:xfrm>
            <a:off x="5084859" y="3712267"/>
            <a:ext cx="2074921" cy="480346"/>
          </a:xfrm>
          <a:prstGeom prst="rect">
            <a:avLst/>
          </a:prstGeom>
          <a:noFill/>
          <a:ln w="12700" algn="ctr">
            <a:solidFill>
              <a:schemeClr val="accent1"/>
            </a:solidFill>
            <a:miter lim="800000"/>
            <a:headEnd/>
            <a:tailEnd/>
          </a:ln>
        </p:spPr>
        <p:txBody>
          <a:bodyPr lIns="72231" tIns="72231" rIns="72231" bIns="72231" anchor="t"/>
          <a:lstStyle/>
          <a:p>
            <a:pPr defTabSz="778392">
              <a:spcBef>
                <a:spcPts val="163"/>
              </a:spcBef>
              <a:spcAft>
                <a:spcPts val="244"/>
              </a:spcAft>
              <a:defRPr/>
            </a:pPr>
            <a:r>
              <a:rPr lang="en-US" sz="1200" kern="0" dirty="0">
                <a:latin typeface="Aptos" panose="020B0004020202020204" pitchFamily="34" charset="0"/>
                <a:cs typeface="Arial" pitchFamily="34" charset="0"/>
              </a:rPr>
              <a:t>Supporting </a:t>
            </a:r>
            <a:r>
              <a:rPr lang="en-US" sz="1200" dirty="0">
                <a:latin typeface="Aptos" panose="020B0004020202020204" pitchFamily="34" charset="0"/>
                <a:cs typeface="Arial" pitchFamily="34" charset="0"/>
              </a:rPr>
              <a:t>hypothesis</a:t>
            </a:r>
            <a:endParaRPr lang="en-US" sz="1200" kern="0" dirty="0">
              <a:latin typeface="Aptos" panose="020B0004020202020204" pitchFamily="34" charset="0"/>
              <a:cs typeface="Arial" pitchFamily="34" charset="0"/>
            </a:endParaRPr>
          </a:p>
        </p:txBody>
      </p:sp>
      <p:sp>
        <p:nvSpPr>
          <p:cNvPr id="38" name="Text Box 10"/>
          <p:cNvSpPr txBox="1">
            <a:spLocks noChangeArrowheads="1"/>
          </p:cNvSpPr>
          <p:nvPr/>
        </p:nvSpPr>
        <p:spPr bwMode="auto">
          <a:xfrm>
            <a:off x="7423490" y="3335823"/>
            <a:ext cx="2074921" cy="371475"/>
          </a:xfrm>
          <a:prstGeom prst="rect">
            <a:avLst/>
          </a:prstGeom>
          <a:solidFill>
            <a:schemeClr val="accent1"/>
          </a:solidFill>
          <a:ln w="12700" algn="ctr">
            <a:solidFill>
              <a:schemeClr val="accent1"/>
            </a:solidFill>
            <a:miter lim="800000"/>
            <a:headEnd/>
            <a:tailEnd type="none" w="sm" len="med"/>
          </a:ln>
        </p:spPr>
        <p:txBody>
          <a:bodyPr lIns="72231" tIns="72231" rIns="72231" bIns="72231" anchor="ctr" anchorCtr="0"/>
          <a:lstStyle/>
          <a:p>
            <a:pPr defTabSz="777796">
              <a:spcBef>
                <a:spcPts val="163"/>
              </a:spcBef>
            </a:pPr>
            <a:r>
              <a:rPr lang="en-US" sz="1400" b="1" dirty="0">
                <a:solidFill>
                  <a:schemeClr val="bg1"/>
                </a:solidFill>
                <a:latin typeface="Aptos" panose="020B0004020202020204" pitchFamily="34" charset="0"/>
                <a:cs typeface="Arial" pitchFamily="34" charset="0"/>
              </a:rPr>
              <a:t>Chapter X</a:t>
            </a:r>
          </a:p>
        </p:txBody>
      </p:sp>
      <p:sp>
        <p:nvSpPr>
          <p:cNvPr id="39" name="Rectangle 11"/>
          <p:cNvSpPr>
            <a:spLocks noChangeArrowheads="1"/>
          </p:cNvSpPr>
          <p:nvPr/>
        </p:nvSpPr>
        <p:spPr bwMode="auto">
          <a:xfrm>
            <a:off x="7423490" y="3712267"/>
            <a:ext cx="2074921" cy="480346"/>
          </a:xfrm>
          <a:prstGeom prst="rect">
            <a:avLst/>
          </a:prstGeom>
          <a:noFill/>
          <a:ln w="12700" algn="ctr">
            <a:solidFill>
              <a:schemeClr val="accent1"/>
            </a:solidFill>
            <a:miter lim="800000"/>
            <a:headEnd/>
            <a:tailEnd/>
          </a:ln>
        </p:spPr>
        <p:txBody>
          <a:bodyPr lIns="72231" tIns="72231" rIns="72231" bIns="72231" anchor="t"/>
          <a:lstStyle/>
          <a:p>
            <a:pPr defTabSz="778392">
              <a:spcBef>
                <a:spcPts val="163"/>
              </a:spcBef>
              <a:spcAft>
                <a:spcPts val="244"/>
              </a:spcAft>
              <a:defRPr/>
            </a:pPr>
            <a:r>
              <a:rPr lang="en-US" sz="1200" kern="0" dirty="0">
                <a:latin typeface="Aptos" panose="020B0004020202020204" pitchFamily="34" charset="0"/>
                <a:cs typeface="Arial" pitchFamily="34" charset="0"/>
              </a:rPr>
              <a:t>Supporting </a:t>
            </a:r>
            <a:r>
              <a:rPr lang="en-US" sz="1200" dirty="0">
                <a:latin typeface="Aptos" panose="020B0004020202020204" pitchFamily="34" charset="0"/>
                <a:cs typeface="Arial" pitchFamily="34" charset="0"/>
              </a:rPr>
              <a:t>hypothesis</a:t>
            </a:r>
            <a:endParaRPr lang="en-US" sz="1200" kern="0" dirty="0">
              <a:latin typeface="Aptos" panose="020B0004020202020204" pitchFamily="34" charset="0"/>
              <a:cs typeface="Arial" pitchFamily="34" charset="0"/>
            </a:endParaRPr>
          </a:p>
        </p:txBody>
      </p:sp>
      <p:sp>
        <p:nvSpPr>
          <p:cNvPr id="40" name="Text Placeholder 31"/>
          <p:cNvSpPr txBox="1">
            <a:spLocks/>
          </p:cNvSpPr>
          <p:nvPr/>
        </p:nvSpPr>
        <p:spPr bwMode="auto">
          <a:xfrm>
            <a:off x="408278" y="4289374"/>
            <a:ext cx="2074921" cy="1209408"/>
          </a:xfrm>
          <a:prstGeom prst="rect">
            <a:avLst/>
          </a:prstGeom>
          <a:noFill/>
          <a:ln w="9525">
            <a:noFill/>
            <a:miter lim="800000"/>
            <a:headEnd/>
            <a:tailEnd/>
          </a:ln>
          <a:effectLst/>
        </p:spPr>
        <p:txBody>
          <a:bodyPr vert="horz" wrap="square" lIns="0" tIns="0" rIns="0" bIns="0" numCol="1" rtlCol="0" anchor="t" anchorCtr="0" compatLnSpc="1">
            <a:prstTxWarp prst="textNoShape">
              <a:avLst/>
            </a:prstTxWarp>
            <a:noAutofit/>
          </a:bodyPr>
          <a:lstStyle>
            <a:lvl1pPr marL="0" indent="0" algn="l" defTabSz="914400" rtl="0" eaLnBrk="1" latinLnBrk="0" hangingPunct="1">
              <a:spcBef>
                <a:spcPts val="400"/>
              </a:spcBef>
              <a:buSzPct val="25000"/>
              <a:buFont typeface="Arial" pitchFamily="34" charset="0"/>
              <a:buChar char="‏"/>
              <a:defRPr sz="1200" kern="1200">
                <a:solidFill>
                  <a:schemeClr val="tx1"/>
                </a:solidFill>
                <a:latin typeface="+mn-lt"/>
                <a:ea typeface="+mn-ea"/>
                <a:cs typeface="Arial" pitchFamily="34" charset="0"/>
              </a:defRPr>
            </a:lvl1pPr>
            <a:lvl2pPr marL="228600" indent="-152400" algn="l" defTabSz="914400" rtl="0" eaLnBrk="1" latinLnBrk="0" hangingPunct="1">
              <a:spcBef>
                <a:spcPts val="400"/>
              </a:spcBef>
              <a:buClrTx/>
              <a:buSzPct val="65000"/>
              <a:buFont typeface="Wingdings"/>
              <a:buChar char="l"/>
              <a:defRPr sz="1200" kern="1200">
                <a:solidFill>
                  <a:schemeClr val="tx1"/>
                </a:solidFill>
                <a:latin typeface="+mn-lt"/>
                <a:ea typeface="+mn-ea"/>
                <a:cs typeface="Arial" pitchFamily="34" charset="0"/>
              </a:defRPr>
            </a:lvl2pPr>
            <a:lvl3pPr marL="4572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3pPr>
            <a:lvl4pPr marL="685800" indent="-152400" algn="l" defTabSz="914400" rtl="0" eaLnBrk="1" latinLnBrk="0" hangingPunct="1">
              <a:spcBef>
                <a:spcPts val="200"/>
              </a:spcBef>
              <a:buClrTx/>
              <a:buSzPct val="55000"/>
              <a:buFont typeface="Wingdings"/>
              <a:buChar char="¡"/>
              <a:defRPr sz="1100" kern="1200">
                <a:solidFill>
                  <a:schemeClr val="tx1"/>
                </a:solidFill>
                <a:latin typeface="+mn-lt"/>
                <a:ea typeface="+mn-ea"/>
                <a:cs typeface="Arial" pitchFamily="34" charset="0"/>
              </a:defRPr>
            </a:lvl4pPr>
            <a:lvl5pPr marL="9144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r>
              <a:rPr lang="en-US" noProof="0" dirty="0">
                <a:solidFill>
                  <a:schemeClr val="tx1"/>
                </a:solidFill>
              </a:rPr>
              <a:t>Click to add text</a:t>
            </a:r>
          </a:p>
          <a:p>
            <a:pPr marL="182880" lvl="1" indent="-182880">
              <a:spcBef>
                <a:spcPts val="200"/>
              </a:spcBef>
              <a:spcAft>
                <a:spcPts val="200"/>
              </a:spcAft>
            </a:pPr>
            <a:r>
              <a:rPr lang="en-US" noProof="0" dirty="0">
                <a:solidFill>
                  <a:schemeClr val="tx1"/>
                </a:solidFill>
              </a:rPr>
              <a:t>Second level</a:t>
            </a:r>
          </a:p>
          <a:p>
            <a:pPr marL="365760" lvl="2" indent="-182880">
              <a:spcBef>
                <a:spcPts val="200"/>
              </a:spcBef>
              <a:spcAft>
                <a:spcPts val="200"/>
              </a:spcAft>
            </a:pPr>
            <a:r>
              <a:rPr lang="en-US" sz="1200" noProof="0" dirty="0">
                <a:solidFill>
                  <a:schemeClr val="tx1"/>
                </a:solidFill>
              </a:rPr>
              <a:t>Third level</a:t>
            </a:r>
          </a:p>
        </p:txBody>
      </p:sp>
      <p:sp>
        <p:nvSpPr>
          <p:cNvPr id="7" name="Isosceles Triangle 6"/>
          <p:cNvSpPr/>
          <p:nvPr/>
        </p:nvSpPr>
        <p:spPr bwMode="gray">
          <a:xfrm rot="5400000">
            <a:off x="2503498" y="2682186"/>
            <a:ext cx="222885" cy="98806"/>
          </a:xfrm>
          <a:prstGeom prst="triangle">
            <a:avLst/>
          </a:prstGeom>
          <a:solidFill>
            <a:schemeClr val="bg1">
              <a:lumMod val="8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latin typeface="Aptos" panose="020B0004020202020204" pitchFamily="34" charset="0"/>
            </a:endParaRPr>
          </a:p>
        </p:txBody>
      </p:sp>
      <p:sp>
        <p:nvSpPr>
          <p:cNvPr id="44" name="Text Placeholder 31"/>
          <p:cNvSpPr txBox="1">
            <a:spLocks/>
          </p:cNvSpPr>
          <p:nvPr/>
        </p:nvSpPr>
        <p:spPr bwMode="auto">
          <a:xfrm>
            <a:off x="2746684" y="4289374"/>
            <a:ext cx="2074921" cy="1209408"/>
          </a:xfrm>
          <a:prstGeom prst="rect">
            <a:avLst/>
          </a:prstGeom>
          <a:noFill/>
          <a:ln w="9525">
            <a:noFill/>
            <a:miter lim="800000"/>
            <a:headEnd/>
            <a:tailEnd/>
          </a:ln>
          <a:effectLst/>
        </p:spPr>
        <p:txBody>
          <a:bodyPr vert="horz" wrap="square" lIns="0" tIns="0" rIns="0" bIns="0" numCol="1" rtlCol="0" anchor="t" anchorCtr="0" compatLnSpc="1">
            <a:prstTxWarp prst="textNoShape">
              <a:avLst/>
            </a:prstTxWarp>
            <a:noAutofit/>
          </a:bodyPr>
          <a:lstStyle>
            <a:lvl1pPr marL="0" indent="0" algn="l" defTabSz="914400" rtl="0" eaLnBrk="1" latinLnBrk="0" hangingPunct="1">
              <a:spcBef>
                <a:spcPts val="400"/>
              </a:spcBef>
              <a:buSzPct val="25000"/>
              <a:buFont typeface="Arial" pitchFamily="34" charset="0"/>
              <a:buChar char="‏"/>
              <a:defRPr sz="1200" kern="1200">
                <a:solidFill>
                  <a:schemeClr val="tx1"/>
                </a:solidFill>
                <a:latin typeface="+mn-lt"/>
                <a:ea typeface="+mn-ea"/>
                <a:cs typeface="Arial" pitchFamily="34" charset="0"/>
              </a:defRPr>
            </a:lvl1pPr>
            <a:lvl2pPr marL="228600" indent="-152400" algn="l" defTabSz="914400" rtl="0" eaLnBrk="1" latinLnBrk="0" hangingPunct="1">
              <a:spcBef>
                <a:spcPts val="400"/>
              </a:spcBef>
              <a:buClrTx/>
              <a:buSzPct val="65000"/>
              <a:buFont typeface="Wingdings"/>
              <a:buChar char="l"/>
              <a:defRPr sz="1200" kern="1200">
                <a:solidFill>
                  <a:schemeClr val="tx1"/>
                </a:solidFill>
                <a:latin typeface="+mn-lt"/>
                <a:ea typeface="+mn-ea"/>
                <a:cs typeface="Arial" pitchFamily="34" charset="0"/>
              </a:defRPr>
            </a:lvl2pPr>
            <a:lvl3pPr marL="4572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3pPr>
            <a:lvl4pPr marL="685800" indent="-152400" algn="l" defTabSz="914400" rtl="0" eaLnBrk="1" latinLnBrk="0" hangingPunct="1">
              <a:spcBef>
                <a:spcPts val="200"/>
              </a:spcBef>
              <a:buClrTx/>
              <a:buSzPct val="55000"/>
              <a:buFont typeface="Wingdings"/>
              <a:buChar char="¡"/>
              <a:defRPr sz="1100" kern="1200">
                <a:solidFill>
                  <a:schemeClr val="tx1"/>
                </a:solidFill>
                <a:latin typeface="+mn-lt"/>
                <a:ea typeface="+mn-ea"/>
                <a:cs typeface="Arial" pitchFamily="34" charset="0"/>
              </a:defRPr>
            </a:lvl4pPr>
            <a:lvl5pPr marL="9144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r>
              <a:rPr lang="en-US" noProof="0" dirty="0">
                <a:solidFill>
                  <a:schemeClr val="tx1"/>
                </a:solidFill>
              </a:rPr>
              <a:t>Click to add text</a:t>
            </a:r>
          </a:p>
          <a:p>
            <a:pPr marL="182880" lvl="1" indent="-182880">
              <a:spcBef>
                <a:spcPts val="200"/>
              </a:spcBef>
              <a:spcAft>
                <a:spcPts val="200"/>
              </a:spcAft>
            </a:pPr>
            <a:r>
              <a:rPr lang="en-US" noProof="0" dirty="0">
                <a:solidFill>
                  <a:schemeClr val="tx1"/>
                </a:solidFill>
              </a:rPr>
              <a:t>Second level</a:t>
            </a:r>
          </a:p>
          <a:p>
            <a:pPr marL="365760" lvl="2" indent="-182880">
              <a:spcBef>
                <a:spcPts val="200"/>
              </a:spcBef>
              <a:spcAft>
                <a:spcPts val="200"/>
              </a:spcAft>
            </a:pPr>
            <a:r>
              <a:rPr lang="en-US" sz="1200" noProof="0" dirty="0">
                <a:solidFill>
                  <a:schemeClr val="tx1"/>
                </a:solidFill>
              </a:rPr>
              <a:t>Third level</a:t>
            </a:r>
          </a:p>
        </p:txBody>
      </p:sp>
      <p:sp>
        <p:nvSpPr>
          <p:cNvPr id="45" name="Text Placeholder 31"/>
          <p:cNvSpPr txBox="1">
            <a:spLocks/>
          </p:cNvSpPr>
          <p:nvPr/>
        </p:nvSpPr>
        <p:spPr bwMode="auto">
          <a:xfrm>
            <a:off x="5085088" y="4289374"/>
            <a:ext cx="2074921" cy="1209408"/>
          </a:xfrm>
          <a:prstGeom prst="rect">
            <a:avLst/>
          </a:prstGeom>
          <a:noFill/>
          <a:ln w="9525">
            <a:noFill/>
            <a:miter lim="800000"/>
            <a:headEnd/>
            <a:tailEnd/>
          </a:ln>
          <a:effectLst/>
        </p:spPr>
        <p:txBody>
          <a:bodyPr vert="horz" wrap="square" lIns="0" tIns="0" rIns="0" bIns="0" numCol="1" rtlCol="0" anchor="t" anchorCtr="0" compatLnSpc="1">
            <a:prstTxWarp prst="textNoShape">
              <a:avLst/>
            </a:prstTxWarp>
            <a:noAutofit/>
          </a:bodyPr>
          <a:lstStyle>
            <a:lvl1pPr marL="0" indent="0" algn="l" defTabSz="914400" rtl="0" eaLnBrk="1" latinLnBrk="0" hangingPunct="1">
              <a:spcBef>
                <a:spcPts val="400"/>
              </a:spcBef>
              <a:buSzPct val="25000"/>
              <a:buFont typeface="Arial" pitchFamily="34" charset="0"/>
              <a:buChar char="‏"/>
              <a:defRPr sz="1200" kern="1200">
                <a:solidFill>
                  <a:schemeClr val="tx1"/>
                </a:solidFill>
                <a:latin typeface="+mn-lt"/>
                <a:ea typeface="+mn-ea"/>
                <a:cs typeface="Arial" pitchFamily="34" charset="0"/>
              </a:defRPr>
            </a:lvl1pPr>
            <a:lvl2pPr marL="228600" indent="-152400" algn="l" defTabSz="914400" rtl="0" eaLnBrk="1" latinLnBrk="0" hangingPunct="1">
              <a:spcBef>
                <a:spcPts val="400"/>
              </a:spcBef>
              <a:buClrTx/>
              <a:buSzPct val="65000"/>
              <a:buFont typeface="Wingdings"/>
              <a:buChar char="l"/>
              <a:defRPr sz="1200" kern="1200">
                <a:solidFill>
                  <a:schemeClr val="tx1"/>
                </a:solidFill>
                <a:latin typeface="+mn-lt"/>
                <a:ea typeface="+mn-ea"/>
                <a:cs typeface="Arial" pitchFamily="34" charset="0"/>
              </a:defRPr>
            </a:lvl2pPr>
            <a:lvl3pPr marL="4572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3pPr>
            <a:lvl4pPr marL="685800" indent="-152400" algn="l" defTabSz="914400" rtl="0" eaLnBrk="1" latinLnBrk="0" hangingPunct="1">
              <a:spcBef>
                <a:spcPts val="200"/>
              </a:spcBef>
              <a:buClrTx/>
              <a:buSzPct val="55000"/>
              <a:buFont typeface="Wingdings"/>
              <a:buChar char="¡"/>
              <a:defRPr sz="1100" kern="1200">
                <a:solidFill>
                  <a:schemeClr val="tx1"/>
                </a:solidFill>
                <a:latin typeface="+mn-lt"/>
                <a:ea typeface="+mn-ea"/>
                <a:cs typeface="Arial" pitchFamily="34" charset="0"/>
              </a:defRPr>
            </a:lvl4pPr>
            <a:lvl5pPr marL="9144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r>
              <a:rPr lang="en-US" noProof="0" dirty="0">
                <a:solidFill>
                  <a:schemeClr val="tx1"/>
                </a:solidFill>
              </a:rPr>
              <a:t>Click to add text</a:t>
            </a:r>
          </a:p>
          <a:p>
            <a:pPr marL="182880" lvl="1" indent="-182880">
              <a:spcBef>
                <a:spcPts val="200"/>
              </a:spcBef>
              <a:spcAft>
                <a:spcPts val="200"/>
              </a:spcAft>
            </a:pPr>
            <a:r>
              <a:rPr lang="en-US" noProof="0" dirty="0">
                <a:solidFill>
                  <a:schemeClr val="tx1"/>
                </a:solidFill>
              </a:rPr>
              <a:t>Second level</a:t>
            </a:r>
          </a:p>
          <a:p>
            <a:pPr marL="365760" lvl="2" indent="-182880">
              <a:spcBef>
                <a:spcPts val="200"/>
              </a:spcBef>
              <a:spcAft>
                <a:spcPts val="200"/>
              </a:spcAft>
            </a:pPr>
            <a:r>
              <a:rPr lang="en-US" sz="1200" noProof="0" dirty="0">
                <a:solidFill>
                  <a:schemeClr val="tx1"/>
                </a:solidFill>
              </a:rPr>
              <a:t>Third level</a:t>
            </a:r>
          </a:p>
        </p:txBody>
      </p:sp>
      <p:sp>
        <p:nvSpPr>
          <p:cNvPr id="46" name="Text Placeholder 31"/>
          <p:cNvSpPr txBox="1">
            <a:spLocks/>
          </p:cNvSpPr>
          <p:nvPr/>
        </p:nvSpPr>
        <p:spPr bwMode="auto">
          <a:xfrm>
            <a:off x="7423490" y="4289374"/>
            <a:ext cx="2074921" cy="1209408"/>
          </a:xfrm>
          <a:prstGeom prst="rect">
            <a:avLst/>
          </a:prstGeom>
          <a:noFill/>
          <a:ln w="9525">
            <a:noFill/>
            <a:miter lim="800000"/>
            <a:headEnd/>
            <a:tailEnd/>
          </a:ln>
          <a:effectLst/>
        </p:spPr>
        <p:txBody>
          <a:bodyPr vert="horz" wrap="square" lIns="0" tIns="0" rIns="0" bIns="0" numCol="1" rtlCol="0" anchor="t" anchorCtr="0" compatLnSpc="1">
            <a:prstTxWarp prst="textNoShape">
              <a:avLst/>
            </a:prstTxWarp>
            <a:noAutofit/>
          </a:bodyPr>
          <a:lstStyle>
            <a:lvl1pPr marL="0" indent="0" algn="l" defTabSz="914400" rtl="0" eaLnBrk="1" latinLnBrk="0" hangingPunct="1">
              <a:spcBef>
                <a:spcPts val="400"/>
              </a:spcBef>
              <a:buSzPct val="25000"/>
              <a:buFont typeface="Arial" pitchFamily="34" charset="0"/>
              <a:buChar char="‏"/>
              <a:defRPr sz="1200" kern="1200">
                <a:solidFill>
                  <a:schemeClr val="tx1"/>
                </a:solidFill>
                <a:latin typeface="+mn-lt"/>
                <a:ea typeface="+mn-ea"/>
                <a:cs typeface="Arial" pitchFamily="34" charset="0"/>
              </a:defRPr>
            </a:lvl1pPr>
            <a:lvl2pPr marL="228600" indent="-152400" algn="l" defTabSz="914400" rtl="0" eaLnBrk="1" latinLnBrk="0" hangingPunct="1">
              <a:spcBef>
                <a:spcPts val="400"/>
              </a:spcBef>
              <a:buClrTx/>
              <a:buSzPct val="65000"/>
              <a:buFont typeface="Wingdings"/>
              <a:buChar char="l"/>
              <a:defRPr sz="1200" kern="1200">
                <a:solidFill>
                  <a:schemeClr val="tx1"/>
                </a:solidFill>
                <a:latin typeface="+mn-lt"/>
                <a:ea typeface="+mn-ea"/>
                <a:cs typeface="Arial" pitchFamily="34" charset="0"/>
              </a:defRPr>
            </a:lvl2pPr>
            <a:lvl3pPr marL="4572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3pPr>
            <a:lvl4pPr marL="685800" indent="-152400" algn="l" defTabSz="914400" rtl="0" eaLnBrk="1" latinLnBrk="0" hangingPunct="1">
              <a:spcBef>
                <a:spcPts val="200"/>
              </a:spcBef>
              <a:buClrTx/>
              <a:buSzPct val="55000"/>
              <a:buFont typeface="Wingdings"/>
              <a:buChar char="¡"/>
              <a:defRPr sz="1100" kern="1200">
                <a:solidFill>
                  <a:schemeClr val="tx1"/>
                </a:solidFill>
                <a:latin typeface="+mn-lt"/>
                <a:ea typeface="+mn-ea"/>
                <a:cs typeface="Arial" pitchFamily="34" charset="0"/>
              </a:defRPr>
            </a:lvl4pPr>
            <a:lvl5pPr marL="914400" indent="-152400" algn="l" defTabSz="914400" rtl="0" eaLnBrk="1" latinLnBrk="0" hangingPunct="1">
              <a:spcBef>
                <a:spcPts val="200"/>
              </a:spcBef>
              <a:buClrTx/>
              <a:buSzPct val="100000"/>
              <a:buFontTx/>
              <a:buChar char="–"/>
              <a:defRPr sz="11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r>
              <a:rPr lang="en-US" noProof="0" dirty="0">
                <a:solidFill>
                  <a:schemeClr val="tx1"/>
                </a:solidFill>
              </a:rPr>
              <a:t>Click to add text</a:t>
            </a:r>
          </a:p>
          <a:p>
            <a:pPr marL="182880" lvl="1" indent="-182880">
              <a:spcBef>
                <a:spcPts val="200"/>
              </a:spcBef>
              <a:spcAft>
                <a:spcPts val="200"/>
              </a:spcAft>
            </a:pPr>
            <a:r>
              <a:rPr lang="en-US" noProof="0" dirty="0">
                <a:solidFill>
                  <a:schemeClr val="tx1"/>
                </a:solidFill>
              </a:rPr>
              <a:t>Second level</a:t>
            </a:r>
          </a:p>
          <a:p>
            <a:pPr marL="365760" lvl="2" indent="-182880">
              <a:spcBef>
                <a:spcPts val="200"/>
              </a:spcBef>
              <a:spcAft>
                <a:spcPts val="200"/>
              </a:spcAft>
            </a:pPr>
            <a:r>
              <a:rPr lang="en-US" sz="1200" noProof="0" dirty="0">
                <a:solidFill>
                  <a:schemeClr val="tx1"/>
                </a:solidFill>
              </a:rPr>
              <a:t>Third level</a:t>
            </a:r>
          </a:p>
        </p:txBody>
      </p:sp>
    </p:spTree>
    <p:extLst>
      <p:ext uri="{BB962C8B-B14F-4D97-AF65-F5344CB8AC3E}">
        <p14:creationId xmlns:p14="http://schemas.microsoft.com/office/powerpoint/2010/main" val="1566824997"/>
      </p:ext>
    </p:extLst>
  </p:cSld>
  <p:clrMapOvr>
    <a:masterClrMapping/>
  </p:clrMapOvr>
  <p:transition>
    <p:fade/>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a:t>Arrows showing base trends</a:t>
            </a:r>
            <a:endParaRPr lang="en-US" dirty="0"/>
          </a:p>
        </p:txBody>
      </p:sp>
      <p:sp>
        <p:nvSpPr>
          <p:cNvPr id="618497" name="Title 1"/>
          <p:cNvSpPr>
            <a:spLocks noGrp="1"/>
          </p:cNvSpPr>
          <p:nvPr>
            <p:ph type="title"/>
          </p:nvPr>
        </p:nvSpPr>
        <p:spPr/>
        <p:txBody>
          <a:bodyPr/>
          <a:lstStyle/>
          <a:p>
            <a:r>
              <a:rPr lang="en-US" altLang="ja-JP"/>
              <a:t>Driver trees </a:t>
            </a:r>
            <a:endParaRPr lang="en-US" dirty="0"/>
          </a:p>
        </p:txBody>
      </p:sp>
      <p:sp>
        <p:nvSpPr>
          <p:cNvPr id="96" name="Rectangle 95"/>
          <p:cNvSpPr>
            <a:spLocks noChangeArrowheads="1"/>
          </p:cNvSpPr>
          <p:nvPr/>
        </p:nvSpPr>
        <p:spPr bwMode="auto">
          <a:xfrm>
            <a:off x="1534915" y="3384502"/>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GB"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97" name="Rectangle 96"/>
          <p:cNvSpPr>
            <a:spLocks noChangeArrowheads="1"/>
          </p:cNvSpPr>
          <p:nvPr/>
        </p:nvSpPr>
        <p:spPr bwMode="auto">
          <a:xfrm>
            <a:off x="3008896" y="2589237"/>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GB"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98" name="Rectangle 97"/>
          <p:cNvSpPr>
            <a:spLocks noChangeArrowheads="1"/>
          </p:cNvSpPr>
          <p:nvPr/>
        </p:nvSpPr>
        <p:spPr bwMode="auto">
          <a:xfrm>
            <a:off x="3008896" y="4179767"/>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GB"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99" name="Rectangle 98"/>
          <p:cNvSpPr>
            <a:spLocks noChangeArrowheads="1"/>
          </p:cNvSpPr>
          <p:nvPr/>
        </p:nvSpPr>
        <p:spPr bwMode="auto">
          <a:xfrm>
            <a:off x="4482879" y="4179767"/>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GB"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00" name="Rectangle 99"/>
          <p:cNvSpPr>
            <a:spLocks noChangeArrowheads="1"/>
          </p:cNvSpPr>
          <p:nvPr/>
        </p:nvSpPr>
        <p:spPr bwMode="auto">
          <a:xfrm>
            <a:off x="4482879" y="3539953"/>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GB" altLang="ja-JP" sz="1200" dirty="0">
                <a:solidFill>
                  <a:schemeClr val="bg1"/>
                </a:solidFill>
                <a:latin typeface="Aptos" panose="020B0004020202020204" pitchFamily="34" charset="0"/>
                <a:ea typeface="ＭＳ Ｐゴシック" pitchFamily="50" charset="-128"/>
                <a:cs typeface="Arial" pitchFamily="34" charset="0"/>
              </a:rPr>
              <a:t>Text</a:t>
            </a:r>
          </a:p>
        </p:txBody>
      </p:sp>
      <p:cxnSp>
        <p:nvCxnSpPr>
          <p:cNvPr id="101" name="AutoShape 8"/>
          <p:cNvCxnSpPr>
            <a:cxnSpLocks noChangeShapeType="1"/>
            <a:stCxn id="96" idx="3"/>
            <a:endCxn id="97" idx="1"/>
          </p:cNvCxnSpPr>
          <p:nvPr/>
        </p:nvCxnSpPr>
        <p:spPr bwMode="auto">
          <a:xfrm flipV="1">
            <a:off x="2649339" y="2812123"/>
            <a:ext cx="359557" cy="795265"/>
          </a:xfrm>
          <a:prstGeom prst="bentConnector3">
            <a:avLst>
              <a:gd name="adj1" fmla="val 50000"/>
            </a:avLst>
          </a:prstGeom>
          <a:noFill/>
          <a:ln w="6350">
            <a:solidFill>
              <a:srgbClr val="BBBCBC"/>
            </a:solidFill>
            <a:miter lim="800000"/>
            <a:headEnd type="none" w="sm" len="sm"/>
            <a:tailEnd type="none" w="med" len="lg"/>
          </a:ln>
        </p:spPr>
      </p:cxnSp>
      <p:cxnSp>
        <p:nvCxnSpPr>
          <p:cNvPr id="102" name="AutoShape 9"/>
          <p:cNvCxnSpPr>
            <a:cxnSpLocks noChangeShapeType="1"/>
            <a:stCxn id="96" idx="3"/>
            <a:endCxn id="98" idx="1"/>
          </p:cNvCxnSpPr>
          <p:nvPr/>
        </p:nvCxnSpPr>
        <p:spPr bwMode="auto">
          <a:xfrm>
            <a:off x="2649339" y="3607388"/>
            <a:ext cx="359557" cy="795265"/>
          </a:xfrm>
          <a:prstGeom prst="bentConnector3">
            <a:avLst>
              <a:gd name="adj1" fmla="val 50000"/>
            </a:avLst>
          </a:prstGeom>
          <a:noFill/>
          <a:ln w="6350">
            <a:solidFill>
              <a:srgbClr val="BBBCBC"/>
            </a:solidFill>
            <a:miter lim="800000"/>
            <a:headEnd type="none" w="sm" len="sm"/>
            <a:tailEnd type="none" w="med" len="lg"/>
          </a:ln>
        </p:spPr>
      </p:cxnSp>
      <p:cxnSp>
        <p:nvCxnSpPr>
          <p:cNvPr id="103" name="AutoShape 10"/>
          <p:cNvCxnSpPr>
            <a:cxnSpLocks noChangeShapeType="1"/>
            <a:stCxn id="98" idx="3"/>
            <a:endCxn id="100" idx="1"/>
          </p:cNvCxnSpPr>
          <p:nvPr/>
        </p:nvCxnSpPr>
        <p:spPr bwMode="auto">
          <a:xfrm flipV="1">
            <a:off x="4123323" y="3762841"/>
            <a:ext cx="359556" cy="639814"/>
          </a:xfrm>
          <a:prstGeom prst="bentConnector3">
            <a:avLst>
              <a:gd name="adj1" fmla="val 50000"/>
            </a:avLst>
          </a:prstGeom>
          <a:noFill/>
          <a:ln w="6350">
            <a:solidFill>
              <a:srgbClr val="BBBCBC"/>
            </a:solidFill>
            <a:miter lim="800000"/>
            <a:headEnd type="none" w="sm" len="sm"/>
            <a:tailEnd type="none" w="med" len="lg"/>
          </a:ln>
        </p:spPr>
      </p:cxnSp>
      <p:cxnSp>
        <p:nvCxnSpPr>
          <p:cNvPr id="104" name="AutoShape 11"/>
          <p:cNvCxnSpPr>
            <a:cxnSpLocks noChangeShapeType="1"/>
            <a:stCxn id="98" idx="3"/>
            <a:endCxn id="99" idx="1"/>
          </p:cNvCxnSpPr>
          <p:nvPr/>
        </p:nvCxnSpPr>
        <p:spPr bwMode="auto">
          <a:xfrm>
            <a:off x="4123323" y="4402652"/>
            <a:ext cx="359556" cy="0"/>
          </a:xfrm>
          <a:prstGeom prst="straightConnector1">
            <a:avLst/>
          </a:prstGeom>
          <a:noFill/>
          <a:ln w="6350">
            <a:solidFill>
              <a:schemeClr val="accent6"/>
            </a:solidFill>
            <a:miter lim="800000"/>
            <a:headEnd type="none" w="sm" len="sm"/>
            <a:tailEnd type="none" w="med" len="lg"/>
          </a:ln>
        </p:spPr>
      </p:cxnSp>
      <p:sp>
        <p:nvSpPr>
          <p:cNvPr id="105" name="Rectangle 104"/>
          <p:cNvSpPr>
            <a:spLocks noChangeArrowheads="1"/>
          </p:cNvSpPr>
          <p:nvPr/>
        </p:nvSpPr>
        <p:spPr bwMode="auto">
          <a:xfrm>
            <a:off x="4482879" y="2900140"/>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GB"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06" name="Rectangle 105"/>
          <p:cNvSpPr>
            <a:spLocks noChangeArrowheads="1"/>
          </p:cNvSpPr>
          <p:nvPr/>
        </p:nvSpPr>
        <p:spPr bwMode="auto">
          <a:xfrm>
            <a:off x="4482879" y="2260326"/>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GB" altLang="ja-JP" sz="1200" dirty="0">
                <a:solidFill>
                  <a:schemeClr val="bg1"/>
                </a:solidFill>
                <a:latin typeface="Aptos" panose="020B0004020202020204" pitchFamily="34" charset="0"/>
                <a:ea typeface="ＭＳ Ｐゴシック" pitchFamily="50" charset="-128"/>
                <a:cs typeface="Arial" pitchFamily="34" charset="0"/>
              </a:rPr>
              <a:t>Text</a:t>
            </a:r>
          </a:p>
        </p:txBody>
      </p:sp>
      <p:cxnSp>
        <p:nvCxnSpPr>
          <p:cNvPr id="107" name="AutoShape 14"/>
          <p:cNvCxnSpPr>
            <a:cxnSpLocks noChangeShapeType="1"/>
            <a:stCxn id="97" idx="3"/>
            <a:endCxn id="106" idx="1"/>
          </p:cNvCxnSpPr>
          <p:nvPr/>
        </p:nvCxnSpPr>
        <p:spPr bwMode="auto">
          <a:xfrm flipV="1">
            <a:off x="4123323" y="2483213"/>
            <a:ext cx="359556" cy="328911"/>
          </a:xfrm>
          <a:prstGeom prst="bentConnector3">
            <a:avLst>
              <a:gd name="adj1" fmla="val 50000"/>
            </a:avLst>
          </a:prstGeom>
          <a:noFill/>
          <a:ln w="6350">
            <a:solidFill>
              <a:srgbClr val="BBBCBC"/>
            </a:solidFill>
            <a:miter lim="800000"/>
            <a:headEnd type="none" w="sm" len="sm"/>
            <a:tailEnd type="none" w="med" len="lg"/>
          </a:ln>
        </p:spPr>
      </p:cxnSp>
      <p:cxnSp>
        <p:nvCxnSpPr>
          <p:cNvPr id="108" name="AutoShape 15"/>
          <p:cNvCxnSpPr>
            <a:cxnSpLocks noChangeShapeType="1"/>
            <a:stCxn id="97" idx="3"/>
            <a:endCxn id="105" idx="1"/>
          </p:cNvCxnSpPr>
          <p:nvPr/>
        </p:nvCxnSpPr>
        <p:spPr bwMode="auto">
          <a:xfrm>
            <a:off x="4123323" y="2812122"/>
            <a:ext cx="359556" cy="310903"/>
          </a:xfrm>
          <a:prstGeom prst="bentConnector3">
            <a:avLst>
              <a:gd name="adj1" fmla="val 50000"/>
            </a:avLst>
          </a:prstGeom>
          <a:noFill/>
          <a:ln w="6350">
            <a:solidFill>
              <a:srgbClr val="BBBCBC"/>
            </a:solidFill>
            <a:miter lim="800000"/>
            <a:headEnd type="none" w="sm" len="sm"/>
            <a:tailEnd type="none" w="med" len="lg"/>
          </a:ln>
        </p:spPr>
      </p:cxnSp>
      <p:sp>
        <p:nvSpPr>
          <p:cNvPr id="109" name="Rectangle 24"/>
          <p:cNvSpPr>
            <a:spLocks noChangeArrowheads="1"/>
          </p:cNvSpPr>
          <p:nvPr/>
        </p:nvSpPr>
        <p:spPr bwMode="auto">
          <a:xfrm>
            <a:off x="4482879" y="4819582"/>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GB" altLang="ja-JP" sz="1200" dirty="0">
                <a:solidFill>
                  <a:schemeClr val="bg1"/>
                </a:solidFill>
                <a:latin typeface="Aptos" panose="020B0004020202020204" pitchFamily="34" charset="0"/>
                <a:ea typeface="ＭＳ Ｐゴシック" pitchFamily="50" charset="-128"/>
                <a:cs typeface="Arial" pitchFamily="34" charset="0"/>
              </a:rPr>
              <a:t>Text</a:t>
            </a:r>
          </a:p>
        </p:txBody>
      </p:sp>
      <p:cxnSp>
        <p:nvCxnSpPr>
          <p:cNvPr id="110" name="AutoShape 25"/>
          <p:cNvCxnSpPr>
            <a:cxnSpLocks noChangeShapeType="1"/>
            <a:stCxn id="98" idx="3"/>
            <a:endCxn id="109" idx="1"/>
          </p:cNvCxnSpPr>
          <p:nvPr/>
        </p:nvCxnSpPr>
        <p:spPr bwMode="auto">
          <a:xfrm>
            <a:off x="4123323" y="4402656"/>
            <a:ext cx="359556" cy="639815"/>
          </a:xfrm>
          <a:prstGeom prst="bentConnector3">
            <a:avLst>
              <a:gd name="adj1" fmla="val 50000"/>
            </a:avLst>
          </a:prstGeom>
          <a:noFill/>
          <a:ln w="6350">
            <a:solidFill>
              <a:srgbClr val="BBBCBC"/>
            </a:solidFill>
            <a:miter lim="800000"/>
            <a:headEnd type="none" w="sm" len="sm"/>
            <a:tailEnd type="none" w="med" len="lg"/>
          </a:ln>
        </p:spPr>
      </p:cxnSp>
      <p:sp>
        <p:nvSpPr>
          <p:cNvPr id="119" name="Text Box 26"/>
          <p:cNvSpPr txBox="1">
            <a:spLocks noChangeArrowheads="1"/>
          </p:cNvSpPr>
          <p:nvPr/>
        </p:nvSpPr>
        <p:spPr bwMode="auto">
          <a:xfrm>
            <a:off x="5997390" y="2027913"/>
            <a:ext cx="257892" cy="184666"/>
          </a:xfrm>
          <a:prstGeom prst="rect">
            <a:avLst/>
          </a:prstGeom>
          <a:noFill/>
          <a:ln w="9525">
            <a:noFill/>
            <a:miter lim="800000"/>
            <a:headEnd type="none" w="sm" len="sm"/>
            <a:tailEnd type="none" w="sm" len="sm"/>
          </a:ln>
        </p:spPr>
        <p:txBody>
          <a:bodyPr wrap="none" lIns="0" tIns="0" rIns="0" bIns="0">
            <a:spAutoFit/>
          </a:bodyPr>
          <a:lstStyle/>
          <a:p>
            <a:pPr algn="ctr" eaLnBrk="1" hangingPunct="1">
              <a:spcBef>
                <a:spcPct val="20000"/>
              </a:spcBef>
            </a:pPr>
            <a:r>
              <a:rPr lang="en-GB" altLang="ja-JP" sz="1200" dirty="0">
                <a:latin typeface="Aptos" panose="020B0004020202020204" pitchFamily="34" charset="0"/>
                <a:ea typeface="ＭＳ Ｐゴシック" charset="-128"/>
                <a:cs typeface="Arial" pitchFamily="34" charset="0"/>
              </a:rPr>
              <a:t>Text</a:t>
            </a:r>
          </a:p>
        </p:txBody>
      </p:sp>
      <p:sp>
        <p:nvSpPr>
          <p:cNvPr id="120" name="Text Box 27"/>
          <p:cNvSpPr txBox="1">
            <a:spLocks noChangeArrowheads="1"/>
          </p:cNvSpPr>
          <p:nvPr/>
        </p:nvSpPr>
        <p:spPr bwMode="auto">
          <a:xfrm>
            <a:off x="6933539" y="2027913"/>
            <a:ext cx="257892" cy="184666"/>
          </a:xfrm>
          <a:prstGeom prst="rect">
            <a:avLst/>
          </a:prstGeom>
          <a:noFill/>
          <a:ln w="9525">
            <a:noFill/>
            <a:miter lim="800000"/>
            <a:headEnd type="none" w="sm" len="sm"/>
            <a:tailEnd type="none" w="sm" len="sm"/>
          </a:ln>
        </p:spPr>
        <p:txBody>
          <a:bodyPr wrap="none" lIns="0" tIns="0" rIns="0" bIns="0">
            <a:spAutoFit/>
          </a:bodyPr>
          <a:lstStyle/>
          <a:p>
            <a:pPr algn="ctr" eaLnBrk="1" hangingPunct="1">
              <a:spcBef>
                <a:spcPct val="20000"/>
              </a:spcBef>
            </a:pPr>
            <a:r>
              <a:rPr lang="en-GB" altLang="ja-JP" sz="1200" dirty="0">
                <a:latin typeface="Aptos" panose="020B0004020202020204" pitchFamily="34" charset="0"/>
                <a:ea typeface="ＭＳ Ｐゴシック" charset="-128"/>
                <a:cs typeface="Arial" pitchFamily="34" charset="0"/>
              </a:rPr>
              <a:t>Text</a:t>
            </a:r>
          </a:p>
        </p:txBody>
      </p:sp>
      <p:sp>
        <p:nvSpPr>
          <p:cNvPr id="121" name="Text Box 28"/>
          <p:cNvSpPr txBox="1">
            <a:spLocks noChangeArrowheads="1"/>
          </p:cNvSpPr>
          <p:nvPr/>
        </p:nvSpPr>
        <p:spPr bwMode="auto">
          <a:xfrm>
            <a:off x="7869688" y="2027913"/>
            <a:ext cx="257892" cy="184666"/>
          </a:xfrm>
          <a:prstGeom prst="rect">
            <a:avLst/>
          </a:prstGeom>
          <a:noFill/>
          <a:ln w="9525">
            <a:noFill/>
            <a:miter lim="800000"/>
            <a:headEnd type="none" w="sm" len="sm"/>
            <a:tailEnd type="none" w="sm" len="sm"/>
          </a:ln>
        </p:spPr>
        <p:txBody>
          <a:bodyPr wrap="none" lIns="0" tIns="0" rIns="0" bIns="0">
            <a:spAutoFit/>
          </a:bodyPr>
          <a:lstStyle/>
          <a:p>
            <a:pPr algn="ctr" eaLnBrk="1" hangingPunct="1">
              <a:spcBef>
                <a:spcPct val="20000"/>
              </a:spcBef>
            </a:pPr>
            <a:r>
              <a:rPr lang="en-GB" altLang="ja-JP" sz="1200" dirty="0">
                <a:latin typeface="Aptos" panose="020B0004020202020204" pitchFamily="34" charset="0"/>
                <a:ea typeface="ＭＳ Ｐゴシック" charset="-128"/>
                <a:cs typeface="Arial" pitchFamily="34" charset="0"/>
              </a:rPr>
              <a:t>Text</a:t>
            </a:r>
          </a:p>
        </p:txBody>
      </p:sp>
      <p:grpSp>
        <p:nvGrpSpPr>
          <p:cNvPr id="130" name="Group 129"/>
          <p:cNvGrpSpPr/>
          <p:nvPr/>
        </p:nvGrpSpPr>
        <p:grpSpPr>
          <a:xfrm>
            <a:off x="6163920" y="5401623"/>
            <a:ext cx="1871945" cy="183939"/>
            <a:chOff x="5831034" y="6058564"/>
            <a:chExt cx="3301303" cy="324388"/>
          </a:xfrm>
        </p:grpSpPr>
        <p:sp>
          <p:nvSpPr>
            <p:cNvPr id="131" name="AutoShape 11"/>
            <p:cNvSpPr>
              <a:spLocks noChangeArrowheads="1"/>
            </p:cNvSpPr>
            <p:nvPr/>
          </p:nvSpPr>
          <p:spPr bwMode="gray">
            <a:xfrm>
              <a:off x="8080300" y="6088054"/>
              <a:ext cx="324388" cy="265408"/>
            </a:xfrm>
            <a:prstGeom prst="downArrow">
              <a:avLst>
                <a:gd name="adj1" fmla="val 49815"/>
                <a:gd name="adj2" fmla="val 54667"/>
              </a:avLst>
            </a:prstGeom>
            <a:solidFill>
              <a:srgbClr val="DA291C"/>
            </a:solidFill>
            <a:ln w="28575" algn="ctr">
              <a:noFill/>
              <a:miter lim="800000"/>
              <a:headEnd type="none" w="sm" len="sm"/>
              <a:tailEnd type="none" w="sm" len="sm"/>
            </a:ln>
          </p:spPr>
          <p:txBody>
            <a:bodyPr rot="10800000" vert="eaVert" wrap="none" lIns="36116" tIns="36116" rIns="36116" bIns="36116" anchor="ctr"/>
            <a:lstStyle/>
            <a:p>
              <a:pPr>
                <a:spcBef>
                  <a:spcPct val="20000"/>
                </a:spcBef>
              </a:pPr>
              <a:endParaRPr lang="en-US" sz="813" b="1" dirty="0">
                <a:latin typeface="Aptos" panose="020B0004020202020204" pitchFamily="34" charset="0"/>
                <a:cs typeface="Arial" pitchFamily="34" charset="0"/>
              </a:endParaRPr>
            </a:p>
          </p:txBody>
        </p:sp>
        <p:sp>
          <p:nvSpPr>
            <p:cNvPr id="132" name="AutoShape 11"/>
            <p:cNvSpPr>
              <a:spLocks noChangeArrowheads="1"/>
            </p:cNvSpPr>
            <p:nvPr/>
          </p:nvSpPr>
          <p:spPr bwMode="gray">
            <a:xfrm rot="16200000">
              <a:off x="6985537" y="6088053"/>
              <a:ext cx="324388" cy="265409"/>
            </a:xfrm>
            <a:prstGeom prst="downArrow">
              <a:avLst>
                <a:gd name="adj1" fmla="val 49815"/>
                <a:gd name="adj2" fmla="val 54667"/>
              </a:avLst>
            </a:prstGeom>
            <a:solidFill>
              <a:srgbClr val="ED8B00"/>
            </a:solidFill>
            <a:ln w="28575" algn="ctr">
              <a:noFill/>
              <a:miter lim="800000"/>
              <a:headEnd type="none" w="sm" len="sm"/>
              <a:tailEnd type="none" w="sm" len="sm"/>
            </a:ln>
          </p:spPr>
          <p:txBody>
            <a:bodyPr wrap="none" lIns="36116" tIns="36116" rIns="36116" bIns="36116" anchor="ctr"/>
            <a:lstStyle/>
            <a:p>
              <a:pPr>
                <a:spcBef>
                  <a:spcPct val="20000"/>
                </a:spcBef>
              </a:pPr>
              <a:endParaRPr lang="en-US" sz="813" b="1" dirty="0">
                <a:latin typeface="Aptos" panose="020B0004020202020204" pitchFamily="34" charset="0"/>
                <a:cs typeface="Arial" pitchFamily="34" charset="0"/>
              </a:endParaRPr>
            </a:p>
          </p:txBody>
        </p:sp>
        <p:sp>
          <p:nvSpPr>
            <p:cNvPr id="133" name="AutoShape 11"/>
            <p:cNvSpPr>
              <a:spLocks noChangeArrowheads="1"/>
            </p:cNvSpPr>
            <p:nvPr/>
          </p:nvSpPr>
          <p:spPr bwMode="gray">
            <a:xfrm rot="10800000">
              <a:off x="5831034" y="6088045"/>
              <a:ext cx="324388" cy="265409"/>
            </a:xfrm>
            <a:prstGeom prst="downArrow">
              <a:avLst>
                <a:gd name="adj1" fmla="val 49815"/>
                <a:gd name="adj2" fmla="val 54667"/>
              </a:avLst>
            </a:prstGeom>
            <a:solidFill>
              <a:schemeClr val="accent2"/>
            </a:solidFill>
            <a:ln w="28575" algn="ctr">
              <a:noFill/>
              <a:miter lim="800000"/>
              <a:headEnd type="none" w="sm" len="sm"/>
              <a:tailEnd type="none" w="sm" len="sm"/>
            </a:ln>
          </p:spPr>
          <p:txBody>
            <a:bodyPr vert="eaVert" wrap="none" lIns="36116" tIns="36116" rIns="36116" bIns="36116" anchor="ctr"/>
            <a:lstStyle/>
            <a:p>
              <a:pPr>
                <a:spcBef>
                  <a:spcPct val="20000"/>
                </a:spcBef>
              </a:pPr>
              <a:endParaRPr lang="en-US" sz="813" b="1" dirty="0">
                <a:latin typeface="Aptos" panose="020B0004020202020204" pitchFamily="34" charset="0"/>
                <a:cs typeface="Arial" pitchFamily="34" charset="0"/>
              </a:endParaRPr>
            </a:p>
          </p:txBody>
        </p:sp>
        <p:sp>
          <p:nvSpPr>
            <p:cNvPr id="134" name="Text Box 26"/>
            <p:cNvSpPr txBox="1">
              <a:spLocks noChangeArrowheads="1"/>
            </p:cNvSpPr>
            <p:nvPr/>
          </p:nvSpPr>
          <p:spPr bwMode="auto">
            <a:xfrm>
              <a:off x="6220001" y="6128415"/>
              <a:ext cx="627596" cy="220620"/>
            </a:xfrm>
            <a:prstGeom prst="rect">
              <a:avLst/>
            </a:prstGeom>
            <a:noFill/>
            <a:ln w="9525">
              <a:noFill/>
              <a:miter lim="800000"/>
              <a:headEnd type="none" w="sm" len="sm"/>
              <a:tailEnd type="none" w="sm" len="sm"/>
            </a:ln>
          </p:spPr>
          <p:txBody>
            <a:bodyPr wrap="none" lIns="0" tIns="0" rIns="0" bIns="0">
              <a:spAutoFit/>
            </a:bodyPr>
            <a:lstStyle/>
            <a:p>
              <a:pPr eaLnBrk="1" hangingPunct="1">
                <a:spcBef>
                  <a:spcPct val="20000"/>
                </a:spcBef>
              </a:pPr>
              <a:r>
                <a:rPr lang="en-GB" altLang="ja-JP" sz="813" dirty="0">
                  <a:latin typeface="Aptos" panose="020B0004020202020204" pitchFamily="34" charset="0"/>
                  <a:ea typeface="ＭＳ Ｐゴシック" charset="-128"/>
                  <a:cs typeface="Arial" pitchFamily="34" charset="0"/>
                </a:rPr>
                <a:t>Positive</a:t>
              </a:r>
            </a:p>
          </p:txBody>
        </p:sp>
        <p:sp>
          <p:nvSpPr>
            <p:cNvPr id="135" name="Text Box 26"/>
            <p:cNvSpPr txBox="1">
              <a:spLocks noChangeArrowheads="1"/>
            </p:cNvSpPr>
            <p:nvPr/>
          </p:nvSpPr>
          <p:spPr bwMode="auto">
            <a:xfrm>
              <a:off x="7329203" y="6128420"/>
              <a:ext cx="596499" cy="220620"/>
            </a:xfrm>
            <a:prstGeom prst="rect">
              <a:avLst/>
            </a:prstGeom>
            <a:noFill/>
            <a:ln w="9525">
              <a:noFill/>
              <a:miter lim="800000"/>
              <a:headEnd type="none" w="sm" len="sm"/>
              <a:tailEnd type="none" w="sm" len="sm"/>
            </a:ln>
          </p:spPr>
          <p:txBody>
            <a:bodyPr wrap="none" lIns="0" tIns="0" rIns="0" bIns="0">
              <a:spAutoFit/>
            </a:bodyPr>
            <a:lstStyle/>
            <a:p>
              <a:pPr eaLnBrk="1" hangingPunct="1">
                <a:spcBef>
                  <a:spcPct val="20000"/>
                </a:spcBef>
              </a:pPr>
              <a:r>
                <a:rPr lang="en-GB" altLang="ja-JP" sz="813" dirty="0">
                  <a:latin typeface="Aptos" panose="020B0004020202020204" pitchFamily="34" charset="0"/>
                  <a:ea typeface="ＭＳ Ｐゴシック" charset="-128"/>
                  <a:cs typeface="Arial" pitchFamily="34" charset="0"/>
                </a:rPr>
                <a:t>Neutral</a:t>
              </a:r>
            </a:p>
          </p:txBody>
        </p:sp>
        <p:sp>
          <p:nvSpPr>
            <p:cNvPr id="136" name="Text Box 26"/>
            <p:cNvSpPr txBox="1">
              <a:spLocks noChangeArrowheads="1"/>
            </p:cNvSpPr>
            <p:nvPr/>
          </p:nvSpPr>
          <p:spPr bwMode="auto">
            <a:xfrm>
              <a:off x="8434066" y="6128420"/>
              <a:ext cx="698271" cy="220620"/>
            </a:xfrm>
            <a:prstGeom prst="rect">
              <a:avLst/>
            </a:prstGeom>
            <a:noFill/>
            <a:ln w="9525">
              <a:noFill/>
              <a:miter lim="800000"/>
              <a:headEnd type="none" w="sm" len="sm"/>
              <a:tailEnd type="none" w="sm" len="sm"/>
            </a:ln>
          </p:spPr>
          <p:txBody>
            <a:bodyPr wrap="none" lIns="0" tIns="0" rIns="0" bIns="0">
              <a:spAutoFit/>
            </a:bodyPr>
            <a:lstStyle/>
            <a:p>
              <a:pPr eaLnBrk="1" hangingPunct="1">
                <a:spcBef>
                  <a:spcPct val="20000"/>
                </a:spcBef>
              </a:pPr>
              <a:r>
                <a:rPr lang="en-GB" altLang="ja-JP" sz="813" dirty="0">
                  <a:latin typeface="Aptos" panose="020B0004020202020204" pitchFamily="34" charset="0"/>
                  <a:ea typeface="ＭＳ Ｐゴシック" charset="-128"/>
                  <a:cs typeface="Arial" pitchFamily="34" charset="0"/>
                </a:rPr>
                <a:t>Negative</a:t>
              </a:r>
            </a:p>
          </p:txBody>
        </p:sp>
      </p:grpSp>
      <p:sp>
        <p:nvSpPr>
          <p:cNvPr id="138" name="AutoShape 11"/>
          <p:cNvSpPr>
            <a:spLocks noChangeArrowheads="1"/>
          </p:cNvSpPr>
          <p:nvPr/>
        </p:nvSpPr>
        <p:spPr bwMode="gray">
          <a:xfrm rot="10800000">
            <a:off x="7872654" y="2332938"/>
            <a:ext cx="260033" cy="222885"/>
          </a:xfrm>
          <a:prstGeom prst="downArrow">
            <a:avLst>
              <a:gd name="adj1" fmla="val 49815"/>
              <a:gd name="adj2" fmla="val 54667"/>
            </a:avLst>
          </a:prstGeom>
          <a:solidFill>
            <a:schemeClr val="accent2"/>
          </a:solidFill>
          <a:ln w="28575" algn="ctr">
            <a:noFill/>
            <a:miter lim="800000"/>
            <a:headEnd type="none" w="sm" len="sm"/>
            <a:tailEnd type="none" w="sm" len="sm"/>
          </a:ln>
        </p:spPr>
        <p:txBody>
          <a:bodyPr vert="eaVert"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39" name="AutoShape 11"/>
          <p:cNvSpPr>
            <a:spLocks noChangeArrowheads="1"/>
          </p:cNvSpPr>
          <p:nvPr/>
        </p:nvSpPr>
        <p:spPr bwMode="gray">
          <a:xfrm rot="10800000">
            <a:off x="6936505" y="2332938"/>
            <a:ext cx="260033" cy="222885"/>
          </a:xfrm>
          <a:prstGeom prst="downArrow">
            <a:avLst>
              <a:gd name="adj1" fmla="val 49815"/>
              <a:gd name="adj2" fmla="val 54667"/>
            </a:avLst>
          </a:prstGeom>
          <a:solidFill>
            <a:schemeClr val="accent2"/>
          </a:solidFill>
          <a:ln w="28575" algn="ctr">
            <a:noFill/>
            <a:miter lim="800000"/>
            <a:headEnd type="none" w="sm" len="sm"/>
            <a:tailEnd type="none" w="sm" len="sm"/>
          </a:ln>
        </p:spPr>
        <p:txBody>
          <a:bodyPr vert="eaVert"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40" name="AutoShape 11"/>
          <p:cNvSpPr>
            <a:spLocks noChangeArrowheads="1"/>
          </p:cNvSpPr>
          <p:nvPr/>
        </p:nvSpPr>
        <p:spPr bwMode="gray">
          <a:xfrm rot="10800000">
            <a:off x="6000358" y="2332938"/>
            <a:ext cx="260033" cy="222885"/>
          </a:xfrm>
          <a:prstGeom prst="downArrow">
            <a:avLst>
              <a:gd name="adj1" fmla="val 49815"/>
              <a:gd name="adj2" fmla="val 54667"/>
            </a:avLst>
          </a:prstGeom>
          <a:solidFill>
            <a:schemeClr val="accent2"/>
          </a:solidFill>
          <a:ln w="28575" algn="ctr">
            <a:noFill/>
            <a:miter lim="800000"/>
            <a:headEnd type="none" w="sm" len="sm"/>
            <a:tailEnd type="none" w="sm" len="sm"/>
          </a:ln>
        </p:spPr>
        <p:txBody>
          <a:bodyPr vert="eaVert"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41" name="AutoShape 11"/>
          <p:cNvSpPr>
            <a:spLocks noChangeArrowheads="1"/>
          </p:cNvSpPr>
          <p:nvPr/>
        </p:nvSpPr>
        <p:spPr bwMode="gray">
          <a:xfrm rot="10800000">
            <a:off x="7872654" y="4287590"/>
            <a:ext cx="260033" cy="222885"/>
          </a:xfrm>
          <a:prstGeom prst="downArrow">
            <a:avLst>
              <a:gd name="adj1" fmla="val 49815"/>
              <a:gd name="adj2" fmla="val 54667"/>
            </a:avLst>
          </a:prstGeom>
          <a:solidFill>
            <a:schemeClr val="accent2"/>
          </a:solidFill>
          <a:ln w="28575" algn="ctr">
            <a:noFill/>
            <a:miter lim="800000"/>
            <a:headEnd type="none" w="sm" len="sm"/>
            <a:tailEnd type="none" w="sm" len="sm"/>
          </a:ln>
        </p:spPr>
        <p:txBody>
          <a:bodyPr vert="eaVert"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42" name="AutoShape 11"/>
          <p:cNvSpPr>
            <a:spLocks noChangeArrowheads="1"/>
          </p:cNvSpPr>
          <p:nvPr/>
        </p:nvSpPr>
        <p:spPr bwMode="gray">
          <a:xfrm rot="10800000">
            <a:off x="6936506" y="4287590"/>
            <a:ext cx="260033" cy="222885"/>
          </a:xfrm>
          <a:prstGeom prst="downArrow">
            <a:avLst>
              <a:gd name="adj1" fmla="val 49815"/>
              <a:gd name="adj2" fmla="val 54667"/>
            </a:avLst>
          </a:prstGeom>
          <a:solidFill>
            <a:schemeClr val="accent2"/>
          </a:solidFill>
          <a:ln w="28575" algn="ctr">
            <a:noFill/>
            <a:miter lim="800000"/>
            <a:headEnd type="none" w="sm" len="sm"/>
            <a:tailEnd type="none" w="sm" len="sm"/>
          </a:ln>
        </p:spPr>
        <p:txBody>
          <a:bodyPr vert="eaVert"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43" name="AutoShape 11"/>
          <p:cNvSpPr>
            <a:spLocks noChangeArrowheads="1"/>
          </p:cNvSpPr>
          <p:nvPr/>
        </p:nvSpPr>
        <p:spPr bwMode="gray">
          <a:xfrm rot="10800000">
            <a:off x="6000358" y="4287590"/>
            <a:ext cx="260033" cy="222885"/>
          </a:xfrm>
          <a:prstGeom prst="downArrow">
            <a:avLst>
              <a:gd name="adj1" fmla="val 49815"/>
              <a:gd name="adj2" fmla="val 54667"/>
            </a:avLst>
          </a:prstGeom>
          <a:solidFill>
            <a:schemeClr val="accent2"/>
          </a:solidFill>
          <a:ln w="28575" algn="ctr">
            <a:noFill/>
            <a:miter lim="800000"/>
            <a:headEnd type="none" w="sm" len="sm"/>
            <a:tailEnd type="none" w="sm" len="sm"/>
          </a:ln>
        </p:spPr>
        <p:txBody>
          <a:bodyPr vert="eaVert"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44" name="AutoShape 11"/>
          <p:cNvSpPr>
            <a:spLocks noChangeArrowheads="1"/>
          </p:cNvSpPr>
          <p:nvPr/>
        </p:nvSpPr>
        <p:spPr bwMode="gray">
          <a:xfrm>
            <a:off x="5996824" y="3655016"/>
            <a:ext cx="260033" cy="222885"/>
          </a:xfrm>
          <a:prstGeom prst="downArrow">
            <a:avLst>
              <a:gd name="adj1" fmla="val 49815"/>
              <a:gd name="adj2" fmla="val 54667"/>
            </a:avLst>
          </a:prstGeom>
          <a:solidFill>
            <a:srgbClr val="DA291C"/>
          </a:solidFill>
          <a:ln w="28575" algn="ctr">
            <a:noFill/>
            <a:miter lim="800000"/>
            <a:headEnd type="none" w="sm" len="sm"/>
            <a:tailEnd type="none" w="sm" len="sm"/>
          </a:ln>
        </p:spPr>
        <p:txBody>
          <a:bodyPr rot="10800000" vert="eaVert"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45" name="AutoShape 11"/>
          <p:cNvSpPr>
            <a:spLocks noChangeArrowheads="1"/>
          </p:cNvSpPr>
          <p:nvPr/>
        </p:nvSpPr>
        <p:spPr bwMode="gray">
          <a:xfrm>
            <a:off x="6932973" y="3655016"/>
            <a:ext cx="260033" cy="222885"/>
          </a:xfrm>
          <a:prstGeom prst="downArrow">
            <a:avLst>
              <a:gd name="adj1" fmla="val 49815"/>
              <a:gd name="adj2" fmla="val 54667"/>
            </a:avLst>
          </a:prstGeom>
          <a:solidFill>
            <a:srgbClr val="DA291C"/>
          </a:solidFill>
          <a:ln w="28575" algn="ctr">
            <a:noFill/>
            <a:miter lim="800000"/>
            <a:headEnd type="none" w="sm" len="sm"/>
            <a:tailEnd type="none" w="sm" len="sm"/>
          </a:ln>
        </p:spPr>
        <p:txBody>
          <a:bodyPr rot="10800000" vert="eaVert"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46" name="AutoShape 11"/>
          <p:cNvSpPr>
            <a:spLocks noChangeArrowheads="1"/>
          </p:cNvSpPr>
          <p:nvPr/>
        </p:nvSpPr>
        <p:spPr bwMode="gray">
          <a:xfrm>
            <a:off x="7869121" y="3655016"/>
            <a:ext cx="260033" cy="222885"/>
          </a:xfrm>
          <a:prstGeom prst="downArrow">
            <a:avLst>
              <a:gd name="adj1" fmla="val 49815"/>
              <a:gd name="adj2" fmla="val 54667"/>
            </a:avLst>
          </a:prstGeom>
          <a:solidFill>
            <a:srgbClr val="DA291C"/>
          </a:solidFill>
          <a:ln w="28575" algn="ctr">
            <a:noFill/>
            <a:miter lim="800000"/>
            <a:headEnd type="none" w="sm" len="sm"/>
            <a:tailEnd type="none" w="sm" len="sm"/>
          </a:ln>
        </p:spPr>
        <p:txBody>
          <a:bodyPr rot="10800000" vert="eaVert"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47" name="AutoShape 11"/>
          <p:cNvSpPr>
            <a:spLocks noChangeArrowheads="1"/>
          </p:cNvSpPr>
          <p:nvPr/>
        </p:nvSpPr>
        <p:spPr bwMode="gray">
          <a:xfrm rot="16200000">
            <a:off x="6002210" y="4932791"/>
            <a:ext cx="260033" cy="222885"/>
          </a:xfrm>
          <a:prstGeom prst="downArrow">
            <a:avLst>
              <a:gd name="adj1" fmla="val 49815"/>
              <a:gd name="adj2" fmla="val 54667"/>
            </a:avLst>
          </a:prstGeom>
          <a:solidFill>
            <a:srgbClr val="ED8B00"/>
          </a:solidFill>
          <a:ln w="28575" algn="ctr">
            <a:noFill/>
            <a:miter lim="800000"/>
            <a:headEnd type="none" w="sm" len="sm"/>
            <a:tailEnd type="none" w="sm" len="sm"/>
          </a:ln>
        </p:spPr>
        <p:txBody>
          <a:bodyPr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48" name="AutoShape 11"/>
          <p:cNvSpPr>
            <a:spLocks noChangeArrowheads="1"/>
          </p:cNvSpPr>
          <p:nvPr/>
        </p:nvSpPr>
        <p:spPr bwMode="gray">
          <a:xfrm rot="16200000">
            <a:off x="6938359" y="4932791"/>
            <a:ext cx="260033" cy="222885"/>
          </a:xfrm>
          <a:prstGeom prst="downArrow">
            <a:avLst>
              <a:gd name="adj1" fmla="val 49815"/>
              <a:gd name="adj2" fmla="val 54667"/>
            </a:avLst>
          </a:prstGeom>
          <a:solidFill>
            <a:srgbClr val="ED8B00"/>
          </a:solidFill>
          <a:ln w="28575" algn="ctr">
            <a:noFill/>
            <a:miter lim="800000"/>
            <a:headEnd type="none" w="sm" len="sm"/>
            <a:tailEnd type="none" w="sm" len="sm"/>
          </a:ln>
        </p:spPr>
        <p:txBody>
          <a:bodyPr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49" name="AutoShape 11"/>
          <p:cNvSpPr>
            <a:spLocks noChangeArrowheads="1"/>
          </p:cNvSpPr>
          <p:nvPr/>
        </p:nvSpPr>
        <p:spPr bwMode="gray">
          <a:xfrm rot="16200000">
            <a:off x="7874507" y="4932791"/>
            <a:ext cx="260033" cy="222885"/>
          </a:xfrm>
          <a:prstGeom prst="downArrow">
            <a:avLst>
              <a:gd name="adj1" fmla="val 49815"/>
              <a:gd name="adj2" fmla="val 54667"/>
            </a:avLst>
          </a:prstGeom>
          <a:solidFill>
            <a:srgbClr val="ED8B00"/>
          </a:solidFill>
          <a:ln w="28575" algn="ctr">
            <a:noFill/>
            <a:miter lim="800000"/>
            <a:headEnd type="none" w="sm" len="sm"/>
            <a:tailEnd type="none" w="sm" len="sm"/>
          </a:ln>
        </p:spPr>
        <p:txBody>
          <a:bodyPr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50" name="AutoShape 11"/>
          <p:cNvSpPr>
            <a:spLocks noChangeArrowheads="1"/>
          </p:cNvSpPr>
          <p:nvPr/>
        </p:nvSpPr>
        <p:spPr bwMode="gray">
          <a:xfrm rot="16200000">
            <a:off x="6002210" y="3013349"/>
            <a:ext cx="260033" cy="222885"/>
          </a:xfrm>
          <a:prstGeom prst="downArrow">
            <a:avLst>
              <a:gd name="adj1" fmla="val 49815"/>
              <a:gd name="adj2" fmla="val 54667"/>
            </a:avLst>
          </a:prstGeom>
          <a:solidFill>
            <a:srgbClr val="ED8B00"/>
          </a:solidFill>
          <a:ln w="28575" algn="ctr">
            <a:noFill/>
            <a:miter lim="800000"/>
            <a:headEnd type="none" w="sm" len="sm"/>
            <a:tailEnd type="none" w="sm" len="sm"/>
          </a:ln>
        </p:spPr>
        <p:txBody>
          <a:bodyPr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51" name="AutoShape 11"/>
          <p:cNvSpPr>
            <a:spLocks noChangeArrowheads="1"/>
          </p:cNvSpPr>
          <p:nvPr/>
        </p:nvSpPr>
        <p:spPr bwMode="gray">
          <a:xfrm rot="16200000">
            <a:off x="6938359" y="3013349"/>
            <a:ext cx="260033" cy="222885"/>
          </a:xfrm>
          <a:prstGeom prst="downArrow">
            <a:avLst>
              <a:gd name="adj1" fmla="val 49815"/>
              <a:gd name="adj2" fmla="val 54667"/>
            </a:avLst>
          </a:prstGeom>
          <a:solidFill>
            <a:srgbClr val="ED8B00"/>
          </a:solidFill>
          <a:ln w="28575" algn="ctr">
            <a:noFill/>
            <a:miter lim="800000"/>
            <a:headEnd type="none" w="sm" len="sm"/>
            <a:tailEnd type="none" w="sm" len="sm"/>
          </a:ln>
        </p:spPr>
        <p:txBody>
          <a:bodyPr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
        <p:nvSpPr>
          <p:cNvPr id="152" name="AutoShape 11"/>
          <p:cNvSpPr>
            <a:spLocks noChangeArrowheads="1"/>
          </p:cNvSpPr>
          <p:nvPr/>
        </p:nvSpPr>
        <p:spPr bwMode="gray">
          <a:xfrm rot="16200000">
            <a:off x="7874507" y="3013349"/>
            <a:ext cx="260033" cy="222885"/>
          </a:xfrm>
          <a:prstGeom prst="downArrow">
            <a:avLst>
              <a:gd name="adj1" fmla="val 49815"/>
              <a:gd name="adj2" fmla="val 54667"/>
            </a:avLst>
          </a:prstGeom>
          <a:solidFill>
            <a:srgbClr val="ED8B00"/>
          </a:solidFill>
          <a:ln w="28575" algn="ctr">
            <a:noFill/>
            <a:miter lim="800000"/>
            <a:headEnd type="none" w="sm" len="sm"/>
            <a:tailEnd type="none" w="sm" len="sm"/>
          </a:ln>
        </p:spPr>
        <p:txBody>
          <a:bodyPr wrap="none" lIns="36116" tIns="36116" rIns="36116" bIns="36116" anchor="ctr"/>
          <a:lstStyle/>
          <a:p>
            <a:pPr>
              <a:spcBef>
                <a:spcPct val="20000"/>
              </a:spcBef>
            </a:pPr>
            <a:endParaRPr lang="en-US" sz="975" b="1" dirty="0">
              <a:solidFill>
                <a:srgbClr val="002776"/>
              </a:solidFill>
              <a:latin typeface="Aptos" panose="020B0004020202020204" pitchFamily="34" charset="0"/>
              <a:cs typeface="Arial" pitchFamily="34" charset="0"/>
            </a:endParaRPr>
          </a:p>
        </p:txBody>
      </p:sp>
    </p:spTree>
    <p:extLst>
      <p:ext uri="{BB962C8B-B14F-4D97-AF65-F5344CB8AC3E}">
        <p14:creationId xmlns:p14="http://schemas.microsoft.com/office/powerpoint/2010/main" val="4134520013"/>
      </p:ext>
    </p:extLst>
  </p:cSld>
  <p:clrMapOvr>
    <a:masterClrMapping/>
  </p:clrMapOvr>
  <p:transition>
    <p:fade/>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a:t>Moons showing base trends</a:t>
            </a:r>
            <a:endParaRPr lang="en-US" dirty="0"/>
          </a:p>
        </p:txBody>
      </p:sp>
      <p:sp>
        <p:nvSpPr>
          <p:cNvPr id="619521" name="Title 1"/>
          <p:cNvSpPr>
            <a:spLocks noGrp="1"/>
          </p:cNvSpPr>
          <p:nvPr>
            <p:ph type="title"/>
          </p:nvPr>
        </p:nvSpPr>
        <p:spPr/>
        <p:txBody>
          <a:bodyPr/>
          <a:lstStyle/>
          <a:p>
            <a:r>
              <a:rPr lang="en-US"/>
              <a:t>Driver trees </a:t>
            </a:r>
            <a:endParaRPr lang="en-US" dirty="0"/>
          </a:p>
        </p:txBody>
      </p:sp>
      <p:cxnSp>
        <p:nvCxnSpPr>
          <p:cNvPr id="10" name="AutoShape 9"/>
          <p:cNvCxnSpPr>
            <a:cxnSpLocks noChangeShapeType="1"/>
            <a:stCxn id="4" idx="3"/>
            <a:endCxn id="6" idx="1"/>
          </p:cNvCxnSpPr>
          <p:nvPr/>
        </p:nvCxnSpPr>
        <p:spPr bwMode="auto">
          <a:xfrm>
            <a:off x="2872482" y="3681931"/>
            <a:ext cx="684140" cy="638034"/>
          </a:xfrm>
          <a:prstGeom prst="bentConnector3">
            <a:avLst>
              <a:gd name="adj1" fmla="val 50000"/>
            </a:avLst>
          </a:prstGeom>
          <a:noFill/>
          <a:ln w="6350">
            <a:solidFill>
              <a:srgbClr val="BBBCBC"/>
            </a:solidFill>
            <a:miter lim="800000"/>
            <a:headEnd type="none" w="sm" len="sm"/>
            <a:tailEnd type="none" w="sm" len="sm"/>
          </a:ln>
        </p:spPr>
      </p:cxnSp>
      <p:cxnSp>
        <p:nvCxnSpPr>
          <p:cNvPr id="11" name="AutoShape 10"/>
          <p:cNvCxnSpPr>
            <a:cxnSpLocks noChangeShapeType="1"/>
            <a:stCxn id="4" idx="3"/>
            <a:endCxn id="7" idx="1"/>
          </p:cNvCxnSpPr>
          <p:nvPr/>
        </p:nvCxnSpPr>
        <p:spPr bwMode="auto">
          <a:xfrm flipV="1">
            <a:off x="2872482" y="2405858"/>
            <a:ext cx="684140" cy="1276069"/>
          </a:xfrm>
          <a:prstGeom prst="bentConnector3">
            <a:avLst>
              <a:gd name="adj1" fmla="val 50000"/>
            </a:avLst>
          </a:prstGeom>
          <a:noFill/>
          <a:ln w="6350">
            <a:solidFill>
              <a:srgbClr val="BBBCBC"/>
            </a:solidFill>
            <a:miter lim="800000"/>
            <a:headEnd type="none" w="sm" len="sm"/>
            <a:tailEnd type="none" w="sm" len="sm"/>
          </a:ln>
        </p:spPr>
      </p:cxnSp>
      <p:cxnSp>
        <p:nvCxnSpPr>
          <p:cNvPr id="12" name="AutoShape 11"/>
          <p:cNvCxnSpPr>
            <a:cxnSpLocks noChangeShapeType="1"/>
            <a:stCxn id="4" idx="3"/>
            <a:endCxn id="8" idx="1"/>
          </p:cNvCxnSpPr>
          <p:nvPr/>
        </p:nvCxnSpPr>
        <p:spPr bwMode="auto">
          <a:xfrm flipV="1">
            <a:off x="2872482" y="3043896"/>
            <a:ext cx="684140" cy="638034"/>
          </a:xfrm>
          <a:prstGeom prst="bentConnector3">
            <a:avLst>
              <a:gd name="adj1" fmla="val 50000"/>
            </a:avLst>
          </a:prstGeom>
          <a:noFill/>
          <a:ln w="6350">
            <a:solidFill>
              <a:srgbClr val="BBBCBC"/>
            </a:solidFill>
            <a:miter lim="800000"/>
            <a:headEnd type="none" w="sm" len="sm"/>
            <a:tailEnd type="none" w="sm" len="sm"/>
          </a:ln>
        </p:spPr>
      </p:cxnSp>
      <p:cxnSp>
        <p:nvCxnSpPr>
          <p:cNvPr id="14" name="AutoShape 14"/>
          <p:cNvCxnSpPr>
            <a:cxnSpLocks noChangeShapeType="1"/>
            <a:stCxn id="5" idx="1"/>
            <a:endCxn id="4" idx="3"/>
          </p:cNvCxnSpPr>
          <p:nvPr/>
        </p:nvCxnSpPr>
        <p:spPr bwMode="auto">
          <a:xfrm rot="10800000">
            <a:off x="2872482" y="3681931"/>
            <a:ext cx="684140" cy="1276068"/>
          </a:xfrm>
          <a:prstGeom prst="bentConnector3">
            <a:avLst>
              <a:gd name="adj1" fmla="val 50000"/>
            </a:avLst>
          </a:prstGeom>
          <a:noFill/>
          <a:ln w="6350">
            <a:solidFill>
              <a:srgbClr val="BBBCBC"/>
            </a:solidFill>
            <a:miter lim="800000"/>
            <a:headEnd type="none" w="sm" len="sm"/>
            <a:tailEnd type="none" w="med" len="lg"/>
          </a:ln>
        </p:spPr>
      </p:cxnSp>
      <p:grpSp>
        <p:nvGrpSpPr>
          <p:cNvPr id="2" name="Group 1"/>
          <p:cNvGrpSpPr/>
          <p:nvPr/>
        </p:nvGrpSpPr>
        <p:grpSpPr>
          <a:xfrm>
            <a:off x="6295352" y="5341159"/>
            <a:ext cx="1097287" cy="153888"/>
            <a:chOff x="6817465" y="6018992"/>
            <a:chExt cx="2331064" cy="326918"/>
          </a:xfrm>
        </p:grpSpPr>
        <p:sp>
          <p:nvSpPr>
            <p:cNvPr id="16" name="Oval 31"/>
            <p:cNvSpPr>
              <a:spLocks noChangeArrowheads="1"/>
            </p:cNvSpPr>
            <p:nvPr/>
          </p:nvSpPr>
          <p:spPr bwMode="auto">
            <a:xfrm>
              <a:off x="6817465" y="6022432"/>
              <a:ext cx="320040" cy="320040"/>
            </a:xfrm>
            <a:prstGeom prst="ellipse">
              <a:avLst/>
            </a:prstGeom>
            <a:solidFill>
              <a:schemeClr val="tx1"/>
            </a:solidFill>
            <a:ln w="9525" cap="rnd" algn="ctr">
              <a:solidFill>
                <a:schemeClr val="tx1"/>
              </a:solidFill>
              <a:round/>
              <a:headEnd/>
              <a:tailEnd/>
            </a:ln>
          </p:spPr>
          <p:txBody>
            <a:bodyPr wrap="none" anchor="ctr"/>
            <a:lstStyle/>
            <a:p>
              <a:pPr algn="ctr">
                <a:defRPr/>
              </a:pPr>
              <a:endParaRPr lang="en-US" sz="1000" dirty="0">
                <a:latin typeface="Aptos" panose="020B0004020202020204" pitchFamily="34" charset="0"/>
              </a:endParaRPr>
            </a:p>
          </p:txBody>
        </p:sp>
        <p:sp>
          <p:nvSpPr>
            <p:cNvPr id="619598" name="Text Box 32"/>
            <p:cNvSpPr txBox="1">
              <a:spLocks noChangeArrowheads="1"/>
            </p:cNvSpPr>
            <p:nvPr/>
          </p:nvSpPr>
          <p:spPr bwMode="auto">
            <a:xfrm>
              <a:off x="7222522" y="6018992"/>
              <a:ext cx="766216" cy="326918"/>
            </a:xfrm>
            <a:prstGeom prst="rect">
              <a:avLst/>
            </a:prstGeom>
            <a:noFill/>
            <a:ln w="9525">
              <a:noFill/>
              <a:miter lim="800000"/>
              <a:headEnd type="none" w="sm" len="sm"/>
              <a:tailEnd type="none" w="sm" len="sm"/>
            </a:ln>
          </p:spPr>
          <p:txBody>
            <a:bodyPr wrap="none" lIns="0" tIns="0" rIns="0" bIns="0" anchor="ctr" anchorCtr="0">
              <a:spAutoFit/>
            </a:bodyPr>
            <a:lstStyle/>
            <a:p>
              <a:r>
                <a:rPr lang="en-US" altLang="ja-JP" sz="1000" dirty="0">
                  <a:latin typeface="Aptos" panose="020B0004020202020204" pitchFamily="34" charset="0"/>
                  <a:ea typeface="ＭＳ Ｐゴシック" charset="-128"/>
                </a:rPr>
                <a:t>Strong</a:t>
              </a:r>
            </a:p>
          </p:txBody>
        </p:sp>
        <p:sp>
          <p:nvSpPr>
            <p:cNvPr id="18" name="Oval 33"/>
            <p:cNvSpPr>
              <a:spLocks noChangeArrowheads="1"/>
            </p:cNvSpPr>
            <p:nvPr/>
          </p:nvSpPr>
          <p:spPr bwMode="auto">
            <a:xfrm>
              <a:off x="8082511" y="6022432"/>
              <a:ext cx="320040" cy="320040"/>
            </a:xfrm>
            <a:prstGeom prst="ellipse">
              <a:avLst/>
            </a:prstGeom>
            <a:solidFill>
              <a:schemeClr val="bg1"/>
            </a:solidFill>
            <a:ln w="9525">
              <a:solidFill>
                <a:schemeClr val="tx1"/>
              </a:solidFill>
              <a:round/>
              <a:headEnd/>
              <a:tailEnd/>
            </a:ln>
          </p:spPr>
          <p:txBody>
            <a:bodyPr wrap="none" anchor="ctr"/>
            <a:lstStyle/>
            <a:p>
              <a:pPr algn="ctr">
                <a:defRPr/>
              </a:pPr>
              <a:endParaRPr lang="en-US" sz="1000" dirty="0">
                <a:latin typeface="Aptos" panose="020B0004020202020204" pitchFamily="34" charset="0"/>
              </a:endParaRPr>
            </a:p>
          </p:txBody>
        </p:sp>
        <p:sp>
          <p:nvSpPr>
            <p:cNvPr id="619600" name="Text Box 34"/>
            <p:cNvSpPr txBox="1">
              <a:spLocks noChangeArrowheads="1"/>
            </p:cNvSpPr>
            <p:nvPr/>
          </p:nvSpPr>
          <p:spPr bwMode="auto">
            <a:xfrm>
              <a:off x="8484475" y="6018992"/>
              <a:ext cx="664054" cy="326918"/>
            </a:xfrm>
            <a:prstGeom prst="rect">
              <a:avLst/>
            </a:prstGeom>
            <a:noFill/>
            <a:ln w="9525">
              <a:noFill/>
              <a:miter lim="800000"/>
              <a:headEnd type="none" w="sm" len="sm"/>
              <a:tailEnd type="none" w="sm" len="sm"/>
            </a:ln>
          </p:spPr>
          <p:txBody>
            <a:bodyPr wrap="none" lIns="0" tIns="0" rIns="0" bIns="0" anchor="ctr" anchorCtr="0">
              <a:spAutoFit/>
            </a:bodyPr>
            <a:lstStyle/>
            <a:p>
              <a:r>
                <a:rPr lang="en-US" altLang="ja-JP" sz="1000" dirty="0">
                  <a:latin typeface="Aptos" panose="020B0004020202020204" pitchFamily="34" charset="0"/>
                  <a:ea typeface="ＭＳ Ｐゴシック" charset="-128"/>
                </a:rPr>
                <a:t>Weak</a:t>
              </a:r>
            </a:p>
          </p:txBody>
        </p:sp>
      </p:grpSp>
      <p:sp>
        <p:nvSpPr>
          <p:cNvPr id="26" name="Oval 19"/>
          <p:cNvSpPr>
            <a:spLocks noChangeArrowheads="1"/>
          </p:cNvSpPr>
          <p:nvPr/>
        </p:nvSpPr>
        <p:spPr bwMode="auto">
          <a:xfrm>
            <a:off x="8195196" y="2275845"/>
            <a:ext cx="260033" cy="260033"/>
          </a:xfrm>
          <a:prstGeom prst="ellipse">
            <a:avLst/>
          </a:prstGeom>
          <a:solidFill>
            <a:schemeClr val="bg1"/>
          </a:solidFill>
          <a:ln w="9525">
            <a:solidFill>
              <a:schemeClr val="tx1"/>
            </a:solidFill>
            <a:round/>
            <a:headEnd/>
            <a:tailEnd/>
          </a:ln>
        </p:spPr>
        <p:txBody>
          <a:bodyPr wrap="none" anchor="ctr"/>
          <a:lstStyle/>
          <a:p>
            <a:pPr algn="ctr">
              <a:defRPr/>
            </a:pPr>
            <a:endParaRPr lang="en-US" sz="1200" dirty="0">
              <a:latin typeface="Aptos" panose="020B0004020202020204" pitchFamily="34" charset="0"/>
            </a:endParaRPr>
          </a:p>
        </p:txBody>
      </p:sp>
      <p:sp>
        <p:nvSpPr>
          <p:cNvPr id="37" name="Oval 36"/>
          <p:cNvSpPr>
            <a:spLocks noChangeArrowheads="1"/>
          </p:cNvSpPr>
          <p:nvPr/>
        </p:nvSpPr>
        <p:spPr bwMode="auto">
          <a:xfrm>
            <a:off x="7442868" y="2275845"/>
            <a:ext cx="260033" cy="260033"/>
          </a:xfrm>
          <a:prstGeom prst="ellipse">
            <a:avLst/>
          </a:prstGeom>
          <a:solidFill>
            <a:schemeClr val="bg1"/>
          </a:solidFill>
          <a:ln w="9525">
            <a:solidFill>
              <a:schemeClr val="tx1"/>
            </a:solidFill>
            <a:round/>
            <a:headEnd/>
            <a:tailEnd/>
          </a:ln>
        </p:spPr>
        <p:txBody>
          <a:bodyPr wrap="none" anchor="ctr"/>
          <a:lstStyle/>
          <a:p>
            <a:pPr algn="ctr">
              <a:defRPr/>
            </a:pPr>
            <a:endParaRPr lang="en-US" sz="1200" dirty="0">
              <a:latin typeface="Aptos" panose="020B0004020202020204" pitchFamily="34" charset="0"/>
            </a:endParaRPr>
          </a:p>
        </p:txBody>
      </p:sp>
      <p:sp>
        <p:nvSpPr>
          <p:cNvPr id="48" name="Oval 47"/>
          <p:cNvSpPr>
            <a:spLocks noChangeArrowheads="1"/>
          </p:cNvSpPr>
          <p:nvPr/>
        </p:nvSpPr>
        <p:spPr bwMode="auto">
          <a:xfrm>
            <a:off x="6690537" y="2275845"/>
            <a:ext cx="260033" cy="260033"/>
          </a:xfrm>
          <a:prstGeom prst="ellipse">
            <a:avLst/>
          </a:prstGeom>
          <a:solidFill>
            <a:schemeClr val="bg1"/>
          </a:solidFill>
          <a:ln w="9525">
            <a:solidFill>
              <a:schemeClr val="tx1"/>
            </a:solidFill>
            <a:round/>
            <a:headEnd/>
            <a:tailEnd/>
          </a:ln>
        </p:spPr>
        <p:txBody>
          <a:bodyPr wrap="none" anchor="ctr"/>
          <a:lstStyle/>
          <a:p>
            <a:pPr algn="ctr">
              <a:defRPr/>
            </a:pPr>
            <a:endParaRPr lang="en-US" sz="1200" dirty="0">
              <a:latin typeface="Aptos" panose="020B0004020202020204" pitchFamily="34" charset="0"/>
            </a:endParaRPr>
          </a:p>
        </p:txBody>
      </p:sp>
      <p:sp>
        <p:nvSpPr>
          <p:cNvPr id="59" name="Oval 58"/>
          <p:cNvSpPr>
            <a:spLocks noChangeArrowheads="1"/>
          </p:cNvSpPr>
          <p:nvPr/>
        </p:nvSpPr>
        <p:spPr bwMode="auto">
          <a:xfrm>
            <a:off x="5938206" y="2275845"/>
            <a:ext cx="260033" cy="260033"/>
          </a:xfrm>
          <a:prstGeom prst="ellipse">
            <a:avLst/>
          </a:prstGeom>
          <a:solidFill>
            <a:schemeClr val="bg1"/>
          </a:solidFill>
          <a:ln w="9525">
            <a:solidFill>
              <a:schemeClr val="tx1"/>
            </a:solidFill>
            <a:round/>
            <a:headEnd/>
            <a:tailEnd/>
          </a:ln>
        </p:spPr>
        <p:txBody>
          <a:bodyPr wrap="none" anchor="ctr"/>
          <a:lstStyle/>
          <a:p>
            <a:pPr algn="ctr">
              <a:defRPr/>
            </a:pPr>
            <a:endParaRPr lang="en-US" sz="1200" dirty="0">
              <a:latin typeface="Aptos" panose="020B0004020202020204" pitchFamily="34" charset="0"/>
            </a:endParaRPr>
          </a:p>
        </p:txBody>
      </p:sp>
      <p:sp>
        <p:nvSpPr>
          <p:cNvPr id="70" name="Oval 69"/>
          <p:cNvSpPr>
            <a:spLocks noChangeArrowheads="1"/>
          </p:cNvSpPr>
          <p:nvPr/>
        </p:nvSpPr>
        <p:spPr bwMode="auto">
          <a:xfrm>
            <a:off x="5185877" y="2275845"/>
            <a:ext cx="260033" cy="260033"/>
          </a:xfrm>
          <a:prstGeom prst="ellipse">
            <a:avLst/>
          </a:prstGeom>
          <a:solidFill>
            <a:schemeClr val="bg1"/>
          </a:solidFill>
          <a:ln w="9525">
            <a:solidFill>
              <a:schemeClr val="tx1"/>
            </a:solidFill>
            <a:round/>
            <a:headEnd/>
            <a:tailEnd/>
          </a:ln>
        </p:spPr>
        <p:txBody>
          <a:bodyPr wrap="none" anchor="ctr"/>
          <a:lstStyle/>
          <a:p>
            <a:pPr algn="ctr">
              <a:defRPr/>
            </a:pPr>
            <a:endParaRPr lang="en-US" sz="1200" dirty="0">
              <a:latin typeface="Aptos" panose="020B0004020202020204" pitchFamily="34" charset="0"/>
            </a:endParaRPr>
          </a:p>
        </p:txBody>
      </p:sp>
      <p:sp>
        <p:nvSpPr>
          <p:cNvPr id="4" name="Rectangle 3"/>
          <p:cNvSpPr>
            <a:spLocks noChangeArrowheads="1"/>
          </p:cNvSpPr>
          <p:nvPr/>
        </p:nvSpPr>
        <p:spPr bwMode="auto">
          <a:xfrm>
            <a:off x="1758057" y="3459042"/>
            <a:ext cx="1114425" cy="445770"/>
          </a:xfrm>
          <a:prstGeom prst="rect">
            <a:avLst/>
          </a:prstGeom>
          <a:solidFill>
            <a:schemeClr val="accent5"/>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5" name="Rectangle 4"/>
          <p:cNvSpPr>
            <a:spLocks noChangeArrowheads="1"/>
          </p:cNvSpPr>
          <p:nvPr/>
        </p:nvSpPr>
        <p:spPr bwMode="auto">
          <a:xfrm>
            <a:off x="3556623" y="4735110"/>
            <a:ext cx="1114425" cy="445770"/>
          </a:xfrm>
          <a:prstGeom prst="rect">
            <a:avLst/>
          </a:prstGeom>
          <a:solidFill>
            <a:schemeClr val="accent5"/>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6" name="Rectangle 5"/>
          <p:cNvSpPr>
            <a:spLocks noChangeArrowheads="1"/>
          </p:cNvSpPr>
          <p:nvPr/>
        </p:nvSpPr>
        <p:spPr bwMode="auto">
          <a:xfrm>
            <a:off x="3556623" y="4097077"/>
            <a:ext cx="1114425" cy="445770"/>
          </a:xfrm>
          <a:prstGeom prst="rect">
            <a:avLst/>
          </a:prstGeom>
          <a:solidFill>
            <a:schemeClr val="accent5"/>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7" name="Rectangle 6"/>
          <p:cNvSpPr>
            <a:spLocks noChangeArrowheads="1"/>
          </p:cNvSpPr>
          <p:nvPr/>
        </p:nvSpPr>
        <p:spPr bwMode="auto">
          <a:xfrm>
            <a:off x="3556623" y="2182974"/>
            <a:ext cx="1114425" cy="445770"/>
          </a:xfrm>
          <a:prstGeom prst="rect">
            <a:avLst/>
          </a:prstGeom>
          <a:solidFill>
            <a:schemeClr val="accent5"/>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8" name="Rectangle 7"/>
          <p:cNvSpPr>
            <a:spLocks noChangeArrowheads="1"/>
          </p:cNvSpPr>
          <p:nvPr/>
        </p:nvSpPr>
        <p:spPr bwMode="auto">
          <a:xfrm>
            <a:off x="3556623" y="2821008"/>
            <a:ext cx="1114425" cy="445770"/>
          </a:xfrm>
          <a:prstGeom prst="rect">
            <a:avLst/>
          </a:prstGeom>
          <a:solidFill>
            <a:schemeClr val="accent5"/>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9" name="Rectangle 8"/>
          <p:cNvSpPr>
            <a:spLocks noChangeArrowheads="1"/>
          </p:cNvSpPr>
          <p:nvPr/>
        </p:nvSpPr>
        <p:spPr bwMode="auto">
          <a:xfrm>
            <a:off x="3556623" y="3459042"/>
            <a:ext cx="1114425" cy="445770"/>
          </a:xfrm>
          <a:prstGeom prst="rect">
            <a:avLst/>
          </a:prstGeom>
          <a:solidFill>
            <a:schemeClr val="accent5"/>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81" name="Rectangle 18"/>
          <p:cNvSpPr>
            <a:spLocks noChangeArrowheads="1"/>
          </p:cNvSpPr>
          <p:nvPr/>
        </p:nvSpPr>
        <p:spPr bwMode="auto">
          <a:xfrm>
            <a:off x="8065177" y="1944008"/>
            <a:ext cx="520065" cy="150041"/>
          </a:xfrm>
          <a:prstGeom prst="rect">
            <a:avLst/>
          </a:prstGeom>
          <a:noFill/>
          <a:ln w="9525">
            <a:noFill/>
            <a:miter lim="800000"/>
            <a:headEnd type="none" w="sm" len="sm"/>
            <a:tailEnd type="none" w="sm" len="sm"/>
          </a:ln>
        </p:spPr>
        <p:txBody>
          <a:bodyPr wrap="none" lIns="0" tIns="0" rIns="0" bIns="0" anchor="ctr">
            <a:noAutofit/>
          </a:bodyPr>
          <a:lstStyle/>
          <a:p>
            <a:pPr algn="ctr" eaLnBrk="1" hangingPunct="1">
              <a:spcBef>
                <a:spcPct val="20000"/>
              </a:spcBef>
            </a:pPr>
            <a:r>
              <a:rPr lang="en-GB" altLang="ja-JP" sz="1200" dirty="0">
                <a:latin typeface="Aptos" panose="020B0004020202020204" pitchFamily="34" charset="0"/>
                <a:ea typeface="ＭＳ Ｐゴシック" charset="-128"/>
                <a:cs typeface="Arial" pitchFamily="34" charset="0"/>
              </a:rPr>
              <a:t>Text</a:t>
            </a:r>
          </a:p>
        </p:txBody>
      </p:sp>
      <p:sp>
        <p:nvSpPr>
          <p:cNvPr id="82" name="Rectangle 17"/>
          <p:cNvSpPr>
            <a:spLocks noChangeArrowheads="1"/>
          </p:cNvSpPr>
          <p:nvPr/>
        </p:nvSpPr>
        <p:spPr bwMode="auto">
          <a:xfrm>
            <a:off x="7312846" y="1944008"/>
            <a:ext cx="520065" cy="150041"/>
          </a:xfrm>
          <a:prstGeom prst="rect">
            <a:avLst/>
          </a:prstGeom>
          <a:noFill/>
          <a:ln w="9525">
            <a:noFill/>
            <a:miter lim="800000"/>
            <a:headEnd type="none" w="sm" len="sm"/>
            <a:tailEnd type="none" w="sm" len="sm"/>
          </a:ln>
        </p:spPr>
        <p:txBody>
          <a:bodyPr wrap="none" lIns="0" tIns="0" rIns="0" bIns="0" anchor="ctr">
            <a:noAutofit/>
          </a:bodyPr>
          <a:lstStyle/>
          <a:p>
            <a:pPr algn="ctr" eaLnBrk="1" hangingPunct="1">
              <a:spcBef>
                <a:spcPct val="20000"/>
              </a:spcBef>
            </a:pPr>
            <a:r>
              <a:rPr lang="en-GB" altLang="ja-JP" sz="1200" dirty="0">
                <a:latin typeface="Aptos" panose="020B0004020202020204" pitchFamily="34" charset="0"/>
                <a:ea typeface="ＭＳ Ｐゴシック" charset="-128"/>
                <a:cs typeface="Arial" pitchFamily="34" charset="0"/>
              </a:rPr>
              <a:t>Text</a:t>
            </a:r>
          </a:p>
        </p:txBody>
      </p:sp>
      <p:sp>
        <p:nvSpPr>
          <p:cNvPr id="83" name="Rectangle 16"/>
          <p:cNvSpPr>
            <a:spLocks noChangeArrowheads="1"/>
          </p:cNvSpPr>
          <p:nvPr/>
        </p:nvSpPr>
        <p:spPr bwMode="auto">
          <a:xfrm>
            <a:off x="6560517" y="1944008"/>
            <a:ext cx="520065" cy="150041"/>
          </a:xfrm>
          <a:prstGeom prst="rect">
            <a:avLst/>
          </a:prstGeom>
          <a:noFill/>
          <a:ln w="9525">
            <a:noFill/>
            <a:miter lim="800000"/>
            <a:headEnd type="none" w="sm" len="sm"/>
            <a:tailEnd type="none" w="sm" len="sm"/>
          </a:ln>
        </p:spPr>
        <p:txBody>
          <a:bodyPr wrap="none" lIns="0" tIns="0" rIns="0" bIns="0" anchor="ctr">
            <a:noAutofit/>
          </a:bodyPr>
          <a:lstStyle/>
          <a:p>
            <a:pPr algn="ctr" eaLnBrk="1" hangingPunct="1">
              <a:spcBef>
                <a:spcPct val="20000"/>
              </a:spcBef>
            </a:pPr>
            <a:r>
              <a:rPr lang="en-GB" altLang="ja-JP" sz="1200" dirty="0">
                <a:latin typeface="Aptos" panose="020B0004020202020204" pitchFamily="34" charset="0"/>
                <a:ea typeface="ＭＳ Ｐゴシック" charset="-128"/>
                <a:cs typeface="Arial" pitchFamily="34" charset="0"/>
              </a:rPr>
              <a:t>Text</a:t>
            </a:r>
          </a:p>
        </p:txBody>
      </p:sp>
      <p:sp>
        <p:nvSpPr>
          <p:cNvPr id="84" name="Rectangle 15"/>
          <p:cNvSpPr>
            <a:spLocks noChangeArrowheads="1"/>
          </p:cNvSpPr>
          <p:nvPr/>
        </p:nvSpPr>
        <p:spPr bwMode="auto">
          <a:xfrm>
            <a:off x="5808187" y="1944008"/>
            <a:ext cx="520065" cy="150041"/>
          </a:xfrm>
          <a:prstGeom prst="rect">
            <a:avLst/>
          </a:prstGeom>
          <a:noFill/>
          <a:ln w="9525">
            <a:noFill/>
            <a:miter lim="800000"/>
            <a:headEnd type="none" w="sm" len="sm"/>
            <a:tailEnd type="none" w="sm" len="sm"/>
          </a:ln>
        </p:spPr>
        <p:txBody>
          <a:bodyPr wrap="none" lIns="0" tIns="0" rIns="0" bIns="0" anchor="ctr">
            <a:noAutofit/>
          </a:bodyPr>
          <a:lstStyle/>
          <a:p>
            <a:pPr algn="ctr" eaLnBrk="1" hangingPunct="1">
              <a:spcBef>
                <a:spcPct val="20000"/>
              </a:spcBef>
            </a:pPr>
            <a:r>
              <a:rPr lang="en-GB" altLang="ja-JP" sz="1200" dirty="0">
                <a:latin typeface="Aptos" panose="020B0004020202020204" pitchFamily="34" charset="0"/>
                <a:ea typeface="ＭＳ Ｐゴシック" charset="-128"/>
                <a:cs typeface="Arial" pitchFamily="34" charset="0"/>
              </a:rPr>
              <a:t>Text</a:t>
            </a:r>
          </a:p>
        </p:txBody>
      </p:sp>
      <p:sp>
        <p:nvSpPr>
          <p:cNvPr id="85" name="Rectangle 13"/>
          <p:cNvSpPr>
            <a:spLocks noChangeArrowheads="1"/>
          </p:cNvSpPr>
          <p:nvPr/>
        </p:nvSpPr>
        <p:spPr bwMode="auto">
          <a:xfrm>
            <a:off x="5055858" y="1944008"/>
            <a:ext cx="520065" cy="150041"/>
          </a:xfrm>
          <a:prstGeom prst="rect">
            <a:avLst/>
          </a:prstGeom>
          <a:noFill/>
          <a:ln w="9525">
            <a:noFill/>
            <a:miter lim="800000"/>
            <a:headEnd type="none" w="sm" len="sm"/>
            <a:tailEnd type="none" w="sm" len="sm"/>
          </a:ln>
        </p:spPr>
        <p:txBody>
          <a:bodyPr wrap="none" lIns="0" tIns="0" rIns="0" bIns="0" anchor="ctr">
            <a:noAutofit/>
          </a:bodyPr>
          <a:lstStyle/>
          <a:p>
            <a:pPr algn="ctr" eaLnBrk="1" hangingPunct="1">
              <a:spcBef>
                <a:spcPct val="20000"/>
              </a:spcBef>
            </a:pPr>
            <a:r>
              <a:rPr lang="en-GB" altLang="ja-JP" sz="1200" dirty="0">
                <a:latin typeface="Aptos" panose="020B0004020202020204" pitchFamily="34" charset="0"/>
                <a:ea typeface="ＭＳ Ｐゴシック" charset="-128"/>
                <a:cs typeface="Arial" pitchFamily="34" charset="0"/>
              </a:rPr>
              <a:t>Text</a:t>
            </a:r>
          </a:p>
        </p:txBody>
      </p:sp>
      <p:sp>
        <p:nvSpPr>
          <p:cNvPr id="117" name="Oval 19"/>
          <p:cNvSpPr>
            <a:spLocks noChangeArrowheads="1"/>
          </p:cNvSpPr>
          <p:nvPr/>
        </p:nvSpPr>
        <p:spPr bwMode="auto">
          <a:xfrm>
            <a:off x="8195196" y="4827982"/>
            <a:ext cx="260033" cy="260033"/>
          </a:xfrm>
          <a:prstGeom prst="ellipse">
            <a:avLst/>
          </a:prstGeom>
          <a:solidFill>
            <a:schemeClr val="tx1"/>
          </a:solidFill>
          <a:ln w="9525">
            <a:solidFill>
              <a:schemeClr val="tx1"/>
            </a:solidFill>
            <a:round/>
            <a:headEnd/>
            <a:tailEnd/>
          </a:ln>
        </p:spPr>
        <p:txBody>
          <a:bodyPr wrap="none" anchor="ctr"/>
          <a:lstStyle/>
          <a:p>
            <a:pPr algn="ctr">
              <a:defRPr/>
            </a:pPr>
            <a:endParaRPr lang="en-US" sz="1200" dirty="0">
              <a:latin typeface="Aptos" panose="020B0004020202020204" pitchFamily="34" charset="0"/>
            </a:endParaRPr>
          </a:p>
        </p:txBody>
      </p:sp>
      <p:sp>
        <p:nvSpPr>
          <p:cNvPr id="118" name="Oval 117"/>
          <p:cNvSpPr>
            <a:spLocks noChangeArrowheads="1"/>
          </p:cNvSpPr>
          <p:nvPr/>
        </p:nvSpPr>
        <p:spPr bwMode="auto">
          <a:xfrm>
            <a:off x="7442868" y="4827982"/>
            <a:ext cx="260033" cy="260033"/>
          </a:xfrm>
          <a:prstGeom prst="ellipse">
            <a:avLst/>
          </a:prstGeom>
          <a:solidFill>
            <a:schemeClr val="tx1"/>
          </a:solidFill>
          <a:ln w="9525">
            <a:solidFill>
              <a:schemeClr val="tx1"/>
            </a:solidFill>
            <a:round/>
            <a:headEnd/>
            <a:tailEnd/>
          </a:ln>
        </p:spPr>
        <p:txBody>
          <a:bodyPr wrap="none" anchor="ctr"/>
          <a:lstStyle/>
          <a:p>
            <a:pPr algn="ctr">
              <a:defRPr/>
            </a:pPr>
            <a:endParaRPr lang="en-US" sz="1200" dirty="0">
              <a:latin typeface="Aptos" panose="020B0004020202020204" pitchFamily="34" charset="0"/>
            </a:endParaRPr>
          </a:p>
        </p:txBody>
      </p:sp>
      <p:sp>
        <p:nvSpPr>
          <p:cNvPr id="119" name="Oval 118"/>
          <p:cNvSpPr>
            <a:spLocks noChangeArrowheads="1"/>
          </p:cNvSpPr>
          <p:nvPr/>
        </p:nvSpPr>
        <p:spPr bwMode="auto">
          <a:xfrm>
            <a:off x="6690537" y="4827982"/>
            <a:ext cx="260033" cy="260033"/>
          </a:xfrm>
          <a:prstGeom prst="ellipse">
            <a:avLst/>
          </a:prstGeom>
          <a:solidFill>
            <a:schemeClr val="tx1"/>
          </a:solidFill>
          <a:ln w="9525">
            <a:solidFill>
              <a:schemeClr val="tx1"/>
            </a:solidFill>
            <a:round/>
            <a:headEnd/>
            <a:tailEnd/>
          </a:ln>
        </p:spPr>
        <p:txBody>
          <a:bodyPr wrap="none" anchor="ctr"/>
          <a:lstStyle/>
          <a:p>
            <a:pPr algn="ctr">
              <a:defRPr/>
            </a:pPr>
            <a:endParaRPr lang="en-US" sz="1200" dirty="0">
              <a:latin typeface="Aptos" panose="020B0004020202020204" pitchFamily="34" charset="0"/>
            </a:endParaRPr>
          </a:p>
        </p:txBody>
      </p:sp>
      <p:sp>
        <p:nvSpPr>
          <p:cNvPr id="120" name="Oval 119"/>
          <p:cNvSpPr>
            <a:spLocks noChangeArrowheads="1"/>
          </p:cNvSpPr>
          <p:nvPr/>
        </p:nvSpPr>
        <p:spPr bwMode="auto">
          <a:xfrm>
            <a:off x="5938206" y="4827982"/>
            <a:ext cx="260033" cy="260033"/>
          </a:xfrm>
          <a:prstGeom prst="ellipse">
            <a:avLst/>
          </a:prstGeom>
          <a:solidFill>
            <a:schemeClr val="tx1"/>
          </a:solidFill>
          <a:ln w="9525">
            <a:solidFill>
              <a:schemeClr val="tx1"/>
            </a:solidFill>
            <a:round/>
            <a:headEnd/>
            <a:tailEnd/>
          </a:ln>
        </p:spPr>
        <p:txBody>
          <a:bodyPr wrap="none" anchor="ctr"/>
          <a:lstStyle/>
          <a:p>
            <a:pPr algn="ctr">
              <a:defRPr/>
            </a:pPr>
            <a:endParaRPr lang="en-US" sz="1200" dirty="0">
              <a:latin typeface="Aptos" panose="020B0004020202020204" pitchFamily="34" charset="0"/>
            </a:endParaRPr>
          </a:p>
        </p:txBody>
      </p:sp>
      <p:sp>
        <p:nvSpPr>
          <p:cNvPr id="121" name="Oval 120"/>
          <p:cNvSpPr>
            <a:spLocks noChangeArrowheads="1"/>
          </p:cNvSpPr>
          <p:nvPr/>
        </p:nvSpPr>
        <p:spPr bwMode="auto">
          <a:xfrm>
            <a:off x="5185877" y="4827982"/>
            <a:ext cx="260033" cy="260033"/>
          </a:xfrm>
          <a:prstGeom prst="ellipse">
            <a:avLst/>
          </a:prstGeom>
          <a:solidFill>
            <a:schemeClr val="tx1"/>
          </a:solidFill>
          <a:ln w="9525">
            <a:solidFill>
              <a:schemeClr val="tx1"/>
            </a:solidFill>
            <a:round/>
            <a:headEnd/>
            <a:tailEnd/>
          </a:ln>
        </p:spPr>
        <p:txBody>
          <a:bodyPr wrap="none" anchor="ctr"/>
          <a:lstStyle/>
          <a:p>
            <a:pPr algn="ctr">
              <a:defRPr/>
            </a:pPr>
            <a:endParaRPr lang="en-US" sz="1200" dirty="0">
              <a:latin typeface="Aptos" panose="020B0004020202020204" pitchFamily="34" charset="0"/>
            </a:endParaRPr>
          </a:p>
        </p:txBody>
      </p:sp>
      <p:grpSp>
        <p:nvGrpSpPr>
          <p:cNvPr id="19" name="Group 18"/>
          <p:cNvGrpSpPr/>
          <p:nvPr/>
        </p:nvGrpSpPr>
        <p:grpSpPr>
          <a:xfrm>
            <a:off x="8195196" y="2913879"/>
            <a:ext cx="260033" cy="260033"/>
            <a:chOff x="2362200" y="1633474"/>
            <a:chExt cx="457200" cy="457200"/>
          </a:xfrm>
        </p:grpSpPr>
        <p:sp>
          <p:nvSpPr>
            <p:cNvPr id="15" name="Pie 14"/>
            <p:cNvSpPr/>
            <p:nvPr/>
          </p:nvSpPr>
          <p:spPr bwMode="gray">
            <a:xfrm>
              <a:off x="2362200" y="1633474"/>
              <a:ext cx="457200" cy="457200"/>
            </a:xfrm>
            <a:prstGeom prst="pie">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17" name="Pie 16"/>
            <p:cNvSpPr/>
            <p:nvPr/>
          </p:nvSpPr>
          <p:spPr bwMode="gray">
            <a:xfrm>
              <a:off x="2362200" y="1633474"/>
              <a:ext cx="457200" cy="457200"/>
            </a:xfrm>
            <a:prstGeom prst="pie">
              <a:avLst>
                <a:gd name="adj1" fmla="val 16200000"/>
                <a:gd name="adj2" fmla="val 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22" name="Group 21"/>
          <p:cNvGrpSpPr/>
          <p:nvPr/>
        </p:nvGrpSpPr>
        <p:grpSpPr>
          <a:xfrm>
            <a:off x="7442868" y="2913879"/>
            <a:ext cx="260033" cy="260033"/>
            <a:chOff x="2362200" y="1633474"/>
            <a:chExt cx="457200" cy="457200"/>
          </a:xfrm>
        </p:grpSpPr>
        <p:sp>
          <p:nvSpPr>
            <p:cNvPr id="20" name="Pie 19"/>
            <p:cNvSpPr/>
            <p:nvPr/>
          </p:nvSpPr>
          <p:spPr bwMode="gray">
            <a:xfrm>
              <a:off x="2362200" y="1633474"/>
              <a:ext cx="457200" cy="457200"/>
            </a:xfrm>
            <a:prstGeom prst="pie">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21" name="Pie 20"/>
            <p:cNvSpPr/>
            <p:nvPr/>
          </p:nvSpPr>
          <p:spPr bwMode="gray">
            <a:xfrm>
              <a:off x="2362200" y="1633474"/>
              <a:ext cx="457200" cy="457200"/>
            </a:xfrm>
            <a:prstGeom prst="pie">
              <a:avLst>
                <a:gd name="adj1" fmla="val 16200000"/>
                <a:gd name="adj2" fmla="val 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25" name="Group 24"/>
          <p:cNvGrpSpPr/>
          <p:nvPr/>
        </p:nvGrpSpPr>
        <p:grpSpPr>
          <a:xfrm>
            <a:off x="6690537" y="2913879"/>
            <a:ext cx="260033" cy="260033"/>
            <a:chOff x="2362200" y="1633474"/>
            <a:chExt cx="457200" cy="457200"/>
          </a:xfrm>
        </p:grpSpPr>
        <p:sp>
          <p:nvSpPr>
            <p:cNvPr id="23" name="Pie 22"/>
            <p:cNvSpPr/>
            <p:nvPr/>
          </p:nvSpPr>
          <p:spPr bwMode="gray">
            <a:xfrm>
              <a:off x="2362200" y="1633474"/>
              <a:ext cx="457200" cy="457200"/>
            </a:xfrm>
            <a:prstGeom prst="pie">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24" name="Pie 23"/>
            <p:cNvSpPr/>
            <p:nvPr/>
          </p:nvSpPr>
          <p:spPr bwMode="gray">
            <a:xfrm>
              <a:off x="2362200" y="1633474"/>
              <a:ext cx="457200" cy="457200"/>
            </a:xfrm>
            <a:prstGeom prst="pie">
              <a:avLst>
                <a:gd name="adj1" fmla="val 16200000"/>
                <a:gd name="adj2" fmla="val 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619584" name="Group 619583"/>
          <p:cNvGrpSpPr/>
          <p:nvPr/>
        </p:nvGrpSpPr>
        <p:grpSpPr>
          <a:xfrm>
            <a:off x="5938206" y="2913879"/>
            <a:ext cx="260033" cy="260033"/>
            <a:chOff x="2362200" y="1633474"/>
            <a:chExt cx="457200" cy="457200"/>
          </a:xfrm>
        </p:grpSpPr>
        <p:sp>
          <p:nvSpPr>
            <p:cNvPr id="28" name="Pie 27"/>
            <p:cNvSpPr/>
            <p:nvPr/>
          </p:nvSpPr>
          <p:spPr bwMode="gray">
            <a:xfrm>
              <a:off x="2362200" y="1633474"/>
              <a:ext cx="457200" cy="457200"/>
            </a:xfrm>
            <a:prstGeom prst="pie">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31" name="Pie 30"/>
            <p:cNvSpPr/>
            <p:nvPr/>
          </p:nvSpPr>
          <p:spPr bwMode="gray">
            <a:xfrm>
              <a:off x="2362200" y="1633474"/>
              <a:ext cx="457200" cy="457200"/>
            </a:xfrm>
            <a:prstGeom prst="pie">
              <a:avLst>
                <a:gd name="adj1" fmla="val 16200000"/>
                <a:gd name="adj2" fmla="val 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619590" name="Group 619589"/>
          <p:cNvGrpSpPr/>
          <p:nvPr/>
        </p:nvGrpSpPr>
        <p:grpSpPr>
          <a:xfrm>
            <a:off x="5185877" y="2913879"/>
            <a:ext cx="260033" cy="260033"/>
            <a:chOff x="2362200" y="1633474"/>
            <a:chExt cx="457200" cy="457200"/>
          </a:xfrm>
        </p:grpSpPr>
        <p:sp>
          <p:nvSpPr>
            <p:cNvPr id="619588" name="Pie 619587"/>
            <p:cNvSpPr/>
            <p:nvPr/>
          </p:nvSpPr>
          <p:spPr bwMode="gray">
            <a:xfrm>
              <a:off x="2362200" y="1633474"/>
              <a:ext cx="457200" cy="457200"/>
            </a:xfrm>
            <a:prstGeom prst="pie">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619589" name="Pie 619588"/>
            <p:cNvSpPr/>
            <p:nvPr/>
          </p:nvSpPr>
          <p:spPr bwMode="gray">
            <a:xfrm>
              <a:off x="2362200" y="1633474"/>
              <a:ext cx="457200" cy="457200"/>
            </a:xfrm>
            <a:prstGeom prst="pie">
              <a:avLst>
                <a:gd name="adj1" fmla="val 16200000"/>
                <a:gd name="adj2" fmla="val 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619593" name="Group 619592"/>
          <p:cNvGrpSpPr/>
          <p:nvPr/>
        </p:nvGrpSpPr>
        <p:grpSpPr>
          <a:xfrm>
            <a:off x="8195196" y="3551914"/>
            <a:ext cx="260033" cy="260033"/>
            <a:chOff x="2362200" y="1633474"/>
            <a:chExt cx="457200" cy="457200"/>
          </a:xfrm>
        </p:grpSpPr>
        <p:sp>
          <p:nvSpPr>
            <p:cNvPr id="619591" name="Pie 619590"/>
            <p:cNvSpPr/>
            <p:nvPr/>
          </p:nvSpPr>
          <p:spPr bwMode="gray">
            <a:xfrm>
              <a:off x="2362200" y="1633474"/>
              <a:ext cx="457200" cy="457200"/>
            </a:xfrm>
            <a:prstGeom prst="pie">
              <a:avLst>
                <a:gd name="adj1" fmla="val 5400000"/>
                <a:gd name="adj2" fmla="val 16200000"/>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619592" name="Pie 619591"/>
            <p:cNvSpPr/>
            <p:nvPr/>
          </p:nvSpPr>
          <p:spPr bwMode="gray">
            <a:xfrm>
              <a:off x="2362200" y="1633474"/>
              <a:ext cx="457200" cy="457200"/>
            </a:xfrm>
            <a:prstGeom prst="pie">
              <a:avLst>
                <a:gd name="adj1" fmla="val 16200000"/>
                <a:gd name="adj2" fmla="val 540000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619596" name="Group 619595"/>
          <p:cNvGrpSpPr/>
          <p:nvPr/>
        </p:nvGrpSpPr>
        <p:grpSpPr>
          <a:xfrm>
            <a:off x="7442868" y="3551914"/>
            <a:ext cx="260033" cy="260033"/>
            <a:chOff x="2362200" y="1633474"/>
            <a:chExt cx="457200" cy="457200"/>
          </a:xfrm>
        </p:grpSpPr>
        <p:sp>
          <p:nvSpPr>
            <p:cNvPr id="619594" name="Pie 619593"/>
            <p:cNvSpPr/>
            <p:nvPr/>
          </p:nvSpPr>
          <p:spPr bwMode="gray">
            <a:xfrm>
              <a:off x="2362200" y="1633474"/>
              <a:ext cx="457200" cy="457200"/>
            </a:xfrm>
            <a:prstGeom prst="pie">
              <a:avLst>
                <a:gd name="adj1" fmla="val 5400000"/>
                <a:gd name="adj2" fmla="val 16200000"/>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619595" name="Pie 619594"/>
            <p:cNvSpPr/>
            <p:nvPr/>
          </p:nvSpPr>
          <p:spPr bwMode="gray">
            <a:xfrm>
              <a:off x="2362200" y="1633474"/>
              <a:ext cx="457200" cy="457200"/>
            </a:xfrm>
            <a:prstGeom prst="pie">
              <a:avLst>
                <a:gd name="adj1" fmla="val 16200000"/>
                <a:gd name="adj2" fmla="val 540000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619601" name="Group 619600"/>
          <p:cNvGrpSpPr/>
          <p:nvPr/>
        </p:nvGrpSpPr>
        <p:grpSpPr>
          <a:xfrm>
            <a:off x="6690537" y="3551914"/>
            <a:ext cx="260033" cy="260033"/>
            <a:chOff x="2362200" y="1633474"/>
            <a:chExt cx="457200" cy="457200"/>
          </a:xfrm>
        </p:grpSpPr>
        <p:sp>
          <p:nvSpPr>
            <p:cNvPr id="619597" name="Pie 619596"/>
            <p:cNvSpPr/>
            <p:nvPr/>
          </p:nvSpPr>
          <p:spPr bwMode="gray">
            <a:xfrm>
              <a:off x="2362200" y="1633474"/>
              <a:ext cx="457200" cy="457200"/>
            </a:xfrm>
            <a:prstGeom prst="pie">
              <a:avLst>
                <a:gd name="adj1" fmla="val 5400000"/>
                <a:gd name="adj2" fmla="val 16200000"/>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619599" name="Pie 619598"/>
            <p:cNvSpPr/>
            <p:nvPr/>
          </p:nvSpPr>
          <p:spPr bwMode="gray">
            <a:xfrm>
              <a:off x="2362200" y="1633474"/>
              <a:ext cx="457200" cy="457200"/>
            </a:xfrm>
            <a:prstGeom prst="pie">
              <a:avLst>
                <a:gd name="adj1" fmla="val 16200000"/>
                <a:gd name="adj2" fmla="val 540000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619604" name="Group 619603"/>
          <p:cNvGrpSpPr/>
          <p:nvPr/>
        </p:nvGrpSpPr>
        <p:grpSpPr>
          <a:xfrm>
            <a:off x="5938206" y="3551914"/>
            <a:ext cx="260033" cy="260033"/>
            <a:chOff x="2362200" y="1633474"/>
            <a:chExt cx="457200" cy="457200"/>
          </a:xfrm>
        </p:grpSpPr>
        <p:sp>
          <p:nvSpPr>
            <p:cNvPr id="619602" name="Pie 619601"/>
            <p:cNvSpPr/>
            <p:nvPr/>
          </p:nvSpPr>
          <p:spPr bwMode="gray">
            <a:xfrm>
              <a:off x="2362200" y="1633474"/>
              <a:ext cx="457200" cy="457200"/>
            </a:xfrm>
            <a:prstGeom prst="pie">
              <a:avLst>
                <a:gd name="adj1" fmla="val 5400000"/>
                <a:gd name="adj2" fmla="val 16200000"/>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619603" name="Pie 619602"/>
            <p:cNvSpPr/>
            <p:nvPr/>
          </p:nvSpPr>
          <p:spPr bwMode="gray">
            <a:xfrm>
              <a:off x="2362200" y="1633474"/>
              <a:ext cx="457200" cy="457200"/>
            </a:xfrm>
            <a:prstGeom prst="pie">
              <a:avLst>
                <a:gd name="adj1" fmla="val 16200000"/>
                <a:gd name="adj2" fmla="val 540000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619610" name="Group 619609"/>
          <p:cNvGrpSpPr/>
          <p:nvPr/>
        </p:nvGrpSpPr>
        <p:grpSpPr>
          <a:xfrm>
            <a:off x="5185877" y="3551914"/>
            <a:ext cx="260033" cy="260033"/>
            <a:chOff x="2362200" y="1633474"/>
            <a:chExt cx="457200" cy="457200"/>
          </a:xfrm>
        </p:grpSpPr>
        <p:sp>
          <p:nvSpPr>
            <p:cNvPr id="619608" name="Pie 619607"/>
            <p:cNvSpPr/>
            <p:nvPr/>
          </p:nvSpPr>
          <p:spPr bwMode="gray">
            <a:xfrm>
              <a:off x="2362200" y="1633474"/>
              <a:ext cx="457200" cy="457200"/>
            </a:xfrm>
            <a:prstGeom prst="pie">
              <a:avLst>
                <a:gd name="adj1" fmla="val 5400000"/>
                <a:gd name="adj2" fmla="val 16200000"/>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619609" name="Pie 619608"/>
            <p:cNvSpPr/>
            <p:nvPr/>
          </p:nvSpPr>
          <p:spPr bwMode="gray">
            <a:xfrm>
              <a:off x="2362200" y="1633474"/>
              <a:ext cx="457200" cy="457200"/>
            </a:xfrm>
            <a:prstGeom prst="pie">
              <a:avLst>
                <a:gd name="adj1" fmla="val 16200000"/>
                <a:gd name="adj2" fmla="val 540000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619613" name="Group 619612"/>
          <p:cNvGrpSpPr/>
          <p:nvPr/>
        </p:nvGrpSpPr>
        <p:grpSpPr>
          <a:xfrm>
            <a:off x="8195196" y="4189947"/>
            <a:ext cx="260033" cy="260033"/>
            <a:chOff x="2362200" y="1633474"/>
            <a:chExt cx="457200" cy="457200"/>
          </a:xfrm>
        </p:grpSpPr>
        <p:sp>
          <p:nvSpPr>
            <p:cNvPr id="619611" name="Pie 619610"/>
            <p:cNvSpPr/>
            <p:nvPr/>
          </p:nvSpPr>
          <p:spPr bwMode="gray">
            <a:xfrm>
              <a:off x="2362200" y="1633474"/>
              <a:ext cx="457200" cy="457200"/>
            </a:xfrm>
            <a:prstGeom prst="pie">
              <a:avLst>
                <a:gd name="adj1" fmla="val 10800000"/>
                <a:gd name="adj2" fmla="val 16200000"/>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619612" name="Pie 619611"/>
            <p:cNvSpPr/>
            <p:nvPr/>
          </p:nvSpPr>
          <p:spPr bwMode="gray">
            <a:xfrm>
              <a:off x="2362200" y="1633474"/>
              <a:ext cx="457200" cy="457200"/>
            </a:xfrm>
            <a:prstGeom prst="pie">
              <a:avLst>
                <a:gd name="adj1" fmla="val 16200000"/>
                <a:gd name="adj2" fmla="val 1080000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34" name="Group 33"/>
          <p:cNvGrpSpPr/>
          <p:nvPr/>
        </p:nvGrpSpPr>
        <p:grpSpPr>
          <a:xfrm>
            <a:off x="7442868" y="4189947"/>
            <a:ext cx="260033" cy="260033"/>
            <a:chOff x="2362200" y="1633474"/>
            <a:chExt cx="457200" cy="457200"/>
          </a:xfrm>
        </p:grpSpPr>
        <p:sp>
          <p:nvSpPr>
            <p:cNvPr id="619614" name="Pie 619613"/>
            <p:cNvSpPr/>
            <p:nvPr/>
          </p:nvSpPr>
          <p:spPr bwMode="gray">
            <a:xfrm>
              <a:off x="2362200" y="1633474"/>
              <a:ext cx="457200" cy="457200"/>
            </a:xfrm>
            <a:prstGeom prst="pie">
              <a:avLst>
                <a:gd name="adj1" fmla="val 10800000"/>
                <a:gd name="adj2" fmla="val 16200000"/>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619615" name="Pie 619614"/>
            <p:cNvSpPr/>
            <p:nvPr/>
          </p:nvSpPr>
          <p:spPr bwMode="gray">
            <a:xfrm>
              <a:off x="2362200" y="1633474"/>
              <a:ext cx="457200" cy="457200"/>
            </a:xfrm>
            <a:prstGeom prst="pie">
              <a:avLst>
                <a:gd name="adj1" fmla="val 16200000"/>
                <a:gd name="adj2" fmla="val 1080000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45" name="Group 44"/>
          <p:cNvGrpSpPr/>
          <p:nvPr/>
        </p:nvGrpSpPr>
        <p:grpSpPr>
          <a:xfrm>
            <a:off x="6690537" y="4189947"/>
            <a:ext cx="260033" cy="260033"/>
            <a:chOff x="2362200" y="1633474"/>
            <a:chExt cx="457200" cy="457200"/>
          </a:xfrm>
        </p:grpSpPr>
        <p:sp>
          <p:nvSpPr>
            <p:cNvPr id="39" name="Pie 38"/>
            <p:cNvSpPr/>
            <p:nvPr/>
          </p:nvSpPr>
          <p:spPr bwMode="gray">
            <a:xfrm>
              <a:off x="2362200" y="1633474"/>
              <a:ext cx="457200" cy="457200"/>
            </a:xfrm>
            <a:prstGeom prst="pie">
              <a:avLst>
                <a:gd name="adj1" fmla="val 10800000"/>
                <a:gd name="adj2" fmla="val 16200000"/>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42" name="Pie 41"/>
            <p:cNvSpPr/>
            <p:nvPr/>
          </p:nvSpPr>
          <p:spPr bwMode="gray">
            <a:xfrm>
              <a:off x="2362200" y="1633474"/>
              <a:ext cx="457200" cy="457200"/>
            </a:xfrm>
            <a:prstGeom prst="pie">
              <a:avLst>
                <a:gd name="adj1" fmla="val 16200000"/>
                <a:gd name="adj2" fmla="val 1080000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56" name="Group 55"/>
          <p:cNvGrpSpPr/>
          <p:nvPr/>
        </p:nvGrpSpPr>
        <p:grpSpPr>
          <a:xfrm>
            <a:off x="5938206" y="4189947"/>
            <a:ext cx="260033" cy="260033"/>
            <a:chOff x="2362200" y="1633474"/>
            <a:chExt cx="457200" cy="457200"/>
          </a:xfrm>
        </p:grpSpPr>
        <p:sp>
          <p:nvSpPr>
            <p:cNvPr id="50" name="Pie 49"/>
            <p:cNvSpPr/>
            <p:nvPr/>
          </p:nvSpPr>
          <p:spPr bwMode="gray">
            <a:xfrm>
              <a:off x="2362200" y="1633474"/>
              <a:ext cx="457200" cy="457200"/>
            </a:xfrm>
            <a:prstGeom prst="pie">
              <a:avLst>
                <a:gd name="adj1" fmla="val 10800000"/>
                <a:gd name="adj2" fmla="val 16200000"/>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53" name="Pie 52"/>
            <p:cNvSpPr/>
            <p:nvPr/>
          </p:nvSpPr>
          <p:spPr bwMode="gray">
            <a:xfrm>
              <a:off x="2362200" y="1633474"/>
              <a:ext cx="457200" cy="457200"/>
            </a:xfrm>
            <a:prstGeom prst="pie">
              <a:avLst>
                <a:gd name="adj1" fmla="val 16200000"/>
                <a:gd name="adj2" fmla="val 1080000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grpSp>
        <p:nvGrpSpPr>
          <p:cNvPr id="78" name="Group 77"/>
          <p:cNvGrpSpPr/>
          <p:nvPr/>
        </p:nvGrpSpPr>
        <p:grpSpPr>
          <a:xfrm>
            <a:off x="5185877" y="4189947"/>
            <a:ext cx="260033" cy="260033"/>
            <a:chOff x="2362200" y="1633474"/>
            <a:chExt cx="457200" cy="457200"/>
          </a:xfrm>
        </p:grpSpPr>
        <p:sp>
          <p:nvSpPr>
            <p:cNvPr id="72" name="Pie 71"/>
            <p:cNvSpPr/>
            <p:nvPr/>
          </p:nvSpPr>
          <p:spPr bwMode="gray">
            <a:xfrm>
              <a:off x="2362200" y="1633474"/>
              <a:ext cx="457200" cy="457200"/>
            </a:xfrm>
            <a:prstGeom prst="pie">
              <a:avLst>
                <a:gd name="adj1" fmla="val 10800000"/>
                <a:gd name="adj2" fmla="val 16200000"/>
              </a:avLst>
            </a:prstGeom>
            <a:solidFill>
              <a:srgbClr val="FFFFFF"/>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sp>
          <p:nvSpPr>
            <p:cNvPr id="75" name="Pie 74"/>
            <p:cNvSpPr/>
            <p:nvPr/>
          </p:nvSpPr>
          <p:spPr bwMode="gray">
            <a:xfrm>
              <a:off x="2362200" y="1633474"/>
              <a:ext cx="457200" cy="457200"/>
            </a:xfrm>
            <a:prstGeom prst="pie">
              <a:avLst>
                <a:gd name="adj1" fmla="val 16200000"/>
                <a:gd name="adj2" fmla="val 10800000"/>
              </a:avLst>
            </a:prstGeom>
            <a:solidFill>
              <a:schemeClr val="tx1"/>
            </a:solidFill>
            <a:ln w="9525" cmpd="sng"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200" b="1" dirty="0">
                <a:solidFill>
                  <a:schemeClr val="bg1"/>
                </a:solidFill>
                <a:latin typeface="Aptos" panose="020B0004020202020204" pitchFamily="34" charset="0"/>
              </a:endParaRPr>
            </a:p>
          </p:txBody>
        </p:sp>
      </p:grpSp>
      <p:cxnSp>
        <p:nvCxnSpPr>
          <p:cNvPr id="27" name="Straight Connector 26"/>
          <p:cNvCxnSpPr>
            <a:stCxn id="4" idx="3"/>
            <a:endCxn id="9" idx="1"/>
          </p:cNvCxnSpPr>
          <p:nvPr/>
        </p:nvCxnSpPr>
        <p:spPr>
          <a:xfrm>
            <a:off x="2872482" y="3681927"/>
            <a:ext cx="684140" cy="0"/>
          </a:xfrm>
          <a:prstGeom prst="line">
            <a:avLst/>
          </a:prstGeom>
          <a:noFill/>
          <a:ln w="6350">
            <a:solidFill>
              <a:srgbClr val="BBBCBC"/>
            </a:solidFill>
            <a:miter lim="800000"/>
            <a:headEnd type="none" w="sm" len="sm"/>
            <a:tailEnd type="none" w="sm" len="sm"/>
          </a:ln>
        </p:spPr>
      </p:cxnSp>
    </p:spTree>
    <p:extLst>
      <p:ext uri="{BB962C8B-B14F-4D97-AF65-F5344CB8AC3E}">
        <p14:creationId xmlns:p14="http://schemas.microsoft.com/office/powerpoint/2010/main" val="736681886"/>
      </p:ext>
    </p:extLst>
  </p:cSld>
  <p:clrMapOvr>
    <a:masterClrMapping/>
  </p:clrMapOvr>
  <p:transition>
    <p:fade/>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dirty="0"/>
              <a:t>Text with general trends</a:t>
            </a:r>
          </a:p>
        </p:txBody>
      </p:sp>
      <p:sp>
        <p:nvSpPr>
          <p:cNvPr id="620545" name="Title 1"/>
          <p:cNvSpPr>
            <a:spLocks noGrp="1"/>
          </p:cNvSpPr>
          <p:nvPr>
            <p:ph type="title"/>
          </p:nvPr>
        </p:nvSpPr>
        <p:spPr/>
        <p:txBody>
          <a:bodyPr/>
          <a:lstStyle/>
          <a:p>
            <a:r>
              <a:rPr lang="en-US" dirty="0"/>
              <a:t>Driver trees</a:t>
            </a:r>
          </a:p>
        </p:txBody>
      </p:sp>
      <p:cxnSp>
        <p:nvCxnSpPr>
          <p:cNvPr id="18" name="AutoShape 12"/>
          <p:cNvCxnSpPr>
            <a:cxnSpLocks noChangeShapeType="1"/>
            <a:stCxn id="9" idx="3"/>
            <a:endCxn id="10" idx="1"/>
          </p:cNvCxnSpPr>
          <p:nvPr/>
        </p:nvCxnSpPr>
        <p:spPr bwMode="auto">
          <a:xfrm flipV="1">
            <a:off x="2792825" y="2839286"/>
            <a:ext cx="522877" cy="932557"/>
          </a:xfrm>
          <a:prstGeom prst="bentConnector3">
            <a:avLst>
              <a:gd name="adj1" fmla="val 50000"/>
            </a:avLst>
          </a:prstGeom>
          <a:noFill/>
          <a:ln w="6350">
            <a:solidFill>
              <a:srgbClr val="BBBCBC"/>
            </a:solidFill>
            <a:miter lim="800000"/>
            <a:headEnd/>
            <a:tailEnd/>
          </a:ln>
        </p:spPr>
      </p:cxnSp>
      <p:cxnSp>
        <p:nvCxnSpPr>
          <p:cNvPr id="19" name="AutoShape 13"/>
          <p:cNvCxnSpPr>
            <a:cxnSpLocks noChangeShapeType="1"/>
            <a:stCxn id="9" idx="3"/>
            <a:endCxn id="11" idx="1"/>
          </p:cNvCxnSpPr>
          <p:nvPr/>
        </p:nvCxnSpPr>
        <p:spPr bwMode="auto">
          <a:xfrm>
            <a:off x="2792825" y="3771842"/>
            <a:ext cx="522877" cy="932557"/>
          </a:xfrm>
          <a:prstGeom prst="bentConnector3">
            <a:avLst>
              <a:gd name="adj1" fmla="val 50000"/>
            </a:avLst>
          </a:prstGeom>
          <a:noFill/>
          <a:ln w="6350">
            <a:solidFill>
              <a:srgbClr val="BBBCBC"/>
            </a:solidFill>
            <a:miter lim="800000"/>
            <a:headEnd/>
            <a:tailEnd/>
          </a:ln>
        </p:spPr>
      </p:cxnSp>
      <p:cxnSp>
        <p:nvCxnSpPr>
          <p:cNvPr id="20" name="AutoShape 14"/>
          <p:cNvCxnSpPr>
            <a:cxnSpLocks noChangeShapeType="1"/>
            <a:stCxn id="10" idx="3"/>
            <a:endCxn id="12" idx="1"/>
          </p:cNvCxnSpPr>
          <p:nvPr/>
        </p:nvCxnSpPr>
        <p:spPr bwMode="auto">
          <a:xfrm flipV="1">
            <a:off x="4430127" y="2218870"/>
            <a:ext cx="522877" cy="620414"/>
          </a:xfrm>
          <a:prstGeom prst="bentConnector3">
            <a:avLst>
              <a:gd name="adj1" fmla="val 50000"/>
            </a:avLst>
          </a:prstGeom>
          <a:noFill/>
          <a:ln w="6350">
            <a:solidFill>
              <a:srgbClr val="BBBCBC"/>
            </a:solidFill>
            <a:miter lim="800000"/>
            <a:headEnd/>
            <a:tailEnd/>
          </a:ln>
        </p:spPr>
      </p:cxnSp>
      <p:cxnSp>
        <p:nvCxnSpPr>
          <p:cNvPr id="21" name="AutoShape 15"/>
          <p:cNvCxnSpPr>
            <a:cxnSpLocks noChangeShapeType="1"/>
            <a:stCxn id="10" idx="3"/>
            <a:endCxn id="13" idx="1"/>
          </p:cNvCxnSpPr>
          <p:nvPr/>
        </p:nvCxnSpPr>
        <p:spPr bwMode="auto">
          <a:xfrm>
            <a:off x="4430127" y="2839283"/>
            <a:ext cx="522877" cy="0"/>
          </a:xfrm>
          <a:prstGeom prst="straightConnector1">
            <a:avLst/>
          </a:prstGeom>
          <a:noFill/>
          <a:ln w="6350">
            <a:solidFill>
              <a:srgbClr val="BBBCBC"/>
            </a:solidFill>
            <a:round/>
            <a:headEnd/>
            <a:tailEnd/>
          </a:ln>
        </p:spPr>
      </p:cxnSp>
      <p:cxnSp>
        <p:nvCxnSpPr>
          <p:cNvPr id="22" name="AutoShape 16"/>
          <p:cNvCxnSpPr>
            <a:cxnSpLocks noChangeShapeType="1"/>
            <a:stCxn id="10" idx="3"/>
            <a:endCxn id="14" idx="1"/>
          </p:cNvCxnSpPr>
          <p:nvPr/>
        </p:nvCxnSpPr>
        <p:spPr bwMode="auto">
          <a:xfrm>
            <a:off x="4430127" y="2839288"/>
            <a:ext cx="522877" cy="621705"/>
          </a:xfrm>
          <a:prstGeom prst="bentConnector3">
            <a:avLst>
              <a:gd name="adj1" fmla="val 50000"/>
            </a:avLst>
          </a:prstGeom>
          <a:noFill/>
          <a:ln w="6350">
            <a:solidFill>
              <a:srgbClr val="BBBCBC"/>
            </a:solidFill>
            <a:miter lim="800000"/>
            <a:headEnd/>
            <a:tailEnd/>
          </a:ln>
        </p:spPr>
      </p:cxnSp>
      <p:cxnSp>
        <p:nvCxnSpPr>
          <p:cNvPr id="23" name="AutoShape 17"/>
          <p:cNvCxnSpPr>
            <a:cxnSpLocks noChangeShapeType="1"/>
            <a:stCxn id="11" idx="3"/>
            <a:endCxn id="15" idx="1"/>
          </p:cNvCxnSpPr>
          <p:nvPr/>
        </p:nvCxnSpPr>
        <p:spPr bwMode="auto">
          <a:xfrm flipV="1">
            <a:off x="4430127" y="4082696"/>
            <a:ext cx="522877" cy="621705"/>
          </a:xfrm>
          <a:prstGeom prst="bentConnector3">
            <a:avLst>
              <a:gd name="adj1" fmla="val 50000"/>
            </a:avLst>
          </a:prstGeom>
          <a:noFill/>
          <a:ln w="6350">
            <a:solidFill>
              <a:srgbClr val="BBBCBC"/>
            </a:solidFill>
            <a:miter lim="800000"/>
            <a:headEnd/>
            <a:tailEnd/>
          </a:ln>
        </p:spPr>
      </p:cxnSp>
      <p:cxnSp>
        <p:nvCxnSpPr>
          <p:cNvPr id="24" name="AutoShape 18"/>
          <p:cNvCxnSpPr>
            <a:cxnSpLocks noChangeShapeType="1"/>
            <a:stCxn id="11" idx="3"/>
            <a:endCxn id="16" idx="1"/>
          </p:cNvCxnSpPr>
          <p:nvPr/>
        </p:nvCxnSpPr>
        <p:spPr bwMode="auto">
          <a:xfrm>
            <a:off x="4430127" y="4704398"/>
            <a:ext cx="522877" cy="0"/>
          </a:xfrm>
          <a:prstGeom prst="straightConnector1">
            <a:avLst/>
          </a:prstGeom>
          <a:noFill/>
          <a:ln w="6350">
            <a:solidFill>
              <a:srgbClr val="BBBCBC"/>
            </a:solidFill>
            <a:round/>
            <a:headEnd/>
            <a:tailEnd/>
          </a:ln>
        </p:spPr>
      </p:cxnSp>
      <p:cxnSp>
        <p:nvCxnSpPr>
          <p:cNvPr id="25" name="AutoShape 19"/>
          <p:cNvCxnSpPr>
            <a:cxnSpLocks noChangeShapeType="1"/>
            <a:stCxn id="11" idx="3"/>
            <a:endCxn id="17" idx="1"/>
          </p:cNvCxnSpPr>
          <p:nvPr/>
        </p:nvCxnSpPr>
        <p:spPr bwMode="auto">
          <a:xfrm>
            <a:off x="4430127" y="4704402"/>
            <a:ext cx="522877" cy="621705"/>
          </a:xfrm>
          <a:prstGeom prst="bentConnector3">
            <a:avLst>
              <a:gd name="adj1" fmla="val 50000"/>
            </a:avLst>
          </a:prstGeom>
          <a:noFill/>
          <a:ln w="6350">
            <a:solidFill>
              <a:srgbClr val="BBBCBC"/>
            </a:solidFill>
            <a:miter lim="800000"/>
            <a:headEnd/>
            <a:tailEnd/>
          </a:ln>
        </p:spPr>
      </p:cxnSp>
      <p:sp>
        <p:nvSpPr>
          <p:cNvPr id="9" name="Rectangle 3"/>
          <p:cNvSpPr>
            <a:spLocks noChangeArrowheads="1"/>
          </p:cNvSpPr>
          <p:nvPr/>
        </p:nvSpPr>
        <p:spPr bwMode="auto">
          <a:xfrm>
            <a:off x="1678397" y="3548956"/>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0" name="Rectangle 4"/>
          <p:cNvSpPr>
            <a:spLocks noChangeArrowheads="1"/>
          </p:cNvSpPr>
          <p:nvPr/>
        </p:nvSpPr>
        <p:spPr bwMode="auto">
          <a:xfrm>
            <a:off x="3315699" y="2616398"/>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1" name="Rectangle 5"/>
          <p:cNvSpPr>
            <a:spLocks noChangeArrowheads="1"/>
          </p:cNvSpPr>
          <p:nvPr/>
        </p:nvSpPr>
        <p:spPr bwMode="auto">
          <a:xfrm>
            <a:off x="3315699" y="4481513"/>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2" name="Rectangle 6"/>
          <p:cNvSpPr>
            <a:spLocks noChangeArrowheads="1"/>
          </p:cNvSpPr>
          <p:nvPr/>
        </p:nvSpPr>
        <p:spPr bwMode="auto">
          <a:xfrm>
            <a:off x="4953001" y="1995984"/>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3" name="Rectangle 7"/>
          <p:cNvSpPr>
            <a:spLocks noChangeArrowheads="1"/>
          </p:cNvSpPr>
          <p:nvPr/>
        </p:nvSpPr>
        <p:spPr bwMode="auto">
          <a:xfrm>
            <a:off x="4953001" y="2616398"/>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4" name="Rectangle 8"/>
          <p:cNvSpPr>
            <a:spLocks noChangeArrowheads="1"/>
          </p:cNvSpPr>
          <p:nvPr/>
        </p:nvSpPr>
        <p:spPr bwMode="auto">
          <a:xfrm>
            <a:off x="4953001" y="3238103"/>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5" name="Rectangle 9"/>
          <p:cNvSpPr>
            <a:spLocks noChangeArrowheads="1"/>
          </p:cNvSpPr>
          <p:nvPr/>
        </p:nvSpPr>
        <p:spPr bwMode="auto">
          <a:xfrm>
            <a:off x="4953001" y="3859808"/>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6" name="Rectangle 10"/>
          <p:cNvSpPr>
            <a:spLocks noChangeArrowheads="1"/>
          </p:cNvSpPr>
          <p:nvPr/>
        </p:nvSpPr>
        <p:spPr bwMode="auto">
          <a:xfrm>
            <a:off x="4953001" y="4481513"/>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7" name="Rectangle 11"/>
          <p:cNvSpPr>
            <a:spLocks noChangeArrowheads="1"/>
          </p:cNvSpPr>
          <p:nvPr/>
        </p:nvSpPr>
        <p:spPr bwMode="auto">
          <a:xfrm>
            <a:off x="4953001" y="5103217"/>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29" name="Text Placeholder 5"/>
          <p:cNvSpPr txBox="1">
            <a:spLocks/>
          </p:cNvSpPr>
          <p:nvPr/>
        </p:nvSpPr>
        <p:spPr>
          <a:xfrm>
            <a:off x="6151359" y="1995985"/>
            <a:ext cx="2363163" cy="538609"/>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000" noProof="0" dirty="0">
                <a:solidFill>
                  <a:schemeClr val="tx1"/>
                </a:solidFill>
              </a:rPr>
              <a:t>Click to add text</a:t>
            </a:r>
          </a:p>
          <a:p>
            <a:pPr lvl="1">
              <a:spcBef>
                <a:spcPts val="200"/>
              </a:spcBef>
              <a:spcAft>
                <a:spcPts val="200"/>
              </a:spcAft>
            </a:pPr>
            <a:r>
              <a:rPr lang="en-US" sz="1000" noProof="0" dirty="0">
                <a:solidFill>
                  <a:schemeClr val="tx1"/>
                </a:solidFill>
              </a:rPr>
              <a:t>Second level</a:t>
            </a:r>
          </a:p>
          <a:p>
            <a:pPr marL="365760" lvl="2">
              <a:spcBef>
                <a:spcPts val="200"/>
              </a:spcBef>
              <a:spcAft>
                <a:spcPts val="200"/>
              </a:spcAft>
            </a:pPr>
            <a:r>
              <a:rPr lang="en-US" sz="1000" noProof="0" dirty="0">
                <a:solidFill>
                  <a:schemeClr val="tx1"/>
                </a:solidFill>
              </a:rPr>
              <a:t>Third level</a:t>
            </a:r>
          </a:p>
        </p:txBody>
      </p:sp>
      <p:sp>
        <p:nvSpPr>
          <p:cNvPr id="30" name="Text Placeholder 5"/>
          <p:cNvSpPr txBox="1">
            <a:spLocks/>
          </p:cNvSpPr>
          <p:nvPr/>
        </p:nvSpPr>
        <p:spPr>
          <a:xfrm>
            <a:off x="6151359" y="2617431"/>
            <a:ext cx="2363163" cy="538609"/>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000" noProof="0" dirty="0">
                <a:solidFill>
                  <a:schemeClr val="tx1"/>
                </a:solidFill>
              </a:rPr>
              <a:t>Click to add text</a:t>
            </a:r>
          </a:p>
          <a:p>
            <a:pPr lvl="1">
              <a:spcBef>
                <a:spcPts val="200"/>
              </a:spcBef>
              <a:spcAft>
                <a:spcPts val="200"/>
              </a:spcAft>
            </a:pPr>
            <a:r>
              <a:rPr lang="en-US" sz="1000" noProof="0" dirty="0">
                <a:solidFill>
                  <a:schemeClr val="tx1"/>
                </a:solidFill>
              </a:rPr>
              <a:t>Second level</a:t>
            </a:r>
          </a:p>
          <a:p>
            <a:pPr marL="365760" lvl="2">
              <a:spcBef>
                <a:spcPts val="200"/>
              </a:spcBef>
              <a:spcAft>
                <a:spcPts val="200"/>
              </a:spcAft>
            </a:pPr>
            <a:r>
              <a:rPr lang="en-US" sz="1000" noProof="0" dirty="0">
                <a:solidFill>
                  <a:schemeClr val="tx1"/>
                </a:solidFill>
              </a:rPr>
              <a:t>Third level</a:t>
            </a:r>
          </a:p>
        </p:txBody>
      </p:sp>
      <p:sp>
        <p:nvSpPr>
          <p:cNvPr id="31" name="Text Placeholder 5"/>
          <p:cNvSpPr txBox="1">
            <a:spLocks/>
          </p:cNvSpPr>
          <p:nvPr/>
        </p:nvSpPr>
        <p:spPr>
          <a:xfrm>
            <a:off x="6151359" y="3238878"/>
            <a:ext cx="2363163" cy="538609"/>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000" noProof="0" dirty="0">
                <a:solidFill>
                  <a:schemeClr val="tx1"/>
                </a:solidFill>
              </a:rPr>
              <a:t>Click to add text</a:t>
            </a:r>
          </a:p>
          <a:p>
            <a:pPr lvl="1">
              <a:spcBef>
                <a:spcPts val="200"/>
              </a:spcBef>
              <a:spcAft>
                <a:spcPts val="200"/>
              </a:spcAft>
            </a:pPr>
            <a:r>
              <a:rPr lang="en-US" sz="1000" noProof="0" dirty="0">
                <a:solidFill>
                  <a:schemeClr val="tx1"/>
                </a:solidFill>
              </a:rPr>
              <a:t>Second level</a:t>
            </a:r>
          </a:p>
          <a:p>
            <a:pPr marL="365760" lvl="2">
              <a:spcBef>
                <a:spcPts val="200"/>
              </a:spcBef>
              <a:spcAft>
                <a:spcPts val="200"/>
              </a:spcAft>
            </a:pPr>
            <a:r>
              <a:rPr lang="en-US" sz="1000" noProof="0" dirty="0">
                <a:solidFill>
                  <a:schemeClr val="tx1"/>
                </a:solidFill>
              </a:rPr>
              <a:t>Third level</a:t>
            </a:r>
          </a:p>
        </p:txBody>
      </p:sp>
      <p:sp>
        <p:nvSpPr>
          <p:cNvPr id="32" name="Text Placeholder 5"/>
          <p:cNvSpPr txBox="1">
            <a:spLocks/>
          </p:cNvSpPr>
          <p:nvPr/>
        </p:nvSpPr>
        <p:spPr>
          <a:xfrm>
            <a:off x="6151359" y="3860324"/>
            <a:ext cx="2363163" cy="538609"/>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000" noProof="0" dirty="0">
                <a:solidFill>
                  <a:schemeClr val="tx1"/>
                </a:solidFill>
              </a:rPr>
              <a:t>Click to add text</a:t>
            </a:r>
          </a:p>
          <a:p>
            <a:pPr lvl="1">
              <a:spcBef>
                <a:spcPts val="200"/>
              </a:spcBef>
              <a:spcAft>
                <a:spcPts val="200"/>
              </a:spcAft>
            </a:pPr>
            <a:r>
              <a:rPr lang="en-US" sz="1000" noProof="0" dirty="0">
                <a:solidFill>
                  <a:schemeClr val="tx1"/>
                </a:solidFill>
              </a:rPr>
              <a:t>Second level</a:t>
            </a:r>
          </a:p>
          <a:p>
            <a:pPr marL="365760" lvl="2">
              <a:spcBef>
                <a:spcPts val="200"/>
              </a:spcBef>
              <a:spcAft>
                <a:spcPts val="200"/>
              </a:spcAft>
            </a:pPr>
            <a:r>
              <a:rPr lang="en-US" sz="1000" noProof="0" dirty="0">
                <a:solidFill>
                  <a:schemeClr val="tx1"/>
                </a:solidFill>
              </a:rPr>
              <a:t>Third level</a:t>
            </a:r>
          </a:p>
        </p:txBody>
      </p:sp>
      <p:sp>
        <p:nvSpPr>
          <p:cNvPr id="33" name="Text Placeholder 5"/>
          <p:cNvSpPr txBox="1">
            <a:spLocks/>
          </p:cNvSpPr>
          <p:nvPr/>
        </p:nvSpPr>
        <p:spPr>
          <a:xfrm>
            <a:off x="6151359" y="4481770"/>
            <a:ext cx="2363163" cy="538609"/>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000" noProof="0" dirty="0">
                <a:solidFill>
                  <a:schemeClr val="tx1"/>
                </a:solidFill>
              </a:rPr>
              <a:t>Click to add text</a:t>
            </a:r>
          </a:p>
          <a:p>
            <a:pPr lvl="1">
              <a:spcBef>
                <a:spcPts val="200"/>
              </a:spcBef>
              <a:spcAft>
                <a:spcPts val="200"/>
              </a:spcAft>
            </a:pPr>
            <a:r>
              <a:rPr lang="en-US" sz="1000" noProof="0" dirty="0">
                <a:solidFill>
                  <a:schemeClr val="tx1"/>
                </a:solidFill>
              </a:rPr>
              <a:t>Second level</a:t>
            </a:r>
          </a:p>
          <a:p>
            <a:pPr marL="365760" lvl="2">
              <a:spcBef>
                <a:spcPts val="200"/>
              </a:spcBef>
              <a:spcAft>
                <a:spcPts val="200"/>
              </a:spcAft>
            </a:pPr>
            <a:r>
              <a:rPr lang="en-US" sz="1000" noProof="0" dirty="0">
                <a:solidFill>
                  <a:schemeClr val="tx1"/>
                </a:solidFill>
              </a:rPr>
              <a:t>Third level</a:t>
            </a:r>
          </a:p>
        </p:txBody>
      </p:sp>
      <p:sp>
        <p:nvSpPr>
          <p:cNvPr id="34" name="Text Placeholder 5"/>
          <p:cNvSpPr txBox="1">
            <a:spLocks/>
          </p:cNvSpPr>
          <p:nvPr/>
        </p:nvSpPr>
        <p:spPr>
          <a:xfrm>
            <a:off x="6151359" y="5103218"/>
            <a:ext cx="2363163" cy="538609"/>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000" noProof="0" dirty="0">
                <a:solidFill>
                  <a:schemeClr val="tx1"/>
                </a:solidFill>
              </a:rPr>
              <a:t>Click to add text</a:t>
            </a:r>
          </a:p>
          <a:p>
            <a:pPr lvl="1">
              <a:spcBef>
                <a:spcPts val="200"/>
              </a:spcBef>
              <a:spcAft>
                <a:spcPts val="200"/>
              </a:spcAft>
            </a:pPr>
            <a:r>
              <a:rPr lang="en-US" sz="1000" noProof="0" dirty="0">
                <a:solidFill>
                  <a:schemeClr val="tx1"/>
                </a:solidFill>
              </a:rPr>
              <a:t>Second level</a:t>
            </a:r>
          </a:p>
          <a:p>
            <a:pPr marL="365760" lvl="2">
              <a:spcBef>
                <a:spcPts val="200"/>
              </a:spcBef>
              <a:spcAft>
                <a:spcPts val="200"/>
              </a:spcAft>
            </a:pPr>
            <a:r>
              <a:rPr lang="en-US" sz="1000" noProof="0" dirty="0">
                <a:solidFill>
                  <a:schemeClr val="tx1"/>
                </a:solidFill>
              </a:rPr>
              <a:t>Third level</a:t>
            </a:r>
          </a:p>
        </p:txBody>
      </p:sp>
    </p:spTree>
    <p:extLst>
      <p:ext uri="{BB962C8B-B14F-4D97-AF65-F5344CB8AC3E}">
        <p14:creationId xmlns:p14="http://schemas.microsoft.com/office/powerpoint/2010/main" val="1423266824"/>
      </p:ext>
    </p:extLst>
  </p:cSld>
  <p:clrMapOvr>
    <a:masterClrMapping/>
  </p:clrMapOvr>
  <p:transition>
    <p:fade/>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Expanded text</a:t>
            </a:r>
            <a:endParaRPr lang="en-US" dirty="0"/>
          </a:p>
        </p:txBody>
      </p:sp>
      <p:sp>
        <p:nvSpPr>
          <p:cNvPr id="241668" name="Title 1"/>
          <p:cNvSpPr>
            <a:spLocks noGrp="1"/>
          </p:cNvSpPr>
          <p:nvPr>
            <p:ph type="title"/>
          </p:nvPr>
        </p:nvSpPr>
        <p:spPr/>
        <p:txBody>
          <a:bodyPr/>
          <a:lstStyle/>
          <a:p>
            <a:r>
              <a:rPr lang="en-US"/>
              <a:t>Driver trees </a:t>
            </a:r>
            <a:endParaRPr lang="en-US" dirty="0"/>
          </a:p>
        </p:txBody>
      </p:sp>
      <p:sp>
        <p:nvSpPr>
          <p:cNvPr id="11" name="AutoShape 4"/>
          <p:cNvSpPr>
            <a:spLocks noChangeArrowheads="1"/>
          </p:cNvSpPr>
          <p:nvPr/>
        </p:nvSpPr>
        <p:spPr bwMode="auto">
          <a:xfrm>
            <a:off x="661593" y="1952319"/>
            <a:ext cx="8836817" cy="297954"/>
          </a:xfrm>
          <a:prstGeom prst="homePlate">
            <a:avLst>
              <a:gd name="adj" fmla="val 58990"/>
            </a:avLst>
          </a:prstGeom>
          <a:solidFill>
            <a:srgbClr val="0097A9"/>
          </a:solidFill>
          <a:ln w="12700" algn="ctr">
            <a:noFill/>
            <a:miter lim="800000"/>
            <a:headEnd/>
            <a:tailEnd/>
          </a:ln>
        </p:spPr>
        <p:txBody>
          <a:bodyPr lIns="29250" tIns="29250" rIns="29250" bIns="29250" anchor="ctr"/>
          <a:lstStyle/>
          <a:p>
            <a:pPr algn="ctr">
              <a:defRPr/>
            </a:pPr>
            <a:r>
              <a:rPr lang="en-US" sz="1600" dirty="0">
                <a:solidFill>
                  <a:schemeClr val="bg1"/>
                </a:solidFill>
                <a:latin typeface="Aptos" panose="020B0004020202020204" pitchFamily="34" charset="0"/>
                <a:ea typeface="ＭＳ Ｐゴシック" pitchFamily="50" charset="-128"/>
              </a:rPr>
              <a:t>Text</a:t>
            </a:r>
            <a:endParaRPr lang="en-US" altLang="ja-JP" sz="1600" dirty="0">
              <a:solidFill>
                <a:schemeClr val="bg1"/>
              </a:solidFill>
              <a:latin typeface="Aptos" panose="020B0004020202020204" pitchFamily="34" charset="0"/>
              <a:ea typeface="ＭＳ Ｐゴシック" pitchFamily="50" charset="-128"/>
            </a:endParaRPr>
          </a:p>
        </p:txBody>
      </p:sp>
      <p:cxnSp>
        <p:nvCxnSpPr>
          <p:cNvPr id="27" name="AutoShape 21"/>
          <p:cNvCxnSpPr>
            <a:cxnSpLocks noChangeShapeType="1"/>
            <a:stCxn id="18" idx="1"/>
            <a:endCxn id="14" idx="3"/>
          </p:cNvCxnSpPr>
          <p:nvPr/>
        </p:nvCxnSpPr>
        <p:spPr bwMode="gray">
          <a:xfrm rot="10800000" flipV="1">
            <a:off x="3777820" y="2515678"/>
            <a:ext cx="550378" cy="479471"/>
          </a:xfrm>
          <a:prstGeom prst="bentConnector3">
            <a:avLst>
              <a:gd name="adj1" fmla="val 50000"/>
            </a:avLst>
          </a:prstGeom>
          <a:noFill/>
          <a:ln w="6350">
            <a:solidFill>
              <a:srgbClr val="BBBCBC"/>
            </a:solidFill>
            <a:miter lim="800000"/>
            <a:headEnd/>
            <a:tailEnd type="triangle" w="med" len="med"/>
          </a:ln>
        </p:spPr>
      </p:cxnSp>
      <p:cxnSp>
        <p:nvCxnSpPr>
          <p:cNvPr id="28" name="AutoShape 22"/>
          <p:cNvCxnSpPr>
            <a:cxnSpLocks noChangeShapeType="1"/>
            <a:stCxn id="15" idx="1"/>
            <a:endCxn id="14" idx="3"/>
          </p:cNvCxnSpPr>
          <p:nvPr/>
        </p:nvCxnSpPr>
        <p:spPr bwMode="gray">
          <a:xfrm flipH="1">
            <a:off x="3777819" y="2995149"/>
            <a:ext cx="550379" cy="0"/>
          </a:xfrm>
          <a:prstGeom prst="straightConnector1">
            <a:avLst/>
          </a:prstGeom>
          <a:noFill/>
          <a:ln w="6350">
            <a:solidFill>
              <a:srgbClr val="BBBCBC"/>
            </a:solidFill>
            <a:round/>
            <a:headEnd/>
            <a:tailEnd type="triangle" w="med" len="med"/>
          </a:ln>
        </p:spPr>
      </p:cxnSp>
      <p:cxnSp>
        <p:nvCxnSpPr>
          <p:cNvPr id="29" name="AutoShape 23"/>
          <p:cNvCxnSpPr>
            <a:cxnSpLocks noChangeShapeType="1"/>
            <a:stCxn id="17" idx="1"/>
            <a:endCxn id="14" idx="3"/>
          </p:cNvCxnSpPr>
          <p:nvPr/>
        </p:nvCxnSpPr>
        <p:spPr bwMode="gray">
          <a:xfrm rot="10800000">
            <a:off x="3777820" y="2995149"/>
            <a:ext cx="550378" cy="479471"/>
          </a:xfrm>
          <a:prstGeom prst="bentConnector3">
            <a:avLst>
              <a:gd name="adj1" fmla="val 50000"/>
            </a:avLst>
          </a:prstGeom>
          <a:noFill/>
          <a:ln w="6350">
            <a:solidFill>
              <a:srgbClr val="BBBCBC"/>
            </a:solidFill>
            <a:miter lim="800000"/>
            <a:headEnd/>
            <a:tailEnd type="triangle" w="med" len="med"/>
          </a:ln>
        </p:spPr>
      </p:cxnSp>
      <p:cxnSp>
        <p:nvCxnSpPr>
          <p:cNvPr id="30" name="AutoShape 24"/>
          <p:cNvCxnSpPr>
            <a:cxnSpLocks noChangeShapeType="1"/>
            <a:stCxn id="16" idx="1"/>
            <a:endCxn id="13" idx="3"/>
          </p:cNvCxnSpPr>
          <p:nvPr/>
        </p:nvCxnSpPr>
        <p:spPr bwMode="gray">
          <a:xfrm rot="10800000" flipV="1">
            <a:off x="3777819" y="3954092"/>
            <a:ext cx="550379" cy="479471"/>
          </a:xfrm>
          <a:prstGeom prst="bentConnector3">
            <a:avLst>
              <a:gd name="adj1" fmla="val 50000"/>
            </a:avLst>
          </a:prstGeom>
          <a:noFill/>
          <a:ln w="6350">
            <a:solidFill>
              <a:srgbClr val="BBBCBC"/>
            </a:solidFill>
            <a:miter lim="800000"/>
            <a:headEnd/>
            <a:tailEnd type="triangle" w="med" len="med"/>
          </a:ln>
        </p:spPr>
      </p:cxnSp>
      <p:cxnSp>
        <p:nvCxnSpPr>
          <p:cNvPr id="31" name="AutoShape 25"/>
          <p:cNvCxnSpPr>
            <a:cxnSpLocks noChangeShapeType="1"/>
            <a:stCxn id="20" idx="1"/>
            <a:endCxn id="13" idx="3"/>
          </p:cNvCxnSpPr>
          <p:nvPr/>
        </p:nvCxnSpPr>
        <p:spPr bwMode="gray">
          <a:xfrm flipH="1">
            <a:off x="3777819" y="4433562"/>
            <a:ext cx="550378" cy="0"/>
          </a:xfrm>
          <a:prstGeom prst="straightConnector1">
            <a:avLst/>
          </a:prstGeom>
          <a:noFill/>
          <a:ln w="6350">
            <a:solidFill>
              <a:srgbClr val="BBBCBC"/>
            </a:solidFill>
            <a:round/>
            <a:headEnd/>
            <a:tailEnd type="triangle" w="med" len="med"/>
          </a:ln>
        </p:spPr>
      </p:cxnSp>
      <p:cxnSp>
        <p:nvCxnSpPr>
          <p:cNvPr id="32" name="AutoShape 26"/>
          <p:cNvCxnSpPr>
            <a:cxnSpLocks noChangeShapeType="1"/>
            <a:stCxn id="19" idx="1"/>
            <a:endCxn id="13" idx="3"/>
          </p:cNvCxnSpPr>
          <p:nvPr/>
        </p:nvCxnSpPr>
        <p:spPr bwMode="gray">
          <a:xfrm rot="10800000">
            <a:off x="3777820" y="4433564"/>
            <a:ext cx="550378" cy="479473"/>
          </a:xfrm>
          <a:prstGeom prst="bentConnector3">
            <a:avLst>
              <a:gd name="adj1" fmla="val 50000"/>
            </a:avLst>
          </a:prstGeom>
          <a:noFill/>
          <a:ln w="6350">
            <a:solidFill>
              <a:srgbClr val="BBBCBC"/>
            </a:solidFill>
            <a:miter lim="800000"/>
            <a:headEnd/>
            <a:tailEnd type="triangle" w="med" len="med"/>
          </a:ln>
        </p:spPr>
      </p:cxnSp>
      <p:cxnSp>
        <p:nvCxnSpPr>
          <p:cNvPr id="33" name="AutoShape 27"/>
          <p:cNvCxnSpPr>
            <a:cxnSpLocks noChangeShapeType="1"/>
            <a:stCxn id="14" idx="1"/>
            <a:endCxn id="10" idx="3"/>
          </p:cNvCxnSpPr>
          <p:nvPr/>
        </p:nvCxnSpPr>
        <p:spPr bwMode="gray">
          <a:xfrm rot="10800000" flipV="1">
            <a:off x="1974296" y="2995149"/>
            <a:ext cx="490821" cy="719207"/>
          </a:xfrm>
          <a:prstGeom prst="bentConnector3">
            <a:avLst>
              <a:gd name="adj1" fmla="val 50000"/>
            </a:avLst>
          </a:prstGeom>
          <a:noFill/>
          <a:ln w="6350">
            <a:solidFill>
              <a:srgbClr val="BBBCBC"/>
            </a:solidFill>
            <a:miter lim="800000"/>
            <a:headEnd/>
            <a:tailEnd type="triangle" w="med" len="med"/>
          </a:ln>
        </p:spPr>
      </p:cxnSp>
      <p:cxnSp>
        <p:nvCxnSpPr>
          <p:cNvPr id="34" name="AutoShape 28"/>
          <p:cNvCxnSpPr>
            <a:cxnSpLocks noChangeShapeType="1"/>
            <a:stCxn id="13" idx="1"/>
            <a:endCxn id="10" idx="3"/>
          </p:cNvCxnSpPr>
          <p:nvPr/>
        </p:nvCxnSpPr>
        <p:spPr bwMode="gray">
          <a:xfrm rot="10800000">
            <a:off x="1974296" y="3714358"/>
            <a:ext cx="490821" cy="719206"/>
          </a:xfrm>
          <a:prstGeom prst="bentConnector3">
            <a:avLst>
              <a:gd name="adj1" fmla="val 50000"/>
            </a:avLst>
          </a:prstGeom>
          <a:noFill/>
          <a:ln w="6350">
            <a:solidFill>
              <a:srgbClr val="BBBCBC"/>
            </a:solidFill>
            <a:miter lim="800000"/>
            <a:headEnd/>
            <a:tailEnd type="triangle" w="med" len="med"/>
          </a:ln>
        </p:spPr>
      </p:cxnSp>
      <p:sp>
        <p:nvSpPr>
          <p:cNvPr id="37" name="Text Box 10"/>
          <p:cNvSpPr txBox="1">
            <a:spLocks noChangeArrowheads="1"/>
          </p:cNvSpPr>
          <p:nvPr/>
        </p:nvSpPr>
        <p:spPr bwMode="auto">
          <a:xfrm>
            <a:off x="5699728" y="2292794"/>
            <a:ext cx="3544680" cy="297180"/>
          </a:xfrm>
          <a:prstGeom prst="rect">
            <a:avLst/>
          </a:prstGeom>
          <a:solidFill>
            <a:schemeClr val="tx1"/>
          </a:solidFill>
          <a:ln w="12700" algn="ctr">
            <a:noFill/>
            <a:miter lim="800000"/>
            <a:headEnd/>
            <a:tailEnd type="none" w="sm" len="med"/>
          </a:ln>
        </p:spPr>
        <p:txBody>
          <a:bodyPr lIns="72231" tIns="72231" rIns="72231" bIns="72231" anchor="ctr" anchorCtr="0"/>
          <a:lstStyle/>
          <a:p>
            <a:pPr defTabSz="777796"/>
            <a:r>
              <a:rPr lang="en-US" sz="1200" dirty="0">
                <a:solidFill>
                  <a:schemeClr val="bg1"/>
                </a:solidFill>
                <a:latin typeface="Aptos" panose="020B0004020202020204" pitchFamily="34" charset="0"/>
              </a:rPr>
              <a:t>Text</a:t>
            </a:r>
          </a:p>
        </p:txBody>
      </p:sp>
      <p:sp>
        <p:nvSpPr>
          <p:cNvPr id="38" name="Text Placeholder 5"/>
          <p:cNvSpPr txBox="1">
            <a:spLocks/>
          </p:cNvSpPr>
          <p:nvPr/>
        </p:nvSpPr>
        <p:spPr>
          <a:xfrm>
            <a:off x="5699728" y="2583080"/>
            <a:ext cx="3544680" cy="1114425"/>
          </a:xfrm>
          <a:prstGeom prst="rect">
            <a:avLst/>
          </a:prstGeom>
          <a:solidFill>
            <a:srgbClr val="FFFFFF"/>
          </a:solidFill>
          <a:ln w="12700">
            <a:noFill/>
          </a:ln>
        </p:spPr>
        <p:txBody>
          <a:bodyPr wrap="square" lIns="72231"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000" noProof="0" dirty="0">
                <a:solidFill>
                  <a:schemeClr val="tx1"/>
                </a:solidFill>
              </a:rPr>
              <a:t>Click to add text</a:t>
            </a:r>
          </a:p>
          <a:p>
            <a:pPr lvl="1">
              <a:spcBef>
                <a:spcPts val="200"/>
              </a:spcBef>
              <a:spcAft>
                <a:spcPts val="200"/>
              </a:spcAft>
            </a:pPr>
            <a:r>
              <a:rPr lang="en-US" sz="1000" noProof="0" dirty="0">
                <a:solidFill>
                  <a:schemeClr val="tx1"/>
                </a:solidFill>
              </a:rPr>
              <a:t>Second level</a:t>
            </a:r>
          </a:p>
          <a:p>
            <a:pPr marL="365760" lvl="2">
              <a:spcBef>
                <a:spcPts val="200"/>
              </a:spcBef>
              <a:spcAft>
                <a:spcPts val="200"/>
              </a:spcAft>
            </a:pPr>
            <a:r>
              <a:rPr lang="en-US" sz="1000" noProof="0" dirty="0">
                <a:solidFill>
                  <a:schemeClr val="tx1"/>
                </a:solidFill>
              </a:rPr>
              <a:t>Third level</a:t>
            </a:r>
          </a:p>
          <a:p>
            <a:pPr marL="548640" lvl="3">
              <a:spcBef>
                <a:spcPts val="200"/>
              </a:spcBef>
              <a:spcAft>
                <a:spcPts val="200"/>
              </a:spcAft>
            </a:pPr>
            <a:r>
              <a:rPr lang="en-US" sz="1000" noProof="0" dirty="0">
                <a:solidFill>
                  <a:schemeClr val="tx1"/>
                </a:solidFill>
              </a:rPr>
              <a:t>Fourth level</a:t>
            </a:r>
          </a:p>
          <a:p>
            <a:pPr marL="731520" lvl="4">
              <a:spcBef>
                <a:spcPts val="200"/>
              </a:spcBef>
              <a:spcAft>
                <a:spcPts val="200"/>
              </a:spcAft>
            </a:pPr>
            <a:r>
              <a:rPr lang="en-US" sz="1000" noProof="0" dirty="0">
                <a:solidFill>
                  <a:schemeClr val="tx1"/>
                </a:solidFill>
              </a:rPr>
              <a:t>Fifth level</a:t>
            </a:r>
          </a:p>
        </p:txBody>
      </p:sp>
      <p:sp>
        <p:nvSpPr>
          <p:cNvPr id="45" name="Text Box 10"/>
          <p:cNvSpPr txBox="1">
            <a:spLocks noChangeArrowheads="1"/>
          </p:cNvSpPr>
          <p:nvPr/>
        </p:nvSpPr>
        <p:spPr bwMode="auto">
          <a:xfrm>
            <a:off x="5699728" y="3734632"/>
            <a:ext cx="3544680" cy="297180"/>
          </a:xfrm>
          <a:prstGeom prst="rect">
            <a:avLst/>
          </a:prstGeom>
          <a:solidFill>
            <a:schemeClr val="tx1"/>
          </a:solidFill>
          <a:ln w="12700" algn="ctr">
            <a:noFill/>
            <a:miter lim="800000"/>
            <a:headEnd/>
            <a:tailEnd type="none" w="sm" len="med"/>
          </a:ln>
        </p:spPr>
        <p:txBody>
          <a:bodyPr lIns="72231" tIns="72231" rIns="72231" bIns="72231" anchor="ctr" anchorCtr="0"/>
          <a:lstStyle/>
          <a:p>
            <a:pPr defTabSz="777796"/>
            <a:r>
              <a:rPr lang="en-US" sz="1200" dirty="0">
                <a:solidFill>
                  <a:schemeClr val="bg1"/>
                </a:solidFill>
                <a:latin typeface="Aptos" panose="020B0004020202020204" pitchFamily="34" charset="0"/>
              </a:rPr>
              <a:t>Text</a:t>
            </a:r>
          </a:p>
        </p:txBody>
      </p:sp>
      <p:sp>
        <p:nvSpPr>
          <p:cNvPr id="46" name="Text Placeholder 5"/>
          <p:cNvSpPr txBox="1">
            <a:spLocks/>
          </p:cNvSpPr>
          <p:nvPr/>
        </p:nvSpPr>
        <p:spPr>
          <a:xfrm>
            <a:off x="5699728" y="4021495"/>
            <a:ext cx="3544680" cy="1114425"/>
          </a:xfrm>
          <a:prstGeom prst="rect">
            <a:avLst/>
          </a:prstGeom>
          <a:solidFill>
            <a:srgbClr val="FFFFFF"/>
          </a:solidFill>
          <a:ln w="12700">
            <a:noFill/>
          </a:ln>
        </p:spPr>
        <p:txBody>
          <a:bodyPr wrap="square" lIns="72231" tIns="72231" rIns="72231" bIns="72231"/>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000" noProof="0" dirty="0">
                <a:solidFill>
                  <a:schemeClr val="tx1"/>
                </a:solidFill>
              </a:rPr>
              <a:t>Click to add text</a:t>
            </a:r>
          </a:p>
          <a:p>
            <a:pPr lvl="1">
              <a:spcBef>
                <a:spcPts val="200"/>
              </a:spcBef>
              <a:spcAft>
                <a:spcPts val="200"/>
              </a:spcAft>
            </a:pPr>
            <a:r>
              <a:rPr lang="en-US" sz="1000" noProof="0" dirty="0">
                <a:solidFill>
                  <a:schemeClr val="tx1"/>
                </a:solidFill>
              </a:rPr>
              <a:t>Second level</a:t>
            </a:r>
          </a:p>
          <a:p>
            <a:pPr marL="365760" lvl="2">
              <a:spcBef>
                <a:spcPts val="200"/>
              </a:spcBef>
              <a:spcAft>
                <a:spcPts val="200"/>
              </a:spcAft>
            </a:pPr>
            <a:r>
              <a:rPr lang="en-US" sz="1000" noProof="0" dirty="0">
                <a:solidFill>
                  <a:schemeClr val="tx1"/>
                </a:solidFill>
              </a:rPr>
              <a:t>Third level</a:t>
            </a:r>
          </a:p>
          <a:p>
            <a:pPr marL="548640" lvl="3">
              <a:spcBef>
                <a:spcPts val="200"/>
              </a:spcBef>
              <a:spcAft>
                <a:spcPts val="200"/>
              </a:spcAft>
            </a:pPr>
            <a:r>
              <a:rPr lang="en-US" sz="1000" noProof="0" dirty="0">
                <a:solidFill>
                  <a:schemeClr val="tx1"/>
                </a:solidFill>
              </a:rPr>
              <a:t>Fourth level</a:t>
            </a:r>
          </a:p>
          <a:p>
            <a:pPr marL="731520" lvl="4">
              <a:spcBef>
                <a:spcPts val="200"/>
              </a:spcBef>
              <a:spcAft>
                <a:spcPts val="200"/>
              </a:spcAft>
            </a:pPr>
            <a:r>
              <a:rPr lang="en-US" sz="1000" noProof="0" dirty="0">
                <a:solidFill>
                  <a:schemeClr val="tx1"/>
                </a:solidFill>
              </a:rPr>
              <a:t>Fifth level</a:t>
            </a:r>
          </a:p>
        </p:txBody>
      </p:sp>
      <p:sp>
        <p:nvSpPr>
          <p:cNvPr id="10" name="Rectangle 3"/>
          <p:cNvSpPr>
            <a:spLocks noChangeArrowheads="1"/>
          </p:cNvSpPr>
          <p:nvPr/>
        </p:nvSpPr>
        <p:spPr bwMode="auto">
          <a:xfrm>
            <a:off x="661592" y="3491472"/>
            <a:ext cx="1312703"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endParaRPr lang="en-US" altLang="ja-JP" sz="1200" dirty="0">
              <a:solidFill>
                <a:schemeClr val="bg1"/>
              </a:solidFill>
              <a:latin typeface="Aptos" panose="020B0004020202020204" pitchFamily="34" charset="0"/>
              <a:ea typeface="ＭＳ Ｐゴシック" pitchFamily="50" charset="-128"/>
              <a:cs typeface="Arial" pitchFamily="34" charset="0"/>
            </a:endParaRPr>
          </a:p>
        </p:txBody>
      </p:sp>
      <p:sp>
        <p:nvSpPr>
          <p:cNvPr id="13" name="Rectangle 6"/>
          <p:cNvSpPr>
            <a:spLocks noChangeArrowheads="1"/>
          </p:cNvSpPr>
          <p:nvPr/>
        </p:nvSpPr>
        <p:spPr bwMode="auto">
          <a:xfrm>
            <a:off x="2465116" y="4210677"/>
            <a:ext cx="1312703"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endParaRPr lang="en-US" altLang="ja-JP" sz="1200" dirty="0">
              <a:solidFill>
                <a:schemeClr val="bg1"/>
              </a:solidFill>
              <a:latin typeface="Aptos" panose="020B0004020202020204" pitchFamily="34" charset="0"/>
              <a:ea typeface="ＭＳ Ｐゴシック" pitchFamily="50" charset="-128"/>
              <a:cs typeface="Arial" pitchFamily="34" charset="0"/>
            </a:endParaRPr>
          </a:p>
        </p:txBody>
      </p:sp>
      <p:sp>
        <p:nvSpPr>
          <p:cNvPr id="14" name="Rectangle 7"/>
          <p:cNvSpPr>
            <a:spLocks noChangeArrowheads="1"/>
          </p:cNvSpPr>
          <p:nvPr/>
        </p:nvSpPr>
        <p:spPr bwMode="auto">
          <a:xfrm>
            <a:off x="2465116" y="2772264"/>
            <a:ext cx="1312703"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endParaRPr lang="en-US" altLang="ja-JP" sz="1200" dirty="0">
              <a:solidFill>
                <a:schemeClr val="bg1"/>
              </a:solidFill>
              <a:latin typeface="Aptos" panose="020B0004020202020204" pitchFamily="34" charset="0"/>
              <a:ea typeface="ＭＳ Ｐゴシック" pitchFamily="50" charset="-128"/>
              <a:cs typeface="Arial" pitchFamily="34" charset="0"/>
            </a:endParaRPr>
          </a:p>
        </p:txBody>
      </p:sp>
      <p:sp>
        <p:nvSpPr>
          <p:cNvPr id="15" name="Rectangle 8"/>
          <p:cNvSpPr>
            <a:spLocks noChangeArrowheads="1"/>
          </p:cNvSpPr>
          <p:nvPr/>
        </p:nvSpPr>
        <p:spPr bwMode="auto">
          <a:xfrm>
            <a:off x="4328198" y="2772264"/>
            <a:ext cx="1312703" cy="445770"/>
          </a:xfrm>
          <a:prstGeom prst="rect">
            <a:avLst/>
          </a:prstGeom>
          <a:solidFill>
            <a:schemeClr val="tx1"/>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endParaRPr lang="en-US" altLang="ja-JP" sz="1200" dirty="0">
              <a:solidFill>
                <a:schemeClr val="bg1"/>
              </a:solidFill>
              <a:latin typeface="Aptos" panose="020B0004020202020204" pitchFamily="34" charset="0"/>
              <a:ea typeface="ＭＳ Ｐゴシック" pitchFamily="50" charset="-128"/>
              <a:cs typeface="Arial" pitchFamily="34" charset="0"/>
            </a:endParaRPr>
          </a:p>
        </p:txBody>
      </p:sp>
      <p:sp>
        <p:nvSpPr>
          <p:cNvPr id="16" name="Rectangle 9"/>
          <p:cNvSpPr>
            <a:spLocks noChangeArrowheads="1"/>
          </p:cNvSpPr>
          <p:nvPr/>
        </p:nvSpPr>
        <p:spPr bwMode="auto">
          <a:xfrm>
            <a:off x="4328198" y="3731206"/>
            <a:ext cx="1312703" cy="445770"/>
          </a:xfrm>
          <a:prstGeom prst="rect">
            <a:avLst/>
          </a:prstGeom>
          <a:solidFill>
            <a:schemeClr val="tx1"/>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endParaRPr lang="en-US" altLang="ja-JP" sz="1200" dirty="0">
              <a:solidFill>
                <a:schemeClr val="bg1"/>
              </a:solidFill>
              <a:latin typeface="Aptos" panose="020B0004020202020204" pitchFamily="34" charset="0"/>
              <a:ea typeface="ＭＳ Ｐゴシック" pitchFamily="50" charset="-128"/>
              <a:cs typeface="Arial" pitchFamily="34" charset="0"/>
            </a:endParaRPr>
          </a:p>
        </p:txBody>
      </p:sp>
      <p:sp>
        <p:nvSpPr>
          <p:cNvPr id="17" name="Rectangle 10"/>
          <p:cNvSpPr>
            <a:spLocks noChangeArrowheads="1"/>
          </p:cNvSpPr>
          <p:nvPr/>
        </p:nvSpPr>
        <p:spPr bwMode="auto">
          <a:xfrm>
            <a:off x="4328196" y="3251735"/>
            <a:ext cx="1312703" cy="445770"/>
          </a:xfrm>
          <a:prstGeom prst="rect">
            <a:avLst/>
          </a:prstGeom>
          <a:solidFill>
            <a:schemeClr val="tx1"/>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endParaRPr lang="en-US" altLang="ja-JP" sz="1200" dirty="0">
              <a:solidFill>
                <a:schemeClr val="bg1"/>
              </a:solidFill>
              <a:latin typeface="Aptos" panose="020B0004020202020204" pitchFamily="34" charset="0"/>
              <a:ea typeface="ＭＳ Ｐゴシック" pitchFamily="50" charset="-128"/>
              <a:cs typeface="Arial" pitchFamily="34" charset="0"/>
            </a:endParaRPr>
          </a:p>
        </p:txBody>
      </p:sp>
      <p:sp>
        <p:nvSpPr>
          <p:cNvPr id="18" name="Rectangle 11"/>
          <p:cNvSpPr>
            <a:spLocks noChangeArrowheads="1"/>
          </p:cNvSpPr>
          <p:nvPr/>
        </p:nvSpPr>
        <p:spPr bwMode="auto">
          <a:xfrm>
            <a:off x="4328196" y="2292794"/>
            <a:ext cx="1312703" cy="445770"/>
          </a:xfrm>
          <a:prstGeom prst="rect">
            <a:avLst/>
          </a:prstGeom>
          <a:solidFill>
            <a:schemeClr val="tx1"/>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endParaRPr lang="en-US" altLang="ja-JP" sz="1200" dirty="0">
              <a:solidFill>
                <a:schemeClr val="bg1"/>
              </a:solidFill>
              <a:latin typeface="Aptos" panose="020B0004020202020204" pitchFamily="34" charset="0"/>
              <a:ea typeface="ＭＳ Ｐゴシック" pitchFamily="50" charset="-128"/>
              <a:cs typeface="Arial" pitchFamily="34" charset="0"/>
            </a:endParaRPr>
          </a:p>
        </p:txBody>
      </p:sp>
      <p:sp>
        <p:nvSpPr>
          <p:cNvPr id="19" name="Rectangle 12"/>
          <p:cNvSpPr>
            <a:spLocks noChangeArrowheads="1"/>
          </p:cNvSpPr>
          <p:nvPr/>
        </p:nvSpPr>
        <p:spPr bwMode="auto">
          <a:xfrm>
            <a:off x="4328196" y="4690150"/>
            <a:ext cx="1312703" cy="445770"/>
          </a:xfrm>
          <a:prstGeom prst="rect">
            <a:avLst/>
          </a:prstGeom>
          <a:solidFill>
            <a:schemeClr val="tx1"/>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endParaRPr lang="en-US" altLang="ja-JP" sz="1200" dirty="0">
              <a:solidFill>
                <a:schemeClr val="bg1"/>
              </a:solidFill>
              <a:latin typeface="Aptos" panose="020B0004020202020204" pitchFamily="34" charset="0"/>
              <a:ea typeface="ＭＳ Ｐゴシック" pitchFamily="50" charset="-128"/>
              <a:cs typeface="Arial" pitchFamily="34" charset="0"/>
            </a:endParaRPr>
          </a:p>
        </p:txBody>
      </p:sp>
      <p:sp>
        <p:nvSpPr>
          <p:cNvPr id="20" name="Rectangle 13"/>
          <p:cNvSpPr>
            <a:spLocks noChangeArrowheads="1"/>
          </p:cNvSpPr>
          <p:nvPr/>
        </p:nvSpPr>
        <p:spPr bwMode="auto">
          <a:xfrm>
            <a:off x="4328196" y="4210677"/>
            <a:ext cx="1312703" cy="445770"/>
          </a:xfrm>
          <a:prstGeom prst="rect">
            <a:avLst/>
          </a:prstGeom>
          <a:solidFill>
            <a:schemeClr val="tx1"/>
          </a:solidFill>
          <a:ln w="19050" algn="ctr">
            <a:noFill/>
            <a:miter lim="800000"/>
            <a:headEnd type="none" w="sm" len="sm"/>
            <a:tailEnd type="none" w="med" len="lg"/>
          </a:ln>
        </p:spPr>
        <p:txBody>
          <a:bodyPr lIns="72231" tIns="72231" rIns="72231" bIns="72231" anchor="ctr"/>
          <a:lstStyle/>
          <a:p>
            <a:pPr>
              <a:spcBef>
                <a:spcPts val="163"/>
              </a:spcBef>
            </a:pPr>
            <a:r>
              <a:rPr lang="en-US" sz="1200" dirty="0">
                <a:solidFill>
                  <a:schemeClr val="bg1"/>
                </a:solidFill>
                <a:latin typeface="Aptos" panose="020B0004020202020204" pitchFamily="34" charset="0"/>
                <a:ea typeface="ＭＳ Ｐゴシック" pitchFamily="50" charset="-128"/>
                <a:cs typeface="Arial" pitchFamily="34" charset="0"/>
              </a:rPr>
              <a:t>Text</a:t>
            </a:r>
            <a:endParaRPr lang="en-US" altLang="ja-JP" sz="1200" dirty="0">
              <a:solidFill>
                <a:schemeClr val="bg1"/>
              </a:solidFill>
              <a:latin typeface="Aptos" panose="020B0004020202020204" pitchFamily="34" charset="0"/>
              <a:ea typeface="ＭＳ Ｐゴシック" pitchFamily="50" charset="-128"/>
              <a:cs typeface="Arial" pitchFamily="34" charset="0"/>
            </a:endParaRPr>
          </a:p>
        </p:txBody>
      </p:sp>
      <p:sp>
        <p:nvSpPr>
          <p:cNvPr id="40" name="AutoShape 4"/>
          <p:cNvSpPr>
            <a:spLocks noChangeArrowheads="1"/>
          </p:cNvSpPr>
          <p:nvPr/>
        </p:nvSpPr>
        <p:spPr bwMode="auto">
          <a:xfrm flipH="1">
            <a:off x="407590" y="5188732"/>
            <a:ext cx="8836817" cy="297954"/>
          </a:xfrm>
          <a:prstGeom prst="homePlate">
            <a:avLst>
              <a:gd name="adj" fmla="val 58990"/>
            </a:avLst>
          </a:prstGeom>
          <a:solidFill>
            <a:srgbClr val="0097A9"/>
          </a:solidFill>
          <a:ln w="12700" algn="ctr">
            <a:noFill/>
            <a:miter lim="800000"/>
            <a:headEnd/>
            <a:tailEnd/>
          </a:ln>
        </p:spPr>
        <p:txBody>
          <a:bodyPr lIns="29250" tIns="29250" rIns="29250" bIns="29250" anchor="ctr"/>
          <a:lstStyle/>
          <a:p>
            <a:pPr algn="ctr">
              <a:defRPr/>
            </a:pPr>
            <a:r>
              <a:rPr lang="en-US" sz="1600" dirty="0">
                <a:solidFill>
                  <a:schemeClr val="bg1"/>
                </a:solidFill>
                <a:latin typeface="Aptos" panose="020B0004020202020204" pitchFamily="34" charset="0"/>
                <a:ea typeface="ＭＳ Ｐゴシック" pitchFamily="50" charset="-128"/>
              </a:rPr>
              <a:t>Text</a:t>
            </a:r>
            <a:endParaRPr lang="en-US" altLang="ja-JP" sz="1600" dirty="0">
              <a:solidFill>
                <a:schemeClr val="bg1"/>
              </a:solidFill>
              <a:latin typeface="Aptos" panose="020B0004020202020204" pitchFamily="34" charset="0"/>
              <a:ea typeface="ＭＳ Ｐゴシック" pitchFamily="50" charset="-128"/>
            </a:endParaRPr>
          </a:p>
        </p:txBody>
      </p:sp>
    </p:spTree>
    <p:extLst>
      <p:ext uri="{BB962C8B-B14F-4D97-AF65-F5344CB8AC3E}">
        <p14:creationId xmlns:p14="http://schemas.microsoft.com/office/powerpoint/2010/main" val="861487129"/>
      </p:ext>
    </p:extLst>
  </p:cSld>
  <p:clrMapOvr>
    <a:masterClrMapping/>
  </p:clrMapOvr>
  <p:transition>
    <p:fade/>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dirty="0"/>
              <a:t>Arrows showing trend</a:t>
            </a:r>
          </a:p>
        </p:txBody>
      </p:sp>
      <p:sp>
        <p:nvSpPr>
          <p:cNvPr id="622593" name="Title 1"/>
          <p:cNvSpPr>
            <a:spLocks noGrp="1"/>
          </p:cNvSpPr>
          <p:nvPr>
            <p:ph type="title"/>
          </p:nvPr>
        </p:nvSpPr>
        <p:spPr/>
        <p:txBody>
          <a:bodyPr/>
          <a:lstStyle/>
          <a:p>
            <a:r>
              <a:rPr lang="en-US" dirty="0"/>
              <a:t>Driver trees </a:t>
            </a:r>
          </a:p>
        </p:txBody>
      </p:sp>
      <p:cxnSp>
        <p:nvCxnSpPr>
          <p:cNvPr id="11" name="AutoShape 10"/>
          <p:cNvCxnSpPr>
            <a:cxnSpLocks noChangeShapeType="1"/>
            <a:stCxn id="7" idx="1"/>
            <a:endCxn id="5" idx="3"/>
          </p:cNvCxnSpPr>
          <p:nvPr/>
        </p:nvCxnSpPr>
        <p:spPr bwMode="auto">
          <a:xfrm rot="10800000" flipV="1">
            <a:off x="4428383" y="2800071"/>
            <a:ext cx="660452" cy="386953"/>
          </a:xfrm>
          <a:prstGeom prst="bentConnector3">
            <a:avLst>
              <a:gd name="adj1" fmla="val 50000"/>
            </a:avLst>
          </a:prstGeom>
          <a:noFill/>
          <a:ln w="6350">
            <a:solidFill>
              <a:srgbClr val="BBBCBC"/>
            </a:solidFill>
            <a:miter lim="800000"/>
            <a:headEnd/>
            <a:tailEnd/>
          </a:ln>
        </p:spPr>
      </p:cxnSp>
      <p:cxnSp>
        <p:nvCxnSpPr>
          <p:cNvPr id="12" name="AutoShape 11"/>
          <p:cNvCxnSpPr>
            <a:cxnSpLocks noChangeShapeType="1"/>
            <a:stCxn id="8" idx="1"/>
            <a:endCxn id="5" idx="3"/>
          </p:cNvCxnSpPr>
          <p:nvPr/>
        </p:nvCxnSpPr>
        <p:spPr bwMode="auto">
          <a:xfrm rot="10800000">
            <a:off x="4428383" y="3187029"/>
            <a:ext cx="660452" cy="472083"/>
          </a:xfrm>
          <a:prstGeom prst="bentConnector3">
            <a:avLst>
              <a:gd name="adj1" fmla="val 50000"/>
            </a:avLst>
          </a:prstGeom>
          <a:noFill/>
          <a:ln w="6350">
            <a:solidFill>
              <a:srgbClr val="BBBCBC"/>
            </a:solidFill>
            <a:miter lim="800000"/>
            <a:headEnd/>
            <a:tailEnd/>
          </a:ln>
        </p:spPr>
      </p:cxnSp>
      <p:cxnSp>
        <p:nvCxnSpPr>
          <p:cNvPr id="13" name="AutoShape 12"/>
          <p:cNvCxnSpPr>
            <a:cxnSpLocks noChangeShapeType="1"/>
            <a:stCxn id="9" idx="1"/>
            <a:endCxn id="6" idx="3"/>
          </p:cNvCxnSpPr>
          <p:nvPr/>
        </p:nvCxnSpPr>
        <p:spPr bwMode="auto">
          <a:xfrm rot="10800000" flipV="1">
            <a:off x="4428383" y="4461390"/>
            <a:ext cx="660452" cy="459184"/>
          </a:xfrm>
          <a:prstGeom prst="bentConnector3">
            <a:avLst>
              <a:gd name="adj1" fmla="val 50000"/>
            </a:avLst>
          </a:prstGeom>
          <a:noFill/>
          <a:ln w="6350">
            <a:solidFill>
              <a:srgbClr val="BBBCBC"/>
            </a:solidFill>
            <a:miter lim="800000"/>
            <a:headEnd/>
            <a:tailEnd/>
          </a:ln>
        </p:spPr>
      </p:cxnSp>
      <p:cxnSp>
        <p:nvCxnSpPr>
          <p:cNvPr id="14" name="AutoShape 13"/>
          <p:cNvCxnSpPr>
            <a:cxnSpLocks noChangeShapeType="1"/>
            <a:stCxn id="10" idx="1"/>
            <a:endCxn id="6" idx="3"/>
          </p:cNvCxnSpPr>
          <p:nvPr/>
        </p:nvCxnSpPr>
        <p:spPr bwMode="auto">
          <a:xfrm rot="10800000">
            <a:off x="4428383" y="4920579"/>
            <a:ext cx="660452" cy="359867"/>
          </a:xfrm>
          <a:prstGeom prst="bentConnector3">
            <a:avLst>
              <a:gd name="adj1" fmla="val 50000"/>
            </a:avLst>
          </a:prstGeom>
          <a:noFill/>
          <a:ln w="6350">
            <a:solidFill>
              <a:srgbClr val="BBBCBC"/>
            </a:solidFill>
            <a:miter lim="800000"/>
            <a:headEnd/>
            <a:tailEnd/>
          </a:ln>
        </p:spPr>
      </p:cxnSp>
      <p:cxnSp>
        <p:nvCxnSpPr>
          <p:cNvPr id="15" name="AutoShape 14"/>
          <p:cNvCxnSpPr>
            <a:cxnSpLocks noChangeShapeType="1"/>
            <a:stCxn id="5" idx="1"/>
            <a:endCxn id="4" idx="3"/>
          </p:cNvCxnSpPr>
          <p:nvPr/>
        </p:nvCxnSpPr>
        <p:spPr bwMode="auto">
          <a:xfrm rot="10800000" flipV="1">
            <a:off x="2653506" y="3187025"/>
            <a:ext cx="660452" cy="852587"/>
          </a:xfrm>
          <a:prstGeom prst="bentConnector3">
            <a:avLst>
              <a:gd name="adj1" fmla="val 50000"/>
            </a:avLst>
          </a:prstGeom>
          <a:noFill/>
          <a:ln w="6350">
            <a:solidFill>
              <a:srgbClr val="BBBCBC"/>
            </a:solidFill>
            <a:miter lim="800000"/>
            <a:headEnd/>
            <a:tailEnd/>
          </a:ln>
        </p:spPr>
      </p:cxnSp>
      <p:cxnSp>
        <p:nvCxnSpPr>
          <p:cNvPr id="16" name="AutoShape 15"/>
          <p:cNvCxnSpPr>
            <a:cxnSpLocks noChangeShapeType="1"/>
            <a:stCxn id="6" idx="1"/>
            <a:endCxn id="4" idx="3"/>
          </p:cNvCxnSpPr>
          <p:nvPr/>
        </p:nvCxnSpPr>
        <p:spPr bwMode="auto">
          <a:xfrm rot="10800000">
            <a:off x="2653506" y="4039612"/>
            <a:ext cx="660452" cy="880963"/>
          </a:xfrm>
          <a:prstGeom prst="bentConnector3">
            <a:avLst>
              <a:gd name="adj1" fmla="val 50000"/>
            </a:avLst>
          </a:prstGeom>
          <a:noFill/>
          <a:ln w="6350">
            <a:solidFill>
              <a:srgbClr val="BBBCBC"/>
            </a:solidFill>
            <a:miter lim="800000"/>
            <a:headEnd/>
            <a:tailEnd/>
          </a:ln>
        </p:spPr>
      </p:cxnSp>
      <p:cxnSp>
        <p:nvCxnSpPr>
          <p:cNvPr id="20" name="AutoShape 19"/>
          <p:cNvCxnSpPr>
            <a:cxnSpLocks noChangeShapeType="1"/>
            <a:stCxn id="17" idx="1"/>
            <a:endCxn id="7" idx="3"/>
          </p:cNvCxnSpPr>
          <p:nvPr/>
        </p:nvCxnSpPr>
        <p:spPr bwMode="auto">
          <a:xfrm rot="10800000" flipV="1">
            <a:off x="6203266" y="2178369"/>
            <a:ext cx="660451" cy="621705"/>
          </a:xfrm>
          <a:prstGeom prst="bentConnector3">
            <a:avLst>
              <a:gd name="adj1" fmla="val 50000"/>
            </a:avLst>
          </a:prstGeom>
          <a:noFill/>
          <a:ln w="6350">
            <a:solidFill>
              <a:srgbClr val="BBBCBC"/>
            </a:solidFill>
            <a:miter lim="800000"/>
            <a:headEnd/>
            <a:tailEnd/>
          </a:ln>
        </p:spPr>
      </p:cxnSp>
      <p:cxnSp>
        <p:nvCxnSpPr>
          <p:cNvPr id="21" name="AutoShape 20"/>
          <p:cNvCxnSpPr>
            <a:cxnSpLocks noChangeShapeType="1"/>
            <a:stCxn id="18" idx="1"/>
            <a:endCxn id="7" idx="3"/>
          </p:cNvCxnSpPr>
          <p:nvPr/>
        </p:nvCxnSpPr>
        <p:spPr bwMode="auto">
          <a:xfrm rot="10800000" flipV="1">
            <a:off x="6203266" y="2797494"/>
            <a:ext cx="660451" cy="2580"/>
          </a:xfrm>
          <a:prstGeom prst="bentConnector3">
            <a:avLst>
              <a:gd name="adj1" fmla="val 50000"/>
            </a:avLst>
          </a:prstGeom>
          <a:noFill/>
          <a:ln w="6350">
            <a:solidFill>
              <a:srgbClr val="BBBCBC"/>
            </a:solidFill>
            <a:miter lim="800000"/>
            <a:headEnd/>
            <a:tailEnd/>
          </a:ln>
        </p:spPr>
      </p:cxnSp>
      <p:cxnSp>
        <p:nvCxnSpPr>
          <p:cNvPr id="22" name="AutoShape 21"/>
          <p:cNvCxnSpPr>
            <a:cxnSpLocks noChangeShapeType="1"/>
            <a:stCxn id="19" idx="1"/>
            <a:endCxn id="7" idx="3"/>
          </p:cNvCxnSpPr>
          <p:nvPr/>
        </p:nvCxnSpPr>
        <p:spPr bwMode="auto">
          <a:xfrm rot="10800000">
            <a:off x="6203266" y="2800077"/>
            <a:ext cx="660451" cy="616545"/>
          </a:xfrm>
          <a:prstGeom prst="bentConnector3">
            <a:avLst>
              <a:gd name="adj1" fmla="val 50000"/>
            </a:avLst>
          </a:prstGeom>
          <a:noFill/>
          <a:ln w="6350">
            <a:solidFill>
              <a:srgbClr val="BBBCBC"/>
            </a:solidFill>
            <a:miter lim="800000"/>
            <a:headEnd/>
            <a:tailEnd/>
          </a:ln>
        </p:spPr>
      </p:cxnSp>
      <p:sp>
        <p:nvSpPr>
          <p:cNvPr id="622621" name="Text Box 29"/>
          <p:cNvSpPr txBox="1">
            <a:spLocks noChangeArrowheads="1"/>
          </p:cNvSpPr>
          <p:nvPr/>
        </p:nvSpPr>
        <p:spPr bwMode="auto">
          <a:xfrm>
            <a:off x="2722114" y="3861306"/>
            <a:ext cx="182742" cy="125099"/>
          </a:xfrm>
          <a:prstGeom prst="rect">
            <a:avLst/>
          </a:prstGeom>
          <a:noFill/>
          <a:ln w="9525" algn="ctr">
            <a:noFill/>
            <a:miter lim="800000"/>
            <a:headEnd type="none" w="sm" len="sm"/>
            <a:tailEnd type="none" w="med" len="lg"/>
          </a:ln>
        </p:spPr>
        <p:txBody>
          <a:bodyPr wrap="none" lIns="0" tIns="0" rIns="0" bIns="0">
            <a:spAutoFit/>
          </a:bodyPr>
          <a:lstStyle/>
          <a:p>
            <a:pPr algn="ctr"/>
            <a:r>
              <a:rPr lang="en-US" altLang="ja-JP" sz="800" dirty="0">
                <a:latin typeface="Aptos" panose="020B0004020202020204" pitchFamily="34" charset="0"/>
                <a:ea typeface="ＭＳ Ｐゴシック" charset="-128"/>
              </a:rPr>
              <a:t>Text</a:t>
            </a:r>
          </a:p>
        </p:txBody>
      </p:sp>
      <p:sp>
        <p:nvSpPr>
          <p:cNvPr id="622622" name="Text Box 30"/>
          <p:cNvSpPr txBox="1">
            <a:spLocks noChangeArrowheads="1"/>
          </p:cNvSpPr>
          <p:nvPr/>
        </p:nvSpPr>
        <p:spPr bwMode="auto">
          <a:xfrm>
            <a:off x="4458859" y="3008719"/>
            <a:ext cx="266479" cy="125099"/>
          </a:xfrm>
          <a:prstGeom prst="rect">
            <a:avLst/>
          </a:prstGeom>
          <a:noFill/>
          <a:ln w="9525" algn="ctr">
            <a:noFill/>
            <a:miter lim="800000"/>
            <a:headEnd type="none" w="sm" len="sm"/>
            <a:tailEnd type="none" w="med" len="lg"/>
          </a:ln>
        </p:spPr>
        <p:txBody>
          <a:bodyPr wrap="square" lIns="0" tIns="0" rIns="0" bIns="0">
            <a:spAutoFit/>
          </a:bodyPr>
          <a:lstStyle/>
          <a:p>
            <a:pPr algn="ctr"/>
            <a:r>
              <a:rPr lang="en-US" altLang="ja-JP" sz="800" dirty="0">
                <a:latin typeface="Aptos" panose="020B0004020202020204" pitchFamily="34" charset="0"/>
                <a:ea typeface="ＭＳ Ｐゴシック" charset="-128"/>
              </a:rPr>
              <a:t>Text</a:t>
            </a:r>
          </a:p>
        </p:txBody>
      </p:sp>
      <p:sp>
        <p:nvSpPr>
          <p:cNvPr id="622623" name="Text Box 31"/>
          <p:cNvSpPr txBox="1">
            <a:spLocks noChangeArrowheads="1"/>
          </p:cNvSpPr>
          <p:nvPr/>
        </p:nvSpPr>
        <p:spPr bwMode="auto">
          <a:xfrm>
            <a:off x="4500727" y="4749699"/>
            <a:ext cx="182742" cy="125099"/>
          </a:xfrm>
          <a:prstGeom prst="rect">
            <a:avLst/>
          </a:prstGeom>
          <a:noFill/>
          <a:ln w="9525" algn="ctr">
            <a:noFill/>
            <a:miter lim="800000"/>
            <a:headEnd type="none" w="sm" len="sm"/>
            <a:tailEnd type="none" w="med" len="lg"/>
          </a:ln>
        </p:spPr>
        <p:txBody>
          <a:bodyPr wrap="none" lIns="0" tIns="0" rIns="0" bIns="0">
            <a:spAutoFit/>
          </a:bodyPr>
          <a:lstStyle/>
          <a:p>
            <a:pPr algn="ctr"/>
            <a:r>
              <a:rPr lang="en-US" altLang="ja-JP" sz="800" dirty="0">
                <a:latin typeface="Aptos" panose="020B0004020202020204" pitchFamily="34" charset="0"/>
                <a:ea typeface="ＭＳ Ｐゴシック" charset="-128"/>
              </a:rPr>
              <a:t>Text</a:t>
            </a:r>
          </a:p>
        </p:txBody>
      </p:sp>
      <p:sp>
        <p:nvSpPr>
          <p:cNvPr id="622624" name="Text Box 32"/>
          <p:cNvSpPr txBox="1">
            <a:spLocks noChangeArrowheads="1"/>
          </p:cNvSpPr>
          <p:nvPr/>
        </p:nvSpPr>
        <p:spPr bwMode="auto">
          <a:xfrm>
            <a:off x="6273249" y="2621767"/>
            <a:ext cx="182742" cy="125099"/>
          </a:xfrm>
          <a:prstGeom prst="rect">
            <a:avLst/>
          </a:prstGeom>
          <a:noFill/>
          <a:ln w="9525" algn="ctr">
            <a:noFill/>
            <a:miter lim="800000"/>
            <a:headEnd type="none" w="sm" len="sm"/>
            <a:tailEnd type="none" w="med" len="lg"/>
          </a:ln>
        </p:spPr>
        <p:txBody>
          <a:bodyPr wrap="none" lIns="0" tIns="0" rIns="0" bIns="0">
            <a:spAutoFit/>
          </a:bodyPr>
          <a:lstStyle/>
          <a:p>
            <a:pPr algn="ctr"/>
            <a:r>
              <a:rPr lang="en-US" altLang="ja-JP" sz="800" dirty="0">
                <a:latin typeface="Aptos" panose="020B0004020202020204" pitchFamily="34" charset="0"/>
                <a:ea typeface="ＭＳ Ｐゴシック" charset="-128"/>
              </a:rPr>
              <a:t>Text</a:t>
            </a:r>
          </a:p>
        </p:txBody>
      </p:sp>
      <p:sp>
        <p:nvSpPr>
          <p:cNvPr id="622625" name="Text Box 33"/>
          <p:cNvSpPr txBox="1">
            <a:spLocks noChangeArrowheads="1"/>
          </p:cNvSpPr>
          <p:nvPr/>
        </p:nvSpPr>
        <p:spPr bwMode="auto">
          <a:xfrm>
            <a:off x="6273249" y="4238509"/>
            <a:ext cx="182742" cy="125099"/>
          </a:xfrm>
          <a:prstGeom prst="rect">
            <a:avLst/>
          </a:prstGeom>
          <a:noFill/>
          <a:ln w="9525" algn="ctr">
            <a:noFill/>
            <a:miter lim="800000"/>
            <a:headEnd type="none" w="sm" len="sm"/>
            <a:tailEnd type="none" w="med" len="lg"/>
          </a:ln>
        </p:spPr>
        <p:txBody>
          <a:bodyPr wrap="none" lIns="0" tIns="0" rIns="0" bIns="0">
            <a:spAutoFit/>
          </a:bodyPr>
          <a:lstStyle/>
          <a:p>
            <a:pPr algn="ctr"/>
            <a:r>
              <a:rPr lang="en-US" altLang="ja-JP" sz="800" dirty="0">
                <a:latin typeface="Aptos" panose="020B0004020202020204" pitchFamily="34" charset="0"/>
                <a:ea typeface="ＭＳ Ｐゴシック" charset="-128"/>
              </a:rPr>
              <a:t>Text</a:t>
            </a:r>
          </a:p>
        </p:txBody>
      </p:sp>
      <p:sp>
        <p:nvSpPr>
          <p:cNvPr id="622626" name="Text Box 34"/>
          <p:cNvSpPr txBox="1">
            <a:spLocks noChangeArrowheads="1"/>
          </p:cNvSpPr>
          <p:nvPr/>
        </p:nvSpPr>
        <p:spPr bwMode="auto">
          <a:xfrm>
            <a:off x="6273249" y="5087278"/>
            <a:ext cx="182742" cy="125099"/>
          </a:xfrm>
          <a:prstGeom prst="rect">
            <a:avLst/>
          </a:prstGeom>
          <a:noFill/>
          <a:ln w="9525" algn="ctr">
            <a:noFill/>
            <a:miter lim="800000"/>
            <a:headEnd type="none" w="sm" len="sm"/>
            <a:tailEnd type="none" w="med" len="lg"/>
          </a:ln>
        </p:spPr>
        <p:txBody>
          <a:bodyPr wrap="none" lIns="0" tIns="0" rIns="0" bIns="0">
            <a:spAutoFit/>
          </a:bodyPr>
          <a:lstStyle/>
          <a:p>
            <a:pPr algn="ctr"/>
            <a:r>
              <a:rPr lang="en-US" altLang="ja-JP" sz="813" dirty="0">
                <a:latin typeface="Aptos" panose="020B0004020202020204" pitchFamily="34" charset="0"/>
                <a:ea typeface="ＭＳ Ｐゴシック" charset="-128"/>
              </a:rPr>
              <a:t>Text</a:t>
            </a:r>
          </a:p>
        </p:txBody>
      </p:sp>
      <p:sp>
        <p:nvSpPr>
          <p:cNvPr id="622628" name="Text Box 36"/>
          <p:cNvSpPr txBox="1">
            <a:spLocks noChangeArrowheads="1"/>
          </p:cNvSpPr>
          <p:nvPr/>
        </p:nvSpPr>
        <p:spPr bwMode="auto">
          <a:xfrm>
            <a:off x="6273249" y="3465944"/>
            <a:ext cx="182742" cy="125099"/>
          </a:xfrm>
          <a:prstGeom prst="rect">
            <a:avLst/>
          </a:prstGeom>
          <a:noFill/>
          <a:ln w="9525" algn="ctr">
            <a:noFill/>
            <a:miter lim="800000"/>
            <a:headEnd type="none" w="sm" len="sm"/>
            <a:tailEnd type="none" w="med" len="lg"/>
          </a:ln>
        </p:spPr>
        <p:txBody>
          <a:bodyPr wrap="none" lIns="0" tIns="0" rIns="0" bIns="0">
            <a:spAutoFit/>
          </a:bodyPr>
          <a:lstStyle/>
          <a:p>
            <a:pPr algn="ctr"/>
            <a:r>
              <a:rPr lang="en-US" altLang="ja-JP" sz="800" dirty="0">
                <a:latin typeface="Aptos" panose="020B0004020202020204" pitchFamily="34" charset="0"/>
                <a:ea typeface="ＭＳ Ｐゴシック" charset="-128"/>
              </a:rPr>
              <a:t>Text</a:t>
            </a:r>
          </a:p>
        </p:txBody>
      </p:sp>
      <p:sp>
        <p:nvSpPr>
          <p:cNvPr id="622630" name="Text Box 38"/>
          <p:cNvSpPr txBox="1">
            <a:spLocks noChangeArrowheads="1"/>
          </p:cNvSpPr>
          <p:nvPr/>
        </p:nvSpPr>
        <p:spPr bwMode="auto">
          <a:xfrm>
            <a:off x="8052673" y="1985203"/>
            <a:ext cx="182742" cy="125099"/>
          </a:xfrm>
          <a:prstGeom prst="rect">
            <a:avLst/>
          </a:prstGeom>
          <a:noFill/>
          <a:ln w="9525" algn="ctr">
            <a:noFill/>
            <a:miter lim="800000"/>
            <a:headEnd type="none" w="sm" len="sm"/>
            <a:tailEnd type="none" w="med" len="lg"/>
          </a:ln>
        </p:spPr>
        <p:txBody>
          <a:bodyPr wrap="none" lIns="0" tIns="0" rIns="0" bIns="0">
            <a:spAutoFit/>
          </a:bodyPr>
          <a:lstStyle/>
          <a:p>
            <a:pPr algn="ctr"/>
            <a:r>
              <a:rPr lang="en-US" altLang="ja-JP" sz="800" dirty="0">
                <a:latin typeface="Aptos" panose="020B0004020202020204" pitchFamily="34" charset="0"/>
                <a:ea typeface="ＭＳ Ｐゴシック" charset="-128"/>
              </a:rPr>
              <a:t>Text</a:t>
            </a:r>
          </a:p>
        </p:txBody>
      </p:sp>
      <p:sp>
        <p:nvSpPr>
          <p:cNvPr id="622631" name="Text Box 39"/>
          <p:cNvSpPr txBox="1">
            <a:spLocks noChangeArrowheads="1"/>
          </p:cNvSpPr>
          <p:nvPr/>
        </p:nvSpPr>
        <p:spPr bwMode="auto">
          <a:xfrm>
            <a:off x="8052673" y="2589469"/>
            <a:ext cx="182742" cy="125099"/>
          </a:xfrm>
          <a:prstGeom prst="rect">
            <a:avLst/>
          </a:prstGeom>
          <a:noFill/>
          <a:ln w="9525" algn="ctr">
            <a:noFill/>
            <a:miter lim="800000"/>
            <a:headEnd type="none" w="sm" len="sm"/>
            <a:tailEnd type="none" w="med" len="lg"/>
          </a:ln>
        </p:spPr>
        <p:txBody>
          <a:bodyPr wrap="none" lIns="0" tIns="0" rIns="0" bIns="0">
            <a:spAutoFit/>
          </a:bodyPr>
          <a:lstStyle/>
          <a:p>
            <a:pPr algn="ctr"/>
            <a:r>
              <a:rPr lang="en-US" altLang="ja-JP" sz="800" dirty="0">
                <a:latin typeface="Aptos" panose="020B0004020202020204" pitchFamily="34" charset="0"/>
                <a:ea typeface="ＭＳ Ｐゴシック" charset="-128"/>
              </a:rPr>
              <a:t>Text</a:t>
            </a:r>
          </a:p>
        </p:txBody>
      </p:sp>
      <p:sp>
        <p:nvSpPr>
          <p:cNvPr id="622632" name="Text Box 40"/>
          <p:cNvSpPr txBox="1">
            <a:spLocks noChangeArrowheads="1"/>
          </p:cNvSpPr>
          <p:nvPr/>
        </p:nvSpPr>
        <p:spPr bwMode="auto">
          <a:xfrm>
            <a:off x="8052673" y="3223453"/>
            <a:ext cx="182742" cy="125099"/>
          </a:xfrm>
          <a:prstGeom prst="rect">
            <a:avLst/>
          </a:prstGeom>
          <a:noFill/>
          <a:ln w="9525" algn="ctr">
            <a:noFill/>
            <a:miter lim="800000"/>
            <a:headEnd type="none" w="sm" len="sm"/>
            <a:tailEnd type="none" w="med" len="lg"/>
          </a:ln>
        </p:spPr>
        <p:txBody>
          <a:bodyPr wrap="none" lIns="0" tIns="0" rIns="0" bIns="0">
            <a:spAutoFit/>
          </a:bodyPr>
          <a:lstStyle/>
          <a:p>
            <a:pPr algn="ctr"/>
            <a:r>
              <a:rPr lang="en-US" altLang="ja-JP" sz="800" dirty="0">
                <a:latin typeface="Aptos" panose="020B0004020202020204" pitchFamily="34" charset="0"/>
                <a:ea typeface="ＭＳ Ｐゴシック" charset="-128"/>
              </a:rPr>
              <a:t>Text</a:t>
            </a:r>
          </a:p>
        </p:txBody>
      </p:sp>
      <p:sp>
        <p:nvSpPr>
          <p:cNvPr id="4" name="Rectangle 3"/>
          <p:cNvSpPr>
            <a:spLocks noChangeArrowheads="1"/>
          </p:cNvSpPr>
          <p:nvPr/>
        </p:nvSpPr>
        <p:spPr bwMode="auto">
          <a:xfrm>
            <a:off x="1539081" y="3816727"/>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5" name="Rectangle 4"/>
          <p:cNvSpPr>
            <a:spLocks noChangeArrowheads="1"/>
          </p:cNvSpPr>
          <p:nvPr/>
        </p:nvSpPr>
        <p:spPr bwMode="auto">
          <a:xfrm>
            <a:off x="3313958" y="2964140"/>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6" name="Rectangle 5"/>
          <p:cNvSpPr>
            <a:spLocks noChangeArrowheads="1"/>
          </p:cNvSpPr>
          <p:nvPr/>
        </p:nvSpPr>
        <p:spPr bwMode="auto">
          <a:xfrm>
            <a:off x="3313958" y="4697690"/>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7" name="Rectangle 6"/>
          <p:cNvSpPr>
            <a:spLocks noChangeArrowheads="1"/>
          </p:cNvSpPr>
          <p:nvPr/>
        </p:nvSpPr>
        <p:spPr bwMode="auto">
          <a:xfrm>
            <a:off x="5088835" y="2577186"/>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8" name="Rectangle 7"/>
          <p:cNvSpPr>
            <a:spLocks noChangeArrowheads="1"/>
          </p:cNvSpPr>
          <p:nvPr/>
        </p:nvSpPr>
        <p:spPr bwMode="auto">
          <a:xfrm>
            <a:off x="5088835" y="3436222"/>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9" name="Rectangle 8"/>
          <p:cNvSpPr>
            <a:spLocks noChangeArrowheads="1"/>
          </p:cNvSpPr>
          <p:nvPr/>
        </p:nvSpPr>
        <p:spPr bwMode="auto">
          <a:xfrm>
            <a:off x="5088835" y="4238505"/>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0" name="Rectangle 9"/>
          <p:cNvSpPr>
            <a:spLocks noChangeArrowheads="1"/>
          </p:cNvSpPr>
          <p:nvPr/>
        </p:nvSpPr>
        <p:spPr bwMode="auto">
          <a:xfrm>
            <a:off x="5088835" y="5057556"/>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7" name="Rectangle 16"/>
          <p:cNvSpPr>
            <a:spLocks noChangeArrowheads="1"/>
          </p:cNvSpPr>
          <p:nvPr/>
        </p:nvSpPr>
        <p:spPr bwMode="auto">
          <a:xfrm>
            <a:off x="6863712" y="1955482"/>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8" name="Rectangle 17"/>
          <p:cNvSpPr>
            <a:spLocks noChangeArrowheads="1"/>
          </p:cNvSpPr>
          <p:nvPr/>
        </p:nvSpPr>
        <p:spPr bwMode="auto">
          <a:xfrm>
            <a:off x="6863712" y="2574607"/>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19" name="Rectangle 18"/>
          <p:cNvSpPr>
            <a:spLocks noChangeArrowheads="1"/>
          </p:cNvSpPr>
          <p:nvPr/>
        </p:nvSpPr>
        <p:spPr bwMode="auto">
          <a:xfrm>
            <a:off x="6863712" y="3193732"/>
            <a:ext cx="1114425" cy="445770"/>
          </a:xfrm>
          <a:prstGeom prst="rect">
            <a:avLst/>
          </a:prstGeom>
          <a:solidFill>
            <a:schemeClr val="accent3"/>
          </a:solidFill>
          <a:ln w="19050" algn="ctr">
            <a:noFill/>
            <a:miter lim="800000"/>
            <a:headEnd type="none" w="sm" len="sm"/>
            <a:tailEnd type="none" w="med" len="lg"/>
          </a:ln>
        </p:spPr>
        <p:txBody>
          <a:bodyPr lIns="72231" tIns="72231" rIns="72231" bIns="72231" anchor="ctr"/>
          <a:lstStyle/>
          <a:p>
            <a:pPr>
              <a:spcBef>
                <a:spcPts val="163"/>
              </a:spcBef>
            </a:pPr>
            <a:r>
              <a:rPr lang="en-US" altLang="ja-JP" sz="1200" dirty="0">
                <a:solidFill>
                  <a:schemeClr val="bg1"/>
                </a:solidFill>
                <a:latin typeface="Aptos" panose="020B0004020202020204" pitchFamily="34" charset="0"/>
                <a:ea typeface="ＭＳ Ｐゴシック" pitchFamily="50" charset="-128"/>
                <a:cs typeface="Arial" pitchFamily="34" charset="0"/>
              </a:rPr>
              <a:t>Text</a:t>
            </a:r>
          </a:p>
        </p:txBody>
      </p:sp>
      <p:sp>
        <p:nvSpPr>
          <p:cNvPr id="47" name="AutoShape 112"/>
          <p:cNvSpPr>
            <a:spLocks noChangeArrowheads="1"/>
          </p:cNvSpPr>
          <p:nvPr/>
        </p:nvSpPr>
        <p:spPr bwMode="grayWhite">
          <a:xfrm>
            <a:off x="2703797" y="4057053"/>
            <a:ext cx="219375" cy="219375"/>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n-US" sz="813" dirty="0">
              <a:latin typeface="Aptos" panose="020B0004020202020204" pitchFamily="34" charset="0"/>
            </a:endParaRPr>
          </a:p>
        </p:txBody>
      </p:sp>
      <p:sp>
        <p:nvSpPr>
          <p:cNvPr id="48" name="AutoShape 110"/>
          <p:cNvSpPr>
            <a:spLocks noChangeArrowheads="1"/>
          </p:cNvSpPr>
          <p:nvPr/>
        </p:nvSpPr>
        <p:spPr bwMode="grayWhite">
          <a:xfrm>
            <a:off x="4482411" y="4938016"/>
            <a:ext cx="219375" cy="219375"/>
          </a:xfrm>
          <a:prstGeom prst="downArrow">
            <a:avLst/>
          </a:prstGeom>
          <a:solidFill>
            <a:srgbClr val="C00000"/>
          </a:solidFill>
          <a:ln w="12700" algn="ctr">
            <a:solidFill>
              <a:schemeClr val="bg1"/>
            </a:solidFill>
            <a:miter lim="800000"/>
            <a:headEnd/>
            <a:tailEnd/>
          </a:ln>
        </p:spPr>
        <p:txBody>
          <a:bodyPr wrap="none" anchor="ctr"/>
          <a:lstStyle/>
          <a:p>
            <a:pPr algn="ctr"/>
            <a:endParaRPr lang="en-US" sz="813" dirty="0">
              <a:latin typeface="Aptos" panose="020B0004020202020204" pitchFamily="34" charset="0"/>
            </a:endParaRPr>
          </a:p>
        </p:txBody>
      </p:sp>
      <p:sp>
        <p:nvSpPr>
          <p:cNvPr id="49" name="AutoShape 110"/>
          <p:cNvSpPr>
            <a:spLocks noChangeArrowheads="1"/>
          </p:cNvSpPr>
          <p:nvPr/>
        </p:nvSpPr>
        <p:spPr bwMode="grayWhite">
          <a:xfrm>
            <a:off x="6254931" y="3638575"/>
            <a:ext cx="219375" cy="219375"/>
          </a:xfrm>
          <a:prstGeom prst="rightArrow">
            <a:avLst/>
          </a:prstGeom>
          <a:solidFill>
            <a:srgbClr val="FF9900"/>
          </a:solidFill>
          <a:ln w="12700" algn="ctr">
            <a:solidFill>
              <a:schemeClr val="bg1"/>
            </a:solidFill>
            <a:miter lim="800000"/>
            <a:headEnd/>
            <a:tailEnd/>
          </a:ln>
        </p:spPr>
        <p:txBody>
          <a:bodyPr wrap="none" anchor="ctr"/>
          <a:lstStyle/>
          <a:p>
            <a:pPr algn="ctr"/>
            <a:endParaRPr lang="en-US" sz="813" dirty="0">
              <a:latin typeface="Aptos" panose="020B0004020202020204" pitchFamily="34" charset="0"/>
            </a:endParaRPr>
          </a:p>
        </p:txBody>
      </p:sp>
      <p:sp>
        <p:nvSpPr>
          <p:cNvPr id="50" name="AutoShape 112"/>
          <p:cNvSpPr>
            <a:spLocks noChangeArrowheads="1"/>
          </p:cNvSpPr>
          <p:nvPr/>
        </p:nvSpPr>
        <p:spPr bwMode="grayWhite">
          <a:xfrm>
            <a:off x="4482411" y="3204466"/>
            <a:ext cx="219375" cy="219375"/>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n-US" sz="813" dirty="0">
              <a:latin typeface="Aptos" panose="020B0004020202020204" pitchFamily="34" charset="0"/>
            </a:endParaRPr>
          </a:p>
        </p:txBody>
      </p:sp>
      <p:sp>
        <p:nvSpPr>
          <p:cNvPr id="51" name="AutoShape 112"/>
          <p:cNvSpPr>
            <a:spLocks noChangeArrowheads="1"/>
          </p:cNvSpPr>
          <p:nvPr/>
        </p:nvSpPr>
        <p:spPr bwMode="grayWhite">
          <a:xfrm>
            <a:off x="6254931" y="2817513"/>
            <a:ext cx="219375" cy="219375"/>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n-US" sz="813" dirty="0">
              <a:latin typeface="Aptos" panose="020B0004020202020204" pitchFamily="34" charset="0"/>
            </a:endParaRPr>
          </a:p>
        </p:txBody>
      </p:sp>
      <p:sp>
        <p:nvSpPr>
          <p:cNvPr id="52" name="AutoShape 112"/>
          <p:cNvSpPr>
            <a:spLocks noChangeArrowheads="1"/>
          </p:cNvSpPr>
          <p:nvPr/>
        </p:nvSpPr>
        <p:spPr bwMode="grayWhite">
          <a:xfrm>
            <a:off x="8034357" y="2142976"/>
            <a:ext cx="219375" cy="219375"/>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n-US" sz="813" dirty="0">
              <a:latin typeface="Aptos" panose="020B0004020202020204" pitchFamily="34" charset="0"/>
            </a:endParaRPr>
          </a:p>
        </p:txBody>
      </p:sp>
      <p:sp>
        <p:nvSpPr>
          <p:cNvPr id="53" name="AutoShape 112"/>
          <p:cNvSpPr>
            <a:spLocks noChangeArrowheads="1"/>
          </p:cNvSpPr>
          <p:nvPr/>
        </p:nvSpPr>
        <p:spPr bwMode="grayWhite">
          <a:xfrm>
            <a:off x="8034357" y="3381226"/>
            <a:ext cx="219375" cy="219375"/>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n-US" sz="813" dirty="0">
              <a:latin typeface="Aptos" panose="020B0004020202020204" pitchFamily="34" charset="0"/>
            </a:endParaRPr>
          </a:p>
        </p:txBody>
      </p:sp>
      <p:sp>
        <p:nvSpPr>
          <p:cNvPr id="56" name="AutoShape 110"/>
          <p:cNvSpPr>
            <a:spLocks noChangeArrowheads="1"/>
          </p:cNvSpPr>
          <p:nvPr/>
        </p:nvSpPr>
        <p:spPr bwMode="grayWhite">
          <a:xfrm>
            <a:off x="6254931" y="4425998"/>
            <a:ext cx="219375" cy="219375"/>
          </a:xfrm>
          <a:prstGeom prst="downArrow">
            <a:avLst/>
          </a:prstGeom>
          <a:solidFill>
            <a:srgbClr val="C00000"/>
          </a:solidFill>
          <a:ln w="12700" algn="ctr">
            <a:solidFill>
              <a:schemeClr val="bg1"/>
            </a:solidFill>
            <a:miter lim="800000"/>
            <a:headEnd/>
            <a:tailEnd/>
          </a:ln>
        </p:spPr>
        <p:txBody>
          <a:bodyPr wrap="none" anchor="ctr"/>
          <a:lstStyle/>
          <a:p>
            <a:pPr algn="ctr"/>
            <a:endParaRPr lang="en-US" sz="813" dirty="0">
              <a:latin typeface="Aptos" panose="020B0004020202020204" pitchFamily="34" charset="0"/>
            </a:endParaRPr>
          </a:p>
        </p:txBody>
      </p:sp>
      <p:sp>
        <p:nvSpPr>
          <p:cNvPr id="57" name="AutoShape 110"/>
          <p:cNvSpPr>
            <a:spLocks noChangeArrowheads="1"/>
          </p:cNvSpPr>
          <p:nvPr/>
        </p:nvSpPr>
        <p:spPr bwMode="grayWhite">
          <a:xfrm>
            <a:off x="8034357" y="2774614"/>
            <a:ext cx="219375" cy="219375"/>
          </a:xfrm>
          <a:prstGeom prst="downArrow">
            <a:avLst/>
          </a:prstGeom>
          <a:solidFill>
            <a:srgbClr val="C00000"/>
          </a:solidFill>
          <a:ln w="12700" algn="ctr">
            <a:solidFill>
              <a:schemeClr val="bg1"/>
            </a:solidFill>
            <a:miter lim="800000"/>
            <a:headEnd/>
            <a:tailEnd/>
          </a:ln>
        </p:spPr>
        <p:txBody>
          <a:bodyPr wrap="none" anchor="ctr"/>
          <a:lstStyle/>
          <a:p>
            <a:pPr algn="ctr"/>
            <a:endParaRPr lang="en-US" sz="813" dirty="0">
              <a:latin typeface="Aptos" panose="020B0004020202020204" pitchFamily="34" charset="0"/>
            </a:endParaRPr>
          </a:p>
        </p:txBody>
      </p:sp>
      <p:sp>
        <p:nvSpPr>
          <p:cNvPr id="58" name="AutoShape 110"/>
          <p:cNvSpPr>
            <a:spLocks noChangeArrowheads="1"/>
          </p:cNvSpPr>
          <p:nvPr/>
        </p:nvSpPr>
        <p:spPr bwMode="grayWhite">
          <a:xfrm>
            <a:off x="6254931" y="5259909"/>
            <a:ext cx="219375" cy="219375"/>
          </a:xfrm>
          <a:prstGeom prst="rightArrow">
            <a:avLst/>
          </a:prstGeom>
          <a:solidFill>
            <a:srgbClr val="FF9900"/>
          </a:solidFill>
          <a:ln w="12700" algn="ctr">
            <a:solidFill>
              <a:schemeClr val="bg1"/>
            </a:solidFill>
            <a:miter lim="800000"/>
            <a:headEnd/>
            <a:tailEnd/>
          </a:ln>
        </p:spPr>
        <p:txBody>
          <a:bodyPr wrap="none" anchor="ctr"/>
          <a:lstStyle/>
          <a:p>
            <a:pPr algn="ctr"/>
            <a:endParaRPr lang="en-US" sz="813" dirty="0">
              <a:latin typeface="Aptos" panose="020B0004020202020204" pitchFamily="34" charset="0"/>
            </a:endParaRPr>
          </a:p>
        </p:txBody>
      </p:sp>
    </p:spTree>
    <p:extLst>
      <p:ext uri="{BB962C8B-B14F-4D97-AF65-F5344CB8AC3E}">
        <p14:creationId xmlns:p14="http://schemas.microsoft.com/office/powerpoint/2010/main" val="830682266"/>
      </p:ext>
    </p:extLst>
  </p:cSld>
  <p:clrMapOvr>
    <a:masterClrMapping/>
  </p:clrMapOvr>
  <p:transition>
    <p:fade/>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a:t>Simple</a:t>
            </a:r>
            <a:endParaRPr lang="en-US" dirty="0"/>
          </a:p>
        </p:txBody>
      </p:sp>
      <p:sp>
        <p:nvSpPr>
          <p:cNvPr id="242701" name="Title 1"/>
          <p:cNvSpPr>
            <a:spLocks noGrp="1"/>
          </p:cNvSpPr>
          <p:nvPr>
            <p:ph type="title"/>
          </p:nvPr>
        </p:nvSpPr>
        <p:spPr/>
        <p:txBody>
          <a:bodyPr/>
          <a:lstStyle/>
          <a:p>
            <a:r>
              <a:rPr lang="en-US"/>
              <a:t>Organization chart </a:t>
            </a:r>
            <a:endParaRPr lang="en-US" dirty="0"/>
          </a:p>
        </p:txBody>
      </p:sp>
      <p:cxnSp>
        <p:nvCxnSpPr>
          <p:cNvPr id="43" name="Straight Connector 42"/>
          <p:cNvCxnSpPr>
            <a:stCxn id="46" idx="2"/>
            <a:endCxn id="48" idx="0"/>
          </p:cNvCxnSpPr>
          <p:nvPr/>
        </p:nvCxnSpPr>
        <p:spPr bwMode="gray">
          <a:xfrm>
            <a:off x="4953000" y="2617520"/>
            <a:ext cx="0" cy="136800"/>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grpSp>
        <p:nvGrpSpPr>
          <p:cNvPr id="44" name="Group 43"/>
          <p:cNvGrpSpPr/>
          <p:nvPr/>
        </p:nvGrpSpPr>
        <p:grpSpPr>
          <a:xfrm>
            <a:off x="4321493" y="1952134"/>
            <a:ext cx="1263015" cy="665386"/>
            <a:chOff x="3794760" y="1611314"/>
            <a:chExt cx="1554480" cy="818937"/>
          </a:xfrm>
        </p:grpSpPr>
        <p:sp>
          <p:nvSpPr>
            <p:cNvPr id="45" name="Rectangle 44"/>
            <p:cNvSpPr/>
            <p:nvPr/>
          </p:nvSpPr>
          <p:spPr bwMode="gray">
            <a:xfrm>
              <a:off x="3794760" y="1611314"/>
              <a:ext cx="1554480" cy="457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r>
                <a:rPr lang="en-US" sz="1000" dirty="0">
                  <a:solidFill>
                    <a:schemeClr val="tx1"/>
                  </a:solidFill>
                  <a:latin typeface="Aptos" panose="020B0004020202020204" pitchFamily="34" charset="0"/>
                </a:rPr>
                <a:t>Sponsor</a:t>
              </a:r>
            </a:p>
          </p:txBody>
        </p:sp>
        <p:sp>
          <p:nvSpPr>
            <p:cNvPr id="46" name="Rectangle 45"/>
            <p:cNvSpPr/>
            <p:nvPr/>
          </p:nvSpPr>
          <p:spPr bwMode="gray">
            <a:xfrm>
              <a:off x="3794760" y="2064491"/>
              <a:ext cx="1554480" cy="36576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t" anchorCtr="0"/>
            <a:lstStyle/>
            <a:p>
              <a:r>
                <a:rPr lang="en-US" sz="1000" dirty="0">
                  <a:solidFill>
                    <a:schemeClr val="tx1"/>
                  </a:solidFill>
                  <a:latin typeface="Aptos" panose="020B0004020202020204" pitchFamily="34" charset="0"/>
                </a:rPr>
                <a:t>Name Surname</a:t>
              </a:r>
            </a:p>
          </p:txBody>
        </p:sp>
      </p:grpSp>
      <p:grpSp>
        <p:nvGrpSpPr>
          <p:cNvPr id="47" name="Group 46"/>
          <p:cNvGrpSpPr/>
          <p:nvPr/>
        </p:nvGrpSpPr>
        <p:grpSpPr>
          <a:xfrm>
            <a:off x="4321493" y="2754320"/>
            <a:ext cx="1263015" cy="813976"/>
            <a:chOff x="3794760" y="2517666"/>
            <a:chExt cx="1554480" cy="1001817"/>
          </a:xfrm>
        </p:grpSpPr>
        <p:sp>
          <p:nvSpPr>
            <p:cNvPr id="48" name="Rectangle 47"/>
            <p:cNvSpPr/>
            <p:nvPr/>
          </p:nvSpPr>
          <p:spPr bwMode="gray">
            <a:xfrm>
              <a:off x="3794760" y="2517666"/>
              <a:ext cx="1554480"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r>
                <a:rPr lang="en-US" sz="1000" dirty="0">
                  <a:solidFill>
                    <a:schemeClr val="tx1"/>
                  </a:solidFill>
                  <a:latin typeface="Aptos" panose="020B0004020202020204" pitchFamily="34" charset="0"/>
                </a:rPr>
                <a:t>Project management</a:t>
              </a:r>
            </a:p>
          </p:txBody>
        </p:sp>
        <p:sp>
          <p:nvSpPr>
            <p:cNvPr id="49" name="Rectangle 48"/>
            <p:cNvSpPr/>
            <p:nvPr/>
          </p:nvSpPr>
          <p:spPr bwMode="gray">
            <a:xfrm>
              <a:off x="3794760" y="2970843"/>
              <a:ext cx="1554480" cy="54864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t" anchorCtr="0"/>
            <a:lstStyle/>
            <a:p>
              <a:r>
                <a:rPr lang="en-US" sz="1000" dirty="0">
                  <a:solidFill>
                    <a:schemeClr val="tx1"/>
                  </a:solidFill>
                  <a:latin typeface="Aptos" panose="020B0004020202020204" pitchFamily="34" charset="0"/>
                </a:rPr>
                <a:t>Name Surname</a:t>
              </a:r>
            </a:p>
            <a:p>
              <a:r>
                <a:rPr lang="en-US" sz="1000" dirty="0">
                  <a:solidFill>
                    <a:schemeClr val="tx1"/>
                  </a:solidFill>
                  <a:latin typeface="Aptos" panose="020B0004020202020204" pitchFamily="34" charset="0"/>
                </a:rPr>
                <a:t>Name Surname</a:t>
              </a:r>
            </a:p>
          </p:txBody>
        </p:sp>
      </p:grpSp>
      <p:grpSp>
        <p:nvGrpSpPr>
          <p:cNvPr id="50" name="Group 49"/>
          <p:cNvGrpSpPr/>
          <p:nvPr/>
        </p:nvGrpSpPr>
        <p:grpSpPr>
          <a:xfrm>
            <a:off x="5714525" y="2754320"/>
            <a:ext cx="1263015" cy="813976"/>
            <a:chOff x="5504815" y="2517666"/>
            <a:chExt cx="1554480" cy="1001817"/>
          </a:xfrm>
        </p:grpSpPr>
        <p:sp>
          <p:nvSpPr>
            <p:cNvPr id="51" name="Rectangle 50"/>
            <p:cNvSpPr/>
            <p:nvPr/>
          </p:nvSpPr>
          <p:spPr bwMode="gray">
            <a:xfrm>
              <a:off x="5504815" y="2517666"/>
              <a:ext cx="1554480" cy="457200"/>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r>
                <a:rPr lang="en-US" sz="1000" dirty="0">
                  <a:solidFill>
                    <a:schemeClr val="tx1"/>
                  </a:solidFill>
                  <a:latin typeface="Aptos" panose="020B0004020202020204" pitchFamily="34" charset="0"/>
                </a:rPr>
                <a:t>QA</a:t>
              </a:r>
            </a:p>
          </p:txBody>
        </p:sp>
        <p:sp>
          <p:nvSpPr>
            <p:cNvPr id="52" name="Rectangle 51"/>
            <p:cNvSpPr/>
            <p:nvPr/>
          </p:nvSpPr>
          <p:spPr bwMode="gray">
            <a:xfrm>
              <a:off x="5504815" y="2970843"/>
              <a:ext cx="1554480" cy="54864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t" anchorCtr="0"/>
            <a:lstStyle/>
            <a:p>
              <a:r>
                <a:rPr lang="en-US" sz="1000" dirty="0">
                  <a:solidFill>
                    <a:schemeClr val="tx1"/>
                  </a:solidFill>
                  <a:latin typeface="Aptos" panose="020B0004020202020204" pitchFamily="34" charset="0"/>
                </a:rPr>
                <a:t>Short description</a:t>
              </a:r>
            </a:p>
          </p:txBody>
        </p:sp>
      </p:grpSp>
      <p:grpSp>
        <p:nvGrpSpPr>
          <p:cNvPr id="53" name="Group 52"/>
          <p:cNvGrpSpPr/>
          <p:nvPr/>
        </p:nvGrpSpPr>
        <p:grpSpPr>
          <a:xfrm>
            <a:off x="5714525" y="3705094"/>
            <a:ext cx="1263015" cy="813976"/>
            <a:chOff x="5504815" y="3623192"/>
            <a:chExt cx="1554480" cy="1001816"/>
          </a:xfrm>
        </p:grpSpPr>
        <p:sp>
          <p:nvSpPr>
            <p:cNvPr id="54" name="Rectangle 53"/>
            <p:cNvSpPr/>
            <p:nvPr/>
          </p:nvSpPr>
          <p:spPr bwMode="gray">
            <a:xfrm>
              <a:off x="5504815" y="3623192"/>
              <a:ext cx="1554480" cy="457200"/>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r>
                <a:rPr lang="en-US" sz="1000" dirty="0">
                  <a:solidFill>
                    <a:schemeClr val="tx1"/>
                  </a:solidFill>
                  <a:latin typeface="Aptos" panose="020B0004020202020204" pitchFamily="34" charset="0"/>
                </a:rPr>
                <a:t>PMO</a:t>
              </a:r>
            </a:p>
          </p:txBody>
        </p:sp>
        <p:sp>
          <p:nvSpPr>
            <p:cNvPr id="55" name="Rectangle 54"/>
            <p:cNvSpPr/>
            <p:nvPr/>
          </p:nvSpPr>
          <p:spPr bwMode="gray">
            <a:xfrm>
              <a:off x="5504815" y="4076368"/>
              <a:ext cx="1554480" cy="54864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t" anchorCtr="0"/>
            <a:lstStyle/>
            <a:p>
              <a:r>
                <a:rPr lang="en-US" sz="1000" dirty="0">
                  <a:solidFill>
                    <a:schemeClr val="tx1"/>
                  </a:solidFill>
                  <a:latin typeface="Aptos" panose="020B0004020202020204" pitchFamily="34" charset="0"/>
                </a:rPr>
                <a:t>Name Surname</a:t>
              </a:r>
            </a:p>
            <a:p>
              <a:r>
                <a:rPr lang="en-US" sz="1000" dirty="0">
                  <a:solidFill>
                    <a:schemeClr val="tx1"/>
                  </a:solidFill>
                  <a:latin typeface="Aptos" panose="020B0004020202020204" pitchFamily="34" charset="0"/>
                </a:rPr>
                <a:t>Name Surname</a:t>
              </a:r>
            </a:p>
          </p:txBody>
        </p:sp>
      </p:grpSp>
      <p:grpSp>
        <p:nvGrpSpPr>
          <p:cNvPr id="56" name="Group 55"/>
          <p:cNvGrpSpPr/>
          <p:nvPr/>
        </p:nvGrpSpPr>
        <p:grpSpPr>
          <a:xfrm>
            <a:off x="2928461" y="3705094"/>
            <a:ext cx="1263015" cy="813976"/>
            <a:chOff x="3794760" y="3623192"/>
            <a:chExt cx="1554480" cy="1001816"/>
          </a:xfrm>
        </p:grpSpPr>
        <p:sp>
          <p:nvSpPr>
            <p:cNvPr id="57" name="Rectangle 56"/>
            <p:cNvSpPr/>
            <p:nvPr/>
          </p:nvSpPr>
          <p:spPr bwMode="gray">
            <a:xfrm>
              <a:off x="3794760" y="3623192"/>
              <a:ext cx="1554480" cy="457200"/>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r>
                <a:rPr lang="en-US" sz="1000" dirty="0">
                  <a:solidFill>
                    <a:schemeClr val="tx1"/>
                  </a:solidFill>
                  <a:latin typeface="Aptos" panose="020B0004020202020204" pitchFamily="34" charset="0"/>
                </a:rPr>
                <a:t>Project management</a:t>
              </a:r>
            </a:p>
          </p:txBody>
        </p:sp>
        <p:sp>
          <p:nvSpPr>
            <p:cNvPr id="58" name="Rectangle 57"/>
            <p:cNvSpPr/>
            <p:nvPr/>
          </p:nvSpPr>
          <p:spPr bwMode="gray">
            <a:xfrm>
              <a:off x="3794760" y="4076368"/>
              <a:ext cx="1554480" cy="54864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t" anchorCtr="0"/>
            <a:lstStyle/>
            <a:p>
              <a:r>
                <a:rPr lang="en-US" sz="1000" dirty="0">
                  <a:solidFill>
                    <a:schemeClr val="tx1"/>
                  </a:solidFill>
                  <a:latin typeface="Aptos" panose="020B0004020202020204" pitchFamily="34" charset="0"/>
                </a:rPr>
                <a:t>Name Surname</a:t>
              </a:r>
            </a:p>
            <a:p>
              <a:r>
                <a:rPr lang="en-US" sz="1000" dirty="0">
                  <a:solidFill>
                    <a:schemeClr val="tx1"/>
                  </a:solidFill>
                  <a:latin typeface="Aptos" panose="020B0004020202020204" pitchFamily="34" charset="0"/>
                </a:rPr>
                <a:t>Name Surname</a:t>
              </a:r>
            </a:p>
          </p:txBody>
        </p:sp>
      </p:grpSp>
      <p:grpSp>
        <p:nvGrpSpPr>
          <p:cNvPr id="59" name="Group 58"/>
          <p:cNvGrpSpPr/>
          <p:nvPr/>
        </p:nvGrpSpPr>
        <p:grpSpPr>
          <a:xfrm>
            <a:off x="4321493" y="3705094"/>
            <a:ext cx="1263015" cy="813976"/>
            <a:chOff x="2084705" y="3623192"/>
            <a:chExt cx="1554480" cy="1001816"/>
          </a:xfrm>
        </p:grpSpPr>
        <p:sp>
          <p:nvSpPr>
            <p:cNvPr id="60" name="Rectangle 59"/>
            <p:cNvSpPr/>
            <p:nvPr/>
          </p:nvSpPr>
          <p:spPr bwMode="gray">
            <a:xfrm>
              <a:off x="2084705" y="3623192"/>
              <a:ext cx="1554480" cy="457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r>
                <a:rPr lang="en-US" sz="1000" dirty="0">
                  <a:solidFill>
                    <a:schemeClr val="bg1"/>
                  </a:solidFill>
                  <a:latin typeface="Aptos" panose="020B0004020202020204" pitchFamily="34" charset="0"/>
                </a:rPr>
                <a:t>Subject experts</a:t>
              </a:r>
            </a:p>
          </p:txBody>
        </p:sp>
        <p:sp>
          <p:nvSpPr>
            <p:cNvPr id="61" name="Rectangle 60"/>
            <p:cNvSpPr/>
            <p:nvPr/>
          </p:nvSpPr>
          <p:spPr bwMode="gray">
            <a:xfrm>
              <a:off x="2084705" y="4076368"/>
              <a:ext cx="1554480" cy="54864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t" anchorCtr="0"/>
            <a:lstStyle/>
            <a:p>
              <a:r>
                <a:rPr lang="en-US" sz="1000" dirty="0">
                  <a:solidFill>
                    <a:schemeClr val="tx1"/>
                  </a:solidFill>
                  <a:latin typeface="Aptos" panose="020B0004020202020204" pitchFamily="34" charset="0"/>
                </a:rPr>
                <a:t>Name Surname</a:t>
              </a:r>
            </a:p>
            <a:p>
              <a:r>
                <a:rPr lang="en-US" sz="1000" dirty="0">
                  <a:solidFill>
                    <a:schemeClr val="tx1"/>
                  </a:solidFill>
                  <a:latin typeface="Aptos" panose="020B0004020202020204" pitchFamily="34" charset="0"/>
                </a:rPr>
                <a:t>Name Surname</a:t>
              </a:r>
            </a:p>
          </p:txBody>
        </p:sp>
      </p:grpSp>
      <p:grpSp>
        <p:nvGrpSpPr>
          <p:cNvPr id="62" name="Group 61"/>
          <p:cNvGrpSpPr/>
          <p:nvPr/>
        </p:nvGrpSpPr>
        <p:grpSpPr>
          <a:xfrm>
            <a:off x="1535431" y="4655869"/>
            <a:ext cx="1263015" cy="813976"/>
            <a:chOff x="374650" y="4898021"/>
            <a:chExt cx="1554480" cy="1001816"/>
          </a:xfrm>
        </p:grpSpPr>
        <p:sp>
          <p:nvSpPr>
            <p:cNvPr id="63" name="Rectangle 62"/>
            <p:cNvSpPr/>
            <p:nvPr/>
          </p:nvSpPr>
          <p:spPr bwMode="gray">
            <a:xfrm>
              <a:off x="374650" y="4898021"/>
              <a:ext cx="1554480" cy="457200"/>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r>
                <a:rPr lang="en-US" sz="1000" dirty="0">
                  <a:solidFill>
                    <a:schemeClr val="tx1"/>
                  </a:solidFill>
                  <a:latin typeface="Aptos" panose="020B0004020202020204" pitchFamily="34" charset="0"/>
                </a:rPr>
                <a:t>Workstream</a:t>
              </a:r>
            </a:p>
          </p:txBody>
        </p:sp>
        <p:sp>
          <p:nvSpPr>
            <p:cNvPr id="64" name="Rectangle 63"/>
            <p:cNvSpPr/>
            <p:nvPr/>
          </p:nvSpPr>
          <p:spPr bwMode="gray">
            <a:xfrm>
              <a:off x="374650" y="5351197"/>
              <a:ext cx="1554480" cy="54864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t" anchorCtr="0"/>
            <a:lstStyle/>
            <a:p>
              <a:r>
                <a:rPr lang="en-US" sz="1000" dirty="0">
                  <a:solidFill>
                    <a:schemeClr val="tx1"/>
                  </a:solidFill>
                  <a:latin typeface="Aptos" panose="020B0004020202020204" pitchFamily="34" charset="0"/>
                </a:rPr>
                <a:t>Name Surname</a:t>
              </a:r>
            </a:p>
            <a:p>
              <a:r>
                <a:rPr lang="en-US" sz="1000" dirty="0">
                  <a:solidFill>
                    <a:schemeClr val="tx1"/>
                  </a:solidFill>
                  <a:latin typeface="Aptos" panose="020B0004020202020204" pitchFamily="34" charset="0"/>
                </a:rPr>
                <a:t>Name Surname</a:t>
              </a:r>
            </a:p>
          </p:txBody>
        </p:sp>
      </p:grpSp>
      <p:grpSp>
        <p:nvGrpSpPr>
          <p:cNvPr id="65" name="Group 64"/>
          <p:cNvGrpSpPr/>
          <p:nvPr/>
        </p:nvGrpSpPr>
        <p:grpSpPr>
          <a:xfrm>
            <a:off x="2928461" y="4655869"/>
            <a:ext cx="1263015" cy="813976"/>
            <a:chOff x="2084705" y="4898021"/>
            <a:chExt cx="1554480" cy="1001816"/>
          </a:xfrm>
        </p:grpSpPr>
        <p:sp>
          <p:nvSpPr>
            <p:cNvPr id="66" name="Rectangle 65"/>
            <p:cNvSpPr/>
            <p:nvPr/>
          </p:nvSpPr>
          <p:spPr bwMode="gray">
            <a:xfrm>
              <a:off x="2084705" y="4898021"/>
              <a:ext cx="1554480" cy="457200"/>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r>
                <a:rPr lang="en-US" sz="1000" dirty="0">
                  <a:solidFill>
                    <a:schemeClr val="tx1"/>
                  </a:solidFill>
                  <a:latin typeface="Aptos" panose="020B0004020202020204" pitchFamily="34" charset="0"/>
                </a:rPr>
                <a:t>Workstream</a:t>
              </a:r>
            </a:p>
          </p:txBody>
        </p:sp>
        <p:sp>
          <p:nvSpPr>
            <p:cNvPr id="67" name="Rectangle 66"/>
            <p:cNvSpPr/>
            <p:nvPr/>
          </p:nvSpPr>
          <p:spPr bwMode="gray">
            <a:xfrm>
              <a:off x="2084705" y="5351197"/>
              <a:ext cx="1554480" cy="54864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t" anchorCtr="0"/>
            <a:lstStyle/>
            <a:p>
              <a:r>
                <a:rPr lang="en-US" sz="1000" dirty="0">
                  <a:solidFill>
                    <a:schemeClr val="tx1"/>
                  </a:solidFill>
                  <a:latin typeface="Aptos" panose="020B0004020202020204" pitchFamily="34" charset="0"/>
                </a:rPr>
                <a:t>Name Surname</a:t>
              </a:r>
            </a:p>
            <a:p>
              <a:r>
                <a:rPr lang="en-US" sz="1000" dirty="0">
                  <a:solidFill>
                    <a:schemeClr val="tx1"/>
                  </a:solidFill>
                  <a:latin typeface="Aptos" panose="020B0004020202020204" pitchFamily="34" charset="0"/>
                </a:rPr>
                <a:t>Name Surname</a:t>
              </a:r>
            </a:p>
          </p:txBody>
        </p:sp>
      </p:grpSp>
      <p:grpSp>
        <p:nvGrpSpPr>
          <p:cNvPr id="68" name="Group 67"/>
          <p:cNvGrpSpPr/>
          <p:nvPr/>
        </p:nvGrpSpPr>
        <p:grpSpPr>
          <a:xfrm>
            <a:off x="4321493" y="4655869"/>
            <a:ext cx="1263015" cy="813976"/>
            <a:chOff x="3794760" y="4898021"/>
            <a:chExt cx="1554480" cy="1001816"/>
          </a:xfrm>
        </p:grpSpPr>
        <p:sp>
          <p:nvSpPr>
            <p:cNvPr id="69" name="Rectangle 68"/>
            <p:cNvSpPr/>
            <p:nvPr/>
          </p:nvSpPr>
          <p:spPr bwMode="gray">
            <a:xfrm>
              <a:off x="3794760" y="4898021"/>
              <a:ext cx="1554480" cy="457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r>
                <a:rPr lang="en-US" sz="1000" dirty="0">
                  <a:latin typeface="Aptos" panose="020B0004020202020204" pitchFamily="34" charset="0"/>
                </a:rPr>
                <a:t>Workstream</a:t>
              </a:r>
            </a:p>
          </p:txBody>
        </p:sp>
        <p:sp>
          <p:nvSpPr>
            <p:cNvPr id="70" name="Rectangle 69"/>
            <p:cNvSpPr/>
            <p:nvPr/>
          </p:nvSpPr>
          <p:spPr bwMode="gray">
            <a:xfrm>
              <a:off x="3794760" y="5351197"/>
              <a:ext cx="1554480" cy="54864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t" anchorCtr="0"/>
            <a:lstStyle/>
            <a:p>
              <a:r>
                <a:rPr lang="en-US" sz="1000" dirty="0">
                  <a:solidFill>
                    <a:schemeClr val="tx1"/>
                  </a:solidFill>
                  <a:latin typeface="Aptos" panose="020B0004020202020204" pitchFamily="34" charset="0"/>
                </a:rPr>
                <a:t>Name Surname</a:t>
              </a:r>
            </a:p>
            <a:p>
              <a:r>
                <a:rPr lang="en-US" sz="1000" dirty="0">
                  <a:solidFill>
                    <a:schemeClr val="tx1"/>
                  </a:solidFill>
                  <a:latin typeface="Aptos" panose="020B0004020202020204" pitchFamily="34" charset="0"/>
                </a:rPr>
                <a:t>Name Surname</a:t>
              </a:r>
            </a:p>
          </p:txBody>
        </p:sp>
      </p:grpSp>
      <p:grpSp>
        <p:nvGrpSpPr>
          <p:cNvPr id="71" name="Group 70"/>
          <p:cNvGrpSpPr/>
          <p:nvPr/>
        </p:nvGrpSpPr>
        <p:grpSpPr>
          <a:xfrm>
            <a:off x="5714525" y="4655869"/>
            <a:ext cx="1263015" cy="813976"/>
            <a:chOff x="5504815" y="4898021"/>
            <a:chExt cx="1554480" cy="1001816"/>
          </a:xfrm>
        </p:grpSpPr>
        <p:sp>
          <p:nvSpPr>
            <p:cNvPr id="72" name="Rectangle 71"/>
            <p:cNvSpPr/>
            <p:nvPr/>
          </p:nvSpPr>
          <p:spPr bwMode="gray">
            <a:xfrm>
              <a:off x="5504815" y="4898021"/>
              <a:ext cx="1554480" cy="457200"/>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r>
                <a:rPr lang="en-US" sz="1000" dirty="0">
                  <a:solidFill>
                    <a:schemeClr val="tx1"/>
                  </a:solidFill>
                  <a:latin typeface="Aptos" panose="020B0004020202020204" pitchFamily="34" charset="0"/>
                </a:rPr>
                <a:t>Workstream</a:t>
              </a:r>
            </a:p>
          </p:txBody>
        </p:sp>
        <p:sp>
          <p:nvSpPr>
            <p:cNvPr id="73" name="Rectangle 72"/>
            <p:cNvSpPr/>
            <p:nvPr/>
          </p:nvSpPr>
          <p:spPr bwMode="gray">
            <a:xfrm>
              <a:off x="5504815" y="5351197"/>
              <a:ext cx="1554480" cy="54864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t" anchorCtr="0"/>
            <a:lstStyle/>
            <a:p>
              <a:r>
                <a:rPr lang="en-US" sz="1000" dirty="0">
                  <a:solidFill>
                    <a:schemeClr val="tx1"/>
                  </a:solidFill>
                  <a:latin typeface="Aptos" panose="020B0004020202020204" pitchFamily="34" charset="0"/>
                </a:rPr>
                <a:t>Name Surname</a:t>
              </a:r>
            </a:p>
            <a:p>
              <a:r>
                <a:rPr lang="en-US" sz="1000" dirty="0">
                  <a:solidFill>
                    <a:schemeClr val="tx1"/>
                  </a:solidFill>
                  <a:latin typeface="Aptos" panose="020B0004020202020204" pitchFamily="34" charset="0"/>
                </a:rPr>
                <a:t>Name Surname</a:t>
              </a:r>
            </a:p>
          </p:txBody>
        </p:sp>
      </p:grpSp>
      <p:grpSp>
        <p:nvGrpSpPr>
          <p:cNvPr id="74" name="Group 73"/>
          <p:cNvGrpSpPr/>
          <p:nvPr/>
        </p:nvGrpSpPr>
        <p:grpSpPr>
          <a:xfrm>
            <a:off x="7107556" y="4655869"/>
            <a:ext cx="1263015" cy="813976"/>
            <a:chOff x="7214870" y="4898021"/>
            <a:chExt cx="1554480" cy="1001816"/>
          </a:xfrm>
        </p:grpSpPr>
        <p:sp>
          <p:nvSpPr>
            <p:cNvPr id="75" name="Rectangle 74"/>
            <p:cNvSpPr/>
            <p:nvPr/>
          </p:nvSpPr>
          <p:spPr bwMode="gray">
            <a:xfrm>
              <a:off x="7214870" y="4898021"/>
              <a:ext cx="1554480" cy="457200"/>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r>
                <a:rPr lang="en-US" sz="1000" dirty="0">
                  <a:solidFill>
                    <a:schemeClr val="tx1"/>
                  </a:solidFill>
                  <a:latin typeface="Aptos" panose="020B0004020202020204" pitchFamily="34" charset="0"/>
                </a:rPr>
                <a:t>Workstream</a:t>
              </a:r>
            </a:p>
          </p:txBody>
        </p:sp>
        <p:sp>
          <p:nvSpPr>
            <p:cNvPr id="76" name="Rectangle 75"/>
            <p:cNvSpPr/>
            <p:nvPr/>
          </p:nvSpPr>
          <p:spPr bwMode="gray">
            <a:xfrm>
              <a:off x="7214870" y="5351197"/>
              <a:ext cx="1554480" cy="54864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t" anchorCtr="0"/>
            <a:lstStyle/>
            <a:p>
              <a:r>
                <a:rPr lang="en-US" sz="1000" dirty="0">
                  <a:solidFill>
                    <a:schemeClr val="tx1"/>
                  </a:solidFill>
                  <a:latin typeface="Aptos" panose="020B0004020202020204" pitchFamily="34" charset="0"/>
                </a:rPr>
                <a:t>Name Surname</a:t>
              </a:r>
            </a:p>
            <a:p>
              <a:r>
                <a:rPr lang="en-US" sz="1000" dirty="0">
                  <a:solidFill>
                    <a:schemeClr val="tx1"/>
                  </a:solidFill>
                  <a:latin typeface="Aptos" panose="020B0004020202020204" pitchFamily="34" charset="0"/>
                </a:rPr>
                <a:t>Name Surname</a:t>
              </a:r>
            </a:p>
          </p:txBody>
        </p:sp>
      </p:grpSp>
      <p:cxnSp>
        <p:nvCxnSpPr>
          <p:cNvPr id="77" name="Straight Connector 76"/>
          <p:cNvCxnSpPr>
            <a:stCxn id="61" idx="2"/>
            <a:endCxn id="69" idx="0"/>
          </p:cNvCxnSpPr>
          <p:nvPr/>
        </p:nvCxnSpPr>
        <p:spPr bwMode="gray">
          <a:xfrm>
            <a:off x="4953000" y="4519069"/>
            <a:ext cx="0" cy="136799"/>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stCxn id="49" idx="2"/>
            <a:endCxn id="60" idx="0"/>
          </p:cNvCxnSpPr>
          <p:nvPr/>
        </p:nvCxnSpPr>
        <p:spPr bwMode="gray">
          <a:xfrm>
            <a:off x="4953000" y="3568296"/>
            <a:ext cx="0" cy="136800"/>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79" name="Elbow Connector 78"/>
          <p:cNvCxnSpPr>
            <a:stCxn id="46" idx="2"/>
            <a:endCxn id="51" idx="0"/>
          </p:cNvCxnSpPr>
          <p:nvPr/>
        </p:nvCxnSpPr>
        <p:spPr>
          <a:xfrm rot="16200000" flipH="1">
            <a:off x="5581119" y="1989400"/>
            <a:ext cx="136800" cy="1393031"/>
          </a:xfrm>
          <a:prstGeom prst="bentConnector3">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80" name="Elbow Connector 79"/>
          <p:cNvCxnSpPr>
            <a:stCxn id="49" idx="2"/>
            <a:endCxn id="54" idx="0"/>
          </p:cNvCxnSpPr>
          <p:nvPr/>
        </p:nvCxnSpPr>
        <p:spPr>
          <a:xfrm rot="16200000" flipH="1">
            <a:off x="5581119" y="2940177"/>
            <a:ext cx="136800" cy="1393031"/>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81" name="Elbow Connector 80"/>
          <p:cNvCxnSpPr>
            <a:stCxn id="49" idx="2"/>
            <a:endCxn id="57" idx="0"/>
          </p:cNvCxnSpPr>
          <p:nvPr/>
        </p:nvCxnSpPr>
        <p:spPr>
          <a:xfrm rot="5400000">
            <a:off x="4188088" y="2940177"/>
            <a:ext cx="136800" cy="1393031"/>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82" name="Elbow Connector 81"/>
          <p:cNvCxnSpPr>
            <a:stCxn id="61" idx="2"/>
            <a:endCxn id="72" idx="0"/>
          </p:cNvCxnSpPr>
          <p:nvPr/>
        </p:nvCxnSpPr>
        <p:spPr>
          <a:xfrm rot="16200000" flipH="1">
            <a:off x="5581116" y="3890953"/>
            <a:ext cx="136799" cy="1393031"/>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83" name="Elbow Connector 82"/>
          <p:cNvCxnSpPr>
            <a:stCxn id="61" idx="2"/>
            <a:endCxn id="66" idx="0"/>
          </p:cNvCxnSpPr>
          <p:nvPr/>
        </p:nvCxnSpPr>
        <p:spPr>
          <a:xfrm rot="5400000">
            <a:off x="4188086" y="3890953"/>
            <a:ext cx="136799" cy="1393031"/>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84" name="Elbow Connector 83"/>
          <p:cNvCxnSpPr>
            <a:stCxn id="61" idx="2"/>
            <a:endCxn id="75" idx="0"/>
          </p:cNvCxnSpPr>
          <p:nvPr/>
        </p:nvCxnSpPr>
        <p:spPr>
          <a:xfrm rot="16200000" flipH="1">
            <a:off x="6277633" y="3194438"/>
            <a:ext cx="136799" cy="2786063"/>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85" name="Elbow Connector 84"/>
          <p:cNvCxnSpPr>
            <a:stCxn id="61" idx="2"/>
            <a:endCxn id="63" idx="0"/>
          </p:cNvCxnSpPr>
          <p:nvPr/>
        </p:nvCxnSpPr>
        <p:spPr>
          <a:xfrm rot="5400000">
            <a:off x="3491569" y="3194438"/>
            <a:ext cx="136799" cy="2786063"/>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10009367"/>
      </p:ext>
    </p:extLst>
  </p:cSld>
  <p:clrMapOvr>
    <a:masterClrMapping/>
  </p:clrMapOvr>
  <p:transition>
    <p:fade/>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Extensive</a:t>
            </a:r>
            <a:endParaRPr lang="en-US" dirty="0"/>
          </a:p>
        </p:txBody>
      </p:sp>
      <p:sp>
        <p:nvSpPr>
          <p:cNvPr id="243726" name="Title 1"/>
          <p:cNvSpPr>
            <a:spLocks noGrp="1"/>
          </p:cNvSpPr>
          <p:nvPr>
            <p:ph type="title"/>
          </p:nvPr>
        </p:nvSpPr>
        <p:spPr/>
        <p:txBody>
          <a:bodyPr/>
          <a:lstStyle/>
          <a:p>
            <a:r>
              <a:rPr lang="en-US"/>
              <a:t>Organization chart</a:t>
            </a:r>
            <a:endParaRPr lang="en-US" dirty="0"/>
          </a:p>
        </p:txBody>
      </p:sp>
      <p:cxnSp>
        <p:nvCxnSpPr>
          <p:cNvPr id="138" name="Elbow Connector 137"/>
          <p:cNvCxnSpPr>
            <a:stCxn id="93" idx="2"/>
            <a:endCxn id="243790" idx="0"/>
          </p:cNvCxnSpPr>
          <p:nvPr/>
        </p:nvCxnSpPr>
        <p:spPr>
          <a:xfrm rot="16200000" flipH="1">
            <a:off x="6228291" y="1299973"/>
            <a:ext cx="420422" cy="2990371"/>
          </a:xfrm>
          <a:prstGeom prst="bentConnector3">
            <a:avLst>
              <a:gd name="adj1" fmla="val 85038"/>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243800" name="Text Box 10"/>
          <p:cNvSpPr txBox="1">
            <a:spLocks noChangeArrowheads="1"/>
          </p:cNvSpPr>
          <p:nvPr/>
        </p:nvSpPr>
        <p:spPr bwMode="auto">
          <a:xfrm>
            <a:off x="2190632" y="2237857"/>
            <a:ext cx="1535003" cy="222885"/>
          </a:xfrm>
          <a:prstGeom prst="rect">
            <a:avLst/>
          </a:prstGeom>
          <a:solidFill>
            <a:schemeClr val="accent2"/>
          </a:solidFill>
          <a:ln w="12700" algn="ctr">
            <a:noFill/>
            <a:miter lim="800000"/>
            <a:headEnd/>
            <a:tailEnd type="none" w="sm" len="med"/>
          </a:ln>
        </p:spPr>
        <p:txBody>
          <a:bodyPr lIns="72231" tIns="72231" rIns="72231" bIns="72231" anchor="ctr" anchorCtr="1"/>
          <a:lstStyle/>
          <a:p>
            <a:pPr defTabSz="777796"/>
            <a:r>
              <a:rPr lang="en-US" sz="1000" dirty="0">
                <a:latin typeface="Aptos" panose="020B0004020202020204" pitchFamily="34" charset="0"/>
              </a:rPr>
              <a:t>Label</a:t>
            </a:r>
          </a:p>
        </p:txBody>
      </p:sp>
      <p:sp>
        <p:nvSpPr>
          <p:cNvPr id="109" name="Rectangle 108"/>
          <p:cNvSpPr>
            <a:spLocks noChangeArrowheads="1"/>
          </p:cNvSpPr>
          <p:nvPr/>
        </p:nvSpPr>
        <p:spPr bwMode="auto">
          <a:xfrm>
            <a:off x="2190632" y="2459960"/>
            <a:ext cx="1535003" cy="408623"/>
          </a:xfrm>
          <a:prstGeom prst="rect">
            <a:avLst/>
          </a:prstGeom>
          <a:solidFill>
            <a:schemeClr val="bg1">
              <a:lumMod val="75000"/>
            </a:schemeClr>
          </a:solidFill>
          <a:ln w="12700" algn="ctr">
            <a:noFill/>
            <a:miter lim="800000"/>
            <a:headEnd/>
            <a:tailEnd/>
          </a:ln>
        </p:spPr>
        <p:txBody>
          <a:bodyPr lIns="72231" tIns="72231" rIns="72231" bIns="72231" anchor="t"/>
          <a:lstStyle/>
          <a:p>
            <a:pPr defTabSz="778392">
              <a:spcBef>
                <a:spcPts val="244"/>
              </a:spcBef>
              <a:defRPr/>
            </a:pPr>
            <a:r>
              <a:rPr lang="en-US" sz="1000" dirty="0">
                <a:latin typeface="Aptos" panose="020B0004020202020204" pitchFamily="34" charset="0"/>
              </a:rPr>
              <a:t>Text</a:t>
            </a:r>
          </a:p>
        </p:txBody>
      </p:sp>
      <p:cxnSp>
        <p:nvCxnSpPr>
          <p:cNvPr id="16" name="AutoShape 16"/>
          <p:cNvCxnSpPr>
            <a:cxnSpLocks noChangeShapeType="1"/>
            <a:stCxn id="93" idx="2"/>
            <a:endCxn id="109" idx="3"/>
          </p:cNvCxnSpPr>
          <p:nvPr/>
        </p:nvCxnSpPr>
        <p:spPr bwMode="auto">
          <a:xfrm rot="5400000">
            <a:off x="4294814" y="2015767"/>
            <a:ext cx="79324" cy="1217681"/>
          </a:xfrm>
          <a:prstGeom prst="bentConnector2">
            <a:avLst/>
          </a:prstGeom>
          <a:noFill/>
          <a:ln w="6350">
            <a:solidFill>
              <a:srgbClr val="BBBCBC"/>
            </a:solidFill>
            <a:miter lim="800000"/>
            <a:headEnd type="none" w="sm" len="sm"/>
            <a:tailEnd type="none" w="med" len="lg"/>
          </a:ln>
        </p:spPr>
      </p:cxnSp>
      <p:cxnSp>
        <p:nvCxnSpPr>
          <p:cNvPr id="17" name="AutoShape 17"/>
          <p:cNvCxnSpPr>
            <a:cxnSpLocks noChangeShapeType="1"/>
            <a:stCxn id="97" idx="2"/>
            <a:endCxn id="122" idx="1"/>
          </p:cNvCxnSpPr>
          <p:nvPr/>
        </p:nvCxnSpPr>
        <p:spPr bwMode="auto">
          <a:xfrm rot="5400000">
            <a:off x="1211513" y="3547033"/>
            <a:ext cx="266091" cy="431969"/>
          </a:xfrm>
          <a:prstGeom prst="bentConnector4">
            <a:avLst>
              <a:gd name="adj1" fmla="val 29059"/>
              <a:gd name="adj2" fmla="val 149253"/>
            </a:avLst>
          </a:prstGeom>
          <a:noFill/>
          <a:ln w="6350">
            <a:solidFill>
              <a:srgbClr val="BBBCBC"/>
            </a:solidFill>
            <a:miter lim="800000"/>
            <a:headEnd type="none" w="sm" len="sm"/>
            <a:tailEnd type="none" w="med" len="lg"/>
          </a:ln>
        </p:spPr>
      </p:cxnSp>
      <p:cxnSp>
        <p:nvCxnSpPr>
          <p:cNvPr id="126" name="Elbow Connector 125"/>
          <p:cNvCxnSpPr>
            <a:stCxn id="113" idx="1"/>
            <a:endCxn id="93" idx="2"/>
          </p:cNvCxnSpPr>
          <p:nvPr/>
        </p:nvCxnSpPr>
        <p:spPr>
          <a:xfrm rot="10800000">
            <a:off x="4943320" y="2584945"/>
            <a:ext cx="1232909" cy="79324"/>
          </a:xfrm>
          <a:prstGeom prst="bentConnector2">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129" name="Elbow Connector 128"/>
          <p:cNvCxnSpPr>
            <a:stCxn id="93" idx="2"/>
            <a:endCxn id="243796" idx="0"/>
          </p:cNvCxnSpPr>
          <p:nvPr/>
        </p:nvCxnSpPr>
        <p:spPr>
          <a:xfrm rot="5400000">
            <a:off x="3041717" y="1103770"/>
            <a:ext cx="420422" cy="3382778"/>
          </a:xfrm>
          <a:prstGeom prst="bentConnector3">
            <a:avLst>
              <a:gd name="adj1" fmla="val 85039"/>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132" name="Elbow Connector 131"/>
          <p:cNvCxnSpPr>
            <a:stCxn id="93" idx="2"/>
            <a:endCxn id="243792" idx="0"/>
          </p:cNvCxnSpPr>
          <p:nvPr/>
        </p:nvCxnSpPr>
        <p:spPr>
          <a:xfrm rot="5400000">
            <a:off x="4103908" y="2165962"/>
            <a:ext cx="420422" cy="1258394"/>
          </a:xfrm>
          <a:prstGeom prst="bentConnector3">
            <a:avLst>
              <a:gd name="adj1" fmla="val 85039"/>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135" name="Elbow Connector 134"/>
          <p:cNvCxnSpPr>
            <a:stCxn id="93" idx="2"/>
            <a:endCxn id="243794" idx="0"/>
          </p:cNvCxnSpPr>
          <p:nvPr/>
        </p:nvCxnSpPr>
        <p:spPr>
          <a:xfrm rot="16200000" flipH="1">
            <a:off x="5166099" y="2362165"/>
            <a:ext cx="420422" cy="865989"/>
          </a:xfrm>
          <a:prstGeom prst="bentConnector3">
            <a:avLst>
              <a:gd name="adj1" fmla="val 85039"/>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260" name="AutoShape 17"/>
          <p:cNvCxnSpPr>
            <a:cxnSpLocks noChangeShapeType="1"/>
            <a:stCxn id="103" idx="2"/>
            <a:endCxn id="130" idx="1"/>
          </p:cNvCxnSpPr>
          <p:nvPr/>
        </p:nvCxnSpPr>
        <p:spPr bwMode="auto">
          <a:xfrm rot="5400000">
            <a:off x="3356968" y="3546738"/>
            <a:ext cx="244721" cy="411194"/>
          </a:xfrm>
          <a:prstGeom prst="bentConnector4">
            <a:avLst>
              <a:gd name="adj1" fmla="val 27231"/>
              <a:gd name="adj2" fmla="val 154898"/>
            </a:avLst>
          </a:prstGeom>
          <a:noFill/>
          <a:ln w="6350">
            <a:solidFill>
              <a:srgbClr val="BBBCBC"/>
            </a:solidFill>
            <a:miter lim="800000"/>
            <a:headEnd type="none" w="sm" len="sm"/>
            <a:tailEnd type="none" w="med" len="lg"/>
          </a:ln>
        </p:spPr>
      </p:cxnSp>
      <p:cxnSp>
        <p:nvCxnSpPr>
          <p:cNvPr id="276" name="AutoShape 17"/>
          <p:cNvCxnSpPr>
            <a:cxnSpLocks noChangeShapeType="1"/>
            <a:stCxn id="100" idx="2"/>
            <a:endCxn id="127" idx="1"/>
          </p:cNvCxnSpPr>
          <p:nvPr/>
        </p:nvCxnSpPr>
        <p:spPr bwMode="auto">
          <a:xfrm rot="5400000">
            <a:off x="5491740" y="3557124"/>
            <a:ext cx="244721" cy="390418"/>
          </a:xfrm>
          <a:prstGeom prst="bentConnector4">
            <a:avLst>
              <a:gd name="adj1" fmla="val 27231"/>
              <a:gd name="adj2" fmla="val 157819"/>
            </a:avLst>
          </a:prstGeom>
          <a:noFill/>
          <a:ln w="6350">
            <a:solidFill>
              <a:srgbClr val="BBBCBC"/>
            </a:solidFill>
            <a:miter lim="800000"/>
            <a:headEnd type="none" w="sm" len="sm"/>
            <a:tailEnd type="none" w="med" len="lg"/>
          </a:ln>
        </p:spPr>
      </p:cxnSp>
      <p:cxnSp>
        <p:nvCxnSpPr>
          <p:cNvPr id="292" name="AutoShape 17"/>
          <p:cNvCxnSpPr>
            <a:cxnSpLocks noChangeShapeType="1"/>
            <a:stCxn id="106" idx="2"/>
            <a:endCxn id="124" idx="1"/>
          </p:cNvCxnSpPr>
          <p:nvPr/>
        </p:nvCxnSpPr>
        <p:spPr bwMode="auto">
          <a:xfrm rot="5400000">
            <a:off x="7626511" y="3567515"/>
            <a:ext cx="244721" cy="369641"/>
          </a:xfrm>
          <a:prstGeom prst="bentConnector4">
            <a:avLst>
              <a:gd name="adj1" fmla="val 27231"/>
              <a:gd name="adj2" fmla="val 161069"/>
            </a:avLst>
          </a:prstGeom>
          <a:noFill/>
          <a:ln w="6350">
            <a:solidFill>
              <a:srgbClr val="BBBCBC"/>
            </a:solidFill>
            <a:miter lim="800000"/>
            <a:headEnd type="none" w="sm" len="sm"/>
            <a:tailEnd type="none" w="med" len="lg"/>
          </a:ln>
        </p:spPr>
      </p:cxnSp>
      <p:sp>
        <p:nvSpPr>
          <p:cNvPr id="243788" name="Text Box 10"/>
          <p:cNvSpPr txBox="1">
            <a:spLocks noChangeArrowheads="1"/>
          </p:cNvSpPr>
          <p:nvPr/>
        </p:nvSpPr>
        <p:spPr bwMode="auto">
          <a:xfrm>
            <a:off x="4175815" y="1958569"/>
            <a:ext cx="1535003" cy="222885"/>
          </a:xfrm>
          <a:prstGeom prst="rect">
            <a:avLst/>
          </a:prstGeom>
          <a:solidFill>
            <a:schemeClr val="accent1"/>
          </a:solidFill>
          <a:ln w="12700" algn="ctr">
            <a:noFill/>
            <a:miter lim="800000"/>
            <a:headEnd/>
            <a:tailEnd type="none" w="sm" len="med"/>
          </a:ln>
        </p:spPr>
        <p:txBody>
          <a:bodyPr lIns="72231" tIns="72231" rIns="72231" bIns="72231" anchor="ctr" anchorCtr="1"/>
          <a:lstStyle/>
          <a:p>
            <a:pPr defTabSz="777796"/>
            <a:r>
              <a:rPr lang="en-US" sz="1000" dirty="0">
                <a:latin typeface="Aptos" panose="020B0004020202020204" pitchFamily="34" charset="0"/>
              </a:rPr>
              <a:t>Label</a:t>
            </a:r>
          </a:p>
        </p:txBody>
      </p:sp>
      <p:sp>
        <p:nvSpPr>
          <p:cNvPr id="93" name="Rectangle 92"/>
          <p:cNvSpPr>
            <a:spLocks noChangeArrowheads="1"/>
          </p:cNvSpPr>
          <p:nvPr/>
        </p:nvSpPr>
        <p:spPr bwMode="auto">
          <a:xfrm>
            <a:off x="4175815" y="2176325"/>
            <a:ext cx="1535003" cy="408623"/>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243798" name="Text Box 10"/>
          <p:cNvSpPr txBox="1">
            <a:spLocks noChangeArrowheads="1"/>
          </p:cNvSpPr>
          <p:nvPr/>
        </p:nvSpPr>
        <p:spPr bwMode="auto">
          <a:xfrm>
            <a:off x="6176227" y="2237857"/>
            <a:ext cx="1535003" cy="222885"/>
          </a:xfrm>
          <a:prstGeom prst="rect">
            <a:avLst/>
          </a:prstGeom>
          <a:solidFill>
            <a:schemeClr val="accent2"/>
          </a:solidFill>
          <a:ln w="12700" algn="ctr">
            <a:noFill/>
            <a:miter lim="800000"/>
            <a:headEnd/>
            <a:tailEnd type="none" w="sm" len="med"/>
          </a:ln>
        </p:spPr>
        <p:txBody>
          <a:bodyPr lIns="72231" tIns="72231" rIns="72231" bIns="72231" anchor="ctr" anchorCtr="1"/>
          <a:lstStyle/>
          <a:p>
            <a:pPr defTabSz="777796"/>
            <a:r>
              <a:rPr lang="en-US" sz="1000" dirty="0">
                <a:latin typeface="Aptos" panose="020B0004020202020204" pitchFamily="34" charset="0"/>
              </a:rPr>
              <a:t>Label</a:t>
            </a:r>
          </a:p>
        </p:txBody>
      </p:sp>
      <p:sp>
        <p:nvSpPr>
          <p:cNvPr id="113" name="Rectangle 112"/>
          <p:cNvSpPr>
            <a:spLocks noChangeArrowheads="1"/>
          </p:cNvSpPr>
          <p:nvPr/>
        </p:nvSpPr>
        <p:spPr bwMode="auto">
          <a:xfrm>
            <a:off x="6176227" y="2459960"/>
            <a:ext cx="1535003" cy="408623"/>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cxnSp>
        <p:nvCxnSpPr>
          <p:cNvPr id="142" name="AutoShape 17"/>
          <p:cNvCxnSpPr>
            <a:cxnSpLocks noChangeShapeType="1"/>
            <a:stCxn id="122" idx="1"/>
            <a:endCxn id="114" idx="1"/>
          </p:cNvCxnSpPr>
          <p:nvPr/>
        </p:nvCxnSpPr>
        <p:spPr bwMode="auto">
          <a:xfrm rot="10800000" flipV="1">
            <a:off x="1128572" y="3896065"/>
            <a:ext cx="12541" cy="586931"/>
          </a:xfrm>
          <a:prstGeom prst="bentConnector3">
            <a:avLst>
              <a:gd name="adj1" fmla="val 1800000"/>
            </a:avLst>
          </a:prstGeom>
          <a:noFill/>
          <a:ln w="6350">
            <a:solidFill>
              <a:srgbClr val="BBBCBC"/>
            </a:solidFill>
            <a:miter lim="800000"/>
            <a:headEnd type="none" w="sm" len="sm"/>
            <a:tailEnd type="none" w="med" len="lg"/>
          </a:ln>
        </p:spPr>
      </p:cxnSp>
      <p:cxnSp>
        <p:nvCxnSpPr>
          <p:cNvPr id="145" name="AutoShape 17"/>
          <p:cNvCxnSpPr>
            <a:cxnSpLocks noChangeShapeType="1"/>
            <a:stCxn id="114" idx="1"/>
            <a:endCxn id="243804" idx="1"/>
          </p:cNvCxnSpPr>
          <p:nvPr/>
        </p:nvCxnSpPr>
        <p:spPr bwMode="auto">
          <a:xfrm rot="10800000" flipV="1">
            <a:off x="1128572" y="4482996"/>
            <a:ext cx="12541" cy="586931"/>
          </a:xfrm>
          <a:prstGeom prst="bentConnector3">
            <a:avLst>
              <a:gd name="adj1" fmla="val 1800000"/>
            </a:avLst>
          </a:prstGeom>
          <a:noFill/>
          <a:ln w="6350">
            <a:solidFill>
              <a:srgbClr val="BBBCBC"/>
            </a:solidFill>
            <a:miter lim="800000"/>
            <a:headEnd type="none" w="sm" len="sm"/>
            <a:tailEnd type="none" w="med" len="lg"/>
          </a:ln>
        </p:spPr>
      </p:cxnSp>
      <p:cxnSp>
        <p:nvCxnSpPr>
          <p:cNvPr id="162" name="AutoShape 17"/>
          <p:cNvCxnSpPr>
            <a:cxnSpLocks noChangeShapeType="1"/>
            <a:stCxn id="116" idx="1"/>
            <a:endCxn id="105" idx="1"/>
          </p:cNvCxnSpPr>
          <p:nvPr/>
        </p:nvCxnSpPr>
        <p:spPr bwMode="auto">
          <a:xfrm rot="10800000" flipV="1">
            <a:off x="7564050" y="4468136"/>
            <a:ext cx="12541" cy="601790"/>
          </a:xfrm>
          <a:prstGeom prst="bentConnector3">
            <a:avLst>
              <a:gd name="adj1" fmla="val 1800000"/>
            </a:avLst>
          </a:prstGeom>
          <a:noFill/>
          <a:ln w="6350">
            <a:solidFill>
              <a:srgbClr val="BBBCBC"/>
            </a:solidFill>
            <a:miter lim="800000"/>
            <a:headEnd type="none" w="sm" len="sm"/>
            <a:tailEnd type="none" w="med" len="lg"/>
          </a:ln>
        </p:spPr>
      </p:cxnSp>
      <p:cxnSp>
        <p:nvCxnSpPr>
          <p:cNvPr id="163" name="AutoShape 17"/>
          <p:cNvCxnSpPr>
            <a:cxnSpLocks noChangeShapeType="1"/>
            <a:stCxn id="118" idx="1"/>
            <a:endCxn id="108" idx="1"/>
          </p:cNvCxnSpPr>
          <p:nvPr/>
        </p:nvCxnSpPr>
        <p:spPr bwMode="auto">
          <a:xfrm rot="10800000" flipV="1">
            <a:off x="5418890" y="4468136"/>
            <a:ext cx="12541" cy="601790"/>
          </a:xfrm>
          <a:prstGeom prst="bentConnector3">
            <a:avLst>
              <a:gd name="adj1" fmla="val 1800000"/>
            </a:avLst>
          </a:prstGeom>
          <a:noFill/>
          <a:ln w="6350">
            <a:solidFill>
              <a:srgbClr val="BBBCBC"/>
            </a:solidFill>
            <a:miter lim="800000"/>
            <a:headEnd type="none" w="sm" len="sm"/>
            <a:tailEnd type="none" w="med" len="lg"/>
          </a:ln>
        </p:spPr>
      </p:cxnSp>
      <p:cxnSp>
        <p:nvCxnSpPr>
          <p:cNvPr id="164" name="AutoShape 17"/>
          <p:cNvCxnSpPr>
            <a:cxnSpLocks noChangeShapeType="1"/>
            <a:stCxn id="120" idx="1"/>
            <a:endCxn id="111" idx="1"/>
          </p:cNvCxnSpPr>
          <p:nvPr/>
        </p:nvCxnSpPr>
        <p:spPr bwMode="auto">
          <a:xfrm rot="10800000" flipV="1">
            <a:off x="3273732" y="4468136"/>
            <a:ext cx="12541" cy="601790"/>
          </a:xfrm>
          <a:prstGeom prst="bentConnector3">
            <a:avLst>
              <a:gd name="adj1" fmla="val 1800000"/>
            </a:avLst>
          </a:prstGeom>
          <a:noFill/>
          <a:ln w="6350">
            <a:solidFill>
              <a:srgbClr val="BBBCBC"/>
            </a:solidFill>
            <a:miter lim="800000"/>
            <a:headEnd type="none" w="sm" len="sm"/>
            <a:tailEnd type="none" w="med" len="lg"/>
          </a:ln>
        </p:spPr>
      </p:cxnSp>
      <p:cxnSp>
        <p:nvCxnSpPr>
          <p:cNvPr id="171" name="AutoShape 17"/>
          <p:cNvCxnSpPr>
            <a:cxnSpLocks noChangeShapeType="1"/>
            <a:stCxn id="124" idx="1"/>
            <a:endCxn id="116" idx="1"/>
          </p:cNvCxnSpPr>
          <p:nvPr/>
        </p:nvCxnSpPr>
        <p:spPr bwMode="auto">
          <a:xfrm rot="10800000" flipV="1">
            <a:off x="7564050" y="3874693"/>
            <a:ext cx="12541" cy="593442"/>
          </a:xfrm>
          <a:prstGeom prst="bentConnector3">
            <a:avLst>
              <a:gd name="adj1" fmla="val 1800000"/>
            </a:avLst>
          </a:prstGeom>
          <a:noFill/>
          <a:ln w="6350">
            <a:solidFill>
              <a:srgbClr val="BBBCBC"/>
            </a:solidFill>
            <a:miter lim="800000"/>
            <a:headEnd type="none" w="sm" len="sm"/>
            <a:tailEnd type="none" w="med" len="lg"/>
          </a:ln>
        </p:spPr>
      </p:cxnSp>
      <p:cxnSp>
        <p:nvCxnSpPr>
          <p:cNvPr id="178" name="AutoShape 17"/>
          <p:cNvCxnSpPr>
            <a:cxnSpLocks noChangeShapeType="1"/>
            <a:stCxn id="127" idx="1"/>
            <a:endCxn id="118" idx="1"/>
          </p:cNvCxnSpPr>
          <p:nvPr/>
        </p:nvCxnSpPr>
        <p:spPr bwMode="auto">
          <a:xfrm rot="10800000" flipV="1">
            <a:off x="5418890" y="3874693"/>
            <a:ext cx="12541" cy="593442"/>
          </a:xfrm>
          <a:prstGeom prst="bentConnector3">
            <a:avLst>
              <a:gd name="adj1" fmla="val 1800000"/>
            </a:avLst>
          </a:prstGeom>
          <a:noFill/>
          <a:ln w="6350">
            <a:solidFill>
              <a:srgbClr val="BBBCBC"/>
            </a:solidFill>
            <a:miter lim="800000"/>
            <a:headEnd type="none" w="sm" len="sm"/>
            <a:tailEnd type="none" w="med" len="lg"/>
          </a:ln>
        </p:spPr>
      </p:cxnSp>
      <p:cxnSp>
        <p:nvCxnSpPr>
          <p:cNvPr id="183" name="AutoShape 17"/>
          <p:cNvCxnSpPr>
            <a:cxnSpLocks noChangeShapeType="1"/>
            <a:stCxn id="130" idx="1"/>
            <a:endCxn id="120" idx="1"/>
          </p:cNvCxnSpPr>
          <p:nvPr/>
        </p:nvCxnSpPr>
        <p:spPr bwMode="auto">
          <a:xfrm rot="10800000" flipV="1">
            <a:off x="3273732" y="3874693"/>
            <a:ext cx="12541" cy="593442"/>
          </a:xfrm>
          <a:prstGeom prst="bentConnector3">
            <a:avLst>
              <a:gd name="adj1" fmla="val 1800000"/>
            </a:avLst>
          </a:prstGeom>
          <a:noFill/>
          <a:ln w="6350">
            <a:solidFill>
              <a:srgbClr val="BBBCBC"/>
            </a:solidFill>
            <a:miter lim="800000"/>
            <a:headEnd type="none" w="sm" len="sm"/>
            <a:tailEnd type="none" w="med" len="lg"/>
          </a:ln>
        </p:spPr>
      </p:cxnSp>
      <p:sp>
        <p:nvSpPr>
          <p:cNvPr id="105" name="Text Box 10"/>
          <p:cNvSpPr txBox="1">
            <a:spLocks noChangeArrowheads="1"/>
          </p:cNvSpPr>
          <p:nvPr/>
        </p:nvSpPr>
        <p:spPr bwMode="auto">
          <a:xfrm>
            <a:off x="7564047" y="4958483"/>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07" name="Rectangle 106"/>
          <p:cNvSpPr>
            <a:spLocks noChangeArrowheads="1"/>
          </p:cNvSpPr>
          <p:nvPr/>
        </p:nvSpPr>
        <p:spPr bwMode="auto">
          <a:xfrm>
            <a:off x="7564047" y="5181766"/>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defTabSz="778392">
              <a:spcBef>
                <a:spcPts val="244"/>
              </a:spcBef>
              <a:defRPr/>
            </a:pPr>
            <a:r>
              <a:rPr lang="en-US" sz="1000" dirty="0">
                <a:latin typeface="Aptos" panose="020B0004020202020204" pitchFamily="34" charset="0"/>
              </a:rPr>
              <a:t>Text</a:t>
            </a:r>
          </a:p>
        </p:txBody>
      </p:sp>
      <p:sp>
        <p:nvSpPr>
          <p:cNvPr id="116" name="Text Box 10"/>
          <p:cNvSpPr txBox="1">
            <a:spLocks noChangeArrowheads="1"/>
          </p:cNvSpPr>
          <p:nvPr/>
        </p:nvSpPr>
        <p:spPr bwMode="auto">
          <a:xfrm>
            <a:off x="7564047" y="4356692"/>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17" name="Rectangle 116"/>
          <p:cNvSpPr>
            <a:spLocks noChangeArrowheads="1"/>
          </p:cNvSpPr>
          <p:nvPr/>
        </p:nvSpPr>
        <p:spPr bwMode="auto">
          <a:xfrm>
            <a:off x="7564047" y="4579976"/>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124" name="Text Box 10"/>
          <p:cNvSpPr txBox="1">
            <a:spLocks noChangeArrowheads="1"/>
          </p:cNvSpPr>
          <p:nvPr/>
        </p:nvSpPr>
        <p:spPr bwMode="auto">
          <a:xfrm>
            <a:off x="7564047" y="3763250"/>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25" name="Rectangle 124"/>
          <p:cNvSpPr>
            <a:spLocks noChangeArrowheads="1"/>
          </p:cNvSpPr>
          <p:nvPr/>
        </p:nvSpPr>
        <p:spPr bwMode="auto">
          <a:xfrm>
            <a:off x="7564047" y="3978187"/>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243804" name="Text Box 10"/>
          <p:cNvSpPr txBox="1">
            <a:spLocks noChangeArrowheads="1"/>
          </p:cNvSpPr>
          <p:nvPr/>
        </p:nvSpPr>
        <p:spPr bwMode="auto">
          <a:xfrm>
            <a:off x="1128570" y="4958483"/>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55" name="Rectangle 154"/>
          <p:cNvSpPr>
            <a:spLocks noChangeArrowheads="1"/>
          </p:cNvSpPr>
          <p:nvPr/>
        </p:nvSpPr>
        <p:spPr bwMode="auto">
          <a:xfrm>
            <a:off x="1128570" y="5181766"/>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108" name="Text Box 10"/>
          <p:cNvSpPr txBox="1">
            <a:spLocks noChangeArrowheads="1"/>
          </p:cNvSpPr>
          <p:nvPr/>
        </p:nvSpPr>
        <p:spPr bwMode="auto">
          <a:xfrm>
            <a:off x="5418887" y="4958483"/>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10" name="Rectangle 109"/>
          <p:cNvSpPr>
            <a:spLocks noChangeArrowheads="1"/>
          </p:cNvSpPr>
          <p:nvPr/>
        </p:nvSpPr>
        <p:spPr bwMode="auto">
          <a:xfrm>
            <a:off x="5418887" y="5181766"/>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111" name="Text Box 10"/>
          <p:cNvSpPr txBox="1">
            <a:spLocks noChangeArrowheads="1"/>
          </p:cNvSpPr>
          <p:nvPr/>
        </p:nvSpPr>
        <p:spPr bwMode="auto">
          <a:xfrm>
            <a:off x="3273730" y="4958483"/>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12" name="Rectangle 111"/>
          <p:cNvSpPr>
            <a:spLocks noChangeArrowheads="1"/>
          </p:cNvSpPr>
          <p:nvPr/>
        </p:nvSpPr>
        <p:spPr bwMode="auto">
          <a:xfrm>
            <a:off x="3273730" y="5181766"/>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114" name="Text Box 10"/>
          <p:cNvSpPr txBox="1">
            <a:spLocks noChangeArrowheads="1"/>
          </p:cNvSpPr>
          <p:nvPr/>
        </p:nvSpPr>
        <p:spPr bwMode="auto">
          <a:xfrm>
            <a:off x="1128570" y="4371551"/>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15" name="Rectangle 114"/>
          <p:cNvSpPr>
            <a:spLocks noChangeArrowheads="1"/>
          </p:cNvSpPr>
          <p:nvPr/>
        </p:nvSpPr>
        <p:spPr bwMode="auto">
          <a:xfrm>
            <a:off x="1128570" y="4579976"/>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118" name="Text Box 10"/>
          <p:cNvSpPr txBox="1">
            <a:spLocks noChangeArrowheads="1"/>
          </p:cNvSpPr>
          <p:nvPr/>
        </p:nvSpPr>
        <p:spPr bwMode="auto">
          <a:xfrm>
            <a:off x="5418887" y="4356692"/>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19" name="Rectangle 118"/>
          <p:cNvSpPr>
            <a:spLocks noChangeArrowheads="1"/>
          </p:cNvSpPr>
          <p:nvPr/>
        </p:nvSpPr>
        <p:spPr bwMode="auto">
          <a:xfrm>
            <a:off x="5418887" y="4579976"/>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120" name="Text Box 10"/>
          <p:cNvSpPr txBox="1">
            <a:spLocks noChangeArrowheads="1"/>
          </p:cNvSpPr>
          <p:nvPr/>
        </p:nvSpPr>
        <p:spPr bwMode="auto">
          <a:xfrm>
            <a:off x="3273730" y="4356692"/>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21" name="Rectangle 120"/>
          <p:cNvSpPr>
            <a:spLocks noChangeArrowheads="1"/>
          </p:cNvSpPr>
          <p:nvPr/>
        </p:nvSpPr>
        <p:spPr bwMode="auto">
          <a:xfrm>
            <a:off x="3273730" y="4579976"/>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122" name="Text Box 10"/>
          <p:cNvSpPr txBox="1">
            <a:spLocks noChangeArrowheads="1"/>
          </p:cNvSpPr>
          <p:nvPr/>
        </p:nvSpPr>
        <p:spPr bwMode="auto">
          <a:xfrm>
            <a:off x="1128570" y="3784622"/>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23" name="Rectangle 122"/>
          <p:cNvSpPr>
            <a:spLocks noChangeArrowheads="1"/>
          </p:cNvSpPr>
          <p:nvPr/>
        </p:nvSpPr>
        <p:spPr bwMode="auto">
          <a:xfrm>
            <a:off x="1128570" y="4007905"/>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127" name="Text Box 10"/>
          <p:cNvSpPr txBox="1">
            <a:spLocks noChangeArrowheads="1"/>
          </p:cNvSpPr>
          <p:nvPr/>
        </p:nvSpPr>
        <p:spPr bwMode="auto">
          <a:xfrm>
            <a:off x="5418887" y="3763250"/>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28" name="Rectangle 127"/>
          <p:cNvSpPr>
            <a:spLocks noChangeArrowheads="1"/>
          </p:cNvSpPr>
          <p:nvPr/>
        </p:nvSpPr>
        <p:spPr bwMode="auto">
          <a:xfrm>
            <a:off x="5418887" y="3978187"/>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130" name="Text Box 10"/>
          <p:cNvSpPr txBox="1">
            <a:spLocks noChangeArrowheads="1"/>
          </p:cNvSpPr>
          <p:nvPr/>
        </p:nvSpPr>
        <p:spPr bwMode="auto">
          <a:xfrm>
            <a:off x="3273730" y="3763250"/>
            <a:ext cx="1535003" cy="222885"/>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31" name="Rectangle 130"/>
          <p:cNvSpPr>
            <a:spLocks noChangeArrowheads="1"/>
          </p:cNvSpPr>
          <p:nvPr/>
        </p:nvSpPr>
        <p:spPr bwMode="auto">
          <a:xfrm>
            <a:off x="3273730" y="3978187"/>
            <a:ext cx="1535003" cy="29718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243796" name="Text Box 10"/>
          <p:cNvSpPr txBox="1">
            <a:spLocks noChangeArrowheads="1"/>
          </p:cNvSpPr>
          <p:nvPr/>
        </p:nvSpPr>
        <p:spPr bwMode="auto">
          <a:xfrm>
            <a:off x="793037" y="3005367"/>
            <a:ext cx="1535003" cy="222885"/>
          </a:xfrm>
          <a:prstGeom prst="rect">
            <a:avLst/>
          </a:prstGeom>
          <a:solidFill>
            <a:schemeClr val="accent3"/>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97" name="Rectangle 96"/>
          <p:cNvSpPr>
            <a:spLocks noChangeArrowheads="1"/>
          </p:cNvSpPr>
          <p:nvPr/>
        </p:nvSpPr>
        <p:spPr bwMode="auto">
          <a:xfrm>
            <a:off x="793037" y="3221350"/>
            <a:ext cx="1535003" cy="408623"/>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243794" name="Text Box 10"/>
          <p:cNvSpPr txBox="1">
            <a:spLocks noChangeArrowheads="1"/>
          </p:cNvSpPr>
          <p:nvPr/>
        </p:nvSpPr>
        <p:spPr bwMode="auto">
          <a:xfrm>
            <a:off x="5041804" y="3005367"/>
            <a:ext cx="1535003" cy="222885"/>
          </a:xfrm>
          <a:prstGeom prst="rect">
            <a:avLst/>
          </a:prstGeom>
          <a:solidFill>
            <a:schemeClr val="accent3"/>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00" name="Rectangle 99"/>
          <p:cNvSpPr>
            <a:spLocks noChangeArrowheads="1"/>
          </p:cNvSpPr>
          <p:nvPr/>
        </p:nvSpPr>
        <p:spPr bwMode="auto">
          <a:xfrm>
            <a:off x="5041804" y="3221352"/>
            <a:ext cx="1535003" cy="408623"/>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243792" name="Text Box 10"/>
          <p:cNvSpPr txBox="1">
            <a:spLocks noChangeArrowheads="1"/>
          </p:cNvSpPr>
          <p:nvPr/>
        </p:nvSpPr>
        <p:spPr bwMode="auto">
          <a:xfrm>
            <a:off x="2917422" y="3005367"/>
            <a:ext cx="1535003" cy="222885"/>
          </a:xfrm>
          <a:prstGeom prst="rect">
            <a:avLst/>
          </a:prstGeom>
          <a:solidFill>
            <a:schemeClr val="accent3"/>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03" name="Rectangle 102"/>
          <p:cNvSpPr>
            <a:spLocks noChangeArrowheads="1"/>
          </p:cNvSpPr>
          <p:nvPr/>
        </p:nvSpPr>
        <p:spPr bwMode="auto">
          <a:xfrm>
            <a:off x="2917422" y="3221352"/>
            <a:ext cx="1535003" cy="408623"/>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243790" name="Text Box 10"/>
          <p:cNvSpPr txBox="1">
            <a:spLocks noChangeArrowheads="1"/>
          </p:cNvSpPr>
          <p:nvPr/>
        </p:nvSpPr>
        <p:spPr bwMode="auto">
          <a:xfrm>
            <a:off x="7166186" y="3005367"/>
            <a:ext cx="1535003" cy="222885"/>
          </a:xfrm>
          <a:prstGeom prst="rect">
            <a:avLst/>
          </a:prstGeom>
          <a:solidFill>
            <a:schemeClr val="accent3"/>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106" name="Rectangle 105"/>
          <p:cNvSpPr>
            <a:spLocks noChangeArrowheads="1"/>
          </p:cNvSpPr>
          <p:nvPr/>
        </p:nvSpPr>
        <p:spPr bwMode="auto">
          <a:xfrm>
            <a:off x="7166186" y="3221352"/>
            <a:ext cx="1535003" cy="408623"/>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Tree>
    <p:extLst>
      <p:ext uri="{BB962C8B-B14F-4D97-AF65-F5344CB8AC3E}">
        <p14:creationId xmlns:p14="http://schemas.microsoft.com/office/powerpoint/2010/main" val="1798692340"/>
      </p:ext>
    </p:extLst>
  </p:cSld>
  <p:clrMapOvr>
    <a:masterClrMapping/>
  </p:clrMapOvr>
  <p:transition>
    <p:fade/>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dirty="0"/>
              <a:t>With text blocks</a:t>
            </a:r>
          </a:p>
        </p:txBody>
      </p:sp>
      <p:sp>
        <p:nvSpPr>
          <p:cNvPr id="625665" name="Title 1"/>
          <p:cNvSpPr>
            <a:spLocks noGrp="1"/>
          </p:cNvSpPr>
          <p:nvPr>
            <p:ph type="title"/>
          </p:nvPr>
        </p:nvSpPr>
        <p:spPr/>
        <p:txBody>
          <a:bodyPr/>
          <a:lstStyle/>
          <a:p>
            <a:r>
              <a:rPr lang="en-US" dirty="0"/>
              <a:t>Organization chart</a:t>
            </a:r>
          </a:p>
        </p:txBody>
      </p:sp>
      <p:grpSp>
        <p:nvGrpSpPr>
          <p:cNvPr id="2" name="Group 1">
            <a:extLst>
              <a:ext uri="{FF2B5EF4-FFF2-40B4-BE49-F238E27FC236}">
                <a16:creationId xmlns:a16="http://schemas.microsoft.com/office/drawing/2014/main" id="{505DDDBD-E0E8-4074-B715-8EBA4BF1EBEF}"/>
              </a:ext>
            </a:extLst>
          </p:cNvPr>
          <p:cNvGrpSpPr/>
          <p:nvPr/>
        </p:nvGrpSpPr>
        <p:grpSpPr>
          <a:xfrm>
            <a:off x="634430" y="1952513"/>
            <a:ext cx="8539751" cy="3001008"/>
            <a:chOff x="2133268" y="1611785"/>
            <a:chExt cx="7822682" cy="3236333"/>
          </a:xfrm>
        </p:grpSpPr>
        <p:cxnSp>
          <p:nvCxnSpPr>
            <p:cNvPr id="10" name="AutoShape 9"/>
            <p:cNvCxnSpPr>
              <a:cxnSpLocks noChangeShapeType="1"/>
              <a:stCxn id="35" idx="0"/>
              <a:endCxn id="34" idx="2"/>
            </p:cNvCxnSpPr>
            <p:nvPr/>
          </p:nvCxnSpPr>
          <p:spPr bwMode="auto">
            <a:xfrm rot="5400000" flipH="1" flipV="1">
              <a:off x="4455245" y="1247276"/>
              <a:ext cx="453637" cy="2811589"/>
            </a:xfrm>
            <a:prstGeom prst="bentConnector3">
              <a:avLst>
                <a:gd name="adj1" fmla="val 50000"/>
              </a:avLst>
            </a:prstGeom>
            <a:noFill/>
            <a:ln w="6350">
              <a:solidFill>
                <a:srgbClr val="BBBCBC"/>
              </a:solidFill>
              <a:miter lim="800000"/>
              <a:headEnd/>
              <a:tailEnd/>
            </a:ln>
          </p:spPr>
        </p:cxnSp>
        <p:cxnSp>
          <p:nvCxnSpPr>
            <p:cNvPr id="11" name="AutoShape 10"/>
            <p:cNvCxnSpPr>
              <a:cxnSpLocks noChangeShapeType="1"/>
              <a:stCxn id="34" idx="2"/>
              <a:endCxn id="41" idx="0"/>
            </p:cNvCxnSpPr>
            <p:nvPr/>
          </p:nvCxnSpPr>
          <p:spPr bwMode="auto">
            <a:xfrm rot="16200000" flipH="1">
              <a:off x="7223586" y="1290522"/>
              <a:ext cx="453637" cy="2725093"/>
            </a:xfrm>
            <a:prstGeom prst="bentConnector3">
              <a:avLst>
                <a:gd name="adj1" fmla="val 50000"/>
              </a:avLst>
            </a:prstGeom>
            <a:noFill/>
            <a:ln w="6350">
              <a:solidFill>
                <a:srgbClr val="BBBCBC"/>
              </a:solidFill>
              <a:miter lim="800000"/>
              <a:headEnd/>
              <a:tailEnd/>
            </a:ln>
          </p:spPr>
        </p:cxnSp>
        <p:cxnSp>
          <p:nvCxnSpPr>
            <p:cNvPr id="17" name="AutoShape 17"/>
            <p:cNvCxnSpPr>
              <a:cxnSpLocks noChangeShapeType="1"/>
              <a:stCxn id="39" idx="0"/>
              <a:endCxn id="34" idx="2"/>
            </p:cNvCxnSpPr>
            <p:nvPr/>
          </p:nvCxnSpPr>
          <p:spPr bwMode="gray">
            <a:xfrm flipV="1">
              <a:off x="6087857" y="2426251"/>
              <a:ext cx="0" cy="453637"/>
            </a:xfrm>
            <a:prstGeom prst="straightConnector1">
              <a:avLst/>
            </a:prstGeom>
            <a:noFill/>
            <a:ln w="6350">
              <a:solidFill>
                <a:srgbClr val="BBBCBC"/>
              </a:solidFill>
              <a:round/>
              <a:headEnd/>
              <a:tailEnd/>
            </a:ln>
          </p:spPr>
        </p:cxnSp>
        <p:sp>
          <p:nvSpPr>
            <p:cNvPr id="21" name="Text Placeholder 5"/>
            <p:cNvSpPr txBox="1">
              <a:spLocks/>
            </p:cNvSpPr>
            <p:nvPr/>
          </p:nvSpPr>
          <p:spPr>
            <a:xfrm>
              <a:off x="2133268" y="3733363"/>
              <a:ext cx="2286000" cy="1114755"/>
            </a:xfrm>
            <a:prstGeom prst="rect">
              <a:avLst/>
            </a:prstGeom>
          </p:spPr>
          <p:txBody>
            <a:bodyPr wrap="square" lIns="29250" tIns="29250" rIns="29250" bIns="2925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000" noProof="0" dirty="0">
                  <a:solidFill>
                    <a:schemeClr val="tx1"/>
                  </a:solidFill>
                </a:rPr>
                <a:t>Click to add text</a:t>
              </a:r>
            </a:p>
            <a:p>
              <a:pPr lvl="1">
                <a:spcBef>
                  <a:spcPts val="200"/>
                </a:spcBef>
                <a:spcAft>
                  <a:spcPts val="200"/>
                </a:spcAft>
              </a:pPr>
              <a:r>
                <a:rPr lang="en-US" sz="1000" noProof="0" dirty="0">
                  <a:solidFill>
                    <a:schemeClr val="tx1"/>
                  </a:solidFill>
                </a:rPr>
                <a:t>Second level</a:t>
              </a:r>
            </a:p>
            <a:p>
              <a:pPr marL="365760" lvl="2">
                <a:spcBef>
                  <a:spcPts val="200"/>
                </a:spcBef>
                <a:spcAft>
                  <a:spcPts val="200"/>
                </a:spcAft>
              </a:pPr>
              <a:r>
                <a:rPr lang="en-US" sz="1000" noProof="0" dirty="0">
                  <a:solidFill>
                    <a:schemeClr val="tx1"/>
                  </a:solidFill>
                </a:rPr>
                <a:t>Third level</a:t>
              </a:r>
            </a:p>
            <a:p>
              <a:pPr marL="548640" lvl="3">
                <a:spcBef>
                  <a:spcPts val="200"/>
                </a:spcBef>
                <a:spcAft>
                  <a:spcPts val="200"/>
                </a:spcAft>
              </a:pPr>
              <a:r>
                <a:rPr lang="en-US" sz="1000" noProof="0" dirty="0">
                  <a:solidFill>
                    <a:schemeClr val="tx1"/>
                  </a:solidFill>
                </a:rPr>
                <a:t>Fourth level</a:t>
              </a:r>
            </a:p>
            <a:p>
              <a:pPr marL="731520" lvl="4">
                <a:spcBef>
                  <a:spcPts val="200"/>
                </a:spcBef>
                <a:spcAft>
                  <a:spcPts val="200"/>
                </a:spcAft>
              </a:pPr>
              <a:r>
                <a:rPr lang="en-US" sz="1000" noProof="0" dirty="0">
                  <a:solidFill>
                    <a:schemeClr val="tx1"/>
                  </a:solidFill>
                </a:rPr>
                <a:t>Fifth level</a:t>
              </a:r>
            </a:p>
          </p:txBody>
        </p:sp>
        <p:sp>
          <p:nvSpPr>
            <p:cNvPr id="30" name="Text Box 10"/>
            <p:cNvSpPr txBox="1">
              <a:spLocks noChangeArrowheads="1"/>
            </p:cNvSpPr>
            <p:nvPr/>
          </p:nvSpPr>
          <p:spPr bwMode="auto">
            <a:xfrm>
              <a:off x="4944857" y="1611785"/>
              <a:ext cx="2286000" cy="274320"/>
            </a:xfrm>
            <a:prstGeom prst="rect">
              <a:avLst/>
            </a:prstGeom>
            <a:solidFill>
              <a:schemeClr val="accent3"/>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34" name="Rectangle 33"/>
            <p:cNvSpPr>
              <a:spLocks noChangeArrowheads="1"/>
            </p:cNvSpPr>
            <p:nvPr/>
          </p:nvSpPr>
          <p:spPr bwMode="auto">
            <a:xfrm>
              <a:off x="4944857" y="1877610"/>
              <a:ext cx="2286000" cy="54864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35" name="Text Box 10"/>
            <p:cNvSpPr txBox="1">
              <a:spLocks noChangeArrowheads="1"/>
            </p:cNvSpPr>
            <p:nvPr/>
          </p:nvSpPr>
          <p:spPr bwMode="auto">
            <a:xfrm>
              <a:off x="2133268" y="2879887"/>
              <a:ext cx="2286000" cy="274320"/>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36" name="Rectangle 35"/>
            <p:cNvSpPr>
              <a:spLocks noChangeArrowheads="1"/>
            </p:cNvSpPr>
            <p:nvPr/>
          </p:nvSpPr>
          <p:spPr bwMode="auto">
            <a:xfrm>
              <a:off x="2133268" y="3154698"/>
              <a:ext cx="2286000" cy="54864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39" name="Text Box 10"/>
            <p:cNvSpPr txBox="1">
              <a:spLocks noChangeArrowheads="1"/>
            </p:cNvSpPr>
            <p:nvPr/>
          </p:nvSpPr>
          <p:spPr bwMode="auto">
            <a:xfrm>
              <a:off x="4944857" y="2879887"/>
              <a:ext cx="2286000" cy="274320"/>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40" name="Rectangle 39"/>
            <p:cNvSpPr>
              <a:spLocks noChangeArrowheads="1"/>
            </p:cNvSpPr>
            <p:nvPr/>
          </p:nvSpPr>
          <p:spPr bwMode="auto">
            <a:xfrm>
              <a:off x="4944857" y="3154698"/>
              <a:ext cx="2286000" cy="548640"/>
            </a:xfrm>
            <a:prstGeom prst="rect">
              <a:avLst/>
            </a:prstGeom>
            <a:solidFill>
              <a:schemeClr val="bg1">
                <a:lumMod val="75000"/>
              </a:schemeClr>
            </a:solidFill>
            <a:ln w="12700" algn="ctr">
              <a:noFill/>
              <a:miter lim="800000"/>
              <a:headEnd/>
              <a:tailEnd/>
            </a:ln>
          </p:spPr>
          <p:txBody>
            <a:bodyPr lIns="72231" tIns="72231" rIns="72231" bIns="72231" anchor="t"/>
            <a:lstStyle/>
            <a:p>
              <a:pPr marL="292201" indent="-292201" defTabSz="778392">
                <a:spcBef>
                  <a:spcPts val="244"/>
                </a:spcBef>
                <a:defRPr/>
              </a:pPr>
              <a:r>
                <a:rPr lang="en-US" sz="1000" dirty="0">
                  <a:latin typeface="Aptos" panose="020B0004020202020204" pitchFamily="34" charset="0"/>
                </a:rPr>
                <a:t>Text</a:t>
              </a:r>
            </a:p>
          </p:txBody>
        </p:sp>
        <p:sp>
          <p:nvSpPr>
            <p:cNvPr id="41" name="Text Box 10"/>
            <p:cNvSpPr txBox="1">
              <a:spLocks noChangeArrowheads="1"/>
            </p:cNvSpPr>
            <p:nvPr/>
          </p:nvSpPr>
          <p:spPr bwMode="auto">
            <a:xfrm>
              <a:off x="7669950" y="2879887"/>
              <a:ext cx="2286000" cy="274320"/>
            </a:xfrm>
            <a:prstGeom prst="rect">
              <a:avLst/>
            </a:prstGeom>
            <a:solidFill>
              <a:schemeClr val="accent6"/>
            </a:solidFill>
            <a:ln w="12700" algn="ctr">
              <a:noFill/>
              <a:miter lim="800000"/>
              <a:headEnd/>
              <a:tailEnd type="none" w="sm" len="med"/>
            </a:ln>
          </p:spPr>
          <p:txBody>
            <a:bodyPr lIns="72231" tIns="72231" rIns="72231" bIns="72231" anchor="ctr" anchorCtr="1"/>
            <a:lstStyle/>
            <a:p>
              <a:pPr defTabSz="777796"/>
              <a:r>
                <a:rPr lang="en-US" sz="1000" dirty="0">
                  <a:solidFill>
                    <a:schemeClr val="bg1"/>
                  </a:solidFill>
                  <a:latin typeface="Aptos" panose="020B0004020202020204" pitchFamily="34" charset="0"/>
                </a:rPr>
                <a:t>Label</a:t>
              </a:r>
            </a:p>
          </p:txBody>
        </p:sp>
        <p:sp>
          <p:nvSpPr>
            <p:cNvPr id="42" name="Rectangle 41"/>
            <p:cNvSpPr>
              <a:spLocks noChangeArrowheads="1"/>
            </p:cNvSpPr>
            <p:nvPr/>
          </p:nvSpPr>
          <p:spPr bwMode="auto">
            <a:xfrm>
              <a:off x="7669950" y="3154698"/>
              <a:ext cx="2286000" cy="548640"/>
            </a:xfrm>
            <a:prstGeom prst="rect">
              <a:avLst/>
            </a:prstGeom>
            <a:solidFill>
              <a:schemeClr val="bg1">
                <a:lumMod val="75000"/>
              </a:schemeClr>
            </a:solidFill>
            <a:ln w="12700" algn="ctr">
              <a:noFill/>
              <a:miter lim="800000"/>
              <a:headEnd/>
              <a:tailEnd/>
            </a:ln>
          </p:spPr>
          <p:txBody>
            <a:bodyPr lIns="72231" tIns="72231" rIns="72231" bIns="72231" anchor="t"/>
            <a:lstStyle/>
            <a:p>
              <a:pPr defTabSz="778392">
                <a:spcBef>
                  <a:spcPts val="244"/>
                </a:spcBef>
                <a:defRPr/>
              </a:pPr>
              <a:r>
                <a:rPr lang="en-US" sz="1000" dirty="0">
                  <a:latin typeface="Aptos" panose="020B0004020202020204" pitchFamily="34" charset="0"/>
                </a:rPr>
                <a:t>Text</a:t>
              </a:r>
            </a:p>
          </p:txBody>
        </p:sp>
        <p:sp>
          <p:nvSpPr>
            <p:cNvPr id="43" name="Text Placeholder 5"/>
            <p:cNvSpPr txBox="1">
              <a:spLocks/>
            </p:cNvSpPr>
            <p:nvPr/>
          </p:nvSpPr>
          <p:spPr>
            <a:xfrm>
              <a:off x="4944857" y="3733363"/>
              <a:ext cx="2286000" cy="1114755"/>
            </a:xfrm>
            <a:prstGeom prst="rect">
              <a:avLst/>
            </a:prstGeom>
          </p:spPr>
          <p:txBody>
            <a:bodyPr wrap="square" lIns="29250" tIns="29250" rIns="29250" bIns="2925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000" noProof="0" dirty="0">
                  <a:solidFill>
                    <a:schemeClr val="tx1"/>
                  </a:solidFill>
                </a:rPr>
                <a:t>Click to add text</a:t>
              </a:r>
            </a:p>
            <a:p>
              <a:pPr lvl="1">
                <a:spcBef>
                  <a:spcPts val="200"/>
                </a:spcBef>
                <a:spcAft>
                  <a:spcPts val="200"/>
                </a:spcAft>
              </a:pPr>
              <a:r>
                <a:rPr lang="en-US" sz="1000" noProof="0" dirty="0">
                  <a:solidFill>
                    <a:schemeClr val="tx1"/>
                  </a:solidFill>
                </a:rPr>
                <a:t>Second level</a:t>
              </a:r>
            </a:p>
            <a:p>
              <a:pPr marL="365760" lvl="2">
                <a:spcBef>
                  <a:spcPts val="200"/>
                </a:spcBef>
                <a:spcAft>
                  <a:spcPts val="200"/>
                </a:spcAft>
              </a:pPr>
              <a:r>
                <a:rPr lang="en-US" sz="1000" noProof="0" dirty="0">
                  <a:solidFill>
                    <a:schemeClr val="tx1"/>
                  </a:solidFill>
                </a:rPr>
                <a:t>Third level</a:t>
              </a:r>
            </a:p>
            <a:p>
              <a:pPr marL="548640" lvl="3">
                <a:spcBef>
                  <a:spcPts val="200"/>
                </a:spcBef>
                <a:spcAft>
                  <a:spcPts val="200"/>
                </a:spcAft>
              </a:pPr>
              <a:r>
                <a:rPr lang="en-US" sz="1000" noProof="0" dirty="0">
                  <a:solidFill>
                    <a:schemeClr val="tx1"/>
                  </a:solidFill>
                </a:rPr>
                <a:t>Fourth level</a:t>
              </a:r>
            </a:p>
            <a:p>
              <a:pPr marL="731520" lvl="4">
                <a:spcBef>
                  <a:spcPts val="200"/>
                </a:spcBef>
                <a:spcAft>
                  <a:spcPts val="200"/>
                </a:spcAft>
              </a:pPr>
              <a:r>
                <a:rPr lang="en-US" sz="1000" noProof="0" dirty="0">
                  <a:solidFill>
                    <a:schemeClr val="tx1"/>
                  </a:solidFill>
                </a:rPr>
                <a:t>Fifth level</a:t>
              </a:r>
            </a:p>
          </p:txBody>
        </p:sp>
        <p:sp>
          <p:nvSpPr>
            <p:cNvPr id="44" name="Text Placeholder 5"/>
            <p:cNvSpPr txBox="1">
              <a:spLocks/>
            </p:cNvSpPr>
            <p:nvPr/>
          </p:nvSpPr>
          <p:spPr>
            <a:xfrm>
              <a:off x="7669950" y="3733363"/>
              <a:ext cx="2286000" cy="1114755"/>
            </a:xfrm>
            <a:prstGeom prst="rect">
              <a:avLst/>
            </a:prstGeom>
          </p:spPr>
          <p:txBody>
            <a:bodyPr wrap="square" lIns="29250" tIns="29250" rIns="29250" bIns="2925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0"/>
              <a:r>
                <a:rPr lang="en-US" sz="1000" noProof="0" dirty="0">
                  <a:solidFill>
                    <a:schemeClr val="tx1"/>
                  </a:solidFill>
                </a:rPr>
                <a:t>Click to add text</a:t>
              </a:r>
            </a:p>
            <a:p>
              <a:pPr lvl="1">
                <a:spcBef>
                  <a:spcPts val="200"/>
                </a:spcBef>
                <a:spcAft>
                  <a:spcPts val="200"/>
                </a:spcAft>
              </a:pPr>
              <a:r>
                <a:rPr lang="en-US" sz="1000" noProof="0" dirty="0">
                  <a:solidFill>
                    <a:schemeClr val="tx1"/>
                  </a:solidFill>
                </a:rPr>
                <a:t>Second level</a:t>
              </a:r>
            </a:p>
            <a:p>
              <a:pPr marL="365760" lvl="2">
                <a:spcBef>
                  <a:spcPts val="200"/>
                </a:spcBef>
                <a:spcAft>
                  <a:spcPts val="200"/>
                </a:spcAft>
              </a:pPr>
              <a:r>
                <a:rPr lang="en-US" sz="1000" noProof="0" dirty="0">
                  <a:solidFill>
                    <a:schemeClr val="tx1"/>
                  </a:solidFill>
                </a:rPr>
                <a:t>Third level</a:t>
              </a:r>
            </a:p>
            <a:p>
              <a:pPr marL="548640" lvl="3">
                <a:spcBef>
                  <a:spcPts val="200"/>
                </a:spcBef>
                <a:spcAft>
                  <a:spcPts val="200"/>
                </a:spcAft>
              </a:pPr>
              <a:r>
                <a:rPr lang="en-US" sz="1000" noProof="0" dirty="0">
                  <a:solidFill>
                    <a:schemeClr val="tx1"/>
                  </a:solidFill>
                </a:rPr>
                <a:t>Fourth level</a:t>
              </a:r>
            </a:p>
            <a:p>
              <a:pPr marL="731520" lvl="4">
                <a:spcBef>
                  <a:spcPts val="200"/>
                </a:spcBef>
                <a:spcAft>
                  <a:spcPts val="200"/>
                </a:spcAft>
              </a:pPr>
              <a:r>
                <a:rPr lang="en-US" sz="1000" noProof="0" dirty="0">
                  <a:solidFill>
                    <a:schemeClr val="tx1"/>
                  </a:solidFill>
                </a:rPr>
                <a:t>Fifth level</a:t>
              </a:r>
            </a:p>
          </p:txBody>
        </p:sp>
      </p:grpSp>
    </p:spTree>
    <p:extLst>
      <p:ext uri="{BB962C8B-B14F-4D97-AF65-F5344CB8AC3E}">
        <p14:creationId xmlns:p14="http://schemas.microsoft.com/office/powerpoint/2010/main" val="1914652051"/>
      </p:ext>
    </p:extLst>
  </p:cSld>
  <p:clrMapOvr>
    <a:masterClrMapping/>
  </p:clrMapOvr>
  <p:transition>
    <p:fade/>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Placeholder 25"/>
          <p:cNvSpPr>
            <a:spLocks noGrp="1"/>
          </p:cNvSpPr>
          <p:nvPr>
            <p:ph type="body" sz="quarter" idx="13"/>
          </p:nvPr>
        </p:nvSpPr>
        <p:spPr/>
        <p:txBody>
          <a:bodyPr/>
          <a:lstStyle/>
          <a:p>
            <a:r>
              <a:rPr lang="en-GB"/>
              <a:t>Page subtitle</a:t>
            </a:r>
            <a:endParaRPr lang="en-GB" dirty="0"/>
          </a:p>
        </p:txBody>
      </p:sp>
      <p:sp>
        <p:nvSpPr>
          <p:cNvPr id="2" name="Title 1"/>
          <p:cNvSpPr>
            <a:spLocks noGrp="1"/>
          </p:cNvSpPr>
          <p:nvPr>
            <p:ph type="title"/>
          </p:nvPr>
        </p:nvSpPr>
        <p:spPr/>
        <p:txBody>
          <a:bodyPr/>
          <a:lstStyle/>
          <a:p>
            <a:r>
              <a:rPr lang="en-GB" dirty="0"/>
              <a:t>Driver tree</a:t>
            </a:r>
          </a:p>
        </p:txBody>
      </p:sp>
      <p:grpSp>
        <p:nvGrpSpPr>
          <p:cNvPr id="27" name="Group 26">
            <a:extLst>
              <a:ext uri="{FF2B5EF4-FFF2-40B4-BE49-F238E27FC236}">
                <a16:creationId xmlns:a16="http://schemas.microsoft.com/office/drawing/2014/main" id="{E738A637-78BB-4752-85CA-D206AEFDCC77}"/>
              </a:ext>
            </a:extLst>
          </p:cNvPr>
          <p:cNvGrpSpPr/>
          <p:nvPr/>
        </p:nvGrpSpPr>
        <p:grpSpPr>
          <a:xfrm>
            <a:off x="381796" y="1807324"/>
            <a:ext cx="9142413" cy="3736677"/>
            <a:chOff x="395999" y="1723725"/>
            <a:chExt cx="7884001" cy="4032000"/>
          </a:xfrm>
        </p:grpSpPr>
        <p:sp>
          <p:nvSpPr>
            <p:cNvPr id="29" name="Rectangle 28">
              <a:extLst>
                <a:ext uri="{FF2B5EF4-FFF2-40B4-BE49-F238E27FC236}">
                  <a16:creationId xmlns:a16="http://schemas.microsoft.com/office/drawing/2014/main" id="{A49A3DC2-F4D7-40B9-AA1F-D432A34F3440}"/>
                </a:ext>
              </a:extLst>
            </p:cNvPr>
            <p:cNvSpPr/>
            <p:nvPr/>
          </p:nvSpPr>
          <p:spPr>
            <a:xfrm>
              <a:off x="395999" y="3487725"/>
              <a:ext cx="1494000" cy="5220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GB" sz="1200" dirty="0">
                  <a:solidFill>
                    <a:schemeClr val="tx1"/>
                  </a:solidFill>
                  <a:latin typeface="Aptos" panose="020B0004020202020204" pitchFamily="34" charset="0"/>
                </a:rPr>
                <a:t>Text runs here</a:t>
              </a:r>
            </a:p>
          </p:txBody>
        </p:sp>
        <p:sp>
          <p:nvSpPr>
            <p:cNvPr id="31" name="Rectangle 30">
              <a:extLst>
                <a:ext uri="{FF2B5EF4-FFF2-40B4-BE49-F238E27FC236}">
                  <a16:creationId xmlns:a16="http://schemas.microsoft.com/office/drawing/2014/main" id="{039CFA7C-8EC3-4747-A9EE-014FC81A5DF9}"/>
                </a:ext>
              </a:extLst>
            </p:cNvPr>
            <p:cNvSpPr/>
            <p:nvPr/>
          </p:nvSpPr>
          <p:spPr>
            <a:xfrm>
              <a:off x="3042000" y="3487725"/>
              <a:ext cx="1494000" cy="5220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GB" sz="1200" dirty="0">
                  <a:solidFill>
                    <a:schemeClr val="tx1"/>
                  </a:solidFill>
                  <a:latin typeface="Aptos" panose="020B0004020202020204" pitchFamily="34" charset="0"/>
                </a:rPr>
                <a:t>Text runs here</a:t>
              </a:r>
            </a:p>
          </p:txBody>
        </p:sp>
        <p:sp>
          <p:nvSpPr>
            <p:cNvPr id="32" name="Rectangle 31">
              <a:extLst>
                <a:ext uri="{FF2B5EF4-FFF2-40B4-BE49-F238E27FC236}">
                  <a16:creationId xmlns:a16="http://schemas.microsoft.com/office/drawing/2014/main" id="{86152325-0E3A-4BE9-BFA5-C97BCD5CB616}"/>
                </a:ext>
              </a:extLst>
            </p:cNvPr>
            <p:cNvSpPr/>
            <p:nvPr/>
          </p:nvSpPr>
          <p:spPr>
            <a:xfrm>
              <a:off x="3042000" y="2083725"/>
              <a:ext cx="1494000" cy="5220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GB" sz="1200" dirty="0">
                  <a:solidFill>
                    <a:schemeClr val="tx1"/>
                  </a:solidFill>
                  <a:latin typeface="Aptos" panose="020B0004020202020204" pitchFamily="34" charset="0"/>
                </a:rPr>
                <a:t>Text runs here</a:t>
              </a:r>
            </a:p>
          </p:txBody>
        </p:sp>
        <p:sp>
          <p:nvSpPr>
            <p:cNvPr id="33" name="Rectangle 32">
              <a:extLst>
                <a:ext uri="{FF2B5EF4-FFF2-40B4-BE49-F238E27FC236}">
                  <a16:creationId xmlns:a16="http://schemas.microsoft.com/office/drawing/2014/main" id="{CBB2FB26-F23D-4817-8CEA-25158195C1B3}"/>
                </a:ext>
              </a:extLst>
            </p:cNvPr>
            <p:cNvSpPr/>
            <p:nvPr/>
          </p:nvSpPr>
          <p:spPr>
            <a:xfrm>
              <a:off x="3042000" y="4891725"/>
              <a:ext cx="1494000" cy="5220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GB" sz="1200" dirty="0">
                  <a:solidFill>
                    <a:schemeClr val="tx1"/>
                  </a:solidFill>
                  <a:latin typeface="Aptos" panose="020B0004020202020204" pitchFamily="34" charset="0"/>
                </a:rPr>
                <a:t>Text runs here</a:t>
              </a:r>
            </a:p>
          </p:txBody>
        </p:sp>
        <p:sp>
          <p:nvSpPr>
            <p:cNvPr id="34" name="Rectangle 33">
              <a:extLst>
                <a:ext uri="{FF2B5EF4-FFF2-40B4-BE49-F238E27FC236}">
                  <a16:creationId xmlns:a16="http://schemas.microsoft.com/office/drawing/2014/main" id="{B4949167-D4FC-4B4D-8DE2-FE12CC9911E9}"/>
                </a:ext>
              </a:extLst>
            </p:cNvPr>
            <p:cNvSpPr/>
            <p:nvPr/>
          </p:nvSpPr>
          <p:spPr>
            <a:xfrm>
              <a:off x="5670000" y="1723725"/>
              <a:ext cx="2610000" cy="5220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GB" sz="1200" dirty="0">
                  <a:solidFill>
                    <a:schemeClr val="tx1"/>
                  </a:solidFill>
                  <a:latin typeface="Aptos" panose="020B0004020202020204" pitchFamily="34" charset="0"/>
                </a:rPr>
                <a:t>Text runs here</a:t>
              </a:r>
            </a:p>
          </p:txBody>
        </p:sp>
        <p:sp>
          <p:nvSpPr>
            <p:cNvPr id="36" name="Rectangle 35">
              <a:extLst>
                <a:ext uri="{FF2B5EF4-FFF2-40B4-BE49-F238E27FC236}">
                  <a16:creationId xmlns:a16="http://schemas.microsoft.com/office/drawing/2014/main" id="{E3AE89DF-23F9-4BFA-958B-975264A66233}"/>
                </a:ext>
              </a:extLst>
            </p:cNvPr>
            <p:cNvSpPr/>
            <p:nvPr/>
          </p:nvSpPr>
          <p:spPr>
            <a:xfrm>
              <a:off x="5670000" y="2389725"/>
              <a:ext cx="2610000" cy="5220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GB" sz="1200" dirty="0">
                  <a:solidFill>
                    <a:schemeClr val="tx1"/>
                  </a:solidFill>
                  <a:latin typeface="Aptos" panose="020B0004020202020204" pitchFamily="34" charset="0"/>
                </a:rPr>
                <a:t>Text runs here</a:t>
              </a:r>
            </a:p>
          </p:txBody>
        </p:sp>
        <p:sp>
          <p:nvSpPr>
            <p:cNvPr id="38" name="Rectangle 37">
              <a:extLst>
                <a:ext uri="{FF2B5EF4-FFF2-40B4-BE49-F238E27FC236}">
                  <a16:creationId xmlns:a16="http://schemas.microsoft.com/office/drawing/2014/main" id="{C3BD49B7-8F8A-49BE-BAC7-9171041C89D4}"/>
                </a:ext>
              </a:extLst>
            </p:cNvPr>
            <p:cNvSpPr/>
            <p:nvPr/>
          </p:nvSpPr>
          <p:spPr>
            <a:xfrm>
              <a:off x="5670000" y="3145153"/>
              <a:ext cx="2610000" cy="5220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GB" sz="1200" dirty="0">
                  <a:solidFill>
                    <a:schemeClr val="tx1"/>
                  </a:solidFill>
                  <a:latin typeface="Aptos" panose="020B0004020202020204" pitchFamily="34" charset="0"/>
                </a:rPr>
                <a:t>Text runs here</a:t>
              </a:r>
            </a:p>
          </p:txBody>
        </p:sp>
        <p:sp>
          <p:nvSpPr>
            <p:cNvPr id="39" name="Rectangle 38">
              <a:extLst>
                <a:ext uri="{FF2B5EF4-FFF2-40B4-BE49-F238E27FC236}">
                  <a16:creationId xmlns:a16="http://schemas.microsoft.com/office/drawing/2014/main" id="{C31316E3-CF0E-48A2-B86F-F972D0C9715E}"/>
                </a:ext>
              </a:extLst>
            </p:cNvPr>
            <p:cNvSpPr/>
            <p:nvPr/>
          </p:nvSpPr>
          <p:spPr>
            <a:xfrm>
              <a:off x="5670000" y="3811153"/>
              <a:ext cx="2610000" cy="5220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GB" sz="1200" dirty="0">
                  <a:solidFill>
                    <a:schemeClr val="tx1"/>
                  </a:solidFill>
                  <a:latin typeface="Aptos" panose="020B0004020202020204" pitchFamily="34" charset="0"/>
                </a:rPr>
                <a:t>Text runs here</a:t>
              </a:r>
            </a:p>
          </p:txBody>
        </p:sp>
        <p:grpSp>
          <p:nvGrpSpPr>
            <p:cNvPr id="40" name="Group 39">
              <a:extLst>
                <a:ext uri="{FF2B5EF4-FFF2-40B4-BE49-F238E27FC236}">
                  <a16:creationId xmlns:a16="http://schemas.microsoft.com/office/drawing/2014/main" id="{8EF252DC-B0E8-4A97-BF0E-FCBBF091A142}"/>
                </a:ext>
              </a:extLst>
            </p:cNvPr>
            <p:cNvGrpSpPr/>
            <p:nvPr/>
          </p:nvGrpSpPr>
          <p:grpSpPr>
            <a:xfrm>
              <a:off x="5670000" y="4567725"/>
              <a:ext cx="2610000" cy="1188000"/>
              <a:chOff x="5670000" y="4471284"/>
              <a:chExt cx="2610000" cy="1188000"/>
            </a:xfrm>
          </p:grpSpPr>
          <p:sp>
            <p:nvSpPr>
              <p:cNvPr id="50" name="Rectangle 49">
                <a:extLst>
                  <a:ext uri="{FF2B5EF4-FFF2-40B4-BE49-F238E27FC236}">
                    <a16:creationId xmlns:a16="http://schemas.microsoft.com/office/drawing/2014/main" id="{52A31027-B2D3-43FA-B613-AA778E40C8D4}"/>
                  </a:ext>
                </a:extLst>
              </p:cNvPr>
              <p:cNvSpPr/>
              <p:nvPr/>
            </p:nvSpPr>
            <p:spPr>
              <a:xfrm>
                <a:off x="5670000" y="4471284"/>
                <a:ext cx="2610000" cy="5220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GB" sz="1200" dirty="0">
                    <a:solidFill>
                      <a:schemeClr val="tx1"/>
                    </a:solidFill>
                    <a:latin typeface="Aptos" panose="020B0004020202020204" pitchFamily="34" charset="0"/>
                  </a:rPr>
                  <a:t>Text runs here</a:t>
                </a:r>
              </a:p>
            </p:txBody>
          </p:sp>
          <p:sp>
            <p:nvSpPr>
              <p:cNvPr id="51" name="Rectangle 50">
                <a:extLst>
                  <a:ext uri="{FF2B5EF4-FFF2-40B4-BE49-F238E27FC236}">
                    <a16:creationId xmlns:a16="http://schemas.microsoft.com/office/drawing/2014/main" id="{9839F8F1-684F-4A1A-9DA3-0A3D21FEF358}"/>
                  </a:ext>
                </a:extLst>
              </p:cNvPr>
              <p:cNvSpPr/>
              <p:nvPr/>
            </p:nvSpPr>
            <p:spPr>
              <a:xfrm>
                <a:off x="5670000" y="5137284"/>
                <a:ext cx="2610000" cy="5220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algn="ctr"/>
                <a:r>
                  <a:rPr lang="en-GB" sz="1200" dirty="0">
                    <a:solidFill>
                      <a:schemeClr val="tx1"/>
                    </a:solidFill>
                    <a:latin typeface="Aptos" panose="020B0004020202020204" pitchFamily="34" charset="0"/>
                  </a:rPr>
                  <a:t>Text runs here</a:t>
                </a:r>
              </a:p>
            </p:txBody>
          </p:sp>
        </p:grpSp>
        <p:cxnSp>
          <p:nvCxnSpPr>
            <p:cNvPr id="41" name="Elbow Connector 18">
              <a:extLst>
                <a:ext uri="{FF2B5EF4-FFF2-40B4-BE49-F238E27FC236}">
                  <a16:creationId xmlns:a16="http://schemas.microsoft.com/office/drawing/2014/main" id="{AC04980F-74D5-4A51-B1FB-3496558FEF02}"/>
                </a:ext>
              </a:extLst>
            </p:cNvPr>
            <p:cNvCxnSpPr>
              <a:stCxn id="29" idx="3"/>
              <a:endCxn id="32" idx="1"/>
            </p:cNvCxnSpPr>
            <p:nvPr/>
          </p:nvCxnSpPr>
          <p:spPr>
            <a:xfrm flipV="1">
              <a:off x="1889999" y="2344725"/>
              <a:ext cx="1152001" cy="1404000"/>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Elbow Connector 19">
              <a:extLst>
                <a:ext uri="{FF2B5EF4-FFF2-40B4-BE49-F238E27FC236}">
                  <a16:creationId xmlns:a16="http://schemas.microsoft.com/office/drawing/2014/main" id="{F9A3ADD2-0F43-4AE3-B69D-772CE4629A63}"/>
                </a:ext>
              </a:extLst>
            </p:cNvPr>
            <p:cNvCxnSpPr>
              <a:stCxn id="32" idx="3"/>
              <a:endCxn id="34" idx="1"/>
            </p:cNvCxnSpPr>
            <p:nvPr/>
          </p:nvCxnSpPr>
          <p:spPr>
            <a:xfrm flipV="1">
              <a:off x="4536000" y="1984725"/>
              <a:ext cx="1134000" cy="360000"/>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Elbow Connector 22">
              <a:extLst>
                <a:ext uri="{FF2B5EF4-FFF2-40B4-BE49-F238E27FC236}">
                  <a16:creationId xmlns:a16="http://schemas.microsoft.com/office/drawing/2014/main" id="{3BE488D2-7BB4-445C-9E9A-6CF67A00E2D4}"/>
                </a:ext>
              </a:extLst>
            </p:cNvPr>
            <p:cNvCxnSpPr>
              <a:stCxn id="31" idx="3"/>
            </p:cNvCxnSpPr>
            <p:nvPr/>
          </p:nvCxnSpPr>
          <p:spPr>
            <a:xfrm flipV="1">
              <a:off x="4536000" y="3388725"/>
              <a:ext cx="1134000" cy="360000"/>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Elbow Connector 23">
              <a:extLst>
                <a:ext uri="{FF2B5EF4-FFF2-40B4-BE49-F238E27FC236}">
                  <a16:creationId xmlns:a16="http://schemas.microsoft.com/office/drawing/2014/main" id="{064CA4D1-CCE2-4579-8539-6723D8E9B524}"/>
                </a:ext>
              </a:extLst>
            </p:cNvPr>
            <p:cNvCxnSpPr/>
            <p:nvPr/>
          </p:nvCxnSpPr>
          <p:spPr>
            <a:xfrm flipV="1">
              <a:off x="4536000" y="4782009"/>
              <a:ext cx="1134000" cy="360000"/>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Elbow Connector 24">
              <a:extLst>
                <a:ext uri="{FF2B5EF4-FFF2-40B4-BE49-F238E27FC236}">
                  <a16:creationId xmlns:a16="http://schemas.microsoft.com/office/drawing/2014/main" id="{E3019C72-4E4F-4F2F-885D-0ACD6F688F81}"/>
                </a:ext>
              </a:extLst>
            </p:cNvPr>
            <p:cNvCxnSpPr>
              <a:stCxn id="29" idx="3"/>
              <a:endCxn id="33" idx="1"/>
            </p:cNvCxnSpPr>
            <p:nvPr/>
          </p:nvCxnSpPr>
          <p:spPr>
            <a:xfrm>
              <a:off x="1889999" y="3748725"/>
              <a:ext cx="1152001" cy="1404000"/>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Elbow Connector 27">
              <a:extLst>
                <a:ext uri="{FF2B5EF4-FFF2-40B4-BE49-F238E27FC236}">
                  <a16:creationId xmlns:a16="http://schemas.microsoft.com/office/drawing/2014/main" id="{DA81B8CA-C8F8-4B66-BA28-B40216C0E459}"/>
                </a:ext>
              </a:extLst>
            </p:cNvPr>
            <p:cNvCxnSpPr>
              <a:endCxn id="51" idx="1"/>
            </p:cNvCxnSpPr>
            <p:nvPr/>
          </p:nvCxnSpPr>
          <p:spPr>
            <a:xfrm>
              <a:off x="4536000" y="5140020"/>
              <a:ext cx="1134000" cy="354705"/>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Elbow Connector 29">
              <a:extLst>
                <a:ext uri="{FF2B5EF4-FFF2-40B4-BE49-F238E27FC236}">
                  <a16:creationId xmlns:a16="http://schemas.microsoft.com/office/drawing/2014/main" id="{55B53368-AB7B-45B3-A3B9-1A1110F16AEC}"/>
                </a:ext>
              </a:extLst>
            </p:cNvPr>
            <p:cNvCxnSpPr>
              <a:stCxn id="31" idx="3"/>
              <a:endCxn id="39" idx="1"/>
            </p:cNvCxnSpPr>
            <p:nvPr/>
          </p:nvCxnSpPr>
          <p:spPr>
            <a:xfrm>
              <a:off x="4536000" y="3748725"/>
              <a:ext cx="1134000" cy="323428"/>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Elbow Connector 34">
              <a:extLst>
                <a:ext uri="{FF2B5EF4-FFF2-40B4-BE49-F238E27FC236}">
                  <a16:creationId xmlns:a16="http://schemas.microsoft.com/office/drawing/2014/main" id="{F5DAA2FA-FD9C-4060-82C9-5B2254CCB221}"/>
                </a:ext>
              </a:extLst>
            </p:cNvPr>
            <p:cNvCxnSpPr/>
            <p:nvPr/>
          </p:nvCxnSpPr>
          <p:spPr>
            <a:xfrm>
              <a:off x="4536000" y="2343631"/>
              <a:ext cx="1134000" cy="354705"/>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3A318F11-4917-4C71-9C50-61A629F9A61A}"/>
                </a:ext>
              </a:extLst>
            </p:cNvPr>
            <p:cNvCxnSpPr>
              <a:stCxn id="29" idx="3"/>
              <a:endCxn id="31" idx="1"/>
            </p:cNvCxnSpPr>
            <p:nvPr/>
          </p:nvCxnSpPr>
          <p:spPr>
            <a:xfrm>
              <a:off x="1889999" y="3748725"/>
              <a:ext cx="1152001"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43926804"/>
      </p:ext>
    </p:extLst>
  </p:cSld>
  <p:clrMapOvr>
    <a:masterClrMapping/>
  </p:clrMapOvr>
  <p:transition>
    <p:fade/>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 Placeholder 23"/>
          <p:cNvSpPr>
            <a:spLocks noGrp="1"/>
          </p:cNvSpPr>
          <p:nvPr>
            <p:ph type="body" sz="quarter" idx="13"/>
          </p:nvPr>
        </p:nvSpPr>
        <p:spPr>
          <a:prstGeom prst="rect">
            <a:avLst/>
          </a:prstGeom>
        </p:spPr>
        <p:txBody>
          <a:bodyPr/>
          <a:lstStyle/>
          <a:p>
            <a:r>
              <a:rPr lang="en-GB" dirty="0"/>
              <a:t>Simple</a:t>
            </a:r>
          </a:p>
        </p:txBody>
      </p:sp>
      <p:sp>
        <p:nvSpPr>
          <p:cNvPr id="2" name="Title 1"/>
          <p:cNvSpPr>
            <a:spLocks noGrp="1"/>
          </p:cNvSpPr>
          <p:nvPr>
            <p:ph type="title"/>
          </p:nvPr>
        </p:nvSpPr>
        <p:spPr/>
        <p:txBody>
          <a:bodyPr/>
          <a:lstStyle/>
          <a:p>
            <a:r>
              <a:rPr lang="en-GB" dirty="0"/>
              <a:t>Organization chart</a:t>
            </a:r>
          </a:p>
        </p:txBody>
      </p:sp>
      <p:grpSp>
        <p:nvGrpSpPr>
          <p:cNvPr id="20" name="Group 19">
            <a:extLst>
              <a:ext uri="{FF2B5EF4-FFF2-40B4-BE49-F238E27FC236}">
                <a16:creationId xmlns:a16="http://schemas.microsoft.com/office/drawing/2014/main" id="{574FAC25-E20A-4DD4-BCC6-839E970A9506}"/>
              </a:ext>
            </a:extLst>
          </p:cNvPr>
          <p:cNvGrpSpPr/>
          <p:nvPr/>
        </p:nvGrpSpPr>
        <p:grpSpPr>
          <a:xfrm>
            <a:off x="381796" y="1798976"/>
            <a:ext cx="9142412" cy="3736677"/>
            <a:chOff x="396000" y="1638000"/>
            <a:chExt cx="8361000" cy="4248000"/>
          </a:xfrm>
        </p:grpSpPr>
        <p:cxnSp>
          <p:nvCxnSpPr>
            <p:cNvPr id="21" name="Straight Connector 20">
              <a:extLst>
                <a:ext uri="{FF2B5EF4-FFF2-40B4-BE49-F238E27FC236}">
                  <a16:creationId xmlns:a16="http://schemas.microsoft.com/office/drawing/2014/main" id="{E06778D5-AF3D-4511-ADE8-6FD6DF4C44BF}"/>
                </a:ext>
              </a:extLst>
            </p:cNvPr>
            <p:cNvCxnSpPr>
              <a:stCxn id="34" idx="3"/>
              <a:endCxn id="33" idx="1"/>
            </p:cNvCxnSpPr>
            <p:nvPr/>
          </p:nvCxnSpPr>
          <p:spPr>
            <a:xfrm>
              <a:off x="3649500" y="4311000"/>
              <a:ext cx="184050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B0B55E71-6D44-4D50-B6DB-CE16243412CE}"/>
                </a:ext>
              </a:extLst>
            </p:cNvPr>
            <p:cNvCxnSpPr>
              <a:stCxn id="38" idx="3"/>
              <a:endCxn id="37" idx="1"/>
            </p:cNvCxnSpPr>
            <p:nvPr/>
          </p:nvCxnSpPr>
          <p:spPr>
            <a:xfrm>
              <a:off x="1962000" y="5409000"/>
              <a:ext cx="522900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50B9E77-A161-4F79-A184-6FD5962A16B7}"/>
                </a:ext>
              </a:extLst>
            </p:cNvPr>
            <p:cNvCxnSpPr>
              <a:stCxn id="28" idx="2"/>
              <a:endCxn id="31" idx="0"/>
            </p:cNvCxnSpPr>
            <p:nvPr/>
          </p:nvCxnSpPr>
          <p:spPr>
            <a:xfrm>
              <a:off x="4563000" y="2592000"/>
              <a:ext cx="9000" cy="234000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869EAFA4-D37E-431D-A965-07806714C78E}"/>
                </a:ext>
              </a:extLst>
            </p:cNvPr>
            <p:cNvCxnSpPr>
              <a:stCxn id="29" idx="3"/>
              <a:endCxn id="32" idx="1"/>
            </p:cNvCxnSpPr>
            <p:nvPr/>
          </p:nvCxnSpPr>
          <p:spPr>
            <a:xfrm>
              <a:off x="5346000" y="3213000"/>
              <a:ext cx="14400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52B29B76-73D5-4FC0-AABE-A093503FB1B4}"/>
                </a:ext>
              </a:extLst>
            </p:cNvPr>
            <p:cNvSpPr/>
            <p:nvPr/>
          </p:nvSpPr>
          <p:spPr>
            <a:xfrm>
              <a:off x="3780000" y="1638000"/>
              <a:ext cx="1566000" cy="95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6500" tIns="78000" rIns="136500" bIns="78000" rtlCol="0" anchor="ctr" anchorCtr="0">
              <a:noAutofit/>
            </a:bodyPr>
            <a:lstStyle/>
            <a:p>
              <a:pPr>
                <a:lnSpc>
                  <a:spcPct val="110000"/>
                </a:lnSpc>
              </a:pPr>
              <a:r>
                <a:rPr lang="en-GB" sz="1200" b="1" dirty="0">
                  <a:solidFill>
                    <a:schemeClr val="bg1"/>
                  </a:solidFill>
                  <a:latin typeface="Aptos" panose="020B0004020202020204" pitchFamily="34" charset="0"/>
                </a:rPr>
                <a:t>Sponsor</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p:txBody>
        </p:sp>
        <p:sp>
          <p:nvSpPr>
            <p:cNvPr id="29" name="Rectangle 28">
              <a:extLst>
                <a:ext uri="{FF2B5EF4-FFF2-40B4-BE49-F238E27FC236}">
                  <a16:creationId xmlns:a16="http://schemas.microsoft.com/office/drawing/2014/main" id="{ED8DF0C1-DA83-4953-9463-80382953FCFC}"/>
                </a:ext>
              </a:extLst>
            </p:cNvPr>
            <p:cNvSpPr/>
            <p:nvPr/>
          </p:nvSpPr>
          <p:spPr>
            <a:xfrm>
              <a:off x="3780000" y="2736000"/>
              <a:ext cx="1566000" cy="95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6500" tIns="78000" rIns="136500" bIns="78000" rtlCol="0" anchor="ctr" anchorCtr="0">
              <a:noAutofit/>
            </a:bodyPr>
            <a:lstStyle/>
            <a:p>
              <a:pPr>
                <a:lnSpc>
                  <a:spcPct val="110000"/>
                </a:lnSpc>
              </a:pPr>
              <a:r>
                <a:rPr lang="en-GB" sz="1200" b="1" dirty="0">
                  <a:solidFill>
                    <a:schemeClr val="bg1"/>
                  </a:solidFill>
                  <a:latin typeface="Aptos" panose="020B0004020202020204" pitchFamily="34" charset="0"/>
                </a:rPr>
                <a:t>Management</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p:txBody>
        </p:sp>
        <p:sp>
          <p:nvSpPr>
            <p:cNvPr id="30" name="Rectangle 29">
              <a:extLst>
                <a:ext uri="{FF2B5EF4-FFF2-40B4-BE49-F238E27FC236}">
                  <a16:creationId xmlns:a16="http://schemas.microsoft.com/office/drawing/2014/main" id="{2974C7FE-CF51-47C8-B944-53FDFC038601}"/>
                </a:ext>
              </a:extLst>
            </p:cNvPr>
            <p:cNvSpPr/>
            <p:nvPr/>
          </p:nvSpPr>
          <p:spPr>
            <a:xfrm>
              <a:off x="3780000" y="3834000"/>
              <a:ext cx="1566000" cy="95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6500" tIns="78000" rIns="136500" bIns="78000" rtlCol="0" anchor="ctr" anchorCtr="0">
              <a:noAutofit/>
            </a:bodyPr>
            <a:lstStyle/>
            <a:p>
              <a:pPr>
                <a:lnSpc>
                  <a:spcPct val="110000"/>
                </a:lnSpc>
              </a:pPr>
              <a:r>
                <a:rPr lang="en-GB" sz="1200" b="1" dirty="0">
                  <a:solidFill>
                    <a:schemeClr val="bg1"/>
                  </a:solidFill>
                  <a:latin typeface="Aptos" panose="020B0004020202020204" pitchFamily="34" charset="0"/>
                </a:rPr>
                <a:t>Management</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p:txBody>
        </p:sp>
        <p:sp>
          <p:nvSpPr>
            <p:cNvPr id="31" name="Rectangle 30">
              <a:extLst>
                <a:ext uri="{FF2B5EF4-FFF2-40B4-BE49-F238E27FC236}">
                  <a16:creationId xmlns:a16="http://schemas.microsoft.com/office/drawing/2014/main" id="{F28B93D3-1364-4137-B038-FDDFA9FA9F74}"/>
                </a:ext>
              </a:extLst>
            </p:cNvPr>
            <p:cNvSpPr/>
            <p:nvPr/>
          </p:nvSpPr>
          <p:spPr>
            <a:xfrm>
              <a:off x="3789000" y="4932000"/>
              <a:ext cx="1566000" cy="95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36500" tIns="78000" rIns="136500" bIns="78000" rtlCol="0" anchor="ctr" anchorCtr="0">
              <a:noAutofit/>
            </a:bodyPr>
            <a:lstStyle/>
            <a:p>
              <a:pPr>
                <a:lnSpc>
                  <a:spcPct val="110000"/>
                </a:lnSpc>
              </a:pPr>
              <a:r>
                <a:rPr lang="en-GB" sz="1200" b="1" dirty="0" err="1">
                  <a:solidFill>
                    <a:schemeClr val="bg1"/>
                  </a:solidFill>
                  <a:latin typeface="Aptos" panose="020B0004020202020204" pitchFamily="34" charset="0"/>
                </a:rPr>
                <a:t>Workstream</a:t>
              </a:r>
              <a:endParaRPr lang="en-GB" sz="1200" b="1" dirty="0">
                <a:solidFill>
                  <a:schemeClr val="bg1"/>
                </a:solidFill>
                <a:latin typeface="Aptos" panose="020B0004020202020204" pitchFamily="34" charset="0"/>
              </a:endParaRP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p:txBody>
        </p:sp>
        <p:sp>
          <p:nvSpPr>
            <p:cNvPr id="32" name="Rectangle 31">
              <a:extLst>
                <a:ext uri="{FF2B5EF4-FFF2-40B4-BE49-F238E27FC236}">
                  <a16:creationId xmlns:a16="http://schemas.microsoft.com/office/drawing/2014/main" id="{C243DA9B-5453-4E5B-AA76-D620784B54DD}"/>
                </a:ext>
              </a:extLst>
            </p:cNvPr>
            <p:cNvSpPr/>
            <p:nvPr/>
          </p:nvSpPr>
          <p:spPr>
            <a:xfrm>
              <a:off x="5490000" y="2736000"/>
              <a:ext cx="1566000" cy="95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6500" tIns="78000" rIns="136500" bIns="78000" rtlCol="0" anchor="ctr" anchorCtr="0">
              <a:noAutofit/>
            </a:bodyPr>
            <a:lstStyle/>
            <a:p>
              <a:pPr>
                <a:lnSpc>
                  <a:spcPct val="110000"/>
                </a:lnSpc>
              </a:pPr>
              <a:r>
                <a:rPr lang="en-GB" sz="1200" b="1" dirty="0">
                  <a:solidFill>
                    <a:schemeClr val="bg1"/>
                  </a:solidFill>
                  <a:latin typeface="Aptos" panose="020B0004020202020204" pitchFamily="34" charset="0"/>
                </a:rPr>
                <a:t>QA</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p:txBody>
        </p:sp>
        <p:sp>
          <p:nvSpPr>
            <p:cNvPr id="33" name="Rectangle 32">
              <a:extLst>
                <a:ext uri="{FF2B5EF4-FFF2-40B4-BE49-F238E27FC236}">
                  <a16:creationId xmlns:a16="http://schemas.microsoft.com/office/drawing/2014/main" id="{8199E468-F168-43A3-91B1-4EB241D27E07}"/>
                </a:ext>
              </a:extLst>
            </p:cNvPr>
            <p:cNvSpPr/>
            <p:nvPr/>
          </p:nvSpPr>
          <p:spPr>
            <a:xfrm>
              <a:off x="5490000" y="3834000"/>
              <a:ext cx="1566000" cy="95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6500" tIns="78000" rIns="136500" bIns="78000" rtlCol="0" anchor="ctr" anchorCtr="0">
              <a:noAutofit/>
            </a:bodyPr>
            <a:lstStyle/>
            <a:p>
              <a:pPr>
                <a:lnSpc>
                  <a:spcPct val="110000"/>
                </a:lnSpc>
              </a:pPr>
              <a:r>
                <a:rPr lang="en-GB" sz="1200" b="1" dirty="0">
                  <a:solidFill>
                    <a:schemeClr val="bg1"/>
                  </a:solidFill>
                  <a:latin typeface="Aptos" panose="020B0004020202020204" pitchFamily="34" charset="0"/>
                </a:rPr>
                <a:t>PMO</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p:txBody>
        </p:sp>
        <p:sp>
          <p:nvSpPr>
            <p:cNvPr id="34" name="Rectangle 33">
              <a:extLst>
                <a:ext uri="{FF2B5EF4-FFF2-40B4-BE49-F238E27FC236}">
                  <a16:creationId xmlns:a16="http://schemas.microsoft.com/office/drawing/2014/main" id="{E562ABD5-08F5-433A-90F9-EC1E10617C95}"/>
                </a:ext>
              </a:extLst>
            </p:cNvPr>
            <p:cNvSpPr/>
            <p:nvPr/>
          </p:nvSpPr>
          <p:spPr>
            <a:xfrm>
              <a:off x="2083500" y="3834000"/>
              <a:ext cx="1566000" cy="95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6500" tIns="78000" rIns="136500" bIns="78000" rtlCol="0" anchor="ctr" anchorCtr="0">
              <a:noAutofit/>
            </a:bodyPr>
            <a:lstStyle/>
            <a:p>
              <a:pPr>
                <a:lnSpc>
                  <a:spcPct val="110000"/>
                </a:lnSpc>
              </a:pPr>
              <a:r>
                <a:rPr lang="en-GB" sz="1200" b="1" dirty="0">
                  <a:solidFill>
                    <a:schemeClr val="bg1"/>
                  </a:solidFill>
                  <a:latin typeface="Aptos" panose="020B0004020202020204" pitchFamily="34" charset="0"/>
                </a:rPr>
                <a:t>Subject experts</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p:txBody>
        </p:sp>
        <p:sp>
          <p:nvSpPr>
            <p:cNvPr id="35" name="Rectangle 34">
              <a:extLst>
                <a:ext uri="{FF2B5EF4-FFF2-40B4-BE49-F238E27FC236}">
                  <a16:creationId xmlns:a16="http://schemas.microsoft.com/office/drawing/2014/main" id="{2B8B3D62-AE18-42F7-A83D-C022586DE0E6}"/>
                </a:ext>
              </a:extLst>
            </p:cNvPr>
            <p:cNvSpPr/>
            <p:nvPr/>
          </p:nvSpPr>
          <p:spPr>
            <a:xfrm>
              <a:off x="2083500" y="4932000"/>
              <a:ext cx="1566000" cy="95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36500" tIns="78000" rIns="136500" bIns="78000" rtlCol="0" anchor="ctr" anchorCtr="0">
              <a:noAutofit/>
            </a:bodyPr>
            <a:lstStyle/>
            <a:p>
              <a:pPr>
                <a:lnSpc>
                  <a:spcPct val="110000"/>
                </a:lnSpc>
              </a:pPr>
              <a:r>
                <a:rPr lang="en-GB" sz="1200" b="1" dirty="0" err="1">
                  <a:solidFill>
                    <a:schemeClr val="bg1"/>
                  </a:solidFill>
                  <a:latin typeface="Aptos" panose="020B0004020202020204" pitchFamily="34" charset="0"/>
                </a:rPr>
                <a:t>Workstream</a:t>
              </a:r>
              <a:endParaRPr lang="en-GB" sz="1200" b="1" dirty="0">
                <a:solidFill>
                  <a:schemeClr val="bg1"/>
                </a:solidFill>
                <a:latin typeface="Aptos" panose="020B0004020202020204" pitchFamily="34" charset="0"/>
              </a:endParaRP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p:txBody>
        </p:sp>
        <p:sp>
          <p:nvSpPr>
            <p:cNvPr id="36" name="Rectangle 35">
              <a:extLst>
                <a:ext uri="{FF2B5EF4-FFF2-40B4-BE49-F238E27FC236}">
                  <a16:creationId xmlns:a16="http://schemas.microsoft.com/office/drawing/2014/main" id="{133EB626-47AA-47DE-A4F8-BC73C0963979}"/>
                </a:ext>
              </a:extLst>
            </p:cNvPr>
            <p:cNvSpPr/>
            <p:nvPr/>
          </p:nvSpPr>
          <p:spPr>
            <a:xfrm>
              <a:off x="5490000" y="4932000"/>
              <a:ext cx="1566000" cy="95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36500" tIns="78000" rIns="136500" bIns="78000" rtlCol="0" anchor="ctr" anchorCtr="0">
              <a:noAutofit/>
            </a:bodyPr>
            <a:lstStyle/>
            <a:p>
              <a:pPr>
                <a:lnSpc>
                  <a:spcPct val="110000"/>
                </a:lnSpc>
              </a:pPr>
              <a:r>
                <a:rPr lang="en-GB" sz="1200" b="1" dirty="0" err="1">
                  <a:solidFill>
                    <a:schemeClr val="bg1"/>
                  </a:solidFill>
                  <a:latin typeface="Aptos" panose="020B0004020202020204" pitchFamily="34" charset="0"/>
                </a:rPr>
                <a:t>Workstream</a:t>
              </a:r>
              <a:endParaRPr lang="en-GB" sz="1200" b="1" dirty="0">
                <a:solidFill>
                  <a:schemeClr val="bg1"/>
                </a:solidFill>
                <a:latin typeface="Aptos" panose="020B0004020202020204" pitchFamily="34" charset="0"/>
              </a:endParaRP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p:txBody>
        </p:sp>
        <p:sp>
          <p:nvSpPr>
            <p:cNvPr id="37" name="Rectangle 36">
              <a:extLst>
                <a:ext uri="{FF2B5EF4-FFF2-40B4-BE49-F238E27FC236}">
                  <a16:creationId xmlns:a16="http://schemas.microsoft.com/office/drawing/2014/main" id="{E8DBF802-AC7F-47F8-8E42-055ADA4D8AEB}"/>
                </a:ext>
              </a:extLst>
            </p:cNvPr>
            <p:cNvSpPr/>
            <p:nvPr/>
          </p:nvSpPr>
          <p:spPr>
            <a:xfrm>
              <a:off x="7191000" y="4932000"/>
              <a:ext cx="1566000" cy="95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36500" tIns="78000" rIns="136500" bIns="78000" rtlCol="0" anchor="ctr" anchorCtr="0">
              <a:noAutofit/>
            </a:bodyPr>
            <a:lstStyle/>
            <a:p>
              <a:pPr>
                <a:lnSpc>
                  <a:spcPct val="110000"/>
                </a:lnSpc>
              </a:pPr>
              <a:r>
                <a:rPr lang="en-GB" sz="1200" b="1" dirty="0" err="1">
                  <a:solidFill>
                    <a:schemeClr val="bg1"/>
                  </a:solidFill>
                  <a:latin typeface="Aptos" panose="020B0004020202020204" pitchFamily="34" charset="0"/>
                </a:rPr>
                <a:t>Workstream</a:t>
              </a:r>
              <a:endParaRPr lang="en-GB" sz="1200" b="1" dirty="0">
                <a:solidFill>
                  <a:schemeClr val="bg1"/>
                </a:solidFill>
                <a:latin typeface="Aptos" panose="020B0004020202020204" pitchFamily="34" charset="0"/>
              </a:endParaRP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p:txBody>
        </p:sp>
        <p:sp>
          <p:nvSpPr>
            <p:cNvPr id="38" name="Rectangle 37">
              <a:extLst>
                <a:ext uri="{FF2B5EF4-FFF2-40B4-BE49-F238E27FC236}">
                  <a16:creationId xmlns:a16="http://schemas.microsoft.com/office/drawing/2014/main" id="{D581065C-3B4E-4A70-B43F-9592E23CEA1E}"/>
                </a:ext>
              </a:extLst>
            </p:cNvPr>
            <p:cNvSpPr/>
            <p:nvPr/>
          </p:nvSpPr>
          <p:spPr>
            <a:xfrm>
              <a:off x="396000" y="4932000"/>
              <a:ext cx="1566000" cy="95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36500" tIns="78000" rIns="136500" bIns="78000" rtlCol="0" anchor="ctr" anchorCtr="0">
              <a:noAutofit/>
            </a:bodyPr>
            <a:lstStyle/>
            <a:p>
              <a:pPr>
                <a:lnSpc>
                  <a:spcPct val="110000"/>
                </a:lnSpc>
              </a:pPr>
              <a:r>
                <a:rPr lang="en-GB" sz="1200" b="1" dirty="0" err="1">
                  <a:solidFill>
                    <a:schemeClr val="bg1"/>
                  </a:solidFill>
                  <a:latin typeface="Aptos" panose="020B0004020202020204" pitchFamily="34" charset="0"/>
                </a:rPr>
                <a:t>Workstream</a:t>
              </a:r>
              <a:endParaRPr lang="en-GB" sz="1200" b="1" dirty="0">
                <a:solidFill>
                  <a:schemeClr val="bg1"/>
                </a:solidFill>
                <a:latin typeface="Aptos" panose="020B0004020202020204" pitchFamily="34" charset="0"/>
              </a:endParaRP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a:p>
              <a:pPr>
                <a:lnSpc>
                  <a:spcPct val="110000"/>
                </a:lnSpc>
              </a:pPr>
              <a:r>
                <a:rPr lang="en-GB" sz="1200" dirty="0">
                  <a:solidFill>
                    <a:schemeClr val="bg1"/>
                  </a:solidFill>
                  <a:latin typeface="Aptos" panose="020B0004020202020204" pitchFamily="34" charset="0"/>
                </a:rPr>
                <a:t>Name Surname</a:t>
              </a:r>
            </a:p>
          </p:txBody>
        </p:sp>
      </p:grpSp>
    </p:spTree>
    <p:extLst>
      <p:ext uri="{BB962C8B-B14F-4D97-AF65-F5344CB8AC3E}">
        <p14:creationId xmlns:p14="http://schemas.microsoft.com/office/powerpoint/2010/main" val="1331588484"/>
      </p:ext>
    </p:extLst>
  </p:cSld>
  <p:clrMapOvr>
    <a:masterClrMapping/>
  </p:clrMapOvr>
  <p:transition>
    <p:fade/>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p:cNvSpPr>
            <a:spLocks noGrp="1"/>
          </p:cNvSpPr>
          <p:nvPr>
            <p:ph type="body" sz="quarter" idx="13"/>
          </p:nvPr>
        </p:nvSpPr>
        <p:spPr/>
        <p:txBody>
          <a:bodyPr/>
          <a:lstStyle/>
          <a:p>
            <a:r>
              <a:rPr lang="en-US"/>
              <a:t>Example</a:t>
            </a:r>
            <a:endParaRPr lang="en-US" dirty="0"/>
          </a:p>
        </p:txBody>
      </p:sp>
      <p:sp>
        <p:nvSpPr>
          <p:cNvPr id="8" name="Title 7"/>
          <p:cNvSpPr>
            <a:spLocks noGrp="1"/>
          </p:cNvSpPr>
          <p:nvPr>
            <p:ph type="title"/>
          </p:nvPr>
        </p:nvSpPr>
        <p:spPr/>
        <p:txBody>
          <a:bodyPr/>
          <a:lstStyle/>
          <a:p>
            <a:r>
              <a:rPr lang="en-US"/>
              <a:t>Proposed team structure and responsibilities</a:t>
            </a:r>
            <a:endParaRPr lang="en-US" dirty="0"/>
          </a:p>
        </p:txBody>
      </p:sp>
      <p:grpSp>
        <p:nvGrpSpPr>
          <p:cNvPr id="21" name="Group 20">
            <a:extLst>
              <a:ext uri="{FF2B5EF4-FFF2-40B4-BE49-F238E27FC236}">
                <a16:creationId xmlns:a16="http://schemas.microsoft.com/office/drawing/2014/main" id="{EE266C59-9AAB-4906-9B4A-AB085FF510C8}"/>
              </a:ext>
            </a:extLst>
          </p:cNvPr>
          <p:cNvGrpSpPr/>
          <p:nvPr/>
        </p:nvGrpSpPr>
        <p:grpSpPr>
          <a:xfrm>
            <a:off x="4879479" y="2266816"/>
            <a:ext cx="4634113" cy="3494224"/>
            <a:chOff x="5837920" y="1483605"/>
            <a:chExt cx="5958237" cy="5831127"/>
          </a:xfrm>
        </p:grpSpPr>
        <p:sp>
          <p:nvSpPr>
            <p:cNvPr id="22" name="Text Placeholder 65">
              <a:extLst>
                <a:ext uri="{FF2B5EF4-FFF2-40B4-BE49-F238E27FC236}">
                  <a16:creationId xmlns:a16="http://schemas.microsoft.com/office/drawing/2014/main" id="{E5D5DD80-390B-4E30-B99C-5D7DF5E16339}"/>
                </a:ext>
              </a:extLst>
            </p:cNvPr>
            <p:cNvSpPr txBox="1">
              <a:spLocks/>
            </p:cNvSpPr>
            <p:nvPr/>
          </p:nvSpPr>
          <p:spPr bwMode="gray">
            <a:xfrm>
              <a:off x="7605759" y="1483605"/>
              <a:ext cx="4190397" cy="1341120"/>
            </a:xfrm>
            <a:prstGeom prst="rect">
              <a:avLst/>
            </a:prstGeom>
          </p:spPr>
          <p:txBody>
            <a:bodyPr vert="horz" lIns="0" tIns="0" rIns="0" bIns="0" rtlCol="0">
              <a:noAutofit/>
            </a:bodyPr>
            <a:lstStyle/>
            <a:p>
              <a:pPr marL="110067" lvl="1" indent="-110067">
                <a:spcAft>
                  <a:spcPts val="488"/>
                </a:spcAft>
                <a:buSzPct val="100000"/>
                <a:buFont typeface="Arial"/>
                <a:buChar char="•"/>
              </a:pPr>
              <a:r>
                <a:rPr lang="en-US" sz="1200" dirty="0">
                  <a:latin typeface="Aptos" panose="020B0004020202020204" pitchFamily="34" charset="0"/>
                </a:rPr>
                <a:t>Make key decisions, sign-off on major deliverables and act on recommendations</a:t>
              </a:r>
            </a:p>
            <a:p>
              <a:pPr marL="110067" lvl="1" indent="-110067">
                <a:spcAft>
                  <a:spcPts val="488"/>
                </a:spcAft>
                <a:buSzPct val="100000"/>
                <a:buFont typeface="Arial"/>
                <a:buChar char="•"/>
              </a:pPr>
              <a:r>
                <a:rPr lang="en-US" sz="1200" dirty="0">
                  <a:latin typeface="Aptos" panose="020B0004020202020204" pitchFamily="34" charset="0"/>
                </a:rPr>
                <a:t>Identify and assign appropriate resources to the project</a:t>
              </a:r>
            </a:p>
          </p:txBody>
        </p:sp>
        <p:sp>
          <p:nvSpPr>
            <p:cNvPr id="23" name="Text Placeholder 65">
              <a:extLst>
                <a:ext uri="{FF2B5EF4-FFF2-40B4-BE49-F238E27FC236}">
                  <a16:creationId xmlns:a16="http://schemas.microsoft.com/office/drawing/2014/main" id="{119C87C7-C3B5-48F4-AFD8-B3A8EA0A453B}"/>
                </a:ext>
              </a:extLst>
            </p:cNvPr>
            <p:cNvSpPr txBox="1">
              <a:spLocks/>
            </p:cNvSpPr>
            <p:nvPr/>
          </p:nvSpPr>
          <p:spPr bwMode="gray">
            <a:xfrm>
              <a:off x="7605761" y="2980275"/>
              <a:ext cx="4190396" cy="1341120"/>
            </a:xfrm>
            <a:prstGeom prst="rect">
              <a:avLst/>
            </a:prstGeom>
          </p:spPr>
          <p:txBody>
            <a:bodyPr vert="horz" lIns="0" tIns="0" rIns="0" bIns="0" rtlCol="0">
              <a:noAutofit/>
            </a:bodyPr>
            <a:lstStyle/>
            <a:p>
              <a:pPr marL="110067" lvl="1" indent="-110067">
                <a:spcAft>
                  <a:spcPts val="488"/>
                </a:spcAft>
                <a:buSzPct val="100000"/>
                <a:buFont typeface="Arial"/>
                <a:buChar char="•"/>
              </a:pPr>
              <a:r>
                <a:rPr lang="en-US" sz="1200" dirty="0">
                  <a:latin typeface="Aptos" panose="020B0004020202020204" pitchFamily="34" charset="0"/>
                </a:rPr>
                <a:t>Ensure objectives are met within timing and scope outlined by the Steering Committee</a:t>
              </a:r>
            </a:p>
            <a:p>
              <a:pPr marL="110067" lvl="1" indent="-110067">
                <a:spcAft>
                  <a:spcPts val="488"/>
                </a:spcAft>
                <a:buSzPct val="100000"/>
                <a:buFont typeface="Arial"/>
                <a:buChar char="•"/>
              </a:pPr>
              <a:r>
                <a:rPr lang="en-US" sz="1200" dirty="0">
                  <a:latin typeface="Aptos" panose="020B0004020202020204" pitchFamily="34" charset="0"/>
                </a:rPr>
                <a:t>Manage day-to-day activities — project committee</a:t>
              </a:r>
            </a:p>
          </p:txBody>
        </p:sp>
        <p:sp>
          <p:nvSpPr>
            <p:cNvPr id="24" name="Text Placeholder 65">
              <a:extLst>
                <a:ext uri="{FF2B5EF4-FFF2-40B4-BE49-F238E27FC236}">
                  <a16:creationId xmlns:a16="http://schemas.microsoft.com/office/drawing/2014/main" id="{123355CD-7AF3-4BB6-9BB4-E2F8AF116347}"/>
                </a:ext>
              </a:extLst>
            </p:cNvPr>
            <p:cNvSpPr txBox="1">
              <a:spLocks/>
            </p:cNvSpPr>
            <p:nvPr/>
          </p:nvSpPr>
          <p:spPr bwMode="gray">
            <a:xfrm>
              <a:off x="7605760" y="4476944"/>
              <a:ext cx="3718560" cy="1341120"/>
            </a:xfrm>
            <a:prstGeom prst="rect">
              <a:avLst/>
            </a:prstGeom>
          </p:spPr>
          <p:txBody>
            <a:bodyPr vert="horz" lIns="0" tIns="0" rIns="0" bIns="0" rtlCol="0">
              <a:noAutofit/>
            </a:bodyPr>
            <a:lstStyle/>
            <a:p>
              <a:pPr marL="110067" lvl="1" indent="-110067">
                <a:spcAft>
                  <a:spcPts val="488"/>
                </a:spcAft>
                <a:buSzPct val="100000"/>
                <a:buFont typeface="Arial"/>
                <a:buChar char="•"/>
              </a:pPr>
              <a:r>
                <a:rPr lang="en-US" sz="1200" dirty="0">
                  <a:latin typeface="Aptos" panose="020B0004020202020204" pitchFamily="34" charset="0"/>
                </a:rPr>
                <a:t>Provide insight into ...</a:t>
              </a:r>
            </a:p>
            <a:p>
              <a:pPr marL="110067" lvl="1" indent="-110067">
                <a:spcAft>
                  <a:spcPts val="488"/>
                </a:spcAft>
                <a:buSzPct val="100000"/>
                <a:buFont typeface="Arial"/>
                <a:buChar char="•"/>
              </a:pPr>
              <a:r>
                <a:rPr lang="en-US" sz="1200" dirty="0">
                  <a:latin typeface="Aptos" panose="020B0004020202020204" pitchFamily="34" charset="0"/>
                </a:rPr>
                <a:t>Support team on ...</a:t>
              </a:r>
            </a:p>
          </p:txBody>
        </p:sp>
        <p:sp>
          <p:nvSpPr>
            <p:cNvPr id="25" name="Rectangle 24">
              <a:extLst>
                <a:ext uri="{FF2B5EF4-FFF2-40B4-BE49-F238E27FC236}">
                  <a16:creationId xmlns:a16="http://schemas.microsoft.com/office/drawing/2014/main" id="{AE9DC48A-A9FF-4AE4-A4D3-2345BC61A16B}"/>
                </a:ext>
              </a:extLst>
            </p:cNvPr>
            <p:cNvSpPr/>
            <p:nvPr/>
          </p:nvSpPr>
          <p:spPr bwMode="gray">
            <a:xfrm>
              <a:off x="5837920" y="1483605"/>
              <a:ext cx="1584960" cy="13411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99060" tIns="99060" rIns="99060" bIns="99060" rtlCol="0" anchor="ctr"/>
            <a:lstStyle/>
            <a:p>
              <a:r>
                <a:rPr lang="en-US" sz="1200" b="1" dirty="0">
                  <a:solidFill>
                    <a:schemeClr val="bg1"/>
                  </a:solidFill>
                  <a:latin typeface="Aptos" panose="020B0004020202020204" pitchFamily="34" charset="0"/>
                </a:rPr>
                <a:t>Steering committee</a:t>
              </a:r>
            </a:p>
          </p:txBody>
        </p:sp>
        <p:sp>
          <p:nvSpPr>
            <p:cNvPr id="26" name="Rectangle 25">
              <a:extLst>
                <a:ext uri="{FF2B5EF4-FFF2-40B4-BE49-F238E27FC236}">
                  <a16:creationId xmlns:a16="http://schemas.microsoft.com/office/drawing/2014/main" id="{079F0BEC-CBB1-4549-A342-30B02E6FCE36}"/>
                </a:ext>
              </a:extLst>
            </p:cNvPr>
            <p:cNvSpPr/>
            <p:nvPr/>
          </p:nvSpPr>
          <p:spPr bwMode="gray">
            <a:xfrm>
              <a:off x="5837920" y="2980275"/>
              <a:ext cx="1584960" cy="13411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99060" tIns="99060" rIns="99060" bIns="99060" rtlCol="0" anchor="ctr"/>
            <a:lstStyle/>
            <a:p>
              <a:r>
                <a:rPr lang="en-US" sz="1200" b="1" dirty="0">
                  <a:solidFill>
                    <a:schemeClr val="bg1"/>
                  </a:solidFill>
                  <a:latin typeface="Aptos" panose="020B0004020202020204" pitchFamily="34" charset="0"/>
                </a:rPr>
                <a:t>Project management</a:t>
              </a:r>
            </a:p>
          </p:txBody>
        </p:sp>
        <p:sp>
          <p:nvSpPr>
            <p:cNvPr id="27" name="Rectangle 26">
              <a:extLst>
                <a:ext uri="{FF2B5EF4-FFF2-40B4-BE49-F238E27FC236}">
                  <a16:creationId xmlns:a16="http://schemas.microsoft.com/office/drawing/2014/main" id="{472FFBA1-AE74-4BB3-B2C4-EFBDBD47602A}"/>
                </a:ext>
              </a:extLst>
            </p:cNvPr>
            <p:cNvSpPr/>
            <p:nvPr/>
          </p:nvSpPr>
          <p:spPr bwMode="gray">
            <a:xfrm>
              <a:off x="5837920" y="4476944"/>
              <a:ext cx="1584960" cy="13411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9060" tIns="99060" rIns="99060" bIns="99060" rtlCol="0" anchor="ctr"/>
            <a:lstStyle/>
            <a:p>
              <a:r>
                <a:rPr lang="en-US" sz="1200" b="1" dirty="0">
                  <a:solidFill>
                    <a:schemeClr val="bg1"/>
                  </a:solidFill>
                  <a:latin typeface="Aptos" panose="020B0004020202020204" pitchFamily="34" charset="0"/>
                </a:rPr>
                <a:t>Subject experts</a:t>
              </a:r>
            </a:p>
          </p:txBody>
        </p:sp>
        <p:sp>
          <p:nvSpPr>
            <p:cNvPr id="28" name="Rectangle 27">
              <a:extLst>
                <a:ext uri="{FF2B5EF4-FFF2-40B4-BE49-F238E27FC236}">
                  <a16:creationId xmlns:a16="http://schemas.microsoft.com/office/drawing/2014/main" id="{053E4F82-52AD-4861-8468-9BCB31DA3EB6}"/>
                </a:ext>
              </a:extLst>
            </p:cNvPr>
            <p:cNvSpPr/>
            <p:nvPr/>
          </p:nvSpPr>
          <p:spPr bwMode="gray">
            <a:xfrm>
              <a:off x="5837920" y="5973612"/>
              <a:ext cx="1584960" cy="13411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9060" tIns="99060" rIns="99060" bIns="99060" rtlCol="0" anchor="ctr"/>
            <a:lstStyle/>
            <a:p>
              <a:r>
                <a:rPr lang="en-US" sz="1200" b="1" dirty="0">
                  <a:solidFill>
                    <a:schemeClr val="bg1"/>
                  </a:solidFill>
                  <a:latin typeface="Aptos" panose="020B0004020202020204" pitchFamily="34" charset="0"/>
                </a:rPr>
                <a:t>Project team</a:t>
              </a:r>
            </a:p>
          </p:txBody>
        </p:sp>
        <p:sp>
          <p:nvSpPr>
            <p:cNvPr id="29" name="Text Placeholder 65">
              <a:extLst>
                <a:ext uri="{FF2B5EF4-FFF2-40B4-BE49-F238E27FC236}">
                  <a16:creationId xmlns:a16="http://schemas.microsoft.com/office/drawing/2014/main" id="{E50AFB20-D968-45DC-B090-1192606AF821}"/>
                </a:ext>
              </a:extLst>
            </p:cNvPr>
            <p:cNvSpPr txBox="1">
              <a:spLocks/>
            </p:cNvSpPr>
            <p:nvPr/>
          </p:nvSpPr>
          <p:spPr bwMode="gray">
            <a:xfrm>
              <a:off x="7605760" y="5973612"/>
              <a:ext cx="3718560" cy="1341120"/>
            </a:xfrm>
            <a:prstGeom prst="rect">
              <a:avLst/>
            </a:prstGeom>
          </p:spPr>
          <p:txBody>
            <a:bodyPr vert="horz" lIns="0" tIns="0" rIns="0" bIns="0" rtlCol="0">
              <a:noAutofit/>
            </a:bodyPr>
            <a:lstStyle/>
            <a:p>
              <a:pPr marL="110067" lvl="1" indent="-110067">
                <a:spcAft>
                  <a:spcPts val="488"/>
                </a:spcAft>
                <a:buSzPct val="100000"/>
                <a:buFont typeface="Arial"/>
                <a:buChar char="•"/>
              </a:pPr>
              <a:r>
                <a:rPr lang="en-US" sz="1200" dirty="0">
                  <a:latin typeface="Aptos" panose="020B0004020202020204" pitchFamily="34" charset="0"/>
                </a:rPr>
                <a:t>Interface with ...</a:t>
              </a:r>
            </a:p>
            <a:p>
              <a:pPr marL="110067" lvl="1" indent="-110067">
                <a:spcAft>
                  <a:spcPts val="488"/>
                </a:spcAft>
                <a:buSzPct val="100000"/>
                <a:buFont typeface="Arial"/>
                <a:buChar char="•"/>
              </a:pPr>
              <a:r>
                <a:rPr lang="en-US" sz="1200" dirty="0">
                  <a:latin typeface="Aptos" panose="020B0004020202020204" pitchFamily="34" charset="0"/>
                </a:rPr>
                <a:t>Analyze ...</a:t>
              </a:r>
            </a:p>
            <a:p>
              <a:pPr marL="110067" lvl="1" indent="-110067">
                <a:spcAft>
                  <a:spcPts val="488"/>
                </a:spcAft>
                <a:buSzPct val="100000"/>
                <a:buFont typeface="Arial"/>
                <a:buChar char="•"/>
              </a:pPr>
              <a:r>
                <a:rPr lang="en-US" sz="1200" dirty="0">
                  <a:latin typeface="Aptos" panose="020B0004020202020204" pitchFamily="34" charset="0"/>
                </a:rPr>
                <a:t>Prepare deliverables draft recommendations</a:t>
              </a:r>
            </a:p>
          </p:txBody>
        </p:sp>
      </p:grpSp>
      <p:sp>
        <p:nvSpPr>
          <p:cNvPr id="32" name="Rectangle 2">
            <a:extLst>
              <a:ext uri="{FF2B5EF4-FFF2-40B4-BE49-F238E27FC236}">
                <a16:creationId xmlns:a16="http://schemas.microsoft.com/office/drawing/2014/main" id="{7EF48C0A-DA93-42FE-94AA-BC6D66EF96E2}"/>
              </a:ext>
            </a:extLst>
          </p:cNvPr>
          <p:cNvSpPr txBox="1">
            <a:spLocks noChangeArrowheads="1"/>
          </p:cNvSpPr>
          <p:nvPr/>
        </p:nvSpPr>
        <p:spPr bwMode="gray">
          <a:xfrm>
            <a:off x="4879479" y="1682763"/>
            <a:ext cx="4457700" cy="184666"/>
          </a:xfrm>
          <a:prstGeom prst="rect">
            <a:avLst/>
          </a:prstGeom>
          <a:noFill/>
          <a:ln w="9525">
            <a:noFill/>
            <a:miter lim="800000"/>
            <a:headEnd/>
            <a:tailEnd/>
          </a:ln>
        </p:spPr>
        <p:txBody>
          <a:bodyPr wrap="square" lIns="0" tIns="0" rIns="0" bIns="0">
            <a:spAutoFit/>
          </a:bodyPr>
          <a:lstStyle/>
          <a:p>
            <a:pPr defTabSz="1104106"/>
            <a:r>
              <a:rPr lang="en-US" sz="1200" dirty="0">
                <a:latin typeface="Aptos" panose="020B0004020202020204" pitchFamily="34" charset="0"/>
              </a:rPr>
              <a:t>Responsibilities</a:t>
            </a:r>
          </a:p>
        </p:txBody>
      </p:sp>
      <p:sp>
        <p:nvSpPr>
          <p:cNvPr id="35" name="Rectangle 2">
            <a:extLst>
              <a:ext uri="{FF2B5EF4-FFF2-40B4-BE49-F238E27FC236}">
                <a16:creationId xmlns:a16="http://schemas.microsoft.com/office/drawing/2014/main" id="{F049F2A9-0570-4531-9967-B32F308AA02D}"/>
              </a:ext>
            </a:extLst>
          </p:cNvPr>
          <p:cNvSpPr txBox="1">
            <a:spLocks noChangeArrowheads="1"/>
          </p:cNvSpPr>
          <p:nvPr/>
        </p:nvSpPr>
        <p:spPr bwMode="gray">
          <a:xfrm>
            <a:off x="403491" y="1680705"/>
            <a:ext cx="4457700" cy="184666"/>
          </a:xfrm>
          <a:prstGeom prst="rect">
            <a:avLst/>
          </a:prstGeom>
          <a:noFill/>
          <a:ln w="9525">
            <a:noFill/>
            <a:miter lim="800000"/>
            <a:headEnd/>
            <a:tailEnd/>
          </a:ln>
        </p:spPr>
        <p:txBody>
          <a:bodyPr wrap="square" lIns="0" tIns="0" rIns="0" bIns="0">
            <a:spAutoFit/>
          </a:bodyPr>
          <a:lstStyle/>
          <a:p>
            <a:pPr defTabSz="1104106"/>
            <a:r>
              <a:rPr lang="en-US" sz="1200" dirty="0">
                <a:latin typeface="Aptos" panose="020B0004020202020204" pitchFamily="34" charset="0"/>
              </a:rPr>
              <a:t>Role</a:t>
            </a:r>
          </a:p>
        </p:txBody>
      </p:sp>
      <p:grpSp>
        <p:nvGrpSpPr>
          <p:cNvPr id="36" name="Group 35">
            <a:extLst>
              <a:ext uri="{FF2B5EF4-FFF2-40B4-BE49-F238E27FC236}">
                <a16:creationId xmlns:a16="http://schemas.microsoft.com/office/drawing/2014/main" id="{052C90C0-19F1-447A-854D-EE9DF951B61A}"/>
              </a:ext>
            </a:extLst>
          </p:cNvPr>
          <p:cNvGrpSpPr/>
          <p:nvPr/>
        </p:nvGrpSpPr>
        <p:grpSpPr>
          <a:xfrm>
            <a:off x="415965" y="2266813"/>
            <a:ext cx="3797623" cy="3494224"/>
            <a:chOff x="511957" y="1490133"/>
            <a:chExt cx="4576987" cy="5822679"/>
          </a:xfrm>
        </p:grpSpPr>
        <p:cxnSp>
          <p:nvCxnSpPr>
            <p:cNvPr id="37" name="Straight Connector 36">
              <a:extLst>
                <a:ext uri="{FF2B5EF4-FFF2-40B4-BE49-F238E27FC236}">
                  <a16:creationId xmlns:a16="http://schemas.microsoft.com/office/drawing/2014/main" id="{093116FC-53B1-4A3E-A809-C03A52FE5780}"/>
                </a:ext>
              </a:extLst>
            </p:cNvPr>
            <p:cNvCxnSpPr/>
            <p:nvPr/>
          </p:nvCxnSpPr>
          <p:spPr>
            <a:xfrm flipV="1">
              <a:off x="2565716" y="5144959"/>
              <a:ext cx="1488000" cy="3168"/>
            </a:xfrm>
            <a:prstGeom prst="line">
              <a:avLst/>
            </a:prstGeom>
            <a:ln w="63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FEA5D629-B568-48D3-BD98-D1F481008BE8}"/>
                </a:ext>
              </a:extLst>
            </p:cNvPr>
            <p:cNvCxnSpPr/>
            <p:nvPr/>
          </p:nvCxnSpPr>
          <p:spPr bwMode="gray">
            <a:xfrm>
              <a:off x="4044353" y="2818306"/>
              <a:ext cx="0" cy="431385"/>
            </a:xfrm>
            <a:prstGeom prst="line">
              <a:avLst/>
            </a:prstGeom>
            <a:ln w="952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60139C2-E4F9-4053-B038-F240CA1F9575}"/>
                </a:ext>
              </a:extLst>
            </p:cNvPr>
            <p:cNvCxnSpPr>
              <a:stCxn id="43" idx="2"/>
              <a:endCxn id="41" idx="0"/>
            </p:cNvCxnSpPr>
            <p:nvPr/>
          </p:nvCxnSpPr>
          <p:spPr bwMode="gray">
            <a:xfrm>
              <a:off x="4052624" y="4319477"/>
              <a:ext cx="0" cy="1654137"/>
            </a:xfrm>
            <a:prstGeom prst="line">
              <a:avLst/>
            </a:prstGeom>
            <a:ln w="6350">
              <a:solidFill>
                <a:schemeClr val="accent6"/>
              </a:solidFill>
            </a:ln>
          </p:spPr>
          <p:style>
            <a:lnRef idx="1">
              <a:schemeClr val="accent1"/>
            </a:lnRef>
            <a:fillRef idx="0">
              <a:schemeClr val="accent1"/>
            </a:fillRef>
            <a:effectRef idx="0">
              <a:schemeClr val="accent1"/>
            </a:effectRef>
            <a:fontRef idx="minor">
              <a:schemeClr val="tx1"/>
            </a:fontRef>
          </p:style>
        </p:cxnSp>
        <p:sp>
          <p:nvSpPr>
            <p:cNvPr id="41" name="Rectangle 40">
              <a:extLst>
                <a:ext uri="{FF2B5EF4-FFF2-40B4-BE49-F238E27FC236}">
                  <a16:creationId xmlns:a16="http://schemas.microsoft.com/office/drawing/2014/main" id="{D644CAC4-5A4B-40A5-8CEF-1F67AA3D8FF6}"/>
                </a:ext>
              </a:extLst>
            </p:cNvPr>
            <p:cNvSpPr/>
            <p:nvPr/>
          </p:nvSpPr>
          <p:spPr bwMode="gray">
            <a:xfrm>
              <a:off x="3016304" y="5973612"/>
              <a:ext cx="2072640" cy="1339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9060" tIns="99060" rIns="99060" bIns="99060" rtlCol="0" anchor="ctr"/>
            <a:lstStyle/>
            <a:p>
              <a:r>
                <a:rPr lang="en-US" sz="1200" b="1" dirty="0">
                  <a:latin typeface="Aptos" panose="020B0004020202020204" pitchFamily="34" charset="0"/>
                </a:rPr>
                <a:t>Project team</a:t>
              </a:r>
            </a:p>
            <a:p>
              <a:endParaRPr lang="en-US" sz="1200" b="1" dirty="0">
                <a:latin typeface="Aptos" panose="020B0004020202020204" pitchFamily="34" charset="0"/>
              </a:endParaRPr>
            </a:p>
            <a:p>
              <a:r>
                <a:rPr lang="en-US" sz="1200" dirty="0">
                  <a:solidFill>
                    <a:schemeClr val="bg1"/>
                  </a:solidFill>
                  <a:latin typeface="Aptos" panose="020B0004020202020204" pitchFamily="34" charset="0"/>
                </a:rPr>
                <a:t>Name Surname</a:t>
              </a:r>
            </a:p>
            <a:p>
              <a:r>
                <a:rPr lang="en-US" sz="1200" dirty="0">
                  <a:solidFill>
                    <a:schemeClr val="bg1"/>
                  </a:solidFill>
                  <a:latin typeface="Aptos" panose="020B0004020202020204" pitchFamily="34" charset="0"/>
                </a:rPr>
                <a:t>Name Surname</a:t>
              </a:r>
            </a:p>
          </p:txBody>
        </p:sp>
        <p:sp>
          <p:nvSpPr>
            <p:cNvPr id="42" name="Rectangle 41">
              <a:extLst>
                <a:ext uri="{FF2B5EF4-FFF2-40B4-BE49-F238E27FC236}">
                  <a16:creationId xmlns:a16="http://schemas.microsoft.com/office/drawing/2014/main" id="{C4B7B984-7CB0-4DD5-84FC-FC193368C011}"/>
                </a:ext>
              </a:extLst>
            </p:cNvPr>
            <p:cNvSpPr/>
            <p:nvPr/>
          </p:nvSpPr>
          <p:spPr bwMode="gray">
            <a:xfrm>
              <a:off x="3008033" y="1490133"/>
              <a:ext cx="2072640" cy="1339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99060" tIns="99060" rIns="99060" bIns="99060" rtlCol="0" anchor="ctr"/>
            <a:lstStyle/>
            <a:p>
              <a:r>
                <a:rPr lang="en-US" sz="1200" b="1" dirty="0">
                  <a:latin typeface="Aptos" panose="020B0004020202020204" pitchFamily="34" charset="0"/>
                </a:rPr>
                <a:t>Steering committee</a:t>
              </a:r>
            </a:p>
            <a:p>
              <a:endParaRPr lang="en-US" sz="1200" b="1" dirty="0">
                <a:latin typeface="Aptos" panose="020B0004020202020204" pitchFamily="34" charset="0"/>
              </a:endParaRPr>
            </a:p>
            <a:p>
              <a:r>
                <a:rPr lang="en-US" sz="1200" dirty="0">
                  <a:solidFill>
                    <a:schemeClr val="bg1"/>
                  </a:solidFill>
                  <a:latin typeface="Aptos" panose="020B0004020202020204" pitchFamily="34" charset="0"/>
                </a:rPr>
                <a:t>Name Surname</a:t>
              </a:r>
            </a:p>
            <a:p>
              <a:r>
                <a:rPr lang="en-US" sz="1200" dirty="0">
                  <a:solidFill>
                    <a:schemeClr val="bg1"/>
                  </a:solidFill>
                  <a:latin typeface="Aptos" panose="020B0004020202020204" pitchFamily="34" charset="0"/>
                </a:rPr>
                <a:t>Name Surname</a:t>
              </a:r>
            </a:p>
          </p:txBody>
        </p:sp>
        <p:sp>
          <p:nvSpPr>
            <p:cNvPr id="43" name="Rectangle 42">
              <a:extLst>
                <a:ext uri="{FF2B5EF4-FFF2-40B4-BE49-F238E27FC236}">
                  <a16:creationId xmlns:a16="http://schemas.microsoft.com/office/drawing/2014/main" id="{5B36FB47-76AC-4C96-96DC-819383554496}"/>
                </a:ext>
              </a:extLst>
            </p:cNvPr>
            <p:cNvSpPr/>
            <p:nvPr/>
          </p:nvSpPr>
          <p:spPr bwMode="gray">
            <a:xfrm>
              <a:off x="3016304" y="2980275"/>
              <a:ext cx="2072640" cy="1339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99060" tIns="99060" rIns="99060" bIns="99060" rtlCol="0" anchor="ctr"/>
            <a:lstStyle/>
            <a:p>
              <a:r>
                <a:rPr lang="en-US" sz="1200" b="1" dirty="0">
                  <a:latin typeface="Aptos" panose="020B0004020202020204" pitchFamily="34" charset="0"/>
                </a:rPr>
                <a:t>Project management</a:t>
              </a:r>
            </a:p>
            <a:p>
              <a:endParaRPr lang="en-US" sz="1200" b="1" dirty="0">
                <a:latin typeface="Aptos" panose="020B0004020202020204" pitchFamily="34" charset="0"/>
              </a:endParaRPr>
            </a:p>
            <a:p>
              <a:r>
                <a:rPr lang="en-US" sz="1200" dirty="0">
                  <a:solidFill>
                    <a:schemeClr val="bg1"/>
                  </a:solidFill>
                  <a:latin typeface="Aptos" panose="020B0004020202020204" pitchFamily="34" charset="0"/>
                </a:rPr>
                <a:t>Name Surname</a:t>
              </a:r>
            </a:p>
            <a:p>
              <a:r>
                <a:rPr lang="en-US" sz="1200" dirty="0">
                  <a:solidFill>
                    <a:schemeClr val="bg1"/>
                  </a:solidFill>
                  <a:latin typeface="Aptos" panose="020B0004020202020204" pitchFamily="34" charset="0"/>
                </a:rPr>
                <a:t>Name Surname</a:t>
              </a:r>
            </a:p>
          </p:txBody>
        </p:sp>
        <p:sp>
          <p:nvSpPr>
            <p:cNvPr id="44" name="Rectangle 43">
              <a:extLst>
                <a:ext uri="{FF2B5EF4-FFF2-40B4-BE49-F238E27FC236}">
                  <a16:creationId xmlns:a16="http://schemas.microsoft.com/office/drawing/2014/main" id="{5BA96750-F4E1-49F4-9EB8-991F4FAE0DC3}"/>
                </a:ext>
              </a:extLst>
            </p:cNvPr>
            <p:cNvSpPr/>
            <p:nvPr/>
          </p:nvSpPr>
          <p:spPr bwMode="gray">
            <a:xfrm>
              <a:off x="511957" y="4478864"/>
              <a:ext cx="2072640" cy="1339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9060" tIns="99060" rIns="99060" bIns="99060" rtlCol="0" anchor="ctr"/>
            <a:lstStyle/>
            <a:p>
              <a:r>
                <a:rPr lang="en-US" sz="1200" b="1" dirty="0">
                  <a:latin typeface="Aptos" panose="020B0004020202020204" pitchFamily="34" charset="0"/>
                </a:rPr>
                <a:t>Subject experts</a:t>
              </a:r>
            </a:p>
            <a:p>
              <a:endParaRPr lang="en-US" sz="1200" b="1" dirty="0">
                <a:latin typeface="Aptos" panose="020B0004020202020204" pitchFamily="34" charset="0"/>
              </a:endParaRPr>
            </a:p>
            <a:p>
              <a:r>
                <a:rPr lang="en-US" sz="1200" dirty="0">
                  <a:solidFill>
                    <a:schemeClr val="bg1"/>
                  </a:solidFill>
                  <a:latin typeface="Aptos" panose="020B0004020202020204" pitchFamily="34" charset="0"/>
                </a:rPr>
                <a:t>Name Surname</a:t>
              </a:r>
            </a:p>
            <a:p>
              <a:r>
                <a:rPr lang="en-US" sz="1200" dirty="0">
                  <a:solidFill>
                    <a:schemeClr val="bg1"/>
                  </a:solidFill>
                  <a:latin typeface="Aptos" panose="020B0004020202020204" pitchFamily="34" charset="0"/>
                </a:rPr>
                <a:t>Name Surname</a:t>
              </a:r>
            </a:p>
          </p:txBody>
        </p:sp>
      </p:grpSp>
    </p:spTree>
    <p:extLst>
      <p:ext uri="{BB962C8B-B14F-4D97-AF65-F5344CB8AC3E}">
        <p14:creationId xmlns:p14="http://schemas.microsoft.com/office/powerpoint/2010/main" val="1313359829"/>
      </p:ext>
    </p:extLst>
  </p:cSld>
  <p:clrMapOvr>
    <a:masterClrMapping/>
  </p:clrMapOvr>
  <p:transition>
    <p:fade/>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dirty="0"/>
              <a:t>Solid and outline only</a:t>
            </a:r>
          </a:p>
        </p:txBody>
      </p:sp>
      <p:sp>
        <p:nvSpPr>
          <p:cNvPr id="3" name="Title 2"/>
          <p:cNvSpPr>
            <a:spLocks noGrp="1"/>
          </p:cNvSpPr>
          <p:nvPr>
            <p:ph type="title"/>
          </p:nvPr>
        </p:nvSpPr>
        <p:spPr/>
        <p:txBody>
          <a:bodyPr/>
          <a:lstStyle/>
          <a:p>
            <a:r>
              <a:rPr lang="en-GB" dirty="0"/>
              <a:t>Chevrons</a:t>
            </a:r>
          </a:p>
        </p:txBody>
      </p:sp>
      <p:sp>
        <p:nvSpPr>
          <p:cNvPr id="5" name="Pentagon 4"/>
          <p:cNvSpPr/>
          <p:nvPr/>
        </p:nvSpPr>
        <p:spPr>
          <a:xfrm>
            <a:off x="407592" y="2189988"/>
            <a:ext cx="2446996" cy="573348"/>
          </a:xfrm>
          <a:prstGeom prst="homePlat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dirty="0">
                <a:solidFill>
                  <a:schemeClr val="tx1"/>
                </a:solidFill>
                <a:latin typeface="Aptos" panose="020B0004020202020204" pitchFamily="34" charset="0"/>
              </a:rPr>
              <a:t>Name of phase</a:t>
            </a:r>
          </a:p>
        </p:txBody>
      </p:sp>
      <p:sp>
        <p:nvSpPr>
          <p:cNvPr id="6" name="Chevron 5"/>
          <p:cNvSpPr/>
          <p:nvPr/>
        </p:nvSpPr>
        <p:spPr>
          <a:xfrm>
            <a:off x="2622201" y="2189990"/>
            <a:ext cx="2446996" cy="573348"/>
          </a:xfrm>
          <a:prstGeom prst="chevron">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dirty="0">
                <a:solidFill>
                  <a:schemeClr val="bg1"/>
                </a:solidFill>
                <a:latin typeface="Aptos" panose="020B0004020202020204" pitchFamily="34" charset="0"/>
              </a:rPr>
              <a:t>Name of phase</a:t>
            </a:r>
          </a:p>
        </p:txBody>
      </p:sp>
      <p:sp>
        <p:nvSpPr>
          <p:cNvPr id="7" name="Chevron 6"/>
          <p:cNvSpPr/>
          <p:nvPr/>
        </p:nvSpPr>
        <p:spPr>
          <a:xfrm>
            <a:off x="4836808" y="2189990"/>
            <a:ext cx="2446996" cy="573348"/>
          </a:xfrm>
          <a:prstGeom prst="chevron">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dirty="0">
                <a:solidFill>
                  <a:schemeClr val="bg1"/>
                </a:solidFill>
                <a:latin typeface="Aptos" panose="020B0004020202020204" pitchFamily="34" charset="0"/>
              </a:rPr>
              <a:t>Name of phase</a:t>
            </a:r>
          </a:p>
        </p:txBody>
      </p:sp>
      <p:sp>
        <p:nvSpPr>
          <p:cNvPr id="8" name="Chevron 7"/>
          <p:cNvSpPr/>
          <p:nvPr/>
        </p:nvSpPr>
        <p:spPr>
          <a:xfrm>
            <a:off x="7051416" y="2189990"/>
            <a:ext cx="2446996" cy="573348"/>
          </a:xfrm>
          <a:prstGeom prst="chevron">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dirty="0">
                <a:solidFill>
                  <a:schemeClr val="bg1"/>
                </a:solidFill>
                <a:latin typeface="Aptos" panose="020B0004020202020204" pitchFamily="34" charset="0"/>
              </a:rPr>
              <a:t>Name of phase</a:t>
            </a:r>
          </a:p>
        </p:txBody>
      </p:sp>
      <p:sp>
        <p:nvSpPr>
          <p:cNvPr id="14" name="Pentagon 13"/>
          <p:cNvSpPr/>
          <p:nvPr/>
        </p:nvSpPr>
        <p:spPr>
          <a:xfrm>
            <a:off x="407592" y="4285206"/>
            <a:ext cx="2446996" cy="573348"/>
          </a:xfrm>
          <a:prstGeom prst="homePlate">
            <a:avLst/>
          </a:prstGeom>
          <a:noFill/>
          <a:ln w="19050">
            <a:solidFill>
              <a:srgbClr val="BBBCBC"/>
            </a:solid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dirty="0">
                <a:solidFill>
                  <a:schemeClr val="tx1"/>
                </a:solidFill>
                <a:latin typeface="Aptos" panose="020B0004020202020204" pitchFamily="34" charset="0"/>
              </a:rPr>
              <a:t>Name of phase</a:t>
            </a:r>
          </a:p>
        </p:txBody>
      </p:sp>
      <p:sp>
        <p:nvSpPr>
          <p:cNvPr id="15" name="Chevron 14"/>
          <p:cNvSpPr/>
          <p:nvPr/>
        </p:nvSpPr>
        <p:spPr>
          <a:xfrm>
            <a:off x="2622201" y="4285208"/>
            <a:ext cx="2446996" cy="573348"/>
          </a:xfrm>
          <a:prstGeom prst="chevron">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b="1" dirty="0">
                <a:solidFill>
                  <a:schemeClr val="accent2"/>
                </a:solidFill>
                <a:latin typeface="Aptos" panose="020B0004020202020204" pitchFamily="34" charset="0"/>
              </a:rPr>
              <a:t>Name of phase</a:t>
            </a:r>
          </a:p>
        </p:txBody>
      </p:sp>
      <p:sp>
        <p:nvSpPr>
          <p:cNvPr id="16" name="Chevron 15"/>
          <p:cNvSpPr/>
          <p:nvPr/>
        </p:nvSpPr>
        <p:spPr>
          <a:xfrm>
            <a:off x="4836808" y="4285208"/>
            <a:ext cx="2446996" cy="573348"/>
          </a:xfrm>
          <a:prstGeom prst="chevron">
            <a:avLst/>
          </a:prstGeom>
          <a:noFill/>
          <a:ln w="19050">
            <a:solidFill>
              <a:srgbClr val="BBBCBC"/>
            </a:solid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dirty="0">
                <a:solidFill>
                  <a:schemeClr val="tx1"/>
                </a:solidFill>
                <a:latin typeface="Aptos" panose="020B0004020202020204" pitchFamily="34" charset="0"/>
              </a:rPr>
              <a:t>Name of phase</a:t>
            </a:r>
          </a:p>
        </p:txBody>
      </p:sp>
      <p:sp>
        <p:nvSpPr>
          <p:cNvPr id="17" name="Chevron 16"/>
          <p:cNvSpPr/>
          <p:nvPr/>
        </p:nvSpPr>
        <p:spPr>
          <a:xfrm>
            <a:off x="7051416" y="4285208"/>
            <a:ext cx="2446996" cy="573348"/>
          </a:xfrm>
          <a:prstGeom prst="chevron">
            <a:avLst/>
          </a:prstGeom>
          <a:noFill/>
          <a:ln w="19050">
            <a:solidFill>
              <a:srgbClr val="BBBCBC"/>
            </a:solidFill>
          </a:ln>
        </p:spPr>
        <p:style>
          <a:lnRef idx="2">
            <a:schemeClr val="accent1">
              <a:shade val="50000"/>
            </a:schemeClr>
          </a:lnRef>
          <a:fillRef idx="1">
            <a:schemeClr val="accent1"/>
          </a:fillRef>
          <a:effectRef idx="0">
            <a:schemeClr val="accent1"/>
          </a:effectRef>
          <a:fontRef idx="minor">
            <a:schemeClr val="lt1"/>
          </a:fontRef>
        </p:style>
        <p:txBody>
          <a:bodyPr lIns="117000" tIns="72231" rIns="72231" bIns="72231" rtlCol="0" anchor="ctr"/>
          <a:lstStyle/>
          <a:p>
            <a:r>
              <a:rPr lang="en-US" sz="1200" dirty="0">
                <a:solidFill>
                  <a:schemeClr val="tx1"/>
                </a:solidFill>
                <a:latin typeface="Aptos" panose="020B0004020202020204" pitchFamily="34" charset="0"/>
              </a:rPr>
              <a:t>Name of phase</a:t>
            </a:r>
          </a:p>
        </p:txBody>
      </p:sp>
    </p:spTree>
    <p:extLst>
      <p:ext uri="{BB962C8B-B14F-4D97-AF65-F5344CB8AC3E}">
        <p14:creationId xmlns:p14="http://schemas.microsoft.com/office/powerpoint/2010/main" val="2790336000"/>
      </p:ext>
    </p:extLst>
  </p:cSld>
  <p:clrMapOvr>
    <a:masterClrMapping/>
  </p:clrMapOvr>
  <p:transition>
    <p:fade/>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9661D02A-4D8A-1FDB-5DE7-E7EE50CB5A7C}"/>
              </a:ext>
            </a:extLst>
          </p:cNvPr>
          <p:cNvSpPr>
            <a:spLocks noGrp="1"/>
          </p:cNvSpPr>
          <p:nvPr>
            <p:ph sz="quarter" idx="10"/>
          </p:nvPr>
        </p:nvSpPr>
        <p:spPr/>
        <p:txBody>
          <a:bodyPr/>
          <a:lstStyle/>
          <a:p>
            <a:r>
              <a:rPr lang="en-US" dirty="0"/>
              <a:t>Title</a:t>
            </a:r>
          </a:p>
        </p:txBody>
      </p:sp>
      <p:sp>
        <p:nvSpPr>
          <p:cNvPr id="5" name="Content Placeholder 4">
            <a:extLst>
              <a:ext uri="{FF2B5EF4-FFF2-40B4-BE49-F238E27FC236}">
                <a16:creationId xmlns:a16="http://schemas.microsoft.com/office/drawing/2014/main" id="{EC215AD4-3AFC-163E-2B7F-9B3863723EC0}"/>
              </a:ext>
            </a:extLst>
          </p:cNvPr>
          <p:cNvSpPr>
            <a:spLocks noGrp="1"/>
          </p:cNvSpPr>
          <p:nvPr>
            <p:ph sz="quarter" idx="20"/>
          </p:nvPr>
        </p:nvSpPr>
        <p:spPr/>
        <p:txBody>
          <a:bodyPr/>
          <a:lstStyle/>
          <a:p>
            <a:r>
              <a:rPr lang="en-US" dirty="0"/>
              <a:t>Title</a:t>
            </a:r>
          </a:p>
        </p:txBody>
      </p:sp>
      <p:sp>
        <p:nvSpPr>
          <p:cNvPr id="4" name="Text Placeholder 3"/>
          <p:cNvSpPr>
            <a:spLocks noGrp="1"/>
          </p:cNvSpPr>
          <p:nvPr>
            <p:ph type="body" sz="quarter" idx="13"/>
          </p:nvPr>
        </p:nvSpPr>
        <p:spPr/>
        <p:txBody>
          <a:bodyPr/>
          <a:lstStyle/>
          <a:p>
            <a:r>
              <a:rPr lang="en-GB"/>
              <a:t>Basic</a:t>
            </a:r>
            <a:endParaRPr lang="en-GB" dirty="0"/>
          </a:p>
        </p:txBody>
      </p:sp>
      <p:sp>
        <p:nvSpPr>
          <p:cNvPr id="2" name="Title 1"/>
          <p:cNvSpPr>
            <a:spLocks noGrp="1"/>
          </p:cNvSpPr>
          <p:nvPr>
            <p:ph type="title"/>
          </p:nvPr>
        </p:nvSpPr>
        <p:spPr/>
        <p:txBody>
          <a:bodyPr/>
          <a:lstStyle/>
          <a:p>
            <a:r>
              <a:rPr lang="en-US"/>
              <a:t>Pyramid diagrams</a:t>
            </a:r>
            <a:endParaRPr lang="en-US" dirty="0"/>
          </a:p>
        </p:txBody>
      </p:sp>
      <p:grpSp>
        <p:nvGrpSpPr>
          <p:cNvPr id="25" name="Group 24">
            <a:extLst>
              <a:ext uri="{FF2B5EF4-FFF2-40B4-BE49-F238E27FC236}">
                <a16:creationId xmlns:a16="http://schemas.microsoft.com/office/drawing/2014/main" id="{D9599929-AF5D-45F4-9C02-CBC3A16784B5}"/>
              </a:ext>
            </a:extLst>
          </p:cNvPr>
          <p:cNvGrpSpPr/>
          <p:nvPr/>
        </p:nvGrpSpPr>
        <p:grpSpPr>
          <a:xfrm>
            <a:off x="402432" y="1843337"/>
            <a:ext cx="4469738" cy="3383218"/>
            <a:chOff x="374650" y="1980727"/>
            <a:chExt cx="4125912" cy="3451698"/>
          </a:xfrm>
        </p:grpSpPr>
        <p:sp>
          <p:nvSpPr>
            <p:cNvPr id="26" name="Freeform 6">
              <a:extLst>
                <a:ext uri="{FF2B5EF4-FFF2-40B4-BE49-F238E27FC236}">
                  <a16:creationId xmlns:a16="http://schemas.microsoft.com/office/drawing/2014/main" id="{08606A0A-F0D8-4627-AB85-5F8167E79A5B}"/>
                </a:ext>
              </a:extLst>
            </p:cNvPr>
            <p:cNvSpPr>
              <a:spLocks/>
            </p:cNvSpPr>
            <p:nvPr/>
          </p:nvSpPr>
          <p:spPr bwMode="gray">
            <a:xfrm>
              <a:off x="1920207" y="1980727"/>
              <a:ext cx="1031846" cy="857030"/>
            </a:xfrm>
            <a:custGeom>
              <a:avLst/>
              <a:gdLst>
                <a:gd name="T0" fmla="*/ 555625 w 699"/>
                <a:gd name="T1" fmla="*/ 0 h 611"/>
                <a:gd name="T2" fmla="*/ 0 w 699"/>
                <a:gd name="T3" fmla="*/ 969963 h 611"/>
                <a:gd name="T4" fmla="*/ 1109662 w 699"/>
                <a:gd name="T5" fmla="*/ 969963 h 611"/>
                <a:gd name="T6" fmla="*/ 555625 w 699"/>
                <a:gd name="T7" fmla="*/ 0 h 611"/>
                <a:gd name="T8" fmla="*/ 0 60000 65536"/>
                <a:gd name="T9" fmla="*/ 0 60000 65536"/>
                <a:gd name="T10" fmla="*/ 0 60000 65536"/>
                <a:gd name="T11" fmla="*/ 0 60000 65536"/>
                <a:gd name="T12" fmla="*/ 0 w 699"/>
                <a:gd name="T13" fmla="*/ 0 h 611"/>
                <a:gd name="T14" fmla="*/ 699 w 699"/>
                <a:gd name="T15" fmla="*/ 611 h 611"/>
              </a:gdLst>
              <a:ahLst/>
              <a:cxnLst>
                <a:cxn ang="T8">
                  <a:pos x="T0" y="T1"/>
                </a:cxn>
                <a:cxn ang="T9">
                  <a:pos x="T2" y="T3"/>
                </a:cxn>
                <a:cxn ang="T10">
                  <a:pos x="T4" y="T5"/>
                </a:cxn>
                <a:cxn ang="T11">
                  <a:pos x="T6" y="T7"/>
                </a:cxn>
              </a:cxnLst>
              <a:rect l="T12" t="T13" r="T14" b="T15"/>
              <a:pathLst>
                <a:path w="699" h="611">
                  <a:moveTo>
                    <a:pt x="350" y="0"/>
                  </a:moveTo>
                  <a:lnTo>
                    <a:pt x="0" y="611"/>
                  </a:lnTo>
                  <a:lnTo>
                    <a:pt x="699" y="611"/>
                  </a:lnTo>
                  <a:lnTo>
                    <a:pt x="350" y="0"/>
                  </a:lnTo>
                  <a:close/>
                </a:path>
              </a:pathLst>
            </a:custGeom>
            <a:solidFill>
              <a:schemeClr val="accent1"/>
            </a:solidFill>
            <a:ln w="12700">
              <a:noFill/>
              <a:round/>
              <a:headEnd/>
              <a:tailEnd/>
            </a:ln>
          </p:spPr>
          <p:txBody>
            <a:bodyPr lIns="0" tIns="0" rIns="0" bIns="0" anchor="ctr"/>
            <a:lstStyle/>
            <a:p>
              <a:pPr algn="ctr" eaLnBrk="0" hangingPunct="0"/>
              <a:endParaRPr lang="en-US" sz="1200" dirty="0"/>
            </a:p>
          </p:txBody>
        </p:sp>
        <p:sp>
          <p:nvSpPr>
            <p:cNvPr id="27" name="Freeform 7">
              <a:extLst>
                <a:ext uri="{FF2B5EF4-FFF2-40B4-BE49-F238E27FC236}">
                  <a16:creationId xmlns:a16="http://schemas.microsoft.com/office/drawing/2014/main" id="{F128D462-F4CD-487C-9F27-2AB45317238F}"/>
                </a:ext>
              </a:extLst>
            </p:cNvPr>
            <p:cNvSpPr>
              <a:spLocks/>
            </p:cNvSpPr>
            <p:nvPr/>
          </p:nvSpPr>
          <p:spPr bwMode="gray">
            <a:xfrm>
              <a:off x="1406497" y="2834866"/>
              <a:ext cx="2063694" cy="866848"/>
            </a:xfrm>
            <a:custGeom>
              <a:avLst/>
              <a:gdLst>
                <a:gd name="T0" fmla="*/ 0 w 1398"/>
                <a:gd name="T1" fmla="*/ 981075 h 618"/>
                <a:gd name="T2" fmla="*/ 555625 w 1398"/>
                <a:gd name="T3" fmla="*/ 0 h 618"/>
                <a:gd name="T4" fmla="*/ 1662113 w 1398"/>
                <a:gd name="T5" fmla="*/ 0 h 618"/>
                <a:gd name="T6" fmla="*/ 2219325 w 1398"/>
                <a:gd name="T7" fmla="*/ 981075 h 618"/>
                <a:gd name="T8" fmla="*/ 0 w 1398"/>
                <a:gd name="T9" fmla="*/ 981075 h 618"/>
                <a:gd name="T10" fmla="*/ 0 60000 65536"/>
                <a:gd name="T11" fmla="*/ 0 60000 65536"/>
                <a:gd name="T12" fmla="*/ 0 60000 65536"/>
                <a:gd name="T13" fmla="*/ 0 60000 65536"/>
                <a:gd name="T14" fmla="*/ 0 60000 65536"/>
                <a:gd name="T15" fmla="*/ 0 w 1398"/>
                <a:gd name="T16" fmla="*/ 0 h 618"/>
                <a:gd name="T17" fmla="*/ 1398 w 1398"/>
                <a:gd name="T18" fmla="*/ 618 h 618"/>
              </a:gdLst>
              <a:ahLst/>
              <a:cxnLst>
                <a:cxn ang="T10">
                  <a:pos x="T0" y="T1"/>
                </a:cxn>
                <a:cxn ang="T11">
                  <a:pos x="T2" y="T3"/>
                </a:cxn>
                <a:cxn ang="T12">
                  <a:pos x="T4" y="T5"/>
                </a:cxn>
                <a:cxn ang="T13">
                  <a:pos x="T6" y="T7"/>
                </a:cxn>
                <a:cxn ang="T14">
                  <a:pos x="T8" y="T9"/>
                </a:cxn>
              </a:cxnLst>
              <a:rect l="T15" t="T16" r="T17" b="T18"/>
              <a:pathLst>
                <a:path w="1398" h="618">
                  <a:moveTo>
                    <a:pt x="0" y="618"/>
                  </a:moveTo>
                  <a:lnTo>
                    <a:pt x="350" y="0"/>
                  </a:lnTo>
                  <a:lnTo>
                    <a:pt x="1047" y="0"/>
                  </a:lnTo>
                  <a:lnTo>
                    <a:pt x="1398" y="618"/>
                  </a:lnTo>
                  <a:lnTo>
                    <a:pt x="0" y="618"/>
                  </a:lnTo>
                  <a:close/>
                </a:path>
              </a:pathLst>
            </a:custGeom>
            <a:solidFill>
              <a:schemeClr val="accent2"/>
            </a:solidFill>
            <a:ln w="12700">
              <a:noFill/>
              <a:round/>
              <a:headEnd/>
              <a:tailEnd/>
            </a:ln>
          </p:spPr>
          <p:txBody>
            <a:bodyPr lIns="0" tIns="0" rIns="0" bIns="0" anchor="ctr"/>
            <a:lstStyle/>
            <a:p>
              <a:pPr algn="ctr" eaLnBrk="0" hangingPunct="0"/>
              <a:endParaRPr lang="en-US" sz="1200" dirty="0"/>
            </a:p>
          </p:txBody>
        </p:sp>
        <p:sp>
          <p:nvSpPr>
            <p:cNvPr id="34" name="Freeform 8">
              <a:extLst>
                <a:ext uri="{FF2B5EF4-FFF2-40B4-BE49-F238E27FC236}">
                  <a16:creationId xmlns:a16="http://schemas.microsoft.com/office/drawing/2014/main" id="{2E86DCEF-0525-4C92-937D-7F069DA390ED}"/>
                </a:ext>
              </a:extLst>
            </p:cNvPr>
            <p:cNvSpPr>
              <a:spLocks/>
            </p:cNvSpPr>
            <p:nvPr/>
          </p:nvSpPr>
          <p:spPr bwMode="gray">
            <a:xfrm>
              <a:off x="374650" y="4554355"/>
              <a:ext cx="4125912" cy="878070"/>
            </a:xfrm>
            <a:custGeom>
              <a:avLst/>
              <a:gdLst>
                <a:gd name="T0" fmla="*/ 0 w 2795"/>
                <a:gd name="T1" fmla="*/ 993775 h 626"/>
                <a:gd name="T2" fmla="*/ 555625 w 2795"/>
                <a:gd name="T3" fmla="*/ 0 h 626"/>
                <a:gd name="T4" fmla="*/ 3883026 w 2795"/>
                <a:gd name="T5" fmla="*/ 0 h 626"/>
                <a:gd name="T6" fmla="*/ 4437063 w 2795"/>
                <a:gd name="T7" fmla="*/ 993775 h 626"/>
                <a:gd name="T8" fmla="*/ 0 w 2795"/>
                <a:gd name="T9" fmla="*/ 993775 h 626"/>
                <a:gd name="T10" fmla="*/ 0 60000 65536"/>
                <a:gd name="T11" fmla="*/ 0 60000 65536"/>
                <a:gd name="T12" fmla="*/ 0 60000 65536"/>
                <a:gd name="T13" fmla="*/ 0 60000 65536"/>
                <a:gd name="T14" fmla="*/ 0 60000 65536"/>
                <a:gd name="T15" fmla="*/ 0 w 2795"/>
                <a:gd name="T16" fmla="*/ 0 h 626"/>
                <a:gd name="T17" fmla="*/ 2795 w 2795"/>
                <a:gd name="T18" fmla="*/ 626 h 626"/>
              </a:gdLst>
              <a:ahLst/>
              <a:cxnLst>
                <a:cxn ang="T10">
                  <a:pos x="T0" y="T1"/>
                </a:cxn>
                <a:cxn ang="T11">
                  <a:pos x="T2" y="T3"/>
                </a:cxn>
                <a:cxn ang="T12">
                  <a:pos x="T4" y="T5"/>
                </a:cxn>
                <a:cxn ang="T13">
                  <a:pos x="T6" y="T7"/>
                </a:cxn>
                <a:cxn ang="T14">
                  <a:pos x="T8" y="T9"/>
                </a:cxn>
              </a:cxnLst>
              <a:rect l="T15" t="T16" r="T17" b="T18"/>
              <a:pathLst>
                <a:path w="2795" h="626">
                  <a:moveTo>
                    <a:pt x="0" y="626"/>
                  </a:moveTo>
                  <a:lnTo>
                    <a:pt x="350" y="0"/>
                  </a:lnTo>
                  <a:lnTo>
                    <a:pt x="2446" y="0"/>
                  </a:lnTo>
                  <a:lnTo>
                    <a:pt x="2795" y="626"/>
                  </a:lnTo>
                  <a:lnTo>
                    <a:pt x="0" y="626"/>
                  </a:lnTo>
                  <a:close/>
                </a:path>
              </a:pathLst>
            </a:custGeom>
            <a:solidFill>
              <a:schemeClr val="accent4"/>
            </a:solidFill>
            <a:ln w="12700">
              <a:noFill/>
              <a:round/>
              <a:headEnd/>
              <a:tailEnd/>
            </a:ln>
          </p:spPr>
          <p:txBody>
            <a:bodyPr lIns="0" tIns="0" rIns="0" bIns="0" anchor="ctr"/>
            <a:lstStyle/>
            <a:p>
              <a:pPr algn="ctr" eaLnBrk="0" hangingPunct="0"/>
              <a:endParaRPr lang="en-US" sz="1200" dirty="0"/>
            </a:p>
          </p:txBody>
        </p:sp>
        <p:sp>
          <p:nvSpPr>
            <p:cNvPr id="35" name="Freeform 9">
              <a:extLst>
                <a:ext uri="{FF2B5EF4-FFF2-40B4-BE49-F238E27FC236}">
                  <a16:creationId xmlns:a16="http://schemas.microsoft.com/office/drawing/2014/main" id="{88059AC3-86B4-4E99-9B8B-3730258C5675}"/>
                </a:ext>
              </a:extLst>
            </p:cNvPr>
            <p:cNvSpPr>
              <a:spLocks/>
            </p:cNvSpPr>
            <p:nvPr/>
          </p:nvSpPr>
          <p:spPr bwMode="gray">
            <a:xfrm>
              <a:off x="891312" y="3697412"/>
              <a:ext cx="3094065" cy="862641"/>
            </a:xfrm>
            <a:custGeom>
              <a:avLst/>
              <a:gdLst>
                <a:gd name="T0" fmla="*/ 0 w 2096"/>
                <a:gd name="T1" fmla="*/ 976313 h 615"/>
                <a:gd name="T2" fmla="*/ 555625 w 2096"/>
                <a:gd name="T3" fmla="*/ 0 h 615"/>
                <a:gd name="T4" fmla="*/ 2771774 w 2096"/>
                <a:gd name="T5" fmla="*/ 0 h 615"/>
                <a:gd name="T6" fmla="*/ 3327400 w 2096"/>
                <a:gd name="T7" fmla="*/ 976313 h 615"/>
                <a:gd name="T8" fmla="*/ 0 w 2096"/>
                <a:gd name="T9" fmla="*/ 976313 h 615"/>
                <a:gd name="T10" fmla="*/ 0 60000 65536"/>
                <a:gd name="T11" fmla="*/ 0 60000 65536"/>
                <a:gd name="T12" fmla="*/ 0 60000 65536"/>
                <a:gd name="T13" fmla="*/ 0 60000 65536"/>
                <a:gd name="T14" fmla="*/ 0 60000 65536"/>
                <a:gd name="T15" fmla="*/ 0 w 2096"/>
                <a:gd name="T16" fmla="*/ 0 h 615"/>
                <a:gd name="T17" fmla="*/ 2096 w 2096"/>
                <a:gd name="T18" fmla="*/ 615 h 615"/>
              </a:gdLst>
              <a:ahLst/>
              <a:cxnLst>
                <a:cxn ang="T10">
                  <a:pos x="T0" y="T1"/>
                </a:cxn>
                <a:cxn ang="T11">
                  <a:pos x="T2" y="T3"/>
                </a:cxn>
                <a:cxn ang="T12">
                  <a:pos x="T4" y="T5"/>
                </a:cxn>
                <a:cxn ang="T13">
                  <a:pos x="T6" y="T7"/>
                </a:cxn>
                <a:cxn ang="T14">
                  <a:pos x="T8" y="T9"/>
                </a:cxn>
              </a:cxnLst>
              <a:rect l="T15" t="T16" r="T17" b="T18"/>
              <a:pathLst>
                <a:path w="2096" h="615">
                  <a:moveTo>
                    <a:pt x="0" y="615"/>
                  </a:moveTo>
                  <a:lnTo>
                    <a:pt x="350" y="0"/>
                  </a:lnTo>
                  <a:lnTo>
                    <a:pt x="1746" y="0"/>
                  </a:lnTo>
                  <a:lnTo>
                    <a:pt x="2096" y="615"/>
                  </a:lnTo>
                  <a:lnTo>
                    <a:pt x="0" y="615"/>
                  </a:lnTo>
                  <a:close/>
                </a:path>
              </a:pathLst>
            </a:custGeom>
            <a:solidFill>
              <a:schemeClr val="accent3"/>
            </a:solidFill>
            <a:ln w="12700">
              <a:noFill/>
              <a:round/>
              <a:headEnd/>
              <a:tailEnd/>
            </a:ln>
          </p:spPr>
          <p:txBody>
            <a:bodyPr lIns="0" tIns="0" rIns="0" bIns="0" anchor="ctr"/>
            <a:lstStyle/>
            <a:p>
              <a:pPr algn="ctr" eaLnBrk="0" hangingPunct="0"/>
              <a:endParaRPr lang="en-US" sz="1200" dirty="0"/>
            </a:p>
          </p:txBody>
        </p:sp>
        <p:sp>
          <p:nvSpPr>
            <p:cNvPr id="36" name="Text Box 11">
              <a:extLst>
                <a:ext uri="{FF2B5EF4-FFF2-40B4-BE49-F238E27FC236}">
                  <a16:creationId xmlns:a16="http://schemas.microsoft.com/office/drawing/2014/main" id="{EDEF23FE-93B1-4F56-899A-E92D86A080E4}"/>
                </a:ext>
              </a:extLst>
            </p:cNvPr>
            <p:cNvSpPr txBox="1">
              <a:spLocks noChangeArrowheads="1"/>
            </p:cNvSpPr>
            <p:nvPr/>
          </p:nvSpPr>
          <p:spPr bwMode="gray">
            <a:xfrm>
              <a:off x="630029" y="4627294"/>
              <a:ext cx="3619583" cy="720971"/>
            </a:xfrm>
            <a:prstGeom prst="rect">
              <a:avLst/>
            </a:prstGeom>
            <a:noFill/>
            <a:ln w="9525">
              <a:noFill/>
              <a:miter lim="800000"/>
              <a:headEnd/>
              <a:tailEnd/>
            </a:ln>
          </p:spPr>
          <p:txBody>
            <a:bodyPr lIns="0" tIns="0" rIns="0" bIns="0" anchor="ctr"/>
            <a:lstStyle/>
            <a:p>
              <a:pPr algn="ctr" eaLnBrk="0" hangingPunct="0"/>
              <a:r>
                <a:rPr lang="en-US" sz="1200" dirty="0">
                  <a:solidFill>
                    <a:schemeClr val="bg1"/>
                  </a:solidFill>
                </a:rPr>
                <a:t>Text</a:t>
              </a:r>
            </a:p>
          </p:txBody>
        </p:sp>
        <p:sp>
          <p:nvSpPr>
            <p:cNvPr id="37" name="Text Box 15">
              <a:extLst>
                <a:ext uri="{FF2B5EF4-FFF2-40B4-BE49-F238E27FC236}">
                  <a16:creationId xmlns:a16="http://schemas.microsoft.com/office/drawing/2014/main" id="{E5DA18E3-CFAB-4BD1-A315-AF36221D544A}"/>
                </a:ext>
              </a:extLst>
            </p:cNvPr>
            <p:cNvSpPr txBox="1">
              <a:spLocks noChangeArrowheads="1"/>
            </p:cNvSpPr>
            <p:nvPr/>
          </p:nvSpPr>
          <p:spPr bwMode="gray">
            <a:xfrm>
              <a:off x="1279546" y="3775815"/>
              <a:ext cx="2320548" cy="720971"/>
            </a:xfrm>
            <a:prstGeom prst="rect">
              <a:avLst/>
            </a:prstGeom>
            <a:noFill/>
            <a:ln w="9525">
              <a:noFill/>
              <a:miter lim="800000"/>
              <a:headEnd/>
              <a:tailEnd/>
            </a:ln>
          </p:spPr>
          <p:txBody>
            <a:bodyPr lIns="0" tIns="0" rIns="0" bIns="0" anchor="ctr"/>
            <a:lstStyle/>
            <a:p>
              <a:pPr algn="ctr" eaLnBrk="0" hangingPunct="0"/>
              <a:r>
                <a:rPr lang="en-US" sz="1200" dirty="0">
                  <a:solidFill>
                    <a:schemeClr val="bg1"/>
                  </a:solidFill>
                </a:rPr>
                <a:t>Text</a:t>
              </a:r>
            </a:p>
          </p:txBody>
        </p:sp>
        <p:sp>
          <p:nvSpPr>
            <p:cNvPr id="38" name="Text Box 16">
              <a:extLst>
                <a:ext uri="{FF2B5EF4-FFF2-40B4-BE49-F238E27FC236}">
                  <a16:creationId xmlns:a16="http://schemas.microsoft.com/office/drawing/2014/main" id="{9BDCE2BA-D076-49E1-9603-53558C782E51}"/>
                </a:ext>
              </a:extLst>
            </p:cNvPr>
            <p:cNvSpPr txBox="1">
              <a:spLocks noChangeArrowheads="1"/>
            </p:cNvSpPr>
            <p:nvPr/>
          </p:nvSpPr>
          <p:spPr bwMode="gray">
            <a:xfrm>
              <a:off x="1738636" y="2890065"/>
              <a:ext cx="1402367" cy="720971"/>
            </a:xfrm>
            <a:prstGeom prst="rect">
              <a:avLst/>
            </a:prstGeom>
            <a:noFill/>
            <a:ln w="9525">
              <a:noFill/>
              <a:miter lim="800000"/>
              <a:headEnd/>
              <a:tailEnd/>
            </a:ln>
          </p:spPr>
          <p:txBody>
            <a:bodyPr lIns="0" tIns="0" rIns="0" bIns="0" anchor="ctr"/>
            <a:lstStyle/>
            <a:p>
              <a:pPr algn="ctr" eaLnBrk="0" hangingPunct="0"/>
              <a:r>
                <a:rPr lang="en-US" sz="1200" dirty="0"/>
                <a:t>Text</a:t>
              </a:r>
            </a:p>
          </p:txBody>
        </p:sp>
        <p:sp>
          <p:nvSpPr>
            <p:cNvPr id="39" name="Text Box 17">
              <a:extLst>
                <a:ext uri="{FF2B5EF4-FFF2-40B4-BE49-F238E27FC236}">
                  <a16:creationId xmlns:a16="http://schemas.microsoft.com/office/drawing/2014/main" id="{F80F66A6-1CF9-48A0-9154-95DC2C523FF4}"/>
                </a:ext>
              </a:extLst>
            </p:cNvPr>
            <p:cNvSpPr txBox="1">
              <a:spLocks noChangeArrowheads="1"/>
            </p:cNvSpPr>
            <p:nvPr/>
          </p:nvSpPr>
          <p:spPr bwMode="gray">
            <a:xfrm>
              <a:off x="1905445" y="2255240"/>
              <a:ext cx="1068751" cy="475504"/>
            </a:xfrm>
            <a:prstGeom prst="rect">
              <a:avLst/>
            </a:prstGeom>
            <a:noFill/>
            <a:ln w="9525">
              <a:noFill/>
              <a:miter lim="800000"/>
              <a:headEnd/>
              <a:tailEnd/>
            </a:ln>
          </p:spPr>
          <p:txBody>
            <a:bodyPr lIns="0" tIns="0" rIns="0" bIns="0" anchor="ctr"/>
            <a:lstStyle/>
            <a:p>
              <a:pPr algn="ctr" eaLnBrk="0" hangingPunct="0"/>
              <a:r>
                <a:rPr lang="en-US" sz="1200" dirty="0"/>
                <a:t>Text</a:t>
              </a:r>
            </a:p>
          </p:txBody>
        </p:sp>
      </p:grpSp>
      <p:grpSp>
        <p:nvGrpSpPr>
          <p:cNvPr id="42" name="Group 41">
            <a:extLst>
              <a:ext uri="{FF2B5EF4-FFF2-40B4-BE49-F238E27FC236}">
                <a16:creationId xmlns:a16="http://schemas.microsoft.com/office/drawing/2014/main" id="{96202A06-DD8D-44B2-BDB0-389E5B67C1F4}"/>
              </a:ext>
            </a:extLst>
          </p:cNvPr>
          <p:cNvGrpSpPr/>
          <p:nvPr/>
        </p:nvGrpSpPr>
        <p:grpSpPr>
          <a:xfrm>
            <a:off x="5123045" y="1890094"/>
            <a:ext cx="4347615" cy="3334500"/>
            <a:chOff x="4701964" y="2002368"/>
            <a:chExt cx="4013183" cy="3399668"/>
          </a:xfrm>
        </p:grpSpPr>
        <p:sp>
          <p:nvSpPr>
            <p:cNvPr id="43" name="AutoShape 3">
              <a:extLst>
                <a:ext uri="{FF2B5EF4-FFF2-40B4-BE49-F238E27FC236}">
                  <a16:creationId xmlns:a16="http://schemas.microsoft.com/office/drawing/2014/main" id="{CE42F63A-24C5-45A2-975B-31009409F0F4}"/>
                </a:ext>
              </a:extLst>
            </p:cNvPr>
            <p:cNvSpPr>
              <a:spLocks noChangeArrowheads="1"/>
            </p:cNvSpPr>
            <p:nvPr/>
          </p:nvSpPr>
          <p:spPr bwMode="gray">
            <a:xfrm>
              <a:off x="4701964" y="3694186"/>
              <a:ext cx="2015944" cy="1707850"/>
            </a:xfrm>
            <a:prstGeom prst="triangle">
              <a:avLst>
                <a:gd name="adj" fmla="val 50000"/>
              </a:avLst>
            </a:prstGeom>
            <a:solidFill>
              <a:schemeClr val="accent2"/>
            </a:solidFill>
            <a:ln w="28575">
              <a:noFill/>
              <a:miter lim="800000"/>
              <a:headEnd/>
              <a:tailEnd/>
            </a:ln>
            <a:effectLst/>
          </p:spPr>
          <p:txBody>
            <a:bodyPr wrap="square" lIns="99060" tIns="99060" rIns="99060" bIns="99060" anchor="ctr"/>
            <a:lstStyle/>
            <a:p>
              <a:pPr algn="ctr"/>
              <a:r>
                <a:rPr lang="en-US" sz="1200" dirty="0"/>
                <a:t>Text</a:t>
              </a:r>
            </a:p>
          </p:txBody>
        </p:sp>
        <p:sp>
          <p:nvSpPr>
            <p:cNvPr id="44" name="AutoShape 4">
              <a:extLst>
                <a:ext uri="{FF2B5EF4-FFF2-40B4-BE49-F238E27FC236}">
                  <a16:creationId xmlns:a16="http://schemas.microsoft.com/office/drawing/2014/main" id="{DEE748CE-781F-4CA5-BFAE-0101A632F139}"/>
                </a:ext>
              </a:extLst>
            </p:cNvPr>
            <p:cNvSpPr>
              <a:spLocks noChangeArrowheads="1"/>
            </p:cNvSpPr>
            <p:nvPr/>
          </p:nvSpPr>
          <p:spPr bwMode="gray">
            <a:xfrm>
              <a:off x="6699203" y="3708333"/>
              <a:ext cx="2015944" cy="1693703"/>
            </a:xfrm>
            <a:prstGeom prst="triangle">
              <a:avLst>
                <a:gd name="adj" fmla="val 50000"/>
              </a:avLst>
            </a:prstGeom>
            <a:solidFill>
              <a:schemeClr val="accent2"/>
            </a:solidFill>
            <a:ln w="28575">
              <a:noFill/>
              <a:miter lim="800000"/>
              <a:headEnd/>
              <a:tailEnd/>
            </a:ln>
            <a:effectLst/>
          </p:spPr>
          <p:txBody>
            <a:bodyPr wrap="square" lIns="99060" tIns="99060" rIns="99060" bIns="99060" anchor="ctr"/>
            <a:lstStyle/>
            <a:p>
              <a:pPr algn="ctr"/>
              <a:r>
                <a:rPr lang="en-US" sz="1200" dirty="0"/>
                <a:t>Text</a:t>
              </a:r>
            </a:p>
          </p:txBody>
        </p:sp>
        <p:sp>
          <p:nvSpPr>
            <p:cNvPr id="45" name="AutoShape 5">
              <a:extLst>
                <a:ext uri="{FF2B5EF4-FFF2-40B4-BE49-F238E27FC236}">
                  <a16:creationId xmlns:a16="http://schemas.microsoft.com/office/drawing/2014/main" id="{6D268DA0-9438-4A1D-B128-7CF563E16D7F}"/>
                </a:ext>
              </a:extLst>
            </p:cNvPr>
            <p:cNvSpPr>
              <a:spLocks noChangeArrowheads="1"/>
            </p:cNvSpPr>
            <p:nvPr/>
          </p:nvSpPr>
          <p:spPr bwMode="gray">
            <a:xfrm>
              <a:off x="5697625" y="2002368"/>
              <a:ext cx="2017537" cy="1703850"/>
            </a:xfrm>
            <a:prstGeom prst="triangle">
              <a:avLst>
                <a:gd name="adj" fmla="val 50000"/>
              </a:avLst>
            </a:prstGeom>
            <a:solidFill>
              <a:schemeClr val="accent2"/>
            </a:solidFill>
            <a:ln w="28575">
              <a:noFill/>
              <a:miter lim="800000"/>
              <a:headEnd/>
              <a:tailEnd/>
            </a:ln>
            <a:effectLst/>
          </p:spPr>
          <p:txBody>
            <a:bodyPr wrap="square" lIns="99060" tIns="99060" rIns="99060" bIns="99060" anchor="ctr"/>
            <a:lstStyle/>
            <a:p>
              <a:pPr algn="ctr"/>
              <a:r>
                <a:rPr lang="en-US" sz="1200" dirty="0"/>
                <a:t>Text</a:t>
              </a:r>
            </a:p>
          </p:txBody>
        </p:sp>
        <p:sp>
          <p:nvSpPr>
            <p:cNvPr id="46" name="AutoShape 6">
              <a:extLst>
                <a:ext uri="{FF2B5EF4-FFF2-40B4-BE49-F238E27FC236}">
                  <a16:creationId xmlns:a16="http://schemas.microsoft.com/office/drawing/2014/main" id="{0220727D-6976-4B25-B7C0-2B5FE1CF02BB}"/>
                </a:ext>
              </a:extLst>
            </p:cNvPr>
            <p:cNvSpPr>
              <a:spLocks noChangeArrowheads="1"/>
            </p:cNvSpPr>
            <p:nvPr/>
          </p:nvSpPr>
          <p:spPr bwMode="gray">
            <a:xfrm flipV="1">
              <a:off x="5697625" y="3706218"/>
              <a:ext cx="2017537" cy="1680037"/>
            </a:xfrm>
            <a:prstGeom prst="triangle">
              <a:avLst>
                <a:gd name="adj" fmla="val 50000"/>
              </a:avLst>
            </a:prstGeom>
            <a:solidFill>
              <a:schemeClr val="accent1"/>
            </a:solidFill>
            <a:ln w="28575">
              <a:noFill/>
              <a:miter lim="800000"/>
              <a:headEnd/>
              <a:tailEnd/>
            </a:ln>
            <a:effectLst/>
          </p:spPr>
          <p:txBody>
            <a:bodyPr rot="10800000" wrap="square" lIns="99060" tIns="99060" rIns="99060" bIns="99060" anchor="ctr"/>
            <a:lstStyle/>
            <a:p>
              <a:pPr algn="ctr"/>
              <a:r>
                <a:rPr lang="en-US" sz="1200" dirty="0"/>
                <a:t>Text</a:t>
              </a:r>
            </a:p>
          </p:txBody>
        </p:sp>
      </p:grpSp>
    </p:spTree>
    <p:extLst>
      <p:ext uri="{BB962C8B-B14F-4D97-AF65-F5344CB8AC3E}">
        <p14:creationId xmlns:p14="http://schemas.microsoft.com/office/powerpoint/2010/main" val="3835652937"/>
      </p:ext>
    </p:extLst>
  </p:cSld>
  <p:clrMapOvr>
    <a:masterClrMapping/>
  </p:clrMapOvr>
  <p:transition>
    <p:fade/>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dirty="0"/>
              <a:t>Subtitle runs here</a:t>
            </a:r>
          </a:p>
        </p:txBody>
      </p:sp>
      <p:sp>
        <p:nvSpPr>
          <p:cNvPr id="798721" name="Title 1"/>
          <p:cNvSpPr>
            <a:spLocks noGrp="1"/>
          </p:cNvSpPr>
          <p:nvPr>
            <p:ph type="title"/>
          </p:nvPr>
        </p:nvSpPr>
        <p:spPr/>
        <p:txBody>
          <a:bodyPr/>
          <a:lstStyle/>
          <a:p>
            <a:r>
              <a:rPr lang="en-US" dirty="0"/>
              <a:t>Levels of maturity</a:t>
            </a:r>
          </a:p>
        </p:txBody>
      </p:sp>
      <p:sp>
        <p:nvSpPr>
          <p:cNvPr id="3" name="Content Placeholder 2">
            <a:extLst>
              <a:ext uri="{FF2B5EF4-FFF2-40B4-BE49-F238E27FC236}">
                <a16:creationId xmlns:a16="http://schemas.microsoft.com/office/drawing/2014/main" id="{8A5D5086-1043-B0F1-68C1-01D8204A9F5C}"/>
              </a:ext>
            </a:extLst>
          </p:cNvPr>
          <p:cNvSpPr>
            <a:spLocks noGrp="1"/>
          </p:cNvSpPr>
          <p:nvPr>
            <p:ph idx="1"/>
          </p:nvPr>
        </p:nvSpPr>
        <p:spPr/>
        <p:txBody>
          <a:bodyPr/>
          <a:lstStyle/>
          <a:p>
            <a:r>
              <a:rPr lang="en-US" dirty="0"/>
              <a:t>Title</a:t>
            </a:r>
          </a:p>
        </p:txBody>
      </p:sp>
      <p:grpSp>
        <p:nvGrpSpPr>
          <p:cNvPr id="2" name="Group 1">
            <a:extLst>
              <a:ext uri="{FF2B5EF4-FFF2-40B4-BE49-F238E27FC236}">
                <a16:creationId xmlns:a16="http://schemas.microsoft.com/office/drawing/2014/main" id="{E811CF5C-B3FE-47B7-83DE-82B2A1609BFB}"/>
              </a:ext>
            </a:extLst>
          </p:cNvPr>
          <p:cNvGrpSpPr/>
          <p:nvPr/>
        </p:nvGrpSpPr>
        <p:grpSpPr>
          <a:xfrm>
            <a:off x="1032122" y="2229088"/>
            <a:ext cx="7723121" cy="3201392"/>
            <a:chOff x="2478088" y="1952182"/>
            <a:chExt cx="7162801" cy="3940175"/>
          </a:xfrm>
        </p:grpSpPr>
        <p:sp>
          <p:nvSpPr>
            <p:cNvPr id="25" name="Freeform 5"/>
            <p:cNvSpPr>
              <a:spLocks/>
            </p:cNvSpPr>
            <p:nvPr/>
          </p:nvSpPr>
          <p:spPr bwMode="blackWhite">
            <a:xfrm>
              <a:off x="2478088" y="4760468"/>
              <a:ext cx="1820862" cy="1131888"/>
            </a:xfrm>
            <a:custGeom>
              <a:avLst/>
              <a:gdLst>
                <a:gd name="T0" fmla="*/ 0 w 647"/>
                <a:gd name="T1" fmla="*/ 2147483647 h 548"/>
                <a:gd name="T2" fmla="*/ 0 w 647"/>
                <a:gd name="T3" fmla="*/ 2147483647 h 548"/>
                <a:gd name="T4" fmla="*/ 2147483647 w 647"/>
                <a:gd name="T5" fmla="*/ 2147483647 h 548"/>
                <a:gd name="T6" fmla="*/ 2147483647 w 647"/>
                <a:gd name="T7" fmla="*/ 0 h 548"/>
                <a:gd name="T8" fmla="*/ 2147483647 w 647"/>
                <a:gd name="T9" fmla="*/ 2147483647 h 548"/>
                <a:gd name="T10" fmla="*/ 2147483647 w 647"/>
                <a:gd name="T11" fmla="*/ 2147483647 h 548"/>
                <a:gd name="T12" fmla="*/ 2147483647 w 647"/>
                <a:gd name="T13" fmla="*/ 2147483647 h 548"/>
                <a:gd name="T14" fmla="*/ 2147483647 w 647"/>
                <a:gd name="T15" fmla="*/ 2147483647 h 548"/>
                <a:gd name="T16" fmla="*/ 2147483647 w 647"/>
                <a:gd name="T17" fmla="*/ 2147483647 h 548"/>
                <a:gd name="T18" fmla="*/ 2147483647 w 647"/>
                <a:gd name="T19" fmla="*/ 2147483647 h 548"/>
                <a:gd name="T20" fmla="*/ 2147483647 w 647"/>
                <a:gd name="T21" fmla="*/ 2147483647 h 548"/>
                <a:gd name="T22" fmla="*/ 0 w 647"/>
                <a:gd name="T23" fmla="*/ 2147483647 h 5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47"/>
                <a:gd name="T37" fmla="*/ 0 h 548"/>
                <a:gd name="T38" fmla="*/ 647 w 647"/>
                <a:gd name="T39" fmla="*/ 548 h 54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47" h="548">
                  <a:moveTo>
                    <a:pt x="0" y="78"/>
                  </a:moveTo>
                  <a:lnTo>
                    <a:pt x="0" y="547"/>
                  </a:lnTo>
                  <a:lnTo>
                    <a:pt x="646" y="546"/>
                  </a:lnTo>
                  <a:lnTo>
                    <a:pt x="646" y="0"/>
                  </a:lnTo>
                  <a:lnTo>
                    <a:pt x="582" y="10"/>
                  </a:lnTo>
                  <a:lnTo>
                    <a:pt x="490" y="24"/>
                  </a:lnTo>
                  <a:lnTo>
                    <a:pt x="414" y="34"/>
                  </a:lnTo>
                  <a:lnTo>
                    <a:pt x="348" y="42"/>
                  </a:lnTo>
                  <a:lnTo>
                    <a:pt x="278" y="50"/>
                  </a:lnTo>
                  <a:lnTo>
                    <a:pt x="192" y="58"/>
                  </a:lnTo>
                  <a:lnTo>
                    <a:pt x="82" y="70"/>
                  </a:lnTo>
                  <a:lnTo>
                    <a:pt x="0" y="78"/>
                  </a:lnTo>
                </a:path>
              </a:pathLst>
            </a:custGeom>
            <a:solidFill>
              <a:schemeClr val="accent1"/>
            </a:solidFill>
            <a:ln w="9525" cap="rnd">
              <a:noFill/>
              <a:round/>
              <a:headEnd/>
              <a:tailEnd/>
            </a:ln>
          </p:spPr>
          <p:txBody>
            <a:bodyPr lIns="0" tIns="0" rIns="0" bIns="0">
              <a:noAutofit/>
            </a:bodyPr>
            <a:lstStyle/>
            <a:p>
              <a:endParaRPr lang="en-US" sz="1200" dirty="0">
                <a:latin typeface="Aptos" panose="020B0004020202020204" pitchFamily="34" charset="0"/>
              </a:endParaRPr>
            </a:p>
          </p:txBody>
        </p:sp>
        <p:sp>
          <p:nvSpPr>
            <p:cNvPr id="24" name="Freeform 4"/>
            <p:cNvSpPr>
              <a:spLocks/>
            </p:cNvSpPr>
            <p:nvPr/>
          </p:nvSpPr>
          <p:spPr bwMode="blackWhite">
            <a:xfrm>
              <a:off x="4281489" y="4184206"/>
              <a:ext cx="1800225" cy="1708150"/>
            </a:xfrm>
            <a:custGeom>
              <a:avLst/>
              <a:gdLst>
                <a:gd name="T0" fmla="*/ 0 w 640"/>
                <a:gd name="T1" fmla="*/ 2147483647 h 705"/>
                <a:gd name="T2" fmla="*/ 0 w 640"/>
                <a:gd name="T3" fmla="*/ 2147483647 h 705"/>
                <a:gd name="T4" fmla="*/ 2147483647 w 640"/>
                <a:gd name="T5" fmla="*/ 2147483647 h 705"/>
                <a:gd name="T6" fmla="*/ 2147483647 w 640"/>
                <a:gd name="T7" fmla="*/ 0 h 705"/>
                <a:gd name="T8" fmla="*/ 2147483647 w 640"/>
                <a:gd name="T9" fmla="*/ 2147483647 h 705"/>
                <a:gd name="T10" fmla="*/ 2147483647 w 640"/>
                <a:gd name="T11" fmla="*/ 2147483647 h 705"/>
                <a:gd name="T12" fmla="*/ 2147483647 w 640"/>
                <a:gd name="T13" fmla="*/ 2147483647 h 705"/>
                <a:gd name="T14" fmla="*/ 2147483647 w 640"/>
                <a:gd name="T15" fmla="*/ 2147483647 h 705"/>
                <a:gd name="T16" fmla="*/ 2147483647 w 640"/>
                <a:gd name="T17" fmla="*/ 2147483647 h 705"/>
                <a:gd name="T18" fmla="*/ 2147483647 w 640"/>
                <a:gd name="T19" fmla="*/ 2147483647 h 705"/>
                <a:gd name="T20" fmla="*/ 2147483647 w 640"/>
                <a:gd name="T21" fmla="*/ 2147483647 h 705"/>
                <a:gd name="T22" fmla="*/ 0 w 640"/>
                <a:gd name="T23" fmla="*/ 2147483647 h 7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40"/>
                <a:gd name="T37" fmla="*/ 0 h 705"/>
                <a:gd name="T38" fmla="*/ 640 w 640"/>
                <a:gd name="T39" fmla="*/ 705 h 7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40" h="705">
                  <a:moveTo>
                    <a:pt x="0" y="159"/>
                  </a:moveTo>
                  <a:lnTo>
                    <a:pt x="0" y="704"/>
                  </a:lnTo>
                  <a:lnTo>
                    <a:pt x="639" y="704"/>
                  </a:lnTo>
                  <a:lnTo>
                    <a:pt x="639" y="0"/>
                  </a:lnTo>
                  <a:lnTo>
                    <a:pt x="599" y="16"/>
                  </a:lnTo>
                  <a:lnTo>
                    <a:pt x="556" y="33"/>
                  </a:lnTo>
                  <a:lnTo>
                    <a:pt x="493" y="54"/>
                  </a:lnTo>
                  <a:lnTo>
                    <a:pt x="403" y="78"/>
                  </a:lnTo>
                  <a:lnTo>
                    <a:pt x="308" y="101"/>
                  </a:lnTo>
                  <a:lnTo>
                    <a:pt x="218" y="119"/>
                  </a:lnTo>
                  <a:lnTo>
                    <a:pt x="112" y="138"/>
                  </a:lnTo>
                  <a:lnTo>
                    <a:pt x="0" y="159"/>
                  </a:lnTo>
                </a:path>
              </a:pathLst>
            </a:custGeom>
            <a:solidFill>
              <a:schemeClr val="accent2"/>
            </a:solidFill>
            <a:ln w="9525" cap="rnd">
              <a:noFill/>
              <a:round/>
              <a:headEnd/>
              <a:tailEnd/>
            </a:ln>
          </p:spPr>
          <p:txBody>
            <a:bodyPr lIns="0" tIns="0" rIns="0" bIns="0">
              <a:noAutofit/>
            </a:bodyPr>
            <a:lstStyle/>
            <a:p>
              <a:endParaRPr lang="en-US" sz="1200" dirty="0">
                <a:latin typeface="Aptos" panose="020B0004020202020204" pitchFamily="34" charset="0"/>
              </a:endParaRPr>
            </a:p>
          </p:txBody>
        </p:sp>
        <p:sp>
          <p:nvSpPr>
            <p:cNvPr id="23" name="Freeform 3"/>
            <p:cNvSpPr>
              <a:spLocks/>
            </p:cNvSpPr>
            <p:nvPr/>
          </p:nvSpPr>
          <p:spPr bwMode="blackWhite">
            <a:xfrm>
              <a:off x="6080125" y="3320606"/>
              <a:ext cx="1784350" cy="2571750"/>
            </a:xfrm>
            <a:custGeom>
              <a:avLst/>
              <a:gdLst>
                <a:gd name="T0" fmla="*/ 0 w 634"/>
                <a:gd name="T1" fmla="*/ 555217 h 1246"/>
                <a:gd name="T2" fmla="*/ 0 w 634"/>
                <a:gd name="T3" fmla="*/ 2569686 h 1246"/>
                <a:gd name="T4" fmla="*/ 1778721 w 634"/>
                <a:gd name="T5" fmla="*/ 2569686 h 1246"/>
                <a:gd name="T6" fmla="*/ 1781536 w 634"/>
                <a:gd name="T7" fmla="*/ 0 h 1246"/>
                <a:gd name="T8" fmla="*/ 1607041 w 634"/>
                <a:gd name="T9" fmla="*/ 70176 h 1246"/>
                <a:gd name="T10" fmla="*/ 1432546 w 634"/>
                <a:gd name="T11" fmla="*/ 136224 h 1246"/>
                <a:gd name="T12" fmla="*/ 1224278 w 634"/>
                <a:gd name="T13" fmla="*/ 206400 h 1246"/>
                <a:gd name="T14" fmla="*/ 1010381 w 634"/>
                <a:gd name="T15" fmla="*/ 276577 h 1246"/>
                <a:gd name="T16" fmla="*/ 723309 w 634"/>
                <a:gd name="T17" fmla="*/ 363265 h 1246"/>
                <a:gd name="T18" fmla="*/ 470010 w 634"/>
                <a:gd name="T19" fmla="*/ 437569 h 1246"/>
                <a:gd name="T20" fmla="*/ 194196 w 634"/>
                <a:gd name="T21" fmla="*/ 507745 h 1246"/>
                <a:gd name="T22" fmla="*/ 0 w 634"/>
                <a:gd name="T23" fmla="*/ 555217 h 12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34"/>
                <a:gd name="T37" fmla="*/ 0 h 1246"/>
                <a:gd name="T38" fmla="*/ 634 w 634"/>
                <a:gd name="T39" fmla="*/ 1246 h 124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34" h="1246">
                  <a:moveTo>
                    <a:pt x="0" y="269"/>
                  </a:moveTo>
                  <a:lnTo>
                    <a:pt x="0" y="1245"/>
                  </a:lnTo>
                  <a:lnTo>
                    <a:pt x="632" y="1245"/>
                  </a:lnTo>
                  <a:lnTo>
                    <a:pt x="633" y="0"/>
                  </a:lnTo>
                  <a:lnTo>
                    <a:pt x="571" y="34"/>
                  </a:lnTo>
                  <a:lnTo>
                    <a:pt x="509" y="66"/>
                  </a:lnTo>
                  <a:lnTo>
                    <a:pt x="435" y="100"/>
                  </a:lnTo>
                  <a:lnTo>
                    <a:pt x="359" y="134"/>
                  </a:lnTo>
                  <a:lnTo>
                    <a:pt x="257" y="176"/>
                  </a:lnTo>
                  <a:lnTo>
                    <a:pt x="167" y="212"/>
                  </a:lnTo>
                  <a:lnTo>
                    <a:pt x="69" y="246"/>
                  </a:lnTo>
                  <a:lnTo>
                    <a:pt x="0" y="269"/>
                  </a:lnTo>
                </a:path>
              </a:pathLst>
            </a:custGeom>
            <a:solidFill>
              <a:schemeClr val="accent3"/>
            </a:solidFill>
            <a:ln w="9525" cap="rnd">
              <a:noFill/>
              <a:round/>
              <a:headEnd/>
              <a:tailEnd/>
            </a:ln>
          </p:spPr>
          <p:txBody>
            <a:bodyPr lIns="0" tIns="0" rIns="0" bIns="0">
              <a:noAutofit/>
            </a:bodyPr>
            <a:lstStyle/>
            <a:p>
              <a:pPr>
                <a:defRPr/>
              </a:pPr>
              <a:endParaRPr lang="en-US" sz="1200" dirty="0">
                <a:latin typeface="Aptos" panose="020B0004020202020204" pitchFamily="34" charset="0"/>
                <a:cs typeface="Arial" charset="0"/>
              </a:endParaRPr>
            </a:p>
          </p:txBody>
        </p:sp>
        <p:sp>
          <p:nvSpPr>
            <p:cNvPr id="22" name="Freeform 2"/>
            <p:cNvSpPr>
              <a:spLocks/>
            </p:cNvSpPr>
            <p:nvPr/>
          </p:nvSpPr>
          <p:spPr bwMode="blackWhite">
            <a:xfrm>
              <a:off x="7858126" y="1952182"/>
              <a:ext cx="1782763" cy="3940175"/>
            </a:xfrm>
            <a:custGeom>
              <a:avLst/>
              <a:gdLst>
                <a:gd name="T0" fmla="*/ 0 w 633"/>
                <a:gd name="T1" fmla="*/ 1127378 h 1744"/>
                <a:gd name="T2" fmla="*/ 2816 w 633"/>
                <a:gd name="T3" fmla="*/ 3937916 h 1744"/>
                <a:gd name="T4" fmla="*/ 1779947 w 633"/>
                <a:gd name="T5" fmla="*/ 3937916 h 1744"/>
                <a:gd name="T6" fmla="*/ 1779947 w 633"/>
                <a:gd name="T7" fmla="*/ 0 h 1744"/>
                <a:gd name="T8" fmla="*/ 1664475 w 633"/>
                <a:gd name="T9" fmla="*/ 124260 h 1744"/>
                <a:gd name="T10" fmla="*/ 1512391 w 633"/>
                <a:gd name="T11" fmla="*/ 246261 h 1744"/>
                <a:gd name="T12" fmla="*/ 1318062 w 633"/>
                <a:gd name="T13" fmla="*/ 388595 h 1744"/>
                <a:gd name="T14" fmla="*/ 1064588 w 633"/>
                <a:gd name="T15" fmla="*/ 551263 h 1744"/>
                <a:gd name="T16" fmla="*/ 811115 w 633"/>
                <a:gd name="T17" fmla="*/ 707153 h 1744"/>
                <a:gd name="T18" fmla="*/ 582989 w 633"/>
                <a:gd name="T19" fmla="*/ 829154 h 1744"/>
                <a:gd name="T20" fmla="*/ 253473 w 633"/>
                <a:gd name="T21" fmla="*/ 998599 h 1744"/>
                <a:gd name="T22" fmla="*/ 0 w 633"/>
                <a:gd name="T23" fmla="*/ 1127378 h 17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33"/>
                <a:gd name="T37" fmla="*/ 0 h 1744"/>
                <a:gd name="T38" fmla="*/ 633 w 633"/>
                <a:gd name="T39" fmla="*/ 1744 h 17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33" h="1744">
                  <a:moveTo>
                    <a:pt x="0" y="499"/>
                  </a:moveTo>
                  <a:lnTo>
                    <a:pt x="1" y="1743"/>
                  </a:lnTo>
                  <a:lnTo>
                    <a:pt x="632" y="1743"/>
                  </a:lnTo>
                  <a:lnTo>
                    <a:pt x="632" y="0"/>
                  </a:lnTo>
                  <a:lnTo>
                    <a:pt x="591" y="55"/>
                  </a:lnTo>
                  <a:lnTo>
                    <a:pt x="537" y="109"/>
                  </a:lnTo>
                  <a:lnTo>
                    <a:pt x="468" y="172"/>
                  </a:lnTo>
                  <a:lnTo>
                    <a:pt x="378" y="244"/>
                  </a:lnTo>
                  <a:lnTo>
                    <a:pt x="288" y="313"/>
                  </a:lnTo>
                  <a:lnTo>
                    <a:pt x="207" y="367"/>
                  </a:lnTo>
                  <a:lnTo>
                    <a:pt x="90" y="442"/>
                  </a:lnTo>
                  <a:lnTo>
                    <a:pt x="0" y="499"/>
                  </a:lnTo>
                </a:path>
              </a:pathLst>
            </a:custGeom>
            <a:solidFill>
              <a:schemeClr val="tx2"/>
            </a:solidFill>
            <a:ln w="9525" cap="rnd">
              <a:noFill/>
              <a:round/>
              <a:headEnd/>
              <a:tailEnd/>
            </a:ln>
          </p:spPr>
          <p:txBody>
            <a:bodyPr lIns="0" tIns="0" rIns="0" bIns="0">
              <a:noAutofit/>
            </a:bodyPr>
            <a:lstStyle/>
            <a:p>
              <a:pPr>
                <a:defRPr/>
              </a:pPr>
              <a:endParaRPr lang="en-US" sz="1200" dirty="0">
                <a:latin typeface="Aptos" panose="020B0004020202020204" pitchFamily="34" charset="0"/>
                <a:cs typeface="Arial" charset="0"/>
              </a:endParaRPr>
            </a:p>
          </p:txBody>
        </p:sp>
        <p:sp>
          <p:nvSpPr>
            <p:cNvPr id="26" name="Rectangle 6"/>
            <p:cNvSpPr>
              <a:spLocks noChangeArrowheads="1"/>
            </p:cNvSpPr>
            <p:nvPr/>
          </p:nvSpPr>
          <p:spPr bwMode="blackWhite">
            <a:xfrm>
              <a:off x="2794000" y="4508057"/>
              <a:ext cx="1149350" cy="2159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defTabSz="666867">
                <a:lnSpc>
                  <a:spcPct val="95000"/>
                </a:lnSpc>
              </a:pPr>
              <a:r>
                <a:rPr lang="en-US" sz="1200" dirty="0">
                  <a:solidFill>
                    <a:srgbClr val="53565A"/>
                  </a:solidFill>
                  <a:latin typeface="Aptos" panose="020B0004020202020204" pitchFamily="34" charset="0"/>
                  <a:ea typeface="MS PGothic" pitchFamily="34" charset="-128"/>
                </a:rPr>
                <a:t>Stage 1 </a:t>
              </a:r>
            </a:p>
          </p:txBody>
        </p:sp>
        <p:sp>
          <p:nvSpPr>
            <p:cNvPr id="27" name="Rectangle 7"/>
            <p:cNvSpPr>
              <a:spLocks noChangeArrowheads="1"/>
            </p:cNvSpPr>
            <p:nvPr/>
          </p:nvSpPr>
          <p:spPr bwMode="blackWhite">
            <a:xfrm>
              <a:off x="4606925" y="3976244"/>
              <a:ext cx="1149350" cy="2159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defTabSz="666867">
                <a:lnSpc>
                  <a:spcPct val="95000"/>
                </a:lnSpc>
              </a:pPr>
              <a:r>
                <a:rPr lang="en-US" sz="1200" dirty="0">
                  <a:solidFill>
                    <a:srgbClr val="53565A"/>
                  </a:solidFill>
                  <a:latin typeface="Aptos" panose="020B0004020202020204" pitchFamily="34" charset="0"/>
                  <a:ea typeface="MS PGothic" pitchFamily="34" charset="-128"/>
                </a:rPr>
                <a:t>Stage 2 </a:t>
              </a:r>
            </a:p>
          </p:txBody>
        </p:sp>
        <p:sp>
          <p:nvSpPr>
            <p:cNvPr id="28" name="Rectangle 8"/>
            <p:cNvSpPr>
              <a:spLocks noChangeArrowheads="1"/>
            </p:cNvSpPr>
            <p:nvPr/>
          </p:nvSpPr>
          <p:spPr bwMode="blackWhite">
            <a:xfrm>
              <a:off x="6396039" y="3114233"/>
              <a:ext cx="1150937" cy="2159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defTabSz="666867">
                <a:lnSpc>
                  <a:spcPct val="95000"/>
                </a:lnSpc>
              </a:pPr>
              <a:r>
                <a:rPr lang="en-US" sz="1200" dirty="0">
                  <a:solidFill>
                    <a:srgbClr val="53565A"/>
                  </a:solidFill>
                  <a:latin typeface="Aptos" panose="020B0004020202020204" pitchFamily="34" charset="0"/>
                  <a:ea typeface="MS PGothic" pitchFamily="34" charset="-128"/>
                </a:rPr>
                <a:t>Stage 3 </a:t>
              </a:r>
            </a:p>
          </p:txBody>
        </p:sp>
        <p:sp>
          <p:nvSpPr>
            <p:cNvPr id="29" name="Rectangle 9"/>
            <p:cNvSpPr>
              <a:spLocks noChangeArrowheads="1"/>
            </p:cNvSpPr>
            <p:nvPr/>
          </p:nvSpPr>
          <p:spPr bwMode="blackWhite">
            <a:xfrm>
              <a:off x="8174039" y="2023620"/>
              <a:ext cx="1150937" cy="2159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defTabSz="666867">
                <a:lnSpc>
                  <a:spcPct val="95000"/>
                </a:lnSpc>
              </a:pPr>
              <a:r>
                <a:rPr lang="en-US" sz="1200" dirty="0">
                  <a:solidFill>
                    <a:srgbClr val="53565A"/>
                  </a:solidFill>
                  <a:latin typeface="Aptos" panose="020B0004020202020204" pitchFamily="34" charset="0"/>
                  <a:ea typeface="MS PGothic" pitchFamily="34" charset="-128"/>
                </a:rPr>
                <a:t>Stage 4 </a:t>
              </a:r>
            </a:p>
          </p:txBody>
        </p:sp>
      </p:grpSp>
    </p:spTree>
    <p:extLst>
      <p:ext uri="{BB962C8B-B14F-4D97-AF65-F5344CB8AC3E}">
        <p14:creationId xmlns:p14="http://schemas.microsoft.com/office/powerpoint/2010/main" val="1691783543"/>
      </p:ext>
    </p:extLst>
  </p:cSld>
  <p:clrMapOvr>
    <a:masterClrMapping/>
  </p:clrMapOvr>
  <p:transition>
    <p:fade/>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p:txBody>
          <a:bodyPr/>
          <a:lstStyle/>
          <a:p>
            <a:r>
              <a:rPr lang="en-US"/>
              <a:t>Subtitle runs here</a:t>
            </a:r>
            <a:endParaRPr lang="en-US" dirty="0"/>
          </a:p>
        </p:txBody>
      </p:sp>
      <p:sp>
        <p:nvSpPr>
          <p:cNvPr id="797697" name="Title 1"/>
          <p:cNvSpPr>
            <a:spLocks noGrp="1"/>
          </p:cNvSpPr>
          <p:nvPr>
            <p:ph type="title"/>
          </p:nvPr>
        </p:nvSpPr>
        <p:spPr/>
        <p:txBody>
          <a:bodyPr/>
          <a:lstStyle/>
          <a:p>
            <a:r>
              <a:rPr lang="en-US" altLang="ja-JP"/>
              <a:t>Heat map</a:t>
            </a:r>
            <a:endParaRPr lang="en-US" dirty="0"/>
          </a:p>
        </p:txBody>
      </p:sp>
      <p:sp>
        <p:nvSpPr>
          <p:cNvPr id="3" name="Content Placeholder 2">
            <a:extLst>
              <a:ext uri="{FF2B5EF4-FFF2-40B4-BE49-F238E27FC236}">
                <a16:creationId xmlns:a16="http://schemas.microsoft.com/office/drawing/2014/main" id="{2843BF3B-A518-0961-CC39-1D52CD3C5861}"/>
              </a:ext>
            </a:extLst>
          </p:cNvPr>
          <p:cNvSpPr>
            <a:spLocks noGrp="1"/>
          </p:cNvSpPr>
          <p:nvPr>
            <p:ph idx="1"/>
          </p:nvPr>
        </p:nvSpPr>
        <p:spPr/>
        <p:txBody>
          <a:bodyPr/>
          <a:lstStyle/>
          <a:p>
            <a:r>
              <a:rPr lang="en-US" dirty="0"/>
              <a:t>Title</a:t>
            </a:r>
          </a:p>
        </p:txBody>
      </p:sp>
      <p:graphicFrame>
        <p:nvGraphicFramePr>
          <p:cNvPr id="13" name="Group 8"/>
          <p:cNvGraphicFramePr>
            <a:graphicFrameLocks noGrp="1"/>
          </p:cNvGraphicFramePr>
          <p:nvPr>
            <p:extLst>
              <p:ext uri="{D42A27DB-BD31-4B8C-83A1-F6EECF244321}">
                <p14:modId xmlns:p14="http://schemas.microsoft.com/office/powerpoint/2010/main" val="2797286016"/>
              </p:ext>
            </p:extLst>
          </p:nvPr>
        </p:nvGraphicFramePr>
        <p:xfrm>
          <a:off x="407591" y="2276927"/>
          <a:ext cx="9090825" cy="2905141"/>
        </p:xfrm>
        <a:graphic>
          <a:graphicData uri="http://schemas.openxmlformats.org/drawingml/2006/table">
            <a:tbl>
              <a:tblPr/>
              <a:tblGrid>
                <a:gridCol w="1734369">
                  <a:extLst>
                    <a:ext uri="{9D8B030D-6E8A-4147-A177-3AD203B41FA5}">
                      <a16:colId xmlns:a16="http://schemas.microsoft.com/office/drawing/2014/main" val="20000"/>
                    </a:ext>
                  </a:extLst>
                </a:gridCol>
                <a:gridCol w="919557">
                  <a:extLst>
                    <a:ext uri="{9D8B030D-6E8A-4147-A177-3AD203B41FA5}">
                      <a16:colId xmlns:a16="http://schemas.microsoft.com/office/drawing/2014/main" val="20001"/>
                    </a:ext>
                  </a:extLst>
                </a:gridCol>
                <a:gridCol w="919557">
                  <a:extLst>
                    <a:ext uri="{9D8B030D-6E8A-4147-A177-3AD203B41FA5}">
                      <a16:colId xmlns:a16="http://schemas.microsoft.com/office/drawing/2014/main" val="20002"/>
                    </a:ext>
                  </a:extLst>
                </a:gridCol>
                <a:gridCol w="919557">
                  <a:extLst>
                    <a:ext uri="{9D8B030D-6E8A-4147-A177-3AD203B41FA5}">
                      <a16:colId xmlns:a16="http://schemas.microsoft.com/office/drawing/2014/main" val="20003"/>
                    </a:ext>
                  </a:extLst>
                </a:gridCol>
                <a:gridCol w="919557">
                  <a:extLst>
                    <a:ext uri="{9D8B030D-6E8A-4147-A177-3AD203B41FA5}">
                      <a16:colId xmlns:a16="http://schemas.microsoft.com/office/drawing/2014/main" val="20004"/>
                    </a:ext>
                  </a:extLst>
                </a:gridCol>
                <a:gridCol w="919557">
                  <a:extLst>
                    <a:ext uri="{9D8B030D-6E8A-4147-A177-3AD203B41FA5}">
                      <a16:colId xmlns:a16="http://schemas.microsoft.com/office/drawing/2014/main" val="20005"/>
                    </a:ext>
                  </a:extLst>
                </a:gridCol>
                <a:gridCol w="919557">
                  <a:extLst>
                    <a:ext uri="{9D8B030D-6E8A-4147-A177-3AD203B41FA5}">
                      <a16:colId xmlns:a16="http://schemas.microsoft.com/office/drawing/2014/main" val="20006"/>
                    </a:ext>
                  </a:extLst>
                </a:gridCol>
                <a:gridCol w="919557">
                  <a:extLst>
                    <a:ext uri="{9D8B030D-6E8A-4147-A177-3AD203B41FA5}">
                      <a16:colId xmlns:a16="http://schemas.microsoft.com/office/drawing/2014/main" val="20007"/>
                    </a:ext>
                  </a:extLst>
                </a:gridCol>
                <a:gridCol w="919557">
                  <a:extLst>
                    <a:ext uri="{9D8B030D-6E8A-4147-A177-3AD203B41FA5}">
                      <a16:colId xmlns:a16="http://schemas.microsoft.com/office/drawing/2014/main" val="20008"/>
                    </a:ext>
                  </a:extLst>
                </a:gridCol>
              </a:tblGrid>
              <a:tr h="324577">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endParaRPr kumimoji="0" lang="en-US" sz="1000" b="1" i="0" u="none" strike="noStrike" cap="none" normalizeH="0" baseline="0" dirty="0">
                        <a:ln>
                          <a:noFill/>
                        </a:ln>
                        <a:solidFill>
                          <a:schemeClr val="bg1"/>
                        </a:solidFill>
                        <a:effectLst/>
                        <a:latin typeface="Aptos" panose="020B0004020202020204" pitchFamily="34" charset="0"/>
                      </a:endParaRPr>
                    </a:p>
                  </a:txBody>
                  <a:tcPr marL="74295" marR="74295" marT="74295" marB="74295" anchor="ctr" horzOverflow="overflow">
                    <a:lnL cap="flat">
                      <a:noFill/>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Column</a:t>
                      </a:r>
                    </a:p>
                  </a:txBody>
                  <a:tcPr marL="74295" marR="74295" marT="74295" marB="74295" anchor="b" horzOverflow="overflow">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Column</a:t>
                      </a:r>
                    </a:p>
                  </a:txBody>
                  <a:tcPr marL="74295" marR="74295" marT="74295" marB="74295" anchor="b" horzOverflow="overflow">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Column</a:t>
                      </a:r>
                    </a:p>
                  </a:txBody>
                  <a:tcPr marL="74295" marR="74295" marT="74295" marB="74295" anchor="b" horzOverflow="overflow">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Column</a:t>
                      </a:r>
                    </a:p>
                  </a:txBody>
                  <a:tcPr marL="74295" marR="74295" marT="74295" marB="74295" anchor="b" horzOverflow="overflow">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Column</a:t>
                      </a:r>
                    </a:p>
                  </a:txBody>
                  <a:tcPr marL="74295" marR="74295" marT="74295" marB="74295" anchor="b" horzOverflow="overflow">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Column</a:t>
                      </a:r>
                    </a:p>
                  </a:txBody>
                  <a:tcPr marL="74295" marR="74295" marT="74295" marB="74295" anchor="b" horzOverflow="overflow">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Column</a:t>
                      </a:r>
                    </a:p>
                  </a:txBody>
                  <a:tcPr marL="74295" marR="74295" marT="74295" marB="74295" anchor="b" horzOverflow="overflow">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Column</a:t>
                      </a:r>
                    </a:p>
                  </a:txBody>
                  <a:tcPr marL="74295" marR="74295" marT="74295" marB="74295" anchor="b" horzOverflow="overflow">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8652">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cap="flat">
                      <a:noFill/>
                    </a:lnR>
                    <a:lnT w="6350" cap="flat" cmpd="sng" algn="ctr">
                      <a:no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extLst>
                  <a:ext uri="{0D108BD9-81ED-4DB2-BD59-A6C34878D82A}">
                    <a16:rowId xmlns:a16="http://schemas.microsoft.com/office/drawing/2014/main" val="10001"/>
                  </a:ext>
                </a:extLst>
              </a:tr>
              <a:tr h="368652">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cap="flat">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extLst>
                  <a:ext uri="{0D108BD9-81ED-4DB2-BD59-A6C34878D82A}">
                    <a16:rowId xmlns:a16="http://schemas.microsoft.com/office/drawing/2014/main" val="10002"/>
                  </a:ext>
                </a:extLst>
              </a:tr>
              <a:tr h="368652">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defRPr/>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cap="flat">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extLst>
                  <a:ext uri="{0D108BD9-81ED-4DB2-BD59-A6C34878D82A}">
                    <a16:rowId xmlns:a16="http://schemas.microsoft.com/office/drawing/2014/main" val="10003"/>
                  </a:ext>
                </a:extLst>
              </a:tr>
              <a:tr h="368652">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defRPr/>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cap="flat">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extLst>
                  <a:ext uri="{0D108BD9-81ED-4DB2-BD59-A6C34878D82A}">
                    <a16:rowId xmlns:a16="http://schemas.microsoft.com/office/drawing/2014/main" val="10004"/>
                  </a:ext>
                </a:extLst>
              </a:tr>
              <a:tr h="368652">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cap="flat">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extLst>
                  <a:ext uri="{0D108BD9-81ED-4DB2-BD59-A6C34878D82A}">
                    <a16:rowId xmlns:a16="http://schemas.microsoft.com/office/drawing/2014/main" val="10005"/>
                  </a:ext>
                </a:extLst>
              </a:tr>
              <a:tr h="368652">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cap="flat">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extLst>
                  <a:ext uri="{0D108BD9-81ED-4DB2-BD59-A6C34878D82A}">
                    <a16:rowId xmlns:a16="http://schemas.microsoft.com/office/drawing/2014/main" val="10006"/>
                  </a:ext>
                </a:extLst>
              </a:tr>
              <a:tr h="368652">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Row description</a:t>
                      </a:r>
                    </a:p>
                  </a:txBody>
                  <a:tcPr marL="74295" marR="74295" marT="74295" marB="74295" anchor="ctr" horzOverflow="overflow">
                    <a:lnL cap="flat">
                      <a:noFill/>
                    </a:lnL>
                    <a:lnR w="76200" cap="flat" cmpd="sng" algn="ctr">
                      <a:noFill/>
                      <a:prstDash val="solid"/>
                      <a:round/>
                      <a:headEnd type="none" w="med" len="med"/>
                      <a:tailEnd type="none" w="med" len="med"/>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7620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009A44"/>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DA291C"/>
                    </a:solidFill>
                  </a:tcPr>
                </a:tc>
                <a:tc>
                  <a:txBody>
                    <a:bodyPr/>
                    <a:lstStyle/>
                    <a:p>
                      <a:pPr marL="0" marR="0" lvl="0" indent="0" algn="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cap="flat">
                      <a:noFill/>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rgbClr val="ED8B00"/>
                    </a:solidFill>
                  </a:tcPr>
                </a:tc>
                <a:extLst>
                  <a:ext uri="{0D108BD9-81ED-4DB2-BD59-A6C34878D82A}">
                    <a16:rowId xmlns:a16="http://schemas.microsoft.com/office/drawing/2014/main" val="10007"/>
                  </a:ext>
                </a:extLst>
              </a:tr>
            </a:tbl>
          </a:graphicData>
        </a:graphic>
      </p:graphicFrame>
      <p:grpSp>
        <p:nvGrpSpPr>
          <p:cNvPr id="2" name="Group 1"/>
          <p:cNvGrpSpPr/>
          <p:nvPr/>
        </p:nvGrpSpPr>
        <p:grpSpPr>
          <a:xfrm>
            <a:off x="3743311" y="5651161"/>
            <a:ext cx="2406365" cy="148591"/>
            <a:chOff x="4660695" y="5767570"/>
            <a:chExt cx="2961679" cy="182880"/>
          </a:xfrm>
        </p:grpSpPr>
        <p:sp>
          <p:nvSpPr>
            <p:cNvPr id="30" name="Text Box 32"/>
            <p:cNvSpPr txBox="1">
              <a:spLocks noChangeArrowheads="1"/>
            </p:cNvSpPr>
            <p:nvPr/>
          </p:nvSpPr>
          <p:spPr bwMode="auto">
            <a:xfrm>
              <a:off x="6020775" y="5782025"/>
              <a:ext cx="416288" cy="153967"/>
            </a:xfrm>
            <a:prstGeom prst="rect">
              <a:avLst/>
            </a:prstGeom>
            <a:noFill/>
            <a:ln w="9525">
              <a:noFill/>
              <a:miter lim="800000"/>
              <a:headEnd type="none" w="sm" len="sm"/>
              <a:tailEnd type="none" w="sm" len="sm"/>
            </a:ln>
          </p:spPr>
          <p:txBody>
            <a:bodyPr wrap="none" lIns="0" tIns="0" rIns="0" bIns="0" anchor="ctr">
              <a:spAutoFit/>
            </a:bodyPr>
            <a:lstStyle/>
            <a:p>
              <a:r>
                <a:rPr lang="en-US" altLang="ja-JP" sz="813" dirty="0">
                  <a:latin typeface="Aptos" panose="020B0004020202020204" pitchFamily="34" charset="0"/>
                  <a:ea typeface="ＭＳ Ｐゴシック" charset="-128"/>
                </a:rPr>
                <a:t>Neutral</a:t>
              </a:r>
            </a:p>
          </p:txBody>
        </p:sp>
        <p:sp>
          <p:nvSpPr>
            <p:cNvPr id="31" name="Rectangle 30"/>
            <p:cNvSpPr>
              <a:spLocks noChangeArrowheads="1"/>
            </p:cNvSpPr>
            <p:nvPr/>
          </p:nvSpPr>
          <p:spPr bwMode="auto">
            <a:xfrm>
              <a:off x="5785271" y="5767570"/>
              <a:ext cx="182880" cy="182880"/>
            </a:xfrm>
            <a:prstGeom prst="rect">
              <a:avLst/>
            </a:prstGeom>
            <a:solidFill>
              <a:srgbClr val="ED8B00"/>
            </a:solidFill>
            <a:ln w="6350">
              <a:noFill/>
              <a:round/>
              <a:headEnd/>
              <a:tailEnd/>
            </a:ln>
          </p:spPr>
          <p:txBody>
            <a:bodyPr wrap="none" anchor="ctr"/>
            <a:lstStyle/>
            <a:p>
              <a:pPr algn="ctr">
                <a:defRPr/>
              </a:pPr>
              <a:endParaRPr lang="en-US" sz="813" dirty="0">
                <a:latin typeface="Aptos" panose="020B0004020202020204" pitchFamily="34" charset="0"/>
              </a:endParaRPr>
            </a:p>
          </p:txBody>
        </p:sp>
        <p:sp>
          <p:nvSpPr>
            <p:cNvPr id="33" name="Text Box 34"/>
            <p:cNvSpPr txBox="1">
              <a:spLocks noChangeArrowheads="1"/>
            </p:cNvSpPr>
            <p:nvPr/>
          </p:nvSpPr>
          <p:spPr bwMode="auto">
            <a:xfrm>
              <a:off x="7135061" y="5782024"/>
              <a:ext cx="487313" cy="153967"/>
            </a:xfrm>
            <a:prstGeom prst="rect">
              <a:avLst/>
            </a:prstGeom>
            <a:noFill/>
            <a:ln w="9525">
              <a:noFill/>
              <a:miter lim="800000"/>
              <a:headEnd type="none" w="sm" len="sm"/>
              <a:tailEnd type="none" w="sm" len="sm"/>
            </a:ln>
          </p:spPr>
          <p:txBody>
            <a:bodyPr wrap="none" lIns="0" tIns="0" rIns="0" bIns="0" anchor="ctr">
              <a:spAutoFit/>
            </a:bodyPr>
            <a:lstStyle/>
            <a:p>
              <a:r>
                <a:rPr lang="en-US" altLang="ja-JP" sz="813" dirty="0">
                  <a:latin typeface="Aptos" panose="020B0004020202020204" pitchFamily="34" charset="0"/>
                  <a:ea typeface="ＭＳ Ｐゴシック" charset="-128"/>
                </a:rPr>
                <a:t>Negative</a:t>
              </a:r>
            </a:p>
          </p:txBody>
        </p:sp>
        <p:sp>
          <p:nvSpPr>
            <p:cNvPr id="34" name="Rectangle 33"/>
            <p:cNvSpPr>
              <a:spLocks noChangeArrowheads="1"/>
            </p:cNvSpPr>
            <p:nvPr/>
          </p:nvSpPr>
          <p:spPr bwMode="auto">
            <a:xfrm>
              <a:off x="6909847" y="5767570"/>
              <a:ext cx="182880" cy="182880"/>
            </a:xfrm>
            <a:prstGeom prst="rect">
              <a:avLst/>
            </a:prstGeom>
            <a:solidFill>
              <a:srgbClr val="DA291C"/>
            </a:solidFill>
            <a:ln w="6350">
              <a:noFill/>
              <a:round/>
              <a:headEnd/>
              <a:tailEnd/>
            </a:ln>
          </p:spPr>
          <p:txBody>
            <a:bodyPr wrap="none" anchor="ctr"/>
            <a:lstStyle/>
            <a:p>
              <a:pPr algn="ctr">
                <a:defRPr/>
              </a:pPr>
              <a:endParaRPr lang="en-US" sz="813" dirty="0">
                <a:latin typeface="Aptos" panose="020B0004020202020204" pitchFamily="34" charset="0"/>
              </a:endParaRPr>
            </a:p>
          </p:txBody>
        </p:sp>
        <p:sp>
          <p:nvSpPr>
            <p:cNvPr id="37" name="Text Box 32"/>
            <p:cNvSpPr txBox="1">
              <a:spLocks noChangeArrowheads="1"/>
            </p:cNvSpPr>
            <p:nvPr/>
          </p:nvSpPr>
          <p:spPr bwMode="auto">
            <a:xfrm>
              <a:off x="4896196" y="5782024"/>
              <a:ext cx="437990" cy="153967"/>
            </a:xfrm>
            <a:prstGeom prst="rect">
              <a:avLst/>
            </a:prstGeom>
            <a:noFill/>
            <a:ln w="9525">
              <a:noFill/>
              <a:miter lim="800000"/>
              <a:headEnd type="none" w="sm" len="sm"/>
              <a:tailEnd type="none" w="sm" len="sm"/>
            </a:ln>
          </p:spPr>
          <p:txBody>
            <a:bodyPr wrap="none" lIns="0" tIns="0" rIns="0" bIns="0" anchor="ctr">
              <a:spAutoFit/>
            </a:bodyPr>
            <a:lstStyle/>
            <a:p>
              <a:r>
                <a:rPr lang="en-US" altLang="ja-JP" sz="813" dirty="0">
                  <a:latin typeface="Aptos" panose="020B0004020202020204" pitchFamily="34" charset="0"/>
                  <a:ea typeface="ＭＳ Ｐゴシック" charset="-128"/>
                </a:rPr>
                <a:t>Positive</a:t>
              </a:r>
            </a:p>
          </p:txBody>
        </p:sp>
        <p:sp>
          <p:nvSpPr>
            <p:cNvPr id="38" name="Rectangle 37"/>
            <p:cNvSpPr>
              <a:spLocks noChangeArrowheads="1"/>
            </p:cNvSpPr>
            <p:nvPr/>
          </p:nvSpPr>
          <p:spPr bwMode="auto">
            <a:xfrm>
              <a:off x="4660695" y="5767570"/>
              <a:ext cx="182880" cy="182880"/>
            </a:xfrm>
            <a:prstGeom prst="rect">
              <a:avLst/>
            </a:prstGeom>
            <a:solidFill>
              <a:srgbClr val="009A44"/>
            </a:solidFill>
            <a:ln w="6350">
              <a:noFill/>
              <a:round/>
              <a:headEnd/>
              <a:tailEnd/>
            </a:ln>
          </p:spPr>
          <p:txBody>
            <a:bodyPr wrap="none" anchor="ctr"/>
            <a:lstStyle/>
            <a:p>
              <a:pPr algn="ctr">
                <a:defRPr/>
              </a:pPr>
              <a:endParaRPr lang="en-US" sz="813" dirty="0">
                <a:latin typeface="Aptos" panose="020B0004020202020204" pitchFamily="34" charset="0"/>
              </a:endParaRPr>
            </a:p>
          </p:txBody>
        </p:sp>
      </p:grpSp>
    </p:spTree>
    <p:extLst>
      <p:ext uri="{BB962C8B-B14F-4D97-AF65-F5344CB8AC3E}">
        <p14:creationId xmlns:p14="http://schemas.microsoft.com/office/powerpoint/2010/main" val="3216154351"/>
      </p:ext>
    </p:extLst>
  </p:cSld>
  <p:clrMapOvr>
    <a:masterClrMapping/>
  </p:clrMapOvr>
  <p:transition>
    <p:fade/>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a:t>Subtitle runs here</a:t>
            </a:r>
            <a:endParaRPr lang="en-US" dirty="0"/>
          </a:p>
        </p:txBody>
      </p:sp>
      <p:sp>
        <p:nvSpPr>
          <p:cNvPr id="3" name="Title 2"/>
          <p:cNvSpPr>
            <a:spLocks noGrp="1"/>
          </p:cNvSpPr>
          <p:nvPr>
            <p:ph type="title"/>
          </p:nvPr>
        </p:nvSpPr>
        <p:spPr/>
        <p:txBody>
          <a:bodyPr/>
          <a:lstStyle/>
          <a:p>
            <a:r>
              <a:rPr lang="en-US"/>
              <a:t>Generic strategy development framework </a:t>
            </a:r>
            <a:endParaRPr lang="en-US" dirty="0"/>
          </a:p>
        </p:txBody>
      </p:sp>
      <p:grpSp>
        <p:nvGrpSpPr>
          <p:cNvPr id="4" name="Group 3">
            <a:extLst>
              <a:ext uri="{FF2B5EF4-FFF2-40B4-BE49-F238E27FC236}">
                <a16:creationId xmlns:a16="http://schemas.microsoft.com/office/drawing/2014/main" id="{1BF02C50-3337-44B4-99F4-970C008A3243}"/>
              </a:ext>
            </a:extLst>
          </p:cNvPr>
          <p:cNvGrpSpPr/>
          <p:nvPr/>
        </p:nvGrpSpPr>
        <p:grpSpPr>
          <a:xfrm>
            <a:off x="407593" y="2250086"/>
            <a:ext cx="9090818" cy="3236219"/>
            <a:chOff x="1885633" y="1978024"/>
            <a:chExt cx="8396691" cy="3983039"/>
          </a:xfrm>
        </p:grpSpPr>
        <p:sp>
          <p:nvSpPr>
            <p:cNvPr id="43" name="Oval 42"/>
            <p:cNvSpPr/>
            <p:nvPr/>
          </p:nvSpPr>
          <p:spPr>
            <a:xfrm>
              <a:off x="5256228" y="2790799"/>
              <a:ext cx="1410227" cy="564558"/>
            </a:xfrm>
            <a:prstGeom prst="ellipse">
              <a:avLst/>
            </a:prstGeom>
            <a:solidFill>
              <a:srgbClr val="81BC00"/>
            </a:solidFill>
            <a:ln w="25400" cap="flat" cmpd="sng" algn="ctr">
              <a:noFill/>
              <a:prstDash val="solid"/>
            </a:ln>
            <a:effectLst/>
          </p:spPr>
          <p:txBody>
            <a:bodyPr lIns="72231" tIns="72231" rIns="72231" bIns="72231" anchor="ctr"/>
            <a:lstStyle/>
            <a:p>
              <a:pPr algn="ctr">
                <a:spcBef>
                  <a:spcPct val="20000"/>
                </a:spcBef>
                <a:defRPr/>
              </a:pPr>
              <a:r>
                <a:rPr lang="en-US" sz="1000" kern="0" dirty="0">
                  <a:latin typeface="Aptos" panose="020B0004020202020204" pitchFamily="34" charset="0"/>
                </a:rPr>
                <a:t>Creativity</a:t>
              </a:r>
            </a:p>
          </p:txBody>
        </p:sp>
        <p:sp>
          <p:nvSpPr>
            <p:cNvPr id="44" name="AutoShape 9"/>
            <p:cNvSpPr>
              <a:spLocks noChangeArrowheads="1"/>
            </p:cNvSpPr>
            <p:nvPr/>
          </p:nvSpPr>
          <p:spPr bwMode="auto">
            <a:xfrm>
              <a:off x="8306791" y="3798103"/>
              <a:ext cx="319297" cy="342882"/>
            </a:xfrm>
            <a:prstGeom prst="rightArrow">
              <a:avLst>
                <a:gd name="adj1" fmla="val 50000"/>
                <a:gd name="adj2" fmla="val 49002"/>
              </a:avLst>
            </a:prstGeom>
            <a:solidFill>
              <a:schemeClr val="tx2"/>
            </a:solidFill>
            <a:ln w="6350" algn="ctr">
              <a:noFill/>
              <a:miter lim="800000"/>
              <a:headEnd type="none" w="sm" len="sm"/>
              <a:tailEnd type="none" w="sm" len="sm"/>
            </a:ln>
          </p:spPr>
          <p:txBody>
            <a:bodyPr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45" name="AutoShape 10"/>
            <p:cNvSpPr>
              <a:spLocks noChangeArrowheads="1"/>
            </p:cNvSpPr>
            <p:nvPr/>
          </p:nvSpPr>
          <p:spPr bwMode="auto">
            <a:xfrm>
              <a:off x="3571919" y="1978024"/>
              <a:ext cx="1929066" cy="548640"/>
            </a:xfrm>
            <a:prstGeom prst="chevron">
              <a:avLst>
                <a:gd name="adj" fmla="val 32490"/>
              </a:avLst>
            </a:prstGeom>
            <a:solidFill>
              <a:schemeClr val="accent3"/>
            </a:solidFill>
            <a:ln w="6350" algn="ctr">
              <a:noFill/>
              <a:miter lim="800000"/>
              <a:headEnd type="none" w="sm" len="sm"/>
              <a:tailEnd type="none" w="sm" len="sm"/>
            </a:ln>
          </p:spPr>
          <p:txBody>
            <a:bodyPr lIns="72231" tIns="72231" rIns="72231" bIns="72231" anchor="ctr"/>
            <a:lstStyle/>
            <a:p>
              <a:pPr marL="139306" indent="-139306">
                <a:defRPr/>
              </a:pPr>
              <a:r>
                <a:rPr lang="en-GB" sz="1000" kern="0" dirty="0">
                  <a:solidFill>
                    <a:prstClr val="white"/>
                  </a:solidFill>
                  <a:latin typeface="Aptos" panose="020B0004020202020204" pitchFamily="34" charset="0"/>
                  <a:cs typeface="Arial" pitchFamily="34" charset="0"/>
                </a:rPr>
                <a:t>2. Conduct analysis</a:t>
              </a:r>
              <a:endParaRPr lang="en-GB" altLang="ja-JP" sz="1000" kern="0" dirty="0">
                <a:solidFill>
                  <a:prstClr val="white"/>
                </a:solidFill>
                <a:latin typeface="Aptos" panose="020B0004020202020204" pitchFamily="34" charset="0"/>
                <a:ea typeface="ＭＳ Ｐゴシック" panose="020B0600070205080204" pitchFamily="34" charset="-128"/>
                <a:cs typeface="Arial" pitchFamily="34" charset="0"/>
              </a:endParaRPr>
            </a:p>
          </p:txBody>
        </p:sp>
        <p:sp>
          <p:nvSpPr>
            <p:cNvPr id="46" name="AutoShape 11"/>
            <p:cNvSpPr>
              <a:spLocks noChangeArrowheads="1"/>
            </p:cNvSpPr>
            <p:nvPr/>
          </p:nvSpPr>
          <p:spPr bwMode="auto">
            <a:xfrm>
              <a:off x="1885633" y="1978024"/>
              <a:ext cx="1791276" cy="548640"/>
            </a:xfrm>
            <a:prstGeom prst="homePlate">
              <a:avLst>
                <a:gd name="adj" fmla="val 31290"/>
              </a:avLst>
            </a:prstGeom>
            <a:solidFill>
              <a:schemeClr val="accent3"/>
            </a:solidFill>
            <a:ln w="6350" algn="ctr">
              <a:noFill/>
              <a:miter lim="800000"/>
              <a:headEnd type="none" w="sm" len="sm"/>
              <a:tailEnd type="none" w="sm" len="sm"/>
            </a:ln>
          </p:spPr>
          <p:txBody>
            <a:bodyPr lIns="72231" tIns="72231" rIns="72231" bIns="72231" anchor="ctr"/>
            <a:lstStyle/>
            <a:p>
              <a:pPr marL="139306" indent="-139306">
                <a:defRPr/>
              </a:pPr>
              <a:r>
                <a:rPr lang="en-GB" sz="1000" kern="0" dirty="0">
                  <a:solidFill>
                    <a:prstClr val="white"/>
                  </a:solidFill>
                  <a:latin typeface="Aptos" panose="020B0004020202020204" pitchFamily="34" charset="0"/>
                  <a:cs typeface="Arial" pitchFamily="34" charset="0"/>
                </a:rPr>
                <a:t>1. Evaluate</a:t>
              </a:r>
              <a:br>
                <a:rPr lang="en-GB" sz="1000" kern="0" dirty="0">
                  <a:solidFill>
                    <a:prstClr val="white"/>
                  </a:solidFill>
                  <a:latin typeface="Aptos" panose="020B0004020202020204" pitchFamily="34" charset="0"/>
                  <a:cs typeface="Arial" pitchFamily="34" charset="0"/>
                </a:rPr>
              </a:br>
              <a:r>
                <a:rPr lang="en-GB" sz="1000" kern="0" dirty="0">
                  <a:solidFill>
                    <a:prstClr val="white"/>
                  </a:solidFill>
                  <a:latin typeface="Aptos" panose="020B0004020202020204" pitchFamily="34" charset="0"/>
                  <a:cs typeface="Arial" pitchFamily="34" charset="0"/>
                </a:rPr>
                <a:t>situation</a:t>
              </a:r>
              <a:endParaRPr lang="en-GB" altLang="ja-JP" sz="1000" kern="0" dirty="0">
                <a:solidFill>
                  <a:prstClr val="white"/>
                </a:solidFill>
                <a:latin typeface="Aptos" panose="020B0004020202020204" pitchFamily="34" charset="0"/>
                <a:ea typeface="ＭＳ Ｐゴシック" pitchFamily="50" charset="-128"/>
                <a:cs typeface="Arial" pitchFamily="34" charset="0"/>
              </a:endParaRPr>
            </a:p>
          </p:txBody>
        </p:sp>
        <p:sp>
          <p:nvSpPr>
            <p:cNvPr id="47" name="Rectangle 12"/>
            <p:cNvSpPr>
              <a:spLocks noChangeArrowheads="1"/>
            </p:cNvSpPr>
            <p:nvPr/>
          </p:nvSpPr>
          <p:spPr bwMode="auto">
            <a:xfrm>
              <a:off x="1885634" y="2643664"/>
              <a:ext cx="1371054" cy="2651760"/>
            </a:xfrm>
            <a:prstGeom prst="rect">
              <a:avLst/>
            </a:prstGeom>
            <a:solidFill>
              <a:schemeClr val="tx1"/>
            </a:solidFill>
            <a:ln w="6350" algn="ctr">
              <a:noFill/>
              <a:miter lim="800000"/>
              <a:headEnd type="none" w="sm" len="sm"/>
              <a:tailEnd type="none" w="sm" len="sm"/>
            </a:ln>
          </p:spPr>
          <p:txBody>
            <a:bodyPr wrap="square" lIns="72231" tIns="72231" rIns="72231" bIns="72231" anchor="t"/>
            <a:lstStyle/>
            <a:p>
              <a:pPr algn="ctr">
                <a:defRPr/>
              </a:pPr>
              <a:endParaRPr lang="en-GB" sz="1000" kern="0" dirty="0">
                <a:solidFill>
                  <a:srgbClr val="313131"/>
                </a:solidFill>
                <a:latin typeface="Aptos" panose="020B0004020202020204" pitchFamily="34" charset="0"/>
                <a:ea typeface="ＭＳ Ｐゴシック" charset="-128"/>
                <a:cs typeface="Arial" pitchFamily="34" charset="0"/>
              </a:endParaRPr>
            </a:p>
          </p:txBody>
        </p:sp>
        <p:sp>
          <p:nvSpPr>
            <p:cNvPr id="48" name="AutoShape 13"/>
            <p:cNvSpPr>
              <a:spLocks noChangeArrowheads="1"/>
            </p:cNvSpPr>
            <p:nvPr/>
          </p:nvSpPr>
          <p:spPr bwMode="auto">
            <a:xfrm flipV="1">
              <a:off x="2312975" y="3486455"/>
              <a:ext cx="516372" cy="130773"/>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49" name="AutoShape 14"/>
            <p:cNvSpPr>
              <a:spLocks noChangeArrowheads="1"/>
            </p:cNvSpPr>
            <p:nvPr/>
          </p:nvSpPr>
          <p:spPr bwMode="auto">
            <a:xfrm>
              <a:off x="2312975" y="4327559"/>
              <a:ext cx="516372" cy="132369"/>
            </a:xfrm>
            <a:prstGeom prst="triangle">
              <a:avLst>
                <a:gd name="adj" fmla="val 50000"/>
              </a:avLst>
            </a:prstGeom>
            <a:solidFill>
              <a:schemeClr val="tx2"/>
            </a:solidFill>
            <a:ln w="6350" algn="ctr">
              <a:noFill/>
              <a:miter lim="800000"/>
              <a:headEnd type="none" w="sm" len="sm"/>
              <a:tailEnd type="none" w="sm" len="sm"/>
            </a:ln>
          </p:spPr>
          <p:txBody>
            <a:bodyPr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50" name="Rectangle 16"/>
            <p:cNvSpPr>
              <a:spLocks noChangeArrowheads="1"/>
            </p:cNvSpPr>
            <p:nvPr/>
          </p:nvSpPr>
          <p:spPr bwMode="auto">
            <a:xfrm>
              <a:off x="1976801" y="4562319"/>
              <a:ext cx="1188720" cy="621971"/>
            </a:xfrm>
            <a:prstGeom prst="rect">
              <a:avLst/>
            </a:prstGeom>
            <a:solidFill>
              <a:sysClr val="window" lastClr="FFFFFF"/>
            </a:solidFill>
            <a:ln w="12700">
              <a:noFill/>
              <a:miter lim="800000"/>
              <a:headEnd type="none" w="sm" len="sm"/>
              <a:tailEnd type="none" w="sm" len="sm"/>
            </a:ln>
          </p:spPr>
          <p:txBody>
            <a:bodyPr lIns="72231" tIns="72231" rIns="72231" bIns="72231" anchor="ctr"/>
            <a:lstStyle/>
            <a:p>
              <a:pPr algn="ctr">
                <a:defRPr/>
              </a:pPr>
              <a:r>
                <a:rPr lang="en-GB" altLang="ja-JP" sz="1000" kern="0" dirty="0">
                  <a:latin typeface="Aptos" panose="020B0004020202020204" pitchFamily="34" charset="0"/>
                  <a:ea typeface="ＭＳ Ｐゴシック" charset="-128"/>
                  <a:cs typeface="Arial" pitchFamily="34" charset="0"/>
                </a:rPr>
                <a:t>Business</a:t>
              </a:r>
            </a:p>
            <a:p>
              <a:pPr algn="ctr">
                <a:defRPr/>
              </a:pPr>
              <a:r>
                <a:rPr lang="en-GB" altLang="ja-JP" sz="1000" kern="0" dirty="0">
                  <a:latin typeface="Aptos" panose="020B0004020202020204" pitchFamily="34" charset="0"/>
                  <a:ea typeface="ＭＳ Ｐゴシック" charset="-128"/>
                  <a:cs typeface="Arial" pitchFamily="34" charset="0"/>
                </a:rPr>
                <a:t>constraints</a:t>
              </a:r>
            </a:p>
          </p:txBody>
        </p:sp>
        <p:sp>
          <p:nvSpPr>
            <p:cNvPr id="51" name="Oval 17"/>
            <p:cNvSpPr>
              <a:spLocks noChangeArrowheads="1"/>
            </p:cNvSpPr>
            <p:nvPr/>
          </p:nvSpPr>
          <p:spPr bwMode="auto">
            <a:xfrm>
              <a:off x="1970245" y="3716770"/>
              <a:ext cx="1201832" cy="505551"/>
            </a:xfrm>
            <a:prstGeom prst="ellipse">
              <a:avLst/>
            </a:prstGeom>
            <a:solidFill>
              <a:schemeClr val="tx2"/>
            </a:solidFill>
            <a:ln w="6350" algn="ctr">
              <a:noFill/>
              <a:round/>
              <a:headEnd type="none" w="sm" len="sm"/>
              <a:tailEnd type="none" w="sm" len="sm"/>
            </a:ln>
          </p:spPr>
          <p:txBody>
            <a:bodyPr lIns="0" tIns="0" rIns="0" bIns="0" anchor="ctr"/>
            <a:lstStyle/>
            <a:p>
              <a:pPr algn="ctr">
                <a:defRPr/>
              </a:pPr>
              <a:r>
                <a:rPr lang="en-GB" altLang="ja-JP" sz="1000" kern="0" dirty="0">
                  <a:solidFill>
                    <a:schemeClr val="bg1"/>
                  </a:solidFill>
                  <a:latin typeface="Aptos" panose="020B0004020202020204" pitchFamily="34" charset="0"/>
                  <a:ea typeface="ＭＳ Ｐゴシック" charset="-128"/>
                  <a:cs typeface="Arial" pitchFamily="34" charset="0"/>
                </a:rPr>
                <a:t>Business</a:t>
              </a:r>
            </a:p>
            <a:p>
              <a:pPr algn="ctr">
                <a:defRPr/>
              </a:pPr>
              <a:r>
                <a:rPr lang="en-GB" altLang="ja-JP" sz="1000" kern="0" dirty="0">
                  <a:solidFill>
                    <a:schemeClr val="bg1"/>
                  </a:solidFill>
                  <a:latin typeface="Aptos" panose="020B0004020202020204" pitchFamily="34" charset="0"/>
                  <a:ea typeface="ＭＳ Ｐゴシック" charset="-128"/>
                  <a:cs typeface="Arial" pitchFamily="34" charset="0"/>
                </a:rPr>
                <a:t>imperatives</a:t>
              </a:r>
            </a:p>
          </p:txBody>
        </p:sp>
        <p:sp>
          <p:nvSpPr>
            <p:cNvPr id="52" name="Rectangle 18"/>
            <p:cNvSpPr>
              <a:spLocks noChangeArrowheads="1"/>
            </p:cNvSpPr>
            <p:nvPr/>
          </p:nvSpPr>
          <p:spPr bwMode="auto">
            <a:xfrm>
              <a:off x="3733816" y="2643664"/>
              <a:ext cx="1367494" cy="2651760"/>
            </a:xfrm>
            <a:prstGeom prst="rect">
              <a:avLst/>
            </a:prstGeom>
            <a:solidFill>
              <a:schemeClr val="tx1"/>
            </a:solidFill>
            <a:ln w="6350" algn="ctr">
              <a:noFill/>
              <a:miter lim="800000"/>
              <a:headEnd type="none" w="sm" len="sm"/>
              <a:tailEnd type="none" w="sm" len="sm"/>
            </a:ln>
          </p:spPr>
          <p:txBody>
            <a:bodyPr wrap="square" lIns="72231" tIns="72231" rIns="72231" bIns="72231" anchor="t"/>
            <a:lstStyle/>
            <a:p>
              <a:pPr algn="ctr">
                <a:defRPr/>
              </a:pPr>
              <a:endParaRPr lang="en-GB" sz="1000" kern="0" dirty="0">
                <a:solidFill>
                  <a:srgbClr val="313131"/>
                </a:solidFill>
                <a:latin typeface="Aptos" panose="020B0004020202020204" pitchFamily="34" charset="0"/>
                <a:ea typeface="ＭＳ Ｐゴシック" charset="-128"/>
                <a:cs typeface="Arial" pitchFamily="34" charset="0"/>
              </a:endParaRPr>
            </a:p>
          </p:txBody>
        </p:sp>
        <p:sp>
          <p:nvSpPr>
            <p:cNvPr id="53" name="AutoShape 19"/>
            <p:cNvSpPr>
              <a:spLocks noChangeArrowheads="1"/>
            </p:cNvSpPr>
            <p:nvPr/>
          </p:nvSpPr>
          <p:spPr bwMode="auto">
            <a:xfrm flipV="1">
              <a:off x="4161158" y="3486455"/>
              <a:ext cx="512810" cy="130773"/>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54" name="AutoShape 20"/>
            <p:cNvSpPr>
              <a:spLocks noChangeArrowheads="1"/>
            </p:cNvSpPr>
            <p:nvPr/>
          </p:nvSpPr>
          <p:spPr bwMode="auto">
            <a:xfrm>
              <a:off x="4161158" y="4327559"/>
              <a:ext cx="512810" cy="132369"/>
            </a:xfrm>
            <a:prstGeom prst="triangle">
              <a:avLst>
                <a:gd name="adj" fmla="val 50000"/>
              </a:avLst>
            </a:prstGeom>
            <a:solidFill>
              <a:schemeClr val="tx2"/>
            </a:solidFill>
            <a:ln w="6350" algn="ctr">
              <a:noFill/>
              <a:miter lim="800000"/>
              <a:headEnd type="none" w="sm" len="sm"/>
              <a:tailEnd type="none" w="sm" len="sm"/>
            </a:ln>
          </p:spPr>
          <p:txBody>
            <a:bodyPr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55" name="Rectangle 22"/>
            <p:cNvSpPr>
              <a:spLocks noChangeArrowheads="1"/>
            </p:cNvSpPr>
            <p:nvPr/>
          </p:nvSpPr>
          <p:spPr bwMode="auto">
            <a:xfrm>
              <a:off x="3823203" y="4562319"/>
              <a:ext cx="1188720" cy="621971"/>
            </a:xfrm>
            <a:prstGeom prst="rect">
              <a:avLst/>
            </a:prstGeom>
            <a:solidFill>
              <a:sysClr val="window" lastClr="FFFFFF"/>
            </a:solidFill>
            <a:ln w="12700">
              <a:noFill/>
              <a:miter lim="800000"/>
              <a:headEnd type="none" w="sm" len="sm"/>
              <a:tailEnd type="none" w="sm" len="sm"/>
            </a:ln>
          </p:spPr>
          <p:txBody>
            <a:bodyPr lIns="72231" tIns="72231" rIns="72231" bIns="72231" anchor="ctr"/>
            <a:lstStyle/>
            <a:p>
              <a:pPr algn="ctr">
                <a:defRPr/>
              </a:pPr>
              <a:r>
                <a:rPr lang="en-GB" altLang="ja-JP" sz="1000" kern="0" dirty="0">
                  <a:latin typeface="Aptos" panose="020B0004020202020204" pitchFamily="34" charset="0"/>
                  <a:ea typeface="ＭＳ Ｐゴシック" charset="-128"/>
                  <a:cs typeface="Arial" pitchFamily="34" charset="0"/>
                </a:rPr>
                <a:t>Internal analysis</a:t>
              </a:r>
            </a:p>
          </p:txBody>
        </p:sp>
        <p:sp>
          <p:nvSpPr>
            <p:cNvPr id="56" name="Oval 23"/>
            <p:cNvSpPr>
              <a:spLocks noChangeArrowheads="1"/>
            </p:cNvSpPr>
            <p:nvPr/>
          </p:nvSpPr>
          <p:spPr bwMode="auto">
            <a:xfrm>
              <a:off x="3791687" y="3716770"/>
              <a:ext cx="1251755" cy="505551"/>
            </a:xfrm>
            <a:prstGeom prst="ellipse">
              <a:avLst/>
            </a:prstGeom>
            <a:solidFill>
              <a:schemeClr val="tx2"/>
            </a:solidFill>
            <a:ln w="6350" algn="ctr">
              <a:noFill/>
              <a:round/>
              <a:headEnd type="none" w="sm" len="sm"/>
              <a:tailEnd type="none" w="sm" len="sm"/>
            </a:ln>
          </p:spPr>
          <p:txBody>
            <a:bodyPr lIns="72231" tIns="72231" rIns="72231" bIns="72231" anchor="ctr"/>
            <a:lstStyle/>
            <a:p>
              <a:pPr algn="ctr">
                <a:defRPr/>
              </a:pPr>
              <a:r>
                <a:rPr lang="en-GB" altLang="ja-JP" sz="1000" kern="0" dirty="0">
                  <a:solidFill>
                    <a:schemeClr val="bg1"/>
                  </a:solidFill>
                  <a:latin typeface="Aptos" panose="020B0004020202020204" pitchFamily="34" charset="0"/>
                  <a:ea typeface="ＭＳ Ｐゴシック" charset="-128"/>
                  <a:cs typeface="Arial" pitchFamily="34" charset="0"/>
                </a:rPr>
                <a:t>Key insights</a:t>
              </a:r>
            </a:p>
          </p:txBody>
        </p:sp>
        <p:sp>
          <p:nvSpPr>
            <p:cNvPr id="57" name="Rectangle 26"/>
            <p:cNvSpPr>
              <a:spLocks noChangeArrowheads="1"/>
            </p:cNvSpPr>
            <p:nvPr/>
          </p:nvSpPr>
          <p:spPr bwMode="auto">
            <a:xfrm>
              <a:off x="5713113" y="3685443"/>
              <a:ext cx="501925" cy="568203"/>
            </a:xfrm>
            <a:prstGeom prst="rect">
              <a:avLst/>
            </a:prstGeom>
            <a:noFill/>
            <a:ln w="6350" algn="ctr">
              <a:noFill/>
              <a:miter lim="800000"/>
              <a:headEnd type="none" w="sm" len="sm"/>
              <a:tailEnd type="none" w="sm" len="sm"/>
            </a:ln>
          </p:spPr>
          <p:txBody>
            <a:bodyPr wrap="none" lIns="0" tIns="0" rIns="0" bIns="0" anchor="ctr">
              <a:spAutoFit/>
            </a:bodyPr>
            <a:lstStyle/>
            <a:p>
              <a:pPr algn="ctr"/>
              <a:r>
                <a:rPr lang="en-GB" altLang="ja-JP" sz="1000" dirty="0">
                  <a:latin typeface="Aptos" panose="020B0004020202020204" pitchFamily="34" charset="0"/>
                  <a:ea typeface="ＭＳ Ｐゴシック" charset="-128"/>
                  <a:cs typeface="Arial" pitchFamily="34" charset="0"/>
                </a:rPr>
                <a:t>Future</a:t>
              </a:r>
            </a:p>
            <a:p>
              <a:pPr algn="ctr"/>
              <a:r>
                <a:rPr lang="en-GB" altLang="ja-JP" sz="1000" dirty="0">
                  <a:latin typeface="Aptos" panose="020B0004020202020204" pitchFamily="34" charset="0"/>
                  <a:ea typeface="ＭＳ Ｐゴシック" charset="-128"/>
                  <a:cs typeface="Arial" pitchFamily="34" charset="0"/>
                </a:rPr>
                <a:t>industry</a:t>
              </a:r>
            </a:p>
            <a:p>
              <a:pPr algn="ctr"/>
              <a:r>
                <a:rPr lang="en-GB" altLang="ja-JP" sz="1000" dirty="0">
                  <a:latin typeface="Aptos" panose="020B0004020202020204" pitchFamily="34" charset="0"/>
                  <a:ea typeface="ＭＳ Ｐゴシック" charset="-128"/>
                  <a:cs typeface="Arial" pitchFamily="34" charset="0"/>
                </a:rPr>
                <a:t>scenarios</a:t>
              </a:r>
            </a:p>
          </p:txBody>
        </p:sp>
        <p:sp>
          <p:nvSpPr>
            <p:cNvPr id="58" name="AutoShape 28"/>
            <p:cNvSpPr>
              <a:spLocks noChangeArrowheads="1"/>
            </p:cNvSpPr>
            <p:nvPr/>
          </p:nvSpPr>
          <p:spPr bwMode="auto">
            <a:xfrm>
              <a:off x="5395997" y="1978024"/>
              <a:ext cx="2924461" cy="548640"/>
            </a:xfrm>
            <a:prstGeom prst="chevron">
              <a:avLst>
                <a:gd name="adj" fmla="val 32358"/>
              </a:avLst>
            </a:prstGeom>
            <a:solidFill>
              <a:schemeClr val="accent3"/>
            </a:solidFill>
            <a:ln w="6350" algn="ctr">
              <a:noFill/>
              <a:miter lim="800000"/>
              <a:headEnd type="none" w="sm" len="sm"/>
              <a:tailEnd type="none" w="sm" len="sm"/>
            </a:ln>
          </p:spPr>
          <p:txBody>
            <a:bodyPr lIns="72231" tIns="72231" rIns="72231" bIns="72231" anchor="ctr"/>
            <a:lstStyle/>
            <a:p>
              <a:pPr marL="139306" indent="-139306">
                <a:defRPr/>
              </a:pPr>
              <a:r>
                <a:rPr lang="en-GB" sz="1000" kern="0" dirty="0">
                  <a:solidFill>
                    <a:prstClr val="white"/>
                  </a:solidFill>
                  <a:latin typeface="Aptos" panose="020B0004020202020204" pitchFamily="34" charset="0"/>
                  <a:cs typeface="Arial" pitchFamily="34" charset="0"/>
                </a:rPr>
                <a:t>3. Formulate</a:t>
              </a:r>
              <a:br>
                <a:rPr lang="en-GB" sz="1000" kern="0" dirty="0">
                  <a:solidFill>
                    <a:prstClr val="white"/>
                  </a:solidFill>
                  <a:latin typeface="Aptos" panose="020B0004020202020204" pitchFamily="34" charset="0"/>
                  <a:cs typeface="Arial" pitchFamily="34" charset="0"/>
                </a:rPr>
              </a:br>
              <a:r>
                <a:rPr lang="en-GB" sz="1000" kern="0" dirty="0">
                  <a:solidFill>
                    <a:prstClr val="white"/>
                  </a:solidFill>
                  <a:latin typeface="Aptos" panose="020B0004020202020204" pitchFamily="34" charset="0"/>
                  <a:cs typeface="Arial" pitchFamily="34" charset="0"/>
                </a:rPr>
                <a:t>strategy</a:t>
              </a:r>
              <a:endParaRPr lang="en-GB" altLang="ja-JP" sz="1000" kern="0" dirty="0">
                <a:solidFill>
                  <a:prstClr val="white"/>
                </a:solidFill>
                <a:latin typeface="Aptos" panose="020B0004020202020204" pitchFamily="34" charset="0"/>
                <a:ea typeface="ＭＳ Ｐゴシック" panose="020B0600070205080204" pitchFamily="34" charset="-128"/>
                <a:cs typeface="Arial" pitchFamily="34" charset="0"/>
              </a:endParaRPr>
            </a:p>
          </p:txBody>
        </p:sp>
        <p:sp>
          <p:nvSpPr>
            <p:cNvPr id="59" name="AutoShape 29"/>
            <p:cNvSpPr>
              <a:spLocks noChangeArrowheads="1"/>
            </p:cNvSpPr>
            <p:nvPr/>
          </p:nvSpPr>
          <p:spPr bwMode="auto">
            <a:xfrm>
              <a:off x="8215467" y="1978024"/>
              <a:ext cx="2066856" cy="548640"/>
            </a:xfrm>
            <a:prstGeom prst="chevron">
              <a:avLst>
                <a:gd name="adj" fmla="val 30967"/>
              </a:avLst>
            </a:prstGeom>
            <a:solidFill>
              <a:schemeClr val="accent3"/>
            </a:solidFill>
            <a:ln w="6350" algn="ctr">
              <a:noFill/>
              <a:miter lim="800000"/>
              <a:headEnd type="none" w="sm" len="sm"/>
              <a:tailEnd type="none" w="sm" len="sm"/>
            </a:ln>
          </p:spPr>
          <p:txBody>
            <a:bodyPr lIns="72231" tIns="72231" rIns="72231" bIns="72231" anchor="ctr"/>
            <a:lstStyle/>
            <a:p>
              <a:pPr marL="139306" indent="-139306">
                <a:defRPr/>
              </a:pPr>
              <a:r>
                <a:rPr lang="en-GB" sz="1000" kern="0" dirty="0">
                  <a:solidFill>
                    <a:prstClr val="white"/>
                  </a:solidFill>
                  <a:latin typeface="Aptos" panose="020B0004020202020204" pitchFamily="34" charset="0"/>
                  <a:cs typeface="Arial" pitchFamily="34" charset="0"/>
                </a:rPr>
                <a:t>4. Plan</a:t>
              </a:r>
              <a:br>
                <a:rPr lang="en-GB" sz="1000" kern="0" dirty="0">
                  <a:solidFill>
                    <a:prstClr val="white"/>
                  </a:solidFill>
                  <a:latin typeface="Aptos" panose="020B0004020202020204" pitchFamily="34" charset="0"/>
                  <a:cs typeface="Arial" pitchFamily="34" charset="0"/>
                </a:rPr>
              </a:br>
              <a:r>
                <a:rPr lang="en-GB" sz="1000" kern="0" dirty="0">
                  <a:solidFill>
                    <a:prstClr val="white"/>
                  </a:solidFill>
                  <a:latin typeface="Aptos" panose="020B0004020202020204" pitchFamily="34" charset="0"/>
                  <a:cs typeface="Arial" pitchFamily="34" charset="0"/>
                </a:rPr>
                <a:t>implementation</a:t>
              </a:r>
              <a:endParaRPr lang="en-GB" altLang="ja-JP" sz="1000" kern="0" dirty="0">
                <a:solidFill>
                  <a:prstClr val="white"/>
                </a:solidFill>
                <a:latin typeface="Aptos" panose="020B0004020202020204" pitchFamily="34" charset="0"/>
                <a:ea typeface="ＭＳ Ｐゴシック" panose="020B0600070205080204" pitchFamily="34" charset="-128"/>
                <a:cs typeface="Arial" pitchFamily="34" charset="0"/>
              </a:endParaRPr>
            </a:p>
          </p:txBody>
        </p:sp>
        <p:sp>
          <p:nvSpPr>
            <p:cNvPr id="60" name="Rectangle 30"/>
            <p:cNvSpPr>
              <a:spLocks noChangeArrowheads="1"/>
            </p:cNvSpPr>
            <p:nvPr/>
          </p:nvSpPr>
          <p:spPr bwMode="auto">
            <a:xfrm>
              <a:off x="8694027" y="2643664"/>
              <a:ext cx="1371054" cy="2651760"/>
            </a:xfrm>
            <a:prstGeom prst="rect">
              <a:avLst/>
            </a:prstGeom>
            <a:solidFill>
              <a:schemeClr val="tx1"/>
            </a:solidFill>
            <a:ln w="6350" algn="ctr">
              <a:noFill/>
              <a:miter lim="800000"/>
              <a:headEnd type="none" w="sm" len="sm"/>
              <a:tailEnd type="none" w="sm" len="sm"/>
            </a:ln>
          </p:spPr>
          <p:txBody>
            <a:bodyPr wrap="square" lIns="72231" tIns="72231" rIns="72231" bIns="72231" anchor="t"/>
            <a:lstStyle/>
            <a:p>
              <a:pPr algn="ctr">
                <a:defRPr/>
              </a:pPr>
              <a:endParaRPr lang="en-GB" sz="1000" kern="0" dirty="0">
                <a:solidFill>
                  <a:srgbClr val="313131"/>
                </a:solidFill>
                <a:latin typeface="Aptos" panose="020B0004020202020204" pitchFamily="34" charset="0"/>
                <a:ea typeface="ＭＳ Ｐゴシック" charset="-128"/>
                <a:cs typeface="Arial" pitchFamily="34" charset="0"/>
              </a:endParaRPr>
            </a:p>
          </p:txBody>
        </p:sp>
        <p:sp>
          <p:nvSpPr>
            <p:cNvPr id="61" name="AutoShape 31"/>
            <p:cNvSpPr>
              <a:spLocks noChangeArrowheads="1"/>
            </p:cNvSpPr>
            <p:nvPr/>
          </p:nvSpPr>
          <p:spPr bwMode="auto">
            <a:xfrm>
              <a:off x="9121368" y="3486455"/>
              <a:ext cx="516372" cy="130773"/>
            </a:xfrm>
            <a:prstGeom prst="triangle">
              <a:avLst>
                <a:gd name="adj" fmla="val 50000"/>
              </a:avLst>
            </a:prstGeom>
            <a:solidFill>
              <a:schemeClr val="tx2"/>
            </a:solidFill>
            <a:ln w="6350" algn="ctr">
              <a:noFill/>
              <a:miter lim="800000"/>
              <a:headEnd type="none" w="sm" len="sm"/>
              <a:tailEnd type="none" w="sm" len="sm"/>
            </a:ln>
          </p:spPr>
          <p:txBody>
            <a:bodyPr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62" name="AutoShape 32"/>
            <p:cNvSpPr>
              <a:spLocks noChangeArrowheads="1"/>
            </p:cNvSpPr>
            <p:nvPr/>
          </p:nvSpPr>
          <p:spPr bwMode="auto">
            <a:xfrm flipV="1">
              <a:off x="9121368" y="4327559"/>
              <a:ext cx="516372" cy="132369"/>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63" name="Rectangle 34"/>
            <p:cNvSpPr>
              <a:spLocks noChangeArrowheads="1"/>
            </p:cNvSpPr>
            <p:nvPr/>
          </p:nvSpPr>
          <p:spPr bwMode="auto">
            <a:xfrm>
              <a:off x="8785194" y="4562319"/>
              <a:ext cx="1188720" cy="621971"/>
            </a:xfrm>
            <a:prstGeom prst="rect">
              <a:avLst/>
            </a:prstGeom>
            <a:solidFill>
              <a:sysClr val="window" lastClr="FFFFFF"/>
            </a:solidFill>
            <a:ln w="12700">
              <a:noFill/>
              <a:miter lim="800000"/>
              <a:headEnd type="none" w="sm" len="sm"/>
              <a:tailEnd type="none" w="sm" len="sm"/>
            </a:ln>
          </p:spPr>
          <p:txBody>
            <a:bodyPr lIns="72231" tIns="72231" rIns="72231" bIns="72231" anchor="ctr"/>
            <a:lstStyle/>
            <a:p>
              <a:pPr algn="ctr">
                <a:defRPr/>
              </a:pPr>
              <a:r>
                <a:rPr lang="en-GB" altLang="ja-JP" sz="1000" kern="0" dirty="0">
                  <a:latin typeface="Aptos" panose="020B0004020202020204" pitchFamily="34" charset="0"/>
                  <a:ea typeface="ＭＳ Ｐゴシック" charset="-128"/>
                  <a:cs typeface="Arial" pitchFamily="34" charset="0"/>
                </a:rPr>
                <a:t>Financial </a:t>
              </a:r>
              <a:br>
                <a:rPr lang="en-GB" altLang="ja-JP" sz="1000" kern="0" dirty="0">
                  <a:latin typeface="Aptos" panose="020B0004020202020204" pitchFamily="34" charset="0"/>
                  <a:ea typeface="ＭＳ Ｐゴシック" charset="-128"/>
                  <a:cs typeface="Arial" pitchFamily="34" charset="0"/>
                </a:rPr>
              </a:br>
              <a:r>
                <a:rPr lang="en-GB" altLang="ja-JP" sz="1000" kern="0" dirty="0">
                  <a:latin typeface="Aptos" panose="020B0004020202020204" pitchFamily="34" charset="0"/>
                  <a:ea typeface="ＭＳ Ｐゴシック" charset="-128"/>
                  <a:cs typeface="Arial" pitchFamily="34" charset="0"/>
                </a:rPr>
                <a:t>plan</a:t>
              </a:r>
            </a:p>
          </p:txBody>
        </p:sp>
        <p:sp>
          <p:nvSpPr>
            <p:cNvPr id="64" name="Oval 35"/>
            <p:cNvSpPr>
              <a:spLocks noChangeArrowheads="1"/>
            </p:cNvSpPr>
            <p:nvPr/>
          </p:nvSpPr>
          <p:spPr bwMode="auto">
            <a:xfrm>
              <a:off x="8753678" y="3716770"/>
              <a:ext cx="1251755" cy="505551"/>
            </a:xfrm>
            <a:prstGeom prst="ellipse">
              <a:avLst/>
            </a:prstGeom>
            <a:solidFill>
              <a:schemeClr val="tx2"/>
            </a:solidFill>
            <a:ln w="6350" algn="ctr">
              <a:noFill/>
              <a:round/>
              <a:headEnd type="none" w="sm" len="sm"/>
              <a:tailEnd type="none" w="sm" len="sm"/>
            </a:ln>
          </p:spPr>
          <p:txBody>
            <a:bodyPr lIns="72231" tIns="72231" rIns="72231" bIns="72231" anchor="ctr"/>
            <a:lstStyle/>
            <a:p>
              <a:pPr algn="ctr">
                <a:defRPr/>
              </a:pPr>
              <a:r>
                <a:rPr lang="en-GB" altLang="ja-JP" sz="1000" kern="0" dirty="0">
                  <a:solidFill>
                    <a:schemeClr val="bg1"/>
                  </a:solidFill>
                  <a:latin typeface="Aptos" panose="020B0004020202020204" pitchFamily="34" charset="0"/>
                  <a:ea typeface="ＭＳ Ｐゴシック" charset="-128"/>
                  <a:cs typeface="Arial" pitchFamily="34" charset="0"/>
                </a:rPr>
                <a:t>Plans</a:t>
              </a:r>
            </a:p>
          </p:txBody>
        </p:sp>
        <p:sp>
          <p:nvSpPr>
            <p:cNvPr id="65" name="Rectangle 36"/>
            <p:cNvSpPr>
              <a:spLocks noChangeArrowheads="1"/>
            </p:cNvSpPr>
            <p:nvPr/>
          </p:nvSpPr>
          <p:spPr bwMode="auto">
            <a:xfrm>
              <a:off x="6871358" y="2643664"/>
              <a:ext cx="1367494" cy="2651760"/>
            </a:xfrm>
            <a:prstGeom prst="rect">
              <a:avLst/>
            </a:prstGeom>
            <a:solidFill>
              <a:schemeClr val="tx1"/>
            </a:solidFill>
            <a:ln w="6350" algn="ctr">
              <a:noFill/>
              <a:miter lim="800000"/>
              <a:headEnd type="none" w="sm" len="sm"/>
              <a:tailEnd type="none" w="sm" len="sm"/>
            </a:ln>
          </p:spPr>
          <p:txBody>
            <a:bodyPr wrap="square" lIns="72231" tIns="72231" rIns="72231" bIns="72231" anchor="t"/>
            <a:lstStyle/>
            <a:p>
              <a:pPr algn="ctr">
                <a:defRPr/>
              </a:pPr>
              <a:endParaRPr lang="en-GB" altLang="ja-JP" sz="1000" kern="0" dirty="0">
                <a:solidFill>
                  <a:srgbClr val="313131"/>
                </a:solidFill>
                <a:latin typeface="Aptos" panose="020B0004020202020204" pitchFamily="34" charset="0"/>
                <a:ea typeface="ＭＳ Ｐゴシック" charset="-128"/>
                <a:cs typeface="Arial" pitchFamily="34" charset="0"/>
              </a:endParaRPr>
            </a:p>
          </p:txBody>
        </p:sp>
        <p:sp>
          <p:nvSpPr>
            <p:cNvPr id="66" name="AutoShape 37"/>
            <p:cNvSpPr>
              <a:spLocks noChangeArrowheads="1"/>
            </p:cNvSpPr>
            <p:nvPr/>
          </p:nvSpPr>
          <p:spPr bwMode="auto">
            <a:xfrm flipV="1">
              <a:off x="7298700" y="3486455"/>
              <a:ext cx="512810" cy="130773"/>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67" name="AutoShape 38"/>
            <p:cNvSpPr>
              <a:spLocks noChangeArrowheads="1"/>
            </p:cNvSpPr>
            <p:nvPr/>
          </p:nvSpPr>
          <p:spPr bwMode="auto">
            <a:xfrm>
              <a:off x="7298700" y="4327559"/>
              <a:ext cx="512810" cy="132369"/>
            </a:xfrm>
            <a:prstGeom prst="triangle">
              <a:avLst>
                <a:gd name="adj" fmla="val 50000"/>
              </a:avLst>
            </a:prstGeom>
            <a:solidFill>
              <a:schemeClr val="tx2"/>
            </a:solidFill>
            <a:ln w="6350" algn="ctr">
              <a:noFill/>
              <a:miter lim="800000"/>
              <a:headEnd type="none" w="sm" len="sm"/>
              <a:tailEnd type="none" w="sm" len="sm"/>
            </a:ln>
          </p:spPr>
          <p:txBody>
            <a:bodyPr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68" name="Rectangle 40"/>
            <p:cNvSpPr>
              <a:spLocks noChangeArrowheads="1"/>
            </p:cNvSpPr>
            <p:nvPr/>
          </p:nvSpPr>
          <p:spPr bwMode="auto">
            <a:xfrm>
              <a:off x="6960745" y="4562319"/>
              <a:ext cx="1188720" cy="621971"/>
            </a:xfrm>
            <a:prstGeom prst="rect">
              <a:avLst/>
            </a:prstGeom>
            <a:solidFill>
              <a:sysClr val="window" lastClr="FFFFFF"/>
            </a:solidFill>
            <a:ln w="12700">
              <a:noFill/>
              <a:miter lim="800000"/>
              <a:headEnd type="none" w="sm" len="sm"/>
              <a:tailEnd type="none" w="sm" len="sm"/>
            </a:ln>
          </p:spPr>
          <p:txBody>
            <a:bodyPr lIns="72231" tIns="72231" rIns="72231" bIns="72231" anchor="ctr"/>
            <a:lstStyle/>
            <a:p>
              <a:pPr algn="ctr">
                <a:defRPr/>
              </a:pPr>
              <a:r>
                <a:rPr lang="en-GB" altLang="ja-JP" sz="1000" kern="0" dirty="0">
                  <a:latin typeface="Aptos" panose="020B0004020202020204" pitchFamily="34" charset="0"/>
                  <a:ea typeface="ＭＳ Ｐゴシック" charset="-128"/>
                  <a:cs typeface="Arial" pitchFamily="34" charset="0"/>
                </a:rPr>
                <a:t>Risk and reward</a:t>
              </a:r>
            </a:p>
          </p:txBody>
        </p:sp>
        <p:sp>
          <p:nvSpPr>
            <p:cNvPr id="69" name="Oval 41"/>
            <p:cNvSpPr>
              <a:spLocks noChangeArrowheads="1"/>
            </p:cNvSpPr>
            <p:nvPr/>
          </p:nvSpPr>
          <p:spPr bwMode="auto">
            <a:xfrm>
              <a:off x="6929228" y="3716770"/>
              <a:ext cx="1251754" cy="505551"/>
            </a:xfrm>
            <a:prstGeom prst="ellipse">
              <a:avLst/>
            </a:prstGeom>
            <a:solidFill>
              <a:schemeClr val="tx2"/>
            </a:solidFill>
            <a:ln w="6350" algn="ctr">
              <a:noFill/>
              <a:round/>
              <a:headEnd type="none" w="sm" len="sm"/>
              <a:tailEnd type="none" w="sm" len="sm"/>
            </a:ln>
          </p:spPr>
          <p:txBody>
            <a:bodyPr lIns="72231" tIns="72231" rIns="72231" bIns="72231" anchor="ctr"/>
            <a:lstStyle/>
            <a:p>
              <a:pPr algn="ctr">
                <a:defRPr/>
              </a:pPr>
              <a:r>
                <a:rPr lang="en-GB" altLang="ja-JP" sz="1000" kern="0" dirty="0">
                  <a:solidFill>
                    <a:schemeClr val="bg1"/>
                  </a:solidFill>
                  <a:latin typeface="Aptos" panose="020B0004020202020204" pitchFamily="34" charset="0"/>
                  <a:ea typeface="ＭＳ Ｐゴシック" charset="-128"/>
                  <a:cs typeface="Arial" pitchFamily="34" charset="0"/>
                </a:rPr>
                <a:t>Strategic direction</a:t>
              </a:r>
            </a:p>
          </p:txBody>
        </p:sp>
        <p:sp>
          <p:nvSpPr>
            <p:cNvPr id="70" name="AutoShape 42"/>
            <p:cNvSpPr>
              <a:spLocks noChangeArrowheads="1"/>
            </p:cNvSpPr>
            <p:nvPr/>
          </p:nvSpPr>
          <p:spPr bwMode="auto">
            <a:xfrm>
              <a:off x="3490165" y="5412423"/>
              <a:ext cx="2020926" cy="548640"/>
            </a:xfrm>
            <a:prstGeom prst="chevron">
              <a:avLst>
                <a:gd name="adj" fmla="val 31969"/>
              </a:avLst>
            </a:prstGeom>
            <a:solidFill>
              <a:schemeClr val="accent3"/>
            </a:solidFill>
            <a:ln w="6350" algn="ctr">
              <a:noFill/>
              <a:miter lim="800000"/>
              <a:headEnd type="none" w="sm" len="sm"/>
              <a:tailEnd type="none" w="sm" len="sm"/>
            </a:ln>
          </p:spPr>
          <p:txBody>
            <a:bodyPr lIns="72231" tIns="72231" rIns="72231" bIns="72231" anchor="ctr"/>
            <a:lstStyle/>
            <a:p>
              <a:pPr>
                <a:spcBef>
                  <a:spcPct val="20000"/>
                </a:spcBef>
                <a:defRPr/>
              </a:pPr>
              <a:r>
                <a:rPr lang="en-GB" altLang="ja-JP" sz="1000" kern="0" dirty="0">
                  <a:solidFill>
                    <a:prstClr val="white"/>
                  </a:solidFill>
                  <a:latin typeface="Aptos" panose="020B0004020202020204" pitchFamily="34" charset="0"/>
                  <a:ea typeface="ＭＳ Ｐゴシック" pitchFamily="50" charset="-128"/>
                  <a:cs typeface="Arial" pitchFamily="34" charset="0"/>
                </a:rPr>
                <a:t>Desk research and interviews</a:t>
              </a:r>
            </a:p>
          </p:txBody>
        </p:sp>
        <p:sp>
          <p:nvSpPr>
            <p:cNvPr id="71" name="AutoShape 43"/>
            <p:cNvSpPr>
              <a:spLocks noChangeArrowheads="1"/>
            </p:cNvSpPr>
            <p:nvPr/>
          </p:nvSpPr>
          <p:spPr bwMode="auto">
            <a:xfrm>
              <a:off x="1885635" y="5412423"/>
              <a:ext cx="1699415" cy="548640"/>
            </a:xfrm>
            <a:prstGeom prst="homePlate">
              <a:avLst>
                <a:gd name="adj" fmla="val 31290"/>
              </a:avLst>
            </a:prstGeom>
            <a:solidFill>
              <a:schemeClr val="accent3"/>
            </a:solidFill>
            <a:ln w="6350" algn="ctr">
              <a:noFill/>
              <a:miter lim="800000"/>
              <a:headEnd type="none" w="sm" len="sm"/>
              <a:tailEnd type="none" w="sm" len="sm"/>
            </a:ln>
          </p:spPr>
          <p:txBody>
            <a:bodyPr lIns="72231" tIns="72231" rIns="72231" bIns="72231" anchor="ctr"/>
            <a:lstStyle/>
            <a:p>
              <a:pPr>
                <a:spcBef>
                  <a:spcPct val="20000"/>
                </a:spcBef>
                <a:defRPr/>
              </a:pPr>
              <a:r>
                <a:rPr lang="en-GB" altLang="ja-JP" sz="1000" kern="0" dirty="0">
                  <a:solidFill>
                    <a:prstClr val="white"/>
                  </a:solidFill>
                  <a:latin typeface="Aptos" panose="020B0004020202020204" pitchFamily="34" charset="0"/>
                  <a:ea typeface="ＭＳ Ｐゴシック" pitchFamily="50" charset="-128"/>
                  <a:cs typeface="Arial" pitchFamily="34" charset="0"/>
                </a:rPr>
                <a:t>Interviews and workshops</a:t>
              </a:r>
            </a:p>
          </p:txBody>
        </p:sp>
        <p:sp>
          <p:nvSpPr>
            <p:cNvPr id="72" name="AutoShape 44"/>
            <p:cNvSpPr>
              <a:spLocks noChangeArrowheads="1"/>
            </p:cNvSpPr>
            <p:nvPr/>
          </p:nvSpPr>
          <p:spPr bwMode="auto">
            <a:xfrm>
              <a:off x="5416208" y="5412423"/>
              <a:ext cx="2756353" cy="548640"/>
            </a:xfrm>
            <a:prstGeom prst="chevron">
              <a:avLst>
                <a:gd name="adj" fmla="val 31316"/>
              </a:avLst>
            </a:prstGeom>
            <a:solidFill>
              <a:schemeClr val="accent3"/>
            </a:solidFill>
            <a:ln w="6350" algn="ctr">
              <a:noFill/>
              <a:miter lim="800000"/>
              <a:headEnd type="none" w="sm" len="sm"/>
              <a:tailEnd type="none" w="sm" len="sm"/>
            </a:ln>
          </p:spPr>
          <p:txBody>
            <a:bodyPr lIns="72231" tIns="72231" rIns="72231" bIns="72231" anchor="ctr"/>
            <a:lstStyle/>
            <a:p>
              <a:pPr>
                <a:spcBef>
                  <a:spcPct val="20000"/>
                </a:spcBef>
                <a:defRPr/>
              </a:pPr>
              <a:r>
                <a:rPr lang="en-GB" altLang="ja-JP" sz="1000" kern="0" dirty="0">
                  <a:solidFill>
                    <a:prstClr val="white"/>
                  </a:solidFill>
                  <a:latin typeface="Aptos" panose="020B0004020202020204" pitchFamily="34" charset="0"/>
                  <a:ea typeface="ＭＳ Ｐゴシック" pitchFamily="50" charset="-128"/>
                  <a:cs typeface="Arial" pitchFamily="34" charset="0"/>
                </a:rPr>
                <a:t>Workshops and analyses</a:t>
              </a:r>
            </a:p>
          </p:txBody>
        </p:sp>
        <p:sp>
          <p:nvSpPr>
            <p:cNvPr id="73" name="AutoShape 45"/>
            <p:cNvSpPr>
              <a:spLocks noChangeArrowheads="1"/>
            </p:cNvSpPr>
            <p:nvPr/>
          </p:nvSpPr>
          <p:spPr bwMode="auto">
            <a:xfrm>
              <a:off x="8077677" y="5412423"/>
              <a:ext cx="2204647" cy="548640"/>
            </a:xfrm>
            <a:prstGeom prst="chevron">
              <a:avLst>
                <a:gd name="adj" fmla="val 30967"/>
              </a:avLst>
            </a:prstGeom>
            <a:solidFill>
              <a:schemeClr val="accent3"/>
            </a:solidFill>
            <a:ln w="6350" algn="ctr">
              <a:noFill/>
              <a:miter lim="800000"/>
              <a:headEnd type="none" w="sm" len="sm"/>
              <a:tailEnd type="none" w="sm" len="sm"/>
            </a:ln>
          </p:spPr>
          <p:txBody>
            <a:bodyPr lIns="72231" tIns="72231" rIns="72231" bIns="72231" anchor="ctr"/>
            <a:lstStyle/>
            <a:p>
              <a:pPr>
                <a:spcBef>
                  <a:spcPct val="20000"/>
                </a:spcBef>
                <a:defRPr/>
              </a:pPr>
              <a:r>
                <a:rPr lang="en-GB" altLang="ja-JP" sz="1000" kern="0" dirty="0">
                  <a:solidFill>
                    <a:prstClr val="white"/>
                  </a:solidFill>
                  <a:latin typeface="Aptos" panose="020B0004020202020204" pitchFamily="34" charset="0"/>
                  <a:ea typeface="ＭＳ Ｐゴシック" pitchFamily="50" charset="-128"/>
                  <a:cs typeface="Arial" pitchFamily="34" charset="0"/>
                </a:rPr>
                <a:t>Business plan writing</a:t>
              </a:r>
            </a:p>
          </p:txBody>
        </p:sp>
        <p:sp>
          <p:nvSpPr>
            <p:cNvPr id="74" name="AutoShape 9"/>
            <p:cNvSpPr>
              <a:spLocks noChangeArrowheads="1"/>
            </p:cNvSpPr>
            <p:nvPr/>
          </p:nvSpPr>
          <p:spPr bwMode="auto">
            <a:xfrm>
              <a:off x="5160675" y="3798103"/>
              <a:ext cx="319297" cy="342882"/>
            </a:xfrm>
            <a:prstGeom prst="rightArrow">
              <a:avLst>
                <a:gd name="adj1" fmla="val 50000"/>
                <a:gd name="adj2" fmla="val 49002"/>
              </a:avLst>
            </a:prstGeom>
            <a:solidFill>
              <a:schemeClr val="tx2"/>
            </a:solidFill>
            <a:ln w="6350" algn="ctr">
              <a:noFill/>
              <a:miter lim="800000"/>
              <a:headEnd type="none" w="sm" len="sm"/>
              <a:tailEnd type="none" w="sm" len="sm"/>
            </a:ln>
          </p:spPr>
          <p:txBody>
            <a:bodyPr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75" name="AutoShape 9"/>
            <p:cNvSpPr>
              <a:spLocks noChangeArrowheads="1"/>
            </p:cNvSpPr>
            <p:nvPr/>
          </p:nvSpPr>
          <p:spPr bwMode="auto">
            <a:xfrm>
              <a:off x="6492690" y="3798103"/>
              <a:ext cx="319297" cy="342882"/>
            </a:xfrm>
            <a:prstGeom prst="rightArrow">
              <a:avLst>
                <a:gd name="adj1" fmla="val 50000"/>
                <a:gd name="adj2" fmla="val 49002"/>
              </a:avLst>
            </a:prstGeom>
            <a:solidFill>
              <a:schemeClr val="tx2"/>
            </a:solidFill>
            <a:ln w="6350" algn="ctr">
              <a:noFill/>
              <a:miter lim="800000"/>
              <a:headEnd type="none" w="sm" len="sm"/>
              <a:tailEnd type="none" w="sm" len="sm"/>
            </a:ln>
          </p:spPr>
          <p:txBody>
            <a:bodyPr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76" name="AutoShape 9"/>
            <p:cNvSpPr>
              <a:spLocks noChangeArrowheads="1"/>
            </p:cNvSpPr>
            <p:nvPr/>
          </p:nvSpPr>
          <p:spPr bwMode="auto">
            <a:xfrm>
              <a:off x="3336682" y="3798103"/>
              <a:ext cx="319297" cy="342882"/>
            </a:xfrm>
            <a:prstGeom prst="rightArrow">
              <a:avLst>
                <a:gd name="adj1" fmla="val 50000"/>
                <a:gd name="adj2" fmla="val 49002"/>
              </a:avLst>
            </a:prstGeom>
            <a:solidFill>
              <a:schemeClr val="tx2"/>
            </a:solidFill>
            <a:ln w="6350" algn="ctr">
              <a:noFill/>
              <a:miter lim="800000"/>
              <a:headEnd type="none" w="sm" len="sm"/>
              <a:tailEnd type="none" w="sm" len="sm"/>
            </a:ln>
          </p:spPr>
          <p:txBody>
            <a:bodyPr lIns="36116" tIns="36116" rIns="36116" bIns="36116" anchor="ctr"/>
            <a:lstStyle/>
            <a:p>
              <a:pPr>
                <a:spcBef>
                  <a:spcPct val="20000"/>
                </a:spcBef>
                <a:defRPr/>
              </a:pPr>
              <a:endParaRPr lang="en-GB" sz="1000" kern="0" dirty="0">
                <a:solidFill>
                  <a:srgbClr val="002776"/>
                </a:solidFill>
                <a:latin typeface="Aptos" panose="020B0004020202020204" pitchFamily="34" charset="0"/>
                <a:cs typeface="Arial" pitchFamily="34" charset="0"/>
              </a:endParaRPr>
            </a:p>
          </p:txBody>
        </p:sp>
        <p:sp>
          <p:nvSpPr>
            <p:cNvPr id="77" name="Rectangle 16"/>
            <p:cNvSpPr>
              <a:spLocks noChangeArrowheads="1"/>
            </p:cNvSpPr>
            <p:nvPr/>
          </p:nvSpPr>
          <p:spPr bwMode="auto">
            <a:xfrm>
              <a:off x="1976801" y="2762094"/>
              <a:ext cx="1188720" cy="621971"/>
            </a:xfrm>
            <a:prstGeom prst="rect">
              <a:avLst/>
            </a:prstGeom>
            <a:solidFill>
              <a:sysClr val="window" lastClr="FFFFFF"/>
            </a:solidFill>
            <a:ln w="12700">
              <a:noFill/>
              <a:miter lim="800000"/>
              <a:headEnd type="none" w="sm" len="sm"/>
              <a:tailEnd type="none" w="sm" len="sm"/>
            </a:ln>
          </p:spPr>
          <p:txBody>
            <a:bodyPr lIns="72231" tIns="72231" rIns="72231" bIns="72231" anchor="ctr"/>
            <a:lstStyle/>
            <a:p>
              <a:pPr algn="ctr">
                <a:defRPr/>
              </a:pPr>
              <a:r>
                <a:rPr lang="en-GB" altLang="ja-JP" sz="1000" kern="0" dirty="0">
                  <a:latin typeface="Aptos" panose="020B0004020202020204" pitchFamily="34" charset="0"/>
                  <a:ea typeface="ＭＳ Ｐゴシック" charset="-128"/>
                  <a:cs typeface="Arial" pitchFamily="34" charset="0"/>
                </a:rPr>
                <a:t>Business</a:t>
              </a:r>
            </a:p>
            <a:p>
              <a:pPr algn="ctr">
                <a:defRPr/>
              </a:pPr>
              <a:r>
                <a:rPr lang="en-GB" altLang="ja-JP" sz="1000" kern="0" dirty="0">
                  <a:latin typeface="Aptos" panose="020B0004020202020204" pitchFamily="34" charset="0"/>
                  <a:ea typeface="ＭＳ Ｐゴシック" charset="-128"/>
                  <a:cs typeface="Arial" pitchFamily="34" charset="0"/>
                </a:rPr>
                <a:t>definition</a:t>
              </a:r>
              <a:endParaRPr lang="en-GB" sz="1000" kern="0" dirty="0">
                <a:latin typeface="Aptos" panose="020B0004020202020204" pitchFamily="34" charset="0"/>
                <a:ea typeface="ＭＳ Ｐゴシック" charset="-128"/>
                <a:cs typeface="Arial" pitchFamily="34" charset="0"/>
              </a:endParaRPr>
            </a:p>
          </p:txBody>
        </p:sp>
        <p:sp>
          <p:nvSpPr>
            <p:cNvPr id="78" name="Rectangle 22"/>
            <p:cNvSpPr>
              <a:spLocks noChangeArrowheads="1"/>
            </p:cNvSpPr>
            <p:nvPr/>
          </p:nvSpPr>
          <p:spPr bwMode="auto">
            <a:xfrm>
              <a:off x="3823203" y="2762094"/>
              <a:ext cx="1188720" cy="621971"/>
            </a:xfrm>
            <a:prstGeom prst="rect">
              <a:avLst/>
            </a:prstGeom>
            <a:solidFill>
              <a:sysClr val="window" lastClr="FFFFFF"/>
            </a:solidFill>
            <a:ln w="12700">
              <a:noFill/>
              <a:miter lim="800000"/>
              <a:headEnd type="none" w="sm" len="sm"/>
              <a:tailEnd type="none" w="sm" len="sm"/>
            </a:ln>
          </p:spPr>
          <p:txBody>
            <a:bodyPr lIns="72231" tIns="72231" rIns="72231" bIns="72231" anchor="ctr"/>
            <a:lstStyle/>
            <a:p>
              <a:pPr algn="ctr">
                <a:defRPr/>
              </a:pPr>
              <a:r>
                <a:rPr lang="en-GB" altLang="ja-JP" sz="1000" kern="0" dirty="0">
                  <a:latin typeface="Aptos" panose="020B0004020202020204" pitchFamily="34" charset="0"/>
                  <a:ea typeface="ＭＳ Ｐゴシック" charset="-128"/>
                  <a:cs typeface="Arial" pitchFamily="34" charset="0"/>
                </a:rPr>
                <a:t>External </a:t>
              </a:r>
              <a:br>
                <a:rPr lang="en-GB" altLang="ja-JP" sz="1000" kern="0" dirty="0">
                  <a:latin typeface="Aptos" panose="020B0004020202020204" pitchFamily="34" charset="0"/>
                  <a:ea typeface="ＭＳ Ｐゴシック" charset="-128"/>
                  <a:cs typeface="Arial" pitchFamily="34" charset="0"/>
                </a:rPr>
              </a:br>
              <a:r>
                <a:rPr lang="en-GB" altLang="ja-JP" sz="1000" kern="0" dirty="0">
                  <a:latin typeface="Aptos" panose="020B0004020202020204" pitchFamily="34" charset="0"/>
                  <a:ea typeface="ＭＳ Ｐゴシック" charset="-128"/>
                  <a:cs typeface="Arial" pitchFamily="34" charset="0"/>
                </a:rPr>
                <a:t>analysis</a:t>
              </a:r>
            </a:p>
          </p:txBody>
        </p:sp>
        <p:sp>
          <p:nvSpPr>
            <p:cNvPr id="79" name="Rectangle 34"/>
            <p:cNvSpPr>
              <a:spLocks noChangeArrowheads="1"/>
            </p:cNvSpPr>
            <p:nvPr/>
          </p:nvSpPr>
          <p:spPr bwMode="auto">
            <a:xfrm>
              <a:off x="8785194" y="2762094"/>
              <a:ext cx="1188720" cy="621971"/>
            </a:xfrm>
            <a:prstGeom prst="rect">
              <a:avLst/>
            </a:prstGeom>
            <a:solidFill>
              <a:sysClr val="window" lastClr="FFFFFF"/>
            </a:solidFill>
            <a:ln w="12700">
              <a:noFill/>
              <a:miter lim="800000"/>
              <a:headEnd type="none" w="sm" len="sm"/>
              <a:tailEnd type="none" w="sm" len="sm"/>
            </a:ln>
          </p:spPr>
          <p:txBody>
            <a:bodyPr lIns="72231" tIns="72231" rIns="72231" bIns="72231" anchor="ctr"/>
            <a:lstStyle/>
            <a:p>
              <a:pPr algn="ctr">
                <a:defRPr/>
              </a:pPr>
              <a:r>
                <a:rPr lang="en-GB" altLang="ja-JP" sz="1000" kern="0" dirty="0">
                  <a:latin typeface="Aptos" panose="020B0004020202020204" pitchFamily="34" charset="0"/>
                  <a:ea typeface="ＭＳ Ｐゴシック" charset="-128"/>
                  <a:cs typeface="Arial" pitchFamily="34" charset="0"/>
                </a:rPr>
                <a:t>Action </a:t>
              </a:r>
              <a:br>
                <a:rPr lang="en-GB" altLang="ja-JP" sz="1000" kern="0" dirty="0">
                  <a:latin typeface="Aptos" panose="020B0004020202020204" pitchFamily="34" charset="0"/>
                  <a:ea typeface="ＭＳ Ｐゴシック" charset="-128"/>
                  <a:cs typeface="Arial" pitchFamily="34" charset="0"/>
                </a:rPr>
              </a:br>
              <a:r>
                <a:rPr lang="en-GB" altLang="ja-JP" sz="1000" kern="0" dirty="0">
                  <a:latin typeface="Aptos" panose="020B0004020202020204" pitchFamily="34" charset="0"/>
                  <a:ea typeface="ＭＳ Ｐゴシック" charset="-128"/>
                  <a:cs typeface="Arial" pitchFamily="34" charset="0"/>
                </a:rPr>
                <a:t>plan</a:t>
              </a:r>
            </a:p>
          </p:txBody>
        </p:sp>
        <p:sp>
          <p:nvSpPr>
            <p:cNvPr id="80" name="Rectangle 40"/>
            <p:cNvSpPr>
              <a:spLocks noChangeArrowheads="1"/>
            </p:cNvSpPr>
            <p:nvPr/>
          </p:nvSpPr>
          <p:spPr bwMode="auto">
            <a:xfrm>
              <a:off x="6960745" y="2762094"/>
              <a:ext cx="1188720" cy="621971"/>
            </a:xfrm>
            <a:prstGeom prst="rect">
              <a:avLst/>
            </a:prstGeom>
            <a:solidFill>
              <a:sysClr val="window" lastClr="FFFFFF"/>
            </a:solidFill>
            <a:ln w="12700">
              <a:noFill/>
              <a:miter lim="800000"/>
              <a:headEnd type="none" w="sm" len="sm"/>
              <a:tailEnd type="none" w="sm" len="sm"/>
            </a:ln>
          </p:spPr>
          <p:txBody>
            <a:bodyPr lIns="72231" tIns="72231" rIns="72231" bIns="72231" anchor="ctr"/>
            <a:lstStyle/>
            <a:p>
              <a:pPr algn="ctr">
                <a:defRPr/>
              </a:pPr>
              <a:r>
                <a:rPr lang="en-GB" altLang="ja-JP" sz="1000" kern="0" dirty="0">
                  <a:latin typeface="Aptos" panose="020B0004020202020204" pitchFamily="34" charset="0"/>
                  <a:ea typeface="ＭＳ Ｐゴシック" charset="-128"/>
                  <a:cs typeface="Arial" pitchFamily="34" charset="0"/>
                </a:rPr>
                <a:t>Strategic </a:t>
              </a:r>
              <a:br>
                <a:rPr lang="en-GB" altLang="ja-JP" sz="1000" kern="0" dirty="0">
                  <a:latin typeface="Aptos" panose="020B0004020202020204" pitchFamily="34" charset="0"/>
                  <a:ea typeface="ＭＳ Ｐゴシック" charset="-128"/>
                  <a:cs typeface="Arial" pitchFamily="34" charset="0"/>
                </a:rPr>
              </a:br>
              <a:r>
                <a:rPr lang="en-GB" altLang="ja-JP" sz="1000" kern="0" dirty="0">
                  <a:latin typeface="Aptos" panose="020B0004020202020204" pitchFamily="34" charset="0"/>
                  <a:ea typeface="ＭＳ Ｐゴシック" charset="-128"/>
                  <a:cs typeface="Arial" pitchFamily="34" charset="0"/>
                </a:rPr>
                <a:t>options</a:t>
              </a:r>
            </a:p>
          </p:txBody>
        </p:sp>
      </p:grpSp>
    </p:spTree>
    <p:extLst>
      <p:ext uri="{BB962C8B-B14F-4D97-AF65-F5344CB8AC3E}">
        <p14:creationId xmlns:p14="http://schemas.microsoft.com/office/powerpoint/2010/main" val="729719215"/>
      </p:ext>
    </p:extLst>
  </p:cSld>
  <p:clrMapOvr>
    <a:masterClrMapping/>
  </p:clrMapOvr>
  <p:transition>
    <p:fade/>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dirty="0"/>
              <a:t>Subtitle runs here</a:t>
            </a:r>
          </a:p>
        </p:txBody>
      </p:sp>
      <p:sp>
        <p:nvSpPr>
          <p:cNvPr id="782337" name="Title 1"/>
          <p:cNvSpPr>
            <a:spLocks noGrp="1"/>
          </p:cNvSpPr>
          <p:nvPr>
            <p:ph type="title"/>
          </p:nvPr>
        </p:nvSpPr>
        <p:spPr/>
        <p:txBody>
          <a:bodyPr/>
          <a:lstStyle/>
          <a:p>
            <a:r>
              <a:rPr lang="en-US"/>
              <a:t>Restructuring framework</a:t>
            </a:r>
            <a:endParaRPr lang="en-US" dirty="0"/>
          </a:p>
        </p:txBody>
      </p:sp>
      <p:grpSp>
        <p:nvGrpSpPr>
          <p:cNvPr id="2" name="Group 1">
            <a:extLst>
              <a:ext uri="{FF2B5EF4-FFF2-40B4-BE49-F238E27FC236}">
                <a16:creationId xmlns:a16="http://schemas.microsoft.com/office/drawing/2014/main" id="{93A85781-B9A3-4558-9345-A8D0CD95CCBD}"/>
              </a:ext>
            </a:extLst>
          </p:cNvPr>
          <p:cNvGrpSpPr/>
          <p:nvPr/>
        </p:nvGrpSpPr>
        <p:grpSpPr>
          <a:xfrm>
            <a:off x="407591" y="1959872"/>
            <a:ext cx="9090819" cy="3526433"/>
            <a:chOff x="1889760" y="1620838"/>
            <a:chExt cx="8412481" cy="4340225"/>
          </a:xfrm>
        </p:grpSpPr>
        <p:sp>
          <p:nvSpPr>
            <p:cNvPr id="43" name="Rectangle 14"/>
            <p:cNvSpPr>
              <a:spLocks noChangeArrowheads="1"/>
            </p:cNvSpPr>
            <p:nvPr/>
          </p:nvSpPr>
          <p:spPr bwMode="auto">
            <a:xfrm>
              <a:off x="7156885" y="3874844"/>
              <a:ext cx="1104341" cy="189401"/>
            </a:xfrm>
            <a:prstGeom prst="rect">
              <a:avLst/>
            </a:prstGeom>
            <a:noFill/>
            <a:ln w="6350" algn="ctr">
              <a:noFill/>
              <a:miter lim="800000"/>
              <a:headEnd type="none" w="sm" len="sm"/>
              <a:tailEnd type="none" w="sm" len="sm"/>
            </a:ln>
          </p:spPr>
          <p:txBody>
            <a:bodyPr lIns="0" tIns="0" rIns="0" bIns="0" anchor="ctr">
              <a:spAutoFit/>
            </a:bodyPr>
            <a:lstStyle/>
            <a:p>
              <a:pPr algn="ctr" eaLnBrk="1" hangingPunct="1">
                <a:spcBef>
                  <a:spcPct val="20000"/>
                </a:spcBef>
                <a:defRPr/>
              </a:pPr>
              <a:r>
                <a:rPr lang="en-GB" altLang="ja-JP" sz="1000" dirty="0">
                  <a:latin typeface="Aptos" panose="020B0004020202020204" pitchFamily="34" charset="0"/>
                  <a:ea typeface="ＭＳ Ｐゴシック" pitchFamily="50" charset="-128"/>
                  <a:cs typeface="Arial" pitchFamily="34" charset="0"/>
                </a:rPr>
                <a:t>Restructuring plan</a:t>
              </a:r>
            </a:p>
          </p:txBody>
        </p:sp>
        <p:sp>
          <p:nvSpPr>
            <p:cNvPr id="44" name="AutoShape 15"/>
            <p:cNvSpPr>
              <a:spLocks noChangeArrowheads="1"/>
            </p:cNvSpPr>
            <p:nvPr/>
          </p:nvSpPr>
          <p:spPr bwMode="auto">
            <a:xfrm>
              <a:off x="1889760" y="5412423"/>
              <a:ext cx="8412480" cy="548640"/>
            </a:xfrm>
            <a:prstGeom prst="homePlate">
              <a:avLst>
                <a:gd name="adj" fmla="val 50010"/>
              </a:avLst>
            </a:prstGeom>
            <a:solidFill>
              <a:schemeClr val="tx2">
                <a:lumMod val="50000"/>
              </a:schemeClr>
            </a:solidFill>
            <a:ln w="6350" algn="ctr">
              <a:noFill/>
              <a:miter lim="800000"/>
              <a:headEnd type="none" w="sm" len="sm"/>
              <a:tailEnd type="none" w="sm" len="sm"/>
            </a:ln>
          </p:spPr>
          <p:txBody>
            <a:bodyPr lIns="72231" tIns="72231" rIns="72231" bIns="72231" anchor="ctr"/>
            <a:lstStyle/>
            <a:p>
              <a:pPr>
                <a:buClr>
                  <a:schemeClr val="bg1"/>
                </a:buClr>
                <a:defRPr/>
              </a:pPr>
              <a:r>
                <a:rPr lang="en-GB" altLang="ja-JP" sz="1000" dirty="0">
                  <a:solidFill>
                    <a:schemeClr val="bg1"/>
                  </a:solidFill>
                  <a:latin typeface="Aptos" panose="020B0004020202020204" pitchFamily="34" charset="0"/>
                  <a:ea typeface="ＭＳ Ｐゴシック" pitchFamily="50" charset="-128"/>
                  <a:cs typeface="Arial" pitchFamily="34" charset="0"/>
                </a:rPr>
                <a:t>Project management stakeholder communication</a:t>
              </a:r>
            </a:p>
          </p:txBody>
        </p:sp>
        <p:sp>
          <p:nvSpPr>
            <p:cNvPr id="45" name="Rectangle 16"/>
            <p:cNvSpPr>
              <a:spLocks noChangeArrowheads="1"/>
            </p:cNvSpPr>
            <p:nvPr/>
          </p:nvSpPr>
          <p:spPr bwMode="auto">
            <a:xfrm>
              <a:off x="1889760" y="2643664"/>
              <a:ext cx="1325880" cy="2651760"/>
            </a:xfrm>
            <a:prstGeom prst="rect">
              <a:avLst/>
            </a:prstGeom>
            <a:solidFill>
              <a:schemeClr val="tx1"/>
            </a:solidFill>
            <a:ln w="6350" algn="ctr">
              <a:noFill/>
              <a:miter lim="800000"/>
              <a:headEnd type="none" w="sm" len="sm"/>
              <a:tailEnd type="none" w="sm" len="sm"/>
            </a:ln>
          </p:spPr>
          <p:txBody>
            <a:bodyPr wrap="square" lIns="72231" tIns="72231" rIns="72231" bIns="72231" anchor="t"/>
            <a:lstStyle/>
            <a:p>
              <a:pPr algn="ctr"/>
              <a:endParaRPr lang="en-GB" sz="1000" dirty="0">
                <a:solidFill>
                  <a:schemeClr val="tx2"/>
                </a:solidFill>
                <a:latin typeface="Aptos" panose="020B0004020202020204" pitchFamily="34" charset="0"/>
                <a:ea typeface="ＭＳ Ｐゴシック" charset="-128"/>
                <a:cs typeface="Arial" pitchFamily="34" charset="0"/>
              </a:endParaRPr>
            </a:p>
          </p:txBody>
        </p:sp>
        <p:sp>
          <p:nvSpPr>
            <p:cNvPr id="46" name="AutoShape 17"/>
            <p:cNvSpPr>
              <a:spLocks noChangeArrowheads="1"/>
            </p:cNvSpPr>
            <p:nvPr/>
          </p:nvSpPr>
          <p:spPr bwMode="auto">
            <a:xfrm flipV="1">
              <a:off x="2315169" y="3492504"/>
              <a:ext cx="475062" cy="123825"/>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pPr>
              <a:endParaRPr lang="en-GB" sz="1000" dirty="0">
                <a:solidFill>
                  <a:srgbClr val="002776"/>
                </a:solidFill>
                <a:latin typeface="Aptos" panose="020B0004020202020204" pitchFamily="34" charset="0"/>
                <a:cs typeface="Arial" pitchFamily="34" charset="0"/>
              </a:endParaRPr>
            </a:p>
          </p:txBody>
        </p:sp>
        <p:sp>
          <p:nvSpPr>
            <p:cNvPr id="47" name="AutoShape 18"/>
            <p:cNvSpPr>
              <a:spLocks noChangeArrowheads="1"/>
            </p:cNvSpPr>
            <p:nvPr/>
          </p:nvSpPr>
          <p:spPr bwMode="auto">
            <a:xfrm>
              <a:off x="2315169" y="4328865"/>
              <a:ext cx="475062" cy="123825"/>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pPr>
              <a:endParaRPr lang="en-GB" sz="1000" dirty="0">
                <a:solidFill>
                  <a:srgbClr val="002776"/>
                </a:solidFill>
                <a:latin typeface="Aptos" panose="020B0004020202020204" pitchFamily="34" charset="0"/>
                <a:cs typeface="Arial" pitchFamily="34" charset="0"/>
              </a:endParaRPr>
            </a:p>
          </p:txBody>
        </p:sp>
        <p:sp>
          <p:nvSpPr>
            <p:cNvPr id="48" name="Rectangle 20"/>
            <p:cNvSpPr>
              <a:spLocks noChangeArrowheads="1"/>
            </p:cNvSpPr>
            <p:nvPr/>
          </p:nvSpPr>
          <p:spPr bwMode="auto">
            <a:xfrm>
              <a:off x="1958340" y="4570831"/>
              <a:ext cx="1188720" cy="621792"/>
            </a:xfrm>
            <a:prstGeom prst="rect">
              <a:avLst/>
            </a:prstGeom>
            <a:solidFill>
              <a:schemeClr val="bg1"/>
            </a:solidFill>
            <a:ln w="12700">
              <a:noFill/>
              <a:miter lim="800000"/>
              <a:headEnd type="none" w="sm" len="sm"/>
              <a:tailEnd type="none" w="sm" len="sm"/>
            </a:ln>
          </p:spPr>
          <p:txBody>
            <a:bodyPr lIns="72231" tIns="72231" rIns="72231" bIns="72231" anchor="ctr"/>
            <a:lstStyle/>
            <a:p>
              <a:pPr algn="ctr"/>
              <a:r>
                <a:rPr lang="en-GB" altLang="ja-JP" sz="1000" dirty="0">
                  <a:latin typeface="Aptos" panose="020B0004020202020204" pitchFamily="34" charset="0"/>
                  <a:ea typeface="ＭＳ Ｐゴシック" charset="-128"/>
                  <a:cs typeface="Arial" pitchFamily="34" charset="0"/>
                </a:rPr>
                <a:t>Strategic</a:t>
              </a:r>
            </a:p>
            <a:p>
              <a:pPr algn="ctr"/>
              <a:r>
                <a:rPr lang="en-GB" altLang="ja-JP" sz="1000" dirty="0">
                  <a:latin typeface="Aptos" panose="020B0004020202020204" pitchFamily="34" charset="0"/>
                  <a:ea typeface="ＭＳ Ｐゴシック" charset="-128"/>
                  <a:cs typeface="Arial" pitchFamily="34" charset="0"/>
                </a:rPr>
                <a:t>review</a:t>
              </a:r>
            </a:p>
          </p:txBody>
        </p:sp>
        <p:sp>
          <p:nvSpPr>
            <p:cNvPr id="49" name="Oval 21"/>
            <p:cNvSpPr>
              <a:spLocks noChangeArrowheads="1"/>
            </p:cNvSpPr>
            <p:nvPr/>
          </p:nvSpPr>
          <p:spPr bwMode="auto">
            <a:xfrm>
              <a:off x="1976599" y="3718084"/>
              <a:ext cx="1152202" cy="502920"/>
            </a:xfrm>
            <a:prstGeom prst="ellipse">
              <a:avLst/>
            </a:prstGeom>
            <a:solidFill>
              <a:schemeClr val="tx2"/>
            </a:solidFill>
            <a:ln w="6350" algn="ctr">
              <a:noFill/>
              <a:round/>
              <a:headEnd type="none" w="sm" len="sm"/>
              <a:tailEnd type="none" w="sm" len="sm"/>
            </a:ln>
          </p:spPr>
          <p:txBody>
            <a:bodyPr wrap="none" lIns="36116" tIns="36116" rIns="36116" bIns="36116" anchor="ctr"/>
            <a:lstStyle/>
            <a:p>
              <a:pPr algn="ctr"/>
              <a:r>
                <a:rPr lang="en-GB" altLang="ja-JP" sz="1000" dirty="0">
                  <a:solidFill>
                    <a:schemeClr val="bg1"/>
                  </a:solidFill>
                  <a:latin typeface="Aptos" panose="020B0004020202020204" pitchFamily="34" charset="0"/>
                  <a:ea typeface="ＭＳ Ｐゴシック" charset="-128"/>
                  <a:cs typeface="Arial" pitchFamily="34" charset="0"/>
                </a:rPr>
                <a:t>Change </a:t>
              </a:r>
              <a:br>
                <a:rPr lang="en-GB" altLang="ja-JP" sz="1000" dirty="0">
                  <a:solidFill>
                    <a:schemeClr val="bg1"/>
                  </a:solidFill>
                  <a:latin typeface="Aptos" panose="020B0004020202020204" pitchFamily="34" charset="0"/>
                  <a:ea typeface="ＭＳ Ｐゴシック" charset="-128"/>
                  <a:cs typeface="Arial" pitchFamily="34" charset="0"/>
                </a:rPr>
              </a:br>
              <a:r>
                <a:rPr lang="en-GB" altLang="ja-JP" sz="1000" dirty="0">
                  <a:solidFill>
                    <a:schemeClr val="bg1"/>
                  </a:solidFill>
                  <a:latin typeface="Aptos" panose="020B0004020202020204" pitchFamily="34" charset="0"/>
                  <a:ea typeface="ＭＳ Ｐゴシック" charset="-128"/>
                  <a:cs typeface="Arial" pitchFamily="34" charset="0"/>
                </a:rPr>
                <a:t>imperative</a:t>
              </a:r>
            </a:p>
          </p:txBody>
        </p:sp>
        <p:sp>
          <p:nvSpPr>
            <p:cNvPr id="50" name="Rectangle 23"/>
            <p:cNvSpPr>
              <a:spLocks noChangeArrowheads="1"/>
            </p:cNvSpPr>
            <p:nvPr/>
          </p:nvSpPr>
          <p:spPr bwMode="auto">
            <a:xfrm>
              <a:off x="3645468" y="2643664"/>
              <a:ext cx="1325880" cy="2651760"/>
            </a:xfrm>
            <a:prstGeom prst="rect">
              <a:avLst/>
            </a:prstGeom>
            <a:solidFill>
              <a:schemeClr val="tx1"/>
            </a:solidFill>
            <a:ln w="6350" algn="ctr">
              <a:noFill/>
              <a:miter lim="800000"/>
              <a:headEnd type="none" w="sm" len="sm"/>
              <a:tailEnd type="none" w="sm" len="sm"/>
            </a:ln>
          </p:spPr>
          <p:txBody>
            <a:bodyPr wrap="square" lIns="72231" tIns="72231" rIns="72231" bIns="72231" anchor="t"/>
            <a:lstStyle/>
            <a:p>
              <a:pPr algn="ctr"/>
              <a:endParaRPr lang="en-GB" sz="1000" dirty="0">
                <a:solidFill>
                  <a:schemeClr val="tx2"/>
                </a:solidFill>
                <a:latin typeface="Aptos" panose="020B0004020202020204" pitchFamily="34" charset="0"/>
                <a:ea typeface="ＭＳ Ｐゴシック" charset="-128"/>
                <a:cs typeface="Arial" pitchFamily="34" charset="0"/>
              </a:endParaRPr>
            </a:p>
          </p:txBody>
        </p:sp>
        <p:sp>
          <p:nvSpPr>
            <p:cNvPr id="51" name="AutoShape 24"/>
            <p:cNvSpPr>
              <a:spLocks noChangeArrowheads="1"/>
            </p:cNvSpPr>
            <p:nvPr/>
          </p:nvSpPr>
          <p:spPr bwMode="auto">
            <a:xfrm flipV="1">
              <a:off x="4069992" y="3492504"/>
              <a:ext cx="476835" cy="123825"/>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pPr>
              <a:endParaRPr lang="en-GB" sz="1000" dirty="0">
                <a:solidFill>
                  <a:srgbClr val="002776"/>
                </a:solidFill>
                <a:latin typeface="Aptos" panose="020B0004020202020204" pitchFamily="34" charset="0"/>
                <a:cs typeface="Arial" pitchFamily="34" charset="0"/>
              </a:endParaRPr>
            </a:p>
          </p:txBody>
        </p:sp>
        <p:sp>
          <p:nvSpPr>
            <p:cNvPr id="52" name="AutoShape 25"/>
            <p:cNvSpPr>
              <a:spLocks noChangeArrowheads="1"/>
            </p:cNvSpPr>
            <p:nvPr/>
          </p:nvSpPr>
          <p:spPr bwMode="auto">
            <a:xfrm>
              <a:off x="4069992" y="4328865"/>
              <a:ext cx="476835" cy="123825"/>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pPr>
              <a:endParaRPr lang="en-GB" sz="1000" dirty="0">
                <a:solidFill>
                  <a:srgbClr val="002776"/>
                </a:solidFill>
                <a:latin typeface="Aptos" panose="020B0004020202020204" pitchFamily="34" charset="0"/>
                <a:cs typeface="Arial" pitchFamily="34" charset="0"/>
              </a:endParaRPr>
            </a:p>
          </p:txBody>
        </p:sp>
        <p:sp>
          <p:nvSpPr>
            <p:cNvPr id="53" name="Rectangle 27"/>
            <p:cNvSpPr>
              <a:spLocks noChangeArrowheads="1"/>
            </p:cNvSpPr>
            <p:nvPr/>
          </p:nvSpPr>
          <p:spPr bwMode="auto">
            <a:xfrm>
              <a:off x="3714048" y="4570831"/>
              <a:ext cx="1188720" cy="621792"/>
            </a:xfrm>
            <a:prstGeom prst="rect">
              <a:avLst/>
            </a:prstGeom>
            <a:solidFill>
              <a:schemeClr val="bg1"/>
            </a:solidFill>
            <a:ln w="12700">
              <a:noFill/>
              <a:miter lim="800000"/>
              <a:headEnd type="none" w="sm" len="sm"/>
              <a:tailEnd type="none" w="sm" len="sm"/>
            </a:ln>
          </p:spPr>
          <p:txBody>
            <a:bodyPr lIns="72231" tIns="72231" rIns="72231" bIns="72231" anchor="ctr"/>
            <a:lstStyle/>
            <a:p>
              <a:pPr algn="ctr"/>
              <a:r>
                <a:rPr lang="en-GB" altLang="ja-JP" sz="1000" dirty="0">
                  <a:latin typeface="Aptos" panose="020B0004020202020204" pitchFamily="34" charset="0"/>
                  <a:ea typeface="ＭＳ Ｐゴシック" charset="-128"/>
                  <a:cs typeface="Arial" pitchFamily="34" charset="0"/>
                </a:rPr>
                <a:t>Benchmarking</a:t>
              </a:r>
            </a:p>
          </p:txBody>
        </p:sp>
        <p:sp>
          <p:nvSpPr>
            <p:cNvPr id="54" name="Oval 28"/>
            <p:cNvSpPr>
              <a:spLocks noChangeArrowheads="1"/>
            </p:cNvSpPr>
            <p:nvPr/>
          </p:nvSpPr>
          <p:spPr bwMode="auto">
            <a:xfrm>
              <a:off x="3731421" y="3718084"/>
              <a:ext cx="1153974" cy="502920"/>
            </a:xfrm>
            <a:prstGeom prst="ellipse">
              <a:avLst/>
            </a:prstGeom>
            <a:solidFill>
              <a:schemeClr val="tx2"/>
            </a:solidFill>
            <a:ln w="6350" algn="ctr">
              <a:noFill/>
              <a:round/>
              <a:headEnd type="none" w="sm" len="sm"/>
              <a:tailEnd type="none" w="sm" len="sm"/>
            </a:ln>
          </p:spPr>
          <p:txBody>
            <a:bodyPr wrap="none" lIns="72231" tIns="72231" rIns="72231" bIns="72231" anchor="ctr"/>
            <a:lstStyle/>
            <a:p>
              <a:pPr algn="ctr"/>
              <a:r>
                <a:rPr lang="en-GB" altLang="ja-JP" sz="1000" dirty="0">
                  <a:solidFill>
                    <a:schemeClr val="bg1"/>
                  </a:solidFill>
                  <a:latin typeface="Aptos" panose="020B0004020202020204" pitchFamily="34" charset="0"/>
                  <a:ea typeface="ＭＳ Ｐゴシック" charset="-128"/>
                  <a:cs typeface="Arial" pitchFamily="34" charset="0"/>
                </a:rPr>
                <a:t>Targets</a:t>
              </a:r>
            </a:p>
          </p:txBody>
        </p:sp>
        <p:sp>
          <p:nvSpPr>
            <p:cNvPr id="55" name="Text Box 37"/>
            <p:cNvSpPr txBox="1">
              <a:spLocks noChangeArrowheads="1"/>
            </p:cNvSpPr>
            <p:nvPr/>
          </p:nvSpPr>
          <p:spPr bwMode="auto">
            <a:xfrm>
              <a:off x="1920001" y="1620838"/>
              <a:ext cx="372331" cy="189401"/>
            </a:xfrm>
            <a:prstGeom prst="rect">
              <a:avLst/>
            </a:prstGeom>
            <a:noFill/>
            <a:ln w="9525">
              <a:noFill/>
              <a:miter lim="800000"/>
              <a:headEnd type="none" w="sm" len="sm"/>
              <a:tailEnd type="none" w="med" len="lg"/>
            </a:ln>
          </p:spPr>
          <p:txBody>
            <a:bodyPr wrap="none" lIns="0" tIns="0" rIns="0" bIns="0">
              <a:spAutoFit/>
            </a:bodyPr>
            <a:lstStyle/>
            <a:p>
              <a:pPr eaLnBrk="1" hangingPunct="1">
                <a:spcBef>
                  <a:spcPct val="20000"/>
                </a:spcBef>
              </a:pPr>
              <a:r>
                <a:rPr lang="en-GB" altLang="ja-JP" sz="1000" dirty="0">
                  <a:latin typeface="Aptos" panose="020B0004020202020204" pitchFamily="34" charset="0"/>
                  <a:ea typeface="ＭＳ Ｐゴシック" charset="-128"/>
                  <a:cs typeface="Arial" pitchFamily="34" charset="0"/>
                </a:rPr>
                <a:t>Phase I</a:t>
              </a:r>
            </a:p>
          </p:txBody>
        </p:sp>
        <p:sp>
          <p:nvSpPr>
            <p:cNvPr id="56" name="Text Box 38"/>
            <p:cNvSpPr txBox="1">
              <a:spLocks noChangeArrowheads="1"/>
            </p:cNvSpPr>
            <p:nvPr/>
          </p:nvSpPr>
          <p:spPr bwMode="auto">
            <a:xfrm>
              <a:off x="3584931" y="1620838"/>
              <a:ext cx="403482" cy="189401"/>
            </a:xfrm>
            <a:prstGeom prst="rect">
              <a:avLst/>
            </a:prstGeom>
            <a:noFill/>
            <a:ln w="9525">
              <a:noFill/>
              <a:miter lim="800000"/>
              <a:headEnd type="none" w="sm" len="sm"/>
              <a:tailEnd type="none" w="med" len="lg"/>
            </a:ln>
          </p:spPr>
          <p:txBody>
            <a:bodyPr wrap="none" lIns="0" tIns="0" rIns="0" bIns="0">
              <a:spAutoFit/>
            </a:bodyPr>
            <a:lstStyle/>
            <a:p>
              <a:pPr eaLnBrk="1" hangingPunct="1">
                <a:spcBef>
                  <a:spcPct val="20000"/>
                </a:spcBef>
              </a:pPr>
              <a:r>
                <a:rPr lang="en-GB" altLang="ja-JP" sz="1000" dirty="0">
                  <a:latin typeface="Aptos" panose="020B0004020202020204" pitchFamily="34" charset="0"/>
                  <a:ea typeface="ＭＳ Ｐゴシック" charset="-128"/>
                  <a:cs typeface="Arial" pitchFamily="34" charset="0"/>
                </a:rPr>
                <a:t>Phase II</a:t>
              </a:r>
            </a:p>
          </p:txBody>
        </p:sp>
        <p:sp>
          <p:nvSpPr>
            <p:cNvPr id="57" name="Text Box 39"/>
            <p:cNvSpPr txBox="1">
              <a:spLocks noChangeArrowheads="1"/>
            </p:cNvSpPr>
            <p:nvPr/>
          </p:nvSpPr>
          <p:spPr bwMode="auto">
            <a:xfrm>
              <a:off x="5412438" y="1620838"/>
              <a:ext cx="434633" cy="189401"/>
            </a:xfrm>
            <a:prstGeom prst="rect">
              <a:avLst/>
            </a:prstGeom>
            <a:noFill/>
            <a:ln w="9525">
              <a:noFill/>
              <a:miter lim="800000"/>
              <a:headEnd type="none" w="sm" len="sm"/>
              <a:tailEnd type="none" w="med" len="lg"/>
            </a:ln>
          </p:spPr>
          <p:txBody>
            <a:bodyPr wrap="none" lIns="0" tIns="0" rIns="0" bIns="0">
              <a:spAutoFit/>
            </a:bodyPr>
            <a:lstStyle/>
            <a:p>
              <a:pPr eaLnBrk="1" hangingPunct="1">
                <a:spcBef>
                  <a:spcPct val="20000"/>
                </a:spcBef>
              </a:pPr>
              <a:r>
                <a:rPr lang="en-GB" altLang="ja-JP" sz="1000" dirty="0">
                  <a:latin typeface="Aptos" panose="020B0004020202020204" pitchFamily="34" charset="0"/>
                  <a:ea typeface="ＭＳ Ｐゴシック" charset="-128"/>
                  <a:cs typeface="Arial" pitchFamily="34" charset="0"/>
                </a:rPr>
                <a:t>Phase III</a:t>
              </a:r>
            </a:p>
          </p:txBody>
        </p:sp>
        <p:sp>
          <p:nvSpPr>
            <p:cNvPr id="58" name="Text Box 40"/>
            <p:cNvSpPr txBox="1">
              <a:spLocks noChangeArrowheads="1"/>
            </p:cNvSpPr>
            <p:nvPr/>
          </p:nvSpPr>
          <p:spPr bwMode="auto">
            <a:xfrm>
              <a:off x="8231498" y="1620838"/>
              <a:ext cx="442050" cy="189401"/>
            </a:xfrm>
            <a:prstGeom prst="rect">
              <a:avLst/>
            </a:prstGeom>
            <a:noFill/>
            <a:ln w="9525">
              <a:noFill/>
              <a:miter lim="800000"/>
              <a:headEnd type="none" w="sm" len="sm"/>
              <a:tailEnd type="none" w="med" len="lg"/>
            </a:ln>
          </p:spPr>
          <p:txBody>
            <a:bodyPr wrap="none" lIns="0" tIns="0" rIns="0" bIns="0">
              <a:spAutoFit/>
            </a:bodyPr>
            <a:lstStyle/>
            <a:p>
              <a:pPr eaLnBrk="1" hangingPunct="1">
                <a:spcBef>
                  <a:spcPct val="20000"/>
                </a:spcBef>
              </a:pPr>
              <a:r>
                <a:rPr lang="en-GB" altLang="ja-JP" sz="1000" dirty="0">
                  <a:latin typeface="Aptos" panose="020B0004020202020204" pitchFamily="34" charset="0"/>
                  <a:ea typeface="ＭＳ Ｐゴシック" charset="-128"/>
                  <a:cs typeface="Arial" pitchFamily="34" charset="0"/>
                </a:rPr>
                <a:t>Phase IV</a:t>
              </a:r>
            </a:p>
          </p:txBody>
        </p:sp>
        <p:sp>
          <p:nvSpPr>
            <p:cNvPr id="59" name="AutoShape 9"/>
            <p:cNvSpPr>
              <a:spLocks noChangeArrowheads="1"/>
            </p:cNvSpPr>
            <p:nvPr/>
          </p:nvSpPr>
          <p:spPr bwMode="auto">
            <a:xfrm>
              <a:off x="8317205" y="3798889"/>
              <a:ext cx="317868" cy="341313"/>
            </a:xfrm>
            <a:prstGeom prst="rightArrow">
              <a:avLst>
                <a:gd name="adj1" fmla="val 50000"/>
                <a:gd name="adj2" fmla="val 49002"/>
              </a:avLst>
            </a:prstGeom>
            <a:solidFill>
              <a:schemeClr val="tx2"/>
            </a:solidFill>
            <a:ln w="6350" algn="ctr">
              <a:noFill/>
              <a:miter lim="800000"/>
              <a:headEnd type="none" w="sm" len="sm"/>
              <a:tailEnd type="none" w="sm" len="sm"/>
            </a:ln>
          </p:spPr>
          <p:txBody>
            <a:bodyPr tIns="74295" bIns="74295" anchor="ctr"/>
            <a:lstStyle/>
            <a:p>
              <a:pPr algn="ctr" eaLnBrk="1" hangingPunct="1">
                <a:spcBef>
                  <a:spcPct val="20000"/>
                </a:spcBef>
              </a:pPr>
              <a:endParaRPr lang="en-GB" sz="1000" dirty="0">
                <a:solidFill>
                  <a:schemeClr val="tx2"/>
                </a:solidFill>
                <a:latin typeface="Aptos" panose="020B0004020202020204" pitchFamily="34" charset="0"/>
                <a:cs typeface="Arial" pitchFamily="34" charset="0"/>
              </a:endParaRPr>
            </a:p>
          </p:txBody>
        </p:sp>
        <p:sp>
          <p:nvSpPr>
            <p:cNvPr id="60" name="AutoShape 9"/>
            <p:cNvSpPr>
              <a:spLocks noChangeArrowheads="1"/>
            </p:cNvSpPr>
            <p:nvPr/>
          </p:nvSpPr>
          <p:spPr bwMode="auto">
            <a:xfrm>
              <a:off x="6783036" y="3798889"/>
              <a:ext cx="317868" cy="341313"/>
            </a:xfrm>
            <a:prstGeom prst="rightArrow">
              <a:avLst>
                <a:gd name="adj1" fmla="val 50000"/>
                <a:gd name="adj2" fmla="val 49002"/>
              </a:avLst>
            </a:prstGeom>
            <a:solidFill>
              <a:schemeClr val="tx2"/>
            </a:solidFill>
            <a:ln w="6350" algn="ctr">
              <a:noFill/>
              <a:miter lim="800000"/>
              <a:headEnd type="none" w="sm" len="sm"/>
              <a:tailEnd type="none" w="sm" len="sm"/>
            </a:ln>
          </p:spPr>
          <p:txBody>
            <a:bodyPr tIns="74295" bIns="74295" anchor="ctr"/>
            <a:lstStyle/>
            <a:p>
              <a:pPr algn="ctr" eaLnBrk="1" hangingPunct="1">
                <a:spcBef>
                  <a:spcPct val="20000"/>
                </a:spcBef>
              </a:pPr>
              <a:endParaRPr lang="en-GB" sz="1000" dirty="0">
                <a:solidFill>
                  <a:schemeClr val="tx2"/>
                </a:solidFill>
                <a:latin typeface="Aptos" panose="020B0004020202020204" pitchFamily="34" charset="0"/>
                <a:cs typeface="Arial" pitchFamily="34" charset="0"/>
              </a:endParaRPr>
            </a:p>
          </p:txBody>
        </p:sp>
        <p:sp>
          <p:nvSpPr>
            <p:cNvPr id="61" name="AutoShape 9"/>
            <p:cNvSpPr>
              <a:spLocks noChangeArrowheads="1"/>
            </p:cNvSpPr>
            <p:nvPr/>
          </p:nvSpPr>
          <p:spPr bwMode="auto">
            <a:xfrm>
              <a:off x="5027328" y="3798889"/>
              <a:ext cx="317868" cy="341313"/>
            </a:xfrm>
            <a:prstGeom prst="rightArrow">
              <a:avLst>
                <a:gd name="adj1" fmla="val 50000"/>
                <a:gd name="adj2" fmla="val 49002"/>
              </a:avLst>
            </a:prstGeom>
            <a:solidFill>
              <a:schemeClr val="tx2"/>
            </a:solidFill>
            <a:ln w="6350" algn="ctr">
              <a:noFill/>
              <a:miter lim="800000"/>
              <a:headEnd type="none" w="sm" len="sm"/>
              <a:tailEnd type="none" w="sm" len="sm"/>
            </a:ln>
          </p:spPr>
          <p:txBody>
            <a:bodyPr tIns="74295" bIns="74295" anchor="ctr"/>
            <a:lstStyle/>
            <a:p>
              <a:pPr algn="ctr" eaLnBrk="1" hangingPunct="1">
                <a:spcBef>
                  <a:spcPct val="20000"/>
                </a:spcBef>
              </a:pPr>
              <a:endParaRPr lang="en-GB" sz="1000" dirty="0">
                <a:solidFill>
                  <a:schemeClr val="tx2"/>
                </a:solidFill>
                <a:latin typeface="Aptos" panose="020B0004020202020204" pitchFamily="34" charset="0"/>
                <a:cs typeface="Arial" pitchFamily="34" charset="0"/>
              </a:endParaRPr>
            </a:p>
          </p:txBody>
        </p:sp>
        <p:sp>
          <p:nvSpPr>
            <p:cNvPr id="62" name="AutoShape 9"/>
            <p:cNvSpPr>
              <a:spLocks noChangeArrowheads="1"/>
            </p:cNvSpPr>
            <p:nvPr/>
          </p:nvSpPr>
          <p:spPr bwMode="auto">
            <a:xfrm>
              <a:off x="3271620" y="3798889"/>
              <a:ext cx="317868" cy="341313"/>
            </a:xfrm>
            <a:prstGeom prst="rightArrow">
              <a:avLst>
                <a:gd name="adj1" fmla="val 50000"/>
                <a:gd name="adj2" fmla="val 49002"/>
              </a:avLst>
            </a:prstGeom>
            <a:solidFill>
              <a:schemeClr val="tx2"/>
            </a:solidFill>
            <a:ln w="6350" algn="ctr">
              <a:noFill/>
              <a:miter lim="800000"/>
              <a:headEnd type="none" w="sm" len="sm"/>
              <a:tailEnd type="none" w="sm" len="sm"/>
            </a:ln>
          </p:spPr>
          <p:txBody>
            <a:bodyPr tIns="74295" bIns="74295" anchor="ctr"/>
            <a:lstStyle/>
            <a:p>
              <a:pPr algn="ctr" eaLnBrk="1" hangingPunct="1">
                <a:spcBef>
                  <a:spcPct val="20000"/>
                </a:spcBef>
              </a:pPr>
              <a:endParaRPr lang="en-GB" sz="1000" dirty="0">
                <a:solidFill>
                  <a:schemeClr val="tx2"/>
                </a:solidFill>
                <a:latin typeface="Aptos" panose="020B0004020202020204" pitchFamily="34" charset="0"/>
                <a:cs typeface="Arial" pitchFamily="34" charset="0"/>
              </a:endParaRPr>
            </a:p>
          </p:txBody>
        </p:sp>
        <p:sp>
          <p:nvSpPr>
            <p:cNvPr id="63" name="Rectangle 7"/>
            <p:cNvSpPr>
              <a:spLocks noChangeArrowheads="1"/>
            </p:cNvSpPr>
            <p:nvPr/>
          </p:nvSpPr>
          <p:spPr bwMode="auto">
            <a:xfrm>
              <a:off x="5401176" y="2643664"/>
              <a:ext cx="1325880" cy="2651760"/>
            </a:xfrm>
            <a:prstGeom prst="rect">
              <a:avLst/>
            </a:prstGeom>
            <a:solidFill>
              <a:schemeClr val="tx1"/>
            </a:solidFill>
            <a:ln w="6350" algn="ctr">
              <a:noFill/>
              <a:miter lim="800000"/>
              <a:headEnd type="none" w="sm" len="sm"/>
              <a:tailEnd type="none" w="sm" len="sm"/>
            </a:ln>
          </p:spPr>
          <p:txBody>
            <a:bodyPr wrap="square" lIns="72231" tIns="72231" rIns="72231" bIns="72231" anchor="t"/>
            <a:lstStyle/>
            <a:p>
              <a:pPr algn="ctr"/>
              <a:endParaRPr lang="ja-JP" altLang="en-GB" sz="1000" dirty="0">
                <a:solidFill>
                  <a:schemeClr val="tx2"/>
                </a:solidFill>
                <a:latin typeface="Aptos" panose="020B0004020202020204" pitchFamily="34" charset="0"/>
                <a:ea typeface="ＭＳ Ｐゴシック" charset="-128"/>
                <a:cs typeface="Arial" pitchFamily="34" charset="0"/>
              </a:endParaRPr>
            </a:p>
          </p:txBody>
        </p:sp>
        <p:sp>
          <p:nvSpPr>
            <p:cNvPr id="64" name="AutoShape 9"/>
            <p:cNvSpPr>
              <a:spLocks noChangeArrowheads="1"/>
            </p:cNvSpPr>
            <p:nvPr/>
          </p:nvSpPr>
          <p:spPr bwMode="auto">
            <a:xfrm flipV="1">
              <a:off x="5826585" y="3492107"/>
              <a:ext cx="475062" cy="123825"/>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pPr>
              <a:endParaRPr lang="en-GB" sz="1000" dirty="0">
                <a:solidFill>
                  <a:srgbClr val="002776"/>
                </a:solidFill>
                <a:latin typeface="Aptos" panose="020B0004020202020204" pitchFamily="34" charset="0"/>
                <a:cs typeface="Arial" pitchFamily="34" charset="0"/>
              </a:endParaRPr>
            </a:p>
          </p:txBody>
        </p:sp>
        <p:sp>
          <p:nvSpPr>
            <p:cNvPr id="65" name="AutoShape 10"/>
            <p:cNvSpPr>
              <a:spLocks noChangeArrowheads="1"/>
            </p:cNvSpPr>
            <p:nvPr/>
          </p:nvSpPr>
          <p:spPr bwMode="auto">
            <a:xfrm>
              <a:off x="5826585" y="4327674"/>
              <a:ext cx="475062" cy="125413"/>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pPr>
              <a:endParaRPr lang="en-GB" sz="1000" dirty="0">
                <a:solidFill>
                  <a:srgbClr val="002776"/>
                </a:solidFill>
                <a:latin typeface="Aptos" panose="020B0004020202020204" pitchFamily="34" charset="0"/>
                <a:cs typeface="Arial" pitchFamily="34" charset="0"/>
              </a:endParaRPr>
            </a:p>
          </p:txBody>
        </p:sp>
        <p:sp>
          <p:nvSpPr>
            <p:cNvPr id="66" name="Rectangle 12"/>
            <p:cNvSpPr>
              <a:spLocks noChangeArrowheads="1"/>
            </p:cNvSpPr>
            <p:nvPr/>
          </p:nvSpPr>
          <p:spPr bwMode="auto">
            <a:xfrm>
              <a:off x="5469756" y="4570831"/>
              <a:ext cx="1188720" cy="621792"/>
            </a:xfrm>
            <a:prstGeom prst="rect">
              <a:avLst/>
            </a:prstGeom>
            <a:solidFill>
              <a:schemeClr val="bg1"/>
            </a:solidFill>
            <a:ln w="12700">
              <a:noFill/>
              <a:miter lim="800000"/>
              <a:headEnd type="none" w="sm" len="sm"/>
              <a:tailEnd type="none" w="sm" len="sm"/>
            </a:ln>
          </p:spPr>
          <p:txBody>
            <a:bodyPr lIns="72231" tIns="72231" rIns="72231" bIns="72231" anchor="ctr"/>
            <a:lstStyle/>
            <a:p>
              <a:pPr algn="ctr"/>
              <a:r>
                <a:rPr lang="en-GB" altLang="ja-JP" sz="1000" dirty="0">
                  <a:latin typeface="Aptos" panose="020B0004020202020204" pitchFamily="34" charset="0"/>
                  <a:ea typeface="ＭＳ Ｐゴシック" charset="-128"/>
                  <a:cs typeface="Arial" pitchFamily="34" charset="0"/>
                </a:rPr>
                <a:t>Portfolio adjustment</a:t>
              </a:r>
            </a:p>
          </p:txBody>
        </p:sp>
        <p:sp>
          <p:nvSpPr>
            <p:cNvPr id="67" name="Oval 13"/>
            <p:cNvSpPr>
              <a:spLocks noChangeArrowheads="1"/>
            </p:cNvSpPr>
            <p:nvPr/>
          </p:nvSpPr>
          <p:spPr bwMode="auto">
            <a:xfrm>
              <a:off x="5482113" y="3718084"/>
              <a:ext cx="1164009" cy="502920"/>
            </a:xfrm>
            <a:prstGeom prst="ellipse">
              <a:avLst/>
            </a:prstGeom>
            <a:solidFill>
              <a:schemeClr val="tx2"/>
            </a:solidFill>
            <a:ln w="6350" algn="ctr">
              <a:noFill/>
              <a:round/>
              <a:headEnd type="none" w="sm" len="sm"/>
              <a:tailEnd type="none" w="sm" len="sm"/>
            </a:ln>
          </p:spPr>
          <p:txBody>
            <a:bodyPr wrap="none" lIns="72231" tIns="72231" rIns="72231" bIns="72231" anchor="ctr"/>
            <a:lstStyle/>
            <a:p>
              <a:pPr algn="ctr"/>
              <a:r>
                <a:rPr lang="en-GB" altLang="ja-JP" sz="1000" dirty="0">
                  <a:solidFill>
                    <a:schemeClr val="bg1"/>
                  </a:solidFill>
                  <a:latin typeface="Aptos" panose="020B0004020202020204" pitchFamily="34" charset="0"/>
                  <a:ea typeface="ＭＳ Ｐゴシック" charset="-128"/>
                  <a:cs typeface="Arial" pitchFamily="34" charset="0"/>
                </a:rPr>
                <a:t>Opportunities</a:t>
              </a:r>
            </a:p>
          </p:txBody>
        </p:sp>
        <p:sp>
          <p:nvSpPr>
            <p:cNvPr id="68" name="Rectangle 31"/>
            <p:cNvSpPr>
              <a:spLocks noChangeArrowheads="1"/>
            </p:cNvSpPr>
            <p:nvPr/>
          </p:nvSpPr>
          <p:spPr bwMode="auto">
            <a:xfrm>
              <a:off x="8691055" y="2643664"/>
              <a:ext cx="1325880" cy="2651760"/>
            </a:xfrm>
            <a:prstGeom prst="rect">
              <a:avLst/>
            </a:prstGeom>
            <a:solidFill>
              <a:schemeClr val="tx1"/>
            </a:solidFill>
            <a:ln w="6350" algn="ctr">
              <a:noFill/>
              <a:miter lim="800000"/>
              <a:headEnd type="none" w="sm" len="sm"/>
              <a:tailEnd type="none" w="sm" len="sm"/>
            </a:ln>
          </p:spPr>
          <p:txBody>
            <a:bodyPr wrap="square" lIns="72231" tIns="72231" rIns="72231" bIns="72231" anchor="t"/>
            <a:lstStyle/>
            <a:p>
              <a:pPr algn="ctr"/>
              <a:endParaRPr lang="en-GB" altLang="ja-JP" sz="1000" dirty="0">
                <a:solidFill>
                  <a:schemeClr val="tx2"/>
                </a:solidFill>
                <a:latin typeface="Aptos" panose="020B0004020202020204" pitchFamily="34" charset="0"/>
                <a:ea typeface="ＭＳ Ｐゴシック" charset="-128"/>
                <a:cs typeface="Arial" pitchFamily="34" charset="0"/>
              </a:endParaRPr>
            </a:p>
          </p:txBody>
        </p:sp>
        <p:sp>
          <p:nvSpPr>
            <p:cNvPr id="69" name="AutoShape 32"/>
            <p:cNvSpPr>
              <a:spLocks noChangeArrowheads="1"/>
            </p:cNvSpPr>
            <p:nvPr/>
          </p:nvSpPr>
          <p:spPr bwMode="auto">
            <a:xfrm>
              <a:off x="9115578" y="3492107"/>
              <a:ext cx="476834" cy="123825"/>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pPr>
              <a:endParaRPr lang="en-GB" sz="1000" dirty="0">
                <a:solidFill>
                  <a:srgbClr val="002776"/>
                </a:solidFill>
                <a:latin typeface="Aptos" panose="020B0004020202020204" pitchFamily="34" charset="0"/>
                <a:cs typeface="Arial" pitchFamily="34" charset="0"/>
              </a:endParaRPr>
            </a:p>
          </p:txBody>
        </p:sp>
        <p:sp>
          <p:nvSpPr>
            <p:cNvPr id="70" name="AutoShape 33"/>
            <p:cNvSpPr>
              <a:spLocks noChangeArrowheads="1"/>
            </p:cNvSpPr>
            <p:nvPr/>
          </p:nvSpPr>
          <p:spPr bwMode="auto">
            <a:xfrm flipV="1">
              <a:off x="9115578" y="4327674"/>
              <a:ext cx="476834" cy="125413"/>
            </a:xfrm>
            <a:prstGeom prst="triangle">
              <a:avLst>
                <a:gd name="adj" fmla="val 50000"/>
              </a:avLst>
            </a:prstGeom>
            <a:solidFill>
              <a:schemeClr val="tx2"/>
            </a:solidFill>
            <a:ln w="6350" algn="ctr">
              <a:noFill/>
              <a:miter lim="800000"/>
              <a:headEnd type="none" w="sm" len="sm"/>
              <a:tailEnd type="none" w="sm" len="sm"/>
            </a:ln>
          </p:spPr>
          <p:txBody>
            <a:bodyPr rot="10800000" lIns="36116" tIns="36116" rIns="36116" bIns="36116" anchor="ctr"/>
            <a:lstStyle/>
            <a:p>
              <a:pPr>
                <a:spcBef>
                  <a:spcPct val="20000"/>
                </a:spcBef>
              </a:pPr>
              <a:endParaRPr lang="en-GB" sz="1000" dirty="0">
                <a:solidFill>
                  <a:srgbClr val="002776"/>
                </a:solidFill>
                <a:latin typeface="Aptos" panose="020B0004020202020204" pitchFamily="34" charset="0"/>
                <a:cs typeface="Arial" pitchFamily="34" charset="0"/>
              </a:endParaRPr>
            </a:p>
          </p:txBody>
        </p:sp>
        <p:sp>
          <p:nvSpPr>
            <p:cNvPr id="71" name="Rectangle 35"/>
            <p:cNvSpPr>
              <a:spLocks noChangeArrowheads="1"/>
            </p:cNvSpPr>
            <p:nvPr/>
          </p:nvSpPr>
          <p:spPr bwMode="auto">
            <a:xfrm>
              <a:off x="8759635" y="4570831"/>
              <a:ext cx="1188720" cy="621792"/>
            </a:xfrm>
            <a:prstGeom prst="rect">
              <a:avLst/>
            </a:prstGeom>
            <a:solidFill>
              <a:schemeClr val="bg1"/>
            </a:solidFill>
            <a:ln w="12700">
              <a:noFill/>
              <a:miter lim="800000"/>
              <a:headEnd type="none" w="sm" len="sm"/>
              <a:tailEnd type="none" w="sm" len="sm"/>
            </a:ln>
          </p:spPr>
          <p:txBody>
            <a:bodyPr lIns="72231" tIns="72231" rIns="72231" bIns="72231" anchor="ctr"/>
            <a:lstStyle/>
            <a:p>
              <a:pPr algn="ctr"/>
              <a:r>
                <a:rPr lang="en-GB" altLang="ja-JP" sz="1000" dirty="0">
                  <a:latin typeface="Aptos" panose="020B0004020202020204" pitchFamily="34" charset="0"/>
                  <a:ea typeface="ＭＳ Ｐゴシック" charset="-128"/>
                  <a:cs typeface="Arial" pitchFamily="34" charset="0"/>
                </a:rPr>
                <a:t>Performance management</a:t>
              </a:r>
            </a:p>
          </p:txBody>
        </p:sp>
        <p:sp>
          <p:nvSpPr>
            <p:cNvPr id="72" name="Oval 36"/>
            <p:cNvSpPr>
              <a:spLocks noChangeArrowheads="1"/>
            </p:cNvSpPr>
            <p:nvPr/>
          </p:nvSpPr>
          <p:spPr bwMode="auto">
            <a:xfrm>
              <a:off x="8776123" y="3718084"/>
              <a:ext cx="1155747" cy="502920"/>
            </a:xfrm>
            <a:prstGeom prst="ellipse">
              <a:avLst/>
            </a:prstGeom>
            <a:solidFill>
              <a:schemeClr val="accent1"/>
            </a:solidFill>
            <a:ln w="6350" algn="ctr">
              <a:noFill/>
              <a:round/>
              <a:headEnd type="none" w="sm" len="sm"/>
              <a:tailEnd type="none" w="sm" len="sm"/>
            </a:ln>
          </p:spPr>
          <p:txBody>
            <a:bodyPr wrap="none" lIns="72231" tIns="72231" rIns="72231" bIns="72231" anchor="ctr"/>
            <a:lstStyle/>
            <a:p>
              <a:pPr algn="ctr"/>
              <a:r>
                <a:rPr lang="en-GB" altLang="ja-JP" sz="1000" dirty="0">
                  <a:latin typeface="Aptos" panose="020B0004020202020204" pitchFamily="34" charset="0"/>
                  <a:ea typeface="ＭＳ Ｐゴシック" charset="-128"/>
                  <a:cs typeface="Arial" pitchFamily="34" charset="0"/>
                </a:rPr>
                <a:t>Actions</a:t>
              </a:r>
            </a:p>
          </p:txBody>
        </p:sp>
        <p:sp>
          <p:nvSpPr>
            <p:cNvPr id="73" name="AutoShape 10"/>
            <p:cNvSpPr>
              <a:spLocks noChangeArrowheads="1"/>
            </p:cNvSpPr>
            <p:nvPr/>
          </p:nvSpPr>
          <p:spPr bwMode="auto">
            <a:xfrm>
              <a:off x="3584930" y="1978025"/>
              <a:ext cx="1932694" cy="548640"/>
            </a:xfrm>
            <a:prstGeom prst="chevron">
              <a:avLst>
                <a:gd name="adj" fmla="val 32490"/>
              </a:avLst>
            </a:prstGeom>
            <a:solidFill>
              <a:schemeClr val="tx2">
                <a:lumMod val="50000"/>
              </a:schemeClr>
            </a:solidFill>
            <a:ln w="6350" algn="ctr">
              <a:noFill/>
              <a:miter lim="800000"/>
              <a:headEnd type="none" w="sm" len="sm"/>
              <a:tailEnd type="none" w="sm" len="sm"/>
            </a:ln>
          </p:spPr>
          <p:txBody>
            <a:bodyPr lIns="72231" tIns="72231" rIns="72231" bIns="72231" anchor="ctr"/>
            <a:lstStyle/>
            <a:p>
              <a:pPr>
                <a:buClr>
                  <a:schemeClr val="bg1"/>
                </a:buClr>
                <a:defRPr/>
              </a:pPr>
              <a:r>
                <a:rPr lang="en-GB" sz="1000" dirty="0">
                  <a:solidFill>
                    <a:schemeClr val="bg1"/>
                  </a:solidFill>
                  <a:latin typeface="Aptos" panose="020B0004020202020204" pitchFamily="34" charset="0"/>
                  <a:cs typeface="Arial" pitchFamily="34" charset="0"/>
                </a:rPr>
                <a:t>Conduct analysis</a:t>
              </a:r>
              <a:endParaRPr lang="en-GB" altLang="ja-JP" sz="1000" dirty="0">
                <a:solidFill>
                  <a:schemeClr val="bg1"/>
                </a:solidFill>
                <a:latin typeface="Aptos" panose="020B0004020202020204" pitchFamily="34" charset="0"/>
                <a:ea typeface="ＭＳ Ｐゴシック" pitchFamily="50" charset="-128"/>
                <a:cs typeface="Arial" pitchFamily="34" charset="0"/>
              </a:endParaRPr>
            </a:p>
          </p:txBody>
        </p:sp>
        <p:sp>
          <p:nvSpPr>
            <p:cNvPr id="74" name="AutoShape 11"/>
            <p:cNvSpPr>
              <a:spLocks noChangeArrowheads="1"/>
            </p:cNvSpPr>
            <p:nvPr/>
          </p:nvSpPr>
          <p:spPr bwMode="auto">
            <a:xfrm>
              <a:off x="1889760" y="1978025"/>
              <a:ext cx="1794644" cy="548640"/>
            </a:xfrm>
            <a:prstGeom prst="homePlate">
              <a:avLst>
                <a:gd name="adj" fmla="val 31290"/>
              </a:avLst>
            </a:prstGeom>
            <a:solidFill>
              <a:schemeClr val="tx2">
                <a:lumMod val="50000"/>
              </a:schemeClr>
            </a:solidFill>
            <a:ln w="6350" algn="ctr">
              <a:noFill/>
              <a:miter lim="800000"/>
              <a:headEnd type="none" w="sm" len="sm"/>
              <a:tailEnd type="none" w="sm" len="sm"/>
            </a:ln>
          </p:spPr>
          <p:txBody>
            <a:bodyPr lIns="72231" tIns="72231" rIns="72231" bIns="72231" anchor="ctr"/>
            <a:lstStyle/>
            <a:p>
              <a:pPr>
                <a:buClr>
                  <a:schemeClr val="bg1"/>
                </a:buClr>
                <a:defRPr/>
              </a:pPr>
              <a:r>
                <a:rPr lang="en-GB" sz="1000" dirty="0">
                  <a:solidFill>
                    <a:schemeClr val="bg1"/>
                  </a:solidFill>
                  <a:latin typeface="Aptos" panose="020B0004020202020204" pitchFamily="34" charset="0"/>
                  <a:cs typeface="Arial" pitchFamily="34" charset="0"/>
                </a:rPr>
                <a:t>Evaluate situation</a:t>
              </a:r>
              <a:endParaRPr lang="en-GB" altLang="ja-JP" sz="1000" dirty="0">
                <a:solidFill>
                  <a:schemeClr val="bg1"/>
                </a:solidFill>
                <a:latin typeface="Aptos" panose="020B0004020202020204" pitchFamily="34" charset="0"/>
                <a:ea typeface="ＭＳ Ｐゴシック" pitchFamily="50" charset="-128"/>
                <a:cs typeface="Arial" pitchFamily="34" charset="0"/>
              </a:endParaRPr>
            </a:p>
          </p:txBody>
        </p:sp>
        <p:sp>
          <p:nvSpPr>
            <p:cNvPr id="75" name="AutoShape 28"/>
            <p:cNvSpPr>
              <a:spLocks noChangeArrowheads="1"/>
            </p:cNvSpPr>
            <p:nvPr/>
          </p:nvSpPr>
          <p:spPr bwMode="auto">
            <a:xfrm>
              <a:off x="5412438" y="1978025"/>
              <a:ext cx="2929961" cy="548640"/>
            </a:xfrm>
            <a:prstGeom prst="chevron">
              <a:avLst>
                <a:gd name="adj" fmla="val 32358"/>
              </a:avLst>
            </a:prstGeom>
            <a:solidFill>
              <a:schemeClr val="tx2">
                <a:lumMod val="50000"/>
              </a:schemeClr>
            </a:solidFill>
            <a:ln w="6350" algn="ctr">
              <a:noFill/>
              <a:miter lim="800000"/>
              <a:headEnd type="none" w="sm" len="sm"/>
              <a:tailEnd type="none" w="sm" len="sm"/>
            </a:ln>
          </p:spPr>
          <p:txBody>
            <a:bodyPr lIns="72231" tIns="72231" rIns="72231" bIns="72231" anchor="ctr"/>
            <a:lstStyle/>
            <a:p>
              <a:pPr>
                <a:buClr>
                  <a:schemeClr val="bg1"/>
                </a:buClr>
                <a:defRPr/>
              </a:pPr>
              <a:r>
                <a:rPr lang="en-GB" sz="1000" dirty="0">
                  <a:solidFill>
                    <a:schemeClr val="bg1"/>
                  </a:solidFill>
                  <a:latin typeface="Aptos" panose="020B0004020202020204" pitchFamily="34" charset="0"/>
                  <a:cs typeface="Arial" pitchFamily="34" charset="0"/>
                </a:rPr>
                <a:t>Formulate strategy</a:t>
              </a:r>
              <a:endParaRPr lang="en-GB" altLang="ja-JP" sz="1000" dirty="0">
                <a:solidFill>
                  <a:schemeClr val="bg1"/>
                </a:solidFill>
                <a:latin typeface="Aptos" panose="020B0004020202020204" pitchFamily="34" charset="0"/>
                <a:ea typeface="ＭＳ Ｐゴシック" pitchFamily="50" charset="-128"/>
                <a:cs typeface="Arial" pitchFamily="34" charset="0"/>
              </a:endParaRPr>
            </a:p>
          </p:txBody>
        </p:sp>
        <p:sp>
          <p:nvSpPr>
            <p:cNvPr id="76" name="AutoShape 29"/>
            <p:cNvSpPr>
              <a:spLocks noChangeArrowheads="1"/>
            </p:cNvSpPr>
            <p:nvPr/>
          </p:nvSpPr>
          <p:spPr bwMode="auto">
            <a:xfrm>
              <a:off x="8231498" y="1978025"/>
              <a:ext cx="2070743" cy="548640"/>
            </a:xfrm>
            <a:prstGeom prst="chevron">
              <a:avLst>
                <a:gd name="adj" fmla="val 30967"/>
              </a:avLst>
            </a:prstGeom>
            <a:solidFill>
              <a:schemeClr val="tx2">
                <a:lumMod val="50000"/>
              </a:schemeClr>
            </a:solidFill>
            <a:ln w="6350" algn="ctr">
              <a:noFill/>
              <a:miter lim="800000"/>
              <a:headEnd type="none" w="sm" len="sm"/>
              <a:tailEnd type="none" w="sm" len="sm"/>
            </a:ln>
          </p:spPr>
          <p:txBody>
            <a:bodyPr lIns="72231" tIns="72231" rIns="72231" bIns="72231" anchor="ctr"/>
            <a:lstStyle/>
            <a:p>
              <a:pPr>
                <a:buClr>
                  <a:schemeClr val="bg1"/>
                </a:buClr>
                <a:defRPr/>
              </a:pPr>
              <a:r>
                <a:rPr lang="en-GB" sz="1000" dirty="0">
                  <a:solidFill>
                    <a:schemeClr val="bg1"/>
                  </a:solidFill>
                  <a:latin typeface="Aptos" panose="020B0004020202020204" pitchFamily="34" charset="0"/>
                  <a:ea typeface="ＭＳ Ｐゴシック" pitchFamily="50" charset="-128"/>
                  <a:cs typeface="Arial" pitchFamily="34" charset="0"/>
                </a:rPr>
                <a:t>Plan implementation</a:t>
              </a:r>
              <a:endParaRPr lang="en-GB" altLang="ja-JP" sz="1000" dirty="0">
                <a:solidFill>
                  <a:schemeClr val="bg1"/>
                </a:solidFill>
                <a:latin typeface="Aptos" panose="020B0004020202020204" pitchFamily="34" charset="0"/>
                <a:ea typeface="ＭＳ Ｐゴシック" pitchFamily="50" charset="-128"/>
                <a:cs typeface="Arial" pitchFamily="34" charset="0"/>
              </a:endParaRPr>
            </a:p>
          </p:txBody>
        </p:sp>
        <p:sp>
          <p:nvSpPr>
            <p:cNvPr id="78" name="Rectangle 35"/>
            <p:cNvSpPr>
              <a:spLocks noChangeArrowheads="1"/>
            </p:cNvSpPr>
            <p:nvPr/>
          </p:nvSpPr>
          <p:spPr bwMode="auto">
            <a:xfrm>
              <a:off x="8759635" y="2752568"/>
              <a:ext cx="1188720" cy="621792"/>
            </a:xfrm>
            <a:prstGeom prst="rect">
              <a:avLst/>
            </a:prstGeom>
            <a:solidFill>
              <a:schemeClr val="bg1"/>
            </a:solidFill>
            <a:ln w="12700">
              <a:noFill/>
              <a:miter lim="800000"/>
              <a:headEnd type="none" w="sm" len="sm"/>
              <a:tailEnd type="none" w="sm" len="sm"/>
            </a:ln>
          </p:spPr>
          <p:txBody>
            <a:bodyPr lIns="72231" tIns="72231" rIns="72231" bIns="72231" anchor="ctr"/>
            <a:lstStyle/>
            <a:p>
              <a:pPr algn="ctr"/>
              <a:r>
                <a:rPr lang="en-GB" altLang="ja-JP" sz="1000" dirty="0">
                  <a:latin typeface="Aptos" panose="020B0004020202020204" pitchFamily="34" charset="0"/>
                  <a:ea typeface="ＭＳ Ｐゴシック" charset="-128"/>
                  <a:cs typeface="Arial" pitchFamily="34" charset="0"/>
                </a:rPr>
                <a:t>Detailed </a:t>
              </a:r>
              <a:br>
                <a:rPr lang="en-GB" altLang="ja-JP" sz="1000" dirty="0">
                  <a:latin typeface="Aptos" panose="020B0004020202020204" pitchFamily="34" charset="0"/>
                  <a:ea typeface="ＭＳ Ｐゴシック" charset="-128"/>
                  <a:cs typeface="Arial" pitchFamily="34" charset="0"/>
                </a:rPr>
              </a:br>
              <a:r>
                <a:rPr lang="en-GB" altLang="ja-JP" sz="1000" dirty="0">
                  <a:latin typeface="Aptos" panose="020B0004020202020204" pitchFamily="34" charset="0"/>
                  <a:ea typeface="ＭＳ Ｐゴシック" charset="-128"/>
                  <a:cs typeface="Arial" pitchFamily="34" charset="0"/>
                </a:rPr>
                <a:t>planning</a:t>
              </a:r>
            </a:p>
          </p:txBody>
        </p:sp>
        <p:sp>
          <p:nvSpPr>
            <p:cNvPr id="79" name="Rectangle 20"/>
            <p:cNvSpPr>
              <a:spLocks noChangeArrowheads="1"/>
            </p:cNvSpPr>
            <p:nvPr/>
          </p:nvSpPr>
          <p:spPr bwMode="auto">
            <a:xfrm>
              <a:off x="1958340" y="2752568"/>
              <a:ext cx="1188720" cy="621792"/>
            </a:xfrm>
            <a:prstGeom prst="rect">
              <a:avLst/>
            </a:prstGeom>
            <a:solidFill>
              <a:schemeClr val="bg1"/>
            </a:solidFill>
            <a:ln w="12700">
              <a:noFill/>
              <a:miter lim="800000"/>
              <a:headEnd type="none" w="sm" len="sm"/>
              <a:tailEnd type="none" w="sm" len="sm"/>
            </a:ln>
          </p:spPr>
          <p:txBody>
            <a:bodyPr lIns="72231" tIns="72231" rIns="72231" bIns="72231" anchor="ctr"/>
            <a:lstStyle/>
            <a:p>
              <a:pPr algn="ctr"/>
              <a:r>
                <a:rPr lang="en-GB" altLang="ja-JP" sz="1000" dirty="0">
                  <a:latin typeface="Aptos" panose="020B0004020202020204" pitchFamily="34" charset="0"/>
                  <a:ea typeface="ＭＳ Ｐゴシック" charset="-128"/>
                  <a:cs typeface="Arial" pitchFamily="34" charset="0"/>
                </a:rPr>
                <a:t>Financial</a:t>
              </a:r>
            </a:p>
            <a:p>
              <a:pPr algn="ctr"/>
              <a:r>
                <a:rPr lang="en-GB" altLang="ja-JP" sz="1000" dirty="0">
                  <a:latin typeface="Aptos" panose="020B0004020202020204" pitchFamily="34" charset="0"/>
                  <a:ea typeface="ＭＳ Ｐゴシック" charset="-128"/>
                  <a:cs typeface="Arial" pitchFamily="34" charset="0"/>
                </a:rPr>
                <a:t>review</a:t>
              </a:r>
            </a:p>
          </p:txBody>
        </p:sp>
        <p:sp>
          <p:nvSpPr>
            <p:cNvPr id="80" name="Rectangle 27"/>
            <p:cNvSpPr>
              <a:spLocks noChangeArrowheads="1"/>
            </p:cNvSpPr>
            <p:nvPr/>
          </p:nvSpPr>
          <p:spPr bwMode="auto">
            <a:xfrm>
              <a:off x="3714048" y="2752568"/>
              <a:ext cx="1188720" cy="621792"/>
            </a:xfrm>
            <a:prstGeom prst="rect">
              <a:avLst/>
            </a:prstGeom>
            <a:solidFill>
              <a:schemeClr val="bg1"/>
            </a:solidFill>
            <a:ln w="12700">
              <a:noFill/>
              <a:miter lim="800000"/>
              <a:headEnd type="none" w="sm" len="sm"/>
              <a:tailEnd type="none" w="sm" len="sm"/>
            </a:ln>
          </p:spPr>
          <p:txBody>
            <a:bodyPr lIns="72231" tIns="72231" rIns="72231" bIns="72231" anchor="ctr"/>
            <a:lstStyle/>
            <a:p>
              <a:pPr algn="ctr"/>
              <a:r>
                <a:rPr lang="en-GB" altLang="ja-JP" sz="1000" dirty="0">
                  <a:latin typeface="Aptos" panose="020B0004020202020204" pitchFamily="34" charset="0"/>
                  <a:ea typeface="ＭＳ Ｐゴシック" charset="-128"/>
                  <a:cs typeface="Arial" pitchFamily="34" charset="0"/>
                </a:rPr>
                <a:t>Financial needs</a:t>
              </a:r>
            </a:p>
          </p:txBody>
        </p:sp>
        <p:sp>
          <p:nvSpPr>
            <p:cNvPr id="81" name="Rectangle 12"/>
            <p:cNvSpPr>
              <a:spLocks noChangeArrowheads="1"/>
            </p:cNvSpPr>
            <p:nvPr/>
          </p:nvSpPr>
          <p:spPr bwMode="auto">
            <a:xfrm>
              <a:off x="5469756" y="2752568"/>
              <a:ext cx="1188720" cy="621792"/>
            </a:xfrm>
            <a:prstGeom prst="rect">
              <a:avLst/>
            </a:prstGeom>
            <a:solidFill>
              <a:schemeClr val="bg1"/>
            </a:solidFill>
            <a:ln w="12700">
              <a:noFill/>
              <a:miter lim="800000"/>
              <a:headEnd type="none" w="sm" len="sm"/>
              <a:tailEnd type="none" w="sm" len="sm"/>
            </a:ln>
          </p:spPr>
          <p:txBody>
            <a:bodyPr lIns="72231" tIns="72231" rIns="72231" bIns="72231" anchor="ctr"/>
            <a:lstStyle/>
            <a:p>
              <a:pPr algn="ctr"/>
              <a:r>
                <a:rPr lang="en-GB" altLang="ja-JP" sz="1000" dirty="0">
                  <a:latin typeface="Aptos" panose="020B0004020202020204" pitchFamily="34" charset="0"/>
                  <a:ea typeface="ＭＳ Ｐゴシック" charset="-128"/>
                  <a:cs typeface="Arial" pitchFamily="34" charset="0"/>
                </a:rPr>
                <a:t>Cost and asset reduction</a:t>
              </a:r>
              <a:endParaRPr lang="ja-JP" altLang="en-GB" sz="1000" dirty="0">
                <a:latin typeface="Aptos" panose="020B0004020202020204" pitchFamily="34" charset="0"/>
                <a:ea typeface="ＭＳ Ｐゴシック" charset="-128"/>
                <a:cs typeface="Arial" pitchFamily="34" charset="0"/>
              </a:endParaRPr>
            </a:p>
          </p:txBody>
        </p:sp>
      </p:grpSp>
    </p:spTree>
    <p:extLst>
      <p:ext uri="{BB962C8B-B14F-4D97-AF65-F5344CB8AC3E}">
        <p14:creationId xmlns:p14="http://schemas.microsoft.com/office/powerpoint/2010/main" val="3496806629"/>
      </p:ext>
    </p:extLst>
  </p:cSld>
  <p:clrMapOvr>
    <a:masterClrMapping/>
  </p:clrMapOvr>
  <p:transition>
    <p:fade/>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a:t>Subtitle runs here</a:t>
            </a:r>
            <a:endParaRPr lang="en-US" dirty="0"/>
          </a:p>
        </p:txBody>
      </p:sp>
      <p:sp>
        <p:nvSpPr>
          <p:cNvPr id="763905" name="Title 1"/>
          <p:cNvSpPr>
            <a:spLocks noGrp="1"/>
          </p:cNvSpPr>
          <p:nvPr>
            <p:ph type="title"/>
          </p:nvPr>
        </p:nvSpPr>
        <p:spPr/>
        <p:txBody>
          <a:bodyPr/>
          <a:lstStyle/>
          <a:p>
            <a:r>
              <a:rPr lang="en-US"/>
              <a:t>Competitive strategy 3.0 </a:t>
            </a:r>
            <a:r>
              <a:rPr lang="en-US" altLang="ja-JP"/>
              <a:t>framework </a:t>
            </a:r>
            <a:endParaRPr lang="en-US" dirty="0"/>
          </a:p>
        </p:txBody>
      </p:sp>
      <p:grpSp>
        <p:nvGrpSpPr>
          <p:cNvPr id="2" name="Group 1">
            <a:extLst>
              <a:ext uri="{FF2B5EF4-FFF2-40B4-BE49-F238E27FC236}">
                <a16:creationId xmlns:a16="http://schemas.microsoft.com/office/drawing/2014/main" id="{FCA860F8-7437-4B9F-87E7-CEC05CFE36C7}"/>
              </a:ext>
            </a:extLst>
          </p:cNvPr>
          <p:cNvGrpSpPr/>
          <p:nvPr/>
        </p:nvGrpSpPr>
        <p:grpSpPr>
          <a:xfrm>
            <a:off x="407591" y="1776222"/>
            <a:ext cx="9090819" cy="3837286"/>
            <a:chOff x="1893570" y="1394809"/>
            <a:chExt cx="8412480" cy="4722812"/>
          </a:xfrm>
        </p:grpSpPr>
        <p:sp>
          <p:nvSpPr>
            <p:cNvPr id="763907" name="Text Box 3"/>
            <p:cNvSpPr txBox="1">
              <a:spLocks noChangeArrowheads="1"/>
            </p:cNvSpPr>
            <p:nvPr/>
          </p:nvSpPr>
          <p:spPr bwMode="auto">
            <a:xfrm>
              <a:off x="1908803" y="5706141"/>
              <a:ext cx="1005840" cy="378802"/>
            </a:xfrm>
            <a:prstGeom prst="rect">
              <a:avLst/>
            </a:prstGeom>
            <a:noFill/>
            <a:ln w="9525" algn="ctr">
              <a:noFill/>
              <a:miter lim="800000"/>
              <a:headEnd/>
              <a:tailEnd/>
            </a:ln>
          </p:spPr>
          <p:txBody>
            <a:bodyPr wrap="square" lIns="0" tIns="0" rIns="0" bIns="0">
              <a:spAutoFit/>
            </a:bodyPr>
            <a:lstStyle/>
            <a:p>
              <a:r>
                <a:rPr lang="en-US" altLang="ja-JP" sz="1000" dirty="0">
                  <a:latin typeface="Aptos" panose="020B0004020202020204" pitchFamily="34" charset="0"/>
                  <a:ea typeface="ＭＳ Ｐゴシック" charset="-128"/>
                </a:rPr>
                <a:t>Project</a:t>
              </a:r>
              <a:br>
                <a:rPr lang="en-US" altLang="ja-JP" sz="1000" dirty="0">
                  <a:latin typeface="Aptos" panose="020B0004020202020204" pitchFamily="34" charset="0"/>
                  <a:ea typeface="ＭＳ Ｐゴシック" charset="-128"/>
                </a:rPr>
              </a:br>
              <a:r>
                <a:rPr lang="en-US" altLang="ja-JP" sz="1000" dirty="0">
                  <a:latin typeface="Aptos" panose="020B0004020202020204" pitchFamily="34" charset="0"/>
                  <a:ea typeface="ＭＳ Ｐゴシック" charset="-128"/>
                </a:rPr>
                <a:t>management</a:t>
              </a:r>
            </a:p>
          </p:txBody>
        </p:sp>
        <p:sp>
          <p:nvSpPr>
            <p:cNvPr id="5" name="AutoShape 4"/>
            <p:cNvSpPr>
              <a:spLocks noChangeArrowheads="1"/>
            </p:cNvSpPr>
            <p:nvPr/>
          </p:nvSpPr>
          <p:spPr bwMode="auto">
            <a:xfrm>
              <a:off x="6603110" y="1394809"/>
              <a:ext cx="1920240" cy="548640"/>
            </a:xfrm>
            <a:prstGeom prst="chevron">
              <a:avLst>
                <a:gd name="adj" fmla="val 36855"/>
              </a:avLst>
            </a:prstGeom>
            <a:solidFill>
              <a:schemeClr val="accent3"/>
            </a:solidFill>
            <a:ln w="6350" algn="ctr">
              <a:noFill/>
              <a:miter lim="800000"/>
              <a:headEnd type="none" w="sm" len="sm"/>
              <a:tailEnd type="none" w="sm" len="sm"/>
            </a:ln>
          </p:spPr>
          <p:txBody>
            <a:bodyPr wrap="none" lIns="72231" tIns="72231" rIns="72231" bIns="72231" anchor="ctr"/>
            <a:lstStyle/>
            <a:p>
              <a:pPr marL="139306" indent="-139306"/>
              <a:r>
                <a:rPr lang="en-US" sz="1000" dirty="0">
                  <a:solidFill>
                    <a:schemeClr val="bg1"/>
                  </a:solidFill>
                  <a:latin typeface="Aptos" panose="020B0004020202020204" pitchFamily="34" charset="0"/>
                  <a:cs typeface="Arial" pitchFamily="34" charset="0"/>
                </a:rPr>
                <a:t>3. Formulate</a:t>
              </a:r>
              <a:br>
                <a:rPr lang="en-US" sz="1000" dirty="0">
                  <a:solidFill>
                    <a:schemeClr val="bg1"/>
                  </a:solidFill>
                  <a:latin typeface="Aptos" panose="020B0004020202020204" pitchFamily="34" charset="0"/>
                  <a:cs typeface="Arial" pitchFamily="34" charset="0"/>
                </a:rPr>
              </a:br>
              <a:r>
                <a:rPr lang="en-US" sz="1000" dirty="0">
                  <a:solidFill>
                    <a:schemeClr val="bg1"/>
                  </a:solidFill>
                  <a:latin typeface="Aptos" panose="020B0004020202020204" pitchFamily="34" charset="0"/>
                  <a:cs typeface="Arial" pitchFamily="34" charset="0"/>
                </a:rPr>
                <a:t>strategy</a:t>
              </a:r>
            </a:p>
          </p:txBody>
        </p:sp>
        <p:sp>
          <p:nvSpPr>
            <p:cNvPr id="6" name="AutoShape 5"/>
            <p:cNvSpPr>
              <a:spLocks noChangeArrowheads="1"/>
            </p:cNvSpPr>
            <p:nvPr/>
          </p:nvSpPr>
          <p:spPr bwMode="auto">
            <a:xfrm>
              <a:off x="8385810" y="1394809"/>
              <a:ext cx="1920240" cy="548640"/>
            </a:xfrm>
            <a:prstGeom prst="chevron">
              <a:avLst>
                <a:gd name="adj" fmla="val 36855"/>
              </a:avLst>
            </a:prstGeom>
            <a:solidFill>
              <a:schemeClr val="accent3"/>
            </a:solidFill>
            <a:ln w="6350" algn="ctr">
              <a:noFill/>
              <a:miter lim="800000"/>
              <a:headEnd type="none" w="sm" len="sm"/>
              <a:tailEnd type="none" w="sm" len="sm"/>
            </a:ln>
          </p:spPr>
          <p:txBody>
            <a:bodyPr wrap="none" lIns="72231" tIns="72231" rIns="72231" bIns="72231" anchor="ctr"/>
            <a:lstStyle/>
            <a:p>
              <a:pPr marL="139306" indent="-139306"/>
              <a:r>
                <a:rPr lang="en-US" sz="1000" dirty="0">
                  <a:solidFill>
                    <a:schemeClr val="bg1"/>
                  </a:solidFill>
                  <a:latin typeface="Aptos" panose="020B0004020202020204" pitchFamily="34" charset="0"/>
                  <a:cs typeface="Arial" pitchFamily="34" charset="0"/>
                </a:rPr>
                <a:t>4. Plan</a:t>
              </a:r>
              <a:br>
                <a:rPr lang="en-US" sz="1000" dirty="0">
                  <a:solidFill>
                    <a:schemeClr val="bg1"/>
                  </a:solidFill>
                  <a:latin typeface="Aptos" panose="020B0004020202020204" pitchFamily="34" charset="0"/>
                  <a:cs typeface="Arial" pitchFamily="34" charset="0"/>
                </a:rPr>
              </a:br>
              <a:r>
                <a:rPr lang="en-US" sz="1000" dirty="0">
                  <a:solidFill>
                    <a:schemeClr val="bg1"/>
                  </a:solidFill>
                  <a:latin typeface="Aptos" panose="020B0004020202020204" pitchFamily="34" charset="0"/>
                  <a:cs typeface="Arial" pitchFamily="34" charset="0"/>
                </a:rPr>
                <a:t>transformation</a:t>
              </a:r>
            </a:p>
          </p:txBody>
        </p:sp>
        <p:sp>
          <p:nvSpPr>
            <p:cNvPr id="7" name="AutoShape 6"/>
            <p:cNvSpPr>
              <a:spLocks noChangeArrowheads="1"/>
            </p:cNvSpPr>
            <p:nvPr/>
          </p:nvSpPr>
          <p:spPr bwMode="auto">
            <a:xfrm>
              <a:off x="3037710" y="1394809"/>
              <a:ext cx="1920240" cy="548640"/>
            </a:xfrm>
            <a:prstGeom prst="homePlate">
              <a:avLst>
                <a:gd name="adj" fmla="val 38784"/>
              </a:avLst>
            </a:prstGeom>
            <a:solidFill>
              <a:schemeClr val="accent3"/>
            </a:solidFill>
            <a:ln w="6350" algn="ctr">
              <a:noFill/>
              <a:miter lim="800000"/>
              <a:headEnd type="none" w="sm" len="sm"/>
              <a:tailEnd type="none" w="sm" len="sm"/>
            </a:ln>
          </p:spPr>
          <p:txBody>
            <a:bodyPr wrap="none" lIns="72231" tIns="72231" rIns="72231" bIns="72231" anchor="ctr"/>
            <a:lstStyle/>
            <a:p>
              <a:pPr marL="139306" indent="-139306"/>
              <a:r>
                <a:rPr lang="en-US" sz="1000" dirty="0">
                  <a:solidFill>
                    <a:schemeClr val="bg1"/>
                  </a:solidFill>
                  <a:latin typeface="Aptos" panose="020B0004020202020204" pitchFamily="34" charset="0"/>
                  <a:cs typeface="Arial" pitchFamily="34" charset="0"/>
                </a:rPr>
                <a:t>1. Evaluate</a:t>
              </a:r>
              <a:br>
                <a:rPr lang="en-US" sz="1000" dirty="0">
                  <a:solidFill>
                    <a:schemeClr val="bg1"/>
                  </a:solidFill>
                  <a:latin typeface="Aptos" panose="020B0004020202020204" pitchFamily="34" charset="0"/>
                  <a:cs typeface="Arial" pitchFamily="34" charset="0"/>
                </a:rPr>
              </a:br>
              <a:r>
                <a:rPr lang="en-US" sz="1000" dirty="0">
                  <a:solidFill>
                    <a:schemeClr val="bg1"/>
                  </a:solidFill>
                  <a:latin typeface="Aptos" panose="020B0004020202020204" pitchFamily="34" charset="0"/>
                  <a:cs typeface="Arial" pitchFamily="34" charset="0"/>
                </a:rPr>
                <a:t>situation</a:t>
              </a:r>
            </a:p>
          </p:txBody>
        </p:sp>
        <p:sp>
          <p:nvSpPr>
            <p:cNvPr id="8" name="AutoShape 7"/>
            <p:cNvSpPr>
              <a:spLocks noChangeArrowheads="1"/>
            </p:cNvSpPr>
            <p:nvPr/>
          </p:nvSpPr>
          <p:spPr bwMode="auto">
            <a:xfrm>
              <a:off x="4820410" y="1394809"/>
              <a:ext cx="1920240" cy="548640"/>
            </a:xfrm>
            <a:prstGeom prst="chevron">
              <a:avLst>
                <a:gd name="adj" fmla="val 36855"/>
              </a:avLst>
            </a:prstGeom>
            <a:solidFill>
              <a:schemeClr val="accent3"/>
            </a:solidFill>
            <a:ln w="6350" algn="ctr">
              <a:noFill/>
              <a:miter lim="800000"/>
              <a:headEnd type="none" w="sm" len="sm"/>
              <a:tailEnd type="none" w="sm" len="sm"/>
            </a:ln>
          </p:spPr>
          <p:txBody>
            <a:bodyPr wrap="none" lIns="72231" tIns="72231" rIns="72231" bIns="72231" anchor="ctr"/>
            <a:lstStyle/>
            <a:p>
              <a:pPr marL="139306" indent="-139306"/>
              <a:r>
                <a:rPr lang="en-US" sz="1000" dirty="0">
                  <a:solidFill>
                    <a:schemeClr val="bg1"/>
                  </a:solidFill>
                  <a:latin typeface="Aptos" panose="020B0004020202020204" pitchFamily="34" charset="0"/>
                  <a:cs typeface="Arial" pitchFamily="34" charset="0"/>
                </a:rPr>
                <a:t>2.	Conduct </a:t>
              </a:r>
              <a:br>
                <a:rPr lang="en-US" sz="1000" dirty="0">
                  <a:solidFill>
                    <a:schemeClr val="bg1"/>
                  </a:solidFill>
                  <a:latin typeface="Aptos" panose="020B0004020202020204" pitchFamily="34" charset="0"/>
                  <a:cs typeface="Arial" pitchFamily="34" charset="0"/>
                </a:rPr>
              </a:br>
              <a:r>
                <a:rPr lang="en-US" sz="1000" dirty="0">
                  <a:solidFill>
                    <a:schemeClr val="bg1"/>
                  </a:solidFill>
                  <a:latin typeface="Aptos" panose="020B0004020202020204" pitchFamily="34" charset="0"/>
                  <a:cs typeface="Arial" pitchFamily="34" charset="0"/>
                </a:rPr>
                <a:t>analysis</a:t>
              </a:r>
            </a:p>
          </p:txBody>
        </p:sp>
        <p:sp>
          <p:nvSpPr>
            <p:cNvPr id="9" name="Rectangle 8"/>
            <p:cNvSpPr>
              <a:spLocks noChangeArrowheads="1"/>
            </p:cNvSpPr>
            <p:nvPr/>
          </p:nvSpPr>
          <p:spPr bwMode="auto">
            <a:xfrm>
              <a:off x="3037710" y="2011549"/>
              <a:ext cx="1737360" cy="411480"/>
            </a:xfrm>
            <a:prstGeom prst="rect">
              <a:avLst/>
            </a:prstGeom>
            <a:solidFill>
              <a:schemeClr val="accent6"/>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solidFill>
                    <a:schemeClr val="bg1"/>
                  </a:solidFill>
                  <a:latin typeface="Aptos" panose="020B0004020202020204" pitchFamily="34" charset="0"/>
                  <a:ea typeface="ＭＳ Ｐゴシック" pitchFamily="50" charset="-128"/>
                </a:rPr>
                <a:t>Document strategic </a:t>
              </a:r>
              <a:br>
                <a:rPr lang="en-US" altLang="ja-JP" sz="1000" dirty="0">
                  <a:solidFill>
                    <a:schemeClr val="bg1"/>
                  </a:solidFill>
                  <a:latin typeface="Aptos" panose="020B0004020202020204" pitchFamily="34" charset="0"/>
                  <a:ea typeface="ＭＳ Ｐゴシック" pitchFamily="50" charset="-128"/>
                </a:rPr>
              </a:br>
              <a:r>
                <a:rPr lang="en-US" altLang="ja-JP" sz="1000" dirty="0">
                  <a:solidFill>
                    <a:schemeClr val="bg1"/>
                  </a:solidFill>
                  <a:latin typeface="Aptos" panose="020B0004020202020204" pitchFamily="34" charset="0"/>
                  <a:ea typeface="ＭＳ Ｐゴシック" pitchFamily="50" charset="-128"/>
                </a:rPr>
                <a:t>direction and objectives</a:t>
              </a:r>
            </a:p>
          </p:txBody>
        </p:sp>
        <p:sp>
          <p:nvSpPr>
            <p:cNvPr id="10" name="Rectangle 9"/>
            <p:cNvSpPr>
              <a:spLocks noChangeArrowheads="1"/>
            </p:cNvSpPr>
            <p:nvPr/>
          </p:nvSpPr>
          <p:spPr bwMode="auto">
            <a:xfrm>
              <a:off x="3037710" y="2486979"/>
              <a:ext cx="1737360" cy="411480"/>
            </a:xfrm>
            <a:prstGeom prst="rect">
              <a:avLst/>
            </a:prstGeom>
            <a:solidFill>
              <a:schemeClr val="bg1">
                <a:lumMod val="65000"/>
              </a:schemeClr>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latin typeface="Aptos" panose="020B0004020202020204" pitchFamily="34" charset="0"/>
                  <a:ea typeface="ＭＳ Ｐゴシック" pitchFamily="50" charset="-128"/>
                </a:rPr>
                <a:t>Conduct preliminary</a:t>
              </a:r>
              <a:br>
                <a:rPr lang="en-US" altLang="ja-JP" sz="1000" dirty="0">
                  <a:latin typeface="Aptos" panose="020B0004020202020204" pitchFamily="34" charset="0"/>
                  <a:ea typeface="ＭＳ Ｐゴシック" pitchFamily="50" charset="-128"/>
                </a:rPr>
              </a:br>
              <a:r>
                <a:rPr lang="en-US" altLang="ja-JP" sz="1000" dirty="0">
                  <a:latin typeface="Aptos" panose="020B0004020202020204" pitchFamily="34" charset="0"/>
                  <a:ea typeface="ＭＳ Ｐゴシック" pitchFamily="50" charset="-128"/>
                </a:rPr>
                <a:t>situation assessment</a:t>
              </a:r>
            </a:p>
          </p:txBody>
        </p:sp>
        <p:sp>
          <p:nvSpPr>
            <p:cNvPr id="11" name="Rectangle 10"/>
            <p:cNvSpPr>
              <a:spLocks noChangeArrowheads="1"/>
            </p:cNvSpPr>
            <p:nvPr/>
          </p:nvSpPr>
          <p:spPr bwMode="auto">
            <a:xfrm>
              <a:off x="3037710" y="4768204"/>
              <a:ext cx="1737360" cy="411480"/>
            </a:xfrm>
            <a:prstGeom prst="rect">
              <a:avLst/>
            </a:prstGeom>
            <a:solidFill>
              <a:schemeClr val="bg2"/>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latin typeface="Aptos" panose="020B0004020202020204" pitchFamily="34" charset="0"/>
                  <a:ea typeface="ＭＳ Ｐゴシック" pitchFamily="50" charset="-128"/>
                </a:rPr>
                <a:t>Develop and test</a:t>
              </a:r>
              <a:br>
                <a:rPr lang="en-US" altLang="ja-JP" sz="1000" dirty="0">
                  <a:latin typeface="Aptos" panose="020B0004020202020204" pitchFamily="34" charset="0"/>
                  <a:ea typeface="ＭＳ Ｐゴシック" pitchFamily="50" charset="-128"/>
                </a:rPr>
              </a:br>
              <a:r>
                <a:rPr lang="en-US" altLang="ja-JP" sz="1000" dirty="0">
                  <a:latin typeface="Aptos" panose="020B0004020202020204" pitchFamily="34" charset="0"/>
                  <a:ea typeface="ＭＳ Ｐゴシック" pitchFamily="50" charset="-128"/>
                </a:rPr>
                <a:t>strategic hypotheses</a:t>
              </a:r>
            </a:p>
          </p:txBody>
        </p:sp>
        <p:sp>
          <p:nvSpPr>
            <p:cNvPr id="12" name="Rectangle 11"/>
            <p:cNvSpPr>
              <a:spLocks noChangeArrowheads="1"/>
            </p:cNvSpPr>
            <p:nvPr/>
          </p:nvSpPr>
          <p:spPr bwMode="auto">
            <a:xfrm>
              <a:off x="4820411" y="2486979"/>
              <a:ext cx="1737360" cy="411480"/>
            </a:xfrm>
            <a:prstGeom prst="rect">
              <a:avLst/>
            </a:prstGeom>
            <a:solidFill>
              <a:schemeClr val="bg1">
                <a:lumMod val="65000"/>
              </a:schemeClr>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latin typeface="Aptos" panose="020B0004020202020204" pitchFamily="34" charset="0"/>
                  <a:ea typeface="ＭＳ Ｐゴシック" pitchFamily="50" charset="-128"/>
                </a:rPr>
                <a:t>Analyze market</a:t>
              </a:r>
              <a:br>
                <a:rPr lang="en-US" altLang="ja-JP" sz="1000" dirty="0">
                  <a:latin typeface="Aptos" panose="020B0004020202020204" pitchFamily="34" charset="0"/>
                  <a:ea typeface="ＭＳ Ｐゴシック" pitchFamily="50" charset="-128"/>
                </a:rPr>
              </a:br>
              <a:r>
                <a:rPr lang="en-US" altLang="ja-JP" sz="1000" dirty="0">
                  <a:latin typeface="Aptos" panose="020B0004020202020204" pitchFamily="34" charset="0"/>
                  <a:ea typeface="ＭＳ Ｐゴシック" pitchFamily="50" charset="-128"/>
                </a:rPr>
                <a:t>and industry</a:t>
              </a:r>
            </a:p>
          </p:txBody>
        </p:sp>
        <p:sp>
          <p:nvSpPr>
            <p:cNvPr id="13" name="Rectangle 12"/>
            <p:cNvSpPr>
              <a:spLocks noChangeArrowheads="1"/>
            </p:cNvSpPr>
            <p:nvPr/>
          </p:nvSpPr>
          <p:spPr bwMode="auto">
            <a:xfrm>
              <a:off x="4820411" y="4292774"/>
              <a:ext cx="1737360" cy="411480"/>
            </a:xfrm>
            <a:prstGeom prst="rect">
              <a:avLst/>
            </a:prstGeom>
            <a:solidFill>
              <a:schemeClr val="bg2">
                <a:lumMod val="75000"/>
              </a:schemeClr>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solidFill>
                    <a:schemeClr val="bg1"/>
                  </a:solidFill>
                  <a:latin typeface="Aptos" panose="020B0004020202020204" pitchFamily="34" charset="0"/>
                  <a:ea typeface="ＭＳ Ｐゴシック" pitchFamily="50" charset="-128"/>
                </a:rPr>
                <a:t>Conduct value, profiling and benchmarking</a:t>
              </a:r>
            </a:p>
          </p:txBody>
        </p:sp>
        <p:sp>
          <p:nvSpPr>
            <p:cNvPr id="14" name="Rectangle 13"/>
            <p:cNvSpPr>
              <a:spLocks noChangeArrowheads="1"/>
            </p:cNvSpPr>
            <p:nvPr/>
          </p:nvSpPr>
          <p:spPr bwMode="auto">
            <a:xfrm>
              <a:off x="4820411" y="2930434"/>
              <a:ext cx="1737360" cy="411480"/>
            </a:xfrm>
            <a:prstGeom prst="rect">
              <a:avLst/>
            </a:prstGeom>
            <a:solidFill>
              <a:schemeClr val="bg1">
                <a:lumMod val="65000"/>
              </a:schemeClr>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latin typeface="Aptos" panose="020B0004020202020204" pitchFamily="34" charset="0"/>
                  <a:ea typeface="ＭＳ Ｐゴシック" pitchFamily="50" charset="-128"/>
                </a:rPr>
                <a:t>Conduct customer</a:t>
              </a:r>
              <a:br>
                <a:rPr lang="en-US" altLang="ja-JP" sz="1000" dirty="0">
                  <a:latin typeface="Aptos" panose="020B0004020202020204" pitchFamily="34" charset="0"/>
                  <a:ea typeface="ＭＳ Ｐゴシック" pitchFamily="50" charset="-128"/>
                </a:rPr>
              </a:br>
              <a:r>
                <a:rPr lang="en-US" altLang="ja-JP" sz="1000" dirty="0">
                  <a:latin typeface="Aptos" panose="020B0004020202020204" pitchFamily="34" charset="0"/>
                  <a:ea typeface="ＭＳ Ｐゴシック" pitchFamily="50" charset="-128"/>
                </a:rPr>
                <a:t>analysis</a:t>
              </a:r>
            </a:p>
          </p:txBody>
        </p:sp>
        <p:sp>
          <p:nvSpPr>
            <p:cNvPr id="15" name="Rectangle 14"/>
            <p:cNvSpPr>
              <a:spLocks noChangeArrowheads="1"/>
            </p:cNvSpPr>
            <p:nvPr/>
          </p:nvSpPr>
          <p:spPr bwMode="auto">
            <a:xfrm>
              <a:off x="4820411" y="3373889"/>
              <a:ext cx="1737360" cy="411480"/>
            </a:xfrm>
            <a:prstGeom prst="rect">
              <a:avLst/>
            </a:prstGeom>
            <a:solidFill>
              <a:schemeClr val="bg1">
                <a:lumMod val="65000"/>
              </a:schemeClr>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latin typeface="Aptos" panose="020B0004020202020204" pitchFamily="34" charset="0"/>
                  <a:ea typeface="ＭＳ Ｐゴシック" pitchFamily="50" charset="-128"/>
                </a:rPr>
                <a:t>Analyze competition</a:t>
              </a:r>
              <a:br>
                <a:rPr lang="en-US" altLang="ja-JP" sz="1000" dirty="0">
                  <a:latin typeface="Aptos" panose="020B0004020202020204" pitchFamily="34" charset="0"/>
                  <a:ea typeface="ＭＳ Ｐゴシック" pitchFamily="50" charset="-128"/>
                </a:rPr>
              </a:br>
              <a:r>
                <a:rPr lang="en-US" altLang="ja-JP" sz="1000" dirty="0">
                  <a:latin typeface="Aptos" panose="020B0004020202020204" pitchFamily="34" charset="0"/>
                  <a:ea typeface="ＭＳ Ｐゴシック" pitchFamily="50" charset="-128"/>
                </a:rPr>
                <a:t>and positioning</a:t>
              </a:r>
            </a:p>
          </p:txBody>
        </p:sp>
        <p:sp>
          <p:nvSpPr>
            <p:cNvPr id="16" name="Rectangle 15"/>
            <p:cNvSpPr>
              <a:spLocks noChangeArrowheads="1"/>
            </p:cNvSpPr>
            <p:nvPr/>
          </p:nvSpPr>
          <p:spPr bwMode="auto">
            <a:xfrm>
              <a:off x="4820411" y="4768204"/>
              <a:ext cx="1737360" cy="411480"/>
            </a:xfrm>
            <a:prstGeom prst="rect">
              <a:avLst/>
            </a:prstGeom>
            <a:solidFill>
              <a:schemeClr val="bg2"/>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latin typeface="Aptos" panose="020B0004020202020204" pitchFamily="34" charset="0"/>
                  <a:ea typeface="ＭＳ Ｐゴシック" pitchFamily="50" charset="-128"/>
                </a:rPr>
                <a:t>Build strategic</a:t>
              </a:r>
              <a:br>
                <a:rPr lang="en-US" altLang="ja-JP" sz="1000" dirty="0">
                  <a:latin typeface="Aptos" panose="020B0004020202020204" pitchFamily="34" charset="0"/>
                  <a:ea typeface="ＭＳ Ｐゴシック" pitchFamily="50" charset="-128"/>
                </a:rPr>
              </a:br>
              <a:r>
                <a:rPr lang="en-US" altLang="ja-JP" sz="1000" dirty="0">
                  <a:latin typeface="Aptos" panose="020B0004020202020204" pitchFamily="34" charset="0"/>
                  <a:ea typeface="ＭＳ Ｐゴシック" pitchFamily="50" charset="-128"/>
                </a:rPr>
                <a:t>synthesis</a:t>
              </a:r>
            </a:p>
          </p:txBody>
        </p:sp>
        <p:sp>
          <p:nvSpPr>
            <p:cNvPr id="17" name="Rectangle 16"/>
            <p:cNvSpPr>
              <a:spLocks noChangeArrowheads="1"/>
            </p:cNvSpPr>
            <p:nvPr/>
          </p:nvSpPr>
          <p:spPr bwMode="auto">
            <a:xfrm>
              <a:off x="6603111" y="4768204"/>
              <a:ext cx="1737360" cy="411480"/>
            </a:xfrm>
            <a:prstGeom prst="rect">
              <a:avLst/>
            </a:prstGeom>
            <a:solidFill>
              <a:schemeClr val="bg2"/>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latin typeface="Aptos" panose="020B0004020202020204" pitchFamily="34" charset="0"/>
                  <a:ea typeface="ＭＳ Ｐゴシック" pitchFamily="50" charset="-128"/>
                </a:rPr>
                <a:t>Evaluate strategic </a:t>
              </a:r>
              <a:br>
                <a:rPr lang="en-US" altLang="ja-JP" sz="1000" dirty="0">
                  <a:latin typeface="Aptos" panose="020B0004020202020204" pitchFamily="34" charset="0"/>
                  <a:ea typeface="ＭＳ Ｐゴシック" pitchFamily="50" charset="-128"/>
                </a:rPr>
              </a:br>
              <a:r>
                <a:rPr lang="en-US" altLang="ja-JP" sz="1000" dirty="0">
                  <a:latin typeface="Aptos" panose="020B0004020202020204" pitchFamily="34" charset="0"/>
                  <a:ea typeface="ＭＳ Ｐゴシック" pitchFamily="50" charset="-128"/>
                </a:rPr>
                <a:t>options</a:t>
              </a:r>
            </a:p>
          </p:txBody>
        </p:sp>
        <p:sp>
          <p:nvSpPr>
            <p:cNvPr id="18" name="Rectangle 17"/>
            <p:cNvSpPr>
              <a:spLocks noChangeArrowheads="1"/>
            </p:cNvSpPr>
            <p:nvPr/>
          </p:nvSpPr>
          <p:spPr bwMode="auto">
            <a:xfrm>
              <a:off x="6603111" y="5211659"/>
              <a:ext cx="1737360" cy="411480"/>
            </a:xfrm>
            <a:prstGeom prst="rect">
              <a:avLst/>
            </a:prstGeom>
            <a:solidFill>
              <a:schemeClr val="bg2"/>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latin typeface="Aptos" panose="020B0004020202020204" pitchFamily="34" charset="0"/>
                  <a:ea typeface="ＭＳ Ｐゴシック" pitchFamily="50" charset="-128"/>
                </a:rPr>
                <a:t>Develop strategic</a:t>
              </a:r>
              <a:br>
                <a:rPr lang="en-US" altLang="ja-JP" sz="1000" dirty="0">
                  <a:latin typeface="Aptos" panose="020B0004020202020204" pitchFamily="34" charset="0"/>
                  <a:ea typeface="ＭＳ Ｐゴシック" pitchFamily="50" charset="-128"/>
                </a:rPr>
              </a:br>
              <a:r>
                <a:rPr lang="en-US" altLang="ja-JP" sz="1000" dirty="0">
                  <a:latin typeface="Aptos" panose="020B0004020202020204" pitchFamily="34" charset="0"/>
                  <a:ea typeface="ＭＳ Ｐゴシック" pitchFamily="50" charset="-128"/>
                </a:rPr>
                <a:t>recommendations</a:t>
              </a:r>
            </a:p>
          </p:txBody>
        </p:sp>
        <p:sp>
          <p:nvSpPr>
            <p:cNvPr id="19" name="Rectangle 18"/>
            <p:cNvSpPr>
              <a:spLocks noChangeArrowheads="1"/>
            </p:cNvSpPr>
            <p:nvPr/>
          </p:nvSpPr>
          <p:spPr bwMode="auto">
            <a:xfrm>
              <a:off x="8378456" y="2011549"/>
              <a:ext cx="1737360" cy="411480"/>
            </a:xfrm>
            <a:prstGeom prst="rect">
              <a:avLst/>
            </a:prstGeom>
            <a:solidFill>
              <a:schemeClr val="accent6"/>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solidFill>
                    <a:schemeClr val="bg1"/>
                  </a:solidFill>
                  <a:latin typeface="Aptos" panose="020B0004020202020204" pitchFamily="34" charset="0"/>
                  <a:ea typeface="ＭＳ Ｐゴシック" pitchFamily="50" charset="-128"/>
                </a:rPr>
                <a:t>Develop preliminary</a:t>
              </a:r>
              <a:br>
                <a:rPr lang="en-US" altLang="ja-JP" sz="1000" dirty="0">
                  <a:solidFill>
                    <a:schemeClr val="bg1"/>
                  </a:solidFill>
                  <a:latin typeface="Aptos" panose="020B0004020202020204" pitchFamily="34" charset="0"/>
                  <a:ea typeface="ＭＳ Ｐゴシック" pitchFamily="50" charset="-128"/>
                </a:rPr>
              </a:br>
              <a:r>
                <a:rPr lang="en-US" altLang="ja-JP" sz="1000" dirty="0">
                  <a:solidFill>
                    <a:schemeClr val="bg1"/>
                  </a:solidFill>
                  <a:latin typeface="Aptos" panose="020B0004020202020204" pitchFamily="34" charset="0"/>
                  <a:ea typeface="ＭＳ Ｐゴシック" pitchFamily="50" charset="-128"/>
                </a:rPr>
                <a:t>action plan</a:t>
              </a:r>
            </a:p>
          </p:txBody>
        </p:sp>
        <p:sp>
          <p:nvSpPr>
            <p:cNvPr id="20" name="Rectangle 19"/>
            <p:cNvSpPr>
              <a:spLocks noChangeArrowheads="1"/>
            </p:cNvSpPr>
            <p:nvPr/>
          </p:nvSpPr>
          <p:spPr bwMode="auto">
            <a:xfrm>
              <a:off x="4820411" y="3817344"/>
              <a:ext cx="1737360" cy="411480"/>
            </a:xfrm>
            <a:prstGeom prst="rect">
              <a:avLst/>
            </a:prstGeom>
            <a:solidFill>
              <a:schemeClr val="bg1">
                <a:lumMod val="65000"/>
              </a:schemeClr>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latin typeface="Aptos" panose="020B0004020202020204" pitchFamily="34" charset="0"/>
                  <a:ea typeface="ＭＳ Ｐゴシック" pitchFamily="50" charset="-128"/>
                </a:rPr>
                <a:t>Analyze internal operations</a:t>
              </a:r>
            </a:p>
          </p:txBody>
        </p:sp>
        <p:sp>
          <p:nvSpPr>
            <p:cNvPr id="763924" name="Text Box 20"/>
            <p:cNvSpPr txBox="1">
              <a:spLocks noChangeArrowheads="1"/>
            </p:cNvSpPr>
            <p:nvPr/>
          </p:nvSpPr>
          <p:spPr bwMode="auto">
            <a:xfrm>
              <a:off x="1908803" y="2011548"/>
              <a:ext cx="1005840" cy="378802"/>
            </a:xfrm>
            <a:prstGeom prst="rect">
              <a:avLst/>
            </a:prstGeom>
            <a:noFill/>
            <a:ln w="9525" algn="ctr">
              <a:noFill/>
              <a:miter lim="800000"/>
              <a:headEnd/>
              <a:tailEnd/>
            </a:ln>
          </p:spPr>
          <p:txBody>
            <a:bodyPr wrap="square" lIns="0" tIns="0" rIns="0" bIns="0">
              <a:spAutoFit/>
            </a:bodyPr>
            <a:lstStyle/>
            <a:p>
              <a:r>
                <a:rPr lang="en-US" altLang="ja-JP" sz="1000" dirty="0">
                  <a:latin typeface="Aptos" panose="020B0004020202020204" pitchFamily="34" charset="0"/>
                  <a:ea typeface="ＭＳ Ｐゴシック" charset="-128"/>
                </a:rPr>
                <a:t>Strategic</a:t>
              </a:r>
            </a:p>
            <a:p>
              <a:r>
                <a:rPr lang="en-US" altLang="ja-JP" sz="1000" dirty="0">
                  <a:latin typeface="Aptos" panose="020B0004020202020204" pitchFamily="34" charset="0"/>
                  <a:ea typeface="ＭＳ Ｐゴシック" charset="-128"/>
                </a:rPr>
                <a:t>objectives</a:t>
              </a:r>
            </a:p>
          </p:txBody>
        </p:sp>
        <p:sp>
          <p:nvSpPr>
            <p:cNvPr id="763925" name="Text Box 21"/>
            <p:cNvSpPr txBox="1">
              <a:spLocks noChangeArrowheads="1"/>
            </p:cNvSpPr>
            <p:nvPr/>
          </p:nvSpPr>
          <p:spPr bwMode="auto">
            <a:xfrm>
              <a:off x="1908803" y="2486978"/>
              <a:ext cx="1005840" cy="378802"/>
            </a:xfrm>
            <a:prstGeom prst="rect">
              <a:avLst/>
            </a:prstGeom>
            <a:noFill/>
            <a:ln w="9525" algn="ctr">
              <a:noFill/>
              <a:miter lim="800000"/>
              <a:headEnd/>
              <a:tailEnd/>
            </a:ln>
          </p:spPr>
          <p:txBody>
            <a:bodyPr wrap="square" lIns="0" tIns="0" rIns="0" bIns="0">
              <a:spAutoFit/>
            </a:bodyPr>
            <a:lstStyle/>
            <a:p>
              <a:r>
                <a:rPr lang="en-US" altLang="ja-JP" sz="1000" dirty="0">
                  <a:latin typeface="Aptos" panose="020B0004020202020204" pitchFamily="34" charset="0"/>
                  <a:ea typeface="ＭＳ Ｐゴシック" charset="-128"/>
                </a:rPr>
                <a:t>Strategic</a:t>
              </a:r>
            </a:p>
            <a:p>
              <a:r>
                <a:rPr lang="en-US" altLang="ja-JP" sz="1000" dirty="0">
                  <a:latin typeface="Aptos" panose="020B0004020202020204" pitchFamily="34" charset="0"/>
                  <a:ea typeface="ＭＳ Ｐゴシック" charset="-128"/>
                </a:rPr>
                <a:t>analysis</a:t>
              </a:r>
            </a:p>
          </p:txBody>
        </p:sp>
        <p:sp>
          <p:nvSpPr>
            <p:cNvPr id="763926" name="Text Box 22"/>
            <p:cNvSpPr txBox="1">
              <a:spLocks noChangeArrowheads="1"/>
            </p:cNvSpPr>
            <p:nvPr/>
          </p:nvSpPr>
          <p:spPr bwMode="auto">
            <a:xfrm>
              <a:off x="1908803" y="4768204"/>
              <a:ext cx="1005840" cy="378802"/>
            </a:xfrm>
            <a:prstGeom prst="rect">
              <a:avLst/>
            </a:prstGeom>
            <a:noFill/>
            <a:ln w="9525" algn="ctr">
              <a:noFill/>
              <a:miter lim="800000"/>
              <a:headEnd/>
              <a:tailEnd/>
            </a:ln>
          </p:spPr>
          <p:txBody>
            <a:bodyPr wrap="square" lIns="0" tIns="0" rIns="0" bIns="0">
              <a:spAutoFit/>
            </a:bodyPr>
            <a:lstStyle/>
            <a:p>
              <a:r>
                <a:rPr lang="en-US" altLang="ja-JP" sz="1000" dirty="0">
                  <a:latin typeface="Aptos" panose="020B0004020202020204" pitchFamily="34" charset="0"/>
                  <a:ea typeface="ＭＳ Ｐゴシック" charset="-128"/>
                </a:rPr>
                <a:t>Solution</a:t>
              </a:r>
            </a:p>
            <a:p>
              <a:r>
                <a:rPr lang="en-US" altLang="ja-JP" sz="1000" dirty="0">
                  <a:latin typeface="Aptos" panose="020B0004020202020204" pitchFamily="34" charset="0"/>
                  <a:ea typeface="ＭＳ Ｐゴシック" charset="-128"/>
                </a:rPr>
                <a:t>development</a:t>
              </a:r>
            </a:p>
          </p:txBody>
        </p:sp>
        <p:sp>
          <p:nvSpPr>
            <p:cNvPr id="24" name="Line 23"/>
            <p:cNvSpPr>
              <a:spLocks noChangeShapeType="1"/>
            </p:cNvSpPr>
            <p:nvPr/>
          </p:nvSpPr>
          <p:spPr bwMode="auto">
            <a:xfrm>
              <a:off x="1893570" y="2455004"/>
              <a:ext cx="8229600" cy="0"/>
            </a:xfrm>
            <a:prstGeom prst="line">
              <a:avLst/>
            </a:prstGeom>
            <a:noFill/>
            <a:ln w="6350">
              <a:solidFill>
                <a:srgbClr val="BBBCBC"/>
              </a:solidFill>
              <a:prstDash val="solid"/>
              <a:round/>
              <a:headEnd/>
              <a:tailEnd/>
            </a:ln>
          </p:spPr>
          <p:txBody>
            <a:bodyPr wrap="square" lIns="29250" tIns="29250" rIns="29250" bIns="29250" anchor="ctr">
              <a:noAutofit/>
            </a:bodyPr>
            <a:lstStyle/>
            <a:p>
              <a:pPr>
                <a:defRPr/>
              </a:pPr>
              <a:endParaRPr lang="en-US" sz="1000" dirty="0">
                <a:latin typeface="Aptos" panose="020B0004020202020204" pitchFamily="34" charset="0"/>
              </a:endParaRPr>
            </a:p>
          </p:txBody>
        </p:sp>
        <p:sp>
          <p:nvSpPr>
            <p:cNvPr id="25" name="Line 24"/>
            <p:cNvSpPr>
              <a:spLocks noChangeShapeType="1"/>
            </p:cNvSpPr>
            <p:nvPr/>
          </p:nvSpPr>
          <p:spPr bwMode="auto">
            <a:xfrm>
              <a:off x="1893570" y="4736229"/>
              <a:ext cx="8229600" cy="0"/>
            </a:xfrm>
            <a:prstGeom prst="line">
              <a:avLst/>
            </a:prstGeom>
            <a:noFill/>
            <a:ln w="6350">
              <a:solidFill>
                <a:srgbClr val="BBBCBC"/>
              </a:solidFill>
              <a:prstDash val="solid"/>
              <a:round/>
              <a:headEnd/>
              <a:tailEnd/>
            </a:ln>
          </p:spPr>
          <p:txBody>
            <a:bodyPr wrap="square" lIns="29250" tIns="29250" rIns="29250" bIns="29250" anchor="ctr">
              <a:noAutofit/>
            </a:bodyPr>
            <a:lstStyle/>
            <a:p>
              <a:pPr>
                <a:defRPr/>
              </a:pPr>
              <a:endParaRPr lang="en-US" sz="1000" dirty="0">
                <a:latin typeface="Aptos" panose="020B0004020202020204" pitchFamily="34" charset="0"/>
              </a:endParaRPr>
            </a:p>
          </p:txBody>
        </p:sp>
        <p:sp>
          <p:nvSpPr>
            <p:cNvPr id="26" name="Line 25"/>
            <p:cNvSpPr>
              <a:spLocks noChangeShapeType="1"/>
            </p:cNvSpPr>
            <p:nvPr/>
          </p:nvSpPr>
          <p:spPr bwMode="auto">
            <a:xfrm>
              <a:off x="1893570" y="4260799"/>
              <a:ext cx="8229600" cy="0"/>
            </a:xfrm>
            <a:prstGeom prst="line">
              <a:avLst/>
            </a:prstGeom>
            <a:noFill/>
            <a:ln w="6350">
              <a:solidFill>
                <a:srgbClr val="BBBCBC"/>
              </a:solidFill>
              <a:prstDash val="solid"/>
              <a:round/>
              <a:headEnd/>
              <a:tailEnd/>
            </a:ln>
          </p:spPr>
          <p:txBody>
            <a:bodyPr wrap="square" lIns="29250" tIns="29250" rIns="29250" bIns="29250" anchor="ctr">
              <a:noAutofit/>
            </a:bodyPr>
            <a:lstStyle/>
            <a:p>
              <a:pPr>
                <a:defRPr/>
              </a:pPr>
              <a:endParaRPr lang="en-US" sz="1000" dirty="0">
                <a:latin typeface="Aptos" panose="020B0004020202020204" pitchFamily="34" charset="0"/>
              </a:endParaRPr>
            </a:p>
          </p:txBody>
        </p:sp>
        <p:sp>
          <p:nvSpPr>
            <p:cNvPr id="27" name="Rectangle 26"/>
            <p:cNvSpPr>
              <a:spLocks noChangeArrowheads="1"/>
            </p:cNvSpPr>
            <p:nvPr/>
          </p:nvSpPr>
          <p:spPr bwMode="auto">
            <a:xfrm>
              <a:off x="6603111" y="4292774"/>
              <a:ext cx="1737360" cy="411480"/>
            </a:xfrm>
            <a:prstGeom prst="rect">
              <a:avLst/>
            </a:prstGeom>
            <a:solidFill>
              <a:schemeClr val="bg2">
                <a:lumMod val="75000"/>
              </a:schemeClr>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solidFill>
                    <a:schemeClr val="bg1"/>
                  </a:solidFill>
                  <a:latin typeface="Aptos" panose="020B0004020202020204" pitchFamily="34" charset="0"/>
                  <a:ea typeface="ＭＳ Ｐゴシック" pitchFamily="50" charset="-128"/>
                </a:rPr>
                <a:t>Conduct financial modeling</a:t>
              </a:r>
            </a:p>
          </p:txBody>
        </p:sp>
        <p:sp>
          <p:nvSpPr>
            <p:cNvPr id="763931" name="Text Box 27"/>
            <p:cNvSpPr txBox="1">
              <a:spLocks noChangeArrowheads="1"/>
            </p:cNvSpPr>
            <p:nvPr/>
          </p:nvSpPr>
          <p:spPr bwMode="auto">
            <a:xfrm>
              <a:off x="1908803" y="4292774"/>
              <a:ext cx="1005840" cy="378802"/>
            </a:xfrm>
            <a:prstGeom prst="rect">
              <a:avLst/>
            </a:prstGeom>
            <a:noFill/>
            <a:ln w="9525" algn="ctr">
              <a:noFill/>
              <a:miter lim="800000"/>
              <a:headEnd/>
              <a:tailEnd/>
            </a:ln>
          </p:spPr>
          <p:txBody>
            <a:bodyPr wrap="square" lIns="0" tIns="0" rIns="0" bIns="0">
              <a:spAutoFit/>
            </a:bodyPr>
            <a:lstStyle/>
            <a:p>
              <a:r>
                <a:rPr lang="en-US" altLang="ja-JP" sz="1000" dirty="0">
                  <a:latin typeface="Aptos" panose="020B0004020202020204" pitchFamily="34" charset="0"/>
                  <a:ea typeface="ＭＳ Ｐゴシック" charset="-128"/>
                </a:rPr>
                <a:t>Financial</a:t>
              </a:r>
            </a:p>
            <a:p>
              <a:r>
                <a:rPr lang="en-US" altLang="ja-JP" sz="1000" dirty="0">
                  <a:latin typeface="Aptos" panose="020B0004020202020204" pitchFamily="34" charset="0"/>
                  <a:ea typeface="ＭＳ Ｐゴシック" charset="-128"/>
                </a:rPr>
                <a:t>analysis</a:t>
              </a:r>
            </a:p>
          </p:txBody>
        </p:sp>
        <p:sp>
          <p:nvSpPr>
            <p:cNvPr id="29" name="Line 28"/>
            <p:cNvSpPr>
              <a:spLocks noChangeShapeType="1"/>
            </p:cNvSpPr>
            <p:nvPr/>
          </p:nvSpPr>
          <p:spPr bwMode="auto">
            <a:xfrm>
              <a:off x="1893570" y="5674164"/>
              <a:ext cx="8229600" cy="0"/>
            </a:xfrm>
            <a:prstGeom prst="line">
              <a:avLst/>
            </a:prstGeom>
            <a:noFill/>
            <a:ln w="6350">
              <a:solidFill>
                <a:srgbClr val="BBBCBC"/>
              </a:solidFill>
              <a:prstDash val="solid"/>
              <a:round/>
              <a:headEnd/>
              <a:tailEnd/>
            </a:ln>
          </p:spPr>
          <p:txBody>
            <a:bodyPr wrap="square" lIns="29250" tIns="29250" rIns="29250" bIns="29250" anchor="ctr">
              <a:noAutofit/>
            </a:bodyPr>
            <a:lstStyle/>
            <a:p>
              <a:pPr>
                <a:defRPr/>
              </a:pPr>
              <a:endParaRPr lang="en-US" sz="1000" dirty="0">
                <a:latin typeface="Aptos" panose="020B0004020202020204" pitchFamily="34" charset="0"/>
              </a:endParaRPr>
            </a:p>
          </p:txBody>
        </p:sp>
        <p:sp>
          <p:nvSpPr>
            <p:cNvPr id="30" name="Rectangle 29"/>
            <p:cNvSpPr>
              <a:spLocks noChangeArrowheads="1"/>
            </p:cNvSpPr>
            <p:nvPr/>
          </p:nvSpPr>
          <p:spPr bwMode="auto">
            <a:xfrm>
              <a:off x="3037710" y="5706141"/>
              <a:ext cx="7078106" cy="411480"/>
            </a:xfrm>
            <a:prstGeom prst="rect">
              <a:avLst/>
            </a:prstGeom>
            <a:solidFill>
              <a:schemeClr val="accent1"/>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latin typeface="Aptos" panose="020B0004020202020204" pitchFamily="34" charset="0"/>
                  <a:ea typeface="ＭＳ Ｐゴシック" pitchFamily="50" charset="-128"/>
                </a:rPr>
                <a:t>Manage project and communications</a:t>
              </a:r>
            </a:p>
          </p:txBody>
        </p:sp>
        <p:sp>
          <p:nvSpPr>
            <p:cNvPr id="31" name="Rectangle 30"/>
            <p:cNvSpPr>
              <a:spLocks noChangeArrowheads="1"/>
            </p:cNvSpPr>
            <p:nvPr/>
          </p:nvSpPr>
          <p:spPr bwMode="auto">
            <a:xfrm>
              <a:off x="3037710" y="4292774"/>
              <a:ext cx="1737360" cy="411480"/>
            </a:xfrm>
            <a:prstGeom prst="rect">
              <a:avLst/>
            </a:prstGeom>
            <a:solidFill>
              <a:schemeClr val="bg2">
                <a:lumMod val="75000"/>
              </a:schemeClr>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solidFill>
                    <a:schemeClr val="bg1"/>
                  </a:solidFill>
                  <a:latin typeface="Aptos" panose="020B0004020202020204" pitchFamily="34" charset="0"/>
                  <a:ea typeface="ＭＳ Ｐゴシック" pitchFamily="50" charset="-128"/>
                </a:rPr>
                <a:t>Conduct value, profiling and benchmarking</a:t>
              </a:r>
            </a:p>
          </p:txBody>
        </p:sp>
        <p:sp>
          <p:nvSpPr>
            <p:cNvPr id="32" name="Rectangle 31"/>
            <p:cNvSpPr>
              <a:spLocks noChangeArrowheads="1"/>
            </p:cNvSpPr>
            <p:nvPr/>
          </p:nvSpPr>
          <p:spPr bwMode="auto">
            <a:xfrm>
              <a:off x="8385810" y="4292774"/>
              <a:ext cx="1737360" cy="411480"/>
            </a:xfrm>
            <a:prstGeom prst="rect">
              <a:avLst/>
            </a:prstGeom>
            <a:solidFill>
              <a:schemeClr val="bg2">
                <a:lumMod val="75000"/>
              </a:schemeClr>
            </a:solidFill>
            <a:ln w="12700" algn="ctr">
              <a:noFill/>
              <a:miter lim="800000"/>
              <a:headEnd type="none" w="sm" len="sm"/>
              <a:tailEnd/>
            </a:ln>
          </p:spPr>
          <p:txBody>
            <a:bodyPr wrap="square" lIns="72231" tIns="72231" rIns="72231" bIns="72231" anchor="ctr">
              <a:noAutofit/>
            </a:bodyPr>
            <a:lstStyle/>
            <a:p>
              <a:pPr algn="ctr">
                <a:defRPr/>
              </a:pPr>
              <a:r>
                <a:rPr lang="en-US" altLang="ja-JP" sz="1000" dirty="0">
                  <a:solidFill>
                    <a:schemeClr val="bg1"/>
                  </a:solidFill>
                  <a:latin typeface="Aptos" panose="020B0004020202020204" pitchFamily="34" charset="0"/>
                  <a:ea typeface="ＭＳ Ｐゴシック" pitchFamily="50" charset="-128"/>
                </a:rPr>
                <a:t>Develop financial plan</a:t>
              </a:r>
            </a:p>
          </p:txBody>
        </p:sp>
      </p:grpSp>
    </p:spTree>
    <p:extLst>
      <p:ext uri="{BB962C8B-B14F-4D97-AF65-F5344CB8AC3E}">
        <p14:creationId xmlns:p14="http://schemas.microsoft.com/office/powerpoint/2010/main" val="3855198705"/>
      </p:ext>
    </p:extLst>
  </p:cSld>
  <p:clrMapOvr>
    <a:masterClrMapping/>
  </p:clrMapOvr>
  <p:transition>
    <p:fade/>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sz="quarter" idx="13"/>
          </p:nvPr>
        </p:nvSpPr>
        <p:spPr/>
        <p:txBody>
          <a:bodyPr/>
          <a:lstStyle/>
          <a:p>
            <a:r>
              <a:rPr lang="en-US"/>
              <a:t>The fish</a:t>
            </a:r>
            <a:endParaRPr lang="en-US" dirty="0"/>
          </a:p>
        </p:txBody>
      </p:sp>
      <p:sp>
        <p:nvSpPr>
          <p:cNvPr id="764929" name="Title 1"/>
          <p:cNvSpPr>
            <a:spLocks noGrp="1"/>
          </p:cNvSpPr>
          <p:nvPr>
            <p:ph type="title"/>
          </p:nvPr>
        </p:nvSpPr>
        <p:spPr/>
        <p:txBody>
          <a:bodyPr/>
          <a:lstStyle/>
          <a:p>
            <a:r>
              <a:rPr lang="en-US" altLang="ja-JP"/>
              <a:t>Strategy development</a:t>
            </a:r>
            <a:endParaRPr lang="en-US" dirty="0"/>
          </a:p>
        </p:txBody>
      </p:sp>
      <p:sp>
        <p:nvSpPr>
          <p:cNvPr id="34" name="Freeform 33"/>
          <p:cNvSpPr>
            <a:spLocks noChangeAspect="1"/>
          </p:cNvSpPr>
          <p:nvPr/>
        </p:nvSpPr>
        <p:spPr bwMode="auto">
          <a:xfrm>
            <a:off x="1708703" y="1701685"/>
            <a:ext cx="6487914" cy="3701852"/>
          </a:xfrm>
          <a:custGeom>
            <a:avLst/>
            <a:gdLst>
              <a:gd name="T0" fmla="*/ 0 w 5311"/>
              <a:gd name="T1" fmla="*/ 2147483647 h 3067"/>
              <a:gd name="T2" fmla="*/ 2147483647 w 5311"/>
              <a:gd name="T3" fmla="*/ 0 h 3067"/>
              <a:gd name="T4" fmla="*/ 2147483647 w 5311"/>
              <a:gd name="T5" fmla="*/ 0 h 3067"/>
              <a:gd name="T6" fmla="*/ 2147483647 w 5311"/>
              <a:gd name="T7" fmla="*/ 2147483647 h 3067"/>
              <a:gd name="T8" fmla="*/ 2147483647 w 5311"/>
              <a:gd name="T9" fmla="*/ 2147483647 h 3067"/>
              <a:gd name="T10" fmla="*/ 2147483647 w 5311"/>
              <a:gd name="T11" fmla="*/ 2147483647 h 3067"/>
              <a:gd name="T12" fmla="*/ 2147483647 w 5311"/>
              <a:gd name="T13" fmla="*/ 2147483647 h 3067"/>
              <a:gd name="T14" fmla="*/ 2147483647 w 5311"/>
              <a:gd name="T15" fmla="*/ 2147483647 h 3067"/>
              <a:gd name="T16" fmla="*/ 2147483647 w 5311"/>
              <a:gd name="T17" fmla="*/ 2147483647 h 3067"/>
              <a:gd name="T18" fmla="*/ 2147483647 w 5311"/>
              <a:gd name="T19" fmla="*/ 2147483647 h 3067"/>
              <a:gd name="T20" fmla="*/ 2147483647 w 5311"/>
              <a:gd name="T21" fmla="*/ 2147483647 h 3067"/>
              <a:gd name="T22" fmla="*/ 0 w 5311"/>
              <a:gd name="T23" fmla="*/ 2147483647 h 3067"/>
              <a:gd name="T24" fmla="*/ 0 w 5311"/>
              <a:gd name="T25" fmla="*/ 2147483647 h 306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311"/>
              <a:gd name="T40" fmla="*/ 0 h 3067"/>
              <a:gd name="T41" fmla="*/ 5311 w 5311"/>
              <a:gd name="T42" fmla="*/ 3067 h 306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311" h="3067">
                <a:moveTo>
                  <a:pt x="0" y="1062"/>
                </a:moveTo>
                <a:lnTo>
                  <a:pt x="792" y="0"/>
                </a:lnTo>
                <a:lnTo>
                  <a:pt x="2406" y="0"/>
                </a:lnTo>
                <a:lnTo>
                  <a:pt x="3114" y="972"/>
                </a:lnTo>
                <a:lnTo>
                  <a:pt x="4314" y="972"/>
                </a:lnTo>
                <a:lnTo>
                  <a:pt x="5310" y="300"/>
                </a:lnTo>
                <a:lnTo>
                  <a:pt x="5310" y="2760"/>
                </a:lnTo>
                <a:lnTo>
                  <a:pt x="4332" y="2094"/>
                </a:lnTo>
                <a:lnTo>
                  <a:pt x="3126" y="2094"/>
                </a:lnTo>
                <a:lnTo>
                  <a:pt x="2400" y="3066"/>
                </a:lnTo>
                <a:lnTo>
                  <a:pt x="786" y="3066"/>
                </a:lnTo>
                <a:lnTo>
                  <a:pt x="0" y="2004"/>
                </a:lnTo>
                <a:lnTo>
                  <a:pt x="0" y="1062"/>
                </a:lnTo>
              </a:path>
            </a:pathLst>
          </a:custGeom>
          <a:solidFill>
            <a:schemeClr val="bg1"/>
          </a:solidFill>
          <a:ln w="6350">
            <a:solidFill>
              <a:schemeClr val="tx1"/>
            </a:solidFill>
            <a:round/>
            <a:headEnd/>
            <a:tailEnd/>
          </a:ln>
          <a:effectLst/>
        </p:spPr>
        <p:txBody>
          <a:bodyPr wrap="square" lIns="29250" tIns="29250" rIns="29250" bIns="29250" anchor="ctr"/>
          <a:lstStyle/>
          <a:p>
            <a:endParaRPr lang="en-US" sz="800" dirty="0">
              <a:solidFill>
                <a:schemeClr val="tx2"/>
              </a:solidFill>
              <a:latin typeface="Aptos" panose="020B0004020202020204" pitchFamily="34" charset="0"/>
            </a:endParaRPr>
          </a:p>
        </p:txBody>
      </p:sp>
      <p:sp>
        <p:nvSpPr>
          <p:cNvPr id="35" name="Rectangle 34"/>
          <p:cNvSpPr>
            <a:spLocks noChangeArrowheads="1"/>
          </p:cNvSpPr>
          <p:nvPr/>
        </p:nvSpPr>
        <p:spPr bwMode="auto">
          <a:xfrm>
            <a:off x="6012879" y="3349460"/>
            <a:ext cx="742950" cy="371475"/>
          </a:xfrm>
          <a:prstGeom prst="rect">
            <a:avLst/>
          </a:prstGeom>
          <a:solidFill>
            <a:schemeClr val="accent4"/>
          </a:solidFill>
          <a:ln w="12700" algn="ctr">
            <a:noFill/>
            <a:miter lim="800000"/>
            <a:headEnd/>
            <a:tailEnd/>
          </a:ln>
          <a:effectLst/>
        </p:spPr>
        <p:txBody>
          <a:bodyPr wrap="square" lIns="72231" tIns="72231" rIns="72231" bIns="72231" anchor="ctr"/>
          <a:lstStyle/>
          <a:p>
            <a:pPr algn="ctr">
              <a:spcBef>
                <a:spcPct val="0"/>
              </a:spcBef>
              <a:defRPr/>
            </a:pPr>
            <a:r>
              <a:rPr lang="en-US" altLang="ja-JP" sz="800" dirty="0">
                <a:latin typeface="Aptos" panose="020B0004020202020204" pitchFamily="34" charset="0"/>
                <a:ea typeface="ＭＳ Ｐゴシック" pitchFamily="50" charset="-128"/>
              </a:rPr>
              <a:t>Chosen</a:t>
            </a:r>
          </a:p>
          <a:p>
            <a:pPr algn="ctr">
              <a:spcBef>
                <a:spcPct val="0"/>
              </a:spcBef>
              <a:defRPr/>
            </a:pPr>
            <a:r>
              <a:rPr lang="en-US" altLang="ja-JP" sz="800" dirty="0">
                <a:latin typeface="Aptos" panose="020B0004020202020204" pitchFamily="34" charset="0"/>
                <a:ea typeface="ＭＳ Ｐゴシック" pitchFamily="50" charset="-128"/>
              </a:rPr>
              <a:t>strategy</a:t>
            </a:r>
          </a:p>
        </p:txBody>
      </p:sp>
      <p:sp>
        <p:nvSpPr>
          <p:cNvPr id="38" name="Rectangle 37"/>
          <p:cNvSpPr>
            <a:spLocks noChangeArrowheads="1"/>
          </p:cNvSpPr>
          <p:nvPr/>
        </p:nvSpPr>
        <p:spPr bwMode="auto">
          <a:xfrm>
            <a:off x="2954578" y="4099503"/>
            <a:ext cx="1411605" cy="222885"/>
          </a:xfrm>
          <a:prstGeom prst="rect">
            <a:avLst/>
          </a:prstGeom>
          <a:solidFill>
            <a:schemeClr val="accent3"/>
          </a:solidFill>
          <a:ln w="12700" algn="ctr">
            <a:noFill/>
            <a:miter lim="800000"/>
            <a:headEnd/>
            <a:tailEnd/>
          </a:ln>
          <a:effectLst/>
        </p:spPr>
        <p:txBody>
          <a:bodyPr wrap="square" lIns="72231" tIns="72231" rIns="72231" bIns="72231" anchor="ctr"/>
          <a:lstStyle/>
          <a:p>
            <a:pPr algn="ctr">
              <a:spcBef>
                <a:spcPct val="0"/>
              </a:spcBef>
              <a:defRPr/>
            </a:pPr>
            <a:r>
              <a:rPr lang="en-US" altLang="ja-JP" sz="800" dirty="0">
                <a:latin typeface="Aptos" panose="020B0004020202020204" pitchFamily="34" charset="0"/>
                <a:ea typeface="ＭＳ Ｐゴシック" pitchFamily="50" charset="-128"/>
              </a:rPr>
              <a:t>Financial position</a:t>
            </a:r>
          </a:p>
        </p:txBody>
      </p:sp>
      <p:sp>
        <p:nvSpPr>
          <p:cNvPr id="39" name="Rectangle 38"/>
          <p:cNvSpPr>
            <a:spLocks noChangeArrowheads="1"/>
          </p:cNvSpPr>
          <p:nvPr/>
        </p:nvSpPr>
        <p:spPr bwMode="auto">
          <a:xfrm>
            <a:off x="2954578" y="2786443"/>
            <a:ext cx="1411605" cy="222885"/>
          </a:xfrm>
          <a:prstGeom prst="rect">
            <a:avLst/>
          </a:prstGeom>
          <a:solidFill>
            <a:schemeClr val="accent3"/>
          </a:solidFill>
          <a:ln w="12700" algn="ctr">
            <a:noFill/>
            <a:miter lim="800000"/>
            <a:headEnd/>
            <a:tailEnd/>
          </a:ln>
          <a:effectLst/>
        </p:spPr>
        <p:txBody>
          <a:bodyPr wrap="square" lIns="72231" tIns="72231" rIns="72231" bIns="72231" anchor="ctr"/>
          <a:lstStyle/>
          <a:p>
            <a:pPr algn="ctr">
              <a:spcBef>
                <a:spcPct val="0"/>
              </a:spcBef>
              <a:defRPr/>
            </a:pPr>
            <a:r>
              <a:rPr lang="en-US" altLang="ja-JP" sz="800" dirty="0">
                <a:latin typeface="Aptos" panose="020B0004020202020204" pitchFamily="34" charset="0"/>
                <a:ea typeface="ＭＳ Ｐゴシック" pitchFamily="50" charset="-128"/>
              </a:rPr>
              <a:t>Strategic position</a:t>
            </a:r>
          </a:p>
        </p:txBody>
      </p:sp>
      <p:sp>
        <p:nvSpPr>
          <p:cNvPr id="40" name="Rectangle 39"/>
          <p:cNvSpPr>
            <a:spLocks noChangeArrowheads="1"/>
          </p:cNvSpPr>
          <p:nvPr/>
        </p:nvSpPr>
        <p:spPr bwMode="auto">
          <a:xfrm>
            <a:off x="2731693" y="5101712"/>
            <a:ext cx="1857375" cy="222885"/>
          </a:xfrm>
          <a:prstGeom prst="rect">
            <a:avLst/>
          </a:prstGeom>
          <a:solidFill>
            <a:schemeClr val="accent3"/>
          </a:solidFill>
          <a:ln w="12700" algn="ctr">
            <a:noFill/>
            <a:miter lim="800000"/>
            <a:headEnd/>
            <a:tailEnd/>
          </a:ln>
          <a:effectLst/>
        </p:spPr>
        <p:txBody>
          <a:bodyPr wrap="square" lIns="72231" tIns="72231" rIns="72231" bIns="72231" anchor="ctr"/>
          <a:lstStyle/>
          <a:p>
            <a:pPr algn="ctr">
              <a:spcBef>
                <a:spcPct val="0"/>
              </a:spcBef>
              <a:defRPr/>
            </a:pPr>
            <a:r>
              <a:rPr lang="en-US" altLang="ja-JP" sz="800" dirty="0">
                <a:latin typeface="Aptos" panose="020B0004020202020204" pitchFamily="34" charset="0"/>
                <a:ea typeface="ＭＳ Ｐゴシック" pitchFamily="50" charset="-128"/>
              </a:rPr>
              <a:t>Capital market</a:t>
            </a:r>
          </a:p>
        </p:txBody>
      </p:sp>
      <p:sp>
        <p:nvSpPr>
          <p:cNvPr id="41" name="Rectangle 40"/>
          <p:cNvSpPr>
            <a:spLocks noChangeArrowheads="1"/>
          </p:cNvSpPr>
          <p:nvPr/>
        </p:nvSpPr>
        <p:spPr bwMode="auto">
          <a:xfrm>
            <a:off x="2731695" y="4669614"/>
            <a:ext cx="854393" cy="371475"/>
          </a:xfrm>
          <a:prstGeom prst="rect">
            <a:avLst/>
          </a:prstGeom>
          <a:solidFill>
            <a:schemeClr val="bg1"/>
          </a:solidFill>
          <a:ln w="6350" algn="ctr">
            <a:solidFill>
              <a:schemeClr val="tx1"/>
            </a:solidFill>
            <a:miter lim="800000"/>
            <a:headEnd/>
            <a:tailEnd/>
          </a:ln>
          <a:effectLst/>
        </p:spPr>
        <p:txBody>
          <a:bodyPr wrap="square" lIns="72231" tIns="72231" rIns="72231" bIns="72231" anchor="ctr"/>
          <a:lstStyle/>
          <a:p>
            <a:pPr algn="ctr">
              <a:spcBef>
                <a:spcPct val="0"/>
              </a:spcBef>
            </a:pPr>
            <a:r>
              <a:rPr lang="en-US" altLang="ja-JP" sz="800" dirty="0">
                <a:latin typeface="Aptos" panose="020B0004020202020204" pitchFamily="34" charset="0"/>
                <a:ea typeface="ＭＳ Ｐゴシック" pitchFamily="50" charset="-128"/>
              </a:rPr>
              <a:t>Economic profitability</a:t>
            </a:r>
          </a:p>
        </p:txBody>
      </p:sp>
      <p:sp>
        <p:nvSpPr>
          <p:cNvPr id="42" name="Rectangle 41"/>
          <p:cNvSpPr>
            <a:spLocks noChangeArrowheads="1"/>
          </p:cNvSpPr>
          <p:nvPr/>
        </p:nvSpPr>
        <p:spPr bwMode="auto">
          <a:xfrm>
            <a:off x="3734679" y="4669614"/>
            <a:ext cx="854393" cy="371475"/>
          </a:xfrm>
          <a:prstGeom prst="rect">
            <a:avLst/>
          </a:prstGeom>
          <a:solidFill>
            <a:schemeClr val="bg1"/>
          </a:solidFill>
          <a:ln w="6350" algn="ctr">
            <a:solidFill>
              <a:schemeClr val="tx1"/>
            </a:solidFill>
            <a:miter lim="800000"/>
            <a:headEnd/>
            <a:tailEnd/>
          </a:ln>
          <a:effectLst/>
        </p:spPr>
        <p:txBody>
          <a:bodyPr wrap="square" lIns="72231" tIns="72231" rIns="72231" bIns="72231" anchor="ctr"/>
          <a:lstStyle/>
          <a:p>
            <a:pPr algn="ctr">
              <a:spcBef>
                <a:spcPct val="0"/>
              </a:spcBef>
            </a:pPr>
            <a:r>
              <a:rPr lang="en-US" altLang="ja-JP" sz="800" dirty="0">
                <a:latin typeface="Aptos" panose="020B0004020202020204" pitchFamily="34" charset="0"/>
                <a:ea typeface="ＭＳ Ｐゴシック" pitchFamily="50" charset="-128"/>
              </a:rPr>
              <a:t>Growth</a:t>
            </a:r>
          </a:p>
        </p:txBody>
      </p:sp>
      <p:sp>
        <p:nvSpPr>
          <p:cNvPr id="43" name="Rectangle 42"/>
          <p:cNvSpPr>
            <a:spLocks noChangeArrowheads="1"/>
          </p:cNvSpPr>
          <p:nvPr/>
        </p:nvSpPr>
        <p:spPr bwMode="auto">
          <a:xfrm>
            <a:off x="2731693" y="1771337"/>
            <a:ext cx="1857375" cy="222885"/>
          </a:xfrm>
          <a:prstGeom prst="rect">
            <a:avLst/>
          </a:prstGeom>
          <a:solidFill>
            <a:schemeClr val="accent3"/>
          </a:solidFill>
          <a:ln w="12700" algn="ctr">
            <a:noFill/>
            <a:miter lim="800000"/>
            <a:headEnd/>
            <a:tailEnd/>
          </a:ln>
          <a:effectLst/>
        </p:spPr>
        <p:txBody>
          <a:bodyPr wrap="square" lIns="72231" tIns="72231" rIns="72231" bIns="72231" anchor="ctr"/>
          <a:lstStyle/>
          <a:p>
            <a:pPr algn="ctr">
              <a:spcBef>
                <a:spcPct val="0"/>
              </a:spcBef>
              <a:defRPr/>
            </a:pPr>
            <a:r>
              <a:rPr lang="en-US" altLang="ja-JP" sz="800" dirty="0">
                <a:latin typeface="Aptos" panose="020B0004020202020204" pitchFamily="34" charset="0"/>
                <a:ea typeface="ＭＳ Ｐゴシック" pitchFamily="50" charset="-128"/>
              </a:rPr>
              <a:t>Commercial market</a:t>
            </a:r>
          </a:p>
        </p:txBody>
      </p:sp>
      <p:sp>
        <p:nvSpPr>
          <p:cNvPr id="44" name="Rectangle 43"/>
          <p:cNvSpPr>
            <a:spLocks noChangeArrowheads="1"/>
          </p:cNvSpPr>
          <p:nvPr/>
        </p:nvSpPr>
        <p:spPr bwMode="auto">
          <a:xfrm>
            <a:off x="2731695" y="2101537"/>
            <a:ext cx="854393" cy="371475"/>
          </a:xfrm>
          <a:prstGeom prst="rect">
            <a:avLst/>
          </a:prstGeom>
          <a:solidFill>
            <a:schemeClr val="bg1"/>
          </a:solidFill>
          <a:ln w="6350" algn="ctr">
            <a:solidFill>
              <a:schemeClr val="tx1"/>
            </a:solidFill>
            <a:miter lim="800000"/>
            <a:headEnd/>
            <a:tailEnd/>
          </a:ln>
          <a:effectLst/>
        </p:spPr>
        <p:txBody>
          <a:bodyPr wrap="square" lIns="72231" tIns="72231" rIns="72231" bIns="72231" anchor="ctr"/>
          <a:lstStyle/>
          <a:p>
            <a:pPr algn="ctr">
              <a:spcBef>
                <a:spcPct val="0"/>
              </a:spcBef>
            </a:pPr>
            <a:r>
              <a:rPr lang="en-US" altLang="ja-JP" sz="800" dirty="0">
                <a:latin typeface="Aptos" panose="020B0004020202020204" pitchFamily="34" charset="0"/>
                <a:ea typeface="ＭＳ Ｐゴシック" pitchFamily="50" charset="-128"/>
              </a:rPr>
              <a:t>Market</a:t>
            </a:r>
            <a:br>
              <a:rPr lang="en-US" altLang="ja-JP" sz="800" dirty="0">
                <a:latin typeface="Aptos" panose="020B0004020202020204" pitchFamily="34" charset="0"/>
                <a:ea typeface="ＭＳ Ｐゴシック" pitchFamily="50" charset="-128"/>
              </a:rPr>
            </a:br>
            <a:r>
              <a:rPr lang="en-US" altLang="ja-JP" sz="800" dirty="0">
                <a:latin typeface="Aptos" panose="020B0004020202020204" pitchFamily="34" charset="0"/>
                <a:ea typeface="ＭＳ Ｐゴシック" pitchFamily="50" charset="-128"/>
              </a:rPr>
              <a:t>attractiveness</a:t>
            </a:r>
          </a:p>
        </p:txBody>
      </p:sp>
      <p:sp>
        <p:nvSpPr>
          <p:cNvPr id="45" name="Rectangle 44"/>
          <p:cNvSpPr>
            <a:spLocks noChangeArrowheads="1"/>
          </p:cNvSpPr>
          <p:nvPr/>
        </p:nvSpPr>
        <p:spPr bwMode="auto">
          <a:xfrm>
            <a:off x="3734679" y="2101536"/>
            <a:ext cx="854393" cy="371475"/>
          </a:xfrm>
          <a:prstGeom prst="rect">
            <a:avLst/>
          </a:prstGeom>
          <a:solidFill>
            <a:schemeClr val="bg1"/>
          </a:solidFill>
          <a:ln w="6350" algn="ctr">
            <a:solidFill>
              <a:schemeClr val="tx1"/>
            </a:solidFill>
            <a:miter lim="800000"/>
            <a:headEnd/>
            <a:tailEnd/>
          </a:ln>
          <a:effectLst/>
        </p:spPr>
        <p:txBody>
          <a:bodyPr wrap="square" lIns="72231" tIns="72231" rIns="72231" bIns="72231" anchor="ctr"/>
          <a:lstStyle/>
          <a:p>
            <a:pPr algn="ctr">
              <a:spcBef>
                <a:spcPct val="0"/>
              </a:spcBef>
            </a:pPr>
            <a:r>
              <a:rPr lang="en-US" altLang="ja-JP" sz="800" dirty="0">
                <a:latin typeface="Aptos" panose="020B0004020202020204" pitchFamily="34" charset="0"/>
                <a:ea typeface="ＭＳ Ｐゴシック" pitchFamily="50" charset="-128"/>
              </a:rPr>
              <a:t>Competitive position</a:t>
            </a:r>
          </a:p>
        </p:txBody>
      </p:sp>
      <p:sp>
        <p:nvSpPr>
          <p:cNvPr id="46" name="Oval 45"/>
          <p:cNvSpPr>
            <a:spLocks noChangeAspect="1" noChangeArrowheads="1"/>
          </p:cNvSpPr>
          <p:nvPr/>
        </p:nvSpPr>
        <p:spPr bwMode="auto">
          <a:xfrm>
            <a:off x="3164653" y="3366872"/>
            <a:ext cx="991462" cy="371475"/>
          </a:xfrm>
          <a:prstGeom prst="ellipse">
            <a:avLst/>
          </a:prstGeom>
          <a:solidFill>
            <a:schemeClr val="accent4"/>
          </a:solidFill>
          <a:ln w="12700" algn="ctr">
            <a:noFill/>
            <a:round/>
            <a:headEnd/>
            <a:tailEnd/>
          </a:ln>
          <a:effectLst/>
        </p:spPr>
        <p:txBody>
          <a:bodyPr wrap="square" lIns="72231" tIns="72231" rIns="72231" bIns="72231" anchor="ctr"/>
          <a:lstStyle/>
          <a:p>
            <a:pPr algn="ctr">
              <a:spcBef>
                <a:spcPct val="0"/>
              </a:spcBef>
              <a:defRPr/>
            </a:pPr>
            <a:r>
              <a:rPr lang="en-US" altLang="ja-JP" sz="800" dirty="0">
                <a:latin typeface="Aptos" panose="020B0004020202020204" pitchFamily="34" charset="0"/>
                <a:ea typeface="ＭＳ Ｐゴシック" pitchFamily="50" charset="-128"/>
              </a:rPr>
              <a:t>Insight</a:t>
            </a:r>
          </a:p>
        </p:txBody>
      </p:sp>
      <p:sp>
        <p:nvSpPr>
          <p:cNvPr id="47" name="AutoShape 16"/>
          <p:cNvSpPr>
            <a:spLocks noChangeAspect="1" noChangeArrowheads="1"/>
          </p:cNvSpPr>
          <p:nvPr/>
        </p:nvSpPr>
        <p:spPr bwMode="auto">
          <a:xfrm rot="16200000">
            <a:off x="3568805" y="4287177"/>
            <a:ext cx="183158" cy="411461"/>
          </a:xfrm>
          <a:prstGeom prst="rightArrow">
            <a:avLst>
              <a:gd name="adj1" fmla="val 50000"/>
              <a:gd name="adj2" fmla="val 50032"/>
            </a:avLst>
          </a:prstGeom>
          <a:solidFill>
            <a:schemeClr val="bg2">
              <a:lumMod val="90000"/>
            </a:schemeClr>
          </a:solidFill>
          <a:ln w="12700" algn="ctr">
            <a:noFill/>
            <a:miter lim="800000"/>
            <a:headEnd/>
            <a:tailEnd/>
          </a:ln>
          <a:effectLst/>
        </p:spPr>
        <p:txBody>
          <a:bodyPr wrap="square" lIns="29250" tIns="29250" rIns="29250" bIns="29250" anchor="ctr"/>
          <a:lstStyle/>
          <a:p>
            <a:pPr algn="ctr">
              <a:spcBef>
                <a:spcPct val="0"/>
              </a:spcBef>
              <a:defRPr/>
            </a:pPr>
            <a:endParaRPr lang="en-US" sz="800" dirty="0">
              <a:solidFill>
                <a:schemeClr val="bg1"/>
              </a:solidFill>
              <a:latin typeface="Aptos" panose="020B0004020202020204" pitchFamily="34" charset="0"/>
            </a:endParaRPr>
          </a:p>
        </p:txBody>
      </p:sp>
      <p:sp>
        <p:nvSpPr>
          <p:cNvPr id="36" name="Rectangle 35"/>
          <p:cNvSpPr>
            <a:spLocks noChangeArrowheads="1"/>
          </p:cNvSpPr>
          <p:nvPr/>
        </p:nvSpPr>
        <p:spPr bwMode="auto">
          <a:xfrm>
            <a:off x="7245355" y="2856095"/>
            <a:ext cx="854393" cy="371475"/>
          </a:xfrm>
          <a:prstGeom prst="rect">
            <a:avLst/>
          </a:prstGeom>
          <a:solidFill>
            <a:schemeClr val="bg1"/>
          </a:solidFill>
          <a:ln w="6350" algn="ctr">
            <a:solidFill>
              <a:schemeClr val="tx1"/>
            </a:solidFill>
            <a:miter lim="800000"/>
            <a:headEnd/>
            <a:tailEnd/>
          </a:ln>
          <a:effectLst/>
        </p:spPr>
        <p:txBody>
          <a:bodyPr wrap="square" lIns="72231" tIns="72231" rIns="72231" bIns="72231" anchor="ctr"/>
          <a:lstStyle/>
          <a:p>
            <a:pPr algn="ctr">
              <a:spcBef>
                <a:spcPct val="0"/>
              </a:spcBef>
            </a:pPr>
            <a:r>
              <a:rPr lang="en-US" altLang="ja-JP" sz="800" dirty="0">
                <a:latin typeface="Aptos" panose="020B0004020202020204" pitchFamily="34" charset="0"/>
                <a:ea typeface="ＭＳ Ｐゴシック" pitchFamily="50" charset="-128"/>
              </a:rPr>
              <a:t>Projects and resources</a:t>
            </a:r>
          </a:p>
        </p:txBody>
      </p:sp>
      <p:sp>
        <p:nvSpPr>
          <p:cNvPr id="37" name="Rectangle 36"/>
          <p:cNvSpPr>
            <a:spLocks noChangeArrowheads="1"/>
          </p:cNvSpPr>
          <p:nvPr/>
        </p:nvSpPr>
        <p:spPr bwMode="auto">
          <a:xfrm>
            <a:off x="7245356" y="3877650"/>
            <a:ext cx="854393" cy="371475"/>
          </a:xfrm>
          <a:prstGeom prst="rect">
            <a:avLst/>
          </a:prstGeom>
          <a:solidFill>
            <a:schemeClr val="bg1"/>
          </a:solidFill>
          <a:ln w="6350" algn="ctr">
            <a:solidFill>
              <a:schemeClr val="tx1"/>
            </a:solidFill>
            <a:miter lim="800000"/>
            <a:headEnd/>
            <a:tailEnd/>
          </a:ln>
          <a:effectLst/>
        </p:spPr>
        <p:txBody>
          <a:bodyPr wrap="square" lIns="72231" tIns="72231" rIns="72231" bIns="72231" anchor="ctr"/>
          <a:lstStyle/>
          <a:p>
            <a:pPr algn="ctr">
              <a:spcBef>
                <a:spcPct val="0"/>
              </a:spcBef>
            </a:pPr>
            <a:r>
              <a:rPr lang="en-US" altLang="ja-JP" sz="800" dirty="0">
                <a:latin typeface="Aptos" panose="020B0004020202020204" pitchFamily="34" charset="0"/>
                <a:ea typeface="ＭＳ Ｐゴシック" pitchFamily="50" charset="-128"/>
              </a:rPr>
              <a:t>Monitoring</a:t>
            </a:r>
          </a:p>
        </p:txBody>
      </p:sp>
      <p:sp>
        <p:nvSpPr>
          <p:cNvPr id="48" name="Rectangle 47"/>
          <p:cNvSpPr>
            <a:spLocks noChangeArrowheads="1"/>
          </p:cNvSpPr>
          <p:nvPr/>
        </p:nvSpPr>
        <p:spPr bwMode="auto">
          <a:xfrm>
            <a:off x="7245355" y="3366872"/>
            <a:ext cx="854393" cy="371475"/>
          </a:xfrm>
          <a:prstGeom prst="rect">
            <a:avLst/>
          </a:prstGeom>
          <a:solidFill>
            <a:schemeClr val="bg1"/>
          </a:solidFill>
          <a:ln w="6350" algn="ctr">
            <a:solidFill>
              <a:schemeClr val="tx1"/>
            </a:solidFill>
            <a:miter lim="800000"/>
            <a:headEnd/>
            <a:tailEnd/>
          </a:ln>
          <a:effectLst/>
        </p:spPr>
        <p:txBody>
          <a:bodyPr wrap="square" lIns="72231" tIns="72231" rIns="72231" bIns="72231" anchor="ctr"/>
          <a:lstStyle/>
          <a:p>
            <a:pPr algn="ctr">
              <a:spcBef>
                <a:spcPct val="0"/>
              </a:spcBef>
            </a:pPr>
            <a:r>
              <a:rPr lang="en-US" altLang="ja-JP" sz="800" dirty="0">
                <a:latin typeface="Aptos" panose="020B0004020202020204" pitchFamily="34" charset="0"/>
                <a:ea typeface="ＭＳ Ｐゴシック" pitchFamily="50" charset="-128"/>
              </a:rPr>
              <a:t>CSFs </a:t>
            </a:r>
          </a:p>
          <a:p>
            <a:pPr algn="ctr">
              <a:spcBef>
                <a:spcPct val="0"/>
              </a:spcBef>
            </a:pPr>
            <a:r>
              <a:rPr lang="en-US" altLang="ja-JP" sz="800" dirty="0">
                <a:latin typeface="Aptos" panose="020B0004020202020204" pitchFamily="34" charset="0"/>
                <a:ea typeface="ＭＳ Ｐゴシック" pitchFamily="50" charset="-128"/>
              </a:rPr>
              <a:t>and KPIs</a:t>
            </a:r>
          </a:p>
        </p:txBody>
      </p:sp>
      <p:sp>
        <p:nvSpPr>
          <p:cNvPr id="49" name="Rectangle 48"/>
          <p:cNvSpPr>
            <a:spLocks noChangeArrowheads="1"/>
          </p:cNvSpPr>
          <p:nvPr/>
        </p:nvSpPr>
        <p:spPr bwMode="auto">
          <a:xfrm>
            <a:off x="1792030" y="3626131"/>
            <a:ext cx="854393" cy="371475"/>
          </a:xfrm>
          <a:prstGeom prst="rect">
            <a:avLst/>
          </a:prstGeom>
          <a:solidFill>
            <a:schemeClr val="bg1"/>
          </a:solidFill>
          <a:ln w="6350" algn="ctr">
            <a:solidFill>
              <a:schemeClr val="tx1"/>
            </a:solidFill>
            <a:miter lim="800000"/>
            <a:headEnd/>
            <a:tailEnd/>
          </a:ln>
          <a:effectLst/>
        </p:spPr>
        <p:txBody>
          <a:bodyPr wrap="square" lIns="72231" tIns="72231" rIns="72231" bIns="72231" anchor="ctr"/>
          <a:lstStyle/>
          <a:p>
            <a:pPr algn="ctr">
              <a:spcBef>
                <a:spcPct val="0"/>
              </a:spcBef>
            </a:pPr>
            <a:r>
              <a:rPr lang="en-US" altLang="ja-JP" sz="800" dirty="0">
                <a:latin typeface="Aptos" panose="020B0004020202020204" pitchFamily="34" charset="0"/>
                <a:ea typeface="ＭＳ Ｐゴシック" pitchFamily="50" charset="-128"/>
              </a:rPr>
              <a:t>Strategic </a:t>
            </a:r>
          </a:p>
          <a:p>
            <a:pPr algn="ctr">
              <a:spcBef>
                <a:spcPct val="0"/>
              </a:spcBef>
            </a:pPr>
            <a:r>
              <a:rPr lang="en-US" altLang="ja-JP" sz="800" dirty="0">
                <a:latin typeface="Aptos" panose="020B0004020202020204" pitchFamily="34" charset="0"/>
                <a:ea typeface="ＭＳ Ｐゴシック" pitchFamily="50" charset="-128"/>
              </a:rPr>
              <a:t>issues</a:t>
            </a:r>
          </a:p>
        </p:txBody>
      </p:sp>
      <p:sp>
        <p:nvSpPr>
          <p:cNvPr id="50" name="Rectangle 49"/>
          <p:cNvSpPr>
            <a:spLocks noChangeArrowheads="1"/>
          </p:cNvSpPr>
          <p:nvPr/>
        </p:nvSpPr>
        <p:spPr bwMode="auto">
          <a:xfrm>
            <a:off x="1792030" y="3071498"/>
            <a:ext cx="854393" cy="371475"/>
          </a:xfrm>
          <a:prstGeom prst="rect">
            <a:avLst/>
          </a:prstGeom>
          <a:solidFill>
            <a:schemeClr val="bg1"/>
          </a:solidFill>
          <a:ln w="6350" algn="ctr">
            <a:solidFill>
              <a:schemeClr val="tx1"/>
            </a:solidFill>
            <a:miter lim="800000"/>
            <a:headEnd/>
            <a:tailEnd/>
          </a:ln>
          <a:effectLst/>
        </p:spPr>
        <p:txBody>
          <a:bodyPr wrap="square" lIns="72231" tIns="72231" rIns="72231" bIns="72231" anchor="ctr"/>
          <a:lstStyle/>
          <a:p>
            <a:pPr algn="ctr">
              <a:spcBef>
                <a:spcPct val="0"/>
              </a:spcBef>
            </a:pPr>
            <a:r>
              <a:rPr lang="en-US" altLang="ja-JP" sz="800" dirty="0">
                <a:latin typeface="Aptos" panose="020B0004020202020204" pitchFamily="34" charset="0"/>
                <a:ea typeface="ＭＳ Ｐゴシック" pitchFamily="50" charset="-128"/>
              </a:rPr>
              <a:t>Scope </a:t>
            </a:r>
            <a:br>
              <a:rPr lang="en-US" altLang="ja-JP" sz="800" dirty="0">
                <a:latin typeface="Aptos" panose="020B0004020202020204" pitchFamily="34" charset="0"/>
                <a:ea typeface="ＭＳ Ｐゴシック" pitchFamily="50" charset="-128"/>
              </a:rPr>
            </a:br>
            <a:r>
              <a:rPr lang="en-US" altLang="ja-JP" sz="800" dirty="0">
                <a:latin typeface="Aptos" panose="020B0004020202020204" pitchFamily="34" charset="0"/>
                <a:ea typeface="ＭＳ Ｐゴシック" pitchFamily="50" charset="-128"/>
              </a:rPr>
              <a:t>and context</a:t>
            </a:r>
          </a:p>
        </p:txBody>
      </p:sp>
      <p:sp>
        <p:nvSpPr>
          <p:cNvPr id="51" name="AutoShape 20"/>
          <p:cNvSpPr>
            <a:spLocks noChangeAspect="1" noChangeArrowheads="1"/>
          </p:cNvSpPr>
          <p:nvPr/>
        </p:nvSpPr>
        <p:spPr bwMode="auto">
          <a:xfrm rot="16200000">
            <a:off x="3568805" y="3742862"/>
            <a:ext cx="183158" cy="411461"/>
          </a:xfrm>
          <a:prstGeom prst="rightArrow">
            <a:avLst>
              <a:gd name="adj1" fmla="val 50000"/>
              <a:gd name="adj2" fmla="val 50032"/>
            </a:avLst>
          </a:prstGeom>
          <a:solidFill>
            <a:schemeClr val="bg2">
              <a:lumMod val="90000"/>
            </a:schemeClr>
          </a:solidFill>
          <a:ln w="12700" algn="ctr">
            <a:noFill/>
            <a:miter lim="800000"/>
            <a:headEnd/>
            <a:tailEnd/>
          </a:ln>
          <a:effectLst/>
        </p:spPr>
        <p:txBody>
          <a:bodyPr wrap="square" lIns="29250" tIns="29250" rIns="29250" bIns="29250" anchor="ctr"/>
          <a:lstStyle/>
          <a:p>
            <a:pPr algn="ctr">
              <a:spcBef>
                <a:spcPct val="0"/>
              </a:spcBef>
              <a:defRPr/>
            </a:pPr>
            <a:endParaRPr lang="en-US" sz="800" dirty="0">
              <a:solidFill>
                <a:schemeClr val="bg1"/>
              </a:solidFill>
              <a:latin typeface="Aptos" panose="020B0004020202020204" pitchFamily="34" charset="0"/>
            </a:endParaRPr>
          </a:p>
        </p:txBody>
      </p:sp>
      <p:sp>
        <p:nvSpPr>
          <p:cNvPr id="52" name="AutoShape 21"/>
          <p:cNvSpPr>
            <a:spLocks noChangeAspect="1" noChangeArrowheads="1"/>
          </p:cNvSpPr>
          <p:nvPr/>
        </p:nvSpPr>
        <p:spPr bwMode="auto">
          <a:xfrm rot="16200000" flipH="1">
            <a:off x="3568157" y="2978631"/>
            <a:ext cx="184447" cy="411461"/>
          </a:xfrm>
          <a:prstGeom prst="rightArrow">
            <a:avLst>
              <a:gd name="adj1" fmla="val 50000"/>
              <a:gd name="adj2" fmla="val 50032"/>
            </a:avLst>
          </a:prstGeom>
          <a:solidFill>
            <a:schemeClr val="bg2">
              <a:lumMod val="90000"/>
            </a:schemeClr>
          </a:solidFill>
          <a:ln w="12700" algn="ctr">
            <a:noFill/>
            <a:miter lim="800000"/>
            <a:headEnd/>
            <a:tailEnd/>
          </a:ln>
          <a:effectLst/>
        </p:spPr>
        <p:txBody>
          <a:bodyPr wrap="square" lIns="29250" tIns="29250" rIns="29250" bIns="29250" anchor="ctr"/>
          <a:lstStyle/>
          <a:p>
            <a:pPr algn="ctr">
              <a:spcBef>
                <a:spcPct val="0"/>
              </a:spcBef>
              <a:defRPr/>
            </a:pPr>
            <a:endParaRPr lang="en-US" sz="800" dirty="0">
              <a:solidFill>
                <a:schemeClr val="bg1"/>
              </a:solidFill>
              <a:latin typeface="Aptos" panose="020B0004020202020204" pitchFamily="34" charset="0"/>
            </a:endParaRPr>
          </a:p>
        </p:txBody>
      </p:sp>
      <p:sp>
        <p:nvSpPr>
          <p:cNvPr id="53" name="AutoShape 22"/>
          <p:cNvSpPr>
            <a:spLocks noChangeAspect="1" noChangeArrowheads="1"/>
          </p:cNvSpPr>
          <p:nvPr/>
        </p:nvSpPr>
        <p:spPr bwMode="auto">
          <a:xfrm rot="16200000" flipH="1">
            <a:off x="3568805" y="2419484"/>
            <a:ext cx="183158" cy="411461"/>
          </a:xfrm>
          <a:prstGeom prst="rightArrow">
            <a:avLst>
              <a:gd name="adj1" fmla="val 50000"/>
              <a:gd name="adj2" fmla="val 50032"/>
            </a:avLst>
          </a:prstGeom>
          <a:solidFill>
            <a:schemeClr val="bg2">
              <a:lumMod val="90000"/>
            </a:schemeClr>
          </a:solidFill>
          <a:ln w="12700" algn="ctr">
            <a:noFill/>
            <a:miter lim="800000"/>
            <a:headEnd/>
            <a:tailEnd/>
          </a:ln>
          <a:effectLst/>
        </p:spPr>
        <p:txBody>
          <a:bodyPr wrap="square" lIns="29250" tIns="29250" rIns="29250" bIns="29250" anchor="ctr"/>
          <a:lstStyle/>
          <a:p>
            <a:pPr algn="ctr">
              <a:spcBef>
                <a:spcPct val="0"/>
              </a:spcBef>
              <a:defRPr/>
            </a:pPr>
            <a:endParaRPr lang="en-US" sz="800" dirty="0">
              <a:solidFill>
                <a:schemeClr val="bg1"/>
              </a:solidFill>
              <a:latin typeface="Aptos" panose="020B0004020202020204" pitchFamily="34" charset="0"/>
            </a:endParaRPr>
          </a:p>
        </p:txBody>
      </p:sp>
      <p:sp>
        <p:nvSpPr>
          <p:cNvPr id="54" name="Rectangle 53"/>
          <p:cNvSpPr>
            <a:spLocks noChangeArrowheads="1"/>
          </p:cNvSpPr>
          <p:nvPr/>
        </p:nvSpPr>
        <p:spPr bwMode="auto">
          <a:xfrm>
            <a:off x="4668967" y="3626131"/>
            <a:ext cx="854393" cy="371475"/>
          </a:xfrm>
          <a:prstGeom prst="rect">
            <a:avLst/>
          </a:prstGeom>
          <a:solidFill>
            <a:schemeClr val="bg1"/>
          </a:solidFill>
          <a:ln w="6350" algn="ctr">
            <a:solidFill>
              <a:schemeClr val="tx1"/>
            </a:solidFill>
            <a:miter lim="800000"/>
            <a:headEnd/>
            <a:tailEnd/>
          </a:ln>
          <a:effectLst/>
        </p:spPr>
        <p:txBody>
          <a:bodyPr wrap="square" lIns="72231" tIns="72231" rIns="72231" bIns="72231" anchor="ctr"/>
          <a:lstStyle/>
          <a:p>
            <a:pPr algn="ctr">
              <a:spcBef>
                <a:spcPct val="0"/>
              </a:spcBef>
            </a:pPr>
            <a:r>
              <a:rPr lang="en-US" altLang="ja-JP" sz="800" dirty="0">
                <a:latin typeface="Aptos" panose="020B0004020202020204" pitchFamily="34" charset="0"/>
                <a:ea typeface="ＭＳ Ｐゴシック" pitchFamily="50" charset="-128"/>
              </a:rPr>
              <a:t>Creativity</a:t>
            </a:r>
          </a:p>
        </p:txBody>
      </p:sp>
      <p:sp>
        <p:nvSpPr>
          <p:cNvPr id="55" name="Rectangle 54"/>
          <p:cNvSpPr>
            <a:spLocks noChangeArrowheads="1"/>
          </p:cNvSpPr>
          <p:nvPr/>
        </p:nvSpPr>
        <p:spPr bwMode="auto">
          <a:xfrm>
            <a:off x="4668967" y="3071498"/>
            <a:ext cx="854393" cy="371475"/>
          </a:xfrm>
          <a:prstGeom prst="rect">
            <a:avLst/>
          </a:prstGeom>
          <a:solidFill>
            <a:schemeClr val="bg1"/>
          </a:solidFill>
          <a:ln w="6350" algn="ctr">
            <a:solidFill>
              <a:schemeClr val="tx1"/>
            </a:solidFill>
            <a:miter lim="800000"/>
            <a:headEnd/>
            <a:tailEnd/>
          </a:ln>
          <a:effectLst/>
        </p:spPr>
        <p:txBody>
          <a:bodyPr wrap="square" lIns="72231" tIns="72231" rIns="72231" bIns="72231" anchor="ctr"/>
          <a:lstStyle/>
          <a:p>
            <a:pPr algn="ctr">
              <a:spcBef>
                <a:spcPct val="0"/>
              </a:spcBef>
            </a:pPr>
            <a:r>
              <a:rPr lang="en-US" altLang="ja-JP" sz="800" dirty="0">
                <a:latin typeface="Aptos" panose="020B0004020202020204" pitchFamily="34" charset="0"/>
                <a:ea typeface="ＭＳ Ｐゴシック" pitchFamily="50" charset="-128"/>
              </a:rPr>
              <a:t>Scenarios</a:t>
            </a:r>
            <a:br>
              <a:rPr lang="en-US" altLang="ja-JP" sz="800" dirty="0">
                <a:latin typeface="Aptos" panose="020B0004020202020204" pitchFamily="34" charset="0"/>
                <a:ea typeface="ＭＳ Ｐゴシック" pitchFamily="50" charset="-128"/>
              </a:rPr>
            </a:br>
            <a:r>
              <a:rPr lang="en-US" altLang="ja-JP" sz="800" dirty="0">
                <a:latin typeface="Aptos" panose="020B0004020202020204" pitchFamily="34" charset="0"/>
                <a:ea typeface="ＭＳ Ｐゴシック" pitchFamily="50" charset="-128"/>
              </a:rPr>
              <a:t>and options</a:t>
            </a:r>
          </a:p>
        </p:txBody>
      </p:sp>
      <p:sp>
        <p:nvSpPr>
          <p:cNvPr id="56" name="Freeform 55"/>
          <p:cNvSpPr>
            <a:spLocks noChangeAspect="1"/>
          </p:cNvSpPr>
          <p:nvPr/>
        </p:nvSpPr>
        <p:spPr bwMode="auto">
          <a:xfrm>
            <a:off x="2708834" y="3371390"/>
            <a:ext cx="397272" cy="362446"/>
          </a:xfrm>
          <a:custGeom>
            <a:avLst/>
            <a:gdLst/>
            <a:ahLst/>
            <a:cxnLst>
              <a:cxn ang="0">
                <a:pos x="0" y="147"/>
              </a:cxn>
              <a:cxn ang="0">
                <a:pos x="84" y="0"/>
              </a:cxn>
              <a:cxn ang="0">
                <a:pos x="84" y="71"/>
              </a:cxn>
              <a:cxn ang="0">
                <a:pos x="246" y="71"/>
              </a:cxn>
              <a:cxn ang="0">
                <a:pos x="246" y="3"/>
              </a:cxn>
              <a:cxn ang="0">
                <a:pos x="323" y="147"/>
              </a:cxn>
              <a:cxn ang="0">
                <a:pos x="243" y="295"/>
              </a:cxn>
              <a:cxn ang="0">
                <a:pos x="243" y="219"/>
              </a:cxn>
              <a:cxn ang="0">
                <a:pos x="84" y="219"/>
              </a:cxn>
              <a:cxn ang="0">
                <a:pos x="84" y="292"/>
              </a:cxn>
              <a:cxn ang="0">
                <a:pos x="0" y="147"/>
              </a:cxn>
            </a:cxnLst>
            <a:rect l="0" t="0" r="r" b="b"/>
            <a:pathLst>
              <a:path w="324" h="296">
                <a:moveTo>
                  <a:pt x="0" y="147"/>
                </a:moveTo>
                <a:lnTo>
                  <a:pt x="84" y="0"/>
                </a:lnTo>
                <a:lnTo>
                  <a:pt x="84" y="71"/>
                </a:lnTo>
                <a:lnTo>
                  <a:pt x="246" y="71"/>
                </a:lnTo>
                <a:lnTo>
                  <a:pt x="246" y="3"/>
                </a:lnTo>
                <a:lnTo>
                  <a:pt x="323" y="147"/>
                </a:lnTo>
                <a:lnTo>
                  <a:pt x="243" y="295"/>
                </a:lnTo>
                <a:lnTo>
                  <a:pt x="243" y="219"/>
                </a:lnTo>
                <a:lnTo>
                  <a:pt x="84" y="219"/>
                </a:lnTo>
                <a:lnTo>
                  <a:pt x="84" y="292"/>
                </a:lnTo>
                <a:lnTo>
                  <a:pt x="0" y="147"/>
                </a:lnTo>
              </a:path>
            </a:pathLst>
          </a:custGeom>
          <a:solidFill>
            <a:schemeClr val="bg2">
              <a:lumMod val="90000"/>
            </a:schemeClr>
          </a:solidFill>
          <a:ln w="12700" cap="flat" cmpd="sng">
            <a:noFill/>
            <a:prstDash val="solid"/>
            <a:round/>
            <a:headEnd type="none" w="med" len="med"/>
            <a:tailEnd type="none" w="med" len="med"/>
          </a:ln>
          <a:effectLst/>
        </p:spPr>
        <p:txBody>
          <a:bodyPr wrap="square" lIns="29250" tIns="29250" rIns="29250" bIns="29250" anchor="ctr"/>
          <a:lstStyle/>
          <a:p>
            <a:pPr>
              <a:defRPr/>
            </a:pPr>
            <a:endParaRPr lang="en-US" sz="800" dirty="0">
              <a:solidFill>
                <a:schemeClr val="bg1"/>
              </a:solidFill>
              <a:latin typeface="Aptos" panose="020B0004020202020204" pitchFamily="34" charset="0"/>
            </a:endParaRPr>
          </a:p>
        </p:txBody>
      </p:sp>
      <p:sp>
        <p:nvSpPr>
          <p:cNvPr id="57" name="Freeform 56"/>
          <p:cNvSpPr>
            <a:spLocks noChangeAspect="1"/>
          </p:cNvSpPr>
          <p:nvPr/>
        </p:nvSpPr>
        <p:spPr bwMode="auto">
          <a:xfrm>
            <a:off x="4225511" y="3371390"/>
            <a:ext cx="397272" cy="362446"/>
          </a:xfrm>
          <a:custGeom>
            <a:avLst/>
            <a:gdLst/>
            <a:ahLst/>
            <a:cxnLst>
              <a:cxn ang="0">
                <a:pos x="0" y="147"/>
              </a:cxn>
              <a:cxn ang="0">
                <a:pos x="84" y="0"/>
              </a:cxn>
              <a:cxn ang="0">
                <a:pos x="84" y="71"/>
              </a:cxn>
              <a:cxn ang="0">
                <a:pos x="246" y="71"/>
              </a:cxn>
              <a:cxn ang="0">
                <a:pos x="246" y="3"/>
              </a:cxn>
              <a:cxn ang="0">
                <a:pos x="323" y="147"/>
              </a:cxn>
              <a:cxn ang="0">
                <a:pos x="243" y="295"/>
              </a:cxn>
              <a:cxn ang="0">
                <a:pos x="243" y="219"/>
              </a:cxn>
              <a:cxn ang="0">
                <a:pos x="84" y="219"/>
              </a:cxn>
              <a:cxn ang="0">
                <a:pos x="84" y="292"/>
              </a:cxn>
              <a:cxn ang="0">
                <a:pos x="0" y="147"/>
              </a:cxn>
            </a:cxnLst>
            <a:rect l="0" t="0" r="r" b="b"/>
            <a:pathLst>
              <a:path w="324" h="296">
                <a:moveTo>
                  <a:pt x="0" y="147"/>
                </a:moveTo>
                <a:lnTo>
                  <a:pt x="84" y="0"/>
                </a:lnTo>
                <a:lnTo>
                  <a:pt x="84" y="71"/>
                </a:lnTo>
                <a:lnTo>
                  <a:pt x="246" y="71"/>
                </a:lnTo>
                <a:lnTo>
                  <a:pt x="246" y="3"/>
                </a:lnTo>
                <a:lnTo>
                  <a:pt x="323" y="147"/>
                </a:lnTo>
                <a:lnTo>
                  <a:pt x="243" y="295"/>
                </a:lnTo>
                <a:lnTo>
                  <a:pt x="243" y="219"/>
                </a:lnTo>
                <a:lnTo>
                  <a:pt x="84" y="219"/>
                </a:lnTo>
                <a:lnTo>
                  <a:pt x="84" y="292"/>
                </a:lnTo>
                <a:lnTo>
                  <a:pt x="0" y="147"/>
                </a:lnTo>
              </a:path>
            </a:pathLst>
          </a:custGeom>
          <a:solidFill>
            <a:schemeClr val="bg2">
              <a:lumMod val="90000"/>
            </a:schemeClr>
          </a:solidFill>
          <a:ln w="12700" cap="flat" cmpd="sng">
            <a:noFill/>
            <a:prstDash val="solid"/>
            <a:round/>
            <a:headEnd type="none" w="med" len="med"/>
            <a:tailEnd type="none" w="med" len="med"/>
          </a:ln>
          <a:effectLst/>
        </p:spPr>
        <p:txBody>
          <a:bodyPr wrap="square" lIns="29250" tIns="29250" rIns="29250" bIns="29250" anchor="ctr"/>
          <a:lstStyle/>
          <a:p>
            <a:pPr>
              <a:defRPr/>
            </a:pPr>
            <a:endParaRPr lang="en-US" sz="800" dirty="0">
              <a:solidFill>
                <a:schemeClr val="bg1"/>
              </a:solidFill>
              <a:latin typeface="Aptos" panose="020B0004020202020204" pitchFamily="34" charset="0"/>
            </a:endParaRPr>
          </a:p>
        </p:txBody>
      </p:sp>
      <p:sp>
        <p:nvSpPr>
          <p:cNvPr id="58" name="Freeform 57"/>
          <p:cNvSpPr>
            <a:spLocks noChangeAspect="1"/>
          </p:cNvSpPr>
          <p:nvPr/>
        </p:nvSpPr>
        <p:spPr bwMode="auto">
          <a:xfrm>
            <a:off x="5569482" y="3371390"/>
            <a:ext cx="397272" cy="362446"/>
          </a:xfrm>
          <a:custGeom>
            <a:avLst/>
            <a:gdLst/>
            <a:ahLst/>
            <a:cxnLst>
              <a:cxn ang="0">
                <a:pos x="0" y="147"/>
              </a:cxn>
              <a:cxn ang="0">
                <a:pos x="84" y="0"/>
              </a:cxn>
              <a:cxn ang="0">
                <a:pos x="84" y="71"/>
              </a:cxn>
              <a:cxn ang="0">
                <a:pos x="246" y="71"/>
              </a:cxn>
              <a:cxn ang="0">
                <a:pos x="246" y="3"/>
              </a:cxn>
              <a:cxn ang="0">
                <a:pos x="323" y="147"/>
              </a:cxn>
              <a:cxn ang="0">
                <a:pos x="243" y="295"/>
              </a:cxn>
              <a:cxn ang="0">
                <a:pos x="243" y="219"/>
              </a:cxn>
              <a:cxn ang="0">
                <a:pos x="84" y="219"/>
              </a:cxn>
              <a:cxn ang="0">
                <a:pos x="84" y="292"/>
              </a:cxn>
              <a:cxn ang="0">
                <a:pos x="0" y="147"/>
              </a:cxn>
            </a:cxnLst>
            <a:rect l="0" t="0" r="r" b="b"/>
            <a:pathLst>
              <a:path w="324" h="296">
                <a:moveTo>
                  <a:pt x="0" y="147"/>
                </a:moveTo>
                <a:lnTo>
                  <a:pt x="84" y="0"/>
                </a:lnTo>
                <a:lnTo>
                  <a:pt x="84" y="71"/>
                </a:lnTo>
                <a:lnTo>
                  <a:pt x="246" y="71"/>
                </a:lnTo>
                <a:lnTo>
                  <a:pt x="246" y="3"/>
                </a:lnTo>
                <a:lnTo>
                  <a:pt x="323" y="147"/>
                </a:lnTo>
                <a:lnTo>
                  <a:pt x="243" y="295"/>
                </a:lnTo>
                <a:lnTo>
                  <a:pt x="243" y="219"/>
                </a:lnTo>
                <a:lnTo>
                  <a:pt x="84" y="219"/>
                </a:lnTo>
                <a:lnTo>
                  <a:pt x="84" y="292"/>
                </a:lnTo>
                <a:lnTo>
                  <a:pt x="0" y="147"/>
                </a:lnTo>
              </a:path>
            </a:pathLst>
          </a:custGeom>
          <a:solidFill>
            <a:schemeClr val="bg2">
              <a:lumMod val="90000"/>
            </a:schemeClr>
          </a:solidFill>
          <a:ln w="12700" cap="flat" cmpd="sng">
            <a:noFill/>
            <a:prstDash val="solid"/>
            <a:round/>
            <a:headEnd type="none" w="med" len="med"/>
            <a:tailEnd type="none" w="med" len="med"/>
          </a:ln>
          <a:effectLst/>
        </p:spPr>
        <p:txBody>
          <a:bodyPr wrap="square" lIns="29250" tIns="29250" rIns="29250" bIns="29250" anchor="ctr"/>
          <a:lstStyle/>
          <a:p>
            <a:pPr>
              <a:defRPr/>
            </a:pPr>
            <a:endParaRPr lang="en-US" sz="800" dirty="0">
              <a:solidFill>
                <a:schemeClr val="bg1"/>
              </a:solidFill>
              <a:latin typeface="Aptos" panose="020B0004020202020204" pitchFamily="34" charset="0"/>
            </a:endParaRPr>
          </a:p>
        </p:txBody>
      </p:sp>
      <p:sp>
        <p:nvSpPr>
          <p:cNvPr id="59" name="Freeform 58"/>
          <p:cNvSpPr>
            <a:spLocks noChangeAspect="1"/>
          </p:cNvSpPr>
          <p:nvPr/>
        </p:nvSpPr>
        <p:spPr bwMode="auto">
          <a:xfrm>
            <a:off x="6801955" y="3371390"/>
            <a:ext cx="397272" cy="362446"/>
          </a:xfrm>
          <a:custGeom>
            <a:avLst/>
            <a:gdLst/>
            <a:ahLst/>
            <a:cxnLst>
              <a:cxn ang="0">
                <a:pos x="0" y="147"/>
              </a:cxn>
              <a:cxn ang="0">
                <a:pos x="84" y="0"/>
              </a:cxn>
              <a:cxn ang="0">
                <a:pos x="84" y="71"/>
              </a:cxn>
              <a:cxn ang="0">
                <a:pos x="246" y="71"/>
              </a:cxn>
              <a:cxn ang="0">
                <a:pos x="246" y="3"/>
              </a:cxn>
              <a:cxn ang="0">
                <a:pos x="323" y="147"/>
              </a:cxn>
              <a:cxn ang="0">
                <a:pos x="243" y="295"/>
              </a:cxn>
              <a:cxn ang="0">
                <a:pos x="243" y="219"/>
              </a:cxn>
              <a:cxn ang="0">
                <a:pos x="84" y="219"/>
              </a:cxn>
              <a:cxn ang="0">
                <a:pos x="84" y="292"/>
              </a:cxn>
              <a:cxn ang="0">
                <a:pos x="0" y="147"/>
              </a:cxn>
            </a:cxnLst>
            <a:rect l="0" t="0" r="r" b="b"/>
            <a:pathLst>
              <a:path w="324" h="296">
                <a:moveTo>
                  <a:pt x="0" y="147"/>
                </a:moveTo>
                <a:lnTo>
                  <a:pt x="84" y="0"/>
                </a:lnTo>
                <a:lnTo>
                  <a:pt x="84" y="71"/>
                </a:lnTo>
                <a:lnTo>
                  <a:pt x="246" y="71"/>
                </a:lnTo>
                <a:lnTo>
                  <a:pt x="246" y="3"/>
                </a:lnTo>
                <a:lnTo>
                  <a:pt x="323" y="147"/>
                </a:lnTo>
                <a:lnTo>
                  <a:pt x="243" y="295"/>
                </a:lnTo>
                <a:lnTo>
                  <a:pt x="243" y="219"/>
                </a:lnTo>
                <a:lnTo>
                  <a:pt x="84" y="219"/>
                </a:lnTo>
                <a:lnTo>
                  <a:pt x="84" y="292"/>
                </a:lnTo>
                <a:lnTo>
                  <a:pt x="0" y="147"/>
                </a:lnTo>
              </a:path>
            </a:pathLst>
          </a:custGeom>
          <a:solidFill>
            <a:schemeClr val="bg2">
              <a:lumMod val="90000"/>
            </a:schemeClr>
          </a:solidFill>
          <a:ln w="12700" cap="flat" cmpd="sng">
            <a:noFill/>
            <a:prstDash val="solid"/>
            <a:round/>
            <a:headEnd type="none" w="med" len="med"/>
            <a:tailEnd type="none" w="med" len="med"/>
          </a:ln>
          <a:effectLst/>
        </p:spPr>
        <p:txBody>
          <a:bodyPr wrap="square" lIns="29250" tIns="29250" rIns="29250" bIns="29250" anchor="ctr"/>
          <a:lstStyle/>
          <a:p>
            <a:pPr>
              <a:defRPr/>
            </a:pPr>
            <a:endParaRPr lang="en-US" sz="800" dirty="0">
              <a:solidFill>
                <a:schemeClr val="bg1"/>
              </a:solidFill>
              <a:latin typeface="Aptos" panose="020B0004020202020204" pitchFamily="34" charset="0"/>
            </a:endParaRPr>
          </a:p>
        </p:txBody>
      </p:sp>
    </p:spTree>
    <p:extLst>
      <p:ext uri="{BB962C8B-B14F-4D97-AF65-F5344CB8AC3E}">
        <p14:creationId xmlns:p14="http://schemas.microsoft.com/office/powerpoint/2010/main" val="1212397107"/>
      </p:ext>
    </p:extLst>
  </p:cSld>
  <p:clrMapOvr>
    <a:masterClrMapping/>
  </p:clrMapOvr>
  <p:transition>
    <p:fade/>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sz="quarter" idx="13"/>
          </p:nvPr>
        </p:nvSpPr>
        <p:spPr/>
        <p:txBody>
          <a:bodyPr/>
          <a:lstStyle/>
          <a:p>
            <a:r>
              <a:rPr lang="en-US"/>
              <a:t>The loop</a:t>
            </a:r>
            <a:endParaRPr lang="en-US" dirty="0"/>
          </a:p>
        </p:txBody>
      </p:sp>
      <p:sp>
        <p:nvSpPr>
          <p:cNvPr id="765955" name="Title 1"/>
          <p:cNvSpPr>
            <a:spLocks noGrp="1"/>
          </p:cNvSpPr>
          <p:nvPr>
            <p:ph type="title"/>
          </p:nvPr>
        </p:nvSpPr>
        <p:spPr/>
        <p:txBody>
          <a:bodyPr/>
          <a:lstStyle/>
          <a:p>
            <a:r>
              <a:rPr lang="en-US" altLang="ja-JP"/>
              <a:t>Strategy development</a:t>
            </a:r>
            <a:endParaRPr lang="en-US" dirty="0"/>
          </a:p>
        </p:txBody>
      </p:sp>
      <p:grpSp>
        <p:nvGrpSpPr>
          <p:cNvPr id="2" name="Group 1">
            <a:extLst>
              <a:ext uri="{FF2B5EF4-FFF2-40B4-BE49-F238E27FC236}">
                <a16:creationId xmlns:a16="http://schemas.microsoft.com/office/drawing/2014/main" id="{1A82D788-02F5-4A9B-A78B-9D90136F0C65}"/>
              </a:ext>
            </a:extLst>
          </p:cNvPr>
          <p:cNvGrpSpPr/>
          <p:nvPr/>
        </p:nvGrpSpPr>
        <p:grpSpPr>
          <a:xfrm>
            <a:off x="1360684" y="1929760"/>
            <a:ext cx="7261443" cy="3584222"/>
            <a:chOff x="1895475" y="1978270"/>
            <a:chExt cx="8397875" cy="4016862"/>
          </a:xfrm>
        </p:grpSpPr>
        <p:sp>
          <p:nvSpPr>
            <p:cNvPr id="388" name="Donut 387"/>
            <p:cNvSpPr/>
            <p:nvPr/>
          </p:nvSpPr>
          <p:spPr>
            <a:xfrm>
              <a:off x="6096000" y="2748329"/>
              <a:ext cx="4197350" cy="2457450"/>
            </a:xfrm>
            <a:prstGeom prst="donu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387" name="Donut 386"/>
            <p:cNvSpPr/>
            <p:nvPr/>
          </p:nvSpPr>
          <p:spPr>
            <a:xfrm>
              <a:off x="1895475" y="2748329"/>
              <a:ext cx="4197350" cy="2457450"/>
            </a:xfrm>
            <a:prstGeom prst="donu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264" name="Oval 10"/>
            <p:cNvSpPr>
              <a:spLocks noChangeArrowheads="1"/>
            </p:cNvSpPr>
            <p:nvPr/>
          </p:nvSpPr>
          <p:spPr bwMode="auto">
            <a:xfrm>
              <a:off x="2485390" y="1978270"/>
              <a:ext cx="3017520" cy="393700"/>
            </a:xfrm>
            <a:prstGeom prst="ellipse">
              <a:avLst/>
            </a:prstGeom>
            <a:solidFill>
              <a:schemeClr val="accent1"/>
            </a:solidFill>
            <a:ln w="12700" algn="ctr">
              <a:noFill/>
              <a:round/>
              <a:headEnd type="none" w="sm" len="sm"/>
              <a:tailEnd type="none" w="sm" len="sm"/>
            </a:ln>
            <a:effectLst/>
          </p:spPr>
          <p:txBody>
            <a:bodyPr tIns="74295" bIns="74295" anchor="ctr"/>
            <a:lstStyle/>
            <a:p>
              <a:pPr algn="ctr">
                <a:defRPr/>
              </a:pPr>
              <a:r>
                <a:rPr lang="en-US" altLang="ja-JP" sz="900" b="1" dirty="0">
                  <a:solidFill>
                    <a:schemeClr val="bg1"/>
                  </a:solidFill>
                  <a:latin typeface="Aptos" panose="020B0004020202020204" pitchFamily="34" charset="0"/>
                  <a:ea typeface="ＭＳ Ｐゴシック" pitchFamily="50" charset="-128"/>
                </a:rPr>
                <a:t>Commercial market</a:t>
              </a:r>
            </a:p>
          </p:txBody>
        </p:sp>
        <p:sp>
          <p:nvSpPr>
            <p:cNvPr id="305" name="Oval 51"/>
            <p:cNvSpPr>
              <a:spLocks noChangeArrowheads="1"/>
            </p:cNvSpPr>
            <p:nvPr/>
          </p:nvSpPr>
          <p:spPr bwMode="auto">
            <a:xfrm>
              <a:off x="3555207" y="3553193"/>
              <a:ext cx="887413" cy="885825"/>
            </a:xfrm>
            <a:prstGeom prst="ellipse">
              <a:avLst/>
            </a:prstGeom>
            <a:solidFill>
              <a:schemeClr val="bg1"/>
            </a:solidFill>
            <a:ln w="57150">
              <a:solidFill>
                <a:schemeClr val="accent2"/>
              </a:solidFill>
              <a:round/>
              <a:headEnd type="none" w="sm" len="sm"/>
              <a:tailEnd type="none" w="sm" len="sm"/>
            </a:ln>
            <a:effectLst/>
          </p:spPr>
          <p:txBody>
            <a:bodyPr wrap="none" lIns="72231" tIns="72231" rIns="72231" bIns="72231" anchor="ctr"/>
            <a:lstStyle/>
            <a:p>
              <a:pPr algn="ctr">
                <a:defRPr/>
              </a:pPr>
              <a:r>
                <a:rPr kumimoji="1" lang="en-US" altLang="ja-JP" sz="900" b="1" dirty="0">
                  <a:latin typeface="Aptos" panose="020B0004020202020204" pitchFamily="34" charset="0"/>
                  <a:ea typeface="ＭＳ Ｐゴシック" pitchFamily="50" charset="-128"/>
                </a:rPr>
                <a:t>Insight</a:t>
              </a:r>
            </a:p>
          </p:txBody>
        </p:sp>
        <p:sp>
          <p:nvSpPr>
            <p:cNvPr id="306" name="Oval 52"/>
            <p:cNvSpPr>
              <a:spLocks noChangeArrowheads="1"/>
            </p:cNvSpPr>
            <p:nvPr/>
          </p:nvSpPr>
          <p:spPr bwMode="auto">
            <a:xfrm>
              <a:off x="7752558" y="3553193"/>
              <a:ext cx="884237" cy="885825"/>
            </a:xfrm>
            <a:prstGeom prst="ellipse">
              <a:avLst/>
            </a:prstGeom>
            <a:solidFill>
              <a:schemeClr val="bg1"/>
            </a:solidFill>
            <a:ln w="57150">
              <a:solidFill>
                <a:schemeClr val="accent2"/>
              </a:solidFill>
              <a:round/>
              <a:headEnd type="none" w="sm" len="sm"/>
              <a:tailEnd type="none" w="sm" len="sm"/>
            </a:ln>
            <a:effectLst/>
          </p:spPr>
          <p:txBody>
            <a:bodyPr wrap="none" lIns="72231" tIns="72231" rIns="72231" bIns="72231" anchor="ctr"/>
            <a:lstStyle/>
            <a:p>
              <a:pPr algn="ctr">
                <a:defRPr/>
              </a:pPr>
              <a:r>
                <a:rPr kumimoji="1" lang="en-US" sz="900" b="1" dirty="0">
                  <a:latin typeface="Aptos" panose="020B0004020202020204" pitchFamily="34" charset="0"/>
                  <a:ea typeface="ＭＳ Ｐゴシック" pitchFamily="50" charset="-128"/>
                </a:rPr>
                <a:t>Value </a:t>
              </a:r>
              <a:br>
                <a:rPr kumimoji="1" lang="en-US" sz="900" b="1" dirty="0">
                  <a:latin typeface="Aptos" panose="020B0004020202020204" pitchFamily="34" charset="0"/>
                  <a:ea typeface="ＭＳ Ｐゴシック" pitchFamily="50" charset="-128"/>
                </a:rPr>
              </a:br>
              <a:r>
                <a:rPr kumimoji="1" lang="en-US" sz="900" b="1" dirty="0">
                  <a:latin typeface="Aptos" panose="020B0004020202020204" pitchFamily="34" charset="0"/>
                  <a:ea typeface="ＭＳ Ｐゴシック" pitchFamily="50" charset="-128"/>
                </a:rPr>
                <a:t>creation</a:t>
              </a:r>
            </a:p>
          </p:txBody>
        </p:sp>
        <p:grpSp>
          <p:nvGrpSpPr>
            <p:cNvPr id="765976" name="Group 61"/>
            <p:cNvGrpSpPr>
              <a:grpSpLocks/>
            </p:cNvGrpSpPr>
            <p:nvPr/>
          </p:nvGrpSpPr>
          <p:grpSpPr bwMode="auto">
            <a:xfrm>
              <a:off x="5640389" y="3354755"/>
              <a:ext cx="885825" cy="1084263"/>
              <a:chOff x="2650" y="1670"/>
              <a:chExt cx="558" cy="683"/>
            </a:xfrm>
          </p:grpSpPr>
          <p:sp>
            <p:nvSpPr>
              <p:cNvPr id="316" name="Oval 62"/>
              <p:cNvSpPr>
                <a:spLocks noChangeArrowheads="1"/>
              </p:cNvSpPr>
              <p:nvPr/>
            </p:nvSpPr>
            <p:spPr bwMode="auto">
              <a:xfrm>
                <a:off x="2650" y="1795"/>
                <a:ext cx="558" cy="558"/>
              </a:xfrm>
              <a:prstGeom prst="ellipse">
                <a:avLst/>
              </a:prstGeom>
              <a:noFill/>
              <a:ln w="57150">
                <a:solidFill>
                  <a:schemeClr val="accent2"/>
                </a:solidFill>
                <a:round/>
                <a:headEnd type="none" w="sm" len="sm"/>
                <a:tailEnd type="none" w="sm" len="sm"/>
              </a:ln>
            </p:spPr>
            <p:txBody>
              <a:bodyPr wrap="none" anchor="ctr"/>
              <a:lstStyle/>
              <a:p>
                <a:pPr algn="ctr">
                  <a:defRPr/>
                </a:pPr>
                <a:endParaRPr kumimoji="1" lang="en-US" sz="900" dirty="0">
                  <a:solidFill>
                    <a:schemeClr val="tx2"/>
                  </a:solidFill>
                  <a:latin typeface="Aptos" panose="020B0004020202020204" pitchFamily="34" charset="0"/>
                  <a:ea typeface="ＭＳ Ｐゴシック" pitchFamily="50" charset="-128"/>
                </a:endParaRPr>
              </a:p>
            </p:txBody>
          </p:sp>
          <p:grpSp>
            <p:nvGrpSpPr>
              <p:cNvPr id="765998" name="Group 63"/>
              <p:cNvGrpSpPr>
                <a:grpSpLocks/>
              </p:cNvGrpSpPr>
              <p:nvPr/>
            </p:nvGrpSpPr>
            <p:grpSpPr bwMode="auto">
              <a:xfrm>
                <a:off x="2745" y="1670"/>
                <a:ext cx="375" cy="120"/>
                <a:chOff x="2745" y="1670"/>
                <a:chExt cx="375" cy="120"/>
              </a:xfrm>
            </p:grpSpPr>
            <p:sp>
              <p:nvSpPr>
                <p:cNvPr id="318" name="Line 64"/>
                <p:cNvSpPr>
                  <a:spLocks noChangeShapeType="1"/>
                </p:cNvSpPr>
                <p:nvPr/>
              </p:nvSpPr>
              <p:spPr bwMode="auto">
                <a:xfrm>
                  <a:off x="2745" y="1670"/>
                  <a:ext cx="375" cy="0"/>
                </a:xfrm>
                <a:prstGeom prst="line">
                  <a:avLst/>
                </a:prstGeom>
                <a:noFill/>
                <a:ln w="57150">
                  <a:solidFill>
                    <a:schemeClr val="accent2"/>
                  </a:solidFill>
                  <a:round/>
                  <a:headEnd type="none" w="sm" len="sm"/>
                  <a:tailEnd type="none" w="sm" len="sm"/>
                </a:ln>
              </p:spPr>
              <p:txBody>
                <a:bodyPr wrap="none" anchor="ctr"/>
                <a:lstStyle/>
                <a:p>
                  <a:pPr>
                    <a:defRPr/>
                  </a:pPr>
                  <a:endParaRPr lang="en-US" sz="900" dirty="0">
                    <a:solidFill>
                      <a:schemeClr val="tx2"/>
                    </a:solidFill>
                    <a:latin typeface="Aptos" panose="020B0004020202020204" pitchFamily="34" charset="0"/>
                  </a:endParaRPr>
                </a:p>
              </p:txBody>
            </p:sp>
            <p:sp>
              <p:nvSpPr>
                <p:cNvPr id="319" name="Line 65"/>
                <p:cNvSpPr>
                  <a:spLocks noChangeShapeType="1"/>
                </p:cNvSpPr>
                <p:nvPr/>
              </p:nvSpPr>
              <p:spPr bwMode="auto">
                <a:xfrm rot="5400000">
                  <a:off x="2873" y="1730"/>
                  <a:ext cx="120" cy="0"/>
                </a:xfrm>
                <a:prstGeom prst="line">
                  <a:avLst/>
                </a:prstGeom>
                <a:noFill/>
                <a:ln w="57150">
                  <a:solidFill>
                    <a:schemeClr val="accent2"/>
                  </a:solidFill>
                  <a:round/>
                  <a:headEnd type="none" w="sm" len="sm"/>
                  <a:tailEnd type="none" w="sm" len="sm"/>
                </a:ln>
              </p:spPr>
              <p:txBody>
                <a:bodyPr wrap="none" anchor="ctr"/>
                <a:lstStyle/>
                <a:p>
                  <a:pPr>
                    <a:defRPr/>
                  </a:pPr>
                  <a:endParaRPr lang="en-US" sz="900" dirty="0">
                    <a:solidFill>
                      <a:schemeClr val="tx2"/>
                    </a:solidFill>
                    <a:latin typeface="Aptos" panose="020B0004020202020204" pitchFamily="34" charset="0"/>
                  </a:endParaRPr>
                </a:p>
              </p:txBody>
            </p:sp>
          </p:grpSp>
        </p:grpSp>
        <p:sp>
          <p:nvSpPr>
            <p:cNvPr id="765977" name="Text Box 66"/>
            <p:cNvSpPr txBox="1">
              <a:spLocks noChangeArrowheads="1"/>
            </p:cNvSpPr>
            <p:nvPr/>
          </p:nvSpPr>
          <p:spPr bwMode="auto">
            <a:xfrm>
              <a:off x="5842115" y="2941568"/>
              <a:ext cx="498693" cy="310435"/>
            </a:xfrm>
            <a:prstGeom prst="rect">
              <a:avLst/>
            </a:prstGeom>
            <a:noFill/>
            <a:ln w="12700">
              <a:noFill/>
              <a:miter lim="800000"/>
              <a:headEnd type="none" w="sm" len="sm"/>
              <a:tailEnd type="none" w="sm" len="sm"/>
            </a:ln>
          </p:spPr>
          <p:txBody>
            <a:bodyPr wrap="none" lIns="0" tIns="0" rIns="0" bIns="0" anchor="ctr">
              <a:spAutoFit/>
            </a:bodyPr>
            <a:lstStyle/>
            <a:p>
              <a:pPr algn="ctr"/>
              <a:r>
                <a:rPr kumimoji="1" lang="en-US" altLang="ja-JP" sz="900" b="1" dirty="0">
                  <a:latin typeface="Aptos" panose="020B0004020202020204" pitchFamily="34" charset="0"/>
                  <a:ea typeface="ＭＳ Ｐゴシック" charset="-128"/>
                </a:rPr>
                <a:t>Chosen </a:t>
              </a:r>
              <a:br>
                <a:rPr kumimoji="1" lang="en-US" altLang="ja-JP" sz="900" b="1" dirty="0">
                  <a:latin typeface="Aptos" panose="020B0004020202020204" pitchFamily="34" charset="0"/>
                  <a:ea typeface="ＭＳ Ｐゴシック" charset="-128"/>
                </a:rPr>
              </a:br>
              <a:r>
                <a:rPr kumimoji="1" lang="en-US" altLang="ja-JP" sz="900" b="1" dirty="0">
                  <a:latin typeface="Aptos" panose="020B0004020202020204" pitchFamily="34" charset="0"/>
                  <a:ea typeface="ＭＳ Ｐゴシック" charset="-128"/>
                </a:rPr>
                <a:t>strategy</a:t>
              </a:r>
            </a:p>
          </p:txBody>
        </p:sp>
        <p:sp>
          <p:nvSpPr>
            <p:cNvPr id="262" name="Oval 261"/>
            <p:cNvSpPr>
              <a:spLocks noChangeArrowheads="1"/>
            </p:cNvSpPr>
            <p:nvPr/>
          </p:nvSpPr>
          <p:spPr bwMode="auto">
            <a:xfrm>
              <a:off x="6685915" y="5601432"/>
              <a:ext cx="3017520" cy="393700"/>
            </a:xfrm>
            <a:prstGeom prst="ellipse">
              <a:avLst/>
            </a:prstGeom>
            <a:solidFill>
              <a:schemeClr val="accent1"/>
            </a:solidFill>
            <a:ln w="12700" algn="ctr">
              <a:noFill/>
              <a:round/>
              <a:headEnd type="none" w="sm" len="sm"/>
              <a:tailEnd type="none" w="sm" len="sm"/>
            </a:ln>
            <a:effectLst/>
          </p:spPr>
          <p:txBody>
            <a:bodyPr tIns="74295" bIns="74295" anchor="ctr"/>
            <a:lstStyle/>
            <a:p>
              <a:pPr algn="ctr">
                <a:defRPr/>
              </a:pPr>
              <a:r>
                <a:rPr lang="en-US" altLang="ja-JP" sz="900" b="1" dirty="0">
                  <a:solidFill>
                    <a:schemeClr val="bg1"/>
                  </a:solidFill>
                  <a:latin typeface="Aptos" panose="020B0004020202020204" pitchFamily="34" charset="0"/>
                  <a:ea typeface="ＭＳ Ｐゴシック" pitchFamily="50" charset="-128"/>
                </a:rPr>
                <a:t>Managed performance</a:t>
              </a:r>
            </a:p>
          </p:txBody>
        </p:sp>
        <p:sp>
          <p:nvSpPr>
            <p:cNvPr id="311" name="AutoShape 57"/>
            <p:cNvSpPr>
              <a:spLocks noChangeArrowheads="1"/>
            </p:cNvSpPr>
            <p:nvPr/>
          </p:nvSpPr>
          <p:spPr bwMode="auto">
            <a:xfrm>
              <a:off x="6411595" y="4711669"/>
              <a:ext cx="356616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Critical success factors and key performance indicators</a:t>
              </a:r>
            </a:p>
          </p:txBody>
        </p:sp>
        <p:sp>
          <p:nvSpPr>
            <p:cNvPr id="312" name="AutoShape 58"/>
            <p:cNvSpPr>
              <a:spLocks noChangeArrowheads="1"/>
            </p:cNvSpPr>
            <p:nvPr/>
          </p:nvSpPr>
          <p:spPr bwMode="auto">
            <a:xfrm>
              <a:off x="6411595" y="5289305"/>
              <a:ext cx="356616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Performance monitoring and incentive compensation</a:t>
              </a:r>
            </a:p>
          </p:txBody>
        </p:sp>
        <p:sp>
          <p:nvSpPr>
            <p:cNvPr id="393" name="Isosceles Triangle 392"/>
            <p:cNvSpPr/>
            <p:nvPr/>
          </p:nvSpPr>
          <p:spPr>
            <a:xfrm rot="10800000" flipV="1">
              <a:off x="8091489" y="4985911"/>
              <a:ext cx="206375" cy="177800"/>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395" name="Isosceles Triangle 394"/>
            <p:cNvSpPr/>
            <p:nvPr/>
          </p:nvSpPr>
          <p:spPr>
            <a:xfrm rot="10800000" flipV="1">
              <a:off x="8091489" y="4499342"/>
              <a:ext cx="206375" cy="177800"/>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261" name="Oval 260"/>
            <p:cNvSpPr>
              <a:spLocks noChangeArrowheads="1"/>
            </p:cNvSpPr>
            <p:nvPr/>
          </p:nvSpPr>
          <p:spPr bwMode="auto">
            <a:xfrm>
              <a:off x="2485390" y="5601432"/>
              <a:ext cx="3017520" cy="393700"/>
            </a:xfrm>
            <a:prstGeom prst="ellipse">
              <a:avLst/>
            </a:prstGeom>
            <a:solidFill>
              <a:schemeClr val="accent1"/>
            </a:solidFill>
            <a:ln w="12700" algn="ctr">
              <a:noFill/>
              <a:round/>
              <a:headEnd type="none" w="sm" len="sm"/>
              <a:tailEnd type="none" w="sm" len="sm"/>
            </a:ln>
            <a:effectLst/>
          </p:spPr>
          <p:txBody>
            <a:bodyPr tIns="74295" bIns="74295" anchor="ctr"/>
            <a:lstStyle/>
            <a:p>
              <a:pPr algn="ctr">
                <a:defRPr/>
              </a:pPr>
              <a:r>
                <a:rPr lang="en-US" altLang="ja-JP" sz="900" b="1" dirty="0">
                  <a:solidFill>
                    <a:schemeClr val="bg1"/>
                  </a:solidFill>
                  <a:latin typeface="Aptos" panose="020B0004020202020204" pitchFamily="34" charset="0"/>
                  <a:ea typeface="ＭＳ Ｐゴシック" pitchFamily="50" charset="-128"/>
                </a:rPr>
                <a:t>Capital market</a:t>
              </a:r>
            </a:p>
          </p:txBody>
        </p:sp>
        <p:sp>
          <p:nvSpPr>
            <p:cNvPr id="308" name="AutoShape 54"/>
            <p:cNvSpPr>
              <a:spLocks noChangeArrowheads="1"/>
            </p:cNvSpPr>
            <p:nvPr/>
          </p:nvSpPr>
          <p:spPr bwMode="auto">
            <a:xfrm>
              <a:off x="3171190" y="4711669"/>
              <a:ext cx="164592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Financial position</a:t>
              </a:r>
            </a:p>
          </p:txBody>
        </p:sp>
        <p:sp>
          <p:nvSpPr>
            <p:cNvPr id="309" name="AutoShape 55"/>
            <p:cNvSpPr>
              <a:spLocks noChangeArrowheads="1"/>
            </p:cNvSpPr>
            <p:nvPr/>
          </p:nvSpPr>
          <p:spPr bwMode="auto">
            <a:xfrm>
              <a:off x="4039870" y="5289305"/>
              <a:ext cx="146304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Growth</a:t>
              </a:r>
            </a:p>
          </p:txBody>
        </p:sp>
        <p:sp>
          <p:nvSpPr>
            <p:cNvPr id="310" name="AutoShape 56"/>
            <p:cNvSpPr>
              <a:spLocks noChangeArrowheads="1"/>
            </p:cNvSpPr>
            <p:nvPr/>
          </p:nvSpPr>
          <p:spPr bwMode="auto">
            <a:xfrm>
              <a:off x="2485390" y="5289305"/>
              <a:ext cx="146304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Economic profitability</a:t>
              </a:r>
            </a:p>
          </p:txBody>
        </p:sp>
        <p:sp>
          <p:nvSpPr>
            <p:cNvPr id="394" name="Isosceles Triangle 393"/>
            <p:cNvSpPr/>
            <p:nvPr/>
          </p:nvSpPr>
          <p:spPr>
            <a:xfrm rot="10800000" flipV="1">
              <a:off x="3895726" y="4985911"/>
              <a:ext cx="206375" cy="177800"/>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396" name="Isosceles Triangle 395"/>
            <p:cNvSpPr/>
            <p:nvPr/>
          </p:nvSpPr>
          <p:spPr>
            <a:xfrm rot="10800000" flipV="1">
              <a:off x="3895726" y="4499343"/>
              <a:ext cx="206375" cy="177800"/>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265" name="Oval 11"/>
            <p:cNvSpPr>
              <a:spLocks noChangeArrowheads="1"/>
            </p:cNvSpPr>
            <p:nvPr/>
          </p:nvSpPr>
          <p:spPr bwMode="auto">
            <a:xfrm>
              <a:off x="6685915" y="1978270"/>
              <a:ext cx="3017520" cy="393700"/>
            </a:xfrm>
            <a:prstGeom prst="ellipse">
              <a:avLst/>
            </a:prstGeom>
            <a:solidFill>
              <a:schemeClr val="accent1"/>
            </a:solidFill>
            <a:ln w="12700" algn="ctr">
              <a:noFill/>
              <a:round/>
              <a:headEnd type="none" w="sm" len="sm"/>
              <a:tailEnd type="none" w="sm" len="sm"/>
            </a:ln>
            <a:effectLst/>
          </p:spPr>
          <p:txBody>
            <a:bodyPr tIns="74295" bIns="74295" anchor="ctr"/>
            <a:lstStyle/>
            <a:p>
              <a:pPr algn="ctr">
                <a:defRPr/>
              </a:pPr>
              <a:r>
                <a:rPr lang="en-US" altLang="ja-JP" sz="900" b="1" dirty="0">
                  <a:solidFill>
                    <a:schemeClr val="bg1"/>
                  </a:solidFill>
                  <a:latin typeface="Aptos" panose="020B0004020202020204" pitchFamily="34" charset="0"/>
                  <a:ea typeface="ＭＳ Ｐゴシック" pitchFamily="50" charset="-128"/>
                </a:rPr>
                <a:t>Structure and resources</a:t>
              </a:r>
            </a:p>
          </p:txBody>
        </p:sp>
        <p:sp>
          <p:nvSpPr>
            <p:cNvPr id="313" name="AutoShape 59"/>
            <p:cNvSpPr>
              <a:spLocks noChangeArrowheads="1"/>
            </p:cNvSpPr>
            <p:nvPr/>
          </p:nvSpPr>
          <p:spPr bwMode="auto">
            <a:xfrm>
              <a:off x="7039770" y="2445850"/>
              <a:ext cx="2309813"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Organizational architecture</a:t>
              </a:r>
            </a:p>
          </p:txBody>
        </p:sp>
        <p:sp>
          <p:nvSpPr>
            <p:cNvPr id="314" name="AutoShape 60"/>
            <p:cNvSpPr>
              <a:spLocks noChangeArrowheads="1"/>
            </p:cNvSpPr>
            <p:nvPr/>
          </p:nvSpPr>
          <p:spPr bwMode="auto">
            <a:xfrm>
              <a:off x="7371715" y="3000742"/>
              <a:ext cx="164592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Projects and resources</a:t>
              </a:r>
            </a:p>
          </p:txBody>
        </p:sp>
        <p:sp>
          <p:nvSpPr>
            <p:cNvPr id="397" name="Isosceles Triangle 396"/>
            <p:cNvSpPr/>
            <p:nvPr/>
          </p:nvSpPr>
          <p:spPr>
            <a:xfrm rot="10800000">
              <a:off x="8091489" y="3280142"/>
              <a:ext cx="206375" cy="177800"/>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399" name="Isosceles Triangle 398"/>
            <p:cNvSpPr/>
            <p:nvPr/>
          </p:nvSpPr>
          <p:spPr>
            <a:xfrm rot="10800000">
              <a:off x="8091489" y="2792780"/>
              <a:ext cx="206375" cy="177800"/>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290" name="AutoShape 36"/>
            <p:cNvSpPr>
              <a:spLocks noChangeArrowheads="1"/>
            </p:cNvSpPr>
            <p:nvPr/>
          </p:nvSpPr>
          <p:spPr bwMode="auto">
            <a:xfrm>
              <a:off x="3171190" y="3000742"/>
              <a:ext cx="164592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Strategic position</a:t>
              </a:r>
            </a:p>
          </p:txBody>
        </p:sp>
        <p:sp>
          <p:nvSpPr>
            <p:cNvPr id="291" name="AutoShape 37"/>
            <p:cNvSpPr>
              <a:spLocks noChangeArrowheads="1"/>
            </p:cNvSpPr>
            <p:nvPr/>
          </p:nvSpPr>
          <p:spPr bwMode="auto">
            <a:xfrm>
              <a:off x="4039870" y="2445850"/>
              <a:ext cx="146304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Competitive position</a:t>
              </a:r>
            </a:p>
          </p:txBody>
        </p:sp>
        <p:sp>
          <p:nvSpPr>
            <p:cNvPr id="292" name="AutoShape 38"/>
            <p:cNvSpPr>
              <a:spLocks noChangeArrowheads="1"/>
            </p:cNvSpPr>
            <p:nvPr/>
          </p:nvSpPr>
          <p:spPr bwMode="auto">
            <a:xfrm>
              <a:off x="2485390" y="2445850"/>
              <a:ext cx="146304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Market attractiveness</a:t>
              </a:r>
            </a:p>
          </p:txBody>
        </p:sp>
        <p:sp>
          <p:nvSpPr>
            <p:cNvPr id="398" name="Isosceles Triangle 397"/>
            <p:cNvSpPr/>
            <p:nvPr/>
          </p:nvSpPr>
          <p:spPr>
            <a:xfrm rot="10800000">
              <a:off x="3895726" y="3280142"/>
              <a:ext cx="206375" cy="177800"/>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400" name="Isosceles Triangle 399"/>
            <p:cNvSpPr/>
            <p:nvPr/>
          </p:nvSpPr>
          <p:spPr>
            <a:xfrm rot="10800000">
              <a:off x="3895726" y="2795954"/>
              <a:ext cx="206375" cy="177800"/>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321" name="AutoShape 67"/>
            <p:cNvSpPr>
              <a:spLocks noChangeArrowheads="1"/>
            </p:cNvSpPr>
            <p:nvPr/>
          </p:nvSpPr>
          <p:spPr bwMode="auto">
            <a:xfrm>
              <a:off x="4704209" y="3697653"/>
              <a:ext cx="124308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Scenarios</a:t>
              </a:r>
            </a:p>
          </p:txBody>
        </p:sp>
        <p:sp>
          <p:nvSpPr>
            <p:cNvPr id="322" name="AutoShape 68"/>
            <p:cNvSpPr>
              <a:spLocks noChangeArrowheads="1"/>
            </p:cNvSpPr>
            <p:nvPr/>
          </p:nvSpPr>
          <p:spPr bwMode="auto">
            <a:xfrm>
              <a:off x="4704208" y="4045316"/>
              <a:ext cx="124308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Creativity</a:t>
              </a:r>
            </a:p>
          </p:txBody>
        </p:sp>
        <p:sp>
          <p:nvSpPr>
            <p:cNvPr id="68" name="Isosceles Triangle 67"/>
            <p:cNvSpPr/>
            <p:nvPr/>
          </p:nvSpPr>
          <p:spPr>
            <a:xfrm rot="5400000">
              <a:off x="4545617" y="3883394"/>
              <a:ext cx="261938" cy="225425"/>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69" name="Isosceles Triangle 68"/>
            <p:cNvSpPr/>
            <p:nvPr/>
          </p:nvSpPr>
          <p:spPr>
            <a:xfrm rot="16200000" flipH="1">
              <a:off x="4269392" y="3883394"/>
              <a:ext cx="261938" cy="225425"/>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293" name="AutoShape 39"/>
            <p:cNvSpPr>
              <a:spLocks noChangeArrowheads="1"/>
            </p:cNvSpPr>
            <p:nvPr/>
          </p:nvSpPr>
          <p:spPr bwMode="auto">
            <a:xfrm>
              <a:off x="2021797" y="3707178"/>
              <a:ext cx="124308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Scope and context</a:t>
              </a:r>
            </a:p>
          </p:txBody>
        </p:sp>
        <p:sp>
          <p:nvSpPr>
            <p:cNvPr id="294" name="AutoShape 40"/>
            <p:cNvSpPr>
              <a:spLocks noChangeArrowheads="1"/>
            </p:cNvSpPr>
            <p:nvPr/>
          </p:nvSpPr>
          <p:spPr bwMode="auto">
            <a:xfrm>
              <a:off x="2021797" y="4045316"/>
              <a:ext cx="1243080" cy="228600"/>
            </a:xfrm>
            <a:prstGeom prst="roundRect">
              <a:avLst>
                <a:gd name="adj" fmla="val 50000"/>
              </a:avLst>
            </a:prstGeom>
            <a:solidFill>
              <a:schemeClr val="bg1"/>
            </a:solidFill>
            <a:ln w="6350" algn="ctr">
              <a:solidFill>
                <a:srgbClr val="BBBCBC"/>
              </a:solidFill>
              <a:round/>
              <a:headEnd type="none" w="sm" len="sm"/>
              <a:tailEnd type="none" w="sm" len="sm"/>
            </a:ln>
            <a:effectLst/>
          </p:spPr>
          <p:txBody>
            <a:bodyPr wrap="none" tIns="74295" bIns="74295" anchor="ctr"/>
            <a:lstStyle/>
            <a:p>
              <a:pPr algn="ctr">
                <a:defRPr/>
              </a:pPr>
              <a:r>
                <a:rPr lang="en-US" altLang="ja-JP" sz="900" dirty="0">
                  <a:latin typeface="Aptos" panose="020B0004020202020204" pitchFamily="34" charset="0"/>
                  <a:ea typeface="ＭＳ Ｐゴシック" pitchFamily="50" charset="-128"/>
                </a:rPr>
                <a:t>Strategic issues</a:t>
              </a:r>
            </a:p>
          </p:txBody>
        </p:sp>
        <p:sp>
          <p:nvSpPr>
            <p:cNvPr id="70" name="Isosceles Triangle 69"/>
            <p:cNvSpPr/>
            <p:nvPr/>
          </p:nvSpPr>
          <p:spPr>
            <a:xfrm rot="5400000">
              <a:off x="3479156" y="3883393"/>
              <a:ext cx="261938" cy="225425"/>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71" name="Isosceles Triangle 70"/>
            <p:cNvSpPr/>
            <p:nvPr/>
          </p:nvSpPr>
          <p:spPr>
            <a:xfrm rot="16200000" flipH="1">
              <a:off x="3202931" y="3883393"/>
              <a:ext cx="261938" cy="225425"/>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55" name="Isosceles Triangle 54"/>
            <p:cNvSpPr/>
            <p:nvPr/>
          </p:nvSpPr>
          <p:spPr>
            <a:xfrm rot="5400000">
              <a:off x="6099009" y="3883393"/>
              <a:ext cx="261938" cy="225425"/>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sp>
          <p:nvSpPr>
            <p:cNvPr id="56" name="Isosceles Triangle 55"/>
            <p:cNvSpPr/>
            <p:nvPr/>
          </p:nvSpPr>
          <p:spPr>
            <a:xfrm rot="16200000" flipH="1">
              <a:off x="5822784" y="3883393"/>
              <a:ext cx="261938" cy="225425"/>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900" dirty="0">
                <a:solidFill>
                  <a:schemeClr val="tx2"/>
                </a:solidFill>
                <a:latin typeface="Aptos" panose="020B0004020202020204" pitchFamily="34" charset="0"/>
              </a:endParaRPr>
            </a:p>
          </p:txBody>
        </p:sp>
      </p:grpSp>
    </p:spTree>
    <p:extLst>
      <p:ext uri="{BB962C8B-B14F-4D97-AF65-F5344CB8AC3E}">
        <p14:creationId xmlns:p14="http://schemas.microsoft.com/office/powerpoint/2010/main" val="217210301"/>
      </p:ext>
    </p:extLst>
  </p:cSld>
  <p:clrMapOvr>
    <a:masterClrMapping/>
  </p:clrMapOvr>
  <p:transition>
    <p:fade/>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5B5EFFD9-5C34-D00B-93CB-DA62C4D8405E}"/>
              </a:ext>
            </a:extLst>
          </p:cNvPr>
          <p:cNvSpPr>
            <a:spLocks noGrp="1"/>
          </p:cNvSpPr>
          <p:nvPr>
            <p:ph sz="quarter" idx="10"/>
          </p:nvPr>
        </p:nvSpPr>
        <p:spPr/>
        <p:txBody>
          <a:bodyPr/>
          <a:lstStyle/>
          <a:p>
            <a:r>
              <a:rPr lang="en-US" dirty="0"/>
              <a:t>Incremental planning process</a:t>
            </a:r>
          </a:p>
          <a:p>
            <a:endParaRPr lang="en-US" dirty="0"/>
          </a:p>
          <a:p>
            <a:endParaRPr lang="en-US" dirty="0"/>
          </a:p>
        </p:txBody>
      </p:sp>
      <p:sp>
        <p:nvSpPr>
          <p:cNvPr id="8" name="Text Placeholder 7">
            <a:extLst>
              <a:ext uri="{FF2B5EF4-FFF2-40B4-BE49-F238E27FC236}">
                <a16:creationId xmlns:a16="http://schemas.microsoft.com/office/drawing/2014/main" id="{2382AE12-4D1E-4B89-9151-599D4D190585}"/>
              </a:ext>
            </a:extLst>
          </p:cNvPr>
          <p:cNvSpPr>
            <a:spLocks noGrp="1"/>
          </p:cNvSpPr>
          <p:nvPr>
            <p:ph sz="quarter" idx="20"/>
          </p:nvPr>
        </p:nvSpPr>
        <p:spPr/>
        <p:txBody>
          <a:bodyPr/>
          <a:lstStyle/>
          <a:p>
            <a:r>
              <a:rPr lang="en-US" altLang="ja-JP" dirty="0">
                <a:ea typeface="ＭＳ Ｐゴシック" charset="-128"/>
              </a:rPr>
              <a:t>Backward strategic planning process</a:t>
            </a:r>
          </a:p>
          <a:p>
            <a:endParaRPr lang="en-US" dirty="0"/>
          </a:p>
        </p:txBody>
      </p:sp>
      <p:sp>
        <p:nvSpPr>
          <p:cNvPr id="5" name="Text Placeholder 4"/>
          <p:cNvSpPr>
            <a:spLocks noGrp="1"/>
          </p:cNvSpPr>
          <p:nvPr>
            <p:ph type="body" sz="quarter" idx="13"/>
          </p:nvPr>
        </p:nvSpPr>
        <p:spPr/>
        <p:txBody>
          <a:bodyPr/>
          <a:lstStyle/>
          <a:p>
            <a:r>
              <a:rPr lang="en-US"/>
              <a:t>Subtitle runs here</a:t>
            </a:r>
            <a:endParaRPr lang="en-US" dirty="0"/>
          </a:p>
        </p:txBody>
      </p:sp>
      <p:sp>
        <p:nvSpPr>
          <p:cNvPr id="768001" name="Title 1"/>
          <p:cNvSpPr>
            <a:spLocks noGrp="1"/>
          </p:cNvSpPr>
          <p:nvPr>
            <p:ph type="title"/>
          </p:nvPr>
        </p:nvSpPr>
        <p:spPr/>
        <p:txBody>
          <a:bodyPr/>
          <a:lstStyle/>
          <a:p>
            <a:r>
              <a:rPr lang="en-US" altLang="ja-JP" dirty="0"/>
              <a:t>Incremental versus backward strategic planning</a:t>
            </a:r>
            <a:endParaRPr lang="en-US" dirty="0"/>
          </a:p>
        </p:txBody>
      </p:sp>
      <p:sp>
        <p:nvSpPr>
          <p:cNvPr id="768003" name="Rectangle 3"/>
          <p:cNvSpPr>
            <a:spLocks noChangeArrowheads="1"/>
          </p:cNvSpPr>
          <p:nvPr/>
        </p:nvSpPr>
        <p:spPr bwMode="auto">
          <a:xfrm>
            <a:off x="4497083" y="3340886"/>
            <a:ext cx="403957" cy="153888"/>
          </a:xfrm>
          <a:prstGeom prst="rect">
            <a:avLst/>
          </a:prstGeom>
          <a:noFill/>
          <a:ln w="12700">
            <a:noFill/>
            <a:miter lim="800000"/>
            <a:headEnd/>
            <a:tailEnd/>
          </a:ln>
        </p:spPr>
        <p:txBody>
          <a:bodyPr wrap="none" lIns="0" tIns="0" rIns="0" bIns="0">
            <a:spAutoFit/>
          </a:bodyPr>
          <a:lstStyle/>
          <a:p>
            <a:pPr algn="ctr" defTabSz="733940"/>
            <a:r>
              <a:rPr lang="en-US" altLang="ja-JP" sz="1000" b="1" dirty="0">
                <a:latin typeface="Aptos" panose="020B0004020202020204" pitchFamily="34" charset="0"/>
                <a:ea typeface="ＭＳ Ｐゴシック" charset="-128"/>
              </a:rPr>
              <a:t>Versus</a:t>
            </a:r>
          </a:p>
        </p:txBody>
      </p:sp>
      <p:sp>
        <p:nvSpPr>
          <p:cNvPr id="6" name="Rectangle 5"/>
          <p:cNvSpPr>
            <a:spLocks noChangeArrowheads="1"/>
          </p:cNvSpPr>
          <p:nvPr/>
        </p:nvSpPr>
        <p:spPr bwMode="auto">
          <a:xfrm>
            <a:off x="900105" y="4757044"/>
            <a:ext cx="3343275" cy="624284"/>
          </a:xfrm>
          <a:prstGeom prst="rect">
            <a:avLst/>
          </a:prstGeom>
          <a:solidFill>
            <a:schemeClr val="tx1"/>
          </a:solidFill>
          <a:ln w="12700" algn="ctr">
            <a:noFill/>
            <a:miter lim="800000"/>
            <a:headEnd/>
            <a:tailEnd/>
          </a:ln>
          <a:effectLst/>
        </p:spPr>
        <p:txBody>
          <a:bodyPr wrap="square" lIns="72231" tIns="72231" rIns="72231" bIns="72231" anchor="ctr">
            <a:noAutofit/>
          </a:bodyPr>
          <a:lstStyle/>
          <a:p>
            <a:pPr algn="ctr">
              <a:defRPr/>
            </a:pPr>
            <a:r>
              <a:rPr lang="en-US" altLang="ja-JP" sz="1000" b="1" dirty="0">
                <a:solidFill>
                  <a:schemeClr val="bg1"/>
                </a:solidFill>
                <a:latin typeface="Aptos" panose="020B0004020202020204" pitchFamily="34" charset="0"/>
                <a:ea typeface="ＭＳ Ｐゴシック" pitchFamily="50" charset="-128"/>
              </a:rPr>
              <a:t>Incrementalism</a:t>
            </a:r>
          </a:p>
          <a:p>
            <a:pPr algn="ctr">
              <a:defRPr/>
            </a:pPr>
            <a:r>
              <a:rPr lang="en-US" altLang="ja-JP" sz="1000" b="1" dirty="0">
                <a:solidFill>
                  <a:schemeClr val="bg1"/>
                </a:solidFill>
                <a:latin typeface="Aptos" panose="020B0004020202020204" pitchFamily="34" charset="0"/>
                <a:ea typeface="ＭＳ Ｐゴシック" pitchFamily="50" charset="-128"/>
              </a:rPr>
              <a:t>[One reason why companies stagnate]</a:t>
            </a:r>
          </a:p>
        </p:txBody>
      </p:sp>
      <p:sp>
        <p:nvSpPr>
          <p:cNvPr id="768006" name="Rectangle 9"/>
          <p:cNvSpPr>
            <a:spLocks noChangeArrowheads="1"/>
          </p:cNvSpPr>
          <p:nvPr/>
        </p:nvSpPr>
        <p:spPr bwMode="auto">
          <a:xfrm>
            <a:off x="2419872" y="4406369"/>
            <a:ext cx="267702" cy="153888"/>
          </a:xfrm>
          <a:prstGeom prst="rect">
            <a:avLst/>
          </a:prstGeom>
          <a:noFill/>
          <a:ln w="12700">
            <a:noFill/>
            <a:miter lim="800000"/>
            <a:headEnd/>
            <a:tailEnd/>
          </a:ln>
        </p:spPr>
        <p:txBody>
          <a:bodyPr wrap="none" lIns="0" tIns="0" rIns="0" bIns="0">
            <a:spAutoFit/>
          </a:bodyPr>
          <a:lstStyle/>
          <a:p>
            <a:pPr algn="ctr" defTabSz="733940"/>
            <a:r>
              <a:rPr lang="en-US" altLang="ja-JP" sz="1000" dirty="0">
                <a:latin typeface="Aptos" panose="020B0004020202020204" pitchFamily="34" charset="0"/>
                <a:ea typeface="ＭＳ Ｐゴシック" charset="-128"/>
              </a:rPr>
              <a:t>Time</a:t>
            </a:r>
          </a:p>
        </p:txBody>
      </p:sp>
      <p:sp>
        <p:nvSpPr>
          <p:cNvPr id="768007" name="Rectangle 10"/>
          <p:cNvSpPr>
            <a:spLocks noChangeArrowheads="1"/>
          </p:cNvSpPr>
          <p:nvPr/>
        </p:nvSpPr>
        <p:spPr bwMode="auto">
          <a:xfrm>
            <a:off x="912704" y="3340886"/>
            <a:ext cx="264496" cy="153888"/>
          </a:xfrm>
          <a:prstGeom prst="rect">
            <a:avLst/>
          </a:prstGeom>
          <a:noFill/>
          <a:ln w="12700">
            <a:noFill/>
            <a:miter lim="800000"/>
            <a:headEnd/>
            <a:tailEnd/>
          </a:ln>
        </p:spPr>
        <p:txBody>
          <a:bodyPr wrap="none" lIns="0" tIns="0" rIns="0" bIns="0">
            <a:spAutoFit/>
          </a:bodyPr>
          <a:lstStyle/>
          <a:p>
            <a:pPr algn="ctr" defTabSz="733940"/>
            <a:r>
              <a:rPr lang="en-US" altLang="ja-JP" sz="1000" dirty="0">
                <a:latin typeface="Aptos" panose="020B0004020202020204" pitchFamily="34" charset="0"/>
                <a:ea typeface="ＭＳ Ｐゴシック" charset="-128"/>
              </a:rPr>
              <a:t>Goal</a:t>
            </a:r>
          </a:p>
        </p:txBody>
      </p:sp>
      <p:sp>
        <p:nvSpPr>
          <p:cNvPr id="768008" name="Oval 11"/>
          <p:cNvSpPr>
            <a:spLocks noChangeArrowheads="1"/>
          </p:cNvSpPr>
          <p:nvPr/>
        </p:nvSpPr>
        <p:spPr bwMode="auto">
          <a:xfrm>
            <a:off x="1558954" y="3803849"/>
            <a:ext cx="133731" cy="133731"/>
          </a:xfrm>
          <a:prstGeom prst="ellipse">
            <a:avLst/>
          </a:prstGeom>
          <a:solidFill>
            <a:schemeClr val="accent3"/>
          </a:solidFill>
          <a:ln w="12700" algn="ctr">
            <a:solidFill>
              <a:schemeClr val="accent3"/>
            </a:solidFill>
            <a:round/>
            <a:headEnd/>
            <a:tailEnd/>
          </a:ln>
        </p:spPr>
        <p:txBody>
          <a:bodyPr wrap="square" lIns="0" tIns="0" rIns="0" bIns="0" anchor="ctr">
            <a:noAutofit/>
          </a:bodyPr>
          <a:lstStyle/>
          <a:p>
            <a:pPr algn="ctr"/>
            <a:endParaRPr lang="en-US" sz="1000" dirty="0">
              <a:solidFill>
                <a:schemeClr val="tx2"/>
              </a:solidFill>
              <a:latin typeface="Aptos" panose="020B0004020202020204" pitchFamily="34" charset="0"/>
            </a:endParaRPr>
          </a:p>
        </p:txBody>
      </p:sp>
      <p:sp>
        <p:nvSpPr>
          <p:cNvPr id="768009" name="Rectangle 12"/>
          <p:cNvSpPr>
            <a:spLocks noChangeArrowheads="1"/>
          </p:cNvSpPr>
          <p:nvPr/>
        </p:nvSpPr>
        <p:spPr bwMode="auto">
          <a:xfrm>
            <a:off x="1338376" y="3985568"/>
            <a:ext cx="548228" cy="307777"/>
          </a:xfrm>
          <a:prstGeom prst="rect">
            <a:avLst/>
          </a:prstGeom>
          <a:noFill/>
          <a:ln w="12700">
            <a:noFill/>
            <a:miter lim="800000"/>
            <a:headEnd/>
            <a:tailEnd/>
          </a:ln>
        </p:spPr>
        <p:txBody>
          <a:bodyPr wrap="none" lIns="0" tIns="0" rIns="0" bIns="0">
            <a:spAutoFit/>
          </a:bodyPr>
          <a:lstStyle/>
          <a:p>
            <a:pPr algn="ctr" defTabSz="733940"/>
            <a:r>
              <a:rPr lang="en-US" altLang="ja-JP" sz="1000" dirty="0">
                <a:latin typeface="Aptos" panose="020B0004020202020204" pitchFamily="34" charset="0"/>
                <a:ea typeface="ＭＳ Ｐゴシック" charset="-128"/>
              </a:rPr>
              <a:t>Where we</a:t>
            </a:r>
            <a:br>
              <a:rPr lang="en-US" altLang="ja-JP" sz="1000" dirty="0">
                <a:latin typeface="Aptos" panose="020B0004020202020204" pitchFamily="34" charset="0"/>
                <a:ea typeface="ＭＳ Ｐゴシック" charset="-128"/>
              </a:rPr>
            </a:br>
            <a:r>
              <a:rPr lang="en-US" altLang="ja-JP" sz="1000" dirty="0">
                <a:latin typeface="Aptos" panose="020B0004020202020204" pitchFamily="34" charset="0"/>
                <a:ea typeface="ＭＳ Ｐゴシック" charset="-128"/>
              </a:rPr>
              <a:t>are now?</a:t>
            </a:r>
          </a:p>
        </p:txBody>
      </p:sp>
      <p:sp>
        <p:nvSpPr>
          <p:cNvPr id="768010" name="Rectangle 13"/>
          <p:cNvSpPr>
            <a:spLocks noChangeArrowheads="1"/>
          </p:cNvSpPr>
          <p:nvPr/>
        </p:nvSpPr>
        <p:spPr bwMode="auto">
          <a:xfrm>
            <a:off x="2850960" y="3811593"/>
            <a:ext cx="968214" cy="461665"/>
          </a:xfrm>
          <a:prstGeom prst="rect">
            <a:avLst/>
          </a:prstGeom>
          <a:noFill/>
          <a:ln w="12700">
            <a:noFill/>
            <a:miter lim="800000"/>
            <a:headEnd/>
            <a:tailEnd/>
          </a:ln>
        </p:spPr>
        <p:txBody>
          <a:bodyPr wrap="none" lIns="0" tIns="0" rIns="0" bIns="0">
            <a:spAutoFit/>
          </a:bodyPr>
          <a:lstStyle/>
          <a:p>
            <a:pPr algn="ctr" defTabSz="733940"/>
            <a:r>
              <a:rPr lang="en-US" altLang="ja-JP" sz="1000" dirty="0">
                <a:latin typeface="Aptos" panose="020B0004020202020204" pitchFamily="34" charset="0"/>
                <a:ea typeface="ＭＳ Ｐゴシック" charset="-128"/>
              </a:rPr>
              <a:t>Actions taken </a:t>
            </a:r>
            <a:br>
              <a:rPr lang="en-US" altLang="ja-JP" sz="1000" dirty="0">
                <a:latin typeface="Aptos" panose="020B0004020202020204" pitchFamily="34" charset="0"/>
                <a:ea typeface="ＭＳ Ｐゴシック" charset="-128"/>
              </a:rPr>
            </a:br>
            <a:r>
              <a:rPr lang="en-US" altLang="ja-JP" sz="1000" dirty="0">
                <a:latin typeface="Aptos" panose="020B0004020202020204" pitchFamily="34" charset="0"/>
                <a:ea typeface="ＭＳ Ｐゴシック" charset="-128"/>
              </a:rPr>
              <a:t>in response </a:t>
            </a:r>
            <a:br>
              <a:rPr lang="en-US" altLang="ja-JP" sz="1000" dirty="0">
                <a:latin typeface="Aptos" panose="020B0004020202020204" pitchFamily="34" charset="0"/>
                <a:ea typeface="ＭＳ Ｐゴシック" charset="-128"/>
              </a:rPr>
            </a:br>
            <a:r>
              <a:rPr lang="en-US" altLang="ja-JP" sz="1000" dirty="0">
                <a:latin typeface="Aptos" panose="020B0004020202020204" pitchFamily="34" charset="0"/>
                <a:ea typeface="ＭＳ Ｐゴシック" charset="-128"/>
              </a:rPr>
              <a:t>to circumstances</a:t>
            </a:r>
          </a:p>
        </p:txBody>
      </p:sp>
      <p:sp>
        <p:nvSpPr>
          <p:cNvPr id="15" name="Oval 14"/>
          <p:cNvSpPr>
            <a:spLocks noChangeArrowheads="1"/>
          </p:cNvSpPr>
          <p:nvPr/>
        </p:nvSpPr>
        <p:spPr bwMode="auto">
          <a:xfrm>
            <a:off x="2057693" y="3697652"/>
            <a:ext cx="133731" cy="133731"/>
          </a:xfrm>
          <a:prstGeom prst="ellipse">
            <a:avLst/>
          </a:prstGeom>
          <a:solidFill>
            <a:schemeClr val="bg1"/>
          </a:solidFill>
          <a:ln w="12700">
            <a:solidFill>
              <a:schemeClr val="accent3"/>
            </a:solidFill>
            <a:round/>
            <a:headEnd/>
            <a:tailEnd/>
          </a:ln>
          <a:effectLst/>
        </p:spPr>
        <p:txBody>
          <a:bodyPr wrap="square" lIns="0" tIns="0" rIns="0" bIns="0" anchor="ctr"/>
          <a:lstStyle/>
          <a:p>
            <a:pPr algn="ctr"/>
            <a:endParaRPr lang="en-US" sz="1000" dirty="0">
              <a:solidFill>
                <a:schemeClr val="tx2"/>
              </a:solidFill>
              <a:latin typeface="Aptos" panose="020B0004020202020204" pitchFamily="34" charset="0"/>
            </a:endParaRPr>
          </a:p>
        </p:txBody>
      </p:sp>
      <p:sp>
        <p:nvSpPr>
          <p:cNvPr id="16" name="Oval 15"/>
          <p:cNvSpPr>
            <a:spLocks noChangeArrowheads="1"/>
          </p:cNvSpPr>
          <p:nvPr/>
        </p:nvSpPr>
        <p:spPr bwMode="auto">
          <a:xfrm>
            <a:off x="2556431" y="3591455"/>
            <a:ext cx="133731" cy="133731"/>
          </a:xfrm>
          <a:prstGeom prst="ellipse">
            <a:avLst/>
          </a:prstGeom>
          <a:solidFill>
            <a:schemeClr val="bg1"/>
          </a:solidFill>
          <a:ln w="12700">
            <a:solidFill>
              <a:schemeClr val="accent3"/>
            </a:solidFill>
            <a:round/>
            <a:headEnd/>
            <a:tailEnd/>
          </a:ln>
          <a:effectLst/>
        </p:spPr>
        <p:txBody>
          <a:bodyPr wrap="square" lIns="0" tIns="0" rIns="0" bIns="0" anchor="ctr"/>
          <a:lstStyle/>
          <a:p>
            <a:pPr algn="ctr"/>
            <a:endParaRPr lang="en-US" sz="1000" dirty="0">
              <a:solidFill>
                <a:schemeClr val="tx2"/>
              </a:solidFill>
              <a:latin typeface="Aptos" panose="020B0004020202020204" pitchFamily="34" charset="0"/>
            </a:endParaRPr>
          </a:p>
        </p:txBody>
      </p:sp>
      <p:sp>
        <p:nvSpPr>
          <p:cNvPr id="17" name="Oval 16"/>
          <p:cNvSpPr>
            <a:spLocks noChangeArrowheads="1"/>
          </p:cNvSpPr>
          <p:nvPr/>
        </p:nvSpPr>
        <p:spPr bwMode="auto">
          <a:xfrm>
            <a:off x="3055171" y="3485258"/>
            <a:ext cx="133731" cy="133731"/>
          </a:xfrm>
          <a:prstGeom prst="ellipse">
            <a:avLst/>
          </a:prstGeom>
          <a:solidFill>
            <a:schemeClr val="bg1"/>
          </a:solidFill>
          <a:ln w="12700">
            <a:solidFill>
              <a:schemeClr val="accent3"/>
            </a:solidFill>
            <a:round/>
            <a:headEnd/>
            <a:tailEnd/>
          </a:ln>
          <a:effectLst/>
        </p:spPr>
        <p:txBody>
          <a:bodyPr wrap="square" lIns="0" tIns="0" rIns="0" bIns="0" anchor="ctr"/>
          <a:lstStyle/>
          <a:p>
            <a:pPr algn="ctr"/>
            <a:endParaRPr lang="en-US" sz="1000" dirty="0">
              <a:solidFill>
                <a:schemeClr val="tx2"/>
              </a:solidFill>
              <a:latin typeface="Aptos" panose="020B0004020202020204" pitchFamily="34" charset="0"/>
            </a:endParaRPr>
          </a:p>
        </p:txBody>
      </p:sp>
      <p:sp>
        <p:nvSpPr>
          <p:cNvPr id="28" name="Arc 27"/>
          <p:cNvSpPr>
            <a:spLocks/>
          </p:cNvSpPr>
          <p:nvPr/>
        </p:nvSpPr>
        <p:spPr bwMode="auto">
          <a:xfrm>
            <a:off x="2214669" y="3761938"/>
            <a:ext cx="371475" cy="118145"/>
          </a:xfrm>
          <a:custGeom>
            <a:avLst/>
            <a:gdLst>
              <a:gd name="T0" fmla="*/ 0 w 39642"/>
              <a:gd name="T1" fmla="*/ 0 h 21600"/>
              <a:gd name="T2" fmla="*/ 0 w 39642"/>
              <a:gd name="T3" fmla="*/ 0 h 21600"/>
              <a:gd name="T4" fmla="*/ 0 w 39642"/>
              <a:gd name="T5" fmla="*/ 0 h 21600"/>
              <a:gd name="T6" fmla="*/ 0 60000 65536"/>
              <a:gd name="T7" fmla="*/ 0 60000 65536"/>
              <a:gd name="T8" fmla="*/ 0 60000 65536"/>
              <a:gd name="T9" fmla="*/ 0 w 39642"/>
              <a:gd name="T10" fmla="*/ 0 h 21600"/>
              <a:gd name="T11" fmla="*/ 39642 w 39642"/>
              <a:gd name="T12" fmla="*/ 21600 h 21600"/>
            </a:gdLst>
            <a:ahLst/>
            <a:cxnLst>
              <a:cxn ang="T6">
                <a:pos x="T0" y="T1"/>
              </a:cxn>
              <a:cxn ang="T7">
                <a:pos x="T2" y="T3"/>
              </a:cxn>
              <a:cxn ang="T8">
                <a:pos x="T4" y="T5"/>
              </a:cxn>
            </a:cxnLst>
            <a:rect l="T9" t="T10" r="T11" b="T12"/>
            <a:pathLst>
              <a:path w="39642" h="21600" fill="none" extrusionOk="0">
                <a:moveTo>
                  <a:pt x="39642" y="0"/>
                </a:moveTo>
                <a:cubicBezTo>
                  <a:pt x="39642" y="11929"/>
                  <a:pt x="29971" y="21600"/>
                  <a:pt x="18042" y="21600"/>
                </a:cubicBezTo>
                <a:cubicBezTo>
                  <a:pt x="10775" y="21600"/>
                  <a:pt x="3995" y="17945"/>
                  <a:pt x="-1" y="11876"/>
                </a:cubicBezTo>
              </a:path>
              <a:path w="39642" h="21600" stroke="0" extrusionOk="0">
                <a:moveTo>
                  <a:pt x="39642" y="0"/>
                </a:moveTo>
                <a:cubicBezTo>
                  <a:pt x="39642" y="11929"/>
                  <a:pt x="29971" y="21600"/>
                  <a:pt x="18042" y="21600"/>
                </a:cubicBezTo>
                <a:cubicBezTo>
                  <a:pt x="10775" y="21600"/>
                  <a:pt x="3995" y="17945"/>
                  <a:pt x="-1" y="11876"/>
                </a:cubicBezTo>
                <a:lnTo>
                  <a:pt x="18042" y="0"/>
                </a:lnTo>
                <a:close/>
              </a:path>
            </a:pathLst>
          </a:custGeom>
          <a:noFill/>
          <a:ln w="19050" cap="rnd">
            <a:solidFill>
              <a:schemeClr val="bg2">
                <a:lumMod val="90000"/>
              </a:schemeClr>
            </a:solidFill>
            <a:round/>
            <a:headEnd/>
            <a:tailEnd type="triangle" w="lg" len="lg"/>
          </a:ln>
        </p:spPr>
        <p:txBody>
          <a:bodyPr wrap="square" lIns="0" tIns="0" rIns="0" bIns="0" anchor="ctr">
            <a:noAutofit/>
          </a:bodyPr>
          <a:lstStyle/>
          <a:p>
            <a:pPr algn="ctr">
              <a:defRPr/>
            </a:pPr>
            <a:endParaRPr lang="en-US" sz="1000" dirty="0">
              <a:solidFill>
                <a:schemeClr val="tx2"/>
              </a:solidFill>
              <a:latin typeface="Aptos" panose="020B0004020202020204" pitchFamily="34" charset="0"/>
            </a:endParaRPr>
          </a:p>
        </p:txBody>
      </p:sp>
      <p:sp>
        <p:nvSpPr>
          <p:cNvPr id="33" name="Arc 32"/>
          <p:cNvSpPr>
            <a:spLocks/>
          </p:cNvSpPr>
          <p:nvPr/>
        </p:nvSpPr>
        <p:spPr bwMode="auto">
          <a:xfrm>
            <a:off x="2719811" y="3656947"/>
            <a:ext cx="371475" cy="118528"/>
          </a:xfrm>
          <a:custGeom>
            <a:avLst/>
            <a:gdLst>
              <a:gd name="T0" fmla="*/ 0 w 39738"/>
              <a:gd name="T1" fmla="*/ 0 h 21600"/>
              <a:gd name="T2" fmla="*/ 0 w 39738"/>
              <a:gd name="T3" fmla="*/ 0 h 21600"/>
              <a:gd name="T4" fmla="*/ 0 w 39738"/>
              <a:gd name="T5" fmla="*/ 0 h 21600"/>
              <a:gd name="T6" fmla="*/ 0 60000 65536"/>
              <a:gd name="T7" fmla="*/ 0 60000 65536"/>
              <a:gd name="T8" fmla="*/ 0 60000 65536"/>
              <a:gd name="T9" fmla="*/ 0 w 39738"/>
              <a:gd name="T10" fmla="*/ 0 h 21600"/>
              <a:gd name="T11" fmla="*/ 39738 w 39738"/>
              <a:gd name="T12" fmla="*/ 21600 h 21600"/>
            </a:gdLst>
            <a:ahLst/>
            <a:cxnLst>
              <a:cxn ang="T6">
                <a:pos x="T0" y="T1"/>
              </a:cxn>
              <a:cxn ang="T7">
                <a:pos x="T2" y="T3"/>
              </a:cxn>
              <a:cxn ang="T8">
                <a:pos x="T4" y="T5"/>
              </a:cxn>
            </a:cxnLst>
            <a:rect l="T9" t="T10" r="T11" b="T12"/>
            <a:pathLst>
              <a:path w="39738" h="21600" fill="none" extrusionOk="0">
                <a:moveTo>
                  <a:pt x="39738" y="0"/>
                </a:moveTo>
                <a:cubicBezTo>
                  <a:pt x="39738" y="11929"/>
                  <a:pt x="30067" y="21600"/>
                  <a:pt x="18138" y="21600"/>
                </a:cubicBezTo>
                <a:cubicBezTo>
                  <a:pt x="10808" y="21600"/>
                  <a:pt x="3979" y="17883"/>
                  <a:pt x="-1" y="11729"/>
                </a:cubicBezTo>
              </a:path>
              <a:path w="39738" h="21600" stroke="0" extrusionOk="0">
                <a:moveTo>
                  <a:pt x="39738" y="0"/>
                </a:moveTo>
                <a:cubicBezTo>
                  <a:pt x="39738" y="11929"/>
                  <a:pt x="30067" y="21600"/>
                  <a:pt x="18138" y="21600"/>
                </a:cubicBezTo>
                <a:cubicBezTo>
                  <a:pt x="10808" y="21600"/>
                  <a:pt x="3979" y="17883"/>
                  <a:pt x="-1" y="11729"/>
                </a:cubicBezTo>
                <a:lnTo>
                  <a:pt x="18138" y="0"/>
                </a:lnTo>
                <a:close/>
              </a:path>
            </a:pathLst>
          </a:custGeom>
          <a:noFill/>
          <a:ln w="19050" cap="rnd">
            <a:solidFill>
              <a:schemeClr val="bg2">
                <a:lumMod val="90000"/>
              </a:schemeClr>
            </a:solidFill>
            <a:round/>
            <a:headEnd/>
            <a:tailEnd type="triangle" w="lg" len="lg"/>
          </a:ln>
        </p:spPr>
        <p:txBody>
          <a:bodyPr wrap="square" lIns="0" tIns="0" rIns="0" bIns="0" anchor="ctr">
            <a:noAutofit/>
          </a:bodyPr>
          <a:lstStyle/>
          <a:p>
            <a:pPr algn="ctr">
              <a:defRPr/>
            </a:pPr>
            <a:endParaRPr lang="en-US" sz="1000" dirty="0">
              <a:solidFill>
                <a:schemeClr val="tx2"/>
              </a:solidFill>
              <a:latin typeface="Aptos" panose="020B0004020202020204" pitchFamily="34" charset="0"/>
            </a:endParaRPr>
          </a:p>
        </p:txBody>
      </p:sp>
      <p:sp>
        <p:nvSpPr>
          <p:cNvPr id="768025" name="Rectangle 36"/>
          <p:cNvSpPr>
            <a:spLocks noChangeArrowheads="1"/>
          </p:cNvSpPr>
          <p:nvPr/>
        </p:nvSpPr>
        <p:spPr bwMode="auto">
          <a:xfrm>
            <a:off x="1744441" y="3209052"/>
            <a:ext cx="913712" cy="307777"/>
          </a:xfrm>
          <a:prstGeom prst="rect">
            <a:avLst/>
          </a:prstGeom>
          <a:noFill/>
          <a:ln w="12700" algn="ctr">
            <a:noFill/>
            <a:miter lim="800000"/>
            <a:headEnd/>
            <a:tailEnd/>
          </a:ln>
        </p:spPr>
        <p:txBody>
          <a:bodyPr wrap="none" lIns="0" tIns="0" rIns="0" bIns="0">
            <a:spAutoFit/>
          </a:bodyPr>
          <a:lstStyle/>
          <a:p>
            <a:pPr algn="ctr" defTabSz="733940"/>
            <a:r>
              <a:rPr lang="en-US" altLang="ja-JP" sz="1000" dirty="0">
                <a:latin typeface="Aptos" panose="020B0004020202020204" pitchFamily="34" charset="0"/>
                <a:ea typeface="ＭＳ Ｐゴシック" charset="-128"/>
              </a:rPr>
              <a:t>Where can </a:t>
            </a:r>
            <a:br>
              <a:rPr lang="en-US" altLang="ja-JP" sz="1000" dirty="0">
                <a:latin typeface="Aptos" panose="020B0004020202020204" pitchFamily="34" charset="0"/>
                <a:ea typeface="ＭＳ Ｐゴシック" charset="-128"/>
              </a:rPr>
            </a:br>
            <a:r>
              <a:rPr lang="en-US" altLang="ja-JP" sz="1000" dirty="0">
                <a:latin typeface="Aptos" panose="020B0004020202020204" pitchFamily="34" charset="0"/>
                <a:ea typeface="ＭＳ Ｐゴシック" charset="-128"/>
              </a:rPr>
              <a:t>we be next year?</a:t>
            </a:r>
          </a:p>
        </p:txBody>
      </p:sp>
      <p:sp>
        <p:nvSpPr>
          <p:cNvPr id="39" name="Rectangle 38"/>
          <p:cNvSpPr>
            <a:spLocks noChangeArrowheads="1"/>
          </p:cNvSpPr>
          <p:nvPr/>
        </p:nvSpPr>
        <p:spPr bwMode="auto">
          <a:xfrm>
            <a:off x="5159298" y="4750409"/>
            <a:ext cx="3343275" cy="628154"/>
          </a:xfrm>
          <a:prstGeom prst="rect">
            <a:avLst/>
          </a:prstGeom>
          <a:solidFill>
            <a:schemeClr val="tx1"/>
          </a:solidFill>
          <a:ln w="12700" algn="ctr">
            <a:noFill/>
            <a:miter lim="800000"/>
            <a:headEnd/>
            <a:tailEnd/>
          </a:ln>
          <a:effectLst/>
        </p:spPr>
        <p:txBody>
          <a:bodyPr wrap="square" lIns="72231" tIns="72231" rIns="72231" bIns="72231" anchor="ctr">
            <a:noAutofit/>
          </a:bodyPr>
          <a:lstStyle/>
          <a:p>
            <a:pPr algn="ctr">
              <a:defRPr/>
            </a:pPr>
            <a:r>
              <a:rPr lang="en-US" altLang="ja-JP" sz="1000" b="1" dirty="0">
                <a:solidFill>
                  <a:schemeClr val="bg1"/>
                </a:solidFill>
                <a:latin typeface="Aptos" panose="020B0004020202020204" pitchFamily="34" charset="0"/>
                <a:ea typeface="ＭＳ Ｐゴシック" pitchFamily="50" charset="-128"/>
              </a:rPr>
              <a:t>Focus</a:t>
            </a:r>
          </a:p>
          <a:p>
            <a:pPr algn="ctr">
              <a:defRPr/>
            </a:pPr>
            <a:r>
              <a:rPr lang="en-US" altLang="ja-JP" sz="1000" b="1" dirty="0">
                <a:solidFill>
                  <a:schemeClr val="bg1"/>
                </a:solidFill>
                <a:latin typeface="Aptos" panose="020B0004020202020204" pitchFamily="34" charset="0"/>
                <a:ea typeface="ＭＳ Ｐゴシック" pitchFamily="50" charset="-128"/>
              </a:rPr>
              <a:t>[One reason why companies grow]</a:t>
            </a:r>
          </a:p>
        </p:txBody>
      </p:sp>
      <p:sp>
        <p:nvSpPr>
          <p:cNvPr id="768029" name="Rectangle 41"/>
          <p:cNvSpPr>
            <a:spLocks noChangeArrowheads="1"/>
          </p:cNvSpPr>
          <p:nvPr/>
        </p:nvSpPr>
        <p:spPr bwMode="auto">
          <a:xfrm>
            <a:off x="7077694" y="3715157"/>
            <a:ext cx="811119" cy="307777"/>
          </a:xfrm>
          <a:prstGeom prst="rect">
            <a:avLst/>
          </a:prstGeom>
          <a:noFill/>
          <a:ln w="12700">
            <a:noFill/>
            <a:miter lim="800000"/>
            <a:headEnd/>
            <a:tailEnd/>
          </a:ln>
        </p:spPr>
        <p:txBody>
          <a:bodyPr wrap="none" lIns="0" tIns="0" rIns="0" bIns="0">
            <a:spAutoFit/>
          </a:bodyPr>
          <a:lstStyle/>
          <a:p>
            <a:pPr algn="ctr" defTabSz="733940"/>
            <a:r>
              <a:rPr lang="en-US" altLang="ja-JP" sz="1000" dirty="0">
                <a:latin typeface="Aptos" panose="020B0004020202020204" pitchFamily="34" charset="0"/>
                <a:ea typeface="ＭＳ Ｐゴシック" charset="-128"/>
              </a:rPr>
              <a:t>Actions driven </a:t>
            </a:r>
            <a:br>
              <a:rPr lang="en-US" altLang="ja-JP" sz="1000" dirty="0">
                <a:latin typeface="Aptos" panose="020B0004020202020204" pitchFamily="34" charset="0"/>
                <a:ea typeface="ＭＳ Ｐゴシック" charset="-128"/>
              </a:rPr>
            </a:br>
            <a:r>
              <a:rPr lang="en-US" altLang="ja-JP" sz="1000" dirty="0">
                <a:latin typeface="Aptos" panose="020B0004020202020204" pitchFamily="34" charset="0"/>
                <a:ea typeface="ＭＳ Ｐゴシック" charset="-128"/>
              </a:rPr>
              <a:t>by strategy</a:t>
            </a:r>
          </a:p>
        </p:txBody>
      </p:sp>
      <p:sp>
        <p:nvSpPr>
          <p:cNvPr id="43" name="Arc 42"/>
          <p:cNvSpPr>
            <a:spLocks/>
          </p:cNvSpPr>
          <p:nvPr/>
        </p:nvSpPr>
        <p:spPr bwMode="auto">
          <a:xfrm>
            <a:off x="6195018" y="2640719"/>
            <a:ext cx="1616200" cy="1126035"/>
          </a:xfrm>
          <a:custGeom>
            <a:avLst/>
            <a:gdLst>
              <a:gd name="T0" fmla="*/ 0 w 21600"/>
              <a:gd name="T1" fmla="*/ 2147483647 h 21600"/>
              <a:gd name="T2" fmla="*/ 2147483647 w 21600"/>
              <a:gd name="T3" fmla="*/ 0 h 21600"/>
              <a:gd name="T4" fmla="*/ 2147483647 w 21600"/>
              <a:gd name="T5" fmla="*/ 2147483647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0" y="21600"/>
                </a:moveTo>
                <a:cubicBezTo>
                  <a:pt x="0" y="9676"/>
                  <a:pt x="9661" y="8"/>
                  <a:pt x="21585" y="0"/>
                </a:cubicBezTo>
              </a:path>
              <a:path w="21600" h="21600" stroke="0" extrusionOk="0">
                <a:moveTo>
                  <a:pt x="0" y="21600"/>
                </a:moveTo>
                <a:cubicBezTo>
                  <a:pt x="0" y="9676"/>
                  <a:pt x="9661" y="8"/>
                  <a:pt x="21585" y="0"/>
                </a:cubicBezTo>
                <a:lnTo>
                  <a:pt x="21600" y="21600"/>
                </a:lnTo>
                <a:close/>
              </a:path>
            </a:pathLst>
          </a:custGeom>
          <a:noFill/>
          <a:ln w="19050" cap="rnd">
            <a:solidFill>
              <a:schemeClr val="bg2">
                <a:lumMod val="90000"/>
              </a:schemeClr>
            </a:solidFill>
            <a:round/>
            <a:headEnd/>
            <a:tailEnd type="triangle" w="lg" len="lg"/>
          </a:ln>
          <a:effectLst/>
        </p:spPr>
        <p:txBody>
          <a:bodyPr wrap="square" lIns="0" tIns="0" rIns="0" bIns="0" anchor="ctr">
            <a:noAutofit/>
          </a:bodyPr>
          <a:lstStyle/>
          <a:p>
            <a:pPr algn="ctr">
              <a:defRPr/>
            </a:pPr>
            <a:endParaRPr lang="en-US" sz="1000" dirty="0">
              <a:solidFill>
                <a:schemeClr val="tx2"/>
              </a:solidFill>
              <a:latin typeface="Aptos" panose="020B0004020202020204" pitchFamily="34" charset="0"/>
            </a:endParaRPr>
          </a:p>
        </p:txBody>
      </p:sp>
      <p:sp>
        <p:nvSpPr>
          <p:cNvPr id="768032" name="Rectangle 46"/>
          <p:cNvSpPr>
            <a:spLocks noChangeArrowheads="1"/>
          </p:cNvSpPr>
          <p:nvPr/>
        </p:nvSpPr>
        <p:spPr bwMode="auto">
          <a:xfrm>
            <a:off x="5799822" y="3939590"/>
            <a:ext cx="567464" cy="307777"/>
          </a:xfrm>
          <a:prstGeom prst="rect">
            <a:avLst/>
          </a:prstGeom>
          <a:noFill/>
          <a:ln w="12700">
            <a:noFill/>
            <a:miter lim="800000"/>
            <a:headEnd/>
            <a:tailEnd/>
          </a:ln>
        </p:spPr>
        <p:txBody>
          <a:bodyPr wrap="none" lIns="0" tIns="0" rIns="0" bIns="0">
            <a:spAutoFit/>
          </a:bodyPr>
          <a:lstStyle/>
          <a:p>
            <a:pPr algn="ctr" defTabSz="733940"/>
            <a:r>
              <a:rPr lang="en-US" altLang="ja-JP" sz="1000" dirty="0">
                <a:latin typeface="Aptos" panose="020B0004020202020204" pitchFamily="34" charset="0"/>
                <a:ea typeface="ＭＳ Ｐゴシック" charset="-128"/>
              </a:rPr>
              <a:t>Where are</a:t>
            </a:r>
            <a:br>
              <a:rPr lang="en-US" altLang="ja-JP" sz="1000" dirty="0">
                <a:latin typeface="Aptos" panose="020B0004020202020204" pitchFamily="34" charset="0"/>
                <a:ea typeface="ＭＳ Ｐゴシック" charset="-128"/>
              </a:rPr>
            </a:br>
            <a:r>
              <a:rPr lang="en-US" altLang="ja-JP" sz="1000" dirty="0">
                <a:latin typeface="Aptos" panose="020B0004020202020204" pitchFamily="34" charset="0"/>
                <a:ea typeface="ＭＳ Ｐゴシック" charset="-128"/>
              </a:rPr>
              <a:t> we now? </a:t>
            </a:r>
          </a:p>
        </p:txBody>
      </p:sp>
      <p:sp>
        <p:nvSpPr>
          <p:cNvPr id="768033" name="Oval 47"/>
          <p:cNvSpPr>
            <a:spLocks noChangeArrowheads="1"/>
          </p:cNvSpPr>
          <p:nvPr/>
        </p:nvSpPr>
        <p:spPr bwMode="auto">
          <a:xfrm>
            <a:off x="6121494" y="3809314"/>
            <a:ext cx="133731" cy="133731"/>
          </a:xfrm>
          <a:prstGeom prst="ellipse">
            <a:avLst/>
          </a:prstGeom>
          <a:solidFill>
            <a:schemeClr val="accent3"/>
          </a:solidFill>
          <a:ln w="12700" algn="ctr">
            <a:solidFill>
              <a:schemeClr val="accent3"/>
            </a:solidFill>
            <a:round/>
            <a:headEnd/>
            <a:tailEnd/>
          </a:ln>
        </p:spPr>
        <p:txBody>
          <a:bodyPr wrap="square" lIns="72231" tIns="72231" rIns="72231" bIns="72231" anchor="ctr">
            <a:noAutofit/>
          </a:bodyPr>
          <a:lstStyle/>
          <a:p>
            <a:pPr algn="ctr"/>
            <a:endParaRPr lang="en-US" sz="1000" dirty="0">
              <a:solidFill>
                <a:schemeClr val="tx2"/>
              </a:solidFill>
              <a:latin typeface="Aptos" panose="020B0004020202020204" pitchFamily="34" charset="0"/>
            </a:endParaRPr>
          </a:p>
        </p:txBody>
      </p:sp>
      <p:sp>
        <p:nvSpPr>
          <p:cNvPr id="49" name="Oval 48"/>
          <p:cNvSpPr>
            <a:spLocks noChangeArrowheads="1"/>
          </p:cNvSpPr>
          <p:nvPr/>
        </p:nvSpPr>
        <p:spPr bwMode="auto">
          <a:xfrm>
            <a:off x="6693325" y="3401724"/>
            <a:ext cx="133731" cy="133731"/>
          </a:xfrm>
          <a:prstGeom prst="ellipse">
            <a:avLst/>
          </a:prstGeom>
          <a:solidFill>
            <a:schemeClr val="bg1"/>
          </a:solidFill>
          <a:ln w="12700">
            <a:solidFill>
              <a:schemeClr val="accent3"/>
            </a:solidFill>
            <a:round/>
            <a:headEnd/>
            <a:tailEnd/>
          </a:ln>
          <a:effectLst/>
        </p:spPr>
        <p:txBody>
          <a:bodyPr wrap="square" lIns="0" tIns="0" rIns="0" bIns="0" anchor="ctr"/>
          <a:lstStyle/>
          <a:p>
            <a:pPr algn="ctr"/>
            <a:endParaRPr lang="en-US" sz="1000" dirty="0">
              <a:solidFill>
                <a:schemeClr val="tx2"/>
              </a:solidFill>
              <a:latin typeface="Aptos" panose="020B0004020202020204" pitchFamily="34" charset="0"/>
            </a:endParaRPr>
          </a:p>
        </p:txBody>
      </p:sp>
      <p:sp>
        <p:nvSpPr>
          <p:cNvPr id="50" name="Oval 49"/>
          <p:cNvSpPr>
            <a:spLocks noChangeArrowheads="1"/>
          </p:cNvSpPr>
          <p:nvPr/>
        </p:nvSpPr>
        <p:spPr bwMode="auto">
          <a:xfrm>
            <a:off x="7265156" y="2994135"/>
            <a:ext cx="133731" cy="133731"/>
          </a:xfrm>
          <a:prstGeom prst="ellipse">
            <a:avLst/>
          </a:prstGeom>
          <a:solidFill>
            <a:schemeClr val="bg1"/>
          </a:solidFill>
          <a:ln w="12700">
            <a:solidFill>
              <a:schemeClr val="accent3"/>
            </a:solidFill>
            <a:round/>
            <a:headEnd/>
            <a:tailEnd/>
          </a:ln>
          <a:effectLst/>
        </p:spPr>
        <p:txBody>
          <a:bodyPr wrap="square" lIns="0" tIns="0" rIns="0" bIns="0" anchor="ctr"/>
          <a:lstStyle/>
          <a:p>
            <a:pPr algn="ctr"/>
            <a:endParaRPr lang="en-US" sz="1000" dirty="0">
              <a:solidFill>
                <a:schemeClr val="tx2"/>
              </a:solidFill>
              <a:latin typeface="Aptos" panose="020B0004020202020204" pitchFamily="34" charset="0"/>
            </a:endParaRPr>
          </a:p>
        </p:txBody>
      </p:sp>
      <p:sp>
        <p:nvSpPr>
          <p:cNvPr id="768036" name="Oval 50"/>
          <p:cNvSpPr>
            <a:spLocks noChangeArrowheads="1"/>
          </p:cNvSpPr>
          <p:nvPr/>
        </p:nvSpPr>
        <p:spPr bwMode="auto">
          <a:xfrm>
            <a:off x="7836987" y="2586543"/>
            <a:ext cx="133731" cy="133731"/>
          </a:xfrm>
          <a:prstGeom prst="ellipse">
            <a:avLst/>
          </a:prstGeom>
          <a:solidFill>
            <a:schemeClr val="accent1"/>
          </a:solidFill>
          <a:ln w="12700" algn="ctr">
            <a:solidFill>
              <a:schemeClr val="accent1"/>
            </a:solidFill>
            <a:round/>
            <a:headEnd/>
            <a:tailEnd/>
          </a:ln>
        </p:spPr>
        <p:txBody>
          <a:bodyPr wrap="square" lIns="0" tIns="0" rIns="0" bIns="0" anchor="ctr">
            <a:noAutofit/>
          </a:bodyPr>
          <a:lstStyle/>
          <a:p>
            <a:pPr algn="ctr"/>
            <a:endParaRPr lang="en-US" sz="1000" dirty="0">
              <a:solidFill>
                <a:schemeClr val="tx2"/>
              </a:solidFill>
              <a:latin typeface="Aptos" panose="020B0004020202020204" pitchFamily="34" charset="0"/>
            </a:endParaRPr>
          </a:p>
        </p:txBody>
      </p:sp>
      <p:sp>
        <p:nvSpPr>
          <p:cNvPr id="768047" name="Rectangle 61"/>
          <p:cNvSpPr>
            <a:spLocks noChangeArrowheads="1"/>
          </p:cNvSpPr>
          <p:nvPr/>
        </p:nvSpPr>
        <p:spPr bwMode="auto">
          <a:xfrm>
            <a:off x="5886253" y="2491096"/>
            <a:ext cx="974848" cy="615553"/>
          </a:xfrm>
          <a:prstGeom prst="rect">
            <a:avLst/>
          </a:prstGeom>
          <a:noFill/>
          <a:ln w="12700" algn="ctr">
            <a:noFill/>
            <a:miter lim="800000"/>
            <a:headEnd/>
            <a:tailEnd/>
          </a:ln>
        </p:spPr>
        <p:txBody>
          <a:bodyPr wrap="square" lIns="0" tIns="0" rIns="0" bIns="0">
            <a:spAutoFit/>
          </a:bodyPr>
          <a:lstStyle/>
          <a:p>
            <a:pPr defTabSz="733940"/>
            <a:r>
              <a:rPr lang="en-US" altLang="ja-JP" sz="1000" dirty="0">
                <a:latin typeface="Aptos" panose="020B0004020202020204" pitchFamily="34" charset="0"/>
                <a:ea typeface="ＭＳ Ｐゴシック" charset="-128"/>
              </a:rPr>
              <a:t>Vision of where we need to be five years from now</a:t>
            </a:r>
          </a:p>
        </p:txBody>
      </p:sp>
      <p:sp>
        <p:nvSpPr>
          <p:cNvPr id="75" name="Arc 76"/>
          <p:cNvSpPr>
            <a:spLocks/>
          </p:cNvSpPr>
          <p:nvPr/>
        </p:nvSpPr>
        <p:spPr bwMode="auto">
          <a:xfrm>
            <a:off x="7447480" y="2755516"/>
            <a:ext cx="464344" cy="30311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19050" cap="rnd">
            <a:solidFill>
              <a:schemeClr val="bg2">
                <a:lumMod val="90000"/>
              </a:schemeClr>
            </a:solidFill>
            <a:round/>
            <a:headEnd/>
            <a:tailEnd type="triangle" w="lg" len="lg"/>
          </a:ln>
        </p:spPr>
        <p:txBody>
          <a:bodyPr wrap="square" lIns="0" tIns="0" rIns="0" bIns="0" anchor="ctr">
            <a:noAutofit/>
          </a:bodyPr>
          <a:lstStyle/>
          <a:p>
            <a:pPr algn="ctr">
              <a:defRPr/>
            </a:pPr>
            <a:endParaRPr lang="en-US" sz="1000" dirty="0">
              <a:solidFill>
                <a:schemeClr val="tx2"/>
              </a:solidFill>
              <a:latin typeface="Aptos" panose="020B0004020202020204" pitchFamily="34" charset="0"/>
            </a:endParaRPr>
          </a:p>
        </p:txBody>
      </p:sp>
      <p:sp>
        <p:nvSpPr>
          <p:cNvPr id="79" name="Arc 27"/>
          <p:cNvSpPr>
            <a:spLocks/>
          </p:cNvSpPr>
          <p:nvPr/>
        </p:nvSpPr>
        <p:spPr bwMode="auto">
          <a:xfrm>
            <a:off x="1709527" y="3866544"/>
            <a:ext cx="371475" cy="118145"/>
          </a:xfrm>
          <a:custGeom>
            <a:avLst/>
            <a:gdLst>
              <a:gd name="T0" fmla="*/ 0 w 39642"/>
              <a:gd name="T1" fmla="*/ 0 h 21600"/>
              <a:gd name="T2" fmla="*/ 0 w 39642"/>
              <a:gd name="T3" fmla="*/ 0 h 21600"/>
              <a:gd name="T4" fmla="*/ 0 w 39642"/>
              <a:gd name="T5" fmla="*/ 0 h 21600"/>
              <a:gd name="T6" fmla="*/ 0 60000 65536"/>
              <a:gd name="T7" fmla="*/ 0 60000 65536"/>
              <a:gd name="T8" fmla="*/ 0 60000 65536"/>
              <a:gd name="T9" fmla="*/ 0 w 39642"/>
              <a:gd name="T10" fmla="*/ 0 h 21600"/>
              <a:gd name="T11" fmla="*/ 39642 w 39642"/>
              <a:gd name="T12" fmla="*/ 21600 h 21600"/>
            </a:gdLst>
            <a:ahLst/>
            <a:cxnLst>
              <a:cxn ang="T6">
                <a:pos x="T0" y="T1"/>
              </a:cxn>
              <a:cxn ang="T7">
                <a:pos x="T2" y="T3"/>
              </a:cxn>
              <a:cxn ang="T8">
                <a:pos x="T4" y="T5"/>
              </a:cxn>
            </a:cxnLst>
            <a:rect l="T9" t="T10" r="T11" b="T12"/>
            <a:pathLst>
              <a:path w="39642" h="21600" fill="none" extrusionOk="0">
                <a:moveTo>
                  <a:pt x="39642" y="0"/>
                </a:moveTo>
                <a:cubicBezTo>
                  <a:pt x="39642" y="11929"/>
                  <a:pt x="29971" y="21600"/>
                  <a:pt x="18042" y="21600"/>
                </a:cubicBezTo>
                <a:cubicBezTo>
                  <a:pt x="10775" y="21600"/>
                  <a:pt x="3995" y="17945"/>
                  <a:pt x="-1" y="11876"/>
                </a:cubicBezTo>
              </a:path>
              <a:path w="39642" h="21600" stroke="0" extrusionOk="0">
                <a:moveTo>
                  <a:pt x="39642" y="0"/>
                </a:moveTo>
                <a:cubicBezTo>
                  <a:pt x="39642" y="11929"/>
                  <a:pt x="29971" y="21600"/>
                  <a:pt x="18042" y="21600"/>
                </a:cubicBezTo>
                <a:cubicBezTo>
                  <a:pt x="10775" y="21600"/>
                  <a:pt x="3995" y="17945"/>
                  <a:pt x="-1" y="11876"/>
                </a:cubicBezTo>
                <a:lnTo>
                  <a:pt x="18042" y="0"/>
                </a:lnTo>
                <a:close/>
              </a:path>
            </a:pathLst>
          </a:custGeom>
          <a:noFill/>
          <a:ln w="19050" cap="rnd">
            <a:solidFill>
              <a:schemeClr val="bg2">
                <a:lumMod val="90000"/>
              </a:schemeClr>
            </a:solidFill>
            <a:round/>
            <a:headEnd/>
            <a:tailEnd type="triangle" w="lg" len="lg"/>
          </a:ln>
        </p:spPr>
        <p:txBody>
          <a:bodyPr wrap="square" lIns="0" tIns="0" rIns="0" bIns="0" anchor="ctr">
            <a:noAutofit/>
          </a:bodyPr>
          <a:lstStyle/>
          <a:p>
            <a:pPr algn="ctr">
              <a:defRPr/>
            </a:pPr>
            <a:endParaRPr lang="en-US" sz="1000" dirty="0">
              <a:solidFill>
                <a:schemeClr val="tx2"/>
              </a:solidFill>
              <a:latin typeface="Aptos" panose="020B0004020202020204" pitchFamily="34" charset="0"/>
            </a:endParaRPr>
          </a:p>
        </p:txBody>
      </p:sp>
      <p:sp>
        <p:nvSpPr>
          <p:cNvPr id="83" name="Rectangle 9"/>
          <p:cNvSpPr>
            <a:spLocks noChangeArrowheads="1"/>
          </p:cNvSpPr>
          <p:nvPr/>
        </p:nvSpPr>
        <p:spPr bwMode="auto">
          <a:xfrm>
            <a:off x="6906820" y="4399730"/>
            <a:ext cx="267702" cy="153888"/>
          </a:xfrm>
          <a:prstGeom prst="rect">
            <a:avLst/>
          </a:prstGeom>
          <a:noFill/>
          <a:ln w="12700">
            <a:noFill/>
            <a:miter lim="800000"/>
            <a:headEnd/>
            <a:tailEnd/>
          </a:ln>
        </p:spPr>
        <p:txBody>
          <a:bodyPr wrap="none" lIns="0" tIns="0" rIns="0" bIns="0">
            <a:spAutoFit/>
          </a:bodyPr>
          <a:lstStyle/>
          <a:p>
            <a:pPr algn="ctr" defTabSz="733940"/>
            <a:r>
              <a:rPr lang="en-US" altLang="ja-JP" sz="1000" dirty="0">
                <a:latin typeface="Aptos" panose="020B0004020202020204" pitchFamily="34" charset="0"/>
                <a:ea typeface="ＭＳ Ｐゴシック" charset="-128"/>
              </a:rPr>
              <a:t>Time</a:t>
            </a:r>
          </a:p>
        </p:txBody>
      </p:sp>
      <p:sp>
        <p:nvSpPr>
          <p:cNvPr id="84" name="Rectangle 10"/>
          <p:cNvSpPr>
            <a:spLocks noChangeArrowheads="1"/>
          </p:cNvSpPr>
          <p:nvPr/>
        </p:nvSpPr>
        <p:spPr bwMode="auto">
          <a:xfrm>
            <a:off x="5399171" y="3334247"/>
            <a:ext cx="264496" cy="153888"/>
          </a:xfrm>
          <a:prstGeom prst="rect">
            <a:avLst/>
          </a:prstGeom>
          <a:noFill/>
          <a:ln w="12700">
            <a:noFill/>
            <a:miter lim="800000"/>
            <a:headEnd/>
            <a:tailEnd/>
          </a:ln>
        </p:spPr>
        <p:txBody>
          <a:bodyPr wrap="none" lIns="0" tIns="0" rIns="0" bIns="0">
            <a:spAutoFit/>
          </a:bodyPr>
          <a:lstStyle/>
          <a:p>
            <a:pPr algn="ctr" defTabSz="733940"/>
            <a:r>
              <a:rPr lang="en-US" altLang="ja-JP" sz="1000" dirty="0">
                <a:latin typeface="Aptos" panose="020B0004020202020204" pitchFamily="34" charset="0"/>
                <a:ea typeface="ＭＳ Ｐゴシック" charset="-128"/>
              </a:rPr>
              <a:t>Goal</a:t>
            </a:r>
          </a:p>
        </p:txBody>
      </p:sp>
      <p:sp>
        <p:nvSpPr>
          <p:cNvPr id="53" name="Freeform 52"/>
          <p:cNvSpPr/>
          <p:nvPr/>
        </p:nvSpPr>
        <p:spPr bwMode="gray">
          <a:xfrm>
            <a:off x="1253558" y="2515793"/>
            <a:ext cx="2600325" cy="1787723"/>
          </a:xfrm>
          <a:custGeom>
            <a:avLst/>
            <a:gdLst>
              <a:gd name="connsiteX0" fmla="*/ 0 w 4819650"/>
              <a:gd name="connsiteY0" fmla="*/ 0 h 3028950"/>
              <a:gd name="connsiteX1" fmla="*/ 0 w 4819650"/>
              <a:gd name="connsiteY1" fmla="*/ 3028950 h 3028950"/>
              <a:gd name="connsiteX2" fmla="*/ 4819650 w 4819650"/>
              <a:gd name="connsiteY2" fmla="*/ 3028950 h 3028950"/>
            </a:gdLst>
            <a:ahLst/>
            <a:cxnLst>
              <a:cxn ang="0">
                <a:pos x="connsiteX0" y="connsiteY0"/>
              </a:cxn>
              <a:cxn ang="0">
                <a:pos x="connsiteX1" y="connsiteY1"/>
              </a:cxn>
              <a:cxn ang="0">
                <a:pos x="connsiteX2" y="connsiteY2"/>
              </a:cxn>
            </a:cxnLst>
            <a:rect l="l" t="t" r="r" b="b"/>
            <a:pathLst>
              <a:path w="4819650" h="3028950">
                <a:moveTo>
                  <a:pt x="0" y="0"/>
                </a:moveTo>
                <a:lnTo>
                  <a:pt x="0" y="3028950"/>
                </a:lnTo>
                <a:lnTo>
                  <a:pt x="4819650" y="3028950"/>
                </a:lnTo>
              </a:path>
            </a:pathLst>
          </a:custGeom>
          <a:noFill/>
          <a:ln w="6350" algn="ctr">
            <a:solidFill>
              <a:schemeClr val="bg2">
                <a:lumMod val="90000"/>
              </a:schemeClr>
            </a:solidFill>
            <a:miter lim="800000"/>
            <a:headEnd/>
            <a:tailEnd/>
          </a:ln>
        </p:spPr>
        <p:txBody>
          <a:bodyPr lIns="0" tIns="0" rIns="0" bIns="0" rtlCol="0" anchor="ctr"/>
          <a:lstStyle/>
          <a:p>
            <a:pPr algn="ctr"/>
            <a:endParaRPr lang="en-US" sz="1000" dirty="0">
              <a:solidFill>
                <a:schemeClr val="tx2"/>
              </a:solidFill>
              <a:latin typeface="Aptos" panose="020B0004020202020204" pitchFamily="34" charset="0"/>
            </a:endParaRPr>
          </a:p>
        </p:txBody>
      </p:sp>
      <p:sp>
        <p:nvSpPr>
          <p:cNvPr id="54" name="Freeform 53"/>
          <p:cNvSpPr/>
          <p:nvPr/>
        </p:nvSpPr>
        <p:spPr bwMode="gray">
          <a:xfrm>
            <a:off x="5740506" y="2509153"/>
            <a:ext cx="2600325" cy="1787723"/>
          </a:xfrm>
          <a:custGeom>
            <a:avLst/>
            <a:gdLst>
              <a:gd name="connsiteX0" fmla="*/ 0 w 4819650"/>
              <a:gd name="connsiteY0" fmla="*/ 0 h 3028950"/>
              <a:gd name="connsiteX1" fmla="*/ 0 w 4819650"/>
              <a:gd name="connsiteY1" fmla="*/ 3028950 h 3028950"/>
              <a:gd name="connsiteX2" fmla="*/ 4819650 w 4819650"/>
              <a:gd name="connsiteY2" fmla="*/ 3028950 h 3028950"/>
            </a:gdLst>
            <a:ahLst/>
            <a:cxnLst>
              <a:cxn ang="0">
                <a:pos x="connsiteX0" y="connsiteY0"/>
              </a:cxn>
              <a:cxn ang="0">
                <a:pos x="connsiteX1" y="connsiteY1"/>
              </a:cxn>
              <a:cxn ang="0">
                <a:pos x="connsiteX2" y="connsiteY2"/>
              </a:cxn>
            </a:cxnLst>
            <a:rect l="l" t="t" r="r" b="b"/>
            <a:pathLst>
              <a:path w="4819650" h="3028950">
                <a:moveTo>
                  <a:pt x="0" y="0"/>
                </a:moveTo>
                <a:lnTo>
                  <a:pt x="0" y="3028950"/>
                </a:lnTo>
                <a:lnTo>
                  <a:pt x="4819650" y="3028950"/>
                </a:lnTo>
              </a:path>
            </a:pathLst>
          </a:custGeom>
          <a:noFill/>
          <a:ln w="6350" algn="ctr">
            <a:solidFill>
              <a:schemeClr val="bg2"/>
            </a:solidFill>
            <a:miter lim="800000"/>
            <a:headEnd/>
            <a:tailEnd/>
          </a:ln>
        </p:spPr>
        <p:txBody>
          <a:bodyPr lIns="0" tIns="0" rIns="0" bIns="0" rtlCol="0" anchor="ctr"/>
          <a:lstStyle/>
          <a:p>
            <a:pPr algn="ctr"/>
            <a:endParaRPr lang="en-US" sz="1000" dirty="0">
              <a:solidFill>
                <a:schemeClr val="tx2"/>
              </a:solidFill>
              <a:latin typeface="Aptos" panose="020B0004020202020204" pitchFamily="34" charset="0"/>
            </a:endParaRPr>
          </a:p>
        </p:txBody>
      </p:sp>
      <p:sp>
        <p:nvSpPr>
          <p:cNvPr id="55" name="Arc 76"/>
          <p:cNvSpPr>
            <a:spLocks/>
          </p:cNvSpPr>
          <p:nvPr/>
        </p:nvSpPr>
        <p:spPr bwMode="auto">
          <a:xfrm>
            <a:off x="6867050" y="3157948"/>
            <a:ext cx="464344" cy="30311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19050" cap="rnd">
            <a:solidFill>
              <a:schemeClr val="bg2">
                <a:lumMod val="90000"/>
              </a:schemeClr>
            </a:solidFill>
            <a:round/>
            <a:headEnd/>
            <a:tailEnd type="triangle" w="lg" len="lg"/>
          </a:ln>
        </p:spPr>
        <p:txBody>
          <a:bodyPr wrap="square" lIns="0" tIns="0" rIns="0" bIns="0" anchor="ctr">
            <a:noAutofit/>
          </a:bodyPr>
          <a:lstStyle/>
          <a:p>
            <a:pPr algn="ctr">
              <a:defRPr/>
            </a:pPr>
            <a:endParaRPr lang="en-US" sz="1000" dirty="0">
              <a:solidFill>
                <a:schemeClr val="tx2"/>
              </a:solidFill>
              <a:latin typeface="Aptos" panose="020B0004020202020204" pitchFamily="34" charset="0"/>
            </a:endParaRPr>
          </a:p>
        </p:txBody>
      </p:sp>
      <p:sp>
        <p:nvSpPr>
          <p:cNvPr id="56" name="Arc 76"/>
          <p:cNvSpPr>
            <a:spLocks/>
          </p:cNvSpPr>
          <p:nvPr/>
        </p:nvSpPr>
        <p:spPr bwMode="auto">
          <a:xfrm>
            <a:off x="6302098" y="3568118"/>
            <a:ext cx="464344" cy="30311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19050" cap="rnd">
            <a:solidFill>
              <a:schemeClr val="bg2">
                <a:lumMod val="90000"/>
              </a:schemeClr>
            </a:solidFill>
            <a:round/>
            <a:headEnd/>
            <a:tailEnd type="triangle" w="lg" len="lg"/>
          </a:ln>
        </p:spPr>
        <p:txBody>
          <a:bodyPr wrap="square" lIns="0" tIns="0" rIns="0" bIns="0" anchor="ctr">
            <a:noAutofit/>
          </a:bodyPr>
          <a:lstStyle/>
          <a:p>
            <a:pPr algn="ctr">
              <a:defRPr/>
            </a:pPr>
            <a:endParaRPr lang="en-US" sz="1000" dirty="0">
              <a:solidFill>
                <a:schemeClr val="tx2"/>
              </a:solidFill>
              <a:latin typeface="Aptos" panose="020B0004020202020204" pitchFamily="34" charset="0"/>
            </a:endParaRPr>
          </a:p>
        </p:txBody>
      </p:sp>
      <p:sp>
        <p:nvSpPr>
          <p:cNvPr id="36" name="Oval 35">
            <a:extLst>
              <a:ext uri="{FF2B5EF4-FFF2-40B4-BE49-F238E27FC236}">
                <a16:creationId xmlns:a16="http://schemas.microsoft.com/office/drawing/2014/main" id="{68995E91-7643-4B0F-A422-F4D6079720D2}"/>
              </a:ext>
            </a:extLst>
          </p:cNvPr>
          <p:cNvSpPr>
            <a:spLocks noChangeArrowheads="1"/>
          </p:cNvSpPr>
          <p:nvPr/>
        </p:nvSpPr>
        <p:spPr bwMode="auto">
          <a:xfrm>
            <a:off x="7406129" y="1867988"/>
            <a:ext cx="1674567" cy="685294"/>
          </a:xfrm>
          <a:prstGeom prst="ellipse">
            <a:avLst/>
          </a:prstGeom>
          <a:solidFill>
            <a:schemeClr val="tx1"/>
          </a:solidFill>
          <a:ln w="12700" algn="ctr">
            <a:noFill/>
            <a:round/>
            <a:headEnd/>
            <a:tailEnd/>
          </a:ln>
        </p:spPr>
        <p:txBody>
          <a:bodyPr wrap="square" lIns="72231" tIns="72231" rIns="72231" bIns="72231" anchor="ctr"/>
          <a:lstStyle/>
          <a:p>
            <a:pPr algn="ctr">
              <a:spcBef>
                <a:spcPts val="488"/>
              </a:spcBef>
              <a:tabLst>
                <a:tab pos="877116" algn="l"/>
              </a:tabLst>
              <a:defRPr/>
            </a:pPr>
            <a:r>
              <a:rPr lang="en-US" altLang="ja-JP" sz="1000" dirty="0">
                <a:solidFill>
                  <a:schemeClr val="bg1"/>
                </a:solidFill>
                <a:latin typeface="Aptos" panose="020B0004020202020204" pitchFamily="34" charset="0"/>
                <a:ea typeface="ＭＳ Ｐゴシック" pitchFamily="50" charset="-128"/>
              </a:rPr>
              <a:t>Vision: Where do we want to be in 2010?</a:t>
            </a:r>
          </a:p>
        </p:txBody>
      </p:sp>
      <p:sp>
        <p:nvSpPr>
          <p:cNvPr id="37" name="Oval 36">
            <a:extLst>
              <a:ext uri="{FF2B5EF4-FFF2-40B4-BE49-F238E27FC236}">
                <a16:creationId xmlns:a16="http://schemas.microsoft.com/office/drawing/2014/main" id="{EAF92C35-4437-4F33-BDA0-D6E4406A0ADE}"/>
              </a:ext>
            </a:extLst>
          </p:cNvPr>
          <p:cNvSpPr>
            <a:spLocks noChangeArrowheads="1"/>
          </p:cNvSpPr>
          <p:nvPr/>
        </p:nvSpPr>
        <p:spPr bwMode="auto">
          <a:xfrm>
            <a:off x="3101705" y="1919631"/>
            <a:ext cx="1674567" cy="622995"/>
          </a:xfrm>
          <a:prstGeom prst="ellipse">
            <a:avLst/>
          </a:prstGeom>
          <a:solidFill>
            <a:schemeClr val="tx1"/>
          </a:solidFill>
          <a:ln w="12700" algn="ctr">
            <a:noFill/>
            <a:round/>
            <a:headEnd/>
            <a:tailEnd/>
          </a:ln>
        </p:spPr>
        <p:txBody>
          <a:bodyPr wrap="square" lIns="72231" tIns="72231" rIns="72231" bIns="72231" anchor="ctr"/>
          <a:lstStyle/>
          <a:p>
            <a:pPr algn="ctr">
              <a:spcBef>
                <a:spcPts val="488"/>
              </a:spcBef>
              <a:tabLst>
                <a:tab pos="877116" algn="l"/>
              </a:tabLst>
              <a:defRPr/>
            </a:pPr>
            <a:r>
              <a:rPr lang="en-US" altLang="ja-JP" sz="1000" dirty="0">
                <a:solidFill>
                  <a:schemeClr val="bg1"/>
                </a:solidFill>
                <a:latin typeface="Aptos" panose="020B0004020202020204" pitchFamily="34" charset="0"/>
                <a:ea typeface="ＭＳ Ｐゴシック" pitchFamily="50" charset="-128"/>
              </a:rPr>
              <a:t>Strategy: How do we get there?</a:t>
            </a:r>
          </a:p>
        </p:txBody>
      </p:sp>
    </p:spTree>
    <p:extLst>
      <p:ext uri="{BB962C8B-B14F-4D97-AF65-F5344CB8AC3E}">
        <p14:creationId xmlns:p14="http://schemas.microsoft.com/office/powerpoint/2010/main" val="3124465539"/>
      </p:ext>
    </p:extLst>
  </p:cSld>
  <p:clrMapOvr>
    <a:masterClrMapping/>
  </p:clrMapOvr>
  <p:transition>
    <p:fade/>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reeform 5"/>
          <p:cNvSpPr>
            <a:spLocks/>
          </p:cNvSpPr>
          <p:nvPr/>
        </p:nvSpPr>
        <p:spPr bwMode="blackWhite">
          <a:xfrm>
            <a:off x="3660538" y="2482750"/>
            <a:ext cx="2551260" cy="2164725"/>
          </a:xfrm>
          <a:custGeom>
            <a:avLst/>
            <a:gdLst>
              <a:gd name="T0" fmla="*/ 3827 w 1009"/>
              <a:gd name="T1" fmla="*/ 16313 h 881"/>
              <a:gd name="T2" fmla="*/ 17479 w 1009"/>
              <a:gd name="T3" fmla="*/ 16313 h 881"/>
              <a:gd name="T4" fmla="*/ 20973 w 1009"/>
              <a:gd name="T5" fmla="*/ 6673 h 881"/>
              <a:gd name="T6" fmla="*/ 10482 w 1009"/>
              <a:gd name="T7" fmla="*/ 0 h 881"/>
              <a:gd name="T8" fmla="*/ 0 w 1009"/>
              <a:gd name="T9" fmla="*/ 6673 h 881"/>
              <a:gd name="T10" fmla="*/ 3827 w 1009"/>
              <a:gd name="T11" fmla="*/ 16313 h 881"/>
              <a:gd name="T12" fmla="*/ 0 60000 65536"/>
              <a:gd name="T13" fmla="*/ 0 60000 65536"/>
              <a:gd name="T14" fmla="*/ 0 60000 65536"/>
              <a:gd name="T15" fmla="*/ 0 60000 65536"/>
              <a:gd name="T16" fmla="*/ 0 60000 65536"/>
              <a:gd name="T17" fmla="*/ 0 60000 65536"/>
              <a:gd name="T18" fmla="*/ 0 w 1009"/>
              <a:gd name="T19" fmla="*/ 0 h 881"/>
              <a:gd name="T20" fmla="*/ 1009 w 1009"/>
              <a:gd name="T21" fmla="*/ 881 h 881"/>
            </a:gdLst>
            <a:ahLst/>
            <a:cxnLst>
              <a:cxn ang="T12">
                <a:pos x="T0" y="T1"/>
              </a:cxn>
              <a:cxn ang="T13">
                <a:pos x="T2" y="T3"/>
              </a:cxn>
              <a:cxn ang="T14">
                <a:pos x="T4" y="T5"/>
              </a:cxn>
              <a:cxn ang="T15">
                <a:pos x="T6" y="T7"/>
              </a:cxn>
              <a:cxn ang="T16">
                <a:pos x="T8" y="T9"/>
              </a:cxn>
              <a:cxn ang="T17">
                <a:pos x="T10" y="T11"/>
              </a:cxn>
            </a:cxnLst>
            <a:rect l="T18" t="T19" r="T20" b="T21"/>
            <a:pathLst>
              <a:path w="1009" h="881">
                <a:moveTo>
                  <a:pt x="184" y="880"/>
                </a:moveTo>
                <a:lnTo>
                  <a:pt x="840" y="880"/>
                </a:lnTo>
                <a:lnTo>
                  <a:pt x="1008" y="360"/>
                </a:lnTo>
                <a:lnTo>
                  <a:pt x="504" y="0"/>
                </a:lnTo>
                <a:lnTo>
                  <a:pt x="0" y="360"/>
                </a:lnTo>
                <a:lnTo>
                  <a:pt x="184" y="880"/>
                </a:lnTo>
              </a:path>
            </a:pathLst>
          </a:custGeom>
          <a:solidFill>
            <a:schemeClr val="bg1"/>
          </a:solidFill>
          <a:ln w="6350" cap="rnd">
            <a:solidFill>
              <a:schemeClr val="tx1"/>
            </a:solidFill>
            <a:round/>
            <a:headEnd/>
            <a:tailEnd/>
          </a:ln>
        </p:spPr>
        <p:txBody>
          <a:bodyPr lIns="0" tIns="0" rIns="0" bIns="0">
            <a:noAutofit/>
          </a:bodyPr>
          <a:lstStyle/>
          <a:p>
            <a:pPr>
              <a:defRPr/>
            </a:pPr>
            <a:endParaRPr lang="en-GB" sz="1463" dirty="0">
              <a:latin typeface="Aptos" panose="020B0004020202020204" pitchFamily="34" charset="0"/>
              <a:cs typeface="Arial" charset="0"/>
            </a:endParaRPr>
          </a:p>
        </p:txBody>
      </p:sp>
      <p:sp>
        <p:nvSpPr>
          <p:cNvPr id="26" name="Arc 6"/>
          <p:cNvSpPr>
            <a:spLocks/>
          </p:cNvSpPr>
          <p:nvPr/>
        </p:nvSpPr>
        <p:spPr bwMode="blackWhite">
          <a:xfrm>
            <a:off x="3050841" y="1953697"/>
            <a:ext cx="3761184" cy="3605113"/>
          </a:xfrm>
          <a:custGeom>
            <a:avLst/>
            <a:gdLst>
              <a:gd name="T0" fmla="*/ 0 w 43200"/>
              <a:gd name="T1" fmla="*/ 0 h 40309"/>
              <a:gd name="T2" fmla="*/ 0 w 43200"/>
              <a:gd name="T3" fmla="*/ 0 h 40309"/>
              <a:gd name="T4" fmla="*/ 0 w 43200"/>
              <a:gd name="T5" fmla="*/ 0 h 40309"/>
              <a:gd name="T6" fmla="*/ 0 60000 65536"/>
              <a:gd name="T7" fmla="*/ 0 60000 65536"/>
              <a:gd name="T8" fmla="*/ 0 60000 65536"/>
              <a:gd name="T9" fmla="*/ 0 w 43200"/>
              <a:gd name="T10" fmla="*/ 0 h 40309"/>
              <a:gd name="T11" fmla="*/ 43200 w 43200"/>
              <a:gd name="T12" fmla="*/ 40309 h 40309"/>
            </a:gdLst>
            <a:ahLst/>
            <a:cxnLst>
              <a:cxn ang="T6">
                <a:pos x="T0" y="T1"/>
              </a:cxn>
              <a:cxn ang="T7">
                <a:pos x="T2" y="T3"/>
              </a:cxn>
              <a:cxn ang="T8">
                <a:pos x="T4" y="T5"/>
              </a:cxn>
            </a:cxnLst>
            <a:rect l="T9" t="T10" r="T11" b="T12"/>
            <a:pathLst>
              <a:path w="43200" h="40309" fill="none" extrusionOk="0">
                <a:moveTo>
                  <a:pt x="32395" y="-1"/>
                </a:moveTo>
                <a:cubicBezTo>
                  <a:pt x="39080" y="3857"/>
                  <a:pt x="43200" y="10990"/>
                  <a:pt x="43200" y="18709"/>
                </a:cubicBezTo>
                <a:cubicBezTo>
                  <a:pt x="43200" y="30638"/>
                  <a:pt x="33529" y="40309"/>
                  <a:pt x="21600" y="40309"/>
                </a:cubicBezTo>
                <a:cubicBezTo>
                  <a:pt x="9670" y="40309"/>
                  <a:pt x="0" y="30638"/>
                  <a:pt x="0" y="18709"/>
                </a:cubicBezTo>
                <a:cubicBezTo>
                  <a:pt x="-1" y="10995"/>
                  <a:pt x="4113" y="3866"/>
                  <a:pt x="10792" y="7"/>
                </a:cubicBezTo>
              </a:path>
              <a:path w="43200" h="40309" stroke="0" extrusionOk="0">
                <a:moveTo>
                  <a:pt x="32395" y="-1"/>
                </a:moveTo>
                <a:cubicBezTo>
                  <a:pt x="39080" y="3857"/>
                  <a:pt x="43200" y="10990"/>
                  <a:pt x="43200" y="18709"/>
                </a:cubicBezTo>
                <a:cubicBezTo>
                  <a:pt x="43200" y="30638"/>
                  <a:pt x="33529" y="40309"/>
                  <a:pt x="21600" y="40309"/>
                </a:cubicBezTo>
                <a:cubicBezTo>
                  <a:pt x="9670" y="40309"/>
                  <a:pt x="0" y="30638"/>
                  <a:pt x="0" y="18709"/>
                </a:cubicBezTo>
                <a:cubicBezTo>
                  <a:pt x="-1" y="10995"/>
                  <a:pt x="4113" y="3866"/>
                  <a:pt x="10792" y="7"/>
                </a:cubicBezTo>
                <a:lnTo>
                  <a:pt x="21600" y="18709"/>
                </a:lnTo>
                <a:close/>
              </a:path>
            </a:pathLst>
          </a:custGeom>
          <a:noFill/>
          <a:ln w="76200" cap="rnd">
            <a:solidFill>
              <a:schemeClr val="bg1">
                <a:lumMod val="85000"/>
              </a:schemeClr>
            </a:solidFill>
            <a:round/>
            <a:headEnd type="triangle" w="lg" len="lg"/>
            <a:tailEnd type="none" w="sm" len="sm"/>
          </a:ln>
        </p:spPr>
        <p:txBody>
          <a:bodyPr lIns="0" tIns="0" rIns="0" bIns="0">
            <a:noAutofit/>
          </a:bodyPr>
          <a:lstStyle/>
          <a:p>
            <a:pPr algn="ctr">
              <a:defRPr/>
            </a:pPr>
            <a:endParaRPr lang="en-GB" sz="1463" dirty="0">
              <a:latin typeface="Aptos" panose="020B0004020202020204" pitchFamily="34" charset="0"/>
              <a:cs typeface="Arial" charset="0"/>
            </a:endParaRPr>
          </a:p>
        </p:txBody>
      </p:sp>
      <p:sp>
        <p:nvSpPr>
          <p:cNvPr id="3" name="Text Placeholder 2"/>
          <p:cNvSpPr>
            <a:spLocks noGrp="1"/>
          </p:cNvSpPr>
          <p:nvPr>
            <p:ph type="body" sz="quarter" idx="13"/>
          </p:nvPr>
        </p:nvSpPr>
        <p:spPr/>
        <p:txBody>
          <a:bodyPr/>
          <a:lstStyle/>
          <a:p>
            <a:r>
              <a:rPr lang="en-US"/>
              <a:t>Subtitle runs here</a:t>
            </a:r>
            <a:endParaRPr lang="en-US" dirty="0"/>
          </a:p>
        </p:txBody>
      </p:sp>
      <p:sp>
        <p:nvSpPr>
          <p:cNvPr id="760836" name="Title 1"/>
          <p:cNvSpPr>
            <a:spLocks noGrp="1"/>
          </p:cNvSpPr>
          <p:nvPr>
            <p:ph type="title"/>
          </p:nvPr>
        </p:nvSpPr>
        <p:spPr/>
        <p:txBody>
          <a:bodyPr/>
          <a:lstStyle/>
          <a:p>
            <a:r>
              <a:rPr lang="en-US"/>
              <a:t>Pentagon</a:t>
            </a:r>
            <a:r>
              <a:rPr lang="en-US" altLang="ja-JP"/>
              <a:t> </a:t>
            </a:r>
            <a:endParaRPr lang="en-US" dirty="0"/>
          </a:p>
        </p:txBody>
      </p:sp>
      <p:sp>
        <p:nvSpPr>
          <p:cNvPr id="15" name="Oval 8"/>
          <p:cNvSpPr>
            <a:spLocks noChangeArrowheads="1"/>
          </p:cNvSpPr>
          <p:nvPr/>
        </p:nvSpPr>
        <p:spPr bwMode="blackWhite">
          <a:xfrm>
            <a:off x="3891158" y="4476728"/>
            <a:ext cx="371475" cy="371475"/>
          </a:xfrm>
          <a:prstGeom prst="ellipse">
            <a:avLst/>
          </a:prstGeom>
          <a:solidFill>
            <a:schemeClr val="accent6">
              <a:lumMod val="40000"/>
              <a:lumOff val="60000"/>
            </a:schemeClr>
          </a:solidFill>
          <a:ln w="12700">
            <a:noFill/>
            <a:round/>
            <a:headEnd/>
            <a:tailEnd/>
          </a:ln>
        </p:spPr>
        <p:txBody>
          <a:bodyPr lIns="72231" tIns="72231" rIns="72231" bIns="72231" anchor="ctr" anchorCtr="0"/>
          <a:lstStyle/>
          <a:p>
            <a:pPr algn="ctr">
              <a:defRPr/>
            </a:pPr>
            <a:r>
              <a:rPr lang="en-US" sz="1138" dirty="0">
                <a:latin typeface="Aptos" panose="020B0004020202020204" pitchFamily="34" charset="0"/>
                <a:cs typeface="Arial" charset="0"/>
              </a:rPr>
              <a:t>3</a:t>
            </a:r>
          </a:p>
        </p:txBody>
      </p:sp>
      <p:sp>
        <p:nvSpPr>
          <p:cNvPr id="19" name="Rectangle 7"/>
          <p:cNvSpPr>
            <a:spLocks noChangeArrowheads="1"/>
          </p:cNvSpPr>
          <p:nvPr/>
        </p:nvSpPr>
        <p:spPr bwMode="blackWhite">
          <a:xfrm>
            <a:off x="3956137" y="3648532"/>
            <a:ext cx="19505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nchor="ctr" anchorCtr="0">
            <a:spAutoFit/>
          </a:bodyPr>
          <a:lstStyle/>
          <a:p>
            <a:pPr algn="ctr" defTabSz="666867">
              <a:spcAft>
                <a:spcPct val="37000"/>
              </a:spcAft>
            </a:pPr>
            <a:r>
              <a:rPr lang="en-US" sz="1400" dirty="0">
                <a:latin typeface="Aptos" panose="020B0004020202020204" pitchFamily="34" charset="0"/>
                <a:ea typeface="MS PGothic" pitchFamily="34" charset="-128"/>
              </a:rPr>
              <a:t>Restructuring framework </a:t>
            </a:r>
          </a:p>
        </p:txBody>
      </p:sp>
      <p:sp>
        <p:nvSpPr>
          <p:cNvPr id="20" name="Oval 8"/>
          <p:cNvSpPr>
            <a:spLocks noChangeArrowheads="1"/>
          </p:cNvSpPr>
          <p:nvPr/>
        </p:nvSpPr>
        <p:spPr bwMode="blackWhite">
          <a:xfrm>
            <a:off x="4754725" y="2310209"/>
            <a:ext cx="371475" cy="371475"/>
          </a:xfrm>
          <a:prstGeom prst="ellipse">
            <a:avLst/>
          </a:prstGeom>
          <a:solidFill>
            <a:schemeClr val="accent1"/>
          </a:solidFill>
          <a:ln w="12700">
            <a:noFill/>
            <a:round/>
            <a:headEnd/>
            <a:tailEnd/>
          </a:ln>
        </p:spPr>
        <p:txBody>
          <a:bodyPr lIns="72231" tIns="72231" rIns="72231" bIns="72231" anchor="ctr" anchorCtr="0"/>
          <a:lstStyle/>
          <a:p>
            <a:pPr algn="ctr">
              <a:defRPr/>
            </a:pPr>
            <a:r>
              <a:rPr lang="en-US" sz="1138" dirty="0">
                <a:latin typeface="Aptos" panose="020B0004020202020204" pitchFamily="34" charset="0"/>
                <a:cs typeface="Arial" charset="0"/>
              </a:rPr>
              <a:t>1</a:t>
            </a:r>
          </a:p>
        </p:txBody>
      </p:sp>
      <p:sp>
        <p:nvSpPr>
          <p:cNvPr id="21" name="Oval 8"/>
          <p:cNvSpPr>
            <a:spLocks noChangeArrowheads="1"/>
          </p:cNvSpPr>
          <p:nvPr/>
        </p:nvSpPr>
        <p:spPr bwMode="blackWhite">
          <a:xfrm>
            <a:off x="3493258" y="3139579"/>
            <a:ext cx="371475" cy="371475"/>
          </a:xfrm>
          <a:prstGeom prst="ellipse">
            <a:avLst/>
          </a:prstGeom>
          <a:solidFill>
            <a:schemeClr val="accent6"/>
          </a:solidFill>
          <a:ln w="12700">
            <a:noFill/>
            <a:round/>
            <a:headEnd/>
            <a:tailEnd/>
          </a:ln>
        </p:spPr>
        <p:txBody>
          <a:bodyPr lIns="72231" tIns="72231" rIns="72231" bIns="72231" anchor="ctr" anchorCtr="0"/>
          <a:lstStyle/>
          <a:p>
            <a:pPr algn="ctr">
              <a:defRPr/>
            </a:pPr>
            <a:r>
              <a:rPr lang="en-US" sz="1138" dirty="0">
                <a:solidFill>
                  <a:schemeClr val="bg1"/>
                </a:solidFill>
                <a:latin typeface="Aptos" panose="020B0004020202020204" pitchFamily="34" charset="0"/>
                <a:cs typeface="Arial" charset="0"/>
              </a:rPr>
              <a:t>2</a:t>
            </a:r>
          </a:p>
        </p:txBody>
      </p:sp>
      <p:sp>
        <p:nvSpPr>
          <p:cNvPr id="22" name="Oval 8"/>
          <p:cNvSpPr>
            <a:spLocks noChangeArrowheads="1"/>
          </p:cNvSpPr>
          <p:nvPr/>
        </p:nvSpPr>
        <p:spPr bwMode="blackWhite">
          <a:xfrm>
            <a:off x="5670272" y="4476728"/>
            <a:ext cx="371475" cy="371475"/>
          </a:xfrm>
          <a:prstGeom prst="ellipse">
            <a:avLst/>
          </a:prstGeom>
          <a:solidFill>
            <a:schemeClr val="tx1">
              <a:lumMod val="65000"/>
              <a:lumOff val="35000"/>
            </a:schemeClr>
          </a:solidFill>
          <a:ln w="12700">
            <a:noFill/>
            <a:round/>
            <a:headEnd/>
            <a:tailEnd/>
          </a:ln>
        </p:spPr>
        <p:txBody>
          <a:bodyPr lIns="72231" tIns="72231" rIns="72231" bIns="72231" anchor="ctr" anchorCtr="0"/>
          <a:lstStyle/>
          <a:p>
            <a:pPr algn="ctr">
              <a:defRPr/>
            </a:pPr>
            <a:r>
              <a:rPr lang="en-US" sz="1138" dirty="0">
                <a:solidFill>
                  <a:schemeClr val="bg1"/>
                </a:solidFill>
                <a:latin typeface="Aptos" panose="020B0004020202020204" pitchFamily="34" charset="0"/>
                <a:cs typeface="Arial" charset="0"/>
              </a:rPr>
              <a:t>4</a:t>
            </a:r>
          </a:p>
        </p:txBody>
      </p:sp>
      <p:sp>
        <p:nvSpPr>
          <p:cNvPr id="23" name="Oval 8"/>
          <p:cNvSpPr>
            <a:spLocks noChangeArrowheads="1"/>
          </p:cNvSpPr>
          <p:nvPr/>
        </p:nvSpPr>
        <p:spPr bwMode="blackWhite">
          <a:xfrm>
            <a:off x="6060047" y="3139579"/>
            <a:ext cx="371475" cy="371475"/>
          </a:xfrm>
          <a:prstGeom prst="ellipse">
            <a:avLst/>
          </a:prstGeom>
          <a:solidFill>
            <a:schemeClr val="bg2">
              <a:lumMod val="75000"/>
            </a:schemeClr>
          </a:solidFill>
          <a:ln w="12700">
            <a:noFill/>
            <a:round/>
            <a:headEnd/>
            <a:tailEnd/>
          </a:ln>
        </p:spPr>
        <p:txBody>
          <a:bodyPr lIns="72231" tIns="72231" rIns="72231" bIns="72231" anchor="ctr" anchorCtr="0"/>
          <a:lstStyle/>
          <a:p>
            <a:pPr algn="ctr">
              <a:defRPr/>
            </a:pPr>
            <a:r>
              <a:rPr lang="en-US" sz="1138" dirty="0">
                <a:solidFill>
                  <a:schemeClr val="bg1"/>
                </a:solidFill>
                <a:latin typeface="Aptos" panose="020B0004020202020204" pitchFamily="34" charset="0"/>
                <a:cs typeface="Arial" charset="0"/>
              </a:rPr>
              <a:t>5</a:t>
            </a:r>
          </a:p>
        </p:txBody>
      </p:sp>
    </p:spTree>
    <p:extLst>
      <p:ext uri="{BB962C8B-B14F-4D97-AF65-F5344CB8AC3E}">
        <p14:creationId xmlns:p14="http://schemas.microsoft.com/office/powerpoint/2010/main" val="1803785118"/>
      </p:ext>
    </p:extLst>
  </p:cSld>
  <p:clrMapOvr>
    <a:masterClrMapping/>
  </p:clrMapOvr>
  <p:transition>
    <p:fade/>
  </p:transition>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a:t>Subtitle runs here</a:t>
            </a:r>
            <a:endParaRPr lang="en-US" dirty="0"/>
          </a:p>
        </p:txBody>
      </p:sp>
      <p:sp>
        <p:nvSpPr>
          <p:cNvPr id="771073" name="Title 1"/>
          <p:cNvSpPr>
            <a:spLocks noGrp="1"/>
          </p:cNvSpPr>
          <p:nvPr>
            <p:ph type="title"/>
          </p:nvPr>
        </p:nvSpPr>
        <p:spPr/>
        <p:txBody>
          <a:bodyPr/>
          <a:lstStyle/>
          <a:p>
            <a:r>
              <a:rPr lang="en-US" altLang="ja-JP"/>
              <a:t>Strategic disciplines</a:t>
            </a:r>
            <a:endParaRPr lang="en-US" dirty="0"/>
          </a:p>
        </p:txBody>
      </p:sp>
      <p:sp>
        <p:nvSpPr>
          <p:cNvPr id="15" name="Oval 3"/>
          <p:cNvSpPr>
            <a:spLocks noChangeArrowheads="1"/>
          </p:cNvSpPr>
          <p:nvPr/>
        </p:nvSpPr>
        <p:spPr bwMode="auto">
          <a:xfrm>
            <a:off x="3392805" y="2284434"/>
            <a:ext cx="3120390" cy="3120390"/>
          </a:xfrm>
          <a:prstGeom prst="ellipse">
            <a:avLst/>
          </a:prstGeom>
          <a:solidFill>
            <a:schemeClr val="bg1"/>
          </a:solidFill>
          <a:ln w="6350">
            <a:solidFill>
              <a:srgbClr val="BBBCBC"/>
            </a:solidFill>
            <a:round/>
            <a:headEnd/>
            <a:tailEnd/>
          </a:ln>
        </p:spPr>
        <p:txBody>
          <a:bodyPr wrap="square" lIns="29250" tIns="29250" rIns="29250" bIns="29250" anchor="ctr"/>
          <a:lstStyle/>
          <a:p>
            <a:pPr algn="ctr">
              <a:spcBef>
                <a:spcPct val="0"/>
              </a:spcBef>
            </a:pPr>
            <a:endParaRPr lang="en-US" sz="1200" dirty="0">
              <a:solidFill>
                <a:schemeClr val="tx2"/>
              </a:solidFill>
              <a:latin typeface="Aptos" panose="020B0004020202020204" pitchFamily="34" charset="0"/>
            </a:endParaRPr>
          </a:p>
        </p:txBody>
      </p:sp>
      <p:sp>
        <p:nvSpPr>
          <p:cNvPr id="16" name="Rectangle 4"/>
          <p:cNvSpPr>
            <a:spLocks noChangeArrowheads="1"/>
          </p:cNvSpPr>
          <p:nvPr/>
        </p:nvSpPr>
        <p:spPr bwMode="auto">
          <a:xfrm>
            <a:off x="2568620" y="4903292"/>
            <a:ext cx="1931670" cy="297180"/>
          </a:xfrm>
          <a:prstGeom prst="rect">
            <a:avLst/>
          </a:prstGeom>
          <a:solidFill>
            <a:srgbClr val="75787B"/>
          </a:solidFill>
          <a:ln w="12700" algn="ctr">
            <a:noFill/>
            <a:miter lim="800000"/>
            <a:headEnd/>
            <a:tailEnd/>
          </a:ln>
        </p:spPr>
        <p:txBody>
          <a:bodyPr wrap="square" lIns="72231" tIns="72231" rIns="72231" bIns="72231" anchor="ctr"/>
          <a:lstStyle/>
          <a:p>
            <a:pPr algn="ctr">
              <a:spcBef>
                <a:spcPct val="0"/>
              </a:spcBef>
            </a:pPr>
            <a:r>
              <a:rPr lang="en-US" altLang="ja-JP" sz="1200" dirty="0">
                <a:solidFill>
                  <a:schemeClr val="bg1"/>
                </a:solidFill>
                <a:latin typeface="Aptos" panose="020B0004020202020204" pitchFamily="34" charset="0"/>
                <a:ea typeface="ＭＳ Ｐゴシック" pitchFamily="50" charset="-128"/>
              </a:rPr>
              <a:t>Text</a:t>
            </a:r>
          </a:p>
        </p:txBody>
      </p:sp>
      <p:sp>
        <p:nvSpPr>
          <p:cNvPr id="17" name="Rectangle 5"/>
          <p:cNvSpPr>
            <a:spLocks noChangeArrowheads="1"/>
          </p:cNvSpPr>
          <p:nvPr/>
        </p:nvSpPr>
        <p:spPr bwMode="auto">
          <a:xfrm>
            <a:off x="5372741" y="4903292"/>
            <a:ext cx="1931670" cy="297180"/>
          </a:xfrm>
          <a:prstGeom prst="rect">
            <a:avLst/>
          </a:prstGeom>
          <a:solidFill>
            <a:schemeClr val="bg2"/>
          </a:solidFill>
          <a:ln w="12700" algn="ctr">
            <a:noFill/>
            <a:miter lim="800000"/>
            <a:headEnd/>
            <a:tailEnd/>
          </a:ln>
        </p:spPr>
        <p:txBody>
          <a:bodyPr wrap="square" lIns="72231" tIns="72231" rIns="72231" bIns="72231" anchor="ctr"/>
          <a:lstStyle/>
          <a:p>
            <a:pPr algn="ctr">
              <a:spcBef>
                <a:spcPct val="0"/>
              </a:spcBef>
            </a:pPr>
            <a:r>
              <a:rPr lang="en-US" altLang="ja-JP" sz="1200" dirty="0">
                <a:latin typeface="Aptos" panose="020B0004020202020204" pitchFamily="34" charset="0"/>
                <a:ea typeface="ＭＳ Ｐゴシック" pitchFamily="50" charset="-128"/>
              </a:rPr>
              <a:t>Text</a:t>
            </a:r>
          </a:p>
        </p:txBody>
      </p:sp>
      <p:sp>
        <p:nvSpPr>
          <p:cNvPr id="18" name="Line 6"/>
          <p:cNvSpPr>
            <a:spLocks noChangeAspect="1" noChangeShapeType="1"/>
          </p:cNvSpPr>
          <p:nvPr/>
        </p:nvSpPr>
        <p:spPr bwMode="auto">
          <a:xfrm>
            <a:off x="4953000" y="2298833"/>
            <a:ext cx="0" cy="1463973"/>
          </a:xfrm>
          <a:prstGeom prst="line">
            <a:avLst/>
          </a:prstGeom>
          <a:noFill/>
          <a:ln w="28575">
            <a:solidFill>
              <a:schemeClr val="bg2">
                <a:lumMod val="90000"/>
              </a:schemeClr>
            </a:solidFill>
            <a:round/>
            <a:headEnd type="triangle" w="med" len="med"/>
            <a:tailEnd/>
          </a:ln>
        </p:spPr>
        <p:txBody>
          <a:bodyPr wrap="square" lIns="29250" tIns="29250" rIns="29250" bIns="29250" anchor="ctr"/>
          <a:lstStyle/>
          <a:p>
            <a:endParaRPr lang="en-US" sz="1200" dirty="0">
              <a:solidFill>
                <a:schemeClr val="tx2"/>
              </a:solidFill>
              <a:latin typeface="Aptos" panose="020B0004020202020204" pitchFamily="34" charset="0"/>
            </a:endParaRPr>
          </a:p>
        </p:txBody>
      </p:sp>
      <p:sp>
        <p:nvSpPr>
          <p:cNvPr id="19" name="Line 7"/>
          <p:cNvSpPr>
            <a:spLocks noChangeShapeType="1"/>
          </p:cNvSpPr>
          <p:nvPr/>
        </p:nvSpPr>
        <p:spPr bwMode="auto">
          <a:xfrm flipH="1">
            <a:off x="3830599" y="3862631"/>
            <a:ext cx="1026716" cy="1026716"/>
          </a:xfrm>
          <a:prstGeom prst="line">
            <a:avLst/>
          </a:prstGeom>
          <a:noFill/>
          <a:ln w="28575">
            <a:solidFill>
              <a:schemeClr val="bg2">
                <a:lumMod val="90000"/>
              </a:schemeClr>
            </a:solidFill>
            <a:round/>
            <a:headEnd/>
            <a:tailEnd type="triangle" w="med" len="med"/>
          </a:ln>
        </p:spPr>
        <p:txBody>
          <a:bodyPr wrap="square" lIns="29250" tIns="29250" rIns="29250" bIns="29250" anchor="ctr"/>
          <a:lstStyle/>
          <a:p>
            <a:endParaRPr lang="en-US" sz="1200" dirty="0">
              <a:solidFill>
                <a:schemeClr val="tx2"/>
              </a:solidFill>
              <a:latin typeface="Aptos" panose="020B0004020202020204" pitchFamily="34" charset="0"/>
            </a:endParaRPr>
          </a:p>
        </p:txBody>
      </p:sp>
      <p:sp>
        <p:nvSpPr>
          <p:cNvPr id="20" name="Line 8"/>
          <p:cNvSpPr>
            <a:spLocks noChangeAspect="1" noChangeShapeType="1"/>
          </p:cNvSpPr>
          <p:nvPr/>
        </p:nvSpPr>
        <p:spPr bwMode="auto">
          <a:xfrm>
            <a:off x="5055172" y="3862631"/>
            <a:ext cx="1026716" cy="1026716"/>
          </a:xfrm>
          <a:prstGeom prst="line">
            <a:avLst/>
          </a:prstGeom>
          <a:noFill/>
          <a:ln w="28575">
            <a:solidFill>
              <a:schemeClr val="bg2">
                <a:lumMod val="90000"/>
              </a:schemeClr>
            </a:solidFill>
            <a:round/>
            <a:headEnd/>
            <a:tailEnd type="triangle" w="med" len="med"/>
          </a:ln>
        </p:spPr>
        <p:txBody>
          <a:bodyPr wrap="square" lIns="29250" tIns="29250" rIns="29250" bIns="29250" anchor="ctr"/>
          <a:lstStyle/>
          <a:p>
            <a:endParaRPr lang="en-US" sz="1200" dirty="0">
              <a:solidFill>
                <a:schemeClr val="tx2"/>
              </a:solidFill>
              <a:latin typeface="Aptos" panose="020B0004020202020204" pitchFamily="34" charset="0"/>
            </a:endParaRPr>
          </a:p>
        </p:txBody>
      </p:sp>
      <p:sp>
        <p:nvSpPr>
          <p:cNvPr id="21" name="Rectangle 9"/>
          <p:cNvSpPr>
            <a:spLocks noChangeArrowheads="1"/>
          </p:cNvSpPr>
          <p:nvPr/>
        </p:nvSpPr>
        <p:spPr bwMode="auto">
          <a:xfrm>
            <a:off x="3987165" y="1954709"/>
            <a:ext cx="1931670" cy="297180"/>
          </a:xfrm>
          <a:prstGeom prst="rect">
            <a:avLst/>
          </a:prstGeom>
          <a:solidFill>
            <a:schemeClr val="tx2"/>
          </a:solidFill>
          <a:ln w="12700" algn="ctr">
            <a:noFill/>
            <a:miter lim="800000"/>
            <a:headEnd/>
            <a:tailEnd/>
          </a:ln>
        </p:spPr>
        <p:txBody>
          <a:bodyPr wrap="square" lIns="72231" tIns="72231" rIns="72231" bIns="72231" anchor="ctr"/>
          <a:lstStyle/>
          <a:p>
            <a:pPr algn="ctr">
              <a:spcBef>
                <a:spcPct val="0"/>
              </a:spcBef>
            </a:pPr>
            <a:r>
              <a:rPr lang="en-US" altLang="ja-JP" sz="1200" dirty="0">
                <a:solidFill>
                  <a:schemeClr val="bg1"/>
                </a:solidFill>
                <a:latin typeface="Aptos" panose="020B0004020202020204" pitchFamily="34" charset="0"/>
                <a:ea typeface="ＭＳ Ｐゴシック" pitchFamily="50" charset="-128"/>
              </a:rPr>
              <a:t>Text</a:t>
            </a:r>
          </a:p>
        </p:txBody>
      </p:sp>
      <p:sp>
        <p:nvSpPr>
          <p:cNvPr id="22" name="Oval 10"/>
          <p:cNvSpPr>
            <a:spLocks noChangeAspect="1" noChangeArrowheads="1"/>
          </p:cNvSpPr>
          <p:nvPr/>
        </p:nvSpPr>
        <p:spPr bwMode="auto">
          <a:xfrm>
            <a:off x="4882603" y="3732115"/>
            <a:ext cx="163811" cy="166390"/>
          </a:xfrm>
          <a:prstGeom prst="ellipse">
            <a:avLst/>
          </a:prstGeom>
          <a:solidFill>
            <a:schemeClr val="accent3"/>
          </a:solidFill>
          <a:ln w="12700">
            <a:solidFill>
              <a:schemeClr val="tx1"/>
            </a:solidFill>
            <a:round/>
            <a:headEnd/>
            <a:tailEnd/>
          </a:ln>
        </p:spPr>
        <p:txBody>
          <a:bodyPr wrap="square" lIns="29250" tIns="29250" rIns="29250" bIns="29250" anchor="ctr"/>
          <a:lstStyle/>
          <a:p>
            <a:pPr algn="ctr">
              <a:spcBef>
                <a:spcPct val="0"/>
              </a:spcBef>
            </a:pPr>
            <a:r>
              <a:rPr lang="en-US" altLang="ja-JP" sz="1200" b="1" dirty="0">
                <a:solidFill>
                  <a:schemeClr val="tx2"/>
                </a:solidFill>
                <a:latin typeface="Aptos" panose="020B0004020202020204" pitchFamily="34" charset="0"/>
                <a:ea typeface="ＭＳ Ｐゴシック" pitchFamily="50" charset="-128"/>
              </a:rPr>
              <a:t>Text</a:t>
            </a:r>
          </a:p>
        </p:txBody>
      </p:sp>
      <p:sp>
        <p:nvSpPr>
          <p:cNvPr id="23" name="Oval 11"/>
          <p:cNvSpPr>
            <a:spLocks noChangeArrowheads="1"/>
          </p:cNvSpPr>
          <p:nvPr/>
        </p:nvSpPr>
        <p:spPr bwMode="auto">
          <a:xfrm>
            <a:off x="4210050" y="3101679"/>
            <a:ext cx="1485900" cy="1485900"/>
          </a:xfrm>
          <a:prstGeom prst="ellipse">
            <a:avLst/>
          </a:prstGeom>
          <a:solidFill>
            <a:schemeClr val="accent3"/>
          </a:solidFill>
          <a:ln w="12700">
            <a:noFill/>
            <a:prstDash val="sysDot"/>
            <a:round/>
            <a:headEnd/>
            <a:tailEnd/>
          </a:ln>
        </p:spPr>
        <p:txBody>
          <a:bodyPr wrap="square" lIns="72231" tIns="72231" rIns="72231" bIns="72231" anchor="ctr"/>
          <a:lstStyle/>
          <a:p>
            <a:pPr algn="ctr">
              <a:spcBef>
                <a:spcPct val="0"/>
              </a:spcBef>
            </a:pPr>
            <a:r>
              <a:rPr lang="en-US" altLang="ja-JP" sz="1200" dirty="0">
                <a:solidFill>
                  <a:schemeClr val="bg1"/>
                </a:solidFill>
                <a:latin typeface="Aptos" panose="020B0004020202020204" pitchFamily="34" charset="0"/>
                <a:ea typeface="ＭＳ Ｐゴシック" pitchFamily="50" charset="-128"/>
              </a:rPr>
              <a:t>Text</a:t>
            </a:r>
          </a:p>
        </p:txBody>
      </p:sp>
    </p:spTree>
    <p:extLst>
      <p:ext uri="{BB962C8B-B14F-4D97-AF65-F5344CB8AC3E}">
        <p14:creationId xmlns:p14="http://schemas.microsoft.com/office/powerpoint/2010/main" val="32736939"/>
      </p:ext>
    </p:extLst>
  </p:cSld>
  <p:clrMapOvr>
    <a:masterClrMapping/>
  </p:clrMapOvr>
  <p:transition>
    <p:fade/>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p:cNvSpPr>
            <a:spLocks noGrp="1"/>
          </p:cNvSpPr>
          <p:nvPr>
            <p:ph type="body" sz="quarter" idx="13"/>
          </p:nvPr>
        </p:nvSpPr>
        <p:spPr/>
        <p:txBody>
          <a:bodyPr/>
          <a:lstStyle/>
          <a:p>
            <a:r>
              <a:rPr lang="en-US"/>
              <a:t>Subtitle runs here</a:t>
            </a:r>
            <a:endParaRPr lang="en-US" dirty="0"/>
          </a:p>
        </p:txBody>
      </p:sp>
      <p:sp>
        <p:nvSpPr>
          <p:cNvPr id="772097" name="Title 1"/>
          <p:cNvSpPr>
            <a:spLocks noGrp="1"/>
          </p:cNvSpPr>
          <p:nvPr>
            <p:ph type="title"/>
          </p:nvPr>
        </p:nvSpPr>
        <p:spPr/>
        <p:txBody>
          <a:bodyPr/>
          <a:lstStyle/>
          <a:p>
            <a:r>
              <a:rPr lang="en-US"/>
              <a:t>7S</a:t>
            </a:r>
            <a:endParaRPr lang="en-US" dirty="0"/>
          </a:p>
        </p:txBody>
      </p:sp>
      <p:sp>
        <p:nvSpPr>
          <p:cNvPr id="49" name="Line 27"/>
          <p:cNvSpPr>
            <a:spLocks noChangeShapeType="1"/>
          </p:cNvSpPr>
          <p:nvPr/>
        </p:nvSpPr>
        <p:spPr bwMode="blackWhite">
          <a:xfrm>
            <a:off x="4951710" y="2247230"/>
            <a:ext cx="1124744" cy="2012156"/>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50" name="Line 28"/>
          <p:cNvSpPr>
            <a:spLocks noChangeShapeType="1"/>
          </p:cNvSpPr>
          <p:nvPr/>
        </p:nvSpPr>
        <p:spPr bwMode="blackWhite">
          <a:xfrm flipH="1">
            <a:off x="3803750" y="2247230"/>
            <a:ext cx="1126034" cy="2012156"/>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51" name="Line 29"/>
          <p:cNvSpPr>
            <a:spLocks noChangeShapeType="1"/>
          </p:cNvSpPr>
          <p:nvPr/>
        </p:nvSpPr>
        <p:spPr bwMode="blackWhite">
          <a:xfrm>
            <a:off x="3794723" y="2983731"/>
            <a:ext cx="1123454" cy="2012156"/>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52" name="Line 30"/>
          <p:cNvSpPr>
            <a:spLocks noChangeShapeType="1"/>
          </p:cNvSpPr>
          <p:nvPr/>
        </p:nvSpPr>
        <p:spPr bwMode="blackWhite">
          <a:xfrm flipH="1">
            <a:off x="4972348" y="2983731"/>
            <a:ext cx="1126034" cy="2012156"/>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53" name="Line 31"/>
          <p:cNvSpPr>
            <a:spLocks noChangeShapeType="1"/>
          </p:cNvSpPr>
          <p:nvPr/>
        </p:nvSpPr>
        <p:spPr bwMode="blackWhite">
          <a:xfrm>
            <a:off x="6125727" y="2956647"/>
            <a:ext cx="0" cy="1128614"/>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54" name="Line 32"/>
          <p:cNvSpPr>
            <a:spLocks noChangeShapeType="1"/>
          </p:cNvSpPr>
          <p:nvPr/>
        </p:nvSpPr>
        <p:spPr bwMode="blackWhite">
          <a:xfrm>
            <a:off x="3794979" y="2956647"/>
            <a:ext cx="0" cy="1128614"/>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55" name="Line 33"/>
          <p:cNvSpPr>
            <a:spLocks noChangeShapeType="1"/>
          </p:cNvSpPr>
          <p:nvPr/>
        </p:nvSpPr>
        <p:spPr bwMode="blackWhite">
          <a:xfrm rot="16200000" flipH="1" flipV="1">
            <a:off x="4009481" y="2016995"/>
            <a:ext cx="702964" cy="1129903"/>
          </a:xfrm>
          <a:prstGeom prst="line">
            <a:avLst/>
          </a:prstGeom>
          <a:noFill/>
          <a:ln w="6350">
            <a:solidFill>
              <a:srgbClr val="BBBCBC"/>
            </a:solidFill>
            <a:round/>
            <a:headEnd/>
            <a:tailEnd/>
          </a:ln>
        </p:spPr>
        <p:txBody>
          <a:bodyPr wrap="square" lIns="29250" tIns="29250" rIns="29250" bIns="29250" anchor="ctr">
            <a:noAutofit/>
          </a:bodyPr>
          <a:lstStyle/>
          <a:p>
            <a:r>
              <a:rPr lang="en-US" sz="1200" dirty="0">
                <a:solidFill>
                  <a:schemeClr val="bg1"/>
                </a:solidFill>
                <a:latin typeface="Aptos" panose="020B0004020202020204" pitchFamily="34" charset="0"/>
              </a:rPr>
              <a:t>Bullet</a:t>
            </a:r>
          </a:p>
          <a:p>
            <a:r>
              <a:rPr lang="en-US" sz="1200" dirty="0">
                <a:solidFill>
                  <a:schemeClr val="bg1"/>
                </a:solidFill>
                <a:latin typeface="Aptos" panose="020B0004020202020204" pitchFamily="34" charset="0"/>
              </a:rPr>
              <a:t>Dash</a:t>
            </a:r>
          </a:p>
          <a:p>
            <a:r>
              <a:rPr lang="en-US" sz="1200" dirty="0">
                <a:solidFill>
                  <a:schemeClr val="bg1"/>
                </a:solidFill>
                <a:latin typeface="Aptos" panose="020B0004020202020204" pitchFamily="34" charset="0"/>
              </a:rPr>
              <a:t>Sub-bullet</a:t>
            </a:r>
          </a:p>
        </p:txBody>
      </p:sp>
      <p:sp>
        <p:nvSpPr>
          <p:cNvPr id="56" name="Line 34"/>
          <p:cNvSpPr>
            <a:spLocks noChangeShapeType="1"/>
          </p:cNvSpPr>
          <p:nvPr/>
        </p:nvSpPr>
        <p:spPr bwMode="blackWhite">
          <a:xfrm rot="5400000" flipV="1">
            <a:off x="5161957" y="2017641"/>
            <a:ext cx="702964" cy="1128614"/>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57" name="Line 35"/>
          <p:cNvSpPr>
            <a:spLocks noChangeShapeType="1"/>
          </p:cNvSpPr>
          <p:nvPr/>
        </p:nvSpPr>
        <p:spPr bwMode="blackWhite">
          <a:xfrm rot="5400000" flipH="1">
            <a:off x="4009481" y="4109120"/>
            <a:ext cx="702964" cy="1129903"/>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58" name="Line 36"/>
          <p:cNvSpPr>
            <a:spLocks noChangeShapeType="1"/>
          </p:cNvSpPr>
          <p:nvPr/>
        </p:nvSpPr>
        <p:spPr bwMode="blackWhite">
          <a:xfrm rot="16200000">
            <a:off x="5161957" y="4109768"/>
            <a:ext cx="702964" cy="1128614"/>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59" name="Line 37"/>
          <p:cNvSpPr>
            <a:spLocks noChangeShapeType="1"/>
          </p:cNvSpPr>
          <p:nvPr/>
        </p:nvSpPr>
        <p:spPr bwMode="blackWhite">
          <a:xfrm rot="16200000">
            <a:off x="4262293" y="2482628"/>
            <a:ext cx="1365945" cy="2283023"/>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60" name="Line 38"/>
          <p:cNvSpPr>
            <a:spLocks noChangeShapeType="1"/>
          </p:cNvSpPr>
          <p:nvPr/>
        </p:nvSpPr>
        <p:spPr bwMode="blackWhite">
          <a:xfrm rot="5400000" flipH="1">
            <a:off x="4250681" y="2455543"/>
            <a:ext cx="1373684" cy="2344936"/>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61" name="Line 39"/>
          <p:cNvSpPr>
            <a:spLocks noChangeShapeType="1"/>
          </p:cNvSpPr>
          <p:nvPr/>
        </p:nvSpPr>
        <p:spPr bwMode="blackWhite">
          <a:xfrm>
            <a:off x="4959708" y="2592912"/>
            <a:ext cx="0" cy="2258517"/>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62" name="Oval 40"/>
          <p:cNvSpPr>
            <a:spLocks noChangeArrowheads="1"/>
          </p:cNvSpPr>
          <p:nvPr/>
        </p:nvSpPr>
        <p:spPr bwMode="auto">
          <a:xfrm>
            <a:off x="3274914" y="2440707"/>
            <a:ext cx="1040130" cy="1040130"/>
          </a:xfrm>
          <a:prstGeom prst="ellipse">
            <a:avLst/>
          </a:prstGeom>
          <a:solidFill>
            <a:schemeClr val="bg2">
              <a:lumMod val="75000"/>
            </a:schemeClr>
          </a:solidFill>
          <a:ln w="12700">
            <a:noFill/>
            <a:round/>
            <a:headEnd/>
            <a:tailEnd/>
          </a:ln>
        </p:spPr>
        <p:txBody>
          <a:bodyPr wrap="square" lIns="72231" tIns="72231" rIns="72231" bIns="72231" anchor="ctr">
            <a:noAutofit/>
          </a:bodyPr>
          <a:lstStyle/>
          <a:p>
            <a:pPr algn="ctr" defTabSz="741679">
              <a:spcBef>
                <a:spcPct val="0"/>
              </a:spcBef>
              <a:spcAft>
                <a:spcPct val="37000"/>
              </a:spcAft>
              <a:buSzPct val="75000"/>
            </a:pPr>
            <a:r>
              <a:rPr lang="en-US" sz="1000" dirty="0">
                <a:latin typeface="Aptos" panose="020B0004020202020204" pitchFamily="34" charset="0"/>
                <a:ea typeface="ＭＳ Ｐゴシック" pitchFamily="50" charset="-128"/>
              </a:rPr>
              <a:t>Strategy</a:t>
            </a:r>
          </a:p>
        </p:txBody>
      </p:sp>
      <p:sp>
        <p:nvSpPr>
          <p:cNvPr id="63" name="Oval 41"/>
          <p:cNvSpPr>
            <a:spLocks noChangeArrowheads="1"/>
          </p:cNvSpPr>
          <p:nvPr/>
        </p:nvSpPr>
        <p:spPr bwMode="auto">
          <a:xfrm>
            <a:off x="5605662" y="2440707"/>
            <a:ext cx="1040130" cy="1040130"/>
          </a:xfrm>
          <a:prstGeom prst="ellipse">
            <a:avLst/>
          </a:prstGeom>
          <a:solidFill>
            <a:schemeClr val="bg1">
              <a:lumMod val="75000"/>
            </a:schemeClr>
          </a:solidFill>
          <a:ln w="12700">
            <a:noFill/>
            <a:round/>
            <a:headEnd/>
            <a:tailEnd/>
          </a:ln>
        </p:spPr>
        <p:txBody>
          <a:bodyPr wrap="square" lIns="72231" tIns="72231" rIns="72231" bIns="72231" anchor="ctr">
            <a:noAutofit/>
          </a:bodyPr>
          <a:lstStyle/>
          <a:p>
            <a:pPr algn="ctr" defTabSz="741679">
              <a:spcBef>
                <a:spcPct val="0"/>
              </a:spcBef>
              <a:spcAft>
                <a:spcPct val="37000"/>
              </a:spcAft>
              <a:buSzPct val="75000"/>
            </a:pPr>
            <a:r>
              <a:rPr lang="en-US" sz="1000" dirty="0">
                <a:latin typeface="Aptos" panose="020B0004020202020204" pitchFamily="34" charset="0"/>
              </a:rPr>
              <a:t>Systems</a:t>
            </a:r>
            <a:endParaRPr lang="en-US" sz="1000" dirty="0">
              <a:latin typeface="Aptos" panose="020B0004020202020204" pitchFamily="34" charset="0"/>
              <a:ea typeface="ＭＳ Ｐゴシック" pitchFamily="50" charset="-128"/>
            </a:endParaRPr>
          </a:p>
        </p:txBody>
      </p:sp>
      <p:sp>
        <p:nvSpPr>
          <p:cNvPr id="64" name="Oval 42"/>
          <p:cNvSpPr>
            <a:spLocks noChangeArrowheads="1"/>
          </p:cNvSpPr>
          <p:nvPr/>
        </p:nvSpPr>
        <p:spPr bwMode="auto">
          <a:xfrm>
            <a:off x="5605662" y="3801492"/>
            <a:ext cx="1040130" cy="1040130"/>
          </a:xfrm>
          <a:prstGeom prst="ellipse">
            <a:avLst/>
          </a:prstGeom>
          <a:solidFill>
            <a:schemeClr val="tx1"/>
          </a:solidFill>
          <a:ln w="12700">
            <a:noFill/>
            <a:round/>
            <a:headEnd/>
            <a:tailEnd/>
          </a:ln>
        </p:spPr>
        <p:txBody>
          <a:bodyPr wrap="square" lIns="72231" tIns="72231" rIns="72231" bIns="72231" anchor="ctr">
            <a:noAutofit/>
          </a:bodyPr>
          <a:lstStyle/>
          <a:p>
            <a:pPr algn="ctr" defTabSz="741679">
              <a:spcBef>
                <a:spcPct val="0"/>
              </a:spcBef>
              <a:spcAft>
                <a:spcPct val="37000"/>
              </a:spcAft>
              <a:buSzPct val="75000"/>
            </a:pPr>
            <a:r>
              <a:rPr lang="en-US" sz="1000" dirty="0">
                <a:solidFill>
                  <a:schemeClr val="bg1"/>
                </a:solidFill>
                <a:latin typeface="Aptos" panose="020B0004020202020204" pitchFamily="34" charset="0"/>
              </a:rPr>
              <a:t>Style</a:t>
            </a:r>
            <a:endParaRPr lang="en-US" sz="1000" dirty="0">
              <a:solidFill>
                <a:schemeClr val="bg1"/>
              </a:solidFill>
              <a:latin typeface="Aptos" panose="020B0004020202020204" pitchFamily="34" charset="0"/>
              <a:ea typeface="ＭＳ Ｐゴシック" pitchFamily="50" charset="-128"/>
            </a:endParaRPr>
          </a:p>
        </p:txBody>
      </p:sp>
      <p:sp>
        <p:nvSpPr>
          <p:cNvPr id="65" name="Oval 43"/>
          <p:cNvSpPr>
            <a:spLocks noChangeArrowheads="1"/>
          </p:cNvSpPr>
          <p:nvPr/>
        </p:nvSpPr>
        <p:spPr bwMode="auto">
          <a:xfrm>
            <a:off x="3274914" y="3801492"/>
            <a:ext cx="1040130" cy="1040130"/>
          </a:xfrm>
          <a:prstGeom prst="ellipse">
            <a:avLst/>
          </a:prstGeom>
          <a:solidFill>
            <a:schemeClr val="accent3"/>
          </a:solidFill>
          <a:ln w="12700">
            <a:noFill/>
            <a:round/>
            <a:headEnd/>
            <a:tailEnd/>
          </a:ln>
        </p:spPr>
        <p:txBody>
          <a:bodyPr wrap="square" lIns="72231" tIns="72231" rIns="72231" bIns="72231" anchor="ctr">
            <a:noAutofit/>
          </a:bodyPr>
          <a:lstStyle/>
          <a:p>
            <a:pPr algn="ctr" defTabSz="741679">
              <a:spcBef>
                <a:spcPct val="0"/>
              </a:spcBef>
              <a:spcAft>
                <a:spcPct val="37000"/>
              </a:spcAft>
              <a:buSzPct val="75000"/>
            </a:pPr>
            <a:r>
              <a:rPr lang="en-US" sz="1000" dirty="0">
                <a:solidFill>
                  <a:schemeClr val="bg1"/>
                </a:solidFill>
                <a:latin typeface="Aptos" panose="020B0004020202020204" pitchFamily="34" charset="0"/>
              </a:rPr>
              <a:t>Skills</a:t>
            </a:r>
          </a:p>
        </p:txBody>
      </p:sp>
      <p:sp>
        <p:nvSpPr>
          <p:cNvPr id="66" name="Oval 44"/>
          <p:cNvSpPr>
            <a:spLocks noChangeArrowheads="1"/>
          </p:cNvSpPr>
          <p:nvPr/>
        </p:nvSpPr>
        <p:spPr bwMode="auto">
          <a:xfrm>
            <a:off x="4439643" y="3102397"/>
            <a:ext cx="1040130" cy="1040130"/>
          </a:xfrm>
          <a:prstGeom prst="ellipse">
            <a:avLst/>
          </a:prstGeom>
          <a:solidFill>
            <a:schemeClr val="bg1"/>
          </a:solidFill>
          <a:ln w="12700">
            <a:solidFill>
              <a:schemeClr val="tx1"/>
            </a:solidFill>
            <a:round/>
            <a:headEnd/>
            <a:tailEnd/>
          </a:ln>
        </p:spPr>
        <p:txBody>
          <a:bodyPr wrap="square" lIns="72231" tIns="72231" rIns="72231" bIns="72231" anchor="ctr">
            <a:noAutofit/>
          </a:bodyPr>
          <a:lstStyle/>
          <a:p>
            <a:pPr algn="ctr" defTabSz="741679">
              <a:spcBef>
                <a:spcPct val="0"/>
              </a:spcBef>
              <a:spcAft>
                <a:spcPct val="37000"/>
              </a:spcAft>
              <a:buSzPct val="75000"/>
            </a:pPr>
            <a:r>
              <a:rPr lang="en-US" sz="1200" dirty="0">
                <a:latin typeface="Aptos" panose="020B0004020202020204" pitchFamily="34" charset="0"/>
                <a:ea typeface="ＭＳ Ｐゴシック" pitchFamily="50" charset="-128"/>
              </a:rPr>
              <a:t>Shared values</a:t>
            </a:r>
          </a:p>
        </p:txBody>
      </p:sp>
      <p:sp>
        <p:nvSpPr>
          <p:cNvPr id="67" name="Oval 45"/>
          <p:cNvSpPr>
            <a:spLocks noChangeArrowheads="1"/>
          </p:cNvSpPr>
          <p:nvPr/>
        </p:nvSpPr>
        <p:spPr bwMode="auto">
          <a:xfrm>
            <a:off x="4439643" y="4522515"/>
            <a:ext cx="1040130" cy="1040130"/>
          </a:xfrm>
          <a:prstGeom prst="ellipse">
            <a:avLst/>
          </a:prstGeom>
          <a:solidFill>
            <a:schemeClr val="tx2">
              <a:lumMod val="50000"/>
            </a:schemeClr>
          </a:solidFill>
          <a:ln w="12700">
            <a:noFill/>
            <a:round/>
            <a:headEnd/>
            <a:tailEnd/>
          </a:ln>
        </p:spPr>
        <p:txBody>
          <a:bodyPr wrap="square" lIns="72231" tIns="72231" rIns="72231" bIns="72231" anchor="ctr">
            <a:noAutofit/>
          </a:bodyPr>
          <a:lstStyle/>
          <a:p>
            <a:pPr algn="ctr" defTabSz="741679">
              <a:spcBef>
                <a:spcPct val="0"/>
              </a:spcBef>
              <a:spcAft>
                <a:spcPct val="37000"/>
              </a:spcAft>
              <a:buSzPct val="75000"/>
            </a:pPr>
            <a:r>
              <a:rPr lang="en-US" sz="1000" dirty="0">
                <a:solidFill>
                  <a:schemeClr val="bg1"/>
                </a:solidFill>
                <a:latin typeface="Aptos" panose="020B0004020202020204" pitchFamily="34" charset="0"/>
              </a:rPr>
              <a:t>Staff</a:t>
            </a:r>
          </a:p>
        </p:txBody>
      </p:sp>
      <p:sp>
        <p:nvSpPr>
          <p:cNvPr id="68" name="Oval 46"/>
          <p:cNvSpPr>
            <a:spLocks noChangeArrowheads="1"/>
          </p:cNvSpPr>
          <p:nvPr/>
        </p:nvSpPr>
        <p:spPr bwMode="auto">
          <a:xfrm>
            <a:off x="4439643" y="1720974"/>
            <a:ext cx="1040130" cy="1040130"/>
          </a:xfrm>
          <a:prstGeom prst="ellipse">
            <a:avLst/>
          </a:prstGeom>
          <a:solidFill>
            <a:schemeClr val="bg2"/>
          </a:solidFill>
          <a:ln w="12700">
            <a:noFill/>
            <a:round/>
            <a:headEnd/>
            <a:tailEnd/>
          </a:ln>
        </p:spPr>
        <p:txBody>
          <a:bodyPr wrap="square" lIns="72231" tIns="72231" rIns="72231" bIns="72231" anchor="ctr">
            <a:noAutofit/>
          </a:bodyPr>
          <a:lstStyle/>
          <a:p>
            <a:pPr algn="ctr" defTabSz="741679">
              <a:spcBef>
                <a:spcPct val="0"/>
              </a:spcBef>
              <a:spcAft>
                <a:spcPct val="37000"/>
              </a:spcAft>
              <a:buSzPct val="75000"/>
            </a:pPr>
            <a:r>
              <a:rPr lang="en-US" sz="1000" dirty="0">
                <a:latin typeface="Aptos" panose="020B0004020202020204" pitchFamily="34" charset="0"/>
              </a:rPr>
              <a:t>Structure</a:t>
            </a:r>
            <a:endParaRPr lang="en-US" sz="1000" dirty="0">
              <a:latin typeface="Aptos" panose="020B0004020202020204" pitchFamily="34" charset="0"/>
              <a:ea typeface="ＭＳ Ｐゴシック" pitchFamily="50" charset="-128"/>
            </a:endParaRPr>
          </a:p>
        </p:txBody>
      </p:sp>
      <p:sp>
        <p:nvSpPr>
          <p:cNvPr id="69" name="Line 47"/>
          <p:cNvSpPr>
            <a:spLocks noChangeShapeType="1"/>
          </p:cNvSpPr>
          <p:nvPr/>
        </p:nvSpPr>
        <p:spPr bwMode="blackWhite">
          <a:xfrm rot="16200000">
            <a:off x="4957515" y="3666704"/>
            <a:ext cx="0" cy="1296293"/>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
        <p:nvSpPr>
          <p:cNvPr id="70" name="Line 48"/>
          <p:cNvSpPr>
            <a:spLocks noChangeShapeType="1"/>
          </p:cNvSpPr>
          <p:nvPr/>
        </p:nvSpPr>
        <p:spPr bwMode="blackWhite">
          <a:xfrm rot="16200000">
            <a:off x="4960095" y="2267224"/>
            <a:ext cx="0" cy="1296293"/>
          </a:xfrm>
          <a:prstGeom prst="line">
            <a:avLst/>
          </a:prstGeom>
          <a:noFill/>
          <a:ln w="6350">
            <a:solidFill>
              <a:srgbClr val="BBBCBC"/>
            </a:solidFill>
            <a:round/>
            <a:headEnd/>
            <a:tailEnd/>
          </a:ln>
        </p:spPr>
        <p:txBody>
          <a:bodyPr wrap="square" lIns="29250" tIns="29250" rIns="29250" bIns="29250" anchor="ctr">
            <a:noAutofit/>
          </a:bodyPr>
          <a:lstStyle/>
          <a:p>
            <a:endParaRPr lang="en-US" sz="1200" dirty="0">
              <a:solidFill>
                <a:schemeClr val="bg1"/>
              </a:solidFill>
              <a:latin typeface="Aptos" panose="020B0004020202020204" pitchFamily="34" charset="0"/>
            </a:endParaRPr>
          </a:p>
        </p:txBody>
      </p:sp>
    </p:spTree>
    <p:extLst>
      <p:ext uri="{BB962C8B-B14F-4D97-AF65-F5344CB8AC3E}">
        <p14:creationId xmlns:p14="http://schemas.microsoft.com/office/powerpoint/2010/main" val="2583837884"/>
      </p:ext>
    </p:extLst>
  </p:cSld>
  <p:clrMapOvr>
    <a:masterClrMapping/>
  </p:clrMapOvr>
  <p:transition>
    <p:fade/>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Subtitle runs here</a:t>
            </a:r>
            <a:endParaRPr lang="en-US" dirty="0"/>
          </a:p>
        </p:txBody>
      </p:sp>
      <p:sp>
        <p:nvSpPr>
          <p:cNvPr id="773121" name="Title 1"/>
          <p:cNvSpPr>
            <a:spLocks noGrp="1"/>
          </p:cNvSpPr>
          <p:nvPr>
            <p:ph type="title"/>
          </p:nvPr>
        </p:nvSpPr>
        <p:spPr/>
        <p:txBody>
          <a:bodyPr/>
          <a:lstStyle/>
          <a:p>
            <a:r>
              <a:rPr lang="en-US"/>
              <a:t>3Cs triangle</a:t>
            </a:r>
            <a:r>
              <a:rPr lang="en-US" altLang="ja-JP"/>
              <a:t> </a:t>
            </a:r>
            <a:endParaRPr lang="en-US" dirty="0"/>
          </a:p>
        </p:txBody>
      </p:sp>
      <p:sp>
        <p:nvSpPr>
          <p:cNvPr id="18" name="Oval 17"/>
          <p:cNvSpPr>
            <a:spLocks noChangeArrowheads="1"/>
          </p:cNvSpPr>
          <p:nvPr/>
        </p:nvSpPr>
        <p:spPr bwMode="blackWhite">
          <a:xfrm>
            <a:off x="4433358" y="1691168"/>
            <a:ext cx="1040130" cy="1040130"/>
          </a:xfrm>
          <a:prstGeom prst="ellipse">
            <a:avLst/>
          </a:prstGeom>
          <a:solidFill>
            <a:schemeClr val="bg1">
              <a:lumMod val="85000"/>
            </a:schemeClr>
          </a:solidFill>
          <a:ln w="12700">
            <a:noFill/>
            <a:round/>
            <a:headEnd/>
            <a:tailEnd/>
          </a:ln>
        </p:spPr>
        <p:txBody>
          <a:bodyPr wrap="none" lIns="72231" tIns="72231" rIns="72231" bIns="72231" anchor="ctr"/>
          <a:lstStyle/>
          <a:p>
            <a:pPr algn="ctr" defTabSz="666867">
              <a:spcBef>
                <a:spcPct val="20000"/>
              </a:spcBef>
              <a:spcAft>
                <a:spcPct val="37000"/>
              </a:spcAft>
              <a:defRPr/>
            </a:pPr>
            <a:r>
              <a:rPr lang="en-GB" sz="1400" dirty="0">
                <a:latin typeface="Aptos" panose="020B0004020202020204" pitchFamily="34" charset="0"/>
                <a:ea typeface="ＭＳ Ｐゴシック" pitchFamily="50" charset="-128"/>
                <a:cs typeface="Arial" pitchFamily="34" charset="0"/>
              </a:rPr>
              <a:t>Customer</a:t>
            </a:r>
          </a:p>
        </p:txBody>
      </p:sp>
      <p:sp>
        <p:nvSpPr>
          <p:cNvPr id="19" name="Oval 18"/>
          <p:cNvSpPr>
            <a:spLocks noChangeArrowheads="1"/>
          </p:cNvSpPr>
          <p:nvPr/>
        </p:nvSpPr>
        <p:spPr bwMode="blackWhite">
          <a:xfrm>
            <a:off x="2859701" y="3791872"/>
            <a:ext cx="1040130" cy="1040130"/>
          </a:xfrm>
          <a:prstGeom prst="ellipse">
            <a:avLst/>
          </a:prstGeom>
          <a:solidFill>
            <a:schemeClr val="bg2">
              <a:lumMod val="50000"/>
            </a:schemeClr>
          </a:solidFill>
          <a:ln w="12700">
            <a:noFill/>
            <a:round/>
            <a:headEnd/>
            <a:tailEnd/>
          </a:ln>
        </p:spPr>
        <p:txBody>
          <a:bodyPr wrap="none" lIns="72231" tIns="72231" rIns="72231" bIns="72231" anchor="ctr"/>
          <a:lstStyle/>
          <a:p>
            <a:pPr algn="ctr" defTabSz="666867">
              <a:spcBef>
                <a:spcPct val="20000"/>
              </a:spcBef>
              <a:spcAft>
                <a:spcPct val="37000"/>
              </a:spcAft>
              <a:defRPr/>
            </a:pPr>
            <a:r>
              <a:rPr lang="en-GB" sz="1400" dirty="0">
                <a:solidFill>
                  <a:schemeClr val="bg1"/>
                </a:solidFill>
                <a:latin typeface="Aptos" panose="020B0004020202020204" pitchFamily="34" charset="0"/>
                <a:ea typeface="ＭＳ Ｐゴシック" pitchFamily="50" charset="-128"/>
                <a:cs typeface="Arial" pitchFamily="34" charset="0"/>
              </a:rPr>
              <a:t>Clients</a:t>
            </a:r>
          </a:p>
        </p:txBody>
      </p:sp>
      <p:sp>
        <p:nvSpPr>
          <p:cNvPr id="20" name="Oval 19"/>
          <p:cNvSpPr>
            <a:spLocks noChangeArrowheads="1"/>
          </p:cNvSpPr>
          <p:nvPr/>
        </p:nvSpPr>
        <p:spPr bwMode="blackWhite">
          <a:xfrm>
            <a:off x="4432019" y="3091823"/>
            <a:ext cx="1040130" cy="1040130"/>
          </a:xfrm>
          <a:prstGeom prst="ellipse">
            <a:avLst/>
          </a:prstGeom>
          <a:solidFill>
            <a:schemeClr val="accent3"/>
          </a:solidFill>
          <a:ln w="12700">
            <a:noFill/>
            <a:round/>
            <a:headEnd/>
            <a:tailEnd/>
          </a:ln>
        </p:spPr>
        <p:txBody>
          <a:bodyPr wrap="none" lIns="72231" tIns="72231" rIns="72231" bIns="72231" anchor="ctr"/>
          <a:lstStyle/>
          <a:p>
            <a:pPr algn="ctr" defTabSz="666867">
              <a:spcBef>
                <a:spcPct val="20000"/>
              </a:spcBef>
              <a:spcAft>
                <a:spcPct val="37000"/>
              </a:spcAft>
              <a:defRPr/>
            </a:pPr>
            <a:r>
              <a:rPr lang="en-GB" sz="1400" dirty="0">
                <a:solidFill>
                  <a:schemeClr val="bg1"/>
                </a:solidFill>
                <a:latin typeface="Aptos" panose="020B0004020202020204" pitchFamily="34" charset="0"/>
                <a:ea typeface="ＭＳ Ｐゴシック" pitchFamily="50" charset="-128"/>
                <a:cs typeface="Arial" pitchFamily="34" charset="0"/>
              </a:rPr>
              <a:t>Distributors</a:t>
            </a:r>
          </a:p>
        </p:txBody>
      </p:sp>
      <p:sp>
        <p:nvSpPr>
          <p:cNvPr id="22" name="Oval 21"/>
          <p:cNvSpPr>
            <a:spLocks noChangeArrowheads="1"/>
          </p:cNvSpPr>
          <p:nvPr/>
        </p:nvSpPr>
        <p:spPr bwMode="blackWhite">
          <a:xfrm>
            <a:off x="6036480" y="3791872"/>
            <a:ext cx="1040130" cy="1040130"/>
          </a:xfrm>
          <a:prstGeom prst="ellipse">
            <a:avLst/>
          </a:prstGeom>
          <a:solidFill>
            <a:schemeClr val="tx2">
              <a:lumMod val="50000"/>
              <a:lumOff val="50000"/>
            </a:schemeClr>
          </a:solidFill>
          <a:ln w="12700">
            <a:noFill/>
            <a:round/>
            <a:headEnd/>
            <a:tailEnd/>
          </a:ln>
        </p:spPr>
        <p:txBody>
          <a:bodyPr wrap="none" lIns="72231" tIns="72231" rIns="72231" bIns="72231" anchor="ctr"/>
          <a:lstStyle/>
          <a:p>
            <a:pPr algn="ctr" defTabSz="666867">
              <a:spcBef>
                <a:spcPct val="20000"/>
              </a:spcBef>
              <a:spcAft>
                <a:spcPct val="37000"/>
              </a:spcAft>
              <a:defRPr/>
            </a:pPr>
            <a:r>
              <a:rPr lang="en-GB" sz="1400" dirty="0">
                <a:latin typeface="Aptos" panose="020B0004020202020204" pitchFamily="34" charset="0"/>
                <a:ea typeface="ＭＳ Ｐゴシック" pitchFamily="50" charset="-128"/>
                <a:cs typeface="Arial" pitchFamily="34" charset="0"/>
              </a:rPr>
              <a:t>Competitors</a:t>
            </a:r>
          </a:p>
        </p:txBody>
      </p:sp>
      <p:sp>
        <p:nvSpPr>
          <p:cNvPr id="23" name="Oval 22"/>
          <p:cNvSpPr>
            <a:spLocks noChangeArrowheads="1"/>
          </p:cNvSpPr>
          <p:nvPr/>
        </p:nvSpPr>
        <p:spPr bwMode="blackWhite">
          <a:xfrm>
            <a:off x="4432019" y="4492477"/>
            <a:ext cx="1040130" cy="1040130"/>
          </a:xfrm>
          <a:prstGeom prst="ellipse">
            <a:avLst/>
          </a:prstGeom>
          <a:solidFill>
            <a:schemeClr val="bg2">
              <a:lumMod val="75000"/>
            </a:schemeClr>
          </a:solidFill>
          <a:ln w="12700">
            <a:noFill/>
            <a:round/>
            <a:headEnd/>
            <a:tailEnd/>
          </a:ln>
        </p:spPr>
        <p:txBody>
          <a:bodyPr wrap="none" lIns="72231" tIns="72231" rIns="72231" bIns="72231" anchor="ctr"/>
          <a:lstStyle/>
          <a:p>
            <a:pPr algn="ctr" defTabSz="666867">
              <a:spcBef>
                <a:spcPct val="20000"/>
              </a:spcBef>
              <a:spcAft>
                <a:spcPct val="37000"/>
              </a:spcAft>
              <a:defRPr/>
            </a:pPr>
            <a:r>
              <a:rPr lang="en-GB" sz="1400" dirty="0">
                <a:solidFill>
                  <a:schemeClr val="bg1"/>
                </a:solidFill>
                <a:latin typeface="Aptos" panose="020B0004020202020204" pitchFamily="34" charset="0"/>
                <a:ea typeface="ＭＳ Ｐゴシック" pitchFamily="50" charset="-128"/>
                <a:cs typeface="Arial" pitchFamily="34" charset="0"/>
              </a:rPr>
              <a:t>Suppliers</a:t>
            </a:r>
          </a:p>
        </p:txBody>
      </p:sp>
      <p:cxnSp>
        <p:nvCxnSpPr>
          <p:cNvPr id="25" name="Straight Arrow Connector 24"/>
          <p:cNvCxnSpPr>
            <a:stCxn id="18" idx="5"/>
            <a:endCxn id="22" idx="0"/>
          </p:cNvCxnSpPr>
          <p:nvPr/>
        </p:nvCxnSpPr>
        <p:spPr bwMode="auto">
          <a:xfrm>
            <a:off x="5321165" y="2578976"/>
            <a:ext cx="1235380" cy="1212898"/>
          </a:xfrm>
          <a:prstGeom prst="straightConnector1">
            <a:avLst/>
          </a:prstGeom>
          <a:solidFill>
            <a:schemeClr val="accent3"/>
          </a:solidFill>
          <a:ln w="6350">
            <a:solidFill>
              <a:srgbClr val="BBBCB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18" idx="3"/>
            <a:endCxn id="19" idx="0"/>
          </p:cNvCxnSpPr>
          <p:nvPr/>
        </p:nvCxnSpPr>
        <p:spPr bwMode="auto">
          <a:xfrm flipH="1">
            <a:off x="3379766" y="2578976"/>
            <a:ext cx="1205916" cy="1212898"/>
          </a:xfrm>
          <a:prstGeom prst="straightConnector1">
            <a:avLst/>
          </a:prstGeom>
          <a:solidFill>
            <a:schemeClr val="accent3"/>
          </a:solidFill>
          <a:ln w="6350">
            <a:solidFill>
              <a:srgbClr val="BBBCB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8" idx="4"/>
            <a:endCxn id="20" idx="0"/>
          </p:cNvCxnSpPr>
          <p:nvPr/>
        </p:nvCxnSpPr>
        <p:spPr bwMode="auto">
          <a:xfrm flipH="1">
            <a:off x="4952087" y="2731302"/>
            <a:ext cx="1340" cy="360525"/>
          </a:xfrm>
          <a:prstGeom prst="straightConnector1">
            <a:avLst/>
          </a:prstGeom>
          <a:solidFill>
            <a:schemeClr val="accent3"/>
          </a:solidFill>
          <a:ln w="6350">
            <a:solidFill>
              <a:srgbClr val="BBBCB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a:stCxn id="20" idx="2"/>
            <a:endCxn id="19" idx="7"/>
          </p:cNvCxnSpPr>
          <p:nvPr/>
        </p:nvCxnSpPr>
        <p:spPr bwMode="auto">
          <a:xfrm flipH="1">
            <a:off x="3747511" y="3611888"/>
            <a:ext cx="684511" cy="332308"/>
          </a:xfrm>
          <a:prstGeom prst="straightConnector1">
            <a:avLst/>
          </a:prstGeom>
          <a:solidFill>
            <a:schemeClr val="accent3"/>
          </a:solidFill>
          <a:ln w="6350">
            <a:solidFill>
              <a:srgbClr val="BBBCB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20" idx="6"/>
            <a:endCxn id="22" idx="1"/>
          </p:cNvCxnSpPr>
          <p:nvPr/>
        </p:nvCxnSpPr>
        <p:spPr bwMode="auto">
          <a:xfrm>
            <a:off x="5472152" y="3611888"/>
            <a:ext cx="716655" cy="332308"/>
          </a:xfrm>
          <a:prstGeom prst="straightConnector1">
            <a:avLst/>
          </a:prstGeom>
          <a:solidFill>
            <a:schemeClr val="accent3"/>
          </a:solidFill>
          <a:ln w="6350">
            <a:solidFill>
              <a:srgbClr val="BBBCB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a:stCxn id="22" idx="2"/>
            <a:endCxn id="19" idx="6"/>
          </p:cNvCxnSpPr>
          <p:nvPr/>
        </p:nvCxnSpPr>
        <p:spPr bwMode="auto">
          <a:xfrm flipH="1">
            <a:off x="3899832" y="4311937"/>
            <a:ext cx="2136649" cy="0"/>
          </a:xfrm>
          <a:prstGeom prst="straightConnector1">
            <a:avLst/>
          </a:prstGeom>
          <a:solidFill>
            <a:schemeClr val="accent3"/>
          </a:solidFill>
          <a:ln w="6350">
            <a:solidFill>
              <a:srgbClr val="BBBCB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a:stCxn id="23" idx="2"/>
            <a:endCxn id="19" idx="5"/>
          </p:cNvCxnSpPr>
          <p:nvPr/>
        </p:nvCxnSpPr>
        <p:spPr bwMode="auto">
          <a:xfrm flipH="1" flipV="1">
            <a:off x="3747511" y="4679680"/>
            <a:ext cx="684511" cy="332863"/>
          </a:xfrm>
          <a:prstGeom prst="straightConnector1">
            <a:avLst/>
          </a:prstGeom>
          <a:solidFill>
            <a:schemeClr val="accent3"/>
          </a:solidFill>
          <a:ln w="6350">
            <a:solidFill>
              <a:srgbClr val="BBBCB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a:endCxn id="23" idx="6"/>
          </p:cNvCxnSpPr>
          <p:nvPr/>
        </p:nvCxnSpPr>
        <p:spPr bwMode="auto">
          <a:xfrm flipH="1">
            <a:off x="5472149" y="4569004"/>
            <a:ext cx="631296" cy="443541"/>
          </a:xfrm>
          <a:prstGeom prst="straightConnector1">
            <a:avLst/>
          </a:prstGeom>
          <a:solidFill>
            <a:schemeClr val="accent3"/>
          </a:solidFill>
          <a:ln w="6350">
            <a:solidFill>
              <a:srgbClr val="BBBCBC"/>
            </a:solidFill>
            <a:headEnd type="triangle"/>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4091870"/>
      </p:ext>
    </p:extLst>
  </p:cSld>
  <p:clrMapOvr>
    <a:masterClrMapping/>
  </p:clrMapOvr>
  <p:transition>
    <p:fade/>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Connector 17"/>
          <p:cNvCxnSpPr>
            <a:stCxn id="11" idx="5"/>
            <a:endCxn id="12" idx="1"/>
          </p:cNvCxnSpPr>
          <p:nvPr/>
        </p:nvCxnSpPr>
        <p:spPr>
          <a:xfrm>
            <a:off x="4120159" y="2723127"/>
            <a:ext cx="1645929" cy="1314965"/>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15" name="Text Placeholder 14"/>
          <p:cNvSpPr>
            <a:spLocks noGrp="1"/>
          </p:cNvSpPr>
          <p:nvPr>
            <p:ph type="body" sz="quarter" idx="13"/>
          </p:nvPr>
        </p:nvSpPr>
        <p:spPr/>
        <p:txBody>
          <a:bodyPr/>
          <a:lstStyle/>
          <a:p>
            <a:r>
              <a:rPr lang="en-US"/>
              <a:t>Subtitle runs here</a:t>
            </a:r>
            <a:endParaRPr lang="en-US" dirty="0"/>
          </a:p>
        </p:txBody>
      </p:sp>
      <p:sp>
        <p:nvSpPr>
          <p:cNvPr id="774145" name="Title 1"/>
          <p:cNvSpPr>
            <a:spLocks noGrp="1"/>
          </p:cNvSpPr>
          <p:nvPr>
            <p:ph type="title"/>
          </p:nvPr>
        </p:nvSpPr>
        <p:spPr/>
        <p:txBody>
          <a:bodyPr/>
          <a:lstStyle/>
          <a:p>
            <a:r>
              <a:rPr lang="en-US"/>
              <a:t>Value creation</a:t>
            </a:r>
            <a:endParaRPr lang="en-US" dirty="0"/>
          </a:p>
        </p:txBody>
      </p:sp>
      <p:sp>
        <p:nvSpPr>
          <p:cNvPr id="9" name="Oval 8"/>
          <p:cNvSpPr>
            <a:spLocks noChangeArrowheads="1"/>
          </p:cNvSpPr>
          <p:nvPr/>
        </p:nvSpPr>
        <p:spPr bwMode="blackWhite">
          <a:xfrm>
            <a:off x="4163022" y="4647605"/>
            <a:ext cx="1560195" cy="891540"/>
          </a:xfrm>
          <a:prstGeom prst="ellipse">
            <a:avLst/>
          </a:prstGeom>
          <a:solidFill>
            <a:schemeClr val="tx1"/>
          </a:solidFill>
          <a:ln w="12700">
            <a:noFill/>
            <a:round/>
            <a:headEnd/>
            <a:tailEnd/>
          </a:ln>
        </p:spPr>
        <p:txBody>
          <a:bodyPr lIns="72231" tIns="72231" rIns="72231" bIns="72231" anchor="ctr">
            <a:noAutofit/>
          </a:bodyPr>
          <a:lstStyle/>
          <a:p>
            <a:pPr algn="ctr" defTabSz="666867">
              <a:defRPr/>
            </a:pPr>
            <a:r>
              <a:rPr lang="en-US" sz="1000" dirty="0">
                <a:solidFill>
                  <a:schemeClr val="bg1"/>
                </a:solidFill>
                <a:latin typeface="Aptos" panose="020B0004020202020204" pitchFamily="34" charset="0"/>
                <a:ea typeface="ＭＳ Ｐゴシック" pitchFamily="50" charset="-128"/>
              </a:rPr>
              <a:t>Grow</a:t>
            </a:r>
          </a:p>
          <a:p>
            <a:pPr algn="ctr" defTabSz="666867">
              <a:defRPr/>
            </a:pPr>
            <a:r>
              <a:rPr lang="en-US" sz="1000" dirty="0">
                <a:solidFill>
                  <a:schemeClr val="bg1"/>
                </a:solidFill>
                <a:latin typeface="Aptos" panose="020B0004020202020204" pitchFamily="34" charset="0"/>
                <a:ea typeface="ＭＳ Ｐゴシック" pitchFamily="50" charset="-128"/>
              </a:rPr>
              <a:t>through</a:t>
            </a:r>
          </a:p>
          <a:p>
            <a:pPr algn="ctr" defTabSz="666867">
              <a:defRPr/>
            </a:pPr>
            <a:r>
              <a:rPr lang="en-US" sz="1000" dirty="0">
                <a:solidFill>
                  <a:schemeClr val="bg1"/>
                </a:solidFill>
                <a:latin typeface="Aptos" panose="020B0004020202020204" pitchFamily="34" charset="0"/>
                <a:ea typeface="ＭＳ Ｐゴシック" pitchFamily="50" charset="-128"/>
              </a:rPr>
              <a:t>cultural</a:t>
            </a:r>
          </a:p>
          <a:p>
            <a:pPr algn="ctr" defTabSz="666867">
              <a:defRPr/>
            </a:pPr>
            <a:r>
              <a:rPr lang="en-US" sz="1000" dirty="0">
                <a:solidFill>
                  <a:schemeClr val="bg1"/>
                </a:solidFill>
                <a:latin typeface="Aptos" panose="020B0004020202020204" pitchFamily="34" charset="0"/>
                <a:ea typeface="ＭＳ Ｐゴシック" pitchFamily="50" charset="-128"/>
              </a:rPr>
              <a:t>initiative</a:t>
            </a:r>
          </a:p>
        </p:txBody>
      </p:sp>
      <p:sp>
        <p:nvSpPr>
          <p:cNvPr id="10" name="Oval 9"/>
          <p:cNvSpPr>
            <a:spLocks noChangeArrowheads="1"/>
          </p:cNvSpPr>
          <p:nvPr/>
        </p:nvSpPr>
        <p:spPr bwMode="blackWhite">
          <a:xfrm>
            <a:off x="5537599" y="1962150"/>
            <a:ext cx="1560195" cy="891540"/>
          </a:xfrm>
          <a:prstGeom prst="ellipse">
            <a:avLst/>
          </a:prstGeom>
          <a:solidFill>
            <a:schemeClr val="tx1"/>
          </a:solidFill>
          <a:ln w="12700">
            <a:noFill/>
            <a:round/>
            <a:headEnd/>
            <a:tailEnd/>
          </a:ln>
        </p:spPr>
        <p:txBody>
          <a:bodyPr lIns="72231" tIns="72231" rIns="72231" bIns="72231" anchor="ctr">
            <a:noAutofit/>
          </a:bodyPr>
          <a:lstStyle/>
          <a:p>
            <a:pPr algn="ctr" defTabSz="666867">
              <a:defRPr/>
            </a:pPr>
            <a:r>
              <a:rPr lang="en-US" sz="1000" dirty="0">
                <a:solidFill>
                  <a:schemeClr val="bg1"/>
                </a:solidFill>
                <a:latin typeface="Aptos" panose="020B0004020202020204" pitchFamily="34" charset="0"/>
                <a:ea typeface="ＭＳ Ｐゴシック" pitchFamily="50" charset="-128"/>
              </a:rPr>
              <a:t>Redeploy</a:t>
            </a:r>
          </a:p>
          <a:p>
            <a:pPr algn="ctr" defTabSz="666867">
              <a:defRPr/>
            </a:pPr>
            <a:r>
              <a:rPr lang="en-US" sz="1000" dirty="0">
                <a:solidFill>
                  <a:schemeClr val="bg1"/>
                </a:solidFill>
                <a:latin typeface="Aptos" panose="020B0004020202020204" pitchFamily="34" charset="0"/>
                <a:ea typeface="ＭＳ Ｐゴシック" pitchFamily="50" charset="-128"/>
              </a:rPr>
              <a:t>assets</a:t>
            </a:r>
          </a:p>
        </p:txBody>
      </p:sp>
      <p:sp>
        <p:nvSpPr>
          <p:cNvPr id="11" name="Oval 10"/>
          <p:cNvSpPr>
            <a:spLocks noChangeArrowheads="1"/>
          </p:cNvSpPr>
          <p:nvPr/>
        </p:nvSpPr>
        <p:spPr bwMode="blackWhite">
          <a:xfrm>
            <a:off x="2788446" y="1962150"/>
            <a:ext cx="1560195" cy="891540"/>
          </a:xfrm>
          <a:prstGeom prst="ellipse">
            <a:avLst/>
          </a:prstGeom>
          <a:solidFill>
            <a:schemeClr val="tx1"/>
          </a:solidFill>
          <a:ln w="12700">
            <a:noFill/>
            <a:round/>
            <a:headEnd/>
            <a:tailEnd/>
          </a:ln>
        </p:spPr>
        <p:txBody>
          <a:bodyPr lIns="72231" tIns="72231" rIns="72231" bIns="72231" anchor="ctr">
            <a:noAutofit/>
          </a:bodyPr>
          <a:lstStyle/>
          <a:p>
            <a:pPr algn="ctr" defTabSz="666867">
              <a:defRPr/>
            </a:pPr>
            <a:r>
              <a:rPr lang="en-US" sz="1000" dirty="0">
                <a:solidFill>
                  <a:schemeClr val="bg1"/>
                </a:solidFill>
                <a:latin typeface="Aptos" panose="020B0004020202020204" pitchFamily="34" charset="0"/>
                <a:ea typeface="ＭＳ Ｐゴシック" pitchFamily="50" charset="-128"/>
              </a:rPr>
              <a:t>Improve core</a:t>
            </a:r>
          </a:p>
          <a:p>
            <a:pPr algn="ctr" defTabSz="666867">
              <a:defRPr/>
            </a:pPr>
            <a:r>
              <a:rPr lang="en-US" sz="1000" dirty="0">
                <a:solidFill>
                  <a:schemeClr val="bg1"/>
                </a:solidFill>
                <a:latin typeface="Aptos" panose="020B0004020202020204" pitchFamily="34" charset="0"/>
                <a:ea typeface="ＭＳ Ｐゴシック" pitchFamily="50" charset="-128"/>
              </a:rPr>
              <a:t>business</a:t>
            </a:r>
          </a:p>
          <a:p>
            <a:pPr algn="ctr" defTabSz="666867">
              <a:defRPr/>
            </a:pPr>
            <a:r>
              <a:rPr lang="en-US" sz="1000" dirty="0">
                <a:solidFill>
                  <a:schemeClr val="bg1"/>
                </a:solidFill>
                <a:latin typeface="Aptos" panose="020B0004020202020204" pitchFamily="34" charset="0"/>
                <a:ea typeface="ＭＳ Ｐゴシック" pitchFamily="50" charset="-128"/>
              </a:rPr>
              <a:t>performance</a:t>
            </a:r>
          </a:p>
        </p:txBody>
      </p:sp>
      <p:sp>
        <p:nvSpPr>
          <p:cNvPr id="12" name="Oval 11"/>
          <p:cNvSpPr>
            <a:spLocks noChangeArrowheads="1"/>
          </p:cNvSpPr>
          <p:nvPr/>
        </p:nvSpPr>
        <p:spPr bwMode="blackWhite">
          <a:xfrm>
            <a:off x="5537599" y="3907528"/>
            <a:ext cx="1560195" cy="891540"/>
          </a:xfrm>
          <a:prstGeom prst="ellipse">
            <a:avLst/>
          </a:prstGeom>
          <a:solidFill>
            <a:schemeClr val="tx1"/>
          </a:solidFill>
          <a:ln w="12700">
            <a:noFill/>
            <a:round/>
            <a:headEnd/>
            <a:tailEnd/>
          </a:ln>
        </p:spPr>
        <p:txBody>
          <a:bodyPr lIns="72231" tIns="72231" rIns="72231" bIns="72231" anchor="ctr">
            <a:noAutofit/>
          </a:bodyPr>
          <a:lstStyle/>
          <a:p>
            <a:pPr algn="ctr" defTabSz="666867">
              <a:defRPr/>
            </a:pPr>
            <a:r>
              <a:rPr lang="en-US" sz="1000" dirty="0">
                <a:solidFill>
                  <a:schemeClr val="bg1"/>
                </a:solidFill>
                <a:latin typeface="Aptos" panose="020B0004020202020204" pitchFamily="34" charset="0"/>
                <a:ea typeface="ＭＳ Ｐゴシック" pitchFamily="50" charset="-128"/>
              </a:rPr>
              <a:t>Grow through</a:t>
            </a:r>
          </a:p>
          <a:p>
            <a:pPr algn="ctr" defTabSz="666867">
              <a:defRPr/>
            </a:pPr>
            <a:r>
              <a:rPr lang="en-US" sz="1000" dirty="0">
                <a:solidFill>
                  <a:schemeClr val="bg1"/>
                </a:solidFill>
                <a:latin typeface="Aptos" panose="020B0004020202020204" pitchFamily="34" charset="0"/>
                <a:ea typeface="ＭＳ Ｐゴシック" pitchFamily="50" charset="-128"/>
              </a:rPr>
              <a:t>acquisition</a:t>
            </a:r>
          </a:p>
          <a:p>
            <a:pPr algn="ctr" defTabSz="666867">
              <a:defRPr/>
            </a:pPr>
            <a:r>
              <a:rPr lang="en-US" sz="1000" dirty="0">
                <a:solidFill>
                  <a:schemeClr val="bg1"/>
                </a:solidFill>
                <a:latin typeface="Aptos" panose="020B0004020202020204" pitchFamily="34" charset="0"/>
                <a:ea typeface="ＭＳ Ｐゴシック" pitchFamily="50" charset="-128"/>
              </a:rPr>
              <a:t>and/or merger</a:t>
            </a:r>
          </a:p>
        </p:txBody>
      </p:sp>
      <p:sp>
        <p:nvSpPr>
          <p:cNvPr id="13" name="Oval 12"/>
          <p:cNvSpPr>
            <a:spLocks noChangeArrowheads="1"/>
          </p:cNvSpPr>
          <p:nvPr/>
        </p:nvSpPr>
        <p:spPr bwMode="blackWhite">
          <a:xfrm>
            <a:off x="2788446" y="3907528"/>
            <a:ext cx="1560195" cy="891540"/>
          </a:xfrm>
          <a:prstGeom prst="ellipse">
            <a:avLst/>
          </a:prstGeom>
          <a:solidFill>
            <a:schemeClr val="tx1"/>
          </a:solidFill>
          <a:ln w="12700">
            <a:noFill/>
            <a:round/>
            <a:headEnd/>
            <a:tailEnd/>
          </a:ln>
        </p:spPr>
        <p:txBody>
          <a:bodyPr lIns="72231" tIns="72231" rIns="72231" bIns="72231" anchor="ctr">
            <a:noAutofit/>
          </a:bodyPr>
          <a:lstStyle/>
          <a:p>
            <a:pPr algn="ctr" defTabSz="666867">
              <a:defRPr/>
            </a:pPr>
            <a:r>
              <a:rPr lang="en-US" sz="1000" dirty="0">
                <a:solidFill>
                  <a:schemeClr val="bg1"/>
                </a:solidFill>
                <a:latin typeface="Aptos" panose="020B0004020202020204" pitchFamily="34" charset="0"/>
                <a:ea typeface="ＭＳ Ｐゴシック" pitchFamily="50" charset="-128"/>
              </a:rPr>
              <a:t>Adopt sound</a:t>
            </a:r>
          </a:p>
          <a:p>
            <a:pPr algn="ctr" defTabSz="666867">
              <a:defRPr/>
            </a:pPr>
            <a:r>
              <a:rPr lang="en-US" sz="1000" dirty="0">
                <a:solidFill>
                  <a:schemeClr val="bg1"/>
                </a:solidFill>
                <a:latin typeface="Aptos" panose="020B0004020202020204" pitchFamily="34" charset="0"/>
                <a:ea typeface="ＭＳ Ｐゴシック" pitchFamily="50" charset="-128"/>
              </a:rPr>
              <a:t>financing</a:t>
            </a:r>
          </a:p>
          <a:p>
            <a:pPr algn="ctr" defTabSz="666867">
              <a:defRPr/>
            </a:pPr>
            <a:r>
              <a:rPr lang="en-US" sz="1000" dirty="0">
                <a:solidFill>
                  <a:schemeClr val="bg1"/>
                </a:solidFill>
                <a:latin typeface="Aptos" panose="020B0004020202020204" pitchFamily="34" charset="0"/>
                <a:ea typeface="ＭＳ Ｐゴシック" pitchFamily="50" charset="-128"/>
              </a:rPr>
              <a:t>approach</a:t>
            </a:r>
          </a:p>
        </p:txBody>
      </p:sp>
      <p:cxnSp>
        <p:nvCxnSpPr>
          <p:cNvPr id="4" name="Straight Connector 3"/>
          <p:cNvCxnSpPr>
            <a:stCxn id="8" idx="4"/>
            <a:endCxn id="9" idx="0"/>
          </p:cNvCxnSpPr>
          <p:nvPr/>
        </p:nvCxnSpPr>
        <p:spPr>
          <a:xfrm>
            <a:off x="4943118" y="3843648"/>
            <a:ext cx="0" cy="803960"/>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a:stCxn id="13" idx="7"/>
            <a:endCxn id="10" idx="3"/>
          </p:cNvCxnSpPr>
          <p:nvPr/>
        </p:nvCxnSpPr>
        <p:spPr>
          <a:xfrm flipV="1">
            <a:off x="4120159" y="2723127"/>
            <a:ext cx="1645929" cy="1314965"/>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8" name="Oval 7"/>
          <p:cNvSpPr>
            <a:spLocks noChangeArrowheads="1"/>
          </p:cNvSpPr>
          <p:nvPr/>
        </p:nvSpPr>
        <p:spPr bwMode="blackWhite">
          <a:xfrm>
            <a:off x="4163022" y="2952105"/>
            <a:ext cx="1560195" cy="891540"/>
          </a:xfrm>
          <a:prstGeom prst="ellipse">
            <a:avLst/>
          </a:prstGeom>
          <a:solidFill>
            <a:schemeClr val="accent3"/>
          </a:solidFill>
          <a:ln w="12700">
            <a:noFill/>
            <a:round/>
            <a:headEnd/>
            <a:tailEnd/>
          </a:ln>
        </p:spPr>
        <p:txBody>
          <a:bodyPr lIns="72231" tIns="72231" rIns="72231" bIns="72231" anchor="ctr">
            <a:noAutofit/>
          </a:bodyPr>
          <a:lstStyle/>
          <a:p>
            <a:pPr algn="ctr" defTabSz="666867">
              <a:defRPr/>
            </a:pPr>
            <a:r>
              <a:rPr lang="en-US" sz="1000" dirty="0">
                <a:solidFill>
                  <a:schemeClr val="bg1"/>
                </a:solidFill>
                <a:latin typeface="Aptos" panose="020B0004020202020204" pitchFamily="34" charset="0"/>
                <a:ea typeface="ＭＳ Ｐゴシック" pitchFamily="50" charset="-128"/>
              </a:rPr>
              <a:t>Maximize</a:t>
            </a:r>
          </a:p>
          <a:p>
            <a:pPr algn="ctr" defTabSz="666867">
              <a:defRPr/>
            </a:pPr>
            <a:r>
              <a:rPr lang="en-US" sz="1000" dirty="0">
                <a:solidFill>
                  <a:schemeClr val="bg1"/>
                </a:solidFill>
                <a:latin typeface="Aptos" panose="020B0004020202020204" pitchFamily="34" charset="0"/>
                <a:ea typeface="ＭＳ Ｐゴシック" pitchFamily="50" charset="-128"/>
              </a:rPr>
              <a:t>shareholder</a:t>
            </a:r>
          </a:p>
          <a:p>
            <a:pPr algn="ctr" defTabSz="666867">
              <a:defRPr/>
            </a:pPr>
            <a:r>
              <a:rPr lang="en-US" sz="1000" dirty="0">
                <a:solidFill>
                  <a:schemeClr val="bg1"/>
                </a:solidFill>
                <a:latin typeface="Aptos" panose="020B0004020202020204" pitchFamily="34" charset="0"/>
                <a:ea typeface="ＭＳ Ｐゴシック" pitchFamily="50" charset="-128"/>
              </a:rPr>
              <a:t>value</a:t>
            </a:r>
          </a:p>
        </p:txBody>
      </p:sp>
    </p:spTree>
    <p:extLst>
      <p:ext uri="{BB962C8B-B14F-4D97-AF65-F5344CB8AC3E}">
        <p14:creationId xmlns:p14="http://schemas.microsoft.com/office/powerpoint/2010/main" val="2947922967"/>
      </p:ext>
    </p:extLst>
  </p:cSld>
  <p:clrMapOvr>
    <a:masterClrMapping/>
  </p:clrMapOvr>
  <p:transition>
    <p:fade/>
  </p:transition>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16060ED-A30E-4815-9849-D2BCD54E5F4B}"/>
              </a:ext>
            </a:extLst>
          </p:cNvPr>
          <p:cNvSpPr>
            <a:spLocks noGrp="1"/>
          </p:cNvSpPr>
          <p:nvPr>
            <p:ph sz="quarter" idx="10"/>
          </p:nvPr>
        </p:nvSpPr>
        <p:spPr/>
        <p:txBody>
          <a:bodyPr/>
          <a:lstStyle/>
          <a:p>
            <a:pPr lvl="1"/>
            <a:r>
              <a:rPr lang="en-GB" dirty="0"/>
              <a:t>This is a level 1 bullet. This is dummy text it is not here to be read</a:t>
            </a:r>
          </a:p>
          <a:p>
            <a:pPr lvl="1"/>
            <a:r>
              <a:rPr lang="en-GB" dirty="0"/>
              <a:t>This is a level 1 bullet. This is dummy text it is not here to be read</a:t>
            </a:r>
          </a:p>
          <a:p>
            <a:pPr lvl="1"/>
            <a:r>
              <a:rPr lang="en-GB" dirty="0"/>
              <a:t>This is a level 1 bullet. This is dummy text it is not here to be read</a:t>
            </a:r>
          </a:p>
          <a:p>
            <a:pPr lvl="2"/>
            <a:r>
              <a:rPr lang="en-GB" dirty="0"/>
              <a:t>This is a level 2 bullet</a:t>
            </a:r>
          </a:p>
          <a:p>
            <a:pPr lvl="2"/>
            <a:r>
              <a:rPr lang="en-GB" dirty="0"/>
              <a:t>This is a level 2 bullet</a:t>
            </a:r>
          </a:p>
          <a:p>
            <a:pPr lvl="2"/>
            <a:r>
              <a:rPr lang="en-GB" dirty="0"/>
              <a:t>This is a level 2 bullet</a:t>
            </a:r>
          </a:p>
          <a:p>
            <a:endParaRPr lang="en-US" dirty="0"/>
          </a:p>
        </p:txBody>
      </p:sp>
      <p:sp>
        <p:nvSpPr>
          <p:cNvPr id="6" name="Text Placeholder 5">
            <a:extLst>
              <a:ext uri="{FF2B5EF4-FFF2-40B4-BE49-F238E27FC236}">
                <a16:creationId xmlns:a16="http://schemas.microsoft.com/office/drawing/2014/main" id="{E1C9B5C7-91A9-49E5-8097-8A8C96DF439B}"/>
              </a:ext>
            </a:extLst>
          </p:cNvPr>
          <p:cNvSpPr>
            <a:spLocks noGrp="1"/>
          </p:cNvSpPr>
          <p:nvPr>
            <p:ph sz="quarter" idx="20"/>
          </p:nvPr>
        </p:nvSpPr>
        <p:spPr/>
        <p:txBody>
          <a:bodyPr/>
          <a:lstStyle/>
          <a:p>
            <a:r>
              <a:rPr lang="en-US" dirty="0"/>
              <a:t>Chart title runs here (units)a</a:t>
            </a:r>
          </a:p>
          <a:p>
            <a:endParaRPr lang="en-US" dirty="0"/>
          </a:p>
        </p:txBody>
      </p:sp>
      <p:sp>
        <p:nvSpPr>
          <p:cNvPr id="4" name="Text Placeholder 3">
            <a:extLst>
              <a:ext uri="{FF2B5EF4-FFF2-40B4-BE49-F238E27FC236}">
                <a16:creationId xmlns:a16="http://schemas.microsoft.com/office/drawing/2014/main" id="{4A33F501-75EA-4101-98D8-99886BA8B5E7}"/>
              </a:ext>
            </a:extLst>
          </p:cNvPr>
          <p:cNvSpPr>
            <a:spLocks noGrp="1"/>
          </p:cNvSpPr>
          <p:nvPr>
            <p:ph type="body" sz="quarter" idx="13"/>
          </p:nvPr>
        </p:nvSpPr>
        <p:spPr/>
        <p:txBody>
          <a:bodyPr/>
          <a:lstStyle/>
          <a:p>
            <a:r>
              <a:rPr lang="en-US" dirty="0"/>
              <a:t>Subtitle</a:t>
            </a:r>
          </a:p>
        </p:txBody>
      </p:sp>
      <p:sp>
        <p:nvSpPr>
          <p:cNvPr id="775169" name="Title 1"/>
          <p:cNvSpPr>
            <a:spLocks noGrp="1"/>
          </p:cNvSpPr>
          <p:nvPr>
            <p:ph type="title"/>
          </p:nvPr>
        </p:nvSpPr>
        <p:spPr/>
        <p:txBody>
          <a:bodyPr/>
          <a:lstStyle/>
          <a:p>
            <a:r>
              <a:rPr lang="en-US" altLang="ja-JP"/>
              <a:t>Portfolio matrix</a:t>
            </a:r>
            <a:endParaRPr lang="en-US" dirty="0"/>
          </a:p>
        </p:txBody>
      </p:sp>
      <p:sp>
        <p:nvSpPr>
          <p:cNvPr id="24" name="Text Placeholder 3"/>
          <p:cNvSpPr txBox="1">
            <a:spLocks/>
          </p:cNvSpPr>
          <p:nvPr/>
        </p:nvSpPr>
        <p:spPr>
          <a:xfrm>
            <a:off x="1543943" y="2120408"/>
            <a:ext cx="2413057" cy="3101406"/>
          </a:xfrm>
          <a:prstGeom prst="rect">
            <a:avLst/>
          </a:prstGeom>
        </p:spPr>
        <p:txBody>
          <a:bodyPr vert="horz" lIns="0" tIns="0" rIns="0" bIns="0" rtlCol="0">
            <a:normAutofit/>
          </a:bodyPr>
          <a:lstStyle>
            <a:lvl1pPr marL="274638" indent="-274638" algn="l" defTabSz="914400" rtl="0" eaLnBrk="1" latinLnBrk="0" hangingPunct="1">
              <a:spcBef>
                <a:spcPts val="1200"/>
              </a:spcBef>
              <a:buFont typeface="Arial" pitchFamily="34" charset="0"/>
              <a:buChar char="•"/>
              <a:defRPr sz="1800" b="0" kern="1200">
                <a:solidFill>
                  <a:schemeClr val="tx2"/>
                </a:solidFill>
                <a:latin typeface="+mn-lt"/>
                <a:ea typeface="+mn-ea"/>
                <a:cs typeface="+mn-cs"/>
              </a:defRPr>
            </a:lvl1pPr>
            <a:lvl2pPr marL="441325" indent="-166688"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2pPr>
            <a:lvl3pPr marL="441325" indent="-166688"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3pPr>
            <a:lvl4pPr marL="447675" indent="-180975"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4pPr>
            <a:lvl5pPr marL="441325" indent="-166688"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defRPr/>
            </a:pPr>
            <a:endParaRPr lang="en-GB" sz="1463" dirty="0">
              <a:solidFill>
                <a:srgbClr val="313131"/>
              </a:solidFill>
              <a:latin typeface="Arial"/>
            </a:endParaRPr>
          </a:p>
        </p:txBody>
      </p:sp>
      <p:grpSp>
        <p:nvGrpSpPr>
          <p:cNvPr id="8" name="Group 7">
            <a:extLst>
              <a:ext uri="{FF2B5EF4-FFF2-40B4-BE49-F238E27FC236}">
                <a16:creationId xmlns:a16="http://schemas.microsoft.com/office/drawing/2014/main" id="{63D4B82E-EB24-4060-AEBA-0A864C79BEFC}"/>
              </a:ext>
            </a:extLst>
          </p:cNvPr>
          <p:cNvGrpSpPr/>
          <p:nvPr/>
        </p:nvGrpSpPr>
        <p:grpSpPr>
          <a:xfrm>
            <a:off x="5126818" y="2310404"/>
            <a:ext cx="3755192" cy="3247637"/>
            <a:chOff x="6309928" y="2052266"/>
            <a:chExt cx="3996122" cy="3456003"/>
          </a:xfrm>
        </p:grpSpPr>
        <p:sp>
          <p:nvSpPr>
            <p:cNvPr id="30" name="Rectangle 3"/>
            <p:cNvSpPr>
              <a:spLocks noChangeArrowheads="1"/>
            </p:cNvSpPr>
            <p:nvPr/>
          </p:nvSpPr>
          <p:spPr bwMode="auto">
            <a:xfrm>
              <a:off x="7906230" y="5242020"/>
              <a:ext cx="1854260" cy="266249"/>
            </a:xfrm>
            <a:prstGeom prst="rect">
              <a:avLst/>
            </a:prstGeom>
            <a:noFill/>
            <a:ln w="9525">
              <a:noFill/>
              <a:miter lim="800000"/>
              <a:headEnd/>
              <a:tailEnd/>
            </a:ln>
          </p:spPr>
          <p:txBody>
            <a:bodyPr wrap="none" lIns="0" tIns="0" rIns="0" bIns="0" anchor="ctr">
              <a:spAutoFit/>
            </a:bodyPr>
            <a:lstStyle/>
            <a:p>
              <a:pPr algn="ctr"/>
              <a:r>
                <a:rPr lang="en-GB" altLang="ja-JP" sz="800" dirty="0">
                  <a:latin typeface="Aptos" panose="020B0004020202020204" pitchFamily="34" charset="0"/>
                  <a:ea typeface="ＭＳ Ｐゴシック" charset="-128"/>
                  <a:cs typeface="Arial" pitchFamily="34" charset="0"/>
                </a:rPr>
                <a:t>Competitive position</a:t>
              </a:r>
            </a:p>
            <a:p>
              <a:pPr algn="ctr"/>
              <a:r>
                <a:rPr lang="en-GB" altLang="ja-JP" sz="800" dirty="0">
                  <a:latin typeface="Aptos" panose="020B0004020202020204" pitchFamily="34" charset="0"/>
                  <a:ea typeface="ＭＳ Ｐゴシック" charset="-128"/>
                  <a:cs typeface="Arial" pitchFamily="34" charset="0"/>
                </a:rPr>
                <a:t>(returns compared to industry average)</a:t>
              </a:r>
            </a:p>
          </p:txBody>
        </p:sp>
        <p:sp>
          <p:nvSpPr>
            <p:cNvPr id="31" name="Text Box 4"/>
            <p:cNvSpPr txBox="1">
              <a:spLocks noChangeArrowheads="1"/>
            </p:cNvSpPr>
            <p:nvPr/>
          </p:nvSpPr>
          <p:spPr bwMode="auto">
            <a:xfrm>
              <a:off x="7371791" y="5039487"/>
              <a:ext cx="196173" cy="133125"/>
            </a:xfrm>
            <a:prstGeom prst="rect">
              <a:avLst/>
            </a:prstGeom>
            <a:noFill/>
            <a:ln w="9525">
              <a:noFill/>
              <a:miter lim="800000"/>
              <a:headEnd type="none" w="sm" len="sm"/>
              <a:tailEnd type="none" w="med" len="lg"/>
            </a:ln>
          </p:spPr>
          <p:txBody>
            <a:bodyPr wrap="none" lIns="0" tIns="0" rIns="0" bIns="0" anchor="ctr">
              <a:spAutoFit/>
            </a:bodyPr>
            <a:lstStyle/>
            <a:p>
              <a:pPr eaLnBrk="1" hangingPunct="1">
                <a:spcBef>
                  <a:spcPct val="20000"/>
                </a:spcBef>
              </a:pPr>
              <a:r>
                <a:rPr lang="en-GB" altLang="ja-JP" sz="800" i="1" dirty="0">
                  <a:latin typeface="Aptos" panose="020B0004020202020204" pitchFamily="34" charset="0"/>
                  <a:ea typeface="ＭＳ Ｐゴシック" charset="-128"/>
                  <a:cs typeface="Arial" pitchFamily="34" charset="0"/>
                </a:rPr>
                <a:t>Low</a:t>
              </a:r>
            </a:p>
          </p:txBody>
        </p:sp>
        <p:sp>
          <p:nvSpPr>
            <p:cNvPr id="32" name="Text Box 5"/>
            <p:cNvSpPr txBox="1">
              <a:spLocks noChangeArrowheads="1"/>
            </p:cNvSpPr>
            <p:nvPr/>
          </p:nvSpPr>
          <p:spPr bwMode="auto">
            <a:xfrm>
              <a:off x="10033282" y="5039487"/>
              <a:ext cx="220055" cy="133125"/>
            </a:xfrm>
            <a:prstGeom prst="rect">
              <a:avLst/>
            </a:prstGeom>
            <a:noFill/>
            <a:ln w="9525">
              <a:noFill/>
              <a:miter lim="800000"/>
              <a:headEnd type="none" w="sm" len="sm"/>
              <a:tailEnd type="none" w="med" len="lg"/>
            </a:ln>
          </p:spPr>
          <p:txBody>
            <a:bodyPr wrap="none" lIns="0" tIns="0" rIns="0" bIns="0" anchor="ctr">
              <a:spAutoFit/>
            </a:bodyPr>
            <a:lstStyle/>
            <a:p>
              <a:pPr eaLnBrk="1" hangingPunct="1">
                <a:spcBef>
                  <a:spcPct val="20000"/>
                </a:spcBef>
              </a:pPr>
              <a:r>
                <a:rPr lang="en-GB" altLang="ja-JP" sz="800" i="1" dirty="0">
                  <a:latin typeface="Aptos" panose="020B0004020202020204" pitchFamily="34" charset="0"/>
                  <a:ea typeface="ＭＳ Ｐゴシック" charset="-128"/>
                  <a:cs typeface="Arial" pitchFamily="34" charset="0"/>
                </a:rPr>
                <a:t>High</a:t>
              </a:r>
            </a:p>
          </p:txBody>
        </p:sp>
        <p:sp>
          <p:nvSpPr>
            <p:cNvPr id="33" name="AutoShape 6"/>
            <p:cNvSpPr>
              <a:spLocks noChangeArrowheads="1"/>
            </p:cNvSpPr>
            <p:nvPr/>
          </p:nvSpPr>
          <p:spPr bwMode="auto">
            <a:xfrm flipH="1" flipV="1">
              <a:off x="7364128" y="2065683"/>
              <a:ext cx="2941922" cy="2932165"/>
            </a:xfrm>
            <a:prstGeom prst="rtTriangle">
              <a:avLst/>
            </a:prstGeom>
            <a:solidFill>
              <a:schemeClr val="accent3"/>
            </a:solidFill>
            <a:ln w="9525" algn="ctr">
              <a:noFill/>
              <a:miter lim="800000"/>
              <a:headEnd/>
              <a:tailEnd/>
            </a:ln>
          </p:spPr>
          <p:txBody>
            <a:bodyPr rot="10800000" wrap="none" lIns="73125" tIns="38025" rIns="73125" bIns="38025" anchor="ctr"/>
            <a:lstStyle/>
            <a:p>
              <a:pPr eaLnBrk="1" hangingPunct="1">
                <a:spcBef>
                  <a:spcPct val="20000"/>
                </a:spcBef>
                <a:defRPr/>
              </a:pPr>
              <a:endParaRPr lang="en-GB" sz="800" b="1" dirty="0">
                <a:solidFill>
                  <a:srgbClr val="002776"/>
                </a:solidFill>
                <a:latin typeface="Aptos" panose="020B0004020202020204" pitchFamily="34" charset="0"/>
                <a:cs typeface="Arial" pitchFamily="34" charset="0"/>
              </a:endParaRPr>
            </a:p>
          </p:txBody>
        </p:sp>
        <p:sp>
          <p:nvSpPr>
            <p:cNvPr id="34" name="Rectangle 7"/>
            <p:cNvSpPr>
              <a:spLocks noChangeArrowheads="1"/>
            </p:cNvSpPr>
            <p:nvPr/>
          </p:nvSpPr>
          <p:spPr bwMode="auto">
            <a:xfrm>
              <a:off x="6309928" y="3208507"/>
              <a:ext cx="987204" cy="665623"/>
            </a:xfrm>
            <a:prstGeom prst="rect">
              <a:avLst/>
            </a:prstGeom>
            <a:noFill/>
            <a:ln w="9525">
              <a:noFill/>
              <a:miter lim="800000"/>
              <a:headEnd/>
              <a:tailEnd/>
            </a:ln>
          </p:spPr>
          <p:txBody>
            <a:bodyPr wrap="square" lIns="0" tIns="0" rIns="0" bIns="0" anchor="ctr">
              <a:spAutoFit/>
            </a:bodyPr>
            <a:lstStyle/>
            <a:p>
              <a:pPr algn="ctr"/>
              <a:r>
                <a:rPr lang="en-GB" altLang="ja-JP" sz="800" dirty="0">
                  <a:latin typeface="Aptos" panose="020B0004020202020204" pitchFamily="34" charset="0"/>
                  <a:ea typeface="ＭＳ Ｐゴシック" charset="-128"/>
                  <a:cs typeface="Arial" pitchFamily="34" charset="0"/>
                </a:rPr>
                <a:t>Market attractiveness</a:t>
              </a:r>
            </a:p>
            <a:p>
              <a:pPr algn="ctr"/>
              <a:r>
                <a:rPr lang="en-GB" altLang="ja-JP" sz="800" dirty="0">
                  <a:latin typeface="Aptos" panose="020B0004020202020204" pitchFamily="34" charset="0"/>
                  <a:ea typeface="ＭＳ Ｐゴシック" charset="-128"/>
                  <a:cs typeface="Arial" pitchFamily="34" charset="0"/>
                </a:rPr>
                <a:t>(industry average returns above cost of capital)</a:t>
              </a:r>
            </a:p>
          </p:txBody>
        </p:sp>
        <p:sp>
          <p:nvSpPr>
            <p:cNvPr id="35" name="Rectangle 8"/>
            <p:cNvSpPr>
              <a:spLocks noChangeArrowheads="1"/>
            </p:cNvSpPr>
            <p:nvPr/>
          </p:nvSpPr>
          <p:spPr bwMode="auto">
            <a:xfrm>
              <a:off x="7360954" y="2060976"/>
              <a:ext cx="2944813" cy="2941637"/>
            </a:xfrm>
            <a:prstGeom prst="rect">
              <a:avLst/>
            </a:prstGeom>
            <a:noFill/>
            <a:ln w="9525">
              <a:solidFill>
                <a:schemeClr val="tx2"/>
              </a:solidFill>
              <a:miter lim="800000"/>
              <a:headEnd/>
              <a:tailEnd/>
            </a:ln>
          </p:spPr>
          <p:txBody>
            <a:bodyPr/>
            <a:lstStyle/>
            <a:p>
              <a:pPr eaLnBrk="1" hangingPunct="1">
                <a:spcBef>
                  <a:spcPct val="20000"/>
                </a:spcBef>
              </a:pPr>
              <a:endParaRPr lang="en-GB" sz="800" b="1" dirty="0">
                <a:solidFill>
                  <a:srgbClr val="002776"/>
                </a:solidFill>
                <a:latin typeface="Aptos" panose="020B0004020202020204" pitchFamily="34" charset="0"/>
                <a:cs typeface="Arial" pitchFamily="34" charset="0"/>
              </a:endParaRPr>
            </a:p>
          </p:txBody>
        </p:sp>
        <p:sp>
          <p:nvSpPr>
            <p:cNvPr id="36" name="Line 10"/>
            <p:cNvSpPr>
              <a:spLocks noChangeShapeType="1"/>
            </p:cNvSpPr>
            <p:nvPr/>
          </p:nvSpPr>
          <p:spPr bwMode="auto">
            <a:xfrm flipV="1">
              <a:off x="7360954" y="3539753"/>
              <a:ext cx="1476375" cy="1588"/>
            </a:xfrm>
            <a:prstGeom prst="line">
              <a:avLst/>
            </a:prstGeom>
            <a:noFill/>
            <a:ln w="9525">
              <a:solidFill>
                <a:schemeClr val="tx2"/>
              </a:solidFill>
              <a:round/>
              <a:headEnd/>
              <a:tailEnd/>
            </a:ln>
          </p:spPr>
          <p:txBody>
            <a:bodyPr/>
            <a:lstStyle/>
            <a:p>
              <a:pPr eaLnBrk="1" hangingPunct="1">
                <a:spcBef>
                  <a:spcPct val="20000"/>
                </a:spcBef>
              </a:pPr>
              <a:endParaRPr lang="en-US" sz="800" b="1" dirty="0">
                <a:solidFill>
                  <a:srgbClr val="002776"/>
                </a:solidFill>
                <a:latin typeface="Aptos" panose="020B0004020202020204" pitchFamily="34" charset="0"/>
                <a:cs typeface="Arial" pitchFamily="34" charset="0"/>
              </a:endParaRPr>
            </a:p>
          </p:txBody>
        </p:sp>
        <p:sp>
          <p:nvSpPr>
            <p:cNvPr id="37" name="Text Box 11"/>
            <p:cNvSpPr txBox="1">
              <a:spLocks noChangeArrowheads="1"/>
            </p:cNvSpPr>
            <p:nvPr/>
          </p:nvSpPr>
          <p:spPr bwMode="auto">
            <a:xfrm>
              <a:off x="9614568" y="2132478"/>
              <a:ext cx="605578" cy="133125"/>
            </a:xfrm>
            <a:prstGeom prst="rect">
              <a:avLst/>
            </a:prstGeom>
            <a:noFill/>
            <a:ln w="9525" algn="ctr">
              <a:noFill/>
              <a:miter lim="800000"/>
              <a:headEnd/>
              <a:tailEnd/>
            </a:ln>
          </p:spPr>
          <p:txBody>
            <a:bodyPr wrap="none" lIns="0" tIns="0" rIns="0" bIns="0">
              <a:spAutoFit/>
            </a:bodyPr>
            <a:lstStyle/>
            <a:p>
              <a:pPr algn="r" eaLnBrk="1" hangingPunct="1">
                <a:spcBef>
                  <a:spcPct val="20000"/>
                </a:spcBef>
              </a:pPr>
              <a:r>
                <a:rPr lang="en-GB" altLang="ja-JP" sz="800" dirty="0">
                  <a:solidFill>
                    <a:schemeClr val="bg1"/>
                  </a:solidFill>
                  <a:latin typeface="Aptos" panose="020B0004020202020204" pitchFamily="34" charset="0"/>
                  <a:ea typeface="ＭＳ Ｐゴシック" charset="-128"/>
                  <a:cs typeface="Arial" pitchFamily="34" charset="0"/>
                </a:rPr>
                <a:t>ROCE &gt; CoC</a:t>
              </a:r>
            </a:p>
          </p:txBody>
        </p:sp>
        <p:sp>
          <p:nvSpPr>
            <p:cNvPr id="38" name="Text Box 12"/>
            <p:cNvSpPr txBox="1">
              <a:spLocks noChangeArrowheads="1"/>
            </p:cNvSpPr>
            <p:nvPr/>
          </p:nvSpPr>
          <p:spPr bwMode="auto">
            <a:xfrm>
              <a:off x="7462529" y="4807532"/>
              <a:ext cx="617518" cy="133125"/>
            </a:xfrm>
            <a:prstGeom prst="rect">
              <a:avLst/>
            </a:prstGeom>
            <a:noFill/>
            <a:ln w="9525" algn="ctr">
              <a:noFill/>
              <a:miter lim="800000"/>
              <a:headEnd/>
              <a:tailEnd/>
            </a:ln>
          </p:spPr>
          <p:txBody>
            <a:bodyPr wrap="none" lIns="0" tIns="0" rIns="0" bIns="0" anchor="ctr">
              <a:spAutoFit/>
            </a:bodyPr>
            <a:lstStyle/>
            <a:p>
              <a:pPr eaLnBrk="1" hangingPunct="1">
                <a:spcBef>
                  <a:spcPct val="20000"/>
                </a:spcBef>
              </a:pPr>
              <a:r>
                <a:rPr lang="en-GB" altLang="ja-JP" sz="800" b="1" dirty="0">
                  <a:latin typeface="Aptos" panose="020B0004020202020204" pitchFamily="34" charset="0"/>
                  <a:ea typeface="ＭＳ Ｐゴシック" charset="-128"/>
                  <a:cs typeface="Arial" pitchFamily="34" charset="0"/>
                </a:rPr>
                <a:t>ROCE &lt; CoC</a:t>
              </a:r>
            </a:p>
          </p:txBody>
        </p:sp>
        <p:sp>
          <p:nvSpPr>
            <p:cNvPr id="39" name="Text Box 13"/>
            <p:cNvSpPr txBox="1">
              <a:spLocks noChangeArrowheads="1"/>
            </p:cNvSpPr>
            <p:nvPr/>
          </p:nvSpPr>
          <p:spPr bwMode="auto">
            <a:xfrm rot="2694527">
              <a:off x="9157840" y="4269478"/>
              <a:ext cx="617519" cy="133125"/>
            </a:xfrm>
            <a:prstGeom prst="rect">
              <a:avLst/>
            </a:prstGeom>
            <a:noFill/>
            <a:ln w="9525" algn="ctr">
              <a:noFill/>
              <a:miter lim="800000"/>
              <a:headEnd/>
              <a:tailEnd/>
            </a:ln>
          </p:spPr>
          <p:txBody>
            <a:bodyPr wrap="none" lIns="0" tIns="0" rIns="0" bIns="0" anchor="ctr">
              <a:spAutoFit/>
            </a:bodyPr>
            <a:lstStyle/>
            <a:p>
              <a:pPr algn="ctr" eaLnBrk="1" hangingPunct="1">
                <a:spcBef>
                  <a:spcPct val="20000"/>
                </a:spcBef>
              </a:pPr>
              <a:r>
                <a:rPr lang="en-GB" altLang="ja-JP" sz="800" b="1" dirty="0">
                  <a:latin typeface="Aptos" panose="020B0004020202020204" pitchFamily="34" charset="0"/>
                  <a:ea typeface="ＭＳ Ｐゴシック" charset="-128"/>
                  <a:cs typeface="Arial" pitchFamily="34" charset="0"/>
                </a:rPr>
                <a:t>ROCE = CoC</a:t>
              </a:r>
            </a:p>
          </p:txBody>
        </p:sp>
        <p:sp>
          <p:nvSpPr>
            <p:cNvPr id="40" name="Text Box 14"/>
            <p:cNvSpPr txBox="1">
              <a:spLocks noChangeArrowheads="1"/>
            </p:cNvSpPr>
            <p:nvPr/>
          </p:nvSpPr>
          <p:spPr bwMode="auto">
            <a:xfrm>
              <a:off x="7066619" y="2071357"/>
              <a:ext cx="220055" cy="133125"/>
            </a:xfrm>
            <a:prstGeom prst="rect">
              <a:avLst/>
            </a:prstGeom>
            <a:noFill/>
            <a:ln w="9525">
              <a:noFill/>
              <a:miter lim="800000"/>
              <a:headEnd type="none" w="sm" len="sm"/>
              <a:tailEnd type="none" w="med" len="lg"/>
            </a:ln>
          </p:spPr>
          <p:txBody>
            <a:bodyPr wrap="none" lIns="0" tIns="0" rIns="0" bIns="0" anchor="ctr">
              <a:spAutoFit/>
            </a:bodyPr>
            <a:lstStyle/>
            <a:p>
              <a:pPr algn="r" eaLnBrk="1" hangingPunct="1">
                <a:spcBef>
                  <a:spcPct val="20000"/>
                </a:spcBef>
              </a:pPr>
              <a:r>
                <a:rPr lang="en-GB" altLang="ja-JP" sz="800" i="1" dirty="0">
                  <a:latin typeface="Aptos" panose="020B0004020202020204" pitchFamily="34" charset="0"/>
                  <a:ea typeface="ＭＳ Ｐゴシック" charset="-128"/>
                  <a:cs typeface="Arial" pitchFamily="34" charset="0"/>
                </a:rPr>
                <a:t>High</a:t>
              </a:r>
            </a:p>
          </p:txBody>
        </p:sp>
        <p:sp>
          <p:nvSpPr>
            <p:cNvPr id="41" name="Text Box 15"/>
            <p:cNvSpPr txBox="1">
              <a:spLocks noChangeArrowheads="1"/>
            </p:cNvSpPr>
            <p:nvPr/>
          </p:nvSpPr>
          <p:spPr bwMode="auto">
            <a:xfrm>
              <a:off x="7090500" y="4859104"/>
              <a:ext cx="196173" cy="133125"/>
            </a:xfrm>
            <a:prstGeom prst="rect">
              <a:avLst/>
            </a:prstGeom>
            <a:noFill/>
            <a:ln w="9525">
              <a:noFill/>
              <a:miter lim="800000"/>
              <a:headEnd type="none" w="sm" len="sm"/>
              <a:tailEnd type="none" w="med" len="lg"/>
            </a:ln>
          </p:spPr>
          <p:txBody>
            <a:bodyPr wrap="none" lIns="0" tIns="0" rIns="0" bIns="0" anchor="ctr">
              <a:spAutoFit/>
            </a:bodyPr>
            <a:lstStyle/>
            <a:p>
              <a:pPr algn="r" eaLnBrk="1" hangingPunct="1">
                <a:spcBef>
                  <a:spcPct val="20000"/>
                </a:spcBef>
              </a:pPr>
              <a:r>
                <a:rPr lang="en-GB" altLang="ja-JP" sz="800" i="1" dirty="0">
                  <a:latin typeface="Aptos" panose="020B0004020202020204" pitchFamily="34" charset="0"/>
                  <a:ea typeface="ＭＳ Ｐゴシック" charset="-128"/>
                  <a:cs typeface="Arial" pitchFamily="34" charset="0"/>
                </a:rPr>
                <a:t>Low</a:t>
              </a:r>
            </a:p>
          </p:txBody>
        </p:sp>
        <p:sp>
          <p:nvSpPr>
            <p:cNvPr id="42" name="Line 10"/>
            <p:cNvSpPr>
              <a:spLocks noChangeShapeType="1"/>
            </p:cNvSpPr>
            <p:nvPr/>
          </p:nvSpPr>
          <p:spPr bwMode="auto">
            <a:xfrm flipV="1">
              <a:off x="8854792" y="3539753"/>
              <a:ext cx="1449387" cy="0"/>
            </a:xfrm>
            <a:prstGeom prst="line">
              <a:avLst/>
            </a:prstGeom>
            <a:noFill/>
            <a:ln w="9525">
              <a:solidFill>
                <a:schemeClr val="bg1"/>
              </a:solidFill>
              <a:round/>
              <a:headEnd/>
              <a:tailEnd/>
            </a:ln>
          </p:spPr>
          <p:txBody>
            <a:bodyPr/>
            <a:lstStyle/>
            <a:p>
              <a:pPr eaLnBrk="1" hangingPunct="1">
                <a:spcBef>
                  <a:spcPct val="20000"/>
                </a:spcBef>
              </a:pPr>
              <a:endParaRPr lang="en-US" sz="800" b="1" dirty="0">
                <a:solidFill>
                  <a:srgbClr val="002776"/>
                </a:solidFill>
                <a:latin typeface="Aptos" panose="020B0004020202020204" pitchFamily="34" charset="0"/>
                <a:cs typeface="Arial" pitchFamily="34" charset="0"/>
              </a:endParaRPr>
            </a:p>
          </p:txBody>
        </p:sp>
        <p:sp>
          <p:nvSpPr>
            <p:cNvPr id="43" name="Line 9"/>
            <p:cNvSpPr>
              <a:spLocks noChangeShapeType="1"/>
            </p:cNvSpPr>
            <p:nvPr/>
          </p:nvSpPr>
          <p:spPr bwMode="auto">
            <a:xfrm flipH="1">
              <a:off x="8832566" y="3544517"/>
              <a:ext cx="12700" cy="1449387"/>
            </a:xfrm>
            <a:prstGeom prst="line">
              <a:avLst/>
            </a:prstGeom>
            <a:noFill/>
            <a:ln w="9525">
              <a:solidFill>
                <a:schemeClr val="tx2"/>
              </a:solidFill>
              <a:round/>
              <a:headEnd/>
              <a:tailEnd/>
            </a:ln>
          </p:spPr>
          <p:txBody>
            <a:bodyPr/>
            <a:lstStyle/>
            <a:p>
              <a:pPr eaLnBrk="1" hangingPunct="1">
                <a:spcBef>
                  <a:spcPct val="20000"/>
                </a:spcBef>
              </a:pPr>
              <a:endParaRPr lang="en-US" sz="800" b="1" dirty="0">
                <a:solidFill>
                  <a:srgbClr val="002776"/>
                </a:solidFill>
                <a:latin typeface="Aptos" panose="020B0004020202020204" pitchFamily="34" charset="0"/>
                <a:cs typeface="Arial" pitchFamily="34" charset="0"/>
              </a:endParaRPr>
            </a:p>
          </p:txBody>
        </p:sp>
        <p:sp>
          <p:nvSpPr>
            <p:cNvPr id="44" name="Line 9"/>
            <p:cNvSpPr>
              <a:spLocks noChangeShapeType="1"/>
            </p:cNvSpPr>
            <p:nvPr/>
          </p:nvSpPr>
          <p:spPr bwMode="auto">
            <a:xfrm flipH="1">
              <a:off x="8846853" y="2052266"/>
              <a:ext cx="12700" cy="1484312"/>
            </a:xfrm>
            <a:prstGeom prst="line">
              <a:avLst/>
            </a:prstGeom>
            <a:noFill/>
            <a:ln w="9525">
              <a:solidFill>
                <a:schemeClr val="bg1"/>
              </a:solidFill>
              <a:round/>
              <a:headEnd/>
              <a:tailEnd/>
            </a:ln>
          </p:spPr>
          <p:txBody>
            <a:bodyPr/>
            <a:lstStyle/>
            <a:p>
              <a:pPr eaLnBrk="1" hangingPunct="1">
                <a:spcBef>
                  <a:spcPct val="20000"/>
                </a:spcBef>
              </a:pPr>
              <a:endParaRPr lang="en-US" sz="800" b="1" dirty="0">
                <a:solidFill>
                  <a:srgbClr val="002776"/>
                </a:solidFill>
                <a:latin typeface="Aptos" panose="020B0004020202020204" pitchFamily="34" charset="0"/>
                <a:cs typeface="Arial" pitchFamily="34" charset="0"/>
              </a:endParaRPr>
            </a:p>
          </p:txBody>
        </p:sp>
      </p:grpSp>
    </p:spTree>
    <p:extLst>
      <p:ext uri="{BB962C8B-B14F-4D97-AF65-F5344CB8AC3E}">
        <p14:creationId xmlns:p14="http://schemas.microsoft.com/office/powerpoint/2010/main" val="2133129224"/>
      </p:ext>
    </p:extLst>
  </p:cSld>
  <p:clrMapOvr>
    <a:masterClrMapping/>
  </p:clrMapOvr>
  <p:transition>
    <p:fade/>
  </p:transition>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2E825B15-8227-4E88-AFB1-EF91C58D7FC9}"/>
              </a:ext>
            </a:extLst>
          </p:cNvPr>
          <p:cNvSpPr>
            <a:spLocks noGrp="1"/>
          </p:cNvSpPr>
          <p:nvPr>
            <p:ph sz="quarter" idx="10"/>
          </p:nvPr>
        </p:nvSpPr>
        <p:spPr/>
        <p:txBody>
          <a:bodyPr/>
          <a:lstStyle/>
          <a:p>
            <a:pPr lvl="1"/>
            <a:r>
              <a:rPr lang="en-GB" dirty="0"/>
              <a:t>This is a level 1 bullet. This is dummy text it is not here to be read</a:t>
            </a:r>
          </a:p>
          <a:p>
            <a:pPr lvl="1"/>
            <a:r>
              <a:rPr lang="en-GB" dirty="0"/>
              <a:t>This is a level 1 bullet. This is dummy text it is not here to be read</a:t>
            </a:r>
          </a:p>
          <a:p>
            <a:pPr lvl="1"/>
            <a:r>
              <a:rPr lang="en-GB" dirty="0"/>
              <a:t>This is a level 1 bullet. This is dummy text it is not here to be read</a:t>
            </a:r>
          </a:p>
          <a:p>
            <a:pPr lvl="2"/>
            <a:r>
              <a:rPr lang="en-GB" dirty="0"/>
              <a:t>This is a level 2 bullet</a:t>
            </a:r>
          </a:p>
          <a:p>
            <a:pPr lvl="2"/>
            <a:r>
              <a:rPr lang="en-GB" dirty="0"/>
              <a:t>This is a level 2 bullet</a:t>
            </a:r>
          </a:p>
          <a:p>
            <a:pPr lvl="2"/>
            <a:r>
              <a:rPr lang="en-GB" dirty="0"/>
              <a:t>This is a level 2 bullet</a:t>
            </a:r>
          </a:p>
          <a:p>
            <a:endParaRPr lang="en-US" dirty="0"/>
          </a:p>
        </p:txBody>
      </p:sp>
      <p:sp>
        <p:nvSpPr>
          <p:cNvPr id="6" name="Text Placeholder 5">
            <a:extLst>
              <a:ext uri="{FF2B5EF4-FFF2-40B4-BE49-F238E27FC236}">
                <a16:creationId xmlns:a16="http://schemas.microsoft.com/office/drawing/2014/main" id="{58E1341B-8418-4D64-8A06-918976315860}"/>
              </a:ext>
            </a:extLst>
          </p:cNvPr>
          <p:cNvSpPr>
            <a:spLocks noGrp="1"/>
          </p:cNvSpPr>
          <p:nvPr>
            <p:ph sz="quarter" idx="20"/>
          </p:nvPr>
        </p:nvSpPr>
        <p:spPr/>
        <p:txBody>
          <a:bodyPr/>
          <a:lstStyle/>
          <a:p>
            <a:r>
              <a:rPr lang="en-US" dirty="0"/>
              <a:t>Chart title runs here (units)</a:t>
            </a:r>
          </a:p>
        </p:txBody>
      </p:sp>
      <p:sp>
        <p:nvSpPr>
          <p:cNvPr id="4" name="Text Placeholder 3">
            <a:extLst>
              <a:ext uri="{FF2B5EF4-FFF2-40B4-BE49-F238E27FC236}">
                <a16:creationId xmlns:a16="http://schemas.microsoft.com/office/drawing/2014/main" id="{C69FF740-DB16-44AA-ABC4-9AD6953716D9}"/>
              </a:ext>
            </a:extLst>
          </p:cNvPr>
          <p:cNvSpPr>
            <a:spLocks noGrp="1"/>
          </p:cNvSpPr>
          <p:nvPr>
            <p:ph type="body" sz="quarter" idx="13"/>
          </p:nvPr>
        </p:nvSpPr>
        <p:spPr/>
        <p:txBody>
          <a:bodyPr/>
          <a:lstStyle/>
          <a:p>
            <a:r>
              <a:rPr lang="en-US" dirty="0"/>
              <a:t>Subtitle</a:t>
            </a:r>
          </a:p>
        </p:txBody>
      </p:sp>
      <p:sp>
        <p:nvSpPr>
          <p:cNvPr id="776193" name="Title 1"/>
          <p:cNvSpPr>
            <a:spLocks noGrp="1"/>
          </p:cNvSpPr>
          <p:nvPr>
            <p:ph type="title"/>
          </p:nvPr>
        </p:nvSpPr>
        <p:spPr/>
        <p:txBody>
          <a:bodyPr/>
          <a:lstStyle/>
          <a:p>
            <a:r>
              <a:rPr lang="en-US"/>
              <a:t>Business portfolio 3x3</a:t>
            </a:r>
            <a:endParaRPr lang="en-US" dirty="0"/>
          </a:p>
        </p:txBody>
      </p:sp>
      <p:sp>
        <p:nvSpPr>
          <p:cNvPr id="776195" name="Rectangle 3"/>
          <p:cNvSpPr>
            <a:spLocks noChangeArrowheads="1"/>
          </p:cNvSpPr>
          <p:nvPr/>
        </p:nvSpPr>
        <p:spPr bwMode="auto">
          <a:xfrm>
            <a:off x="5280970" y="2317877"/>
            <a:ext cx="665049" cy="237629"/>
          </a:xfrm>
          <a:prstGeom prst="rect">
            <a:avLst/>
          </a:prstGeom>
          <a:noFill/>
          <a:ln w="9525">
            <a:noFill/>
            <a:miter lim="800000"/>
            <a:headEnd/>
            <a:tailEnd/>
          </a:ln>
        </p:spPr>
        <p:txBody>
          <a:bodyPr wrap="square" lIns="0" tIns="0" rIns="0" bIns="0" anchor="ctr" anchorCtr="1">
            <a:spAutoFit/>
          </a:bodyPr>
          <a:lstStyle/>
          <a:p>
            <a:pPr algn="ctr" defTabSz="724910">
              <a:lnSpc>
                <a:spcPct val="95000"/>
              </a:lnSpc>
              <a:spcAft>
                <a:spcPct val="37000"/>
              </a:spcAft>
            </a:pPr>
            <a:r>
              <a:rPr lang="en-US" sz="800" i="1" dirty="0">
                <a:latin typeface="Aptos" panose="020B0004020202020204" pitchFamily="34" charset="0"/>
                <a:ea typeface="ＭＳ Ｐゴシック" charset="-128"/>
              </a:rPr>
              <a:t>Competitive position</a:t>
            </a:r>
          </a:p>
        </p:txBody>
      </p:sp>
      <p:sp>
        <p:nvSpPr>
          <p:cNvPr id="776196" name="Rectangle 4"/>
          <p:cNvSpPr>
            <a:spLocks noChangeArrowheads="1"/>
          </p:cNvSpPr>
          <p:nvPr/>
        </p:nvSpPr>
        <p:spPr bwMode="auto">
          <a:xfrm>
            <a:off x="5728944" y="4558187"/>
            <a:ext cx="184346" cy="118815"/>
          </a:xfrm>
          <a:prstGeom prst="rect">
            <a:avLst/>
          </a:prstGeom>
          <a:noFill/>
          <a:ln w="9525">
            <a:noFill/>
            <a:miter lim="800000"/>
            <a:headEnd/>
            <a:tailEnd/>
          </a:ln>
        </p:spPr>
        <p:txBody>
          <a:bodyPr wrap="none" lIns="0" tIns="0" rIns="0" bIns="0" anchor="ctr" anchorCtr="1">
            <a:spAutoFit/>
          </a:bodyPr>
          <a:lstStyle/>
          <a:p>
            <a:pPr algn="r" defTabSz="724910">
              <a:lnSpc>
                <a:spcPct val="95000"/>
              </a:lnSpc>
              <a:spcAft>
                <a:spcPct val="37000"/>
              </a:spcAft>
            </a:pPr>
            <a:r>
              <a:rPr lang="en-US" sz="813" dirty="0">
                <a:latin typeface="Aptos" panose="020B0004020202020204" pitchFamily="34" charset="0"/>
                <a:ea typeface="ＭＳ Ｐゴシック" charset="-128"/>
              </a:rPr>
              <a:t>Low</a:t>
            </a:r>
          </a:p>
        </p:txBody>
      </p:sp>
      <p:sp>
        <p:nvSpPr>
          <p:cNvPr id="776197" name="Rectangle 5"/>
          <p:cNvSpPr>
            <a:spLocks noChangeArrowheads="1"/>
          </p:cNvSpPr>
          <p:nvPr/>
        </p:nvSpPr>
        <p:spPr bwMode="auto">
          <a:xfrm>
            <a:off x="5547806" y="3667787"/>
            <a:ext cx="365486" cy="118815"/>
          </a:xfrm>
          <a:prstGeom prst="rect">
            <a:avLst/>
          </a:prstGeom>
          <a:noFill/>
          <a:ln w="9525">
            <a:noFill/>
            <a:miter lim="800000"/>
            <a:headEnd/>
            <a:tailEnd/>
          </a:ln>
        </p:spPr>
        <p:txBody>
          <a:bodyPr wrap="none" lIns="0" tIns="0" rIns="0" bIns="0" anchor="ctr" anchorCtr="1">
            <a:spAutoFit/>
          </a:bodyPr>
          <a:lstStyle/>
          <a:p>
            <a:pPr algn="r" defTabSz="724910">
              <a:lnSpc>
                <a:spcPct val="95000"/>
              </a:lnSpc>
              <a:spcAft>
                <a:spcPct val="37000"/>
              </a:spcAft>
            </a:pPr>
            <a:r>
              <a:rPr lang="en-US" sz="800" dirty="0">
                <a:latin typeface="Aptos" panose="020B0004020202020204" pitchFamily="34" charset="0"/>
                <a:ea typeface="ＭＳ Ｐゴシック" charset="-128"/>
              </a:rPr>
              <a:t>Medium</a:t>
            </a:r>
          </a:p>
        </p:txBody>
      </p:sp>
      <p:sp>
        <p:nvSpPr>
          <p:cNvPr id="776198" name="Rectangle 6"/>
          <p:cNvSpPr>
            <a:spLocks noChangeArrowheads="1"/>
          </p:cNvSpPr>
          <p:nvPr/>
        </p:nvSpPr>
        <p:spPr bwMode="auto">
          <a:xfrm>
            <a:off x="5706502" y="2691661"/>
            <a:ext cx="206788" cy="118815"/>
          </a:xfrm>
          <a:prstGeom prst="rect">
            <a:avLst/>
          </a:prstGeom>
          <a:noFill/>
          <a:ln w="9525">
            <a:noFill/>
            <a:miter lim="800000"/>
            <a:headEnd/>
            <a:tailEnd/>
          </a:ln>
        </p:spPr>
        <p:txBody>
          <a:bodyPr wrap="none" lIns="0" tIns="0" rIns="0" bIns="0" anchor="ctr" anchorCtr="1">
            <a:spAutoFit/>
          </a:bodyPr>
          <a:lstStyle/>
          <a:p>
            <a:pPr algn="r" defTabSz="724910">
              <a:lnSpc>
                <a:spcPct val="95000"/>
              </a:lnSpc>
              <a:spcAft>
                <a:spcPct val="37000"/>
              </a:spcAft>
            </a:pPr>
            <a:r>
              <a:rPr lang="en-US" sz="813" i="1" dirty="0">
                <a:latin typeface="Aptos" panose="020B0004020202020204" pitchFamily="34" charset="0"/>
                <a:ea typeface="ＭＳ Ｐゴシック" charset="-128"/>
              </a:rPr>
              <a:t>High</a:t>
            </a:r>
          </a:p>
        </p:txBody>
      </p:sp>
      <p:sp>
        <p:nvSpPr>
          <p:cNvPr id="776199" name="Rectangle 7"/>
          <p:cNvSpPr>
            <a:spLocks noChangeArrowheads="1"/>
          </p:cNvSpPr>
          <p:nvPr/>
        </p:nvSpPr>
        <p:spPr bwMode="auto">
          <a:xfrm>
            <a:off x="6647019" y="5292421"/>
            <a:ext cx="1376980" cy="118815"/>
          </a:xfrm>
          <a:prstGeom prst="rect">
            <a:avLst/>
          </a:prstGeom>
          <a:noFill/>
          <a:ln w="9525">
            <a:noFill/>
            <a:miter lim="800000"/>
            <a:headEnd/>
            <a:tailEnd/>
          </a:ln>
        </p:spPr>
        <p:txBody>
          <a:bodyPr wrap="none" lIns="0" tIns="0" rIns="0" bIns="0" anchor="ctr" anchorCtr="1">
            <a:spAutoFit/>
          </a:bodyPr>
          <a:lstStyle/>
          <a:p>
            <a:pPr defTabSz="724910">
              <a:lnSpc>
                <a:spcPct val="95000"/>
              </a:lnSpc>
              <a:spcAft>
                <a:spcPct val="37000"/>
              </a:spcAft>
            </a:pPr>
            <a:r>
              <a:rPr lang="en-US" sz="800" i="1" dirty="0">
                <a:latin typeface="Aptos" panose="020B0004020202020204" pitchFamily="34" charset="0"/>
                <a:ea typeface="ＭＳ Ｐゴシック" charset="-128"/>
              </a:rPr>
              <a:t>Product/market attractiveness</a:t>
            </a:r>
          </a:p>
        </p:txBody>
      </p:sp>
      <p:sp>
        <p:nvSpPr>
          <p:cNvPr id="776200" name="Rectangle 8"/>
          <p:cNvSpPr>
            <a:spLocks noChangeArrowheads="1"/>
          </p:cNvSpPr>
          <p:nvPr/>
        </p:nvSpPr>
        <p:spPr bwMode="auto">
          <a:xfrm>
            <a:off x="6283181" y="5110733"/>
            <a:ext cx="184346" cy="118815"/>
          </a:xfrm>
          <a:prstGeom prst="rect">
            <a:avLst/>
          </a:prstGeom>
          <a:noFill/>
          <a:ln w="9525">
            <a:noFill/>
            <a:miter lim="800000"/>
            <a:headEnd/>
            <a:tailEnd/>
          </a:ln>
        </p:spPr>
        <p:txBody>
          <a:bodyPr wrap="none" lIns="0" tIns="0" rIns="0" bIns="0" anchor="ctr" anchorCtr="1">
            <a:spAutoFit/>
          </a:bodyPr>
          <a:lstStyle/>
          <a:p>
            <a:pPr defTabSz="724910">
              <a:lnSpc>
                <a:spcPct val="95000"/>
              </a:lnSpc>
              <a:spcAft>
                <a:spcPct val="37000"/>
              </a:spcAft>
            </a:pPr>
            <a:r>
              <a:rPr lang="en-US" sz="800" i="1" dirty="0">
                <a:latin typeface="Aptos" panose="020B0004020202020204" pitchFamily="34" charset="0"/>
                <a:ea typeface="ＭＳ Ｐゴシック" charset="-128"/>
              </a:rPr>
              <a:t>Low</a:t>
            </a:r>
          </a:p>
        </p:txBody>
      </p:sp>
      <p:sp>
        <p:nvSpPr>
          <p:cNvPr id="776201" name="Rectangle 9"/>
          <p:cNvSpPr>
            <a:spLocks noChangeArrowheads="1"/>
          </p:cNvSpPr>
          <p:nvPr/>
        </p:nvSpPr>
        <p:spPr bwMode="auto">
          <a:xfrm>
            <a:off x="7147808" y="5110733"/>
            <a:ext cx="365485" cy="118815"/>
          </a:xfrm>
          <a:prstGeom prst="rect">
            <a:avLst/>
          </a:prstGeom>
          <a:noFill/>
          <a:ln w="9525">
            <a:noFill/>
            <a:miter lim="800000"/>
            <a:headEnd/>
            <a:tailEnd/>
          </a:ln>
        </p:spPr>
        <p:txBody>
          <a:bodyPr wrap="none" lIns="0" tIns="0" rIns="0" bIns="0" anchor="ctr" anchorCtr="1">
            <a:spAutoFit/>
          </a:bodyPr>
          <a:lstStyle/>
          <a:p>
            <a:pPr defTabSz="724910">
              <a:lnSpc>
                <a:spcPct val="95000"/>
              </a:lnSpc>
              <a:spcAft>
                <a:spcPct val="37000"/>
              </a:spcAft>
            </a:pPr>
            <a:r>
              <a:rPr lang="en-US" sz="800" i="1" dirty="0">
                <a:latin typeface="Aptos" panose="020B0004020202020204" pitchFamily="34" charset="0"/>
                <a:ea typeface="ＭＳ Ｐゴシック" charset="-128"/>
              </a:rPr>
              <a:t>Medium</a:t>
            </a:r>
          </a:p>
        </p:txBody>
      </p:sp>
      <p:sp>
        <p:nvSpPr>
          <p:cNvPr id="776202" name="Rectangle 10"/>
          <p:cNvSpPr>
            <a:spLocks noChangeArrowheads="1"/>
          </p:cNvSpPr>
          <p:nvPr/>
        </p:nvSpPr>
        <p:spPr bwMode="auto">
          <a:xfrm>
            <a:off x="8219150" y="5110733"/>
            <a:ext cx="206788" cy="118815"/>
          </a:xfrm>
          <a:prstGeom prst="rect">
            <a:avLst/>
          </a:prstGeom>
          <a:noFill/>
          <a:ln w="9525">
            <a:noFill/>
            <a:miter lim="800000"/>
            <a:headEnd/>
            <a:tailEnd/>
          </a:ln>
        </p:spPr>
        <p:txBody>
          <a:bodyPr wrap="none" lIns="0" tIns="0" rIns="0" bIns="0" anchor="ctr" anchorCtr="1">
            <a:spAutoFit/>
          </a:bodyPr>
          <a:lstStyle/>
          <a:p>
            <a:pPr defTabSz="724910">
              <a:lnSpc>
                <a:spcPct val="95000"/>
              </a:lnSpc>
              <a:spcAft>
                <a:spcPct val="37000"/>
              </a:spcAft>
            </a:pPr>
            <a:r>
              <a:rPr lang="en-US" sz="800" i="1" dirty="0">
                <a:latin typeface="Aptos" panose="020B0004020202020204" pitchFamily="34" charset="0"/>
                <a:ea typeface="ＭＳ Ｐゴシック" charset="-128"/>
              </a:rPr>
              <a:t>High</a:t>
            </a:r>
          </a:p>
        </p:txBody>
      </p:sp>
      <p:grpSp>
        <p:nvGrpSpPr>
          <p:cNvPr id="26" name="Group 25"/>
          <p:cNvGrpSpPr>
            <a:grpSpLocks noChangeAspect="1"/>
          </p:cNvGrpSpPr>
          <p:nvPr/>
        </p:nvGrpSpPr>
        <p:grpSpPr>
          <a:xfrm>
            <a:off x="5947006" y="2309005"/>
            <a:ext cx="2771496" cy="2771496"/>
            <a:chOff x="2682000" y="1749098"/>
            <a:chExt cx="3780000" cy="3780000"/>
          </a:xfrm>
          <a:solidFill>
            <a:srgbClr val="00A1DE"/>
          </a:solidFill>
        </p:grpSpPr>
        <p:sp>
          <p:nvSpPr>
            <p:cNvPr id="12" name="Rectangle 11"/>
            <p:cNvSpPr>
              <a:spLocks noChangeArrowheads="1"/>
            </p:cNvSpPr>
            <p:nvPr/>
          </p:nvSpPr>
          <p:spPr bwMode="blackWhite">
            <a:xfrm>
              <a:off x="2682000" y="1749098"/>
              <a:ext cx="1260000" cy="1260000"/>
            </a:xfrm>
            <a:prstGeom prst="rect">
              <a:avLst/>
            </a:prstGeom>
            <a:solidFill>
              <a:schemeClr val="accent3"/>
            </a:solidFill>
            <a:ln w="9525">
              <a:solidFill>
                <a:schemeClr val="bg1"/>
              </a:solidFill>
              <a:miter lim="800000"/>
              <a:headEnd/>
              <a:tailEnd/>
            </a:ln>
          </p:spPr>
          <p:txBody>
            <a:bodyPr wrap="none" anchor="ctr"/>
            <a:lstStyle/>
            <a:p>
              <a:pPr algn="ctr">
                <a:defRPr/>
              </a:pPr>
              <a:endParaRPr lang="en-US" sz="975" dirty="0">
                <a:solidFill>
                  <a:schemeClr val="tx2"/>
                </a:solidFill>
              </a:endParaRPr>
            </a:p>
          </p:txBody>
        </p:sp>
        <p:sp>
          <p:nvSpPr>
            <p:cNvPr id="13" name="Rectangle 12"/>
            <p:cNvSpPr>
              <a:spLocks noChangeArrowheads="1"/>
            </p:cNvSpPr>
            <p:nvPr/>
          </p:nvSpPr>
          <p:spPr bwMode="blackWhite">
            <a:xfrm>
              <a:off x="3942000" y="1749098"/>
              <a:ext cx="1260000" cy="1260000"/>
            </a:xfrm>
            <a:prstGeom prst="rect">
              <a:avLst/>
            </a:prstGeom>
            <a:solidFill>
              <a:schemeClr val="accent3"/>
            </a:solidFill>
            <a:ln w="9525">
              <a:solidFill>
                <a:schemeClr val="bg1"/>
              </a:solidFill>
              <a:miter lim="800000"/>
              <a:headEnd/>
              <a:tailEnd/>
            </a:ln>
          </p:spPr>
          <p:txBody>
            <a:bodyPr wrap="none" anchor="ctr"/>
            <a:lstStyle/>
            <a:p>
              <a:pPr algn="ctr">
                <a:defRPr/>
              </a:pPr>
              <a:endParaRPr lang="en-US" sz="975" dirty="0">
                <a:solidFill>
                  <a:schemeClr val="tx2"/>
                </a:solidFill>
              </a:endParaRPr>
            </a:p>
          </p:txBody>
        </p:sp>
        <p:sp>
          <p:nvSpPr>
            <p:cNvPr id="14" name="Rectangle 13"/>
            <p:cNvSpPr>
              <a:spLocks noChangeArrowheads="1"/>
            </p:cNvSpPr>
            <p:nvPr/>
          </p:nvSpPr>
          <p:spPr bwMode="blackWhite">
            <a:xfrm>
              <a:off x="5202000" y="1749098"/>
              <a:ext cx="1260000" cy="1260000"/>
            </a:xfrm>
            <a:prstGeom prst="rect">
              <a:avLst/>
            </a:prstGeom>
            <a:solidFill>
              <a:schemeClr val="accent3"/>
            </a:solidFill>
            <a:ln w="9525">
              <a:solidFill>
                <a:schemeClr val="bg1"/>
              </a:solidFill>
              <a:miter lim="800000"/>
              <a:headEnd/>
              <a:tailEnd/>
            </a:ln>
          </p:spPr>
          <p:txBody>
            <a:bodyPr wrap="none" anchor="ctr"/>
            <a:lstStyle/>
            <a:p>
              <a:pPr algn="ctr">
                <a:defRPr/>
              </a:pPr>
              <a:endParaRPr lang="en-US" sz="975" dirty="0">
                <a:solidFill>
                  <a:schemeClr val="tx2"/>
                </a:solidFill>
              </a:endParaRPr>
            </a:p>
          </p:txBody>
        </p:sp>
        <p:sp>
          <p:nvSpPr>
            <p:cNvPr id="15" name="Rectangle 14"/>
            <p:cNvSpPr>
              <a:spLocks noChangeArrowheads="1"/>
            </p:cNvSpPr>
            <p:nvPr/>
          </p:nvSpPr>
          <p:spPr bwMode="blackWhite">
            <a:xfrm>
              <a:off x="2682000" y="3009098"/>
              <a:ext cx="1260000" cy="1260000"/>
            </a:xfrm>
            <a:prstGeom prst="rect">
              <a:avLst/>
            </a:prstGeom>
            <a:solidFill>
              <a:schemeClr val="accent3"/>
            </a:solidFill>
            <a:ln w="9525">
              <a:solidFill>
                <a:schemeClr val="bg1"/>
              </a:solidFill>
              <a:miter lim="800000"/>
              <a:headEnd/>
              <a:tailEnd/>
            </a:ln>
          </p:spPr>
          <p:txBody>
            <a:bodyPr wrap="none" anchor="ctr"/>
            <a:lstStyle/>
            <a:p>
              <a:pPr algn="ctr">
                <a:defRPr/>
              </a:pPr>
              <a:endParaRPr lang="en-US" sz="975" dirty="0">
                <a:solidFill>
                  <a:schemeClr val="tx2"/>
                </a:solidFill>
              </a:endParaRPr>
            </a:p>
          </p:txBody>
        </p:sp>
        <p:sp>
          <p:nvSpPr>
            <p:cNvPr id="16" name="Rectangle 15"/>
            <p:cNvSpPr>
              <a:spLocks noChangeArrowheads="1"/>
            </p:cNvSpPr>
            <p:nvPr/>
          </p:nvSpPr>
          <p:spPr bwMode="blackWhite">
            <a:xfrm>
              <a:off x="3942000" y="3009098"/>
              <a:ext cx="1260000" cy="1260000"/>
            </a:xfrm>
            <a:prstGeom prst="rect">
              <a:avLst/>
            </a:prstGeom>
            <a:solidFill>
              <a:schemeClr val="accent3"/>
            </a:solidFill>
            <a:ln w="9525">
              <a:solidFill>
                <a:schemeClr val="bg1"/>
              </a:solidFill>
              <a:miter lim="800000"/>
              <a:headEnd/>
              <a:tailEnd/>
            </a:ln>
          </p:spPr>
          <p:txBody>
            <a:bodyPr wrap="none" anchor="ctr"/>
            <a:lstStyle/>
            <a:p>
              <a:pPr algn="ctr">
                <a:defRPr/>
              </a:pPr>
              <a:endParaRPr lang="en-US" sz="975" dirty="0">
                <a:solidFill>
                  <a:schemeClr val="tx2"/>
                </a:solidFill>
              </a:endParaRPr>
            </a:p>
          </p:txBody>
        </p:sp>
        <p:sp>
          <p:nvSpPr>
            <p:cNvPr id="17" name="Rectangle 16"/>
            <p:cNvSpPr>
              <a:spLocks noChangeArrowheads="1"/>
            </p:cNvSpPr>
            <p:nvPr/>
          </p:nvSpPr>
          <p:spPr bwMode="blackWhite">
            <a:xfrm>
              <a:off x="5202000" y="3009098"/>
              <a:ext cx="1260000" cy="1260000"/>
            </a:xfrm>
            <a:prstGeom prst="rect">
              <a:avLst/>
            </a:prstGeom>
            <a:solidFill>
              <a:schemeClr val="accent3"/>
            </a:solidFill>
            <a:ln w="9525">
              <a:solidFill>
                <a:schemeClr val="bg1"/>
              </a:solidFill>
              <a:miter lim="800000"/>
              <a:headEnd/>
              <a:tailEnd/>
            </a:ln>
          </p:spPr>
          <p:txBody>
            <a:bodyPr wrap="none" anchor="ctr"/>
            <a:lstStyle/>
            <a:p>
              <a:pPr algn="ctr">
                <a:defRPr/>
              </a:pPr>
              <a:endParaRPr lang="en-US" sz="975" dirty="0">
                <a:solidFill>
                  <a:schemeClr val="tx2"/>
                </a:solidFill>
              </a:endParaRPr>
            </a:p>
          </p:txBody>
        </p:sp>
        <p:sp>
          <p:nvSpPr>
            <p:cNvPr id="18" name="Rectangle 17"/>
            <p:cNvSpPr>
              <a:spLocks noChangeArrowheads="1"/>
            </p:cNvSpPr>
            <p:nvPr/>
          </p:nvSpPr>
          <p:spPr bwMode="blackWhite">
            <a:xfrm>
              <a:off x="2682000" y="4269098"/>
              <a:ext cx="1260000" cy="1260000"/>
            </a:xfrm>
            <a:prstGeom prst="rect">
              <a:avLst/>
            </a:prstGeom>
            <a:solidFill>
              <a:schemeClr val="accent3"/>
            </a:solidFill>
            <a:ln w="9525">
              <a:solidFill>
                <a:schemeClr val="bg1"/>
              </a:solidFill>
              <a:miter lim="800000"/>
              <a:headEnd/>
              <a:tailEnd/>
            </a:ln>
          </p:spPr>
          <p:txBody>
            <a:bodyPr wrap="none" anchor="ctr"/>
            <a:lstStyle/>
            <a:p>
              <a:pPr algn="ctr">
                <a:defRPr/>
              </a:pPr>
              <a:endParaRPr lang="en-US" sz="975" dirty="0">
                <a:solidFill>
                  <a:schemeClr val="tx2"/>
                </a:solidFill>
              </a:endParaRPr>
            </a:p>
          </p:txBody>
        </p:sp>
        <p:sp>
          <p:nvSpPr>
            <p:cNvPr id="19" name="Rectangle 18"/>
            <p:cNvSpPr>
              <a:spLocks noChangeArrowheads="1"/>
            </p:cNvSpPr>
            <p:nvPr/>
          </p:nvSpPr>
          <p:spPr bwMode="blackWhite">
            <a:xfrm>
              <a:off x="3942000" y="4269098"/>
              <a:ext cx="1260000" cy="1260000"/>
            </a:xfrm>
            <a:prstGeom prst="rect">
              <a:avLst/>
            </a:prstGeom>
            <a:solidFill>
              <a:schemeClr val="accent3"/>
            </a:solidFill>
            <a:ln w="9525">
              <a:solidFill>
                <a:schemeClr val="bg1"/>
              </a:solidFill>
              <a:miter lim="800000"/>
              <a:headEnd/>
              <a:tailEnd/>
            </a:ln>
          </p:spPr>
          <p:txBody>
            <a:bodyPr wrap="none" anchor="ctr"/>
            <a:lstStyle/>
            <a:p>
              <a:pPr algn="ctr">
                <a:defRPr/>
              </a:pPr>
              <a:endParaRPr lang="en-US" sz="975" dirty="0">
                <a:solidFill>
                  <a:schemeClr val="tx2"/>
                </a:solidFill>
              </a:endParaRPr>
            </a:p>
          </p:txBody>
        </p:sp>
        <p:sp>
          <p:nvSpPr>
            <p:cNvPr id="20" name="Rectangle 19"/>
            <p:cNvSpPr>
              <a:spLocks noChangeArrowheads="1"/>
            </p:cNvSpPr>
            <p:nvPr/>
          </p:nvSpPr>
          <p:spPr bwMode="blackWhite">
            <a:xfrm>
              <a:off x="5202000" y="4269098"/>
              <a:ext cx="1260000" cy="1260000"/>
            </a:xfrm>
            <a:prstGeom prst="rect">
              <a:avLst/>
            </a:prstGeom>
            <a:solidFill>
              <a:schemeClr val="accent3"/>
            </a:solidFill>
            <a:ln w="9525">
              <a:solidFill>
                <a:schemeClr val="bg1"/>
              </a:solidFill>
              <a:miter lim="800000"/>
              <a:headEnd/>
              <a:tailEnd/>
            </a:ln>
          </p:spPr>
          <p:txBody>
            <a:bodyPr wrap="none" anchor="ctr"/>
            <a:lstStyle/>
            <a:p>
              <a:pPr algn="ctr">
                <a:defRPr/>
              </a:pPr>
              <a:endParaRPr lang="en-US" sz="975" dirty="0">
                <a:solidFill>
                  <a:schemeClr val="tx2"/>
                </a:solidFill>
              </a:endParaRPr>
            </a:p>
          </p:txBody>
        </p:sp>
      </p:grpSp>
    </p:spTree>
    <p:extLst>
      <p:ext uri="{BB962C8B-B14F-4D97-AF65-F5344CB8AC3E}">
        <p14:creationId xmlns:p14="http://schemas.microsoft.com/office/powerpoint/2010/main" val="1251791800"/>
      </p:ext>
    </p:extLst>
  </p:cSld>
  <p:clrMapOvr>
    <a:masterClrMapping/>
  </p:clrMapOvr>
  <p:transition>
    <p:fade/>
  </p:transition>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93423340-0B89-413E-8945-0CA3E58B78C6}"/>
              </a:ext>
            </a:extLst>
          </p:cNvPr>
          <p:cNvSpPr>
            <a:spLocks noGrp="1"/>
          </p:cNvSpPr>
          <p:nvPr>
            <p:ph sz="quarter" idx="10"/>
          </p:nvPr>
        </p:nvSpPr>
        <p:spPr/>
        <p:txBody>
          <a:bodyPr/>
          <a:lstStyle/>
          <a:p>
            <a:pPr lvl="1"/>
            <a:r>
              <a:rPr lang="en-GB" dirty="0"/>
              <a:t>This is a level 1 bullet. This is dummy text it is not here to be read</a:t>
            </a:r>
          </a:p>
          <a:p>
            <a:pPr lvl="1"/>
            <a:r>
              <a:rPr lang="en-GB" dirty="0"/>
              <a:t>This is a level 1 bullet. This is dummy text it is not here to be read</a:t>
            </a:r>
          </a:p>
          <a:p>
            <a:pPr lvl="1"/>
            <a:r>
              <a:rPr lang="en-GB" dirty="0"/>
              <a:t>This is a level 1 bullet. This is dummy text it is not here to be read</a:t>
            </a:r>
          </a:p>
          <a:p>
            <a:pPr lvl="2"/>
            <a:r>
              <a:rPr lang="en-GB" dirty="0"/>
              <a:t>This is a level 2 bullet</a:t>
            </a:r>
          </a:p>
          <a:p>
            <a:pPr lvl="2"/>
            <a:r>
              <a:rPr lang="en-GB" dirty="0"/>
              <a:t>This is a level 2 bullet</a:t>
            </a:r>
          </a:p>
          <a:p>
            <a:pPr lvl="2"/>
            <a:r>
              <a:rPr lang="en-GB" dirty="0"/>
              <a:t>This is a level 2 bullet</a:t>
            </a:r>
          </a:p>
          <a:p>
            <a:endParaRPr lang="en-US" dirty="0"/>
          </a:p>
        </p:txBody>
      </p:sp>
      <p:sp>
        <p:nvSpPr>
          <p:cNvPr id="6" name="Text Placeholder 5">
            <a:extLst>
              <a:ext uri="{FF2B5EF4-FFF2-40B4-BE49-F238E27FC236}">
                <a16:creationId xmlns:a16="http://schemas.microsoft.com/office/drawing/2014/main" id="{251B3A48-C472-4D3A-8FEE-02D231CB43DF}"/>
              </a:ext>
            </a:extLst>
          </p:cNvPr>
          <p:cNvSpPr>
            <a:spLocks noGrp="1"/>
          </p:cNvSpPr>
          <p:nvPr>
            <p:ph sz="quarter" idx="20"/>
          </p:nvPr>
        </p:nvSpPr>
        <p:spPr/>
        <p:txBody>
          <a:bodyPr/>
          <a:lstStyle/>
          <a:p>
            <a:r>
              <a:rPr lang="en-US" dirty="0"/>
              <a:t>Chart title</a:t>
            </a:r>
          </a:p>
        </p:txBody>
      </p:sp>
      <p:sp>
        <p:nvSpPr>
          <p:cNvPr id="4" name="Text Placeholder 3">
            <a:extLst>
              <a:ext uri="{FF2B5EF4-FFF2-40B4-BE49-F238E27FC236}">
                <a16:creationId xmlns:a16="http://schemas.microsoft.com/office/drawing/2014/main" id="{984838EF-32D0-45DC-8A9B-D6EAD6CF29ED}"/>
              </a:ext>
            </a:extLst>
          </p:cNvPr>
          <p:cNvSpPr>
            <a:spLocks noGrp="1"/>
          </p:cNvSpPr>
          <p:nvPr>
            <p:ph type="body" sz="quarter" idx="13"/>
          </p:nvPr>
        </p:nvSpPr>
        <p:spPr/>
        <p:txBody>
          <a:bodyPr/>
          <a:lstStyle/>
          <a:p>
            <a:r>
              <a:rPr lang="en-US" dirty="0"/>
              <a:t>Subtitle</a:t>
            </a:r>
          </a:p>
        </p:txBody>
      </p:sp>
      <p:sp>
        <p:nvSpPr>
          <p:cNvPr id="761859" name="Title 1"/>
          <p:cNvSpPr>
            <a:spLocks noGrp="1"/>
          </p:cNvSpPr>
          <p:nvPr>
            <p:ph type="title"/>
          </p:nvPr>
        </p:nvSpPr>
        <p:spPr/>
        <p:txBody>
          <a:bodyPr/>
          <a:lstStyle/>
          <a:p>
            <a:r>
              <a:rPr lang="en-US"/>
              <a:t>Business portfolio 3x3</a:t>
            </a:r>
            <a:endParaRPr lang="en-US" dirty="0"/>
          </a:p>
        </p:txBody>
      </p:sp>
      <p:sp>
        <p:nvSpPr>
          <p:cNvPr id="17" name="Rectangle 16"/>
          <p:cNvSpPr>
            <a:spLocks noChangeArrowheads="1"/>
          </p:cNvSpPr>
          <p:nvPr/>
        </p:nvSpPr>
        <p:spPr bwMode="blackWhite">
          <a:xfrm>
            <a:off x="5938724" y="2312486"/>
            <a:ext cx="2675757" cy="637668"/>
          </a:xfrm>
          <a:prstGeom prst="rect">
            <a:avLst/>
          </a:prstGeom>
          <a:solidFill>
            <a:schemeClr val="accent3"/>
          </a:solidFill>
          <a:ln w="12700">
            <a:solidFill>
              <a:schemeClr val="bg1"/>
            </a:solidFill>
            <a:miter lim="800000"/>
            <a:headEnd/>
            <a:tailEnd/>
          </a:ln>
        </p:spPr>
        <p:txBody>
          <a:bodyPr wrap="square" lIns="0" tIns="0" rIns="0" bIns="0">
            <a:noAutofit/>
          </a:bodyPr>
          <a:lstStyle/>
          <a:p>
            <a:pPr algn="ctr">
              <a:spcBef>
                <a:spcPct val="0"/>
              </a:spcBef>
            </a:pPr>
            <a:endParaRPr lang="en-US" sz="800" dirty="0">
              <a:latin typeface="Aptos" panose="020B0004020202020204" pitchFamily="34" charset="0"/>
            </a:endParaRPr>
          </a:p>
        </p:txBody>
      </p:sp>
      <p:sp>
        <p:nvSpPr>
          <p:cNvPr id="19" name="Rectangle 18"/>
          <p:cNvSpPr>
            <a:spLocks noChangeArrowheads="1"/>
          </p:cNvSpPr>
          <p:nvPr/>
        </p:nvSpPr>
        <p:spPr bwMode="blackWhite">
          <a:xfrm>
            <a:off x="5505412" y="3555511"/>
            <a:ext cx="341440" cy="118815"/>
          </a:xfrm>
          <a:prstGeom prst="rect">
            <a:avLst/>
          </a:prstGeom>
          <a:noFill/>
          <a:ln w="9525">
            <a:noFill/>
            <a:miter lim="800000"/>
            <a:headEnd/>
            <a:tailEnd/>
          </a:ln>
        </p:spPr>
        <p:txBody>
          <a:bodyPr wrap="none" lIns="0" tIns="0" rIns="0" bIns="0" anchor="ctr" anchorCtr="1">
            <a:spAutoFit/>
          </a:bodyPr>
          <a:lstStyle/>
          <a:p>
            <a:pPr algn="ctr" defTabSz="666867">
              <a:lnSpc>
                <a:spcPct val="95000"/>
              </a:lnSpc>
              <a:spcBef>
                <a:spcPct val="0"/>
              </a:spcBef>
              <a:spcAft>
                <a:spcPct val="37000"/>
              </a:spcAft>
            </a:pPr>
            <a:r>
              <a:rPr lang="en-US" sz="800" dirty="0">
                <a:latin typeface="Aptos" panose="020B0004020202020204" pitchFamily="34" charset="0"/>
                <a:ea typeface="ＭＳ Ｐゴシック" pitchFamily="50" charset="-128"/>
              </a:rPr>
              <a:t>Benefit </a:t>
            </a:r>
          </a:p>
        </p:txBody>
      </p:sp>
      <p:sp>
        <p:nvSpPr>
          <p:cNvPr id="22" name="Rectangle 21"/>
          <p:cNvSpPr>
            <a:spLocks noChangeArrowheads="1"/>
          </p:cNvSpPr>
          <p:nvPr/>
        </p:nvSpPr>
        <p:spPr bwMode="blackWhite">
          <a:xfrm>
            <a:off x="6033634" y="2369448"/>
            <a:ext cx="545021" cy="237629"/>
          </a:xfrm>
          <a:prstGeom prst="rect">
            <a:avLst/>
          </a:prstGeom>
          <a:noFill/>
          <a:ln w="9525">
            <a:noFill/>
            <a:miter lim="800000"/>
            <a:headEnd/>
            <a:tailEnd/>
          </a:ln>
        </p:spPr>
        <p:txBody>
          <a:bodyPr wrap="none" lIns="0" tIns="0" rIns="0" bIns="0" anchor="ctr" anchorCtr="1">
            <a:spAutoFit/>
          </a:bodyPr>
          <a:lstStyle/>
          <a:p>
            <a:pPr defTabSz="666867">
              <a:lnSpc>
                <a:spcPct val="95000"/>
              </a:lnSpc>
              <a:spcBef>
                <a:spcPct val="0"/>
              </a:spcBef>
              <a:spcAft>
                <a:spcPct val="37000"/>
              </a:spcAft>
            </a:pPr>
            <a:r>
              <a:rPr lang="en-US" sz="800" i="1" dirty="0">
                <a:solidFill>
                  <a:schemeClr val="bg1"/>
                </a:solidFill>
                <a:latin typeface="Aptos" panose="020B0004020202020204" pitchFamily="34" charset="0"/>
                <a:ea typeface="ＭＳ Ｐゴシック" pitchFamily="50" charset="-128"/>
              </a:rPr>
              <a:t>Competitive</a:t>
            </a:r>
            <a:br>
              <a:rPr lang="en-US" sz="800" i="1" dirty="0">
                <a:solidFill>
                  <a:schemeClr val="bg1"/>
                </a:solidFill>
                <a:latin typeface="Aptos" panose="020B0004020202020204" pitchFamily="34" charset="0"/>
                <a:ea typeface="ＭＳ Ｐゴシック" pitchFamily="50" charset="-128"/>
              </a:rPr>
            </a:br>
            <a:r>
              <a:rPr lang="en-US" sz="800" i="1" dirty="0">
                <a:solidFill>
                  <a:schemeClr val="bg1"/>
                </a:solidFill>
                <a:latin typeface="Aptos" panose="020B0004020202020204" pitchFamily="34" charset="0"/>
                <a:ea typeface="ＭＳ Ｐゴシック" pitchFamily="50" charset="-128"/>
              </a:rPr>
              <a:t>advantage </a:t>
            </a:r>
          </a:p>
        </p:txBody>
      </p:sp>
      <p:sp>
        <p:nvSpPr>
          <p:cNvPr id="29" name="Text Placeholder 3"/>
          <p:cNvSpPr txBox="1">
            <a:spLocks/>
          </p:cNvSpPr>
          <p:nvPr/>
        </p:nvSpPr>
        <p:spPr>
          <a:xfrm>
            <a:off x="1543943" y="2120408"/>
            <a:ext cx="2413057" cy="3101406"/>
          </a:xfrm>
          <a:prstGeom prst="rect">
            <a:avLst/>
          </a:prstGeom>
        </p:spPr>
        <p:txBody>
          <a:bodyPr vert="horz" lIns="0" tIns="0" rIns="0" bIns="0" rtlCol="0">
            <a:normAutofit/>
          </a:bodyPr>
          <a:lstStyle>
            <a:lvl1pPr marL="274638" indent="-274638" algn="l" defTabSz="914400" rtl="0" eaLnBrk="1" latinLnBrk="0" hangingPunct="1">
              <a:spcBef>
                <a:spcPts val="1200"/>
              </a:spcBef>
              <a:buFont typeface="Arial" pitchFamily="34" charset="0"/>
              <a:buChar char="•"/>
              <a:defRPr sz="1800" b="0" kern="1200">
                <a:solidFill>
                  <a:schemeClr val="tx2"/>
                </a:solidFill>
                <a:latin typeface="+mn-lt"/>
                <a:ea typeface="+mn-ea"/>
                <a:cs typeface="+mn-cs"/>
              </a:defRPr>
            </a:lvl1pPr>
            <a:lvl2pPr marL="441325" indent="-166688"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2pPr>
            <a:lvl3pPr marL="441325" indent="-166688"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3pPr>
            <a:lvl4pPr marL="447675" indent="-180975"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4pPr>
            <a:lvl5pPr marL="441325" indent="-166688"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defRPr/>
            </a:pPr>
            <a:endParaRPr lang="en-GB" sz="1463" dirty="0">
              <a:solidFill>
                <a:srgbClr val="313131"/>
              </a:solidFill>
            </a:endParaRPr>
          </a:p>
        </p:txBody>
      </p:sp>
      <p:sp>
        <p:nvSpPr>
          <p:cNvPr id="18" name="Freeform 17"/>
          <p:cNvSpPr>
            <a:spLocks/>
          </p:cNvSpPr>
          <p:nvPr/>
        </p:nvSpPr>
        <p:spPr bwMode="blackWhite">
          <a:xfrm>
            <a:off x="5939733" y="2315068"/>
            <a:ext cx="2676425" cy="2608064"/>
          </a:xfrm>
          <a:custGeom>
            <a:avLst/>
            <a:gdLst>
              <a:gd name="T0" fmla="*/ 0 w 1812"/>
              <a:gd name="T1" fmla="*/ 2147483647 h 1817"/>
              <a:gd name="T2" fmla="*/ 2147483647 w 1812"/>
              <a:gd name="T3" fmla="*/ 2147483647 h 1817"/>
              <a:gd name="T4" fmla="*/ 2147483647 w 1812"/>
              <a:gd name="T5" fmla="*/ 0 h 1817"/>
              <a:gd name="T6" fmla="*/ 0 w 1812"/>
              <a:gd name="T7" fmla="*/ 2147483647 h 1817"/>
              <a:gd name="T8" fmla="*/ 0 60000 65536"/>
              <a:gd name="T9" fmla="*/ 0 60000 65536"/>
              <a:gd name="T10" fmla="*/ 0 60000 65536"/>
              <a:gd name="T11" fmla="*/ 0 60000 65536"/>
              <a:gd name="T12" fmla="*/ 0 w 1812"/>
              <a:gd name="T13" fmla="*/ 0 h 1817"/>
              <a:gd name="T14" fmla="*/ 1812 w 1812"/>
              <a:gd name="T15" fmla="*/ 1817 h 1817"/>
            </a:gdLst>
            <a:ahLst/>
            <a:cxnLst>
              <a:cxn ang="T8">
                <a:pos x="T0" y="T1"/>
              </a:cxn>
              <a:cxn ang="T9">
                <a:pos x="T2" y="T3"/>
              </a:cxn>
              <a:cxn ang="T10">
                <a:pos x="T4" y="T5"/>
              </a:cxn>
              <a:cxn ang="T11">
                <a:pos x="T6" y="T7"/>
              </a:cxn>
            </a:cxnLst>
            <a:rect l="T12" t="T13" r="T14" b="T15"/>
            <a:pathLst>
              <a:path w="1812" h="1817">
                <a:moveTo>
                  <a:pt x="0" y="1816"/>
                </a:moveTo>
                <a:lnTo>
                  <a:pt x="1811" y="1816"/>
                </a:lnTo>
                <a:lnTo>
                  <a:pt x="1811" y="0"/>
                </a:lnTo>
                <a:lnTo>
                  <a:pt x="0" y="1816"/>
                </a:lnTo>
              </a:path>
            </a:pathLst>
          </a:custGeom>
          <a:solidFill>
            <a:schemeClr val="bg1"/>
          </a:solidFill>
          <a:ln w="6350" cap="rnd">
            <a:solidFill>
              <a:srgbClr val="BBBCBC"/>
            </a:solidFill>
            <a:round/>
            <a:headEnd/>
            <a:tailEnd/>
          </a:ln>
        </p:spPr>
        <p:txBody>
          <a:bodyPr lIns="0" tIns="0" rIns="0" bIns="0">
            <a:noAutofit/>
          </a:bodyPr>
          <a:lstStyle/>
          <a:p>
            <a:endParaRPr lang="en-US" sz="800" dirty="0">
              <a:latin typeface="Aptos" panose="020B0004020202020204" pitchFamily="34" charset="0"/>
            </a:endParaRPr>
          </a:p>
        </p:txBody>
      </p:sp>
      <p:sp>
        <p:nvSpPr>
          <p:cNvPr id="8" name="Freeform 7"/>
          <p:cNvSpPr/>
          <p:nvPr/>
        </p:nvSpPr>
        <p:spPr bwMode="gray">
          <a:xfrm>
            <a:off x="5942554" y="2309012"/>
            <a:ext cx="2669258" cy="2611814"/>
          </a:xfrm>
          <a:custGeom>
            <a:avLst/>
            <a:gdLst>
              <a:gd name="connsiteX0" fmla="*/ 0 w 3285241"/>
              <a:gd name="connsiteY0" fmla="*/ 0 h 3214540"/>
              <a:gd name="connsiteX1" fmla="*/ 0 w 3285241"/>
              <a:gd name="connsiteY1" fmla="*/ 3214540 h 3214540"/>
              <a:gd name="connsiteX2" fmla="*/ 3285241 w 3285241"/>
              <a:gd name="connsiteY2" fmla="*/ 3214540 h 3214540"/>
            </a:gdLst>
            <a:ahLst/>
            <a:cxnLst>
              <a:cxn ang="0">
                <a:pos x="connsiteX0" y="connsiteY0"/>
              </a:cxn>
              <a:cxn ang="0">
                <a:pos x="connsiteX1" y="connsiteY1"/>
              </a:cxn>
              <a:cxn ang="0">
                <a:pos x="connsiteX2" y="connsiteY2"/>
              </a:cxn>
            </a:cxnLst>
            <a:rect l="l" t="t" r="r" b="b"/>
            <a:pathLst>
              <a:path w="3285241" h="3214540">
                <a:moveTo>
                  <a:pt x="0" y="0"/>
                </a:moveTo>
                <a:lnTo>
                  <a:pt x="0" y="3214540"/>
                </a:lnTo>
                <a:lnTo>
                  <a:pt x="3285241" y="3214540"/>
                </a:lnTo>
              </a:path>
            </a:pathLst>
          </a:custGeom>
          <a:noFill/>
          <a:ln w="9525" algn="ctr">
            <a:solidFill>
              <a:srgbClr val="BBBCBC"/>
            </a:solidFill>
            <a:miter lim="800000"/>
            <a:headEnd type="triangle" w="med" len="med"/>
            <a:tailEnd type="triangle" w="med" len="med"/>
          </a:ln>
        </p:spPr>
        <p:txBody>
          <a:bodyPr rtlCol="0" anchor="ctr"/>
          <a:lstStyle/>
          <a:p>
            <a:pPr algn="ctr"/>
            <a:endParaRPr lang="en-US" sz="800" dirty="0">
              <a:latin typeface="Aptos" panose="020B0004020202020204" pitchFamily="34" charset="0"/>
            </a:endParaRPr>
          </a:p>
        </p:txBody>
      </p:sp>
      <p:sp>
        <p:nvSpPr>
          <p:cNvPr id="20" name="Rectangle 19"/>
          <p:cNvSpPr>
            <a:spLocks noChangeArrowheads="1"/>
          </p:cNvSpPr>
          <p:nvPr/>
        </p:nvSpPr>
        <p:spPr bwMode="blackWhite">
          <a:xfrm>
            <a:off x="7152111" y="5065635"/>
            <a:ext cx="251672" cy="118815"/>
          </a:xfrm>
          <a:prstGeom prst="rect">
            <a:avLst/>
          </a:prstGeom>
          <a:noFill/>
          <a:ln w="9525">
            <a:noFill/>
            <a:miter lim="800000"/>
            <a:headEnd/>
            <a:tailEnd/>
          </a:ln>
        </p:spPr>
        <p:txBody>
          <a:bodyPr wrap="none" lIns="0" tIns="0" rIns="0" bIns="0" anchor="ctr" anchorCtr="1">
            <a:spAutoFit/>
          </a:bodyPr>
          <a:lstStyle/>
          <a:p>
            <a:pPr algn="ctr" defTabSz="666867">
              <a:lnSpc>
                <a:spcPct val="95000"/>
              </a:lnSpc>
              <a:spcBef>
                <a:spcPct val="0"/>
              </a:spcBef>
              <a:spcAft>
                <a:spcPct val="37000"/>
              </a:spcAft>
            </a:pPr>
            <a:r>
              <a:rPr lang="en-US" sz="800" dirty="0">
                <a:latin typeface="Aptos" panose="020B0004020202020204" pitchFamily="34" charset="0"/>
                <a:ea typeface="ＭＳ Ｐゴシック" pitchFamily="50" charset="-128"/>
              </a:rPr>
              <a:t>Price</a:t>
            </a:r>
            <a:r>
              <a:rPr lang="en-US" sz="800" b="1" dirty="0">
                <a:latin typeface="Aptos" panose="020B0004020202020204" pitchFamily="34" charset="0"/>
                <a:ea typeface="ＭＳ Ｐゴシック" pitchFamily="50" charset="-128"/>
              </a:rPr>
              <a:t> </a:t>
            </a:r>
          </a:p>
        </p:txBody>
      </p:sp>
      <p:sp>
        <p:nvSpPr>
          <p:cNvPr id="21" name="Rectangle 20"/>
          <p:cNvSpPr>
            <a:spLocks noChangeArrowheads="1"/>
          </p:cNvSpPr>
          <p:nvPr/>
        </p:nvSpPr>
        <p:spPr bwMode="blackWhite">
          <a:xfrm>
            <a:off x="7912512" y="4650505"/>
            <a:ext cx="601127" cy="237629"/>
          </a:xfrm>
          <a:prstGeom prst="rect">
            <a:avLst/>
          </a:prstGeom>
          <a:noFill/>
          <a:ln w="9525">
            <a:noFill/>
            <a:miter lim="800000"/>
            <a:headEnd/>
            <a:tailEnd/>
          </a:ln>
        </p:spPr>
        <p:txBody>
          <a:bodyPr wrap="none" lIns="0" tIns="0" rIns="0" bIns="0" anchor="ctr" anchorCtr="1">
            <a:spAutoFit/>
          </a:bodyPr>
          <a:lstStyle/>
          <a:p>
            <a:pPr algn="r" defTabSz="666867">
              <a:lnSpc>
                <a:spcPct val="95000"/>
              </a:lnSpc>
              <a:spcBef>
                <a:spcPct val="0"/>
              </a:spcBef>
              <a:spcAft>
                <a:spcPct val="37000"/>
              </a:spcAft>
            </a:pPr>
            <a:r>
              <a:rPr lang="en-US" sz="800" i="1" dirty="0">
                <a:latin typeface="Aptos" panose="020B0004020202020204" pitchFamily="34" charset="0"/>
                <a:ea typeface="ＭＳ Ｐゴシック" pitchFamily="50" charset="-128"/>
              </a:rPr>
              <a:t>Competitive</a:t>
            </a:r>
            <a:br>
              <a:rPr lang="en-US" sz="800" i="1" dirty="0">
                <a:latin typeface="Aptos" panose="020B0004020202020204" pitchFamily="34" charset="0"/>
                <a:ea typeface="ＭＳ Ｐゴシック" pitchFamily="50" charset="-128"/>
              </a:rPr>
            </a:br>
            <a:r>
              <a:rPr lang="en-US" sz="800" i="1" dirty="0">
                <a:latin typeface="Aptos" panose="020B0004020202020204" pitchFamily="34" charset="0"/>
                <a:ea typeface="ＭＳ Ｐゴシック" pitchFamily="50" charset="-128"/>
              </a:rPr>
              <a:t>disadvantage</a:t>
            </a:r>
          </a:p>
        </p:txBody>
      </p:sp>
      <p:sp>
        <p:nvSpPr>
          <p:cNvPr id="26" name="Line 9"/>
          <p:cNvSpPr>
            <a:spLocks noChangeShapeType="1"/>
          </p:cNvSpPr>
          <p:nvPr/>
        </p:nvSpPr>
        <p:spPr bwMode="blackWhite">
          <a:xfrm>
            <a:off x="6943231" y="3194742"/>
            <a:ext cx="730052" cy="762298"/>
          </a:xfrm>
          <a:prstGeom prst="line">
            <a:avLst/>
          </a:prstGeom>
          <a:noFill/>
          <a:ln w="57150">
            <a:solidFill>
              <a:schemeClr val="accent1"/>
            </a:solidFill>
            <a:round/>
            <a:headEnd type="triangle" w="med" len="med"/>
            <a:tailEnd type="triangle" w="med" len="med"/>
          </a:ln>
        </p:spPr>
        <p:txBody>
          <a:bodyPr lIns="0" tIns="0" rIns="0" bIns="0">
            <a:spAutoFit/>
          </a:bodyPr>
          <a:lstStyle/>
          <a:p>
            <a:endParaRPr lang="en-US" sz="800" dirty="0">
              <a:latin typeface="Aptos" panose="020B0004020202020204" pitchFamily="34" charset="0"/>
            </a:endParaRPr>
          </a:p>
        </p:txBody>
      </p:sp>
    </p:spTree>
    <p:extLst>
      <p:ext uri="{BB962C8B-B14F-4D97-AF65-F5344CB8AC3E}">
        <p14:creationId xmlns:p14="http://schemas.microsoft.com/office/powerpoint/2010/main" val="4091659939"/>
      </p:ext>
    </p:extLst>
  </p:cSld>
  <p:clrMapOvr>
    <a:masterClrMapping/>
  </p:clrMapOvr>
  <p:transition>
    <p:fade/>
  </p:transition>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42147E02-00B7-4CCC-AC17-8357FFD6691C}"/>
              </a:ext>
            </a:extLst>
          </p:cNvPr>
          <p:cNvSpPr>
            <a:spLocks noGrp="1"/>
          </p:cNvSpPr>
          <p:nvPr>
            <p:ph sz="quarter" idx="10"/>
          </p:nvPr>
        </p:nvSpPr>
        <p:spPr/>
        <p:txBody>
          <a:bodyPr/>
          <a:lstStyle/>
          <a:p>
            <a:pPr lvl="1"/>
            <a:r>
              <a:rPr lang="en-GB" dirty="0"/>
              <a:t>This is a level 1 bullet. This is dummy text it is not here to be read</a:t>
            </a:r>
          </a:p>
          <a:p>
            <a:pPr lvl="1"/>
            <a:r>
              <a:rPr lang="en-GB" dirty="0"/>
              <a:t>This is a level 1 bullet. This is dummy text it is not here to be read</a:t>
            </a:r>
          </a:p>
          <a:p>
            <a:pPr lvl="1"/>
            <a:r>
              <a:rPr lang="en-GB" dirty="0"/>
              <a:t>This is a level 1 bullet. This is dummy text it is not here to be read</a:t>
            </a:r>
          </a:p>
          <a:p>
            <a:pPr lvl="2"/>
            <a:r>
              <a:rPr lang="en-GB" dirty="0"/>
              <a:t>This is a level 2 bullet</a:t>
            </a:r>
          </a:p>
          <a:p>
            <a:pPr lvl="2"/>
            <a:r>
              <a:rPr lang="en-GB" dirty="0"/>
              <a:t>This is a level 2 bullet</a:t>
            </a:r>
          </a:p>
          <a:p>
            <a:pPr lvl="2"/>
            <a:r>
              <a:rPr lang="en-GB" dirty="0"/>
              <a:t>This is a level 2 bullet</a:t>
            </a:r>
          </a:p>
          <a:p>
            <a:endParaRPr lang="en-US" dirty="0"/>
          </a:p>
        </p:txBody>
      </p:sp>
      <p:sp>
        <p:nvSpPr>
          <p:cNvPr id="11" name="Text Placeholder 10">
            <a:extLst>
              <a:ext uri="{FF2B5EF4-FFF2-40B4-BE49-F238E27FC236}">
                <a16:creationId xmlns:a16="http://schemas.microsoft.com/office/drawing/2014/main" id="{8F57FAB5-9B87-4E84-AEEF-F3A54775B816}"/>
              </a:ext>
            </a:extLst>
          </p:cNvPr>
          <p:cNvSpPr>
            <a:spLocks noGrp="1"/>
          </p:cNvSpPr>
          <p:nvPr>
            <p:ph sz="quarter" idx="20"/>
          </p:nvPr>
        </p:nvSpPr>
        <p:spPr/>
        <p:txBody>
          <a:bodyPr/>
          <a:lstStyle/>
          <a:p>
            <a:r>
              <a:rPr lang="en-US" dirty="0"/>
              <a:t>Chart title</a:t>
            </a:r>
          </a:p>
          <a:p>
            <a:endParaRPr lang="en-US" dirty="0"/>
          </a:p>
        </p:txBody>
      </p:sp>
      <p:sp>
        <p:nvSpPr>
          <p:cNvPr id="9" name="Text Placeholder 8">
            <a:extLst>
              <a:ext uri="{FF2B5EF4-FFF2-40B4-BE49-F238E27FC236}">
                <a16:creationId xmlns:a16="http://schemas.microsoft.com/office/drawing/2014/main" id="{23390A76-3680-46CF-A9B0-CA8DEAFC806B}"/>
              </a:ext>
            </a:extLst>
          </p:cNvPr>
          <p:cNvSpPr>
            <a:spLocks noGrp="1"/>
          </p:cNvSpPr>
          <p:nvPr>
            <p:ph type="body" sz="quarter" idx="13"/>
          </p:nvPr>
        </p:nvSpPr>
        <p:spPr/>
        <p:txBody>
          <a:bodyPr/>
          <a:lstStyle/>
          <a:p>
            <a:r>
              <a:rPr lang="en-US" dirty="0"/>
              <a:t>Subtitle </a:t>
            </a:r>
          </a:p>
        </p:txBody>
      </p:sp>
      <p:sp>
        <p:nvSpPr>
          <p:cNvPr id="779265" name="Title 1"/>
          <p:cNvSpPr>
            <a:spLocks noGrp="1"/>
          </p:cNvSpPr>
          <p:nvPr>
            <p:ph type="title"/>
          </p:nvPr>
        </p:nvSpPr>
        <p:spPr/>
        <p:txBody>
          <a:bodyPr/>
          <a:lstStyle/>
          <a:p>
            <a:r>
              <a:rPr lang="en-US" altLang="ja-JP"/>
              <a:t>Five forces</a:t>
            </a:r>
            <a:endParaRPr lang="en-US" dirty="0"/>
          </a:p>
        </p:txBody>
      </p:sp>
      <p:sp>
        <p:nvSpPr>
          <p:cNvPr id="4" name="AutoShape 3"/>
          <p:cNvSpPr>
            <a:spLocks noChangeArrowheads="1"/>
          </p:cNvSpPr>
          <p:nvPr/>
        </p:nvSpPr>
        <p:spPr bwMode="auto">
          <a:xfrm>
            <a:off x="6607644" y="3378894"/>
            <a:ext cx="960148" cy="554919"/>
          </a:xfrm>
          <a:prstGeom prst="rect">
            <a:avLst/>
          </a:prstGeom>
          <a:solidFill>
            <a:schemeClr val="accent3"/>
          </a:solidFill>
          <a:ln w="12700" cap="sq">
            <a:noFill/>
            <a:round/>
            <a:headEnd type="none" w="sm" len="sm"/>
            <a:tailEnd type="none" w="sm" len="sm"/>
          </a:ln>
        </p:spPr>
        <p:txBody>
          <a:bodyPr wrap="square" lIns="29250" tIns="29250" rIns="29250" bIns="29250" anchor="ctr">
            <a:noAutofit/>
          </a:bodyPr>
          <a:lstStyle/>
          <a:p>
            <a:pPr algn="ctr">
              <a:defRPr/>
            </a:pPr>
            <a:r>
              <a:rPr lang="en-US" sz="800" dirty="0">
                <a:solidFill>
                  <a:schemeClr val="bg1"/>
                </a:solidFill>
                <a:latin typeface="Aptos" panose="020B0004020202020204" pitchFamily="34" charset="0"/>
                <a:ea typeface="ＭＳ Ｐゴシック" pitchFamily="50" charset="-128"/>
              </a:rPr>
              <a:t>Competitors</a:t>
            </a:r>
          </a:p>
          <a:p>
            <a:pPr algn="ctr">
              <a:defRPr/>
            </a:pPr>
            <a:endParaRPr lang="en-US" sz="800" dirty="0">
              <a:solidFill>
                <a:schemeClr val="bg1"/>
              </a:solidFill>
              <a:latin typeface="Aptos" panose="020B0004020202020204" pitchFamily="34" charset="0"/>
              <a:ea typeface="ＭＳ Ｐゴシック" pitchFamily="50" charset="-128"/>
            </a:endParaRPr>
          </a:p>
          <a:p>
            <a:pPr algn="ctr">
              <a:defRPr/>
            </a:pPr>
            <a:endParaRPr lang="en-US" sz="800" dirty="0">
              <a:solidFill>
                <a:schemeClr val="bg1"/>
              </a:solidFill>
              <a:latin typeface="Aptos" panose="020B0004020202020204" pitchFamily="34" charset="0"/>
              <a:ea typeface="ＭＳ Ｐゴシック" pitchFamily="50" charset="-128"/>
            </a:endParaRPr>
          </a:p>
        </p:txBody>
      </p:sp>
      <p:sp>
        <p:nvSpPr>
          <p:cNvPr id="5" name="AutoShape 4"/>
          <p:cNvSpPr>
            <a:spLocks noChangeArrowheads="1"/>
          </p:cNvSpPr>
          <p:nvPr/>
        </p:nvSpPr>
        <p:spPr bwMode="auto">
          <a:xfrm>
            <a:off x="7922769" y="3377290"/>
            <a:ext cx="851090" cy="554919"/>
          </a:xfrm>
          <a:prstGeom prst="rect">
            <a:avLst/>
          </a:prstGeom>
          <a:solidFill>
            <a:schemeClr val="accent3"/>
          </a:solidFill>
          <a:ln w="12700" cap="sq" algn="ctr">
            <a:noFill/>
            <a:round/>
            <a:headEnd type="none" w="sm" len="sm"/>
            <a:tailEnd type="none" w="sm" len="sm"/>
          </a:ln>
        </p:spPr>
        <p:txBody>
          <a:bodyPr wrap="square" lIns="29250" tIns="29250" rIns="29250" bIns="29250" anchor="ctr">
            <a:noAutofit/>
          </a:bodyPr>
          <a:lstStyle/>
          <a:p>
            <a:pPr algn="ctr">
              <a:defRPr/>
            </a:pPr>
            <a:r>
              <a:rPr lang="en-US" sz="800" dirty="0">
                <a:solidFill>
                  <a:schemeClr val="bg1"/>
                </a:solidFill>
                <a:latin typeface="Aptos" panose="020B0004020202020204" pitchFamily="34" charset="0"/>
                <a:ea typeface="ＭＳ Ｐゴシック" pitchFamily="50" charset="-128"/>
              </a:rPr>
              <a:t>Customers</a:t>
            </a:r>
          </a:p>
        </p:txBody>
      </p:sp>
      <p:sp>
        <p:nvSpPr>
          <p:cNvPr id="6" name="AutoShape 5"/>
          <p:cNvSpPr>
            <a:spLocks noChangeArrowheads="1"/>
          </p:cNvSpPr>
          <p:nvPr/>
        </p:nvSpPr>
        <p:spPr bwMode="auto">
          <a:xfrm>
            <a:off x="5430444" y="3377290"/>
            <a:ext cx="852158" cy="554919"/>
          </a:xfrm>
          <a:prstGeom prst="rect">
            <a:avLst/>
          </a:prstGeom>
          <a:solidFill>
            <a:schemeClr val="accent3"/>
          </a:solidFill>
          <a:ln w="12700" cap="sq">
            <a:noFill/>
            <a:round/>
            <a:headEnd type="none" w="sm" len="sm"/>
            <a:tailEnd type="none" w="sm" len="sm"/>
          </a:ln>
        </p:spPr>
        <p:txBody>
          <a:bodyPr wrap="square" lIns="29250" tIns="29250" rIns="29250" bIns="29250" anchor="ctr">
            <a:noAutofit/>
          </a:bodyPr>
          <a:lstStyle/>
          <a:p>
            <a:pPr algn="ctr">
              <a:defRPr/>
            </a:pPr>
            <a:r>
              <a:rPr lang="en-US" sz="800" dirty="0">
                <a:solidFill>
                  <a:schemeClr val="bg1"/>
                </a:solidFill>
                <a:latin typeface="Aptos" panose="020B0004020202020204" pitchFamily="34" charset="0"/>
                <a:ea typeface="ＭＳ Ｐゴシック" pitchFamily="50" charset="-128"/>
              </a:rPr>
              <a:t>Suppliers</a:t>
            </a:r>
          </a:p>
        </p:txBody>
      </p:sp>
      <p:sp>
        <p:nvSpPr>
          <p:cNvPr id="7" name="AutoShape 6"/>
          <p:cNvSpPr>
            <a:spLocks noChangeArrowheads="1"/>
          </p:cNvSpPr>
          <p:nvPr/>
        </p:nvSpPr>
        <p:spPr bwMode="auto">
          <a:xfrm>
            <a:off x="6607644" y="4281841"/>
            <a:ext cx="960148" cy="554919"/>
          </a:xfrm>
          <a:prstGeom prst="rect">
            <a:avLst/>
          </a:prstGeom>
          <a:solidFill>
            <a:schemeClr val="accent3"/>
          </a:solidFill>
          <a:ln w="12700" cap="sq" algn="ctr">
            <a:noFill/>
            <a:round/>
            <a:headEnd type="none" w="sm" len="sm"/>
            <a:tailEnd type="none" w="sm" len="sm"/>
          </a:ln>
        </p:spPr>
        <p:txBody>
          <a:bodyPr wrap="square" lIns="29250" tIns="29250" rIns="29250" bIns="29250" anchor="ctr">
            <a:noAutofit/>
          </a:bodyPr>
          <a:lstStyle/>
          <a:p>
            <a:pPr algn="ctr">
              <a:defRPr/>
            </a:pPr>
            <a:r>
              <a:rPr lang="en-US" sz="800" dirty="0">
                <a:solidFill>
                  <a:schemeClr val="bg1"/>
                </a:solidFill>
                <a:latin typeface="Aptos" panose="020B0004020202020204" pitchFamily="34" charset="0"/>
                <a:ea typeface="ＭＳ Ｐゴシック" pitchFamily="50" charset="-128"/>
              </a:rPr>
              <a:t>Substitutes</a:t>
            </a:r>
          </a:p>
        </p:txBody>
      </p:sp>
      <p:sp>
        <p:nvSpPr>
          <p:cNvPr id="8" name="AutoShape 7"/>
          <p:cNvSpPr>
            <a:spLocks noChangeArrowheads="1"/>
          </p:cNvSpPr>
          <p:nvPr/>
        </p:nvSpPr>
        <p:spPr bwMode="auto">
          <a:xfrm>
            <a:off x="6607644" y="2475948"/>
            <a:ext cx="960148" cy="554919"/>
          </a:xfrm>
          <a:prstGeom prst="rect">
            <a:avLst/>
          </a:prstGeom>
          <a:solidFill>
            <a:schemeClr val="accent3"/>
          </a:solidFill>
          <a:ln w="12700" cap="sq" algn="ctr">
            <a:noFill/>
            <a:round/>
            <a:headEnd type="none" w="sm" len="sm"/>
            <a:tailEnd type="none" w="sm" len="sm"/>
          </a:ln>
        </p:spPr>
        <p:txBody>
          <a:bodyPr wrap="square" lIns="29250" tIns="29250" rIns="29250" bIns="29250" anchor="ctr">
            <a:noAutofit/>
          </a:bodyPr>
          <a:lstStyle/>
          <a:p>
            <a:pPr algn="ctr">
              <a:defRPr/>
            </a:pPr>
            <a:r>
              <a:rPr lang="en-US" sz="800" dirty="0">
                <a:solidFill>
                  <a:schemeClr val="bg1"/>
                </a:solidFill>
                <a:latin typeface="Aptos" panose="020B0004020202020204" pitchFamily="34" charset="0"/>
                <a:ea typeface="ＭＳ Ｐゴシック" pitchFamily="50" charset="-128"/>
              </a:rPr>
              <a:t>New entrants</a:t>
            </a:r>
          </a:p>
        </p:txBody>
      </p:sp>
      <p:sp>
        <p:nvSpPr>
          <p:cNvPr id="33" name="Text Placeholder 3"/>
          <p:cNvSpPr txBox="1">
            <a:spLocks/>
          </p:cNvSpPr>
          <p:nvPr/>
        </p:nvSpPr>
        <p:spPr>
          <a:xfrm>
            <a:off x="1543943" y="2120405"/>
            <a:ext cx="2413057" cy="3685500"/>
          </a:xfrm>
          <a:prstGeom prst="rect">
            <a:avLst/>
          </a:prstGeom>
        </p:spPr>
        <p:txBody>
          <a:bodyPr vert="horz" lIns="0" tIns="0" rIns="0" bIns="0" rtlCol="0">
            <a:normAutofit/>
          </a:bodyPr>
          <a:lstStyle>
            <a:lvl1pPr marL="274638" indent="-274638" algn="l" defTabSz="914400" rtl="0" eaLnBrk="1" latinLnBrk="0" hangingPunct="1">
              <a:spcBef>
                <a:spcPts val="1200"/>
              </a:spcBef>
              <a:buFont typeface="Arial" pitchFamily="34" charset="0"/>
              <a:buChar char="•"/>
              <a:defRPr sz="1800" b="0" kern="1200">
                <a:solidFill>
                  <a:schemeClr val="tx2"/>
                </a:solidFill>
                <a:latin typeface="+mn-lt"/>
                <a:ea typeface="+mn-ea"/>
                <a:cs typeface="+mn-cs"/>
              </a:defRPr>
            </a:lvl1pPr>
            <a:lvl2pPr marL="441325" indent="-166688"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2pPr>
            <a:lvl3pPr marL="441325" indent="-166688"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3pPr>
            <a:lvl4pPr marL="447675" indent="-180975"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4pPr>
            <a:lvl5pPr marL="441325" indent="-166688" algn="l" defTabSz="914400" rtl="0" eaLnBrk="1" latinLnBrk="0" hangingPunct="1">
              <a:spcBef>
                <a:spcPts val="1200"/>
              </a:spcBef>
              <a:buFont typeface="Arial" pitchFamily="34" charset="0"/>
              <a:buChar char="−"/>
              <a:defRPr sz="1800" kern="1200">
                <a:solidFill>
                  <a:schemeClr val="tx2"/>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defRPr/>
            </a:pPr>
            <a:endParaRPr lang="en-GB" sz="1463" dirty="0">
              <a:solidFill>
                <a:srgbClr val="313131"/>
              </a:solidFill>
            </a:endParaRPr>
          </a:p>
        </p:txBody>
      </p:sp>
      <p:sp>
        <p:nvSpPr>
          <p:cNvPr id="38" name="AutoShape 11"/>
          <p:cNvSpPr>
            <a:spLocks noChangeArrowheads="1"/>
          </p:cNvSpPr>
          <p:nvPr/>
        </p:nvSpPr>
        <p:spPr bwMode="gray">
          <a:xfrm rot="5400000">
            <a:off x="7613496" y="3546927"/>
            <a:ext cx="263565" cy="215645"/>
          </a:xfrm>
          <a:prstGeom prst="downArrow">
            <a:avLst>
              <a:gd name="adj1" fmla="val 49815"/>
              <a:gd name="adj2" fmla="val 54667"/>
            </a:avLst>
          </a:prstGeom>
          <a:solidFill>
            <a:schemeClr val="bg2">
              <a:lumMod val="90000"/>
            </a:schemeClr>
          </a:solidFill>
          <a:ln w="28575" algn="ctr">
            <a:noFill/>
            <a:miter lim="800000"/>
            <a:headEnd type="none" w="sm" len="sm"/>
            <a:tailEnd type="none" w="sm" len="sm"/>
          </a:ln>
        </p:spPr>
        <p:txBody>
          <a:bodyPr rot="10800000" vert="eaVert" wrap="none" lIns="36116" tIns="36116" rIns="36116" bIns="36116" anchor="ctr"/>
          <a:lstStyle/>
          <a:p>
            <a:pPr>
              <a:spcBef>
                <a:spcPct val="20000"/>
              </a:spcBef>
            </a:pPr>
            <a:endParaRPr lang="en-US" sz="800" b="1" dirty="0">
              <a:solidFill>
                <a:schemeClr val="tx2"/>
              </a:solidFill>
              <a:latin typeface="Aptos" panose="020B0004020202020204" pitchFamily="34" charset="0"/>
              <a:cs typeface="Arial" pitchFamily="34" charset="0"/>
            </a:endParaRPr>
          </a:p>
        </p:txBody>
      </p:sp>
      <p:sp>
        <p:nvSpPr>
          <p:cNvPr id="39" name="AutoShape 11"/>
          <p:cNvSpPr>
            <a:spLocks noChangeArrowheads="1"/>
          </p:cNvSpPr>
          <p:nvPr/>
        </p:nvSpPr>
        <p:spPr bwMode="gray">
          <a:xfrm>
            <a:off x="6955933" y="3097058"/>
            <a:ext cx="263565" cy="215645"/>
          </a:xfrm>
          <a:prstGeom prst="downArrow">
            <a:avLst>
              <a:gd name="adj1" fmla="val 49815"/>
              <a:gd name="adj2" fmla="val 54667"/>
            </a:avLst>
          </a:prstGeom>
          <a:solidFill>
            <a:schemeClr val="bg2"/>
          </a:solidFill>
          <a:ln w="28575" algn="ctr">
            <a:noFill/>
            <a:miter lim="800000"/>
            <a:headEnd type="none" w="sm" len="sm"/>
            <a:tailEnd type="none" w="sm" len="sm"/>
          </a:ln>
        </p:spPr>
        <p:txBody>
          <a:bodyPr wrap="none" lIns="36116" tIns="36116" rIns="36116" bIns="36116" anchor="ctr"/>
          <a:lstStyle/>
          <a:p>
            <a:pPr>
              <a:spcBef>
                <a:spcPct val="20000"/>
              </a:spcBef>
            </a:pPr>
            <a:endParaRPr lang="en-US" sz="800" b="1" dirty="0">
              <a:solidFill>
                <a:schemeClr val="tx2"/>
              </a:solidFill>
              <a:latin typeface="Aptos" panose="020B0004020202020204" pitchFamily="34" charset="0"/>
              <a:cs typeface="Arial" pitchFamily="34" charset="0"/>
            </a:endParaRPr>
          </a:p>
        </p:txBody>
      </p:sp>
      <p:sp>
        <p:nvSpPr>
          <p:cNvPr id="40" name="AutoShape 11"/>
          <p:cNvSpPr>
            <a:spLocks noChangeArrowheads="1"/>
          </p:cNvSpPr>
          <p:nvPr/>
        </p:nvSpPr>
        <p:spPr bwMode="gray">
          <a:xfrm rot="16200000">
            <a:off x="6313340" y="3546927"/>
            <a:ext cx="263565" cy="215645"/>
          </a:xfrm>
          <a:prstGeom prst="downArrow">
            <a:avLst>
              <a:gd name="adj1" fmla="val 49815"/>
              <a:gd name="adj2" fmla="val 54667"/>
            </a:avLst>
          </a:prstGeom>
          <a:solidFill>
            <a:schemeClr val="bg2">
              <a:lumMod val="75000"/>
            </a:schemeClr>
          </a:solidFill>
          <a:ln w="28575" algn="ctr">
            <a:noFill/>
            <a:miter lim="800000"/>
            <a:headEnd type="none" w="sm" len="sm"/>
            <a:tailEnd type="none" w="sm" len="sm"/>
          </a:ln>
        </p:spPr>
        <p:txBody>
          <a:bodyPr vert="eaVert" wrap="none" lIns="36116" tIns="36116" rIns="36116" bIns="36116" anchor="ctr"/>
          <a:lstStyle/>
          <a:p>
            <a:pPr>
              <a:spcBef>
                <a:spcPct val="20000"/>
              </a:spcBef>
            </a:pPr>
            <a:endParaRPr lang="en-US" sz="800" b="1" dirty="0">
              <a:solidFill>
                <a:schemeClr val="tx2"/>
              </a:solidFill>
              <a:latin typeface="Aptos" panose="020B0004020202020204" pitchFamily="34" charset="0"/>
              <a:cs typeface="Arial" pitchFamily="34" charset="0"/>
            </a:endParaRPr>
          </a:p>
        </p:txBody>
      </p:sp>
      <p:sp>
        <p:nvSpPr>
          <p:cNvPr id="41" name="AutoShape 11"/>
          <p:cNvSpPr>
            <a:spLocks noChangeArrowheads="1"/>
          </p:cNvSpPr>
          <p:nvPr/>
        </p:nvSpPr>
        <p:spPr bwMode="gray">
          <a:xfrm rot="10800000">
            <a:off x="6955934" y="4000004"/>
            <a:ext cx="263565" cy="215645"/>
          </a:xfrm>
          <a:prstGeom prst="downArrow">
            <a:avLst>
              <a:gd name="adj1" fmla="val 49815"/>
              <a:gd name="adj2" fmla="val 54667"/>
            </a:avLst>
          </a:prstGeom>
          <a:solidFill>
            <a:schemeClr val="bg2">
              <a:lumMod val="75000"/>
            </a:schemeClr>
          </a:solidFill>
          <a:ln w="28575" algn="ctr">
            <a:noFill/>
            <a:miter lim="800000"/>
            <a:headEnd type="none" w="sm" len="sm"/>
            <a:tailEnd type="none" w="sm" len="sm"/>
          </a:ln>
        </p:spPr>
        <p:txBody>
          <a:bodyPr vert="eaVert" wrap="none" lIns="36116" tIns="36116" rIns="36116" bIns="36116" anchor="ctr"/>
          <a:lstStyle/>
          <a:p>
            <a:pPr>
              <a:spcBef>
                <a:spcPct val="20000"/>
              </a:spcBef>
            </a:pPr>
            <a:endParaRPr lang="en-US" sz="800" b="1" dirty="0">
              <a:solidFill>
                <a:schemeClr val="tx2"/>
              </a:solidFill>
              <a:latin typeface="Aptos" panose="020B0004020202020204" pitchFamily="34" charset="0"/>
              <a:cs typeface="Arial" pitchFamily="34" charset="0"/>
            </a:endParaRPr>
          </a:p>
        </p:txBody>
      </p:sp>
      <p:sp>
        <p:nvSpPr>
          <p:cNvPr id="42" name="Freeform 12"/>
          <p:cNvSpPr>
            <a:spLocks/>
          </p:cNvSpPr>
          <p:nvPr/>
        </p:nvSpPr>
        <p:spPr bwMode="gray">
          <a:xfrm rot="6101577">
            <a:off x="6949150" y="3549181"/>
            <a:ext cx="277131" cy="436004"/>
          </a:xfrm>
          <a:custGeom>
            <a:avLst/>
            <a:gdLst>
              <a:gd name="T0" fmla="*/ 2147483647 w 679"/>
              <a:gd name="T1" fmla="*/ 2147483647 h 1274"/>
              <a:gd name="T2" fmla="*/ 2147483647 w 679"/>
              <a:gd name="T3" fmla="*/ 2147483647 h 1274"/>
              <a:gd name="T4" fmla="*/ 2147483647 w 679"/>
              <a:gd name="T5" fmla="*/ 2147483647 h 1274"/>
              <a:gd name="T6" fmla="*/ 2147483647 w 679"/>
              <a:gd name="T7" fmla="*/ 2147483647 h 1274"/>
              <a:gd name="T8" fmla="*/ 2147483647 w 679"/>
              <a:gd name="T9" fmla="*/ 2147483647 h 1274"/>
              <a:gd name="T10" fmla="*/ 2147483647 w 679"/>
              <a:gd name="T11" fmla="*/ 2147483647 h 1274"/>
              <a:gd name="T12" fmla="*/ 2147483647 w 679"/>
              <a:gd name="T13" fmla="*/ 2147483647 h 1274"/>
              <a:gd name="T14" fmla="*/ 2147483647 w 679"/>
              <a:gd name="T15" fmla="*/ 2147483647 h 1274"/>
              <a:gd name="T16" fmla="*/ 2147483647 w 679"/>
              <a:gd name="T17" fmla="*/ 2147483647 h 1274"/>
              <a:gd name="T18" fmla="*/ 2147483647 w 679"/>
              <a:gd name="T19" fmla="*/ 2147483647 h 1274"/>
              <a:gd name="T20" fmla="*/ 2147483647 w 679"/>
              <a:gd name="T21" fmla="*/ 2147483647 h 1274"/>
              <a:gd name="T22" fmla="*/ 2147483647 w 679"/>
              <a:gd name="T23" fmla="*/ 2147483647 h 1274"/>
              <a:gd name="T24" fmla="*/ 2147483647 w 679"/>
              <a:gd name="T25" fmla="*/ 2147483647 h 1274"/>
              <a:gd name="T26" fmla="*/ 2147483647 w 679"/>
              <a:gd name="T27" fmla="*/ 2147483647 h 1274"/>
              <a:gd name="T28" fmla="*/ 2147483647 w 679"/>
              <a:gd name="T29" fmla="*/ 2147483647 h 1274"/>
              <a:gd name="T30" fmla="*/ 2147483647 w 679"/>
              <a:gd name="T31" fmla="*/ 2147483647 h 1274"/>
              <a:gd name="T32" fmla="*/ 2147483647 w 679"/>
              <a:gd name="T33" fmla="*/ 2147483647 h 1274"/>
              <a:gd name="T34" fmla="*/ 2147483647 w 679"/>
              <a:gd name="T35" fmla="*/ 2147483647 h 1274"/>
              <a:gd name="T36" fmla="*/ 2147483647 w 679"/>
              <a:gd name="T37" fmla="*/ 2147483647 h 1274"/>
              <a:gd name="T38" fmla="*/ 2147483647 w 679"/>
              <a:gd name="T39" fmla="*/ 2147483647 h 1274"/>
              <a:gd name="T40" fmla="*/ 2147483647 w 679"/>
              <a:gd name="T41" fmla="*/ 2147483647 h 1274"/>
              <a:gd name="T42" fmla="*/ 2147483647 w 679"/>
              <a:gd name="T43" fmla="*/ 2147483647 h 1274"/>
              <a:gd name="T44" fmla="*/ 2147483647 w 679"/>
              <a:gd name="T45" fmla="*/ 2147483647 h 1274"/>
              <a:gd name="T46" fmla="*/ 2147483647 w 679"/>
              <a:gd name="T47" fmla="*/ 2147483647 h 1274"/>
              <a:gd name="T48" fmla="*/ 2147483647 w 679"/>
              <a:gd name="T49" fmla="*/ 2147483647 h 1274"/>
              <a:gd name="T50" fmla="*/ 2147483647 w 679"/>
              <a:gd name="T51" fmla="*/ 2147483647 h 1274"/>
              <a:gd name="T52" fmla="*/ 2147483647 w 679"/>
              <a:gd name="T53" fmla="*/ 2147483647 h 1274"/>
              <a:gd name="T54" fmla="*/ 2147483647 w 679"/>
              <a:gd name="T55" fmla="*/ 2147483647 h 1274"/>
              <a:gd name="T56" fmla="*/ 2147483647 w 679"/>
              <a:gd name="T57" fmla="*/ 2147483647 h 1274"/>
              <a:gd name="T58" fmla="*/ 2147483647 w 679"/>
              <a:gd name="T59" fmla="*/ 2147483647 h 1274"/>
              <a:gd name="T60" fmla="*/ 2147483647 w 679"/>
              <a:gd name="T61" fmla="*/ 2147483647 h 1274"/>
              <a:gd name="T62" fmla="*/ 2147483647 w 679"/>
              <a:gd name="T63" fmla="*/ 2147483647 h 1274"/>
              <a:gd name="T64" fmla="*/ 2147483647 w 679"/>
              <a:gd name="T65" fmla="*/ 2147483647 h 1274"/>
              <a:gd name="T66" fmla="*/ 2147483647 w 679"/>
              <a:gd name="T67" fmla="*/ 2147483647 h 1274"/>
              <a:gd name="T68" fmla="*/ 2147483647 w 679"/>
              <a:gd name="T69" fmla="*/ 2147483647 h 1274"/>
              <a:gd name="T70" fmla="*/ 2147483647 w 679"/>
              <a:gd name="T71" fmla="*/ 2147483647 h 1274"/>
              <a:gd name="T72" fmla="*/ 2147483647 w 679"/>
              <a:gd name="T73" fmla="*/ 2147483647 h 1274"/>
              <a:gd name="T74" fmla="*/ 2147483647 w 679"/>
              <a:gd name="T75" fmla="*/ 2147483647 h 1274"/>
              <a:gd name="T76" fmla="*/ 2147483647 w 679"/>
              <a:gd name="T77" fmla="*/ 2147483647 h 1274"/>
              <a:gd name="T78" fmla="*/ 2147483647 w 679"/>
              <a:gd name="T79" fmla="*/ 2147483647 h 1274"/>
              <a:gd name="T80" fmla="*/ 2147483647 w 679"/>
              <a:gd name="T81" fmla="*/ 2147483647 h 1274"/>
              <a:gd name="T82" fmla="*/ 2147483647 w 679"/>
              <a:gd name="T83" fmla="*/ 2147483647 h 1274"/>
              <a:gd name="T84" fmla="*/ 2147483647 w 679"/>
              <a:gd name="T85" fmla="*/ 2147483647 h 1274"/>
              <a:gd name="T86" fmla="*/ 2147483647 w 679"/>
              <a:gd name="T87" fmla="*/ 2147483647 h 1274"/>
              <a:gd name="T88" fmla="*/ 2147483647 w 679"/>
              <a:gd name="T89" fmla="*/ 2147483647 h 1274"/>
              <a:gd name="T90" fmla="*/ 0 w 679"/>
              <a:gd name="T91" fmla="*/ 2147483647 h 12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79"/>
              <a:gd name="T139" fmla="*/ 0 h 1274"/>
              <a:gd name="T140" fmla="*/ 679 w 679"/>
              <a:gd name="T141" fmla="*/ 1274 h 12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79" h="1274">
                <a:moveTo>
                  <a:pt x="0" y="0"/>
                </a:moveTo>
                <a:lnTo>
                  <a:pt x="13" y="2"/>
                </a:lnTo>
                <a:lnTo>
                  <a:pt x="29" y="4"/>
                </a:lnTo>
                <a:lnTo>
                  <a:pt x="48" y="9"/>
                </a:lnTo>
                <a:lnTo>
                  <a:pt x="64" y="13"/>
                </a:lnTo>
                <a:lnTo>
                  <a:pt x="79" y="18"/>
                </a:lnTo>
                <a:lnTo>
                  <a:pt x="92" y="22"/>
                </a:lnTo>
                <a:lnTo>
                  <a:pt x="108" y="27"/>
                </a:lnTo>
                <a:lnTo>
                  <a:pt x="123" y="31"/>
                </a:lnTo>
                <a:lnTo>
                  <a:pt x="138" y="38"/>
                </a:lnTo>
                <a:lnTo>
                  <a:pt x="156" y="44"/>
                </a:lnTo>
                <a:lnTo>
                  <a:pt x="171" y="51"/>
                </a:lnTo>
                <a:lnTo>
                  <a:pt x="189" y="58"/>
                </a:lnTo>
                <a:lnTo>
                  <a:pt x="206" y="67"/>
                </a:lnTo>
                <a:lnTo>
                  <a:pt x="222" y="73"/>
                </a:lnTo>
                <a:lnTo>
                  <a:pt x="237" y="82"/>
                </a:lnTo>
                <a:lnTo>
                  <a:pt x="252" y="91"/>
                </a:lnTo>
                <a:lnTo>
                  <a:pt x="265" y="100"/>
                </a:lnTo>
                <a:lnTo>
                  <a:pt x="279" y="109"/>
                </a:lnTo>
                <a:lnTo>
                  <a:pt x="292" y="118"/>
                </a:lnTo>
                <a:lnTo>
                  <a:pt x="309" y="129"/>
                </a:lnTo>
                <a:lnTo>
                  <a:pt x="323" y="140"/>
                </a:lnTo>
                <a:lnTo>
                  <a:pt x="338" y="151"/>
                </a:lnTo>
                <a:lnTo>
                  <a:pt x="351" y="160"/>
                </a:lnTo>
                <a:lnTo>
                  <a:pt x="371" y="177"/>
                </a:lnTo>
                <a:lnTo>
                  <a:pt x="393" y="200"/>
                </a:lnTo>
                <a:lnTo>
                  <a:pt x="410" y="215"/>
                </a:lnTo>
                <a:lnTo>
                  <a:pt x="430" y="237"/>
                </a:lnTo>
                <a:lnTo>
                  <a:pt x="443" y="253"/>
                </a:lnTo>
                <a:lnTo>
                  <a:pt x="459" y="273"/>
                </a:lnTo>
                <a:lnTo>
                  <a:pt x="476" y="293"/>
                </a:lnTo>
                <a:lnTo>
                  <a:pt x="489" y="313"/>
                </a:lnTo>
                <a:lnTo>
                  <a:pt x="505" y="335"/>
                </a:lnTo>
                <a:lnTo>
                  <a:pt x="518" y="357"/>
                </a:lnTo>
                <a:lnTo>
                  <a:pt x="531" y="379"/>
                </a:lnTo>
                <a:lnTo>
                  <a:pt x="542" y="399"/>
                </a:lnTo>
                <a:lnTo>
                  <a:pt x="553" y="426"/>
                </a:lnTo>
                <a:lnTo>
                  <a:pt x="564" y="448"/>
                </a:lnTo>
                <a:lnTo>
                  <a:pt x="573" y="475"/>
                </a:lnTo>
                <a:lnTo>
                  <a:pt x="584" y="501"/>
                </a:lnTo>
                <a:lnTo>
                  <a:pt x="595" y="534"/>
                </a:lnTo>
                <a:lnTo>
                  <a:pt x="601" y="566"/>
                </a:lnTo>
                <a:lnTo>
                  <a:pt x="610" y="597"/>
                </a:lnTo>
                <a:lnTo>
                  <a:pt x="614" y="628"/>
                </a:lnTo>
                <a:lnTo>
                  <a:pt x="619" y="665"/>
                </a:lnTo>
                <a:lnTo>
                  <a:pt x="623" y="710"/>
                </a:lnTo>
                <a:lnTo>
                  <a:pt x="623" y="745"/>
                </a:lnTo>
                <a:lnTo>
                  <a:pt x="623" y="781"/>
                </a:lnTo>
                <a:lnTo>
                  <a:pt x="619" y="814"/>
                </a:lnTo>
                <a:lnTo>
                  <a:pt x="617" y="845"/>
                </a:lnTo>
                <a:lnTo>
                  <a:pt x="612" y="878"/>
                </a:lnTo>
                <a:lnTo>
                  <a:pt x="606" y="912"/>
                </a:lnTo>
                <a:lnTo>
                  <a:pt x="597" y="947"/>
                </a:lnTo>
                <a:lnTo>
                  <a:pt x="584" y="985"/>
                </a:lnTo>
                <a:lnTo>
                  <a:pt x="573" y="1018"/>
                </a:lnTo>
                <a:lnTo>
                  <a:pt x="560" y="1051"/>
                </a:lnTo>
                <a:lnTo>
                  <a:pt x="544" y="1084"/>
                </a:lnTo>
                <a:lnTo>
                  <a:pt x="527" y="1116"/>
                </a:lnTo>
                <a:lnTo>
                  <a:pt x="678" y="1204"/>
                </a:lnTo>
                <a:lnTo>
                  <a:pt x="213" y="1273"/>
                </a:lnTo>
                <a:lnTo>
                  <a:pt x="42" y="841"/>
                </a:lnTo>
                <a:lnTo>
                  <a:pt x="222" y="936"/>
                </a:lnTo>
                <a:lnTo>
                  <a:pt x="239" y="909"/>
                </a:lnTo>
                <a:lnTo>
                  <a:pt x="248" y="883"/>
                </a:lnTo>
                <a:lnTo>
                  <a:pt x="259" y="858"/>
                </a:lnTo>
                <a:lnTo>
                  <a:pt x="265" y="832"/>
                </a:lnTo>
                <a:lnTo>
                  <a:pt x="270" y="807"/>
                </a:lnTo>
                <a:lnTo>
                  <a:pt x="272" y="783"/>
                </a:lnTo>
                <a:lnTo>
                  <a:pt x="274" y="758"/>
                </a:lnTo>
                <a:lnTo>
                  <a:pt x="274" y="736"/>
                </a:lnTo>
                <a:lnTo>
                  <a:pt x="272" y="707"/>
                </a:lnTo>
                <a:lnTo>
                  <a:pt x="270" y="679"/>
                </a:lnTo>
                <a:lnTo>
                  <a:pt x="263" y="648"/>
                </a:lnTo>
                <a:lnTo>
                  <a:pt x="257" y="623"/>
                </a:lnTo>
                <a:lnTo>
                  <a:pt x="246" y="594"/>
                </a:lnTo>
                <a:lnTo>
                  <a:pt x="237" y="570"/>
                </a:lnTo>
                <a:lnTo>
                  <a:pt x="224" y="548"/>
                </a:lnTo>
                <a:lnTo>
                  <a:pt x="213" y="530"/>
                </a:lnTo>
                <a:lnTo>
                  <a:pt x="202" y="515"/>
                </a:lnTo>
                <a:lnTo>
                  <a:pt x="191" y="499"/>
                </a:lnTo>
                <a:lnTo>
                  <a:pt x="180" y="486"/>
                </a:lnTo>
                <a:lnTo>
                  <a:pt x="167" y="470"/>
                </a:lnTo>
                <a:lnTo>
                  <a:pt x="154" y="459"/>
                </a:lnTo>
                <a:lnTo>
                  <a:pt x="140" y="444"/>
                </a:lnTo>
                <a:lnTo>
                  <a:pt x="129" y="432"/>
                </a:lnTo>
                <a:lnTo>
                  <a:pt x="114" y="421"/>
                </a:lnTo>
                <a:lnTo>
                  <a:pt x="94" y="410"/>
                </a:lnTo>
                <a:lnTo>
                  <a:pt x="79" y="399"/>
                </a:lnTo>
                <a:lnTo>
                  <a:pt x="66" y="393"/>
                </a:lnTo>
                <a:lnTo>
                  <a:pt x="46" y="381"/>
                </a:lnTo>
                <a:lnTo>
                  <a:pt x="29" y="373"/>
                </a:lnTo>
                <a:lnTo>
                  <a:pt x="0" y="364"/>
                </a:lnTo>
                <a:lnTo>
                  <a:pt x="0" y="0"/>
                </a:lnTo>
              </a:path>
            </a:pathLst>
          </a:custGeom>
          <a:solidFill>
            <a:schemeClr val="tx1"/>
          </a:solidFill>
          <a:ln w="12700">
            <a:noFill/>
            <a:round/>
            <a:headEnd/>
            <a:tailEnd/>
          </a:ln>
        </p:spPr>
        <p:txBody>
          <a:bodyPr wrap="square" lIns="29250" tIns="29250" rIns="29250" bIns="29250" anchor="ctr">
            <a:noAutofit/>
          </a:bodyPr>
          <a:lstStyle/>
          <a:p>
            <a:endParaRPr lang="en-US" sz="800" dirty="0">
              <a:solidFill>
                <a:schemeClr val="bg1"/>
              </a:solidFill>
              <a:latin typeface="Aptos" panose="020B0004020202020204" pitchFamily="34" charset="0"/>
            </a:endParaRPr>
          </a:p>
        </p:txBody>
      </p:sp>
      <p:grpSp>
        <p:nvGrpSpPr>
          <p:cNvPr id="26" name="Group 25"/>
          <p:cNvGrpSpPr/>
          <p:nvPr/>
        </p:nvGrpSpPr>
        <p:grpSpPr>
          <a:xfrm>
            <a:off x="6283601" y="5191915"/>
            <a:ext cx="1775013" cy="183939"/>
            <a:chOff x="5831034" y="6058564"/>
            <a:chExt cx="3130357" cy="324388"/>
          </a:xfrm>
        </p:grpSpPr>
        <p:sp>
          <p:nvSpPr>
            <p:cNvPr id="27" name="AutoShape 11"/>
            <p:cNvSpPr>
              <a:spLocks noChangeArrowheads="1"/>
            </p:cNvSpPr>
            <p:nvPr/>
          </p:nvSpPr>
          <p:spPr bwMode="gray">
            <a:xfrm>
              <a:off x="8158132" y="6088054"/>
              <a:ext cx="324388" cy="265408"/>
            </a:xfrm>
            <a:prstGeom prst="downArrow">
              <a:avLst>
                <a:gd name="adj1" fmla="val 49815"/>
                <a:gd name="adj2" fmla="val 54667"/>
              </a:avLst>
            </a:prstGeom>
            <a:solidFill>
              <a:schemeClr val="bg2">
                <a:lumMod val="90000"/>
              </a:schemeClr>
            </a:solidFill>
            <a:ln w="28575" algn="ctr">
              <a:noFill/>
              <a:miter lim="800000"/>
              <a:headEnd type="none" w="sm" len="sm"/>
              <a:tailEnd type="none" w="sm" len="sm"/>
            </a:ln>
          </p:spPr>
          <p:txBody>
            <a:bodyPr rot="10800000" vert="eaVert" wrap="none" lIns="36116" tIns="36116" rIns="36116" bIns="36116" anchor="ctr"/>
            <a:lstStyle/>
            <a:p>
              <a:pPr>
                <a:spcBef>
                  <a:spcPct val="20000"/>
                </a:spcBef>
              </a:pPr>
              <a:endParaRPr lang="en-US" sz="800" b="1" dirty="0">
                <a:latin typeface="Aptos" panose="020B0004020202020204" pitchFamily="34" charset="0"/>
                <a:cs typeface="Arial" pitchFamily="34" charset="0"/>
              </a:endParaRPr>
            </a:p>
          </p:txBody>
        </p:sp>
        <p:sp>
          <p:nvSpPr>
            <p:cNvPr id="28" name="AutoShape 11"/>
            <p:cNvSpPr>
              <a:spLocks noChangeArrowheads="1"/>
            </p:cNvSpPr>
            <p:nvPr/>
          </p:nvSpPr>
          <p:spPr bwMode="gray">
            <a:xfrm rot="16200000">
              <a:off x="6907704" y="6088053"/>
              <a:ext cx="324388" cy="265409"/>
            </a:xfrm>
            <a:prstGeom prst="downArrow">
              <a:avLst>
                <a:gd name="adj1" fmla="val 49815"/>
                <a:gd name="adj2" fmla="val 54667"/>
              </a:avLst>
            </a:prstGeom>
            <a:solidFill>
              <a:schemeClr val="bg2"/>
            </a:solidFill>
            <a:ln w="28575" algn="ctr">
              <a:noFill/>
              <a:miter lim="800000"/>
              <a:headEnd type="none" w="sm" len="sm"/>
              <a:tailEnd type="none" w="sm" len="sm"/>
            </a:ln>
          </p:spPr>
          <p:txBody>
            <a:bodyPr wrap="none" lIns="36116" tIns="36116" rIns="36116" bIns="36116" anchor="ctr"/>
            <a:lstStyle/>
            <a:p>
              <a:pPr>
                <a:spcBef>
                  <a:spcPct val="20000"/>
                </a:spcBef>
              </a:pPr>
              <a:endParaRPr lang="en-US" sz="800" b="1" dirty="0">
                <a:latin typeface="Aptos" panose="020B0004020202020204" pitchFamily="34" charset="0"/>
                <a:cs typeface="Arial" pitchFamily="34" charset="0"/>
              </a:endParaRPr>
            </a:p>
          </p:txBody>
        </p:sp>
        <p:sp>
          <p:nvSpPr>
            <p:cNvPr id="29" name="AutoShape 11"/>
            <p:cNvSpPr>
              <a:spLocks noChangeArrowheads="1"/>
            </p:cNvSpPr>
            <p:nvPr/>
          </p:nvSpPr>
          <p:spPr bwMode="gray">
            <a:xfrm rot="10800000">
              <a:off x="5831034" y="6088045"/>
              <a:ext cx="324388" cy="265409"/>
            </a:xfrm>
            <a:prstGeom prst="downArrow">
              <a:avLst>
                <a:gd name="adj1" fmla="val 49815"/>
                <a:gd name="adj2" fmla="val 54667"/>
              </a:avLst>
            </a:prstGeom>
            <a:solidFill>
              <a:schemeClr val="bg2">
                <a:lumMod val="75000"/>
              </a:schemeClr>
            </a:solidFill>
            <a:ln w="28575" algn="ctr">
              <a:noFill/>
              <a:miter lim="800000"/>
              <a:headEnd type="none" w="sm" len="sm"/>
              <a:tailEnd type="none" w="sm" len="sm"/>
            </a:ln>
          </p:spPr>
          <p:txBody>
            <a:bodyPr vert="eaVert" wrap="none" lIns="36116" tIns="36116" rIns="36116" bIns="36116" anchor="ctr"/>
            <a:lstStyle/>
            <a:p>
              <a:pPr>
                <a:spcBef>
                  <a:spcPct val="20000"/>
                </a:spcBef>
              </a:pPr>
              <a:endParaRPr lang="en-US" sz="800" b="1" dirty="0">
                <a:latin typeface="Aptos" panose="020B0004020202020204" pitchFamily="34" charset="0"/>
                <a:cs typeface="Arial" pitchFamily="34" charset="0"/>
              </a:endParaRPr>
            </a:p>
          </p:txBody>
        </p:sp>
        <p:sp>
          <p:nvSpPr>
            <p:cNvPr id="30" name="Text Box 26"/>
            <p:cNvSpPr txBox="1">
              <a:spLocks noChangeArrowheads="1"/>
            </p:cNvSpPr>
            <p:nvPr/>
          </p:nvSpPr>
          <p:spPr bwMode="auto">
            <a:xfrm>
              <a:off x="6220000" y="6128415"/>
              <a:ext cx="520170" cy="220620"/>
            </a:xfrm>
            <a:prstGeom prst="rect">
              <a:avLst/>
            </a:prstGeom>
            <a:noFill/>
            <a:ln w="9525">
              <a:noFill/>
              <a:miter lim="800000"/>
              <a:headEnd type="none" w="sm" len="sm"/>
              <a:tailEnd type="none" w="sm" len="sm"/>
            </a:ln>
          </p:spPr>
          <p:txBody>
            <a:bodyPr wrap="none" lIns="0" tIns="0" rIns="0" bIns="0">
              <a:spAutoFit/>
            </a:bodyPr>
            <a:lstStyle/>
            <a:p>
              <a:pPr eaLnBrk="1" hangingPunct="1">
                <a:spcBef>
                  <a:spcPct val="20000"/>
                </a:spcBef>
              </a:pPr>
              <a:r>
                <a:rPr lang="en-GB" altLang="ja-JP" sz="800" dirty="0">
                  <a:latin typeface="Aptos" panose="020B0004020202020204" pitchFamily="34" charset="0"/>
                  <a:ea typeface="ＭＳ Ｐゴシック" charset="-128"/>
                  <a:cs typeface="Arial" pitchFamily="34" charset="0"/>
                </a:rPr>
                <a:t>Strong</a:t>
              </a:r>
            </a:p>
          </p:txBody>
        </p:sp>
        <p:sp>
          <p:nvSpPr>
            <p:cNvPr id="44" name="Text Box 26"/>
            <p:cNvSpPr txBox="1">
              <a:spLocks noChangeArrowheads="1"/>
            </p:cNvSpPr>
            <p:nvPr/>
          </p:nvSpPr>
          <p:spPr bwMode="auto">
            <a:xfrm>
              <a:off x="7251372" y="6128420"/>
              <a:ext cx="760465" cy="220620"/>
            </a:xfrm>
            <a:prstGeom prst="rect">
              <a:avLst/>
            </a:prstGeom>
            <a:noFill/>
            <a:ln w="9525">
              <a:noFill/>
              <a:miter lim="800000"/>
              <a:headEnd type="none" w="sm" len="sm"/>
              <a:tailEnd type="none" w="sm" len="sm"/>
            </a:ln>
          </p:spPr>
          <p:txBody>
            <a:bodyPr wrap="none" lIns="0" tIns="0" rIns="0" bIns="0">
              <a:spAutoFit/>
            </a:bodyPr>
            <a:lstStyle/>
            <a:p>
              <a:pPr eaLnBrk="1" hangingPunct="1">
                <a:spcBef>
                  <a:spcPct val="20000"/>
                </a:spcBef>
              </a:pPr>
              <a:r>
                <a:rPr lang="en-GB" altLang="ja-JP" sz="800" dirty="0">
                  <a:latin typeface="Aptos" panose="020B0004020202020204" pitchFamily="34" charset="0"/>
                  <a:ea typeface="ＭＳ Ｐゴシック" charset="-128"/>
                  <a:cs typeface="Arial" pitchFamily="34" charset="0"/>
                </a:rPr>
                <a:t>Moderate</a:t>
              </a:r>
            </a:p>
          </p:txBody>
        </p:sp>
        <p:sp>
          <p:nvSpPr>
            <p:cNvPr id="45" name="Text Box 26"/>
            <p:cNvSpPr txBox="1">
              <a:spLocks noChangeArrowheads="1"/>
            </p:cNvSpPr>
            <p:nvPr/>
          </p:nvSpPr>
          <p:spPr bwMode="auto">
            <a:xfrm>
              <a:off x="8511896" y="6128420"/>
              <a:ext cx="449495" cy="220620"/>
            </a:xfrm>
            <a:prstGeom prst="rect">
              <a:avLst/>
            </a:prstGeom>
            <a:noFill/>
            <a:ln w="9525">
              <a:noFill/>
              <a:miter lim="800000"/>
              <a:headEnd type="none" w="sm" len="sm"/>
              <a:tailEnd type="none" w="sm" len="sm"/>
            </a:ln>
          </p:spPr>
          <p:txBody>
            <a:bodyPr wrap="none" lIns="0" tIns="0" rIns="0" bIns="0">
              <a:spAutoFit/>
            </a:bodyPr>
            <a:lstStyle/>
            <a:p>
              <a:pPr eaLnBrk="1" hangingPunct="1">
                <a:spcBef>
                  <a:spcPct val="20000"/>
                </a:spcBef>
              </a:pPr>
              <a:r>
                <a:rPr lang="en-GB" altLang="ja-JP" sz="800" dirty="0">
                  <a:latin typeface="Aptos" panose="020B0004020202020204" pitchFamily="34" charset="0"/>
                  <a:ea typeface="ＭＳ Ｐゴシック" charset="-128"/>
                  <a:cs typeface="Arial" pitchFamily="34" charset="0"/>
                </a:rPr>
                <a:t>Weak</a:t>
              </a:r>
            </a:p>
          </p:txBody>
        </p:sp>
      </p:grpSp>
    </p:spTree>
    <p:extLst>
      <p:ext uri="{BB962C8B-B14F-4D97-AF65-F5344CB8AC3E}">
        <p14:creationId xmlns:p14="http://schemas.microsoft.com/office/powerpoint/2010/main" val="1006070848"/>
      </p:ext>
    </p:extLst>
  </p:cSld>
  <p:clrMapOvr>
    <a:masterClrMapping/>
  </p:clrMapOvr>
  <p:transition>
    <p:fade/>
  </p:transition>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p:txBody>
          <a:bodyPr/>
          <a:lstStyle/>
          <a:p>
            <a:r>
              <a:rPr lang="en-US"/>
              <a:t>Subtitle runs here</a:t>
            </a:r>
            <a:endParaRPr lang="en-US" dirty="0"/>
          </a:p>
        </p:txBody>
      </p:sp>
      <p:sp>
        <p:nvSpPr>
          <p:cNvPr id="780289" name="Title 1"/>
          <p:cNvSpPr>
            <a:spLocks noGrp="1"/>
          </p:cNvSpPr>
          <p:nvPr>
            <p:ph type="title"/>
          </p:nvPr>
        </p:nvSpPr>
        <p:spPr/>
        <p:txBody>
          <a:bodyPr/>
          <a:lstStyle/>
          <a:p>
            <a:r>
              <a:rPr lang="en-US" altLang="ja-JP"/>
              <a:t>Activity map – generic</a:t>
            </a:r>
            <a:endParaRPr lang="en-US" dirty="0"/>
          </a:p>
        </p:txBody>
      </p:sp>
      <p:sp>
        <p:nvSpPr>
          <p:cNvPr id="4" name="Content Placeholder 3">
            <a:extLst>
              <a:ext uri="{FF2B5EF4-FFF2-40B4-BE49-F238E27FC236}">
                <a16:creationId xmlns:a16="http://schemas.microsoft.com/office/drawing/2014/main" id="{52199952-A592-E897-1070-C865ED15F205}"/>
              </a:ext>
            </a:extLst>
          </p:cNvPr>
          <p:cNvSpPr>
            <a:spLocks noGrp="1"/>
          </p:cNvSpPr>
          <p:nvPr>
            <p:ph idx="1"/>
          </p:nvPr>
        </p:nvSpPr>
        <p:spPr/>
        <p:txBody>
          <a:bodyPr/>
          <a:lstStyle/>
          <a:p>
            <a:r>
              <a:rPr lang="en-US" dirty="0"/>
              <a:t>Chart title</a:t>
            </a:r>
          </a:p>
        </p:txBody>
      </p:sp>
      <p:sp>
        <p:nvSpPr>
          <p:cNvPr id="151" name="Rectangle 52"/>
          <p:cNvSpPr>
            <a:spLocks noChangeArrowheads="1"/>
          </p:cNvSpPr>
          <p:nvPr/>
        </p:nvSpPr>
        <p:spPr bwMode="auto">
          <a:xfrm>
            <a:off x="5066083" y="5564805"/>
            <a:ext cx="264380" cy="120834"/>
          </a:xfrm>
          <a:prstGeom prst="rect">
            <a:avLst/>
          </a:prstGeom>
          <a:solidFill>
            <a:schemeClr val="accent3"/>
          </a:solidFill>
          <a:ln w="6350">
            <a:noFill/>
            <a:miter lim="800000"/>
            <a:headEnd/>
            <a:tailEnd/>
          </a:ln>
        </p:spPr>
        <p:txBody>
          <a:bodyPr wrap="none" anchor="ctr"/>
          <a:lstStyle/>
          <a:p>
            <a:pPr eaLnBrk="1" hangingPunct="1">
              <a:spcBef>
                <a:spcPct val="20000"/>
              </a:spcBef>
            </a:pPr>
            <a:endParaRPr lang="en-GB" sz="731" b="1" dirty="0">
              <a:cs typeface="Arial" pitchFamily="34" charset="0"/>
            </a:endParaRPr>
          </a:p>
        </p:txBody>
      </p:sp>
      <p:sp>
        <p:nvSpPr>
          <p:cNvPr id="152" name="Text Box 54"/>
          <p:cNvSpPr txBox="1">
            <a:spLocks noChangeArrowheads="1"/>
          </p:cNvSpPr>
          <p:nvPr/>
        </p:nvSpPr>
        <p:spPr bwMode="auto">
          <a:xfrm>
            <a:off x="5388776" y="5571360"/>
            <a:ext cx="458459" cy="107722"/>
          </a:xfrm>
          <a:prstGeom prst="rect">
            <a:avLst/>
          </a:prstGeom>
          <a:noFill/>
          <a:ln w="9525" algn="ctr">
            <a:noFill/>
            <a:miter lim="800000"/>
            <a:headEnd/>
            <a:tailEnd/>
          </a:ln>
        </p:spPr>
        <p:txBody>
          <a:bodyPr wrap="none" lIns="0" tIns="0" rIns="0" bIns="0" anchor="ctr">
            <a:spAutoFit/>
          </a:bodyPr>
          <a:lstStyle/>
          <a:p>
            <a:pPr eaLnBrk="1" hangingPunct="1">
              <a:spcBef>
                <a:spcPct val="20000"/>
              </a:spcBef>
            </a:pPr>
            <a:r>
              <a:rPr lang="en-GB" altLang="ja-JP" sz="700" dirty="0">
                <a:latin typeface="Aptos" panose="020B0004020202020204" pitchFamily="34" charset="0"/>
                <a:ea typeface="ＭＳ Ｐゴシック" charset="-128"/>
                <a:cs typeface="Arial" pitchFamily="34" charset="0"/>
              </a:rPr>
              <a:t>Advantaged</a:t>
            </a:r>
          </a:p>
        </p:txBody>
      </p:sp>
      <p:sp>
        <p:nvSpPr>
          <p:cNvPr id="153" name="Rectangle 152"/>
          <p:cNvSpPr>
            <a:spLocks noChangeArrowheads="1"/>
          </p:cNvSpPr>
          <p:nvPr/>
        </p:nvSpPr>
        <p:spPr bwMode="auto">
          <a:xfrm>
            <a:off x="6291581" y="5564805"/>
            <a:ext cx="264380" cy="120834"/>
          </a:xfrm>
          <a:prstGeom prst="rect">
            <a:avLst/>
          </a:prstGeom>
          <a:solidFill>
            <a:schemeClr val="bg2"/>
          </a:solidFill>
          <a:ln w="6350" algn="ctr">
            <a:noFill/>
            <a:miter lim="800000"/>
            <a:headEnd/>
            <a:tailEnd/>
          </a:ln>
        </p:spPr>
        <p:txBody>
          <a:bodyPr wrap="none" anchor="ctr"/>
          <a:lstStyle/>
          <a:p>
            <a:pPr eaLnBrk="1" hangingPunct="1">
              <a:spcBef>
                <a:spcPct val="20000"/>
              </a:spcBef>
              <a:defRPr/>
            </a:pPr>
            <a:endParaRPr lang="en-GB" sz="731" b="1" dirty="0">
              <a:cs typeface="Arial" pitchFamily="34" charset="0"/>
            </a:endParaRPr>
          </a:p>
        </p:txBody>
      </p:sp>
      <p:sp>
        <p:nvSpPr>
          <p:cNvPr id="154" name="Text Box 55"/>
          <p:cNvSpPr txBox="1">
            <a:spLocks noChangeArrowheads="1"/>
          </p:cNvSpPr>
          <p:nvPr/>
        </p:nvSpPr>
        <p:spPr bwMode="auto">
          <a:xfrm>
            <a:off x="6614273" y="5571360"/>
            <a:ext cx="293350" cy="107722"/>
          </a:xfrm>
          <a:prstGeom prst="rect">
            <a:avLst/>
          </a:prstGeom>
          <a:noFill/>
          <a:ln w="9525" algn="ctr">
            <a:noFill/>
            <a:miter lim="800000"/>
            <a:headEnd/>
            <a:tailEnd/>
          </a:ln>
        </p:spPr>
        <p:txBody>
          <a:bodyPr wrap="none" lIns="0" tIns="0" rIns="0" bIns="0" anchor="ctr">
            <a:spAutoFit/>
          </a:bodyPr>
          <a:lstStyle/>
          <a:p>
            <a:pPr eaLnBrk="1" hangingPunct="1">
              <a:spcBef>
                <a:spcPct val="20000"/>
              </a:spcBef>
            </a:pPr>
            <a:r>
              <a:rPr lang="en-GB" altLang="ja-JP" sz="700" dirty="0">
                <a:latin typeface="Aptos" panose="020B0004020202020204" pitchFamily="34" charset="0"/>
                <a:ea typeface="ＭＳ Ｐゴシック" charset="-128"/>
                <a:cs typeface="Arial" pitchFamily="34" charset="0"/>
              </a:rPr>
              <a:t>Neutral</a:t>
            </a:r>
          </a:p>
        </p:txBody>
      </p:sp>
      <p:sp>
        <p:nvSpPr>
          <p:cNvPr id="155" name="Rectangle 154"/>
          <p:cNvSpPr>
            <a:spLocks noChangeArrowheads="1"/>
          </p:cNvSpPr>
          <p:nvPr/>
        </p:nvSpPr>
        <p:spPr bwMode="auto">
          <a:xfrm>
            <a:off x="7300873" y="5564805"/>
            <a:ext cx="264380" cy="120834"/>
          </a:xfrm>
          <a:prstGeom prst="rect">
            <a:avLst/>
          </a:prstGeom>
          <a:solidFill>
            <a:schemeClr val="bg2">
              <a:lumMod val="75000"/>
            </a:schemeClr>
          </a:solidFill>
          <a:ln w="6350">
            <a:noFill/>
            <a:miter lim="800000"/>
            <a:headEnd/>
            <a:tailEnd/>
          </a:ln>
        </p:spPr>
        <p:txBody>
          <a:bodyPr wrap="none" anchor="ctr"/>
          <a:lstStyle/>
          <a:p>
            <a:pPr eaLnBrk="1" hangingPunct="1">
              <a:spcBef>
                <a:spcPct val="20000"/>
              </a:spcBef>
              <a:defRPr/>
            </a:pPr>
            <a:endParaRPr lang="en-GB" sz="731" b="1" dirty="0">
              <a:cs typeface="Arial" pitchFamily="34" charset="0"/>
            </a:endParaRPr>
          </a:p>
        </p:txBody>
      </p:sp>
      <p:sp>
        <p:nvSpPr>
          <p:cNvPr id="156" name="Text Box 57"/>
          <p:cNvSpPr txBox="1">
            <a:spLocks noChangeArrowheads="1"/>
          </p:cNvSpPr>
          <p:nvPr/>
        </p:nvSpPr>
        <p:spPr bwMode="auto">
          <a:xfrm>
            <a:off x="7623565" y="5571360"/>
            <a:ext cx="578685" cy="107722"/>
          </a:xfrm>
          <a:prstGeom prst="rect">
            <a:avLst/>
          </a:prstGeom>
          <a:noFill/>
          <a:ln w="9525" algn="ctr">
            <a:noFill/>
            <a:miter lim="800000"/>
            <a:headEnd/>
            <a:tailEnd/>
          </a:ln>
        </p:spPr>
        <p:txBody>
          <a:bodyPr wrap="none" lIns="0" tIns="0" rIns="0" bIns="0" anchor="ctr">
            <a:spAutoFit/>
          </a:bodyPr>
          <a:lstStyle/>
          <a:p>
            <a:pPr eaLnBrk="1" hangingPunct="1">
              <a:spcBef>
                <a:spcPct val="20000"/>
              </a:spcBef>
            </a:pPr>
            <a:r>
              <a:rPr lang="en-GB" altLang="ja-JP" sz="700" dirty="0">
                <a:latin typeface="Aptos" panose="020B0004020202020204" pitchFamily="34" charset="0"/>
                <a:ea typeface="ＭＳ Ｐゴシック" charset="-128"/>
                <a:cs typeface="Arial" pitchFamily="34" charset="0"/>
              </a:rPr>
              <a:t>Disadvantaged</a:t>
            </a:r>
          </a:p>
        </p:txBody>
      </p:sp>
      <p:grpSp>
        <p:nvGrpSpPr>
          <p:cNvPr id="3" name="Group 2">
            <a:extLst>
              <a:ext uri="{FF2B5EF4-FFF2-40B4-BE49-F238E27FC236}">
                <a16:creationId xmlns:a16="http://schemas.microsoft.com/office/drawing/2014/main" id="{8F895A8B-20C5-40C6-9019-C88A5CCEBE01}"/>
              </a:ext>
            </a:extLst>
          </p:cNvPr>
          <p:cNvGrpSpPr/>
          <p:nvPr/>
        </p:nvGrpSpPr>
        <p:grpSpPr>
          <a:xfrm>
            <a:off x="128096" y="2372580"/>
            <a:ext cx="8983717" cy="2998261"/>
            <a:chOff x="2554014" y="1851722"/>
            <a:chExt cx="7428821" cy="3690167"/>
          </a:xfrm>
        </p:grpSpPr>
        <p:sp>
          <p:nvSpPr>
            <p:cNvPr id="103" name="Rectangle 102"/>
            <p:cNvSpPr>
              <a:spLocks noChangeArrowheads="1"/>
            </p:cNvSpPr>
            <p:nvPr/>
          </p:nvSpPr>
          <p:spPr bwMode="auto">
            <a:xfrm>
              <a:off x="3601028" y="1851722"/>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04" name="Rectangle 5"/>
            <p:cNvSpPr>
              <a:spLocks noChangeArrowheads="1"/>
            </p:cNvSpPr>
            <p:nvPr/>
          </p:nvSpPr>
          <p:spPr bwMode="auto">
            <a:xfrm>
              <a:off x="4731085" y="1851722"/>
              <a:ext cx="731520" cy="215900"/>
            </a:xfrm>
            <a:prstGeom prst="rect">
              <a:avLst/>
            </a:prstGeom>
            <a:solidFill>
              <a:schemeClr val="accent3"/>
            </a:solidFill>
            <a:ln w="6350" algn="ctr">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05" name="Rectangle 104"/>
            <p:cNvSpPr>
              <a:spLocks noChangeArrowheads="1"/>
            </p:cNvSpPr>
            <p:nvPr/>
          </p:nvSpPr>
          <p:spPr bwMode="auto">
            <a:xfrm>
              <a:off x="5861142" y="1851722"/>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06" name="Rectangle 105"/>
            <p:cNvSpPr>
              <a:spLocks noChangeArrowheads="1"/>
            </p:cNvSpPr>
            <p:nvPr/>
          </p:nvSpPr>
          <p:spPr bwMode="auto">
            <a:xfrm>
              <a:off x="6991199" y="1851722"/>
              <a:ext cx="731520" cy="215900"/>
            </a:xfrm>
            <a:prstGeom prst="rect">
              <a:avLst/>
            </a:prstGeom>
            <a:solidFill>
              <a:schemeClr val="bg2">
                <a:lumMod val="7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07" name="Rectangle 106"/>
            <p:cNvSpPr>
              <a:spLocks noChangeArrowheads="1"/>
            </p:cNvSpPr>
            <p:nvPr/>
          </p:nvSpPr>
          <p:spPr bwMode="auto">
            <a:xfrm>
              <a:off x="8121256" y="1851722"/>
              <a:ext cx="731520" cy="215900"/>
            </a:xfrm>
            <a:prstGeom prst="rect">
              <a:avLst/>
            </a:prstGeom>
            <a:solidFill>
              <a:schemeClr val="bg2">
                <a:lumMod val="7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08" name="Rectangle 107"/>
            <p:cNvSpPr>
              <a:spLocks noChangeArrowheads="1"/>
            </p:cNvSpPr>
            <p:nvPr/>
          </p:nvSpPr>
          <p:spPr bwMode="auto">
            <a:xfrm>
              <a:off x="9251315" y="1851722"/>
              <a:ext cx="731520" cy="215900"/>
            </a:xfrm>
            <a:prstGeom prst="rect">
              <a:avLst/>
            </a:prstGeom>
            <a:solidFill>
              <a:schemeClr val="bg2">
                <a:lumMod val="7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10" name="Rectangle 109"/>
            <p:cNvSpPr>
              <a:spLocks noChangeArrowheads="1"/>
            </p:cNvSpPr>
            <p:nvPr/>
          </p:nvSpPr>
          <p:spPr bwMode="auto">
            <a:xfrm>
              <a:off x="3601028" y="2394198"/>
              <a:ext cx="731520" cy="215900"/>
            </a:xfrm>
            <a:prstGeom prst="rect">
              <a:avLst/>
            </a:prstGeom>
            <a:solidFill>
              <a:schemeClr val="bg2">
                <a:lumMod val="7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11" name="Rectangle 110"/>
            <p:cNvSpPr>
              <a:spLocks noChangeArrowheads="1"/>
            </p:cNvSpPr>
            <p:nvPr/>
          </p:nvSpPr>
          <p:spPr bwMode="auto">
            <a:xfrm>
              <a:off x="4731085" y="2394198"/>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12" name="Rectangle 13"/>
            <p:cNvSpPr>
              <a:spLocks noChangeArrowheads="1"/>
            </p:cNvSpPr>
            <p:nvPr/>
          </p:nvSpPr>
          <p:spPr bwMode="auto">
            <a:xfrm>
              <a:off x="5861142" y="2394198"/>
              <a:ext cx="731520" cy="215900"/>
            </a:xfrm>
            <a:prstGeom prst="rect">
              <a:avLst/>
            </a:prstGeom>
            <a:solidFill>
              <a:schemeClr val="accent3"/>
            </a:solidFill>
            <a:ln w="6350" algn="ctr">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13" name="Rectangle 112"/>
            <p:cNvSpPr>
              <a:spLocks noChangeArrowheads="1"/>
            </p:cNvSpPr>
            <p:nvPr/>
          </p:nvSpPr>
          <p:spPr bwMode="auto">
            <a:xfrm>
              <a:off x="6991199" y="2394198"/>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14" name="Rectangle 113"/>
            <p:cNvSpPr>
              <a:spLocks noChangeArrowheads="1"/>
            </p:cNvSpPr>
            <p:nvPr/>
          </p:nvSpPr>
          <p:spPr bwMode="auto">
            <a:xfrm>
              <a:off x="8121256" y="2394198"/>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15" name="Rectangle 114"/>
            <p:cNvSpPr>
              <a:spLocks noChangeArrowheads="1"/>
            </p:cNvSpPr>
            <p:nvPr/>
          </p:nvSpPr>
          <p:spPr bwMode="auto">
            <a:xfrm>
              <a:off x="9251315" y="2394198"/>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17" name="Rectangle 116"/>
            <p:cNvSpPr>
              <a:spLocks noChangeArrowheads="1"/>
            </p:cNvSpPr>
            <p:nvPr/>
          </p:nvSpPr>
          <p:spPr bwMode="auto">
            <a:xfrm>
              <a:off x="3601028" y="2936674"/>
              <a:ext cx="731520" cy="215900"/>
            </a:xfrm>
            <a:prstGeom prst="rect">
              <a:avLst/>
            </a:prstGeom>
            <a:solidFill>
              <a:schemeClr val="bg2">
                <a:lumMod val="7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18" name="Rectangle 19"/>
            <p:cNvSpPr>
              <a:spLocks noChangeArrowheads="1"/>
            </p:cNvSpPr>
            <p:nvPr/>
          </p:nvSpPr>
          <p:spPr bwMode="auto">
            <a:xfrm>
              <a:off x="4731085" y="2936674"/>
              <a:ext cx="731520" cy="215900"/>
            </a:xfrm>
            <a:prstGeom prst="rect">
              <a:avLst/>
            </a:prstGeom>
            <a:solidFill>
              <a:schemeClr val="accent3"/>
            </a:solidFill>
            <a:ln w="6350" algn="ctr">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19" name="Rectangle 20"/>
            <p:cNvSpPr>
              <a:spLocks noChangeArrowheads="1"/>
            </p:cNvSpPr>
            <p:nvPr/>
          </p:nvSpPr>
          <p:spPr bwMode="auto">
            <a:xfrm>
              <a:off x="5861142" y="2936674"/>
              <a:ext cx="731520" cy="215900"/>
            </a:xfrm>
            <a:prstGeom prst="rect">
              <a:avLst/>
            </a:prstGeom>
            <a:solidFill>
              <a:schemeClr val="accent3"/>
            </a:solidFill>
            <a:ln w="6350">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20" name="Rectangle 21"/>
            <p:cNvSpPr>
              <a:spLocks noChangeArrowheads="1"/>
            </p:cNvSpPr>
            <p:nvPr/>
          </p:nvSpPr>
          <p:spPr bwMode="auto">
            <a:xfrm>
              <a:off x="6991199" y="2936674"/>
              <a:ext cx="731520" cy="215900"/>
            </a:xfrm>
            <a:prstGeom prst="rect">
              <a:avLst/>
            </a:prstGeom>
            <a:solidFill>
              <a:schemeClr val="accent3"/>
            </a:solidFill>
            <a:ln w="6350" algn="ctr">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21" name="Rectangle 22"/>
            <p:cNvSpPr>
              <a:spLocks noChangeArrowheads="1"/>
            </p:cNvSpPr>
            <p:nvPr/>
          </p:nvSpPr>
          <p:spPr bwMode="auto">
            <a:xfrm>
              <a:off x="8121256" y="2936674"/>
              <a:ext cx="731520" cy="215900"/>
            </a:xfrm>
            <a:prstGeom prst="rect">
              <a:avLst/>
            </a:prstGeom>
            <a:solidFill>
              <a:schemeClr val="accent3"/>
            </a:solidFill>
            <a:ln w="6350" algn="ctr">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22" name="Rectangle 121"/>
            <p:cNvSpPr>
              <a:spLocks noChangeArrowheads="1"/>
            </p:cNvSpPr>
            <p:nvPr/>
          </p:nvSpPr>
          <p:spPr bwMode="auto">
            <a:xfrm>
              <a:off x="9251315" y="2936674"/>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24" name="Rectangle 123"/>
            <p:cNvSpPr>
              <a:spLocks noChangeArrowheads="1"/>
            </p:cNvSpPr>
            <p:nvPr/>
          </p:nvSpPr>
          <p:spPr bwMode="auto">
            <a:xfrm>
              <a:off x="3601028" y="3479150"/>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25" name="Rectangle 124"/>
            <p:cNvSpPr>
              <a:spLocks noChangeArrowheads="1"/>
            </p:cNvSpPr>
            <p:nvPr/>
          </p:nvSpPr>
          <p:spPr bwMode="auto">
            <a:xfrm>
              <a:off x="4731085" y="3479150"/>
              <a:ext cx="731520" cy="215900"/>
            </a:xfrm>
            <a:prstGeom prst="rect">
              <a:avLst/>
            </a:prstGeom>
            <a:solidFill>
              <a:schemeClr val="bg1">
                <a:lumMod val="65000"/>
              </a:schemeClr>
            </a:solidFill>
            <a:ln w="6350" algn="ctr">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26" name="Rectangle 125"/>
            <p:cNvSpPr>
              <a:spLocks noChangeArrowheads="1"/>
            </p:cNvSpPr>
            <p:nvPr/>
          </p:nvSpPr>
          <p:spPr bwMode="auto">
            <a:xfrm>
              <a:off x="5861142" y="3479150"/>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27" name="Rectangle 28"/>
            <p:cNvSpPr>
              <a:spLocks noChangeArrowheads="1"/>
            </p:cNvSpPr>
            <p:nvPr/>
          </p:nvSpPr>
          <p:spPr bwMode="auto">
            <a:xfrm>
              <a:off x="6991199" y="3479150"/>
              <a:ext cx="731520" cy="215900"/>
            </a:xfrm>
            <a:prstGeom prst="rect">
              <a:avLst/>
            </a:prstGeom>
            <a:solidFill>
              <a:schemeClr val="accent3"/>
            </a:solidFill>
            <a:ln w="6350" algn="ctr">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28" name="Rectangle 127"/>
            <p:cNvSpPr>
              <a:spLocks noChangeArrowheads="1"/>
            </p:cNvSpPr>
            <p:nvPr/>
          </p:nvSpPr>
          <p:spPr bwMode="auto">
            <a:xfrm>
              <a:off x="8121256" y="3479150"/>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29" name="Rectangle 128"/>
            <p:cNvSpPr>
              <a:spLocks noChangeArrowheads="1"/>
            </p:cNvSpPr>
            <p:nvPr/>
          </p:nvSpPr>
          <p:spPr bwMode="auto">
            <a:xfrm>
              <a:off x="9251315" y="3479150"/>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31" name="Rectangle 130"/>
            <p:cNvSpPr>
              <a:spLocks noChangeArrowheads="1"/>
            </p:cNvSpPr>
            <p:nvPr/>
          </p:nvSpPr>
          <p:spPr bwMode="auto">
            <a:xfrm>
              <a:off x="3601028" y="4021626"/>
              <a:ext cx="731520" cy="215900"/>
            </a:xfrm>
            <a:prstGeom prst="rect">
              <a:avLst/>
            </a:prstGeom>
            <a:solidFill>
              <a:schemeClr val="bg2">
                <a:lumMod val="7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32" name="Rectangle 131"/>
            <p:cNvSpPr>
              <a:spLocks noChangeArrowheads="1"/>
            </p:cNvSpPr>
            <p:nvPr/>
          </p:nvSpPr>
          <p:spPr bwMode="auto">
            <a:xfrm>
              <a:off x="4731085" y="4021626"/>
              <a:ext cx="731520" cy="215900"/>
            </a:xfrm>
            <a:prstGeom prst="rect">
              <a:avLst/>
            </a:prstGeom>
            <a:solidFill>
              <a:schemeClr val="bg2">
                <a:lumMod val="7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33" name="Rectangle 132"/>
            <p:cNvSpPr>
              <a:spLocks noChangeArrowheads="1"/>
            </p:cNvSpPr>
            <p:nvPr/>
          </p:nvSpPr>
          <p:spPr bwMode="auto">
            <a:xfrm>
              <a:off x="5861142" y="4021626"/>
              <a:ext cx="731520" cy="215900"/>
            </a:xfrm>
            <a:prstGeom prst="rect">
              <a:avLst/>
            </a:prstGeom>
            <a:solidFill>
              <a:schemeClr val="bg2"/>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34" name="Rectangle 35"/>
            <p:cNvSpPr>
              <a:spLocks noChangeArrowheads="1"/>
            </p:cNvSpPr>
            <p:nvPr/>
          </p:nvSpPr>
          <p:spPr bwMode="auto">
            <a:xfrm>
              <a:off x="6991199" y="4021626"/>
              <a:ext cx="731520" cy="215900"/>
            </a:xfrm>
            <a:prstGeom prst="rect">
              <a:avLst/>
            </a:prstGeom>
            <a:solidFill>
              <a:schemeClr val="accent3"/>
            </a:solidFill>
            <a:ln w="6350" algn="ctr">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35" name="Rectangle 36"/>
            <p:cNvSpPr>
              <a:spLocks noChangeArrowheads="1"/>
            </p:cNvSpPr>
            <p:nvPr/>
          </p:nvSpPr>
          <p:spPr bwMode="auto">
            <a:xfrm>
              <a:off x="8121256" y="4021626"/>
              <a:ext cx="731520" cy="215900"/>
            </a:xfrm>
            <a:prstGeom prst="rect">
              <a:avLst/>
            </a:prstGeom>
            <a:solidFill>
              <a:schemeClr val="accent3"/>
            </a:solidFill>
            <a:ln w="6350" algn="ctr">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36" name="Rectangle 135"/>
            <p:cNvSpPr>
              <a:spLocks noChangeArrowheads="1"/>
            </p:cNvSpPr>
            <p:nvPr/>
          </p:nvSpPr>
          <p:spPr bwMode="auto">
            <a:xfrm>
              <a:off x="9251315" y="4021626"/>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38" name="Rectangle 137"/>
            <p:cNvSpPr>
              <a:spLocks noChangeArrowheads="1"/>
            </p:cNvSpPr>
            <p:nvPr/>
          </p:nvSpPr>
          <p:spPr bwMode="auto">
            <a:xfrm>
              <a:off x="3601028" y="4564102"/>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39" name="Rectangle 138"/>
            <p:cNvSpPr>
              <a:spLocks noChangeArrowheads="1"/>
            </p:cNvSpPr>
            <p:nvPr/>
          </p:nvSpPr>
          <p:spPr bwMode="auto">
            <a:xfrm>
              <a:off x="4731085" y="4564102"/>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40" name="Rectangle 139"/>
            <p:cNvSpPr>
              <a:spLocks noChangeArrowheads="1"/>
            </p:cNvSpPr>
            <p:nvPr/>
          </p:nvSpPr>
          <p:spPr bwMode="auto">
            <a:xfrm>
              <a:off x="5861142" y="4564102"/>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41" name="Rectangle 42"/>
            <p:cNvSpPr>
              <a:spLocks noChangeArrowheads="1"/>
            </p:cNvSpPr>
            <p:nvPr/>
          </p:nvSpPr>
          <p:spPr bwMode="auto">
            <a:xfrm>
              <a:off x="6991199" y="4564102"/>
              <a:ext cx="731520" cy="215900"/>
            </a:xfrm>
            <a:prstGeom prst="rect">
              <a:avLst/>
            </a:prstGeom>
            <a:solidFill>
              <a:schemeClr val="accent3"/>
            </a:solidFill>
            <a:ln w="6350" algn="ctr">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42" name="Rectangle 141"/>
            <p:cNvSpPr>
              <a:spLocks noChangeArrowheads="1"/>
            </p:cNvSpPr>
            <p:nvPr/>
          </p:nvSpPr>
          <p:spPr bwMode="auto">
            <a:xfrm>
              <a:off x="8121256" y="4564102"/>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43" name="Rectangle 142"/>
            <p:cNvSpPr>
              <a:spLocks noChangeArrowheads="1"/>
            </p:cNvSpPr>
            <p:nvPr/>
          </p:nvSpPr>
          <p:spPr bwMode="auto">
            <a:xfrm>
              <a:off x="9251315" y="4564102"/>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grpSp>
          <p:nvGrpSpPr>
            <p:cNvPr id="2" name="Group 1">
              <a:extLst>
                <a:ext uri="{FF2B5EF4-FFF2-40B4-BE49-F238E27FC236}">
                  <a16:creationId xmlns:a16="http://schemas.microsoft.com/office/drawing/2014/main" id="{50CDF906-56D1-4338-B033-0CB716B67C9D}"/>
                </a:ext>
              </a:extLst>
            </p:cNvPr>
            <p:cNvGrpSpPr/>
            <p:nvPr/>
          </p:nvGrpSpPr>
          <p:grpSpPr>
            <a:xfrm>
              <a:off x="2554014" y="1867339"/>
              <a:ext cx="981666" cy="3439522"/>
              <a:chOff x="1889760" y="1867339"/>
              <a:chExt cx="1645920" cy="3439522"/>
            </a:xfrm>
          </p:grpSpPr>
          <p:sp>
            <p:nvSpPr>
              <p:cNvPr id="102" name="Text Box 3"/>
              <p:cNvSpPr txBox="1">
                <a:spLocks noChangeArrowheads="1"/>
              </p:cNvSpPr>
              <p:nvPr/>
            </p:nvSpPr>
            <p:spPr bwMode="auto">
              <a:xfrm>
                <a:off x="1889760" y="1867339"/>
                <a:ext cx="1645920"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09" name="Text Box 10"/>
              <p:cNvSpPr txBox="1">
                <a:spLocks noChangeArrowheads="1"/>
              </p:cNvSpPr>
              <p:nvPr/>
            </p:nvSpPr>
            <p:spPr bwMode="auto">
              <a:xfrm>
                <a:off x="1889760" y="2409815"/>
                <a:ext cx="1645920"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16" name="Text Box 17"/>
              <p:cNvSpPr txBox="1">
                <a:spLocks noChangeArrowheads="1"/>
              </p:cNvSpPr>
              <p:nvPr/>
            </p:nvSpPr>
            <p:spPr bwMode="auto">
              <a:xfrm>
                <a:off x="1889760" y="2952291"/>
                <a:ext cx="1645920"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23" name="Text Box 24"/>
              <p:cNvSpPr txBox="1">
                <a:spLocks noChangeArrowheads="1"/>
              </p:cNvSpPr>
              <p:nvPr/>
            </p:nvSpPr>
            <p:spPr bwMode="auto">
              <a:xfrm>
                <a:off x="1889760" y="3494767"/>
                <a:ext cx="1645920"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30" name="Text Box 31"/>
              <p:cNvSpPr txBox="1">
                <a:spLocks noChangeArrowheads="1"/>
              </p:cNvSpPr>
              <p:nvPr/>
            </p:nvSpPr>
            <p:spPr bwMode="auto">
              <a:xfrm>
                <a:off x="1889760" y="4037243"/>
                <a:ext cx="1645920"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37" name="Text Box 38"/>
              <p:cNvSpPr txBox="1">
                <a:spLocks noChangeArrowheads="1"/>
              </p:cNvSpPr>
              <p:nvPr/>
            </p:nvSpPr>
            <p:spPr bwMode="auto">
              <a:xfrm>
                <a:off x="1889760" y="4579719"/>
                <a:ext cx="1645920"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44" name="Text Box 45"/>
              <p:cNvSpPr txBox="1">
                <a:spLocks noChangeArrowheads="1"/>
              </p:cNvSpPr>
              <p:nvPr/>
            </p:nvSpPr>
            <p:spPr bwMode="auto">
              <a:xfrm>
                <a:off x="1889760" y="5122195"/>
                <a:ext cx="1645920"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grpSp>
        <p:sp>
          <p:nvSpPr>
            <p:cNvPr id="145" name="Rectangle 144"/>
            <p:cNvSpPr>
              <a:spLocks noChangeArrowheads="1"/>
            </p:cNvSpPr>
            <p:nvPr/>
          </p:nvSpPr>
          <p:spPr bwMode="auto">
            <a:xfrm>
              <a:off x="3601028" y="5106578"/>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46" name="Rectangle 145"/>
            <p:cNvSpPr>
              <a:spLocks noChangeArrowheads="1"/>
            </p:cNvSpPr>
            <p:nvPr/>
          </p:nvSpPr>
          <p:spPr bwMode="auto">
            <a:xfrm>
              <a:off x="4731085" y="5106578"/>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47" name="Rectangle 48"/>
            <p:cNvSpPr>
              <a:spLocks noChangeArrowheads="1"/>
            </p:cNvSpPr>
            <p:nvPr/>
          </p:nvSpPr>
          <p:spPr bwMode="auto">
            <a:xfrm>
              <a:off x="5861142" y="5106578"/>
              <a:ext cx="731520" cy="215900"/>
            </a:xfrm>
            <a:prstGeom prst="rect">
              <a:avLst/>
            </a:prstGeom>
            <a:solidFill>
              <a:schemeClr val="accent3"/>
            </a:solidFill>
            <a:ln w="6350" algn="ctr">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48" name="Rectangle 49"/>
            <p:cNvSpPr>
              <a:spLocks noChangeArrowheads="1"/>
            </p:cNvSpPr>
            <p:nvPr/>
          </p:nvSpPr>
          <p:spPr bwMode="auto">
            <a:xfrm>
              <a:off x="6991199" y="5106578"/>
              <a:ext cx="731520" cy="215900"/>
            </a:xfrm>
            <a:prstGeom prst="rect">
              <a:avLst/>
            </a:prstGeom>
            <a:solidFill>
              <a:schemeClr val="accent3"/>
            </a:solidFill>
            <a:ln w="6350" algn="ctr">
              <a:noFill/>
              <a:miter lim="800000"/>
              <a:headEnd type="none" w="sm" len="sm"/>
              <a:tailEnd type="none" w="med" len="lg"/>
            </a:ln>
          </p:spPr>
          <p:txBody>
            <a:bodyPr wrap="none" lIns="0" tIns="0" rIns="0" bIns="0" anchor="ctr"/>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149" name="Rectangle 148"/>
            <p:cNvSpPr>
              <a:spLocks noChangeArrowheads="1"/>
            </p:cNvSpPr>
            <p:nvPr/>
          </p:nvSpPr>
          <p:spPr bwMode="auto">
            <a:xfrm>
              <a:off x="8121256" y="5106578"/>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50" name="Rectangle 149"/>
            <p:cNvSpPr>
              <a:spLocks noChangeArrowheads="1"/>
            </p:cNvSpPr>
            <p:nvPr/>
          </p:nvSpPr>
          <p:spPr bwMode="auto">
            <a:xfrm>
              <a:off x="9251315" y="5106578"/>
              <a:ext cx="731520" cy="215900"/>
            </a:xfrm>
            <a:prstGeom prst="rect">
              <a:avLst/>
            </a:prstGeom>
            <a:solidFill>
              <a:schemeClr val="bg1">
                <a:lumMod val="65000"/>
              </a:schemeClr>
            </a:solidFill>
            <a:ln w="6350">
              <a:noFill/>
              <a:miter lim="800000"/>
              <a:headEnd type="none" w="sm" len="sm"/>
              <a:tailEnd type="none" w="med" len="lg"/>
            </a:ln>
          </p:spPr>
          <p:txBody>
            <a:bodyPr wrap="none" lIns="0" tIns="0" rIns="0" bIns="0" anchor="ctr"/>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157" name="Text Box 58"/>
            <p:cNvSpPr txBox="1">
              <a:spLocks noChangeArrowheads="1"/>
            </p:cNvSpPr>
            <p:nvPr/>
          </p:nvSpPr>
          <p:spPr bwMode="auto">
            <a:xfrm>
              <a:off x="3692468" y="210236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58" name="Text Box 59"/>
            <p:cNvSpPr txBox="1">
              <a:spLocks noChangeArrowheads="1"/>
            </p:cNvSpPr>
            <p:nvPr/>
          </p:nvSpPr>
          <p:spPr bwMode="auto">
            <a:xfrm>
              <a:off x="3692468" y="2644841"/>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59" name="Text Box 60"/>
            <p:cNvSpPr txBox="1">
              <a:spLocks noChangeArrowheads="1"/>
            </p:cNvSpPr>
            <p:nvPr/>
          </p:nvSpPr>
          <p:spPr bwMode="auto">
            <a:xfrm>
              <a:off x="3692468" y="3187317"/>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60" name="Text Box 61"/>
            <p:cNvSpPr txBox="1">
              <a:spLocks noChangeArrowheads="1"/>
            </p:cNvSpPr>
            <p:nvPr/>
          </p:nvSpPr>
          <p:spPr bwMode="auto">
            <a:xfrm>
              <a:off x="3692468" y="372979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61" name="Text Box 62"/>
            <p:cNvSpPr txBox="1">
              <a:spLocks noChangeArrowheads="1"/>
            </p:cNvSpPr>
            <p:nvPr/>
          </p:nvSpPr>
          <p:spPr bwMode="auto">
            <a:xfrm>
              <a:off x="3692468" y="4272269"/>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62" name="Text Box 63"/>
            <p:cNvSpPr txBox="1">
              <a:spLocks noChangeArrowheads="1"/>
            </p:cNvSpPr>
            <p:nvPr/>
          </p:nvSpPr>
          <p:spPr bwMode="auto">
            <a:xfrm>
              <a:off x="3692468" y="481474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63" name="Text Box 64"/>
            <p:cNvSpPr txBox="1">
              <a:spLocks noChangeArrowheads="1"/>
            </p:cNvSpPr>
            <p:nvPr/>
          </p:nvSpPr>
          <p:spPr bwMode="auto">
            <a:xfrm>
              <a:off x="3692468" y="535722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64" name="Text Box 65"/>
            <p:cNvSpPr txBox="1">
              <a:spLocks noChangeArrowheads="1"/>
            </p:cNvSpPr>
            <p:nvPr/>
          </p:nvSpPr>
          <p:spPr bwMode="auto">
            <a:xfrm>
              <a:off x="4822525" y="210236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65" name="Text Box 66"/>
            <p:cNvSpPr txBox="1">
              <a:spLocks noChangeArrowheads="1"/>
            </p:cNvSpPr>
            <p:nvPr/>
          </p:nvSpPr>
          <p:spPr bwMode="auto">
            <a:xfrm>
              <a:off x="4822525" y="2644841"/>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66" name="Text Box 67"/>
            <p:cNvSpPr txBox="1">
              <a:spLocks noChangeArrowheads="1"/>
            </p:cNvSpPr>
            <p:nvPr/>
          </p:nvSpPr>
          <p:spPr bwMode="auto">
            <a:xfrm>
              <a:off x="4822525" y="3187317"/>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67" name="Text Box 68"/>
            <p:cNvSpPr txBox="1">
              <a:spLocks noChangeArrowheads="1"/>
            </p:cNvSpPr>
            <p:nvPr/>
          </p:nvSpPr>
          <p:spPr bwMode="auto">
            <a:xfrm>
              <a:off x="4822525" y="372979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68" name="Text Box 69"/>
            <p:cNvSpPr txBox="1">
              <a:spLocks noChangeArrowheads="1"/>
            </p:cNvSpPr>
            <p:nvPr/>
          </p:nvSpPr>
          <p:spPr bwMode="auto">
            <a:xfrm>
              <a:off x="4822525" y="4272269"/>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69" name="Text Box 70"/>
            <p:cNvSpPr txBox="1">
              <a:spLocks noChangeArrowheads="1"/>
            </p:cNvSpPr>
            <p:nvPr/>
          </p:nvSpPr>
          <p:spPr bwMode="auto">
            <a:xfrm>
              <a:off x="4822525" y="481474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70" name="Text Box 71"/>
            <p:cNvSpPr txBox="1">
              <a:spLocks noChangeArrowheads="1"/>
            </p:cNvSpPr>
            <p:nvPr/>
          </p:nvSpPr>
          <p:spPr bwMode="auto">
            <a:xfrm>
              <a:off x="4822525" y="535722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71" name="Text Box 72"/>
            <p:cNvSpPr txBox="1">
              <a:spLocks noChangeArrowheads="1"/>
            </p:cNvSpPr>
            <p:nvPr/>
          </p:nvSpPr>
          <p:spPr bwMode="auto">
            <a:xfrm>
              <a:off x="5952582" y="210236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72" name="Text Box 73"/>
            <p:cNvSpPr txBox="1">
              <a:spLocks noChangeArrowheads="1"/>
            </p:cNvSpPr>
            <p:nvPr/>
          </p:nvSpPr>
          <p:spPr bwMode="auto">
            <a:xfrm>
              <a:off x="5952582" y="2644841"/>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73" name="Text Box 74"/>
            <p:cNvSpPr txBox="1">
              <a:spLocks noChangeArrowheads="1"/>
            </p:cNvSpPr>
            <p:nvPr/>
          </p:nvSpPr>
          <p:spPr bwMode="auto">
            <a:xfrm>
              <a:off x="5952582" y="3187317"/>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74" name="Text Box 75"/>
            <p:cNvSpPr txBox="1">
              <a:spLocks noChangeArrowheads="1"/>
            </p:cNvSpPr>
            <p:nvPr/>
          </p:nvSpPr>
          <p:spPr bwMode="auto">
            <a:xfrm>
              <a:off x="5952582" y="372979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75" name="Text Box 76"/>
            <p:cNvSpPr txBox="1">
              <a:spLocks noChangeArrowheads="1"/>
            </p:cNvSpPr>
            <p:nvPr/>
          </p:nvSpPr>
          <p:spPr bwMode="auto">
            <a:xfrm>
              <a:off x="5952582" y="4272269"/>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76" name="Text Box 77"/>
            <p:cNvSpPr txBox="1">
              <a:spLocks noChangeArrowheads="1"/>
            </p:cNvSpPr>
            <p:nvPr/>
          </p:nvSpPr>
          <p:spPr bwMode="auto">
            <a:xfrm>
              <a:off x="5952582" y="481474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77" name="Text Box 78"/>
            <p:cNvSpPr txBox="1">
              <a:spLocks noChangeArrowheads="1"/>
            </p:cNvSpPr>
            <p:nvPr/>
          </p:nvSpPr>
          <p:spPr bwMode="auto">
            <a:xfrm>
              <a:off x="5952582" y="535722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78" name="Text Box 79"/>
            <p:cNvSpPr txBox="1">
              <a:spLocks noChangeArrowheads="1"/>
            </p:cNvSpPr>
            <p:nvPr/>
          </p:nvSpPr>
          <p:spPr bwMode="auto">
            <a:xfrm>
              <a:off x="7082639" y="210236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79" name="Text Box 80"/>
            <p:cNvSpPr txBox="1">
              <a:spLocks noChangeArrowheads="1"/>
            </p:cNvSpPr>
            <p:nvPr/>
          </p:nvSpPr>
          <p:spPr bwMode="auto">
            <a:xfrm>
              <a:off x="7082639" y="2644841"/>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80" name="Text Box 81"/>
            <p:cNvSpPr txBox="1">
              <a:spLocks noChangeArrowheads="1"/>
            </p:cNvSpPr>
            <p:nvPr/>
          </p:nvSpPr>
          <p:spPr bwMode="auto">
            <a:xfrm>
              <a:off x="7082639" y="3187317"/>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81" name="Text Box 82"/>
            <p:cNvSpPr txBox="1">
              <a:spLocks noChangeArrowheads="1"/>
            </p:cNvSpPr>
            <p:nvPr/>
          </p:nvSpPr>
          <p:spPr bwMode="auto">
            <a:xfrm>
              <a:off x="7082639" y="372979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82" name="Text Box 83"/>
            <p:cNvSpPr txBox="1">
              <a:spLocks noChangeArrowheads="1"/>
            </p:cNvSpPr>
            <p:nvPr/>
          </p:nvSpPr>
          <p:spPr bwMode="auto">
            <a:xfrm>
              <a:off x="7082639" y="4272269"/>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83" name="Text Box 84"/>
            <p:cNvSpPr txBox="1">
              <a:spLocks noChangeArrowheads="1"/>
            </p:cNvSpPr>
            <p:nvPr/>
          </p:nvSpPr>
          <p:spPr bwMode="auto">
            <a:xfrm>
              <a:off x="7082639" y="481474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84" name="Text Box 85"/>
            <p:cNvSpPr txBox="1">
              <a:spLocks noChangeArrowheads="1"/>
            </p:cNvSpPr>
            <p:nvPr/>
          </p:nvSpPr>
          <p:spPr bwMode="auto">
            <a:xfrm>
              <a:off x="7082639" y="535722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85" name="Text Box 86"/>
            <p:cNvSpPr txBox="1">
              <a:spLocks noChangeArrowheads="1"/>
            </p:cNvSpPr>
            <p:nvPr/>
          </p:nvSpPr>
          <p:spPr bwMode="auto">
            <a:xfrm>
              <a:off x="8212696" y="210236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86" name="Text Box 87"/>
            <p:cNvSpPr txBox="1">
              <a:spLocks noChangeArrowheads="1"/>
            </p:cNvSpPr>
            <p:nvPr/>
          </p:nvSpPr>
          <p:spPr bwMode="auto">
            <a:xfrm>
              <a:off x="8212696" y="2644841"/>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87" name="Text Box 88"/>
            <p:cNvSpPr txBox="1">
              <a:spLocks noChangeArrowheads="1"/>
            </p:cNvSpPr>
            <p:nvPr/>
          </p:nvSpPr>
          <p:spPr bwMode="auto">
            <a:xfrm>
              <a:off x="8212696" y="3187317"/>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88" name="Text Box 89"/>
            <p:cNvSpPr txBox="1">
              <a:spLocks noChangeArrowheads="1"/>
            </p:cNvSpPr>
            <p:nvPr/>
          </p:nvSpPr>
          <p:spPr bwMode="auto">
            <a:xfrm>
              <a:off x="8212696" y="372979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89" name="Text Box 90"/>
            <p:cNvSpPr txBox="1">
              <a:spLocks noChangeArrowheads="1"/>
            </p:cNvSpPr>
            <p:nvPr/>
          </p:nvSpPr>
          <p:spPr bwMode="auto">
            <a:xfrm>
              <a:off x="8212696" y="4272269"/>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90" name="Text Box 91"/>
            <p:cNvSpPr txBox="1">
              <a:spLocks noChangeArrowheads="1"/>
            </p:cNvSpPr>
            <p:nvPr/>
          </p:nvSpPr>
          <p:spPr bwMode="auto">
            <a:xfrm>
              <a:off x="8212696" y="481474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91" name="Text Box 92"/>
            <p:cNvSpPr txBox="1">
              <a:spLocks noChangeArrowheads="1"/>
            </p:cNvSpPr>
            <p:nvPr/>
          </p:nvSpPr>
          <p:spPr bwMode="auto">
            <a:xfrm>
              <a:off x="8212696" y="535722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92" name="Text Box 93"/>
            <p:cNvSpPr txBox="1">
              <a:spLocks noChangeArrowheads="1"/>
            </p:cNvSpPr>
            <p:nvPr/>
          </p:nvSpPr>
          <p:spPr bwMode="auto">
            <a:xfrm>
              <a:off x="9342755" y="210236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93" name="Text Box 94"/>
            <p:cNvSpPr txBox="1">
              <a:spLocks noChangeArrowheads="1"/>
            </p:cNvSpPr>
            <p:nvPr/>
          </p:nvSpPr>
          <p:spPr bwMode="auto">
            <a:xfrm>
              <a:off x="9342755" y="2644841"/>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94" name="Text Box 95"/>
            <p:cNvSpPr txBox="1">
              <a:spLocks noChangeArrowheads="1"/>
            </p:cNvSpPr>
            <p:nvPr/>
          </p:nvSpPr>
          <p:spPr bwMode="auto">
            <a:xfrm>
              <a:off x="9342755" y="3187317"/>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95" name="Text Box 96"/>
            <p:cNvSpPr txBox="1">
              <a:spLocks noChangeArrowheads="1"/>
            </p:cNvSpPr>
            <p:nvPr/>
          </p:nvSpPr>
          <p:spPr bwMode="auto">
            <a:xfrm>
              <a:off x="9342755" y="372979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96" name="Text Box 97"/>
            <p:cNvSpPr txBox="1">
              <a:spLocks noChangeArrowheads="1"/>
            </p:cNvSpPr>
            <p:nvPr/>
          </p:nvSpPr>
          <p:spPr bwMode="auto">
            <a:xfrm>
              <a:off x="9342755" y="4272269"/>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97" name="Text Box 98"/>
            <p:cNvSpPr txBox="1">
              <a:spLocks noChangeArrowheads="1"/>
            </p:cNvSpPr>
            <p:nvPr/>
          </p:nvSpPr>
          <p:spPr bwMode="auto">
            <a:xfrm>
              <a:off x="9342755" y="4814745"/>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sp>
          <p:nvSpPr>
            <p:cNvPr id="198" name="Text Box 99"/>
            <p:cNvSpPr txBox="1">
              <a:spLocks noChangeArrowheads="1"/>
            </p:cNvSpPr>
            <p:nvPr/>
          </p:nvSpPr>
          <p:spPr bwMode="auto">
            <a:xfrm>
              <a:off x="9342755" y="5357223"/>
              <a:ext cx="548640" cy="184666"/>
            </a:xfrm>
            <a:prstGeom prst="rect">
              <a:avLst/>
            </a:prstGeom>
            <a:noFill/>
            <a:ln w="9525">
              <a:noFill/>
              <a:miter lim="800000"/>
              <a:headEnd type="none" w="sm" len="sm"/>
              <a:tailEnd type="none" w="med" len="lg"/>
            </a:ln>
          </p:spPr>
          <p:txBody>
            <a:bodyPr wrap="none" lIns="0" tIns="0" rIns="0" bIns="0">
              <a:noAutofit/>
            </a:bodyPr>
            <a:lstStyle/>
            <a:p>
              <a:pPr algn="ctr" eaLnBrk="1" hangingPunct="1">
                <a:spcBef>
                  <a:spcPct val="20000"/>
                </a:spcBef>
              </a:pPr>
              <a:r>
                <a:rPr lang="en-GB" altLang="ja-JP" sz="800" dirty="0">
                  <a:latin typeface="Aptos" panose="020B0004020202020204" pitchFamily="34" charset="0"/>
                  <a:ea typeface="ＭＳ Ｐゴシック" charset="-128"/>
                  <a:cs typeface="Arial" pitchFamily="34" charset="0"/>
                </a:rPr>
                <a:t>Text</a:t>
              </a:r>
            </a:p>
          </p:txBody>
        </p:sp>
      </p:grpSp>
    </p:spTree>
    <p:extLst>
      <p:ext uri="{BB962C8B-B14F-4D97-AF65-F5344CB8AC3E}">
        <p14:creationId xmlns:p14="http://schemas.microsoft.com/office/powerpoint/2010/main" val="3755609673"/>
      </p:ext>
    </p:extLst>
  </p:cSld>
  <p:clrMapOvr>
    <a:masterClrMapping/>
  </p:clrMapOvr>
  <p:transition>
    <p:fade/>
  </p:transition>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Very detailed</a:t>
            </a:r>
            <a:endParaRPr lang="en-US" dirty="0"/>
          </a:p>
        </p:txBody>
      </p:sp>
      <p:sp>
        <p:nvSpPr>
          <p:cNvPr id="762884" name="Title 1"/>
          <p:cNvSpPr>
            <a:spLocks noGrp="1"/>
          </p:cNvSpPr>
          <p:nvPr>
            <p:ph type="title"/>
          </p:nvPr>
        </p:nvSpPr>
        <p:spPr/>
        <p:txBody>
          <a:bodyPr/>
          <a:lstStyle/>
          <a:p>
            <a:r>
              <a:rPr lang="en-US" altLang="ja-JP"/>
              <a:t>Activity map</a:t>
            </a:r>
            <a:endParaRPr lang="en-US" dirty="0"/>
          </a:p>
        </p:txBody>
      </p:sp>
      <p:grpSp>
        <p:nvGrpSpPr>
          <p:cNvPr id="2" name="Group 1">
            <a:extLst>
              <a:ext uri="{FF2B5EF4-FFF2-40B4-BE49-F238E27FC236}">
                <a16:creationId xmlns:a16="http://schemas.microsoft.com/office/drawing/2014/main" id="{294FFDB2-F802-4A18-8EB0-469A42D9F92C}"/>
              </a:ext>
            </a:extLst>
          </p:cNvPr>
          <p:cNvGrpSpPr/>
          <p:nvPr/>
        </p:nvGrpSpPr>
        <p:grpSpPr>
          <a:xfrm>
            <a:off x="407591" y="1807367"/>
            <a:ext cx="9032768" cy="3802214"/>
            <a:chOff x="2890850" y="1659174"/>
            <a:chExt cx="7461380" cy="4679647"/>
          </a:xfrm>
        </p:grpSpPr>
        <p:sp>
          <p:nvSpPr>
            <p:cNvPr id="269" name="Rectangle 238"/>
            <p:cNvSpPr>
              <a:spLocks noChangeArrowheads="1"/>
            </p:cNvSpPr>
            <p:nvPr/>
          </p:nvSpPr>
          <p:spPr bwMode="auto">
            <a:xfrm>
              <a:off x="6525254" y="6218171"/>
              <a:ext cx="274320" cy="120650"/>
            </a:xfrm>
            <a:prstGeom prst="rect">
              <a:avLst/>
            </a:prstGeom>
            <a:solidFill>
              <a:schemeClr val="accent3"/>
            </a:solidFill>
            <a:ln w="9525">
              <a:solidFill>
                <a:schemeClr val="accent3"/>
              </a:solidFill>
              <a:miter lim="800000"/>
              <a:headEnd/>
              <a:tailEnd/>
            </a:ln>
          </p:spPr>
          <p:txBody>
            <a:bodyPr wrap="none" anchor="ctr"/>
            <a:lstStyle/>
            <a:p>
              <a:pPr eaLnBrk="1" hangingPunct="1">
                <a:spcBef>
                  <a:spcPct val="20000"/>
                </a:spcBef>
              </a:pPr>
              <a:endParaRPr lang="en-GB" sz="600" dirty="0">
                <a:latin typeface="Aptos" panose="020B0004020202020204" pitchFamily="34" charset="0"/>
                <a:cs typeface="Arial" pitchFamily="34" charset="0"/>
              </a:endParaRPr>
            </a:p>
          </p:txBody>
        </p:sp>
        <p:sp>
          <p:nvSpPr>
            <p:cNvPr id="270" name="Rectangle 239"/>
            <p:cNvSpPr>
              <a:spLocks noChangeArrowheads="1"/>
            </p:cNvSpPr>
            <p:nvPr/>
          </p:nvSpPr>
          <p:spPr bwMode="auto">
            <a:xfrm>
              <a:off x="7520572" y="6218171"/>
              <a:ext cx="274320" cy="120650"/>
            </a:xfrm>
            <a:prstGeom prst="rect">
              <a:avLst/>
            </a:prstGeom>
            <a:solidFill>
              <a:schemeClr val="bg2"/>
            </a:solidFill>
            <a:ln w="9525">
              <a:solidFill>
                <a:schemeClr val="bg2"/>
              </a:solidFill>
              <a:miter lim="800000"/>
              <a:headEnd/>
              <a:tailEnd/>
            </a:ln>
          </p:spPr>
          <p:txBody>
            <a:bodyPr wrap="none" anchor="ctr"/>
            <a:lstStyle/>
            <a:p>
              <a:pPr eaLnBrk="1" hangingPunct="1">
                <a:spcBef>
                  <a:spcPct val="20000"/>
                </a:spcBef>
              </a:pPr>
              <a:endParaRPr lang="en-GB" sz="600" dirty="0">
                <a:latin typeface="Aptos" panose="020B0004020202020204" pitchFamily="34" charset="0"/>
                <a:cs typeface="Arial" pitchFamily="34" charset="0"/>
              </a:endParaRPr>
            </a:p>
          </p:txBody>
        </p:sp>
        <p:sp>
          <p:nvSpPr>
            <p:cNvPr id="271" name="Rectangle 240"/>
            <p:cNvSpPr>
              <a:spLocks noChangeArrowheads="1"/>
            </p:cNvSpPr>
            <p:nvPr/>
          </p:nvSpPr>
          <p:spPr bwMode="auto">
            <a:xfrm>
              <a:off x="8287290" y="6218171"/>
              <a:ext cx="274320" cy="120650"/>
            </a:xfrm>
            <a:prstGeom prst="rect">
              <a:avLst/>
            </a:prstGeom>
            <a:solidFill>
              <a:schemeClr val="bg2">
                <a:lumMod val="75000"/>
              </a:schemeClr>
            </a:solidFill>
            <a:ln w="9525">
              <a:solidFill>
                <a:schemeClr val="bg2">
                  <a:lumMod val="75000"/>
                </a:schemeClr>
              </a:solidFill>
              <a:miter lim="800000"/>
              <a:headEnd/>
              <a:tailEnd/>
            </a:ln>
          </p:spPr>
          <p:txBody>
            <a:bodyPr wrap="none" anchor="ctr"/>
            <a:lstStyle/>
            <a:p>
              <a:pPr eaLnBrk="1" hangingPunct="1">
                <a:spcBef>
                  <a:spcPct val="20000"/>
                </a:spcBef>
                <a:defRPr/>
              </a:pPr>
              <a:endParaRPr lang="en-GB" sz="600" dirty="0">
                <a:latin typeface="Aptos" panose="020B0004020202020204" pitchFamily="34" charset="0"/>
                <a:cs typeface="Arial" pitchFamily="34" charset="0"/>
              </a:endParaRPr>
            </a:p>
          </p:txBody>
        </p:sp>
        <p:sp>
          <p:nvSpPr>
            <p:cNvPr id="272" name="Rectangle 241"/>
            <p:cNvSpPr>
              <a:spLocks noChangeArrowheads="1"/>
            </p:cNvSpPr>
            <p:nvPr/>
          </p:nvSpPr>
          <p:spPr bwMode="auto">
            <a:xfrm>
              <a:off x="9419768" y="6218171"/>
              <a:ext cx="274320" cy="120650"/>
            </a:xfrm>
            <a:prstGeom prst="rect">
              <a:avLst/>
            </a:prstGeom>
            <a:solidFill>
              <a:schemeClr val="bg1"/>
            </a:solidFill>
            <a:ln w="6350">
              <a:solidFill>
                <a:srgbClr val="BBBCBC"/>
              </a:solidFill>
              <a:miter lim="800000"/>
              <a:headEnd/>
              <a:tailEnd/>
            </a:ln>
          </p:spPr>
          <p:txBody>
            <a:bodyPr wrap="none" anchor="ctr"/>
            <a:lstStyle/>
            <a:p>
              <a:pPr eaLnBrk="1" hangingPunct="1">
                <a:spcBef>
                  <a:spcPct val="20000"/>
                </a:spcBef>
                <a:defRPr/>
              </a:pPr>
              <a:endParaRPr lang="en-GB" sz="600" dirty="0">
                <a:latin typeface="Aptos" panose="020B0004020202020204" pitchFamily="34" charset="0"/>
                <a:cs typeface="Arial" pitchFamily="34" charset="0"/>
              </a:endParaRPr>
            </a:p>
          </p:txBody>
        </p:sp>
        <p:sp>
          <p:nvSpPr>
            <p:cNvPr id="273" name="Rectangle 242"/>
            <p:cNvSpPr>
              <a:spLocks noChangeArrowheads="1"/>
            </p:cNvSpPr>
            <p:nvPr/>
          </p:nvSpPr>
          <p:spPr bwMode="auto">
            <a:xfrm>
              <a:off x="6862893" y="6220446"/>
              <a:ext cx="594360" cy="113641"/>
            </a:xfrm>
            <a:prstGeom prst="rect">
              <a:avLst/>
            </a:prstGeom>
            <a:noFill/>
            <a:ln w="9525">
              <a:noFill/>
              <a:miter lim="800000"/>
              <a:headEnd/>
              <a:tailEnd/>
            </a:ln>
          </p:spPr>
          <p:txBody>
            <a:bodyPr wrap="square" lIns="0" tIns="0" rIns="0" bIns="0" anchor="ctr">
              <a:spAutoFit/>
            </a:bodyPr>
            <a:lstStyle/>
            <a:p>
              <a:pPr algn="l" eaLnBrk="1" hangingPunct="1">
                <a:spcBef>
                  <a:spcPct val="20000"/>
                </a:spcBef>
              </a:pPr>
              <a:r>
                <a:rPr lang="en-GB" altLang="ja-JP" sz="600" dirty="0">
                  <a:latin typeface="Aptos" panose="020B0004020202020204" pitchFamily="34" charset="0"/>
                  <a:ea typeface="ＭＳ Ｐゴシック" charset="-128"/>
                  <a:cs typeface="Arial" pitchFamily="34" charset="0"/>
                </a:rPr>
                <a:t>Advantaged</a:t>
              </a:r>
            </a:p>
          </p:txBody>
        </p:sp>
        <p:sp>
          <p:nvSpPr>
            <p:cNvPr id="274" name="Rectangle 243"/>
            <p:cNvSpPr>
              <a:spLocks noChangeArrowheads="1"/>
            </p:cNvSpPr>
            <p:nvPr/>
          </p:nvSpPr>
          <p:spPr bwMode="auto">
            <a:xfrm>
              <a:off x="7858211" y="6220446"/>
              <a:ext cx="365760" cy="113641"/>
            </a:xfrm>
            <a:prstGeom prst="rect">
              <a:avLst/>
            </a:prstGeom>
            <a:noFill/>
            <a:ln w="9525">
              <a:noFill/>
              <a:miter lim="800000"/>
              <a:headEnd/>
              <a:tailEnd/>
            </a:ln>
          </p:spPr>
          <p:txBody>
            <a:bodyPr wrap="square" lIns="0" tIns="0" rIns="0" bIns="0" anchor="ctr">
              <a:spAutoFit/>
            </a:bodyPr>
            <a:lstStyle/>
            <a:p>
              <a:pPr algn="l" eaLnBrk="1" hangingPunct="1">
                <a:spcBef>
                  <a:spcPct val="20000"/>
                </a:spcBef>
              </a:pPr>
              <a:r>
                <a:rPr lang="en-GB" altLang="ja-JP" sz="600" dirty="0">
                  <a:latin typeface="Aptos" panose="020B0004020202020204" pitchFamily="34" charset="0"/>
                  <a:ea typeface="ＭＳ Ｐゴシック" charset="-128"/>
                  <a:cs typeface="Arial" pitchFamily="34" charset="0"/>
                </a:rPr>
                <a:t>Neutral</a:t>
              </a:r>
            </a:p>
          </p:txBody>
        </p:sp>
        <p:sp>
          <p:nvSpPr>
            <p:cNvPr id="275" name="Rectangle 244"/>
            <p:cNvSpPr>
              <a:spLocks noChangeArrowheads="1"/>
            </p:cNvSpPr>
            <p:nvPr/>
          </p:nvSpPr>
          <p:spPr bwMode="auto">
            <a:xfrm>
              <a:off x="8624929" y="6220446"/>
              <a:ext cx="731520" cy="113641"/>
            </a:xfrm>
            <a:prstGeom prst="rect">
              <a:avLst/>
            </a:prstGeom>
            <a:noFill/>
            <a:ln w="9525">
              <a:noFill/>
              <a:miter lim="800000"/>
              <a:headEnd/>
              <a:tailEnd/>
            </a:ln>
          </p:spPr>
          <p:txBody>
            <a:bodyPr wrap="square" lIns="0" tIns="0" rIns="0" bIns="0" anchor="ctr">
              <a:spAutoFit/>
            </a:bodyPr>
            <a:lstStyle/>
            <a:p>
              <a:pPr algn="l" eaLnBrk="1" hangingPunct="1">
                <a:spcBef>
                  <a:spcPct val="20000"/>
                </a:spcBef>
              </a:pPr>
              <a:r>
                <a:rPr lang="en-GB" altLang="ja-JP" sz="600" dirty="0">
                  <a:latin typeface="Aptos" panose="020B0004020202020204" pitchFamily="34" charset="0"/>
                  <a:ea typeface="ＭＳ Ｐゴシック" charset="-128"/>
                  <a:cs typeface="Arial" pitchFamily="34" charset="0"/>
                </a:rPr>
                <a:t>Disadvantaged</a:t>
              </a:r>
            </a:p>
          </p:txBody>
        </p:sp>
        <p:sp>
          <p:nvSpPr>
            <p:cNvPr id="276" name="Rectangle 245"/>
            <p:cNvSpPr>
              <a:spLocks noChangeArrowheads="1"/>
            </p:cNvSpPr>
            <p:nvPr/>
          </p:nvSpPr>
          <p:spPr bwMode="auto">
            <a:xfrm>
              <a:off x="9757410" y="6220446"/>
              <a:ext cx="548640" cy="113641"/>
            </a:xfrm>
            <a:prstGeom prst="rect">
              <a:avLst/>
            </a:prstGeom>
            <a:noFill/>
            <a:ln w="9525">
              <a:noFill/>
              <a:miter lim="800000"/>
              <a:headEnd/>
              <a:tailEnd/>
            </a:ln>
          </p:spPr>
          <p:txBody>
            <a:bodyPr wrap="square" lIns="0" tIns="0" rIns="0" bIns="0" anchor="ctr">
              <a:spAutoFit/>
            </a:bodyPr>
            <a:lstStyle/>
            <a:p>
              <a:pPr algn="l" eaLnBrk="1" hangingPunct="1">
                <a:spcBef>
                  <a:spcPct val="20000"/>
                </a:spcBef>
              </a:pPr>
              <a:r>
                <a:rPr lang="en-GB" altLang="ja-JP" sz="600" dirty="0">
                  <a:latin typeface="Aptos" panose="020B0004020202020204" pitchFamily="34" charset="0"/>
                  <a:ea typeface="ＭＳ Ｐゴシック" charset="-128"/>
                  <a:cs typeface="Arial" pitchFamily="34" charset="0"/>
                </a:rPr>
                <a:t>No position</a:t>
              </a:r>
            </a:p>
          </p:txBody>
        </p:sp>
        <p:cxnSp>
          <p:nvCxnSpPr>
            <p:cNvPr id="277" name="iBar:31/270"/>
            <p:cNvCxnSpPr/>
            <p:nvPr/>
          </p:nvCxnSpPr>
          <p:spPr>
            <a:xfrm>
              <a:off x="3606988" y="1799902"/>
              <a:ext cx="3364992" cy="0"/>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278" name="TxtBox:31/270"/>
            <p:cNvSpPr/>
            <p:nvPr/>
          </p:nvSpPr>
          <p:spPr bwMode="gray">
            <a:xfrm>
              <a:off x="3606989" y="1664399"/>
              <a:ext cx="247614" cy="116561"/>
            </a:xfrm>
            <a:prstGeom prst="rect">
              <a:avLst/>
            </a:prstGeom>
            <a:noFill/>
            <a:ln w="19050" algn="ctr">
              <a:noFill/>
              <a:miter lim="800000"/>
              <a:headEnd/>
              <a:tailEnd/>
            </a:ln>
          </p:spPr>
          <p:txBody>
            <a:bodyPr wrap="none" lIns="0" tIns="0" rIns="0" bIns="0" rtlCol="0" anchor="b">
              <a:spAutoFit/>
            </a:bodyPr>
            <a:lstStyle/>
            <a:p>
              <a:pPr>
                <a:lnSpc>
                  <a:spcPct val="106000"/>
                </a:lnSpc>
              </a:pPr>
              <a:r>
                <a:rPr lang="en-US" sz="600" dirty="0">
                  <a:latin typeface="Aptos" panose="020B0004020202020204" pitchFamily="34" charset="0"/>
                </a:rPr>
                <a:t>Category</a:t>
              </a:r>
            </a:p>
          </p:txBody>
        </p:sp>
        <p:cxnSp>
          <p:nvCxnSpPr>
            <p:cNvPr id="279" name="iBar:31/270"/>
            <p:cNvCxnSpPr/>
            <p:nvPr/>
          </p:nvCxnSpPr>
          <p:spPr>
            <a:xfrm>
              <a:off x="7260787" y="1799902"/>
              <a:ext cx="1170432" cy="0"/>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280" name="TxtBox:31/270"/>
            <p:cNvSpPr/>
            <p:nvPr/>
          </p:nvSpPr>
          <p:spPr bwMode="gray">
            <a:xfrm>
              <a:off x="7260788" y="1659174"/>
              <a:ext cx="247614" cy="116561"/>
            </a:xfrm>
            <a:prstGeom prst="rect">
              <a:avLst/>
            </a:prstGeom>
            <a:noFill/>
            <a:ln w="19050" algn="ctr">
              <a:noFill/>
              <a:miter lim="800000"/>
              <a:headEnd/>
              <a:tailEnd/>
            </a:ln>
          </p:spPr>
          <p:txBody>
            <a:bodyPr wrap="none" lIns="0" tIns="0" rIns="0" bIns="0" rtlCol="0" anchor="b">
              <a:spAutoFit/>
            </a:bodyPr>
            <a:lstStyle/>
            <a:p>
              <a:pPr>
                <a:lnSpc>
                  <a:spcPct val="106000"/>
                </a:lnSpc>
              </a:pPr>
              <a:r>
                <a:rPr lang="en-US" sz="600" dirty="0">
                  <a:latin typeface="Aptos" panose="020B0004020202020204" pitchFamily="34" charset="0"/>
                </a:rPr>
                <a:t>Category</a:t>
              </a:r>
            </a:p>
          </p:txBody>
        </p:sp>
        <p:cxnSp>
          <p:nvCxnSpPr>
            <p:cNvPr id="358" name="iBar:31/270"/>
            <p:cNvCxnSpPr/>
            <p:nvPr/>
          </p:nvCxnSpPr>
          <p:spPr>
            <a:xfrm>
              <a:off x="8707873" y="1799902"/>
              <a:ext cx="1600200" cy="0"/>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359" name="TxtBox:31/270"/>
            <p:cNvSpPr/>
            <p:nvPr/>
          </p:nvSpPr>
          <p:spPr bwMode="gray">
            <a:xfrm>
              <a:off x="8707874" y="1664400"/>
              <a:ext cx="247614" cy="116561"/>
            </a:xfrm>
            <a:prstGeom prst="rect">
              <a:avLst/>
            </a:prstGeom>
            <a:noFill/>
            <a:ln w="19050" algn="ctr">
              <a:noFill/>
              <a:miter lim="800000"/>
              <a:headEnd/>
              <a:tailEnd/>
            </a:ln>
          </p:spPr>
          <p:txBody>
            <a:bodyPr wrap="none" lIns="0" tIns="0" rIns="0" bIns="0" rtlCol="0" anchor="b">
              <a:spAutoFit/>
            </a:bodyPr>
            <a:lstStyle/>
            <a:p>
              <a:pPr>
                <a:lnSpc>
                  <a:spcPct val="106000"/>
                </a:lnSpc>
              </a:pPr>
              <a:r>
                <a:rPr lang="en-US" sz="600" dirty="0">
                  <a:latin typeface="Aptos" panose="020B0004020202020204" pitchFamily="34" charset="0"/>
                </a:rPr>
                <a:t>Category</a:t>
              </a:r>
            </a:p>
          </p:txBody>
        </p:sp>
        <p:sp>
          <p:nvSpPr>
            <p:cNvPr id="291" name="Rectangle 12"/>
            <p:cNvSpPr>
              <a:spLocks noChangeArrowheads="1"/>
            </p:cNvSpPr>
            <p:nvPr/>
          </p:nvSpPr>
          <p:spPr bwMode="auto">
            <a:xfrm>
              <a:off x="2890850" y="2030012"/>
              <a:ext cx="644195" cy="113641"/>
            </a:xfrm>
            <a:prstGeom prst="rect">
              <a:avLst/>
            </a:prstGeom>
            <a:noFill/>
            <a:ln w="9525">
              <a:noFill/>
              <a:miter lim="800000"/>
              <a:headEnd/>
              <a:tailEnd/>
            </a:ln>
          </p:spPr>
          <p:txBody>
            <a:bodyPr wrap="square" lIns="0" tIns="0" rIns="0" bIns="0" anchor="ctr">
              <a:spAutoFit/>
            </a:bodyPr>
            <a:lstStyle/>
            <a:p>
              <a:pPr algn="r" eaLnBrk="1" hangingPunct="1">
                <a:spcBef>
                  <a:spcPct val="20000"/>
                </a:spcBef>
              </a:pPr>
              <a:r>
                <a:rPr lang="en-GB" altLang="ja-JP" sz="600" dirty="0">
                  <a:latin typeface="Aptos" panose="020B0004020202020204" pitchFamily="34" charset="0"/>
                  <a:ea typeface="ＭＳ Ｐゴシック" charset="-128"/>
                  <a:cs typeface="Arial" pitchFamily="34" charset="0"/>
                </a:rPr>
                <a:t>Row header</a:t>
              </a:r>
            </a:p>
          </p:txBody>
        </p:sp>
        <p:sp>
          <p:nvSpPr>
            <p:cNvPr id="293" name="Rectangle 73"/>
            <p:cNvSpPr>
              <a:spLocks noChangeArrowheads="1"/>
            </p:cNvSpPr>
            <p:nvPr/>
          </p:nvSpPr>
          <p:spPr bwMode="auto">
            <a:xfrm>
              <a:off x="3606988" y="1977645"/>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297" name="AutoShape 246"/>
            <p:cNvSpPr>
              <a:spLocks noChangeArrowheads="1"/>
            </p:cNvSpPr>
            <p:nvPr/>
          </p:nvSpPr>
          <p:spPr bwMode="auto">
            <a:xfrm rot="16200000">
              <a:off x="3693265" y="1910112"/>
              <a:ext cx="120054" cy="256032"/>
            </a:xfrm>
            <a:prstGeom prst="rtTriangle">
              <a:avLst/>
            </a:prstGeom>
            <a:solidFill>
              <a:schemeClr val="bg2"/>
            </a:solidFill>
            <a:ln w="9525">
              <a:solidFill>
                <a:schemeClr val="bg2"/>
              </a:solidFill>
              <a:miter lim="800000"/>
              <a:headEnd/>
              <a:tailEnd/>
            </a:ln>
          </p:spPr>
          <p:txBody>
            <a:bodyPr wrap="none" anchor="t"/>
            <a:lstStyle/>
            <a:p>
              <a:pPr algn="ctr">
                <a:spcBef>
                  <a:spcPct val="20000"/>
                </a:spcBef>
              </a:pPr>
              <a:endParaRPr lang="en-GB" sz="600" dirty="0">
                <a:latin typeface="Aptos" panose="020B0004020202020204" pitchFamily="34" charset="0"/>
                <a:cs typeface="Arial" pitchFamily="34" charset="0"/>
              </a:endParaRPr>
            </a:p>
          </p:txBody>
        </p:sp>
        <p:sp>
          <p:nvSpPr>
            <p:cNvPr id="300" name="Rectangle 67"/>
            <p:cNvSpPr>
              <a:spLocks noChangeArrowheads="1"/>
            </p:cNvSpPr>
            <p:nvPr/>
          </p:nvSpPr>
          <p:spPr bwMode="auto">
            <a:xfrm>
              <a:off x="3561268"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03" name="Rectangle 73"/>
            <p:cNvSpPr>
              <a:spLocks noChangeArrowheads="1"/>
            </p:cNvSpPr>
            <p:nvPr/>
          </p:nvSpPr>
          <p:spPr bwMode="auto">
            <a:xfrm>
              <a:off x="5814178" y="1977645"/>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06" name="AutoShape 246"/>
            <p:cNvSpPr>
              <a:spLocks noChangeArrowheads="1"/>
            </p:cNvSpPr>
            <p:nvPr/>
          </p:nvSpPr>
          <p:spPr bwMode="auto">
            <a:xfrm rot="16200000">
              <a:off x="5900455" y="1910112"/>
              <a:ext cx="120054" cy="256032"/>
            </a:xfrm>
            <a:prstGeom prst="rtTriangle">
              <a:avLst/>
            </a:prstGeom>
            <a:solidFill>
              <a:schemeClr val="bg2"/>
            </a:solidFill>
            <a:ln w="9525">
              <a:solidFill>
                <a:schemeClr val="bg2"/>
              </a:solidFill>
              <a:miter lim="800000"/>
              <a:headEnd/>
              <a:tailEnd/>
            </a:ln>
          </p:spPr>
          <p:txBody>
            <a:bodyPr wrap="none" anchor="t"/>
            <a:lstStyle/>
            <a:p>
              <a:pPr algn="ctr">
                <a:spcBef>
                  <a:spcPct val="20000"/>
                </a:spcBef>
              </a:pPr>
              <a:endParaRPr lang="en-GB" sz="600" dirty="0">
                <a:latin typeface="Aptos" panose="020B0004020202020204" pitchFamily="34" charset="0"/>
                <a:cs typeface="Arial" pitchFamily="34" charset="0"/>
              </a:endParaRPr>
            </a:p>
          </p:txBody>
        </p:sp>
        <p:sp>
          <p:nvSpPr>
            <p:cNvPr id="309" name="Rectangle 67"/>
            <p:cNvSpPr>
              <a:spLocks noChangeArrowheads="1"/>
            </p:cNvSpPr>
            <p:nvPr/>
          </p:nvSpPr>
          <p:spPr bwMode="auto">
            <a:xfrm>
              <a:off x="5768458"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12" name="Rectangle 73"/>
            <p:cNvSpPr>
              <a:spLocks noChangeArrowheads="1"/>
            </p:cNvSpPr>
            <p:nvPr/>
          </p:nvSpPr>
          <p:spPr bwMode="auto">
            <a:xfrm>
              <a:off x="4048426" y="1977645"/>
              <a:ext cx="274320" cy="120510"/>
            </a:xfrm>
            <a:prstGeom prst="rect">
              <a:avLst/>
            </a:prstGeom>
            <a:solidFill>
              <a:schemeClr val="bg1"/>
            </a:solidFill>
            <a:ln w="6350">
              <a:solidFill>
                <a:srgbClr val="BBBCBC"/>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13" name="AutoShape 246"/>
            <p:cNvSpPr>
              <a:spLocks noChangeArrowheads="1"/>
            </p:cNvSpPr>
            <p:nvPr/>
          </p:nvSpPr>
          <p:spPr bwMode="auto">
            <a:xfrm rot="16200000">
              <a:off x="4125718" y="1901127"/>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14" name="Rectangle 67"/>
            <p:cNvSpPr>
              <a:spLocks noChangeArrowheads="1"/>
            </p:cNvSpPr>
            <p:nvPr/>
          </p:nvSpPr>
          <p:spPr bwMode="auto">
            <a:xfrm>
              <a:off x="4002706"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15" name="Rectangle 73"/>
            <p:cNvSpPr>
              <a:spLocks noChangeArrowheads="1"/>
            </p:cNvSpPr>
            <p:nvPr/>
          </p:nvSpPr>
          <p:spPr bwMode="auto">
            <a:xfrm>
              <a:off x="6697057" y="1977645"/>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18" name="AutoShape 246"/>
            <p:cNvSpPr>
              <a:spLocks noChangeArrowheads="1"/>
            </p:cNvSpPr>
            <p:nvPr/>
          </p:nvSpPr>
          <p:spPr bwMode="auto">
            <a:xfrm rot="16200000">
              <a:off x="6774349" y="1901127"/>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21" name="Rectangle 67"/>
            <p:cNvSpPr>
              <a:spLocks noChangeArrowheads="1"/>
            </p:cNvSpPr>
            <p:nvPr/>
          </p:nvSpPr>
          <p:spPr bwMode="auto">
            <a:xfrm>
              <a:off x="6651337"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24" name="Rectangle 73"/>
            <p:cNvSpPr>
              <a:spLocks noChangeArrowheads="1"/>
            </p:cNvSpPr>
            <p:nvPr/>
          </p:nvSpPr>
          <p:spPr bwMode="auto">
            <a:xfrm>
              <a:off x="6255616" y="1977645"/>
              <a:ext cx="274320" cy="120510"/>
            </a:xfrm>
            <a:prstGeom prst="rect">
              <a:avLst/>
            </a:prstGeom>
            <a:solidFill>
              <a:schemeClr val="bg1"/>
            </a:solidFill>
            <a:ln w="6350">
              <a:solidFill>
                <a:srgbClr val="BBBCBC"/>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27" name="AutoShape 246"/>
            <p:cNvSpPr>
              <a:spLocks noChangeArrowheads="1"/>
            </p:cNvSpPr>
            <p:nvPr/>
          </p:nvSpPr>
          <p:spPr bwMode="auto">
            <a:xfrm rot="16200000">
              <a:off x="6332908" y="1901127"/>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30" name="Rectangle 67"/>
            <p:cNvSpPr>
              <a:spLocks noChangeArrowheads="1"/>
            </p:cNvSpPr>
            <p:nvPr/>
          </p:nvSpPr>
          <p:spPr bwMode="auto">
            <a:xfrm>
              <a:off x="6209896"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33" name="Rectangle 73"/>
            <p:cNvSpPr>
              <a:spLocks noChangeArrowheads="1"/>
            </p:cNvSpPr>
            <p:nvPr/>
          </p:nvSpPr>
          <p:spPr bwMode="auto">
            <a:xfrm>
              <a:off x="4489864" y="1977645"/>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36" name="AutoShape 246"/>
            <p:cNvSpPr>
              <a:spLocks noChangeArrowheads="1"/>
            </p:cNvSpPr>
            <p:nvPr/>
          </p:nvSpPr>
          <p:spPr bwMode="auto">
            <a:xfrm rot="16200000">
              <a:off x="4567156" y="1901127"/>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39" name="Rectangle 67"/>
            <p:cNvSpPr>
              <a:spLocks noChangeArrowheads="1"/>
            </p:cNvSpPr>
            <p:nvPr/>
          </p:nvSpPr>
          <p:spPr bwMode="auto">
            <a:xfrm>
              <a:off x="4444144"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43" name="Rectangle 73"/>
            <p:cNvSpPr>
              <a:spLocks noChangeArrowheads="1"/>
            </p:cNvSpPr>
            <p:nvPr/>
          </p:nvSpPr>
          <p:spPr bwMode="auto">
            <a:xfrm>
              <a:off x="4931302" y="1977645"/>
              <a:ext cx="274320" cy="120510"/>
            </a:xfrm>
            <a:prstGeom prst="rect">
              <a:avLst/>
            </a:prstGeom>
            <a:solidFill>
              <a:schemeClr val="bg2"/>
            </a:solidFill>
            <a:ln w="9525">
              <a:solidFill>
                <a:schemeClr val="bg2"/>
              </a:solidFill>
              <a:miter lim="800000"/>
              <a:headEnd/>
              <a:tailEnd/>
            </a:ln>
          </p:spPr>
          <p:txBody>
            <a:bodyPr wrap="none" anchor="t"/>
            <a:lstStyle/>
            <a:p>
              <a:pPr algn="ctr">
                <a:spcBef>
                  <a:spcPct val="20000"/>
                </a:spcBef>
              </a:pPr>
              <a:endParaRPr lang="en-GB" sz="600" dirty="0">
                <a:latin typeface="Aptos" panose="020B0004020202020204" pitchFamily="34" charset="0"/>
                <a:cs typeface="Arial" pitchFamily="34" charset="0"/>
              </a:endParaRPr>
            </a:p>
          </p:txBody>
        </p:sp>
        <p:sp>
          <p:nvSpPr>
            <p:cNvPr id="344" name="AutoShape 246"/>
            <p:cNvSpPr>
              <a:spLocks noChangeArrowheads="1"/>
            </p:cNvSpPr>
            <p:nvPr/>
          </p:nvSpPr>
          <p:spPr bwMode="auto">
            <a:xfrm rot="16200000">
              <a:off x="5008594" y="1901127"/>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45" name="Rectangle 67"/>
            <p:cNvSpPr>
              <a:spLocks noChangeArrowheads="1"/>
            </p:cNvSpPr>
            <p:nvPr/>
          </p:nvSpPr>
          <p:spPr bwMode="auto">
            <a:xfrm>
              <a:off x="4885582"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46" name="Rectangle 73"/>
            <p:cNvSpPr>
              <a:spLocks noChangeArrowheads="1"/>
            </p:cNvSpPr>
            <p:nvPr/>
          </p:nvSpPr>
          <p:spPr bwMode="auto">
            <a:xfrm>
              <a:off x="5372740" y="1977645"/>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47" name="AutoShape 246"/>
            <p:cNvSpPr>
              <a:spLocks noChangeArrowheads="1"/>
            </p:cNvSpPr>
            <p:nvPr/>
          </p:nvSpPr>
          <p:spPr bwMode="auto">
            <a:xfrm rot="16200000">
              <a:off x="5459017" y="1910112"/>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48" name="Rectangle 67"/>
            <p:cNvSpPr>
              <a:spLocks noChangeArrowheads="1"/>
            </p:cNvSpPr>
            <p:nvPr/>
          </p:nvSpPr>
          <p:spPr bwMode="auto">
            <a:xfrm>
              <a:off x="5327020"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49" name="Rectangle 73"/>
            <p:cNvSpPr>
              <a:spLocks noChangeArrowheads="1"/>
            </p:cNvSpPr>
            <p:nvPr/>
          </p:nvSpPr>
          <p:spPr bwMode="auto">
            <a:xfrm>
              <a:off x="7260787" y="1977645"/>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50" name="AutoShape 246"/>
            <p:cNvSpPr>
              <a:spLocks noChangeArrowheads="1"/>
            </p:cNvSpPr>
            <p:nvPr/>
          </p:nvSpPr>
          <p:spPr bwMode="auto">
            <a:xfrm rot="16200000">
              <a:off x="7347064" y="1910112"/>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51" name="Rectangle 67"/>
            <p:cNvSpPr>
              <a:spLocks noChangeArrowheads="1"/>
            </p:cNvSpPr>
            <p:nvPr/>
          </p:nvSpPr>
          <p:spPr bwMode="auto">
            <a:xfrm>
              <a:off x="7215067"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52" name="Rectangle 73"/>
            <p:cNvSpPr>
              <a:spLocks noChangeArrowheads="1"/>
            </p:cNvSpPr>
            <p:nvPr/>
          </p:nvSpPr>
          <p:spPr bwMode="auto">
            <a:xfrm>
              <a:off x="7702225" y="1977645"/>
              <a:ext cx="274320" cy="120510"/>
            </a:xfrm>
            <a:prstGeom prst="rect">
              <a:avLst/>
            </a:prstGeom>
            <a:solidFill>
              <a:schemeClr val="bg1"/>
            </a:solidFill>
            <a:ln w="6350">
              <a:solidFill>
                <a:srgbClr val="BBBCBC"/>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53" name="AutoShape 246"/>
            <p:cNvSpPr>
              <a:spLocks noChangeArrowheads="1"/>
            </p:cNvSpPr>
            <p:nvPr/>
          </p:nvSpPr>
          <p:spPr bwMode="auto">
            <a:xfrm rot="16200000">
              <a:off x="7779517" y="1901127"/>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54" name="Rectangle 67"/>
            <p:cNvSpPr>
              <a:spLocks noChangeArrowheads="1"/>
            </p:cNvSpPr>
            <p:nvPr/>
          </p:nvSpPr>
          <p:spPr bwMode="auto">
            <a:xfrm>
              <a:off x="7656505"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55" name="Rectangle 73"/>
            <p:cNvSpPr>
              <a:spLocks noChangeArrowheads="1"/>
            </p:cNvSpPr>
            <p:nvPr/>
          </p:nvSpPr>
          <p:spPr bwMode="auto">
            <a:xfrm>
              <a:off x="8143663" y="1977645"/>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56" name="AutoShape 246"/>
            <p:cNvSpPr>
              <a:spLocks noChangeArrowheads="1"/>
            </p:cNvSpPr>
            <p:nvPr/>
          </p:nvSpPr>
          <p:spPr bwMode="auto">
            <a:xfrm rot="16200000">
              <a:off x="8220955" y="1901127"/>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57" name="Rectangle 67"/>
            <p:cNvSpPr>
              <a:spLocks noChangeArrowheads="1"/>
            </p:cNvSpPr>
            <p:nvPr/>
          </p:nvSpPr>
          <p:spPr bwMode="auto">
            <a:xfrm>
              <a:off x="8097943"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60" name="Rectangle 73"/>
            <p:cNvSpPr>
              <a:spLocks noChangeArrowheads="1"/>
            </p:cNvSpPr>
            <p:nvPr/>
          </p:nvSpPr>
          <p:spPr bwMode="auto">
            <a:xfrm>
              <a:off x="9149311" y="1977645"/>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61" name="AutoShape 246"/>
            <p:cNvSpPr>
              <a:spLocks noChangeArrowheads="1"/>
            </p:cNvSpPr>
            <p:nvPr/>
          </p:nvSpPr>
          <p:spPr bwMode="auto">
            <a:xfrm rot="16200000">
              <a:off x="9235588" y="1910112"/>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62" name="Rectangle 67"/>
            <p:cNvSpPr>
              <a:spLocks noChangeArrowheads="1"/>
            </p:cNvSpPr>
            <p:nvPr/>
          </p:nvSpPr>
          <p:spPr bwMode="auto">
            <a:xfrm>
              <a:off x="9103591"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63" name="Rectangle 73"/>
            <p:cNvSpPr>
              <a:spLocks noChangeArrowheads="1"/>
            </p:cNvSpPr>
            <p:nvPr/>
          </p:nvSpPr>
          <p:spPr bwMode="auto">
            <a:xfrm>
              <a:off x="10032190" y="1977645"/>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64" name="AutoShape 246"/>
            <p:cNvSpPr>
              <a:spLocks noChangeArrowheads="1"/>
            </p:cNvSpPr>
            <p:nvPr/>
          </p:nvSpPr>
          <p:spPr bwMode="auto">
            <a:xfrm rot="16200000">
              <a:off x="10109482" y="1901127"/>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65" name="Rectangle 67"/>
            <p:cNvSpPr>
              <a:spLocks noChangeArrowheads="1"/>
            </p:cNvSpPr>
            <p:nvPr/>
          </p:nvSpPr>
          <p:spPr bwMode="auto">
            <a:xfrm>
              <a:off x="9986470"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66" name="Rectangle 73"/>
            <p:cNvSpPr>
              <a:spLocks noChangeArrowheads="1"/>
            </p:cNvSpPr>
            <p:nvPr/>
          </p:nvSpPr>
          <p:spPr bwMode="auto">
            <a:xfrm>
              <a:off x="9590749" y="1977645"/>
              <a:ext cx="274320" cy="120510"/>
            </a:xfrm>
            <a:prstGeom prst="rect">
              <a:avLst/>
            </a:prstGeom>
            <a:solidFill>
              <a:schemeClr val="bg1"/>
            </a:solidFill>
            <a:ln w="6350">
              <a:solidFill>
                <a:srgbClr val="BBBCBC"/>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67" name="AutoShape 246"/>
            <p:cNvSpPr>
              <a:spLocks noChangeArrowheads="1"/>
            </p:cNvSpPr>
            <p:nvPr/>
          </p:nvSpPr>
          <p:spPr bwMode="auto">
            <a:xfrm rot="16200000">
              <a:off x="9668041" y="1901127"/>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68" name="Rectangle 67"/>
            <p:cNvSpPr>
              <a:spLocks noChangeArrowheads="1"/>
            </p:cNvSpPr>
            <p:nvPr/>
          </p:nvSpPr>
          <p:spPr bwMode="auto">
            <a:xfrm>
              <a:off x="9545029"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69" name="Rectangle 73"/>
            <p:cNvSpPr>
              <a:spLocks noChangeArrowheads="1"/>
            </p:cNvSpPr>
            <p:nvPr/>
          </p:nvSpPr>
          <p:spPr bwMode="auto">
            <a:xfrm>
              <a:off x="8707873" y="1977645"/>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70" name="AutoShape 246"/>
            <p:cNvSpPr>
              <a:spLocks noChangeArrowheads="1"/>
            </p:cNvSpPr>
            <p:nvPr/>
          </p:nvSpPr>
          <p:spPr bwMode="auto">
            <a:xfrm rot="16200000">
              <a:off x="8794150" y="1910112"/>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71" name="Rectangle 67"/>
            <p:cNvSpPr>
              <a:spLocks noChangeArrowheads="1"/>
            </p:cNvSpPr>
            <p:nvPr/>
          </p:nvSpPr>
          <p:spPr bwMode="auto">
            <a:xfrm>
              <a:off x="8662153" y="211306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72" name="Rectangle 12"/>
            <p:cNvSpPr>
              <a:spLocks noChangeArrowheads="1"/>
            </p:cNvSpPr>
            <p:nvPr/>
          </p:nvSpPr>
          <p:spPr bwMode="auto">
            <a:xfrm>
              <a:off x="2890850" y="2434957"/>
              <a:ext cx="644195" cy="113641"/>
            </a:xfrm>
            <a:prstGeom prst="rect">
              <a:avLst/>
            </a:prstGeom>
            <a:noFill/>
            <a:ln w="9525">
              <a:noFill/>
              <a:miter lim="800000"/>
              <a:headEnd/>
              <a:tailEnd/>
            </a:ln>
          </p:spPr>
          <p:txBody>
            <a:bodyPr wrap="square" lIns="0" tIns="0" rIns="0" bIns="0" anchor="ctr">
              <a:spAutoFit/>
            </a:bodyPr>
            <a:lstStyle/>
            <a:p>
              <a:pPr algn="r" eaLnBrk="1" hangingPunct="1">
                <a:spcBef>
                  <a:spcPct val="20000"/>
                </a:spcBef>
              </a:pPr>
              <a:r>
                <a:rPr lang="en-GB" altLang="ja-JP" sz="600" dirty="0">
                  <a:latin typeface="Aptos" panose="020B0004020202020204" pitchFamily="34" charset="0"/>
                  <a:ea typeface="ＭＳ Ｐゴシック" charset="-128"/>
                  <a:cs typeface="Arial" pitchFamily="34" charset="0"/>
                </a:rPr>
                <a:t>Row header</a:t>
              </a:r>
            </a:p>
          </p:txBody>
        </p:sp>
        <p:sp>
          <p:nvSpPr>
            <p:cNvPr id="373" name="Rectangle 73"/>
            <p:cNvSpPr>
              <a:spLocks noChangeArrowheads="1"/>
            </p:cNvSpPr>
            <p:nvPr/>
          </p:nvSpPr>
          <p:spPr bwMode="auto">
            <a:xfrm>
              <a:off x="3606988" y="2420993"/>
              <a:ext cx="274320" cy="120510"/>
            </a:xfrm>
            <a:prstGeom prst="rect">
              <a:avLst/>
            </a:prstGeom>
            <a:solidFill>
              <a:schemeClr val="bg2"/>
            </a:solidFill>
            <a:ln w="9525">
              <a:solidFill>
                <a:schemeClr val="bg2"/>
              </a:solidFill>
              <a:miter lim="800000"/>
              <a:headEnd/>
              <a:tailEnd/>
            </a:ln>
          </p:spPr>
          <p:txBody>
            <a:bodyPr wrap="none" anchor="t"/>
            <a:lstStyle/>
            <a:p>
              <a:pPr algn="ctr">
                <a:spcBef>
                  <a:spcPct val="20000"/>
                </a:spcBef>
              </a:pPr>
              <a:endParaRPr lang="en-GB" sz="600" dirty="0">
                <a:latin typeface="Aptos" panose="020B0004020202020204" pitchFamily="34" charset="0"/>
                <a:cs typeface="Arial" pitchFamily="34" charset="0"/>
              </a:endParaRPr>
            </a:p>
          </p:txBody>
        </p:sp>
        <p:sp>
          <p:nvSpPr>
            <p:cNvPr id="374" name="AutoShape 246"/>
            <p:cNvSpPr>
              <a:spLocks noChangeArrowheads="1"/>
            </p:cNvSpPr>
            <p:nvPr/>
          </p:nvSpPr>
          <p:spPr bwMode="auto">
            <a:xfrm rot="16200000">
              <a:off x="3684280" y="2344475"/>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75" name="Rectangle 67"/>
            <p:cNvSpPr>
              <a:spLocks noChangeArrowheads="1"/>
            </p:cNvSpPr>
            <p:nvPr/>
          </p:nvSpPr>
          <p:spPr bwMode="auto">
            <a:xfrm>
              <a:off x="3561268" y="2556410"/>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81" name="Rectangle 73"/>
            <p:cNvSpPr>
              <a:spLocks noChangeArrowheads="1"/>
            </p:cNvSpPr>
            <p:nvPr/>
          </p:nvSpPr>
          <p:spPr bwMode="auto">
            <a:xfrm>
              <a:off x="5814178" y="2420993"/>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82" name="AutoShape 246"/>
            <p:cNvSpPr>
              <a:spLocks noChangeArrowheads="1"/>
            </p:cNvSpPr>
            <p:nvPr/>
          </p:nvSpPr>
          <p:spPr bwMode="auto">
            <a:xfrm rot="16200000">
              <a:off x="5900455" y="2353460"/>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83" name="Rectangle 67"/>
            <p:cNvSpPr>
              <a:spLocks noChangeArrowheads="1"/>
            </p:cNvSpPr>
            <p:nvPr/>
          </p:nvSpPr>
          <p:spPr bwMode="auto">
            <a:xfrm>
              <a:off x="5768458" y="2556410"/>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84" name="Rectangle 73"/>
            <p:cNvSpPr>
              <a:spLocks noChangeArrowheads="1"/>
            </p:cNvSpPr>
            <p:nvPr/>
          </p:nvSpPr>
          <p:spPr bwMode="auto">
            <a:xfrm>
              <a:off x="4048426" y="2420993"/>
              <a:ext cx="274320" cy="120510"/>
            </a:xfrm>
            <a:prstGeom prst="rect">
              <a:avLst/>
            </a:prstGeom>
            <a:solidFill>
              <a:schemeClr val="bg2"/>
            </a:solidFill>
            <a:ln w="9525">
              <a:solidFill>
                <a:schemeClr val="bg2"/>
              </a:solidFill>
              <a:miter lim="800000"/>
              <a:headEnd/>
              <a:tailEnd/>
            </a:ln>
          </p:spPr>
          <p:txBody>
            <a:bodyPr wrap="none" anchor="t"/>
            <a:lstStyle/>
            <a:p>
              <a:pPr algn="ctr">
                <a:spcBef>
                  <a:spcPct val="20000"/>
                </a:spcBef>
              </a:pPr>
              <a:endParaRPr lang="en-GB" sz="600" dirty="0">
                <a:latin typeface="Aptos" panose="020B0004020202020204" pitchFamily="34" charset="0"/>
                <a:cs typeface="Arial" pitchFamily="34" charset="0"/>
              </a:endParaRPr>
            </a:p>
          </p:txBody>
        </p:sp>
        <p:sp>
          <p:nvSpPr>
            <p:cNvPr id="385" name="AutoShape 246"/>
            <p:cNvSpPr>
              <a:spLocks noChangeArrowheads="1"/>
            </p:cNvSpPr>
            <p:nvPr/>
          </p:nvSpPr>
          <p:spPr bwMode="auto">
            <a:xfrm rot="16200000">
              <a:off x="4133946" y="2353459"/>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86" name="Rectangle 67"/>
            <p:cNvSpPr>
              <a:spLocks noChangeArrowheads="1"/>
            </p:cNvSpPr>
            <p:nvPr/>
          </p:nvSpPr>
          <p:spPr bwMode="auto">
            <a:xfrm>
              <a:off x="4002706" y="2556410"/>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87" name="Rectangle 73"/>
            <p:cNvSpPr>
              <a:spLocks noChangeArrowheads="1"/>
            </p:cNvSpPr>
            <p:nvPr/>
          </p:nvSpPr>
          <p:spPr bwMode="auto">
            <a:xfrm>
              <a:off x="4489864" y="2420993"/>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88" name="AutoShape 246"/>
            <p:cNvSpPr>
              <a:spLocks noChangeArrowheads="1"/>
            </p:cNvSpPr>
            <p:nvPr/>
          </p:nvSpPr>
          <p:spPr bwMode="auto">
            <a:xfrm rot="16200000">
              <a:off x="4576141" y="2353460"/>
              <a:ext cx="120054" cy="256032"/>
            </a:xfrm>
            <a:prstGeom prst="rtTriangle">
              <a:avLst/>
            </a:prstGeom>
            <a:solidFill>
              <a:schemeClr val="bg2"/>
            </a:solidFill>
            <a:ln w="9525">
              <a:solidFill>
                <a:schemeClr val="bg2"/>
              </a:solidFill>
              <a:miter lim="800000"/>
              <a:headEnd/>
              <a:tailEnd/>
            </a:ln>
          </p:spPr>
          <p:txBody>
            <a:bodyPr wrap="none" anchor="t"/>
            <a:lstStyle/>
            <a:p>
              <a:pPr algn="ctr">
                <a:spcBef>
                  <a:spcPct val="20000"/>
                </a:spcBef>
              </a:pPr>
              <a:endParaRPr lang="en-GB" sz="600" dirty="0">
                <a:latin typeface="Aptos" panose="020B0004020202020204" pitchFamily="34" charset="0"/>
                <a:cs typeface="Arial" pitchFamily="34" charset="0"/>
              </a:endParaRPr>
            </a:p>
          </p:txBody>
        </p:sp>
        <p:sp>
          <p:nvSpPr>
            <p:cNvPr id="389" name="Rectangle 67"/>
            <p:cNvSpPr>
              <a:spLocks noChangeArrowheads="1"/>
            </p:cNvSpPr>
            <p:nvPr/>
          </p:nvSpPr>
          <p:spPr bwMode="auto">
            <a:xfrm>
              <a:off x="4444144" y="2556410"/>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90" name="Rectangle 73"/>
            <p:cNvSpPr>
              <a:spLocks noChangeArrowheads="1"/>
            </p:cNvSpPr>
            <p:nvPr/>
          </p:nvSpPr>
          <p:spPr bwMode="auto">
            <a:xfrm>
              <a:off x="4931302" y="2420993"/>
              <a:ext cx="274320" cy="120510"/>
            </a:xfrm>
            <a:prstGeom prst="rect">
              <a:avLst/>
            </a:prstGeom>
            <a:solidFill>
              <a:schemeClr val="bg1"/>
            </a:solidFill>
            <a:ln w="6350">
              <a:solidFill>
                <a:srgbClr val="BBBCBC"/>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91" name="AutoShape 246"/>
            <p:cNvSpPr>
              <a:spLocks noChangeArrowheads="1"/>
            </p:cNvSpPr>
            <p:nvPr/>
          </p:nvSpPr>
          <p:spPr bwMode="auto">
            <a:xfrm rot="16200000">
              <a:off x="5008594" y="2344475"/>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92" name="Rectangle 67"/>
            <p:cNvSpPr>
              <a:spLocks noChangeArrowheads="1"/>
            </p:cNvSpPr>
            <p:nvPr/>
          </p:nvSpPr>
          <p:spPr bwMode="auto">
            <a:xfrm>
              <a:off x="4885582" y="2556410"/>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93" name="Rectangle 73"/>
            <p:cNvSpPr>
              <a:spLocks noChangeArrowheads="1"/>
            </p:cNvSpPr>
            <p:nvPr/>
          </p:nvSpPr>
          <p:spPr bwMode="auto">
            <a:xfrm>
              <a:off x="5372740" y="2420993"/>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94" name="AutoShape 246"/>
            <p:cNvSpPr>
              <a:spLocks noChangeArrowheads="1"/>
            </p:cNvSpPr>
            <p:nvPr/>
          </p:nvSpPr>
          <p:spPr bwMode="auto">
            <a:xfrm rot="16200000">
              <a:off x="5450032" y="2344475"/>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95" name="Rectangle 67"/>
            <p:cNvSpPr>
              <a:spLocks noChangeArrowheads="1"/>
            </p:cNvSpPr>
            <p:nvPr/>
          </p:nvSpPr>
          <p:spPr bwMode="auto">
            <a:xfrm>
              <a:off x="5327020" y="2556410"/>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96" name="Rectangle 73"/>
            <p:cNvSpPr>
              <a:spLocks noChangeArrowheads="1"/>
            </p:cNvSpPr>
            <p:nvPr/>
          </p:nvSpPr>
          <p:spPr bwMode="auto">
            <a:xfrm>
              <a:off x="7260787" y="2420993"/>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97" name="AutoShape 246"/>
            <p:cNvSpPr>
              <a:spLocks noChangeArrowheads="1"/>
            </p:cNvSpPr>
            <p:nvPr/>
          </p:nvSpPr>
          <p:spPr bwMode="auto">
            <a:xfrm rot="16200000">
              <a:off x="7347064" y="2353460"/>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398" name="Rectangle 67"/>
            <p:cNvSpPr>
              <a:spLocks noChangeArrowheads="1"/>
            </p:cNvSpPr>
            <p:nvPr/>
          </p:nvSpPr>
          <p:spPr bwMode="auto">
            <a:xfrm>
              <a:off x="7215067" y="2556410"/>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399" name="Rectangle 73"/>
            <p:cNvSpPr>
              <a:spLocks noChangeArrowheads="1"/>
            </p:cNvSpPr>
            <p:nvPr/>
          </p:nvSpPr>
          <p:spPr bwMode="auto">
            <a:xfrm>
              <a:off x="7702225" y="2420993"/>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00" name="AutoShape 246"/>
            <p:cNvSpPr>
              <a:spLocks noChangeArrowheads="1"/>
            </p:cNvSpPr>
            <p:nvPr/>
          </p:nvSpPr>
          <p:spPr bwMode="auto">
            <a:xfrm rot="16200000">
              <a:off x="7779517" y="2344475"/>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01" name="Rectangle 67"/>
            <p:cNvSpPr>
              <a:spLocks noChangeArrowheads="1"/>
            </p:cNvSpPr>
            <p:nvPr/>
          </p:nvSpPr>
          <p:spPr bwMode="auto">
            <a:xfrm>
              <a:off x="7656505" y="2556410"/>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02" name="Rectangle 73"/>
            <p:cNvSpPr>
              <a:spLocks noChangeArrowheads="1"/>
            </p:cNvSpPr>
            <p:nvPr/>
          </p:nvSpPr>
          <p:spPr bwMode="auto">
            <a:xfrm>
              <a:off x="8143663" y="2420993"/>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03" name="AutoShape 246"/>
            <p:cNvSpPr>
              <a:spLocks noChangeArrowheads="1"/>
            </p:cNvSpPr>
            <p:nvPr/>
          </p:nvSpPr>
          <p:spPr bwMode="auto">
            <a:xfrm rot="16200000">
              <a:off x="8220955" y="2344475"/>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04" name="Rectangle 67"/>
            <p:cNvSpPr>
              <a:spLocks noChangeArrowheads="1"/>
            </p:cNvSpPr>
            <p:nvPr/>
          </p:nvSpPr>
          <p:spPr bwMode="auto">
            <a:xfrm>
              <a:off x="8097943" y="2556410"/>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05" name="Rectangle 73"/>
            <p:cNvSpPr>
              <a:spLocks noChangeArrowheads="1"/>
            </p:cNvSpPr>
            <p:nvPr/>
          </p:nvSpPr>
          <p:spPr bwMode="auto">
            <a:xfrm>
              <a:off x="9149311" y="2420993"/>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06" name="AutoShape 246"/>
            <p:cNvSpPr>
              <a:spLocks noChangeArrowheads="1"/>
            </p:cNvSpPr>
            <p:nvPr/>
          </p:nvSpPr>
          <p:spPr bwMode="auto">
            <a:xfrm rot="16200000">
              <a:off x="9235588" y="2353460"/>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07" name="Rectangle 67"/>
            <p:cNvSpPr>
              <a:spLocks noChangeArrowheads="1"/>
            </p:cNvSpPr>
            <p:nvPr/>
          </p:nvSpPr>
          <p:spPr bwMode="auto">
            <a:xfrm>
              <a:off x="9103591" y="2556410"/>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08" name="Rectangle 73"/>
            <p:cNvSpPr>
              <a:spLocks noChangeArrowheads="1"/>
            </p:cNvSpPr>
            <p:nvPr/>
          </p:nvSpPr>
          <p:spPr bwMode="auto">
            <a:xfrm>
              <a:off x="8707873" y="2420993"/>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09" name="AutoShape 246"/>
            <p:cNvSpPr>
              <a:spLocks noChangeArrowheads="1"/>
            </p:cNvSpPr>
            <p:nvPr/>
          </p:nvSpPr>
          <p:spPr bwMode="auto">
            <a:xfrm rot="16200000">
              <a:off x="8794150" y="2353460"/>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10" name="Rectangle 67"/>
            <p:cNvSpPr>
              <a:spLocks noChangeArrowheads="1"/>
            </p:cNvSpPr>
            <p:nvPr/>
          </p:nvSpPr>
          <p:spPr bwMode="auto">
            <a:xfrm>
              <a:off x="8662153" y="2556410"/>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11" name="Rectangle 12"/>
            <p:cNvSpPr>
              <a:spLocks noChangeArrowheads="1"/>
            </p:cNvSpPr>
            <p:nvPr/>
          </p:nvSpPr>
          <p:spPr bwMode="auto">
            <a:xfrm>
              <a:off x="2890850" y="2878306"/>
              <a:ext cx="644195" cy="113641"/>
            </a:xfrm>
            <a:prstGeom prst="rect">
              <a:avLst/>
            </a:prstGeom>
            <a:noFill/>
            <a:ln w="9525">
              <a:noFill/>
              <a:miter lim="800000"/>
              <a:headEnd/>
              <a:tailEnd/>
            </a:ln>
          </p:spPr>
          <p:txBody>
            <a:bodyPr wrap="square" lIns="0" tIns="0" rIns="0" bIns="0" anchor="ctr">
              <a:spAutoFit/>
            </a:bodyPr>
            <a:lstStyle/>
            <a:p>
              <a:pPr algn="r" eaLnBrk="1" hangingPunct="1">
                <a:spcBef>
                  <a:spcPct val="20000"/>
                </a:spcBef>
              </a:pPr>
              <a:r>
                <a:rPr lang="en-GB" altLang="ja-JP" sz="600" dirty="0">
                  <a:latin typeface="Aptos" panose="020B0004020202020204" pitchFamily="34" charset="0"/>
                  <a:ea typeface="ＭＳ Ｐゴシック" charset="-128"/>
                  <a:cs typeface="Arial" pitchFamily="34" charset="0"/>
                </a:rPr>
                <a:t>Row header</a:t>
              </a:r>
            </a:p>
          </p:txBody>
        </p:sp>
        <p:sp>
          <p:nvSpPr>
            <p:cNvPr id="412" name="Rectangle 73"/>
            <p:cNvSpPr>
              <a:spLocks noChangeArrowheads="1"/>
            </p:cNvSpPr>
            <p:nvPr/>
          </p:nvSpPr>
          <p:spPr bwMode="auto">
            <a:xfrm>
              <a:off x="3606988" y="2864341"/>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13" name="AutoShape 246"/>
            <p:cNvSpPr>
              <a:spLocks noChangeArrowheads="1"/>
            </p:cNvSpPr>
            <p:nvPr/>
          </p:nvSpPr>
          <p:spPr bwMode="auto">
            <a:xfrm rot="16200000">
              <a:off x="3693265" y="2796808"/>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14" name="Rectangle 67"/>
            <p:cNvSpPr>
              <a:spLocks noChangeArrowheads="1"/>
            </p:cNvSpPr>
            <p:nvPr/>
          </p:nvSpPr>
          <p:spPr bwMode="auto">
            <a:xfrm>
              <a:off x="3561268" y="2999758"/>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15" name="Rectangle 73"/>
            <p:cNvSpPr>
              <a:spLocks noChangeArrowheads="1"/>
            </p:cNvSpPr>
            <p:nvPr/>
          </p:nvSpPr>
          <p:spPr bwMode="auto">
            <a:xfrm>
              <a:off x="5814178" y="2864341"/>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16" name="AutoShape 246"/>
            <p:cNvSpPr>
              <a:spLocks noChangeArrowheads="1"/>
            </p:cNvSpPr>
            <p:nvPr/>
          </p:nvSpPr>
          <p:spPr bwMode="auto">
            <a:xfrm rot="16200000">
              <a:off x="5900455" y="2796808"/>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17" name="Rectangle 67"/>
            <p:cNvSpPr>
              <a:spLocks noChangeArrowheads="1"/>
            </p:cNvSpPr>
            <p:nvPr/>
          </p:nvSpPr>
          <p:spPr bwMode="auto">
            <a:xfrm>
              <a:off x="5768458" y="2999758"/>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18" name="Rectangle 73"/>
            <p:cNvSpPr>
              <a:spLocks noChangeArrowheads="1"/>
            </p:cNvSpPr>
            <p:nvPr/>
          </p:nvSpPr>
          <p:spPr bwMode="auto">
            <a:xfrm>
              <a:off x="4048426" y="2864341"/>
              <a:ext cx="274320" cy="120510"/>
            </a:xfrm>
            <a:prstGeom prst="rect">
              <a:avLst/>
            </a:prstGeom>
            <a:solidFill>
              <a:schemeClr val="bg1"/>
            </a:solidFill>
            <a:ln w="6350">
              <a:solidFill>
                <a:srgbClr val="BBBCBC"/>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19" name="AutoShape 246"/>
            <p:cNvSpPr>
              <a:spLocks noChangeArrowheads="1"/>
            </p:cNvSpPr>
            <p:nvPr/>
          </p:nvSpPr>
          <p:spPr bwMode="auto">
            <a:xfrm rot="16200000">
              <a:off x="4125718" y="2787823"/>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20" name="Rectangle 67"/>
            <p:cNvSpPr>
              <a:spLocks noChangeArrowheads="1"/>
            </p:cNvSpPr>
            <p:nvPr/>
          </p:nvSpPr>
          <p:spPr bwMode="auto">
            <a:xfrm>
              <a:off x="4002706" y="2999758"/>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21" name="Rectangle 73"/>
            <p:cNvSpPr>
              <a:spLocks noChangeArrowheads="1"/>
            </p:cNvSpPr>
            <p:nvPr/>
          </p:nvSpPr>
          <p:spPr bwMode="auto">
            <a:xfrm>
              <a:off x="6697057" y="2864341"/>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22" name="AutoShape 246"/>
            <p:cNvSpPr>
              <a:spLocks noChangeArrowheads="1"/>
            </p:cNvSpPr>
            <p:nvPr/>
          </p:nvSpPr>
          <p:spPr bwMode="auto">
            <a:xfrm rot="16200000">
              <a:off x="6774349" y="2787823"/>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23" name="Rectangle 67"/>
            <p:cNvSpPr>
              <a:spLocks noChangeArrowheads="1"/>
            </p:cNvSpPr>
            <p:nvPr/>
          </p:nvSpPr>
          <p:spPr bwMode="auto">
            <a:xfrm>
              <a:off x="6651337" y="2999758"/>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24" name="Rectangle 73"/>
            <p:cNvSpPr>
              <a:spLocks noChangeArrowheads="1"/>
            </p:cNvSpPr>
            <p:nvPr/>
          </p:nvSpPr>
          <p:spPr bwMode="auto">
            <a:xfrm>
              <a:off x="6255616" y="2864341"/>
              <a:ext cx="274320" cy="120510"/>
            </a:xfrm>
            <a:prstGeom prst="rect">
              <a:avLst/>
            </a:prstGeom>
            <a:solidFill>
              <a:schemeClr val="bg1"/>
            </a:solidFill>
            <a:ln w="6350">
              <a:solidFill>
                <a:srgbClr val="BBBCBC"/>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25" name="AutoShape 246"/>
            <p:cNvSpPr>
              <a:spLocks noChangeArrowheads="1"/>
            </p:cNvSpPr>
            <p:nvPr/>
          </p:nvSpPr>
          <p:spPr bwMode="auto">
            <a:xfrm rot="16200000">
              <a:off x="6332908" y="2787823"/>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26" name="Rectangle 67"/>
            <p:cNvSpPr>
              <a:spLocks noChangeArrowheads="1"/>
            </p:cNvSpPr>
            <p:nvPr/>
          </p:nvSpPr>
          <p:spPr bwMode="auto">
            <a:xfrm>
              <a:off x="6209896" y="2999758"/>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27" name="Rectangle 73"/>
            <p:cNvSpPr>
              <a:spLocks noChangeArrowheads="1"/>
            </p:cNvSpPr>
            <p:nvPr/>
          </p:nvSpPr>
          <p:spPr bwMode="auto">
            <a:xfrm>
              <a:off x="4489864" y="2864341"/>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28" name="AutoShape 246"/>
            <p:cNvSpPr>
              <a:spLocks noChangeArrowheads="1"/>
            </p:cNvSpPr>
            <p:nvPr/>
          </p:nvSpPr>
          <p:spPr bwMode="auto">
            <a:xfrm rot="16200000">
              <a:off x="4567156" y="2787823"/>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29" name="Rectangle 67"/>
            <p:cNvSpPr>
              <a:spLocks noChangeArrowheads="1"/>
            </p:cNvSpPr>
            <p:nvPr/>
          </p:nvSpPr>
          <p:spPr bwMode="auto">
            <a:xfrm>
              <a:off x="4444144" y="2999758"/>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30" name="Rectangle 73"/>
            <p:cNvSpPr>
              <a:spLocks noChangeArrowheads="1"/>
            </p:cNvSpPr>
            <p:nvPr/>
          </p:nvSpPr>
          <p:spPr bwMode="auto">
            <a:xfrm>
              <a:off x="4931302" y="2864341"/>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31" name="AutoShape 246"/>
            <p:cNvSpPr>
              <a:spLocks noChangeArrowheads="1"/>
            </p:cNvSpPr>
            <p:nvPr/>
          </p:nvSpPr>
          <p:spPr bwMode="auto">
            <a:xfrm rot="16200000">
              <a:off x="5008594" y="2787823"/>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32" name="Rectangle 67"/>
            <p:cNvSpPr>
              <a:spLocks noChangeArrowheads="1"/>
            </p:cNvSpPr>
            <p:nvPr/>
          </p:nvSpPr>
          <p:spPr bwMode="auto">
            <a:xfrm>
              <a:off x="4885582" y="2999758"/>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33" name="Rectangle 73"/>
            <p:cNvSpPr>
              <a:spLocks noChangeArrowheads="1"/>
            </p:cNvSpPr>
            <p:nvPr/>
          </p:nvSpPr>
          <p:spPr bwMode="auto">
            <a:xfrm>
              <a:off x="5372740" y="2864341"/>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34" name="AutoShape 246"/>
            <p:cNvSpPr>
              <a:spLocks noChangeArrowheads="1"/>
            </p:cNvSpPr>
            <p:nvPr/>
          </p:nvSpPr>
          <p:spPr bwMode="auto">
            <a:xfrm rot="16200000">
              <a:off x="5459017" y="2796808"/>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35" name="Rectangle 67"/>
            <p:cNvSpPr>
              <a:spLocks noChangeArrowheads="1"/>
            </p:cNvSpPr>
            <p:nvPr/>
          </p:nvSpPr>
          <p:spPr bwMode="auto">
            <a:xfrm>
              <a:off x="5327020" y="2999758"/>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36" name="Rectangle 73"/>
            <p:cNvSpPr>
              <a:spLocks noChangeArrowheads="1"/>
            </p:cNvSpPr>
            <p:nvPr/>
          </p:nvSpPr>
          <p:spPr bwMode="auto">
            <a:xfrm>
              <a:off x="7260787" y="2864341"/>
              <a:ext cx="274320" cy="120510"/>
            </a:xfrm>
            <a:prstGeom prst="rect">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37" name="AutoShape 246"/>
            <p:cNvSpPr>
              <a:spLocks noChangeArrowheads="1"/>
            </p:cNvSpPr>
            <p:nvPr/>
          </p:nvSpPr>
          <p:spPr bwMode="auto">
            <a:xfrm rot="16200000">
              <a:off x="7338079" y="2787823"/>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38" name="Rectangle 67"/>
            <p:cNvSpPr>
              <a:spLocks noChangeArrowheads="1"/>
            </p:cNvSpPr>
            <p:nvPr/>
          </p:nvSpPr>
          <p:spPr bwMode="auto">
            <a:xfrm>
              <a:off x="7215067" y="2999758"/>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39" name="Rectangle 73"/>
            <p:cNvSpPr>
              <a:spLocks noChangeArrowheads="1"/>
            </p:cNvSpPr>
            <p:nvPr/>
          </p:nvSpPr>
          <p:spPr bwMode="auto">
            <a:xfrm>
              <a:off x="8707873" y="2864341"/>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40" name="AutoShape 246"/>
            <p:cNvSpPr>
              <a:spLocks noChangeArrowheads="1"/>
            </p:cNvSpPr>
            <p:nvPr/>
          </p:nvSpPr>
          <p:spPr bwMode="auto">
            <a:xfrm rot="16200000">
              <a:off x="8794150" y="2796808"/>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41" name="Rectangle 67"/>
            <p:cNvSpPr>
              <a:spLocks noChangeArrowheads="1"/>
            </p:cNvSpPr>
            <p:nvPr/>
          </p:nvSpPr>
          <p:spPr bwMode="auto">
            <a:xfrm>
              <a:off x="8662153" y="2999758"/>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42" name="Rectangle 12"/>
            <p:cNvSpPr>
              <a:spLocks noChangeArrowheads="1"/>
            </p:cNvSpPr>
            <p:nvPr/>
          </p:nvSpPr>
          <p:spPr bwMode="auto">
            <a:xfrm>
              <a:off x="2890850" y="3321654"/>
              <a:ext cx="644195" cy="113641"/>
            </a:xfrm>
            <a:prstGeom prst="rect">
              <a:avLst/>
            </a:prstGeom>
            <a:noFill/>
            <a:ln w="9525">
              <a:noFill/>
              <a:miter lim="800000"/>
              <a:headEnd/>
              <a:tailEnd/>
            </a:ln>
          </p:spPr>
          <p:txBody>
            <a:bodyPr wrap="square" lIns="0" tIns="0" rIns="0" bIns="0" anchor="ctr">
              <a:spAutoFit/>
            </a:bodyPr>
            <a:lstStyle/>
            <a:p>
              <a:pPr algn="r" eaLnBrk="1" hangingPunct="1">
                <a:spcBef>
                  <a:spcPct val="20000"/>
                </a:spcBef>
              </a:pPr>
              <a:r>
                <a:rPr lang="en-GB" altLang="ja-JP" sz="600" dirty="0">
                  <a:latin typeface="Aptos" panose="020B0004020202020204" pitchFamily="34" charset="0"/>
                  <a:ea typeface="ＭＳ Ｐゴシック" charset="-128"/>
                  <a:cs typeface="Arial" pitchFamily="34" charset="0"/>
                </a:rPr>
                <a:t>Row header</a:t>
              </a:r>
            </a:p>
          </p:txBody>
        </p:sp>
        <p:sp>
          <p:nvSpPr>
            <p:cNvPr id="443" name="Rectangle 73"/>
            <p:cNvSpPr>
              <a:spLocks noChangeArrowheads="1"/>
            </p:cNvSpPr>
            <p:nvPr/>
          </p:nvSpPr>
          <p:spPr bwMode="auto">
            <a:xfrm>
              <a:off x="3606988" y="3307689"/>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44" name="AutoShape 246"/>
            <p:cNvSpPr>
              <a:spLocks noChangeArrowheads="1"/>
            </p:cNvSpPr>
            <p:nvPr/>
          </p:nvSpPr>
          <p:spPr bwMode="auto">
            <a:xfrm rot="16200000">
              <a:off x="3693265" y="3240156"/>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45" name="Rectangle 67"/>
            <p:cNvSpPr>
              <a:spLocks noChangeArrowheads="1"/>
            </p:cNvSpPr>
            <p:nvPr/>
          </p:nvSpPr>
          <p:spPr bwMode="auto">
            <a:xfrm>
              <a:off x="3561268" y="3443106"/>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46" name="Rectangle 73"/>
            <p:cNvSpPr>
              <a:spLocks noChangeArrowheads="1"/>
            </p:cNvSpPr>
            <p:nvPr/>
          </p:nvSpPr>
          <p:spPr bwMode="auto">
            <a:xfrm>
              <a:off x="5814178" y="3307689"/>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47" name="AutoShape 246"/>
            <p:cNvSpPr>
              <a:spLocks noChangeArrowheads="1"/>
            </p:cNvSpPr>
            <p:nvPr/>
          </p:nvSpPr>
          <p:spPr bwMode="auto">
            <a:xfrm rot="16200000">
              <a:off x="5900455" y="3240156"/>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48" name="Rectangle 67"/>
            <p:cNvSpPr>
              <a:spLocks noChangeArrowheads="1"/>
            </p:cNvSpPr>
            <p:nvPr/>
          </p:nvSpPr>
          <p:spPr bwMode="auto">
            <a:xfrm>
              <a:off x="5768458" y="3443106"/>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49" name="Rectangle 73"/>
            <p:cNvSpPr>
              <a:spLocks noChangeArrowheads="1"/>
            </p:cNvSpPr>
            <p:nvPr/>
          </p:nvSpPr>
          <p:spPr bwMode="auto">
            <a:xfrm>
              <a:off x="4048426" y="3307689"/>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50" name="AutoShape 246"/>
            <p:cNvSpPr>
              <a:spLocks noChangeArrowheads="1"/>
            </p:cNvSpPr>
            <p:nvPr/>
          </p:nvSpPr>
          <p:spPr bwMode="auto">
            <a:xfrm rot="16200000">
              <a:off x="4125718" y="3231171"/>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51" name="Rectangle 67"/>
            <p:cNvSpPr>
              <a:spLocks noChangeArrowheads="1"/>
            </p:cNvSpPr>
            <p:nvPr/>
          </p:nvSpPr>
          <p:spPr bwMode="auto">
            <a:xfrm>
              <a:off x="4002706" y="3443106"/>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52" name="Rectangle 73"/>
            <p:cNvSpPr>
              <a:spLocks noChangeArrowheads="1"/>
            </p:cNvSpPr>
            <p:nvPr/>
          </p:nvSpPr>
          <p:spPr bwMode="auto">
            <a:xfrm>
              <a:off x="6697057" y="3307689"/>
              <a:ext cx="274320" cy="120510"/>
            </a:xfrm>
            <a:prstGeom prst="rect">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53" name="AutoShape 246"/>
            <p:cNvSpPr>
              <a:spLocks noChangeArrowheads="1"/>
            </p:cNvSpPr>
            <p:nvPr/>
          </p:nvSpPr>
          <p:spPr bwMode="auto">
            <a:xfrm rot="16200000">
              <a:off x="6774349" y="3231171"/>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54" name="Rectangle 67"/>
            <p:cNvSpPr>
              <a:spLocks noChangeArrowheads="1"/>
            </p:cNvSpPr>
            <p:nvPr/>
          </p:nvSpPr>
          <p:spPr bwMode="auto">
            <a:xfrm>
              <a:off x="6651337" y="3443106"/>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55" name="Rectangle 73"/>
            <p:cNvSpPr>
              <a:spLocks noChangeArrowheads="1"/>
            </p:cNvSpPr>
            <p:nvPr/>
          </p:nvSpPr>
          <p:spPr bwMode="auto">
            <a:xfrm>
              <a:off x="6255616" y="3307689"/>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56" name="AutoShape 246"/>
            <p:cNvSpPr>
              <a:spLocks noChangeArrowheads="1"/>
            </p:cNvSpPr>
            <p:nvPr/>
          </p:nvSpPr>
          <p:spPr bwMode="auto">
            <a:xfrm rot="16200000">
              <a:off x="6332908" y="3231171"/>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57" name="Rectangle 67"/>
            <p:cNvSpPr>
              <a:spLocks noChangeArrowheads="1"/>
            </p:cNvSpPr>
            <p:nvPr/>
          </p:nvSpPr>
          <p:spPr bwMode="auto">
            <a:xfrm>
              <a:off x="6209896" y="3443106"/>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58" name="Rectangle 73"/>
            <p:cNvSpPr>
              <a:spLocks noChangeArrowheads="1"/>
            </p:cNvSpPr>
            <p:nvPr/>
          </p:nvSpPr>
          <p:spPr bwMode="auto">
            <a:xfrm>
              <a:off x="4489864" y="3307689"/>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59" name="AutoShape 246"/>
            <p:cNvSpPr>
              <a:spLocks noChangeArrowheads="1"/>
            </p:cNvSpPr>
            <p:nvPr/>
          </p:nvSpPr>
          <p:spPr bwMode="auto">
            <a:xfrm rot="16200000">
              <a:off x="4567156" y="3231171"/>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60" name="Rectangle 67"/>
            <p:cNvSpPr>
              <a:spLocks noChangeArrowheads="1"/>
            </p:cNvSpPr>
            <p:nvPr/>
          </p:nvSpPr>
          <p:spPr bwMode="auto">
            <a:xfrm>
              <a:off x="4444144" y="3443106"/>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61" name="Rectangle 73"/>
            <p:cNvSpPr>
              <a:spLocks noChangeArrowheads="1"/>
            </p:cNvSpPr>
            <p:nvPr/>
          </p:nvSpPr>
          <p:spPr bwMode="auto">
            <a:xfrm>
              <a:off x="4931302" y="3307689"/>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62" name="AutoShape 246"/>
            <p:cNvSpPr>
              <a:spLocks noChangeArrowheads="1"/>
            </p:cNvSpPr>
            <p:nvPr/>
          </p:nvSpPr>
          <p:spPr bwMode="auto">
            <a:xfrm rot="16200000">
              <a:off x="5017579" y="3240156"/>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63" name="Rectangle 67"/>
            <p:cNvSpPr>
              <a:spLocks noChangeArrowheads="1"/>
            </p:cNvSpPr>
            <p:nvPr/>
          </p:nvSpPr>
          <p:spPr bwMode="auto">
            <a:xfrm>
              <a:off x="4885582" y="3443106"/>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64" name="Rectangle 73"/>
            <p:cNvSpPr>
              <a:spLocks noChangeArrowheads="1"/>
            </p:cNvSpPr>
            <p:nvPr/>
          </p:nvSpPr>
          <p:spPr bwMode="auto">
            <a:xfrm>
              <a:off x="5372740" y="3307689"/>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65" name="AutoShape 246"/>
            <p:cNvSpPr>
              <a:spLocks noChangeArrowheads="1"/>
            </p:cNvSpPr>
            <p:nvPr/>
          </p:nvSpPr>
          <p:spPr bwMode="auto">
            <a:xfrm rot="16200000">
              <a:off x="5459017" y="3240156"/>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66" name="Rectangle 67"/>
            <p:cNvSpPr>
              <a:spLocks noChangeArrowheads="1"/>
            </p:cNvSpPr>
            <p:nvPr/>
          </p:nvSpPr>
          <p:spPr bwMode="auto">
            <a:xfrm>
              <a:off x="5327020" y="3443106"/>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67" name="Rectangle 12"/>
            <p:cNvSpPr>
              <a:spLocks noChangeArrowheads="1"/>
            </p:cNvSpPr>
            <p:nvPr/>
          </p:nvSpPr>
          <p:spPr bwMode="auto">
            <a:xfrm>
              <a:off x="2890850" y="3765001"/>
              <a:ext cx="644195" cy="113641"/>
            </a:xfrm>
            <a:prstGeom prst="rect">
              <a:avLst/>
            </a:prstGeom>
            <a:noFill/>
            <a:ln w="9525">
              <a:noFill/>
              <a:miter lim="800000"/>
              <a:headEnd/>
              <a:tailEnd/>
            </a:ln>
          </p:spPr>
          <p:txBody>
            <a:bodyPr wrap="square" lIns="0" tIns="0" rIns="0" bIns="0" anchor="ctr">
              <a:spAutoFit/>
            </a:bodyPr>
            <a:lstStyle/>
            <a:p>
              <a:pPr algn="r" eaLnBrk="1" hangingPunct="1">
                <a:spcBef>
                  <a:spcPct val="20000"/>
                </a:spcBef>
              </a:pPr>
              <a:r>
                <a:rPr lang="en-GB" altLang="ja-JP" sz="600" dirty="0">
                  <a:latin typeface="Aptos" panose="020B0004020202020204" pitchFamily="34" charset="0"/>
                  <a:ea typeface="ＭＳ Ｐゴシック" charset="-128"/>
                  <a:cs typeface="Arial" pitchFamily="34" charset="0"/>
                </a:rPr>
                <a:t>Row header</a:t>
              </a:r>
            </a:p>
          </p:txBody>
        </p:sp>
        <p:sp>
          <p:nvSpPr>
            <p:cNvPr id="468" name="Rectangle 73"/>
            <p:cNvSpPr>
              <a:spLocks noChangeArrowheads="1"/>
            </p:cNvSpPr>
            <p:nvPr/>
          </p:nvSpPr>
          <p:spPr bwMode="auto">
            <a:xfrm>
              <a:off x="3606988" y="3751037"/>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69" name="AutoShape 246"/>
            <p:cNvSpPr>
              <a:spLocks noChangeArrowheads="1"/>
            </p:cNvSpPr>
            <p:nvPr/>
          </p:nvSpPr>
          <p:spPr bwMode="auto">
            <a:xfrm rot="16200000">
              <a:off x="3693265" y="3683504"/>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70" name="Rectangle 67"/>
            <p:cNvSpPr>
              <a:spLocks noChangeArrowheads="1"/>
            </p:cNvSpPr>
            <p:nvPr/>
          </p:nvSpPr>
          <p:spPr bwMode="auto">
            <a:xfrm>
              <a:off x="3561268" y="38864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71" name="Rectangle 73"/>
            <p:cNvSpPr>
              <a:spLocks noChangeArrowheads="1"/>
            </p:cNvSpPr>
            <p:nvPr/>
          </p:nvSpPr>
          <p:spPr bwMode="auto">
            <a:xfrm>
              <a:off x="4048426" y="3751037"/>
              <a:ext cx="274320" cy="120510"/>
            </a:xfrm>
            <a:prstGeom prst="rect">
              <a:avLst/>
            </a:prstGeom>
            <a:solidFill>
              <a:schemeClr val="bg1"/>
            </a:solidFill>
            <a:ln w="6350">
              <a:solidFill>
                <a:srgbClr val="BBBCBC"/>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72" name="AutoShape 246"/>
            <p:cNvSpPr>
              <a:spLocks noChangeArrowheads="1"/>
            </p:cNvSpPr>
            <p:nvPr/>
          </p:nvSpPr>
          <p:spPr bwMode="auto">
            <a:xfrm rot="16200000">
              <a:off x="4125718" y="3674519"/>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73" name="Rectangle 67"/>
            <p:cNvSpPr>
              <a:spLocks noChangeArrowheads="1"/>
            </p:cNvSpPr>
            <p:nvPr/>
          </p:nvSpPr>
          <p:spPr bwMode="auto">
            <a:xfrm>
              <a:off x="4002706" y="38864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74" name="Rectangle 73"/>
            <p:cNvSpPr>
              <a:spLocks noChangeArrowheads="1"/>
            </p:cNvSpPr>
            <p:nvPr/>
          </p:nvSpPr>
          <p:spPr bwMode="auto">
            <a:xfrm>
              <a:off x="4489864" y="3751037"/>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75" name="AutoShape 246"/>
            <p:cNvSpPr>
              <a:spLocks noChangeArrowheads="1"/>
            </p:cNvSpPr>
            <p:nvPr/>
          </p:nvSpPr>
          <p:spPr bwMode="auto">
            <a:xfrm rot="16200000">
              <a:off x="4567156" y="3674519"/>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76" name="Rectangle 67"/>
            <p:cNvSpPr>
              <a:spLocks noChangeArrowheads="1"/>
            </p:cNvSpPr>
            <p:nvPr/>
          </p:nvSpPr>
          <p:spPr bwMode="auto">
            <a:xfrm>
              <a:off x="4444144" y="38864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77" name="Rectangle 73"/>
            <p:cNvSpPr>
              <a:spLocks noChangeArrowheads="1"/>
            </p:cNvSpPr>
            <p:nvPr/>
          </p:nvSpPr>
          <p:spPr bwMode="auto">
            <a:xfrm>
              <a:off x="4931302" y="3751037"/>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78" name="AutoShape 246"/>
            <p:cNvSpPr>
              <a:spLocks noChangeArrowheads="1"/>
            </p:cNvSpPr>
            <p:nvPr/>
          </p:nvSpPr>
          <p:spPr bwMode="auto">
            <a:xfrm rot="16200000">
              <a:off x="5008594" y="3674519"/>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79" name="Rectangle 67"/>
            <p:cNvSpPr>
              <a:spLocks noChangeArrowheads="1"/>
            </p:cNvSpPr>
            <p:nvPr/>
          </p:nvSpPr>
          <p:spPr bwMode="auto">
            <a:xfrm>
              <a:off x="4885582" y="38864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80" name="Rectangle 73"/>
            <p:cNvSpPr>
              <a:spLocks noChangeArrowheads="1"/>
            </p:cNvSpPr>
            <p:nvPr/>
          </p:nvSpPr>
          <p:spPr bwMode="auto">
            <a:xfrm>
              <a:off x="5372740" y="3751037"/>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81" name="AutoShape 246"/>
            <p:cNvSpPr>
              <a:spLocks noChangeArrowheads="1"/>
            </p:cNvSpPr>
            <p:nvPr/>
          </p:nvSpPr>
          <p:spPr bwMode="auto">
            <a:xfrm rot="16200000">
              <a:off x="5450032" y="3674519"/>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82" name="Rectangle 67"/>
            <p:cNvSpPr>
              <a:spLocks noChangeArrowheads="1"/>
            </p:cNvSpPr>
            <p:nvPr/>
          </p:nvSpPr>
          <p:spPr bwMode="auto">
            <a:xfrm>
              <a:off x="5327020" y="38864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83" name="Rectangle 12"/>
            <p:cNvSpPr>
              <a:spLocks noChangeArrowheads="1"/>
            </p:cNvSpPr>
            <p:nvPr/>
          </p:nvSpPr>
          <p:spPr bwMode="auto">
            <a:xfrm>
              <a:off x="2890850" y="4208349"/>
              <a:ext cx="644195" cy="113641"/>
            </a:xfrm>
            <a:prstGeom prst="rect">
              <a:avLst/>
            </a:prstGeom>
            <a:noFill/>
            <a:ln w="9525">
              <a:noFill/>
              <a:miter lim="800000"/>
              <a:headEnd/>
              <a:tailEnd/>
            </a:ln>
          </p:spPr>
          <p:txBody>
            <a:bodyPr wrap="square" lIns="0" tIns="0" rIns="0" bIns="0" anchor="ctr">
              <a:spAutoFit/>
            </a:bodyPr>
            <a:lstStyle/>
            <a:p>
              <a:pPr algn="r" eaLnBrk="1" hangingPunct="1">
                <a:spcBef>
                  <a:spcPct val="20000"/>
                </a:spcBef>
              </a:pPr>
              <a:r>
                <a:rPr lang="en-GB" altLang="ja-JP" sz="600" dirty="0">
                  <a:latin typeface="Aptos" panose="020B0004020202020204" pitchFamily="34" charset="0"/>
                  <a:ea typeface="ＭＳ Ｐゴシック" charset="-128"/>
                  <a:cs typeface="Arial" pitchFamily="34" charset="0"/>
                </a:rPr>
                <a:t>Row header</a:t>
              </a:r>
            </a:p>
          </p:txBody>
        </p:sp>
        <p:sp>
          <p:nvSpPr>
            <p:cNvPr id="484" name="Rectangle 73"/>
            <p:cNvSpPr>
              <a:spLocks noChangeArrowheads="1"/>
            </p:cNvSpPr>
            <p:nvPr/>
          </p:nvSpPr>
          <p:spPr bwMode="auto">
            <a:xfrm>
              <a:off x="3606988" y="4194384"/>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85" name="AutoShape 246"/>
            <p:cNvSpPr>
              <a:spLocks noChangeArrowheads="1"/>
            </p:cNvSpPr>
            <p:nvPr/>
          </p:nvSpPr>
          <p:spPr bwMode="auto">
            <a:xfrm rot="16200000">
              <a:off x="3693265" y="4126851"/>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86" name="Rectangle 67"/>
            <p:cNvSpPr>
              <a:spLocks noChangeArrowheads="1"/>
            </p:cNvSpPr>
            <p:nvPr/>
          </p:nvSpPr>
          <p:spPr bwMode="auto">
            <a:xfrm>
              <a:off x="3561268" y="432980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87" name="Rectangle 73"/>
            <p:cNvSpPr>
              <a:spLocks noChangeArrowheads="1"/>
            </p:cNvSpPr>
            <p:nvPr/>
          </p:nvSpPr>
          <p:spPr bwMode="auto">
            <a:xfrm>
              <a:off x="4048426" y="4194384"/>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88" name="AutoShape 246"/>
            <p:cNvSpPr>
              <a:spLocks noChangeArrowheads="1"/>
            </p:cNvSpPr>
            <p:nvPr/>
          </p:nvSpPr>
          <p:spPr bwMode="auto">
            <a:xfrm rot="16200000">
              <a:off x="4125718" y="4117866"/>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89" name="Rectangle 67"/>
            <p:cNvSpPr>
              <a:spLocks noChangeArrowheads="1"/>
            </p:cNvSpPr>
            <p:nvPr/>
          </p:nvSpPr>
          <p:spPr bwMode="auto">
            <a:xfrm>
              <a:off x="4002706" y="432980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490" name="Rectangle 73"/>
            <p:cNvSpPr>
              <a:spLocks noChangeArrowheads="1"/>
            </p:cNvSpPr>
            <p:nvPr/>
          </p:nvSpPr>
          <p:spPr bwMode="auto">
            <a:xfrm>
              <a:off x="4489864" y="4194384"/>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91" name="AutoShape 246"/>
            <p:cNvSpPr>
              <a:spLocks noChangeArrowheads="1"/>
            </p:cNvSpPr>
            <p:nvPr/>
          </p:nvSpPr>
          <p:spPr bwMode="auto">
            <a:xfrm rot="16200000">
              <a:off x="4576141" y="4126851"/>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492" name="Rectangle 67"/>
            <p:cNvSpPr>
              <a:spLocks noChangeArrowheads="1"/>
            </p:cNvSpPr>
            <p:nvPr/>
          </p:nvSpPr>
          <p:spPr bwMode="auto">
            <a:xfrm>
              <a:off x="4444144" y="4329801"/>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cxnSp>
          <p:nvCxnSpPr>
            <p:cNvPr id="493" name="iBar:31/270"/>
            <p:cNvCxnSpPr/>
            <p:nvPr/>
          </p:nvCxnSpPr>
          <p:spPr>
            <a:xfrm>
              <a:off x="5491780" y="4893662"/>
              <a:ext cx="1161288" cy="0"/>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494" name="TxtBox:31/270"/>
            <p:cNvSpPr/>
            <p:nvPr/>
          </p:nvSpPr>
          <p:spPr bwMode="gray">
            <a:xfrm>
              <a:off x="5491781" y="4752933"/>
              <a:ext cx="247614" cy="116561"/>
            </a:xfrm>
            <a:prstGeom prst="rect">
              <a:avLst/>
            </a:prstGeom>
            <a:noFill/>
            <a:ln w="19050" algn="ctr">
              <a:noFill/>
              <a:miter lim="800000"/>
              <a:headEnd/>
              <a:tailEnd/>
            </a:ln>
          </p:spPr>
          <p:txBody>
            <a:bodyPr wrap="none" lIns="0" tIns="0" rIns="0" bIns="0" rtlCol="0" anchor="b">
              <a:spAutoFit/>
            </a:bodyPr>
            <a:lstStyle/>
            <a:p>
              <a:pPr>
                <a:lnSpc>
                  <a:spcPct val="106000"/>
                </a:lnSpc>
              </a:pPr>
              <a:r>
                <a:rPr lang="en-US" sz="600" dirty="0">
                  <a:latin typeface="Aptos" panose="020B0004020202020204" pitchFamily="34" charset="0"/>
                </a:rPr>
                <a:t>Category</a:t>
              </a:r>
            </a:p>
          </p:txBody>
        </p:sp>
        <p:cxnSp>
          <p:nvCxnSpPr>
            <p:cNvPr id="495" name="iBar:31/270"/>
            <p:cNvCxnSpPr/>
            <p:nvPr/>
          </p:nvCxnSpPr>
          <p:spPr>
            <a:xfrm>
              <a:off x="3606988" y="4893662"/>
              <a:ext cx="1600200" cy="0"/>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496" name="TxtBox:31/270"/>
            <p:cNvSpPr/>
            <p:nvPr/>
          </p:nvSpPr>
          <p:spPr bwMode="gray">
            <a:xfrm>
              <a:off x="3606989" y="4752933"/>
              <a:ext cx="247614" cy="116561"/>
            </a:xfrm>
            <a:prstGeom prst="rect">
              <a:avLst/>
            </a:prstGeom>
            <a:noFill/>
            <a:ln w="19050" algn="ctr">
              <a:noFill/>
              <a:miter lim="800000"/>
              <a:headEnd/>
              <a:tailEnd/>
            </a:ln>
          </p:spPr>
          <p:txBody>
            <a:bodyPr wrap="none" lIns="0" tIns="0" rIns="0" bIns="0" rtlCol="0" anchor="b">
              <a:spAutoFit/>
            </a:bodyPr>
            <a:lstStyle/>
            <a:p>
              <a:pPr>
                <a:lnSpc>
                  <a:spcPct val="106000"/>
                </a:lnSpc>
              </a:pPr>
              <a:r>
                <a:rPr lang="en-US" sz="600" dirty="0">
                  <a:latin typeface="Aptos" panose="020B0004020202020204" pitchFamily="34" charset="0"/>
                </a:rPr>
                <a:t>Category</a:t>
              </a:r>
            </a:p>
          </p:txBody>
        </p:sp>
        <p:cxnSp>
          <p:nvCxnSpPr>
            <p:cNvPr id="497" name="iBar:31/270"/>
            <p:cNvCxnSpPr/>
            <p:nvPr/>
          </p:nvCxnSpPr>
          <p:spPr>
            <a:xfrm>
              <a:off x="6936950" y="4893662"/>
              <a:ext cx="1170432" cy="0"/>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498" name="TxtBox:31/270"/>
            <p:cNvSpPr/>
            <p:nvPr/>
          </p:nvSpPr>
          <p:spPr bwMode="gray">
            <a:xfrm>
              <a:off x="6936951" y="4752933"/>
              <a:ext cx="247614" cy="116561"/>
            </a:xfrm>
            <a:prstGeom prst="rect">
              <a:avLst/>
            </a:prstGeom>
            <a:noFill/>
            <a:ln w="19050" algn="ctr">
              <a:noFill/>
              <a:miter lim="800000"/>
              <a:headEnd/>
              <a:tailEnd/>
            </a:ln>
          </p:spPr>
          <p:txBody>
            <a:bodyPr wrap="none" lIns="0" tIns="0" rIns="0" bIns="0" rtlCol="0" anchor="b">
              <a:spAutoFit/>
            </a:bodyPr>
            <a:lstStyle/>
            <a:p>
              <a:pPr>
                <a:lnSpc>
                  <a:spcPct val="106000"/>
                </a:lnSpc>
              </a:pPr>
              <a:r>
                <a:rPr lang="en-US" sz="600" dirty="0">
                  <a:latin typeface="Aptos" panose="020B0004020202020204" pitchFamily="34" charset="0"/>
                </a:rPr>
                <a:t>Category</a:t>
              </a:r>
            </a:p>
          </p:txBody>
        </p:sp>
        <p:cxnSp>
          <p:nvCxnSpPr>
            <p:cNvPr id="499" name="iBar:31/270"/>
            <p:cNvCxnSpPr/>
            <p:nvPr/>
          </p:nvCxnSpPr>
          <p:spPr>
            <a:xfrm>
              <a:off x="8383382" y="4893662"/>
              <a:ext cx="731520" cy="0"/>
            </a:xfrm>
            <a:prstGeom prst="line">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500" name="TxtBox:31/270"/>
            <p:cNvSpPr/>
            <p:nvPr/>
          </p:nvSpPr>
          <p:spPr bwMode="gray">
            <a:xfrm>
              <a:off x="8383383" y="4752933"/>
              <a:ext cx="247614" cy="116561"/>
            </a:xfrm>
            <a:prstGeom prst="rect">
              <a:avLst/>
            </a:prstGeom>
            <a:noFill/>
            <a:ln w="19050" algn="ctr">
              <a:noFill/>
              <a:miter lim="800000"/>
              <a:headEnd/>
              <a:tailEnd/>
            </a:ln>
          </p:spPr>
          <p:txBody>
            <a:bodyPr wrap="none" lIns="0" tIns="0" rIns="0" bIns="0" rtlCol="0" anchor="b">
              <a:spAutoFit/>
            </a:bodyPr>
            <a:lstStyle/>
            <a:p>
              <a:pPr>
                <a:lnSpc>
                  <a:spcPct val="106000"/>
                </a:lnSpc>
              </a:pPr>
              <a:r>
                <a:rPr lang="en-US" sz="600" dirty="0">
                  <a:latin typeface="Aptos" panose="020B0004020202020204" pitchFamily="34" charset="0"/>
                </a:rPr>
                <a:t>Category</a:t>
              </a:r>
            </a:p>
          </p:txBody>
        </p:sp>
        <p:sp>
          <p:nvSpPr>
            <p:cNvPr id="501" name="Rectangle 12"/>
            <p:cNvSpPr>
              <a:spLocks noChangeArrowheads="1"/>
            </p:cNvSpPr>
            <p:nvPr/>
          </p:nvSpPr>
          <p:spPr bwMode="auto">
            <a:xfrm>
              <a:off x="2890850" y="4979584"/>
              <a:ext cx="644195" cy="113641"/>
            </a:xfrm>
            <a:prstGeom prst="rect">
              <a:avLst/>
            </a:prstGeom>
            <a:noFill/>
            <a:ln w="9525">
              <a:noFill/>
              <a:miter lim="800000"/>
              <a:headEnd/>
              <a:tailEnd/>
            </a:ln>
          </p:spPr>
          <p:txBody>
            <a:bodyPr wrap="square" lIns="0" tIns="0" rIns="0" bIns="0" anchor="ctr">
              <a:spAutoFit/>
            </a:bodyPr>
            <a:lstStyle/>
            <a:p>
              <a:pPr algn="r" eaLnBrk="1" hangingPunct="1">
                <a:spcBef>
                  <a:spcPct val="20000"/>
                </a:spcBef>
              </a:pPr>
              <a:r>
                <a:rPr lang="en-GB" altLang="ja-JP" sz="600" dirty="0">
                  <a:latin typeface="Aptos" panose="020B0004020202020204" pitchFamily="34" charset="0"/>
                  <a:ea typeface="ＭＳ Ｐゴシック" charset="-128"/>
                  <a:cs typeface="Arial" pitchFamily="34" charset="0"/>
                </a:rPr>
                <a:t>Row header</a:t>
              </a:r>
            </a:p>
          </p:txBody>
        </p:sp>
        <p:sp>
          <p:nvSpPr>
            <p:cNvPr id="502" name="Rectangle 73"/>
            <p:cNvSpPr>
              <a:spLocks noChangeArrowheads="1"/>
            </p:cNvSpPr>
            <p:nvPr/>
          </p:nvSpPr>
          <p:spPr bwMode="auto">
            <a:xfrm>
              <a:off x="5491780" y="4965620"/>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03" name="AutoShape 246"/>
            <p:cNvSpPr>
              <a:spLocks noChangeArrowheads="1"/>
            </p:cNvSpPr>
            <p:nvPr/>
          </p:nvSpPr>
          <p:spPr bwMode="auto">
            <a:xfrm rot="16200000">
              <a:off x="5578057" y="4898087"/>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04" name="Rectangle 67"/>
            <p:cNvSpPr>
              <a:spLocks noChangeArrowheads="1"/>
            </p:cNvSpPr>
            <p:nvPr/>
          </p:nvSpPr>
          <p:spPr bwMode="auto">
            <a:xfrm>
              <a:off x="5446060"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05" name="Rectangle 73"/>
            <p:cNvSpPr>
              <a:spLocks noChangeArrowheads="1"/>
            </p:cNvSpPr>
            <p:nvPr/>
          </p:nvSpPr>
          <p:spPr bwMode="auto">
            <a:xfrm>
              <a:off x="5933218" y="4965620"/>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06" name="AutoShape 246"/>
            <p:cNvSpPr>
              <a:spLocks noChangeArrowheads="1"/>
            </p:cNvSpPr>
            <p:nvPr/>
          </p:nvSpPr>
          <p:spPr bwMode="auto">
            <a:xfrm rot="16200000">
              <a:off x="6010510" y="4889102"/>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07" name="Rectangle 67"/>
            <p:cNvSpPr>
              <a:spLocks noChangeArrowheads="1"/>
            </p:cNvSpPr>
            <p:nvPr/>
          </p:nvSpPr>
          <p:spPr bwMode="auto">
            <a:xfrm>
              <a:off x="5887498"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08" name="Rectangle 73"/>
            <p:cNvSpPr>
              <a:spLocks noChangeArrowheads="1"/>
            </p:cNvSpPr>
            <p:nvPr/>
          </p:nvSpPr>
          <p:spPr bwMode="auto">
            <a:xfrm>
              <a:off x="6374656" y="4965620"/>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09" name="AutoShape 246"/>
            <p:cNvSpPr>
              <a:spLocks noChangeArrowheads="1"/>
            </p:cNvSpPr>
            <p:nvPr/>
          </p:nvSpPr>
          <p:spPr bwMode="auto">
            <a:xfrm rot="16200000">
              <a:off x="6451948" y="4889102"/>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10" name="Rectangle 67"/>
            <p:cNvSpPr>
              <a:spLocks noChangeArrowheads="1"/>
            </p:cNvSpPr>
            <p:nvPr/>
          </p:nvSpPr>
          <p:spPr bwMode="auto">
            <a:xfrm>
              <a:off x="6328936"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11" name="Rectangle 73"/>
            <p:cNvSpPr>
              <a:spLocks noChangeArrowheads="1"/>
            </p:cNvSpPr>
            <p:nvPr/>
          </p:nvSpPr>
          <p:spPr bwMode="auto">
            <a:xfrm>
              <a:off x="4043300" y="4965620"/>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12" name="AutoShape 246"/>
            <p:cNvSpPr>
              <a:spLocks noChangeArrowheads="1"/>
            </p:cNvSpPr>
            <p:nvPr/>
          </p:nvSpPr>
          <p:spPr bwMode="auto">
            <a:xfrm rot="16200000">
              <a:off x="4129577" y="4898087"/>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13" name="Rectangle 67"/>
            <p:cNvSpPr>
              <a:spLocks noChangeArrowheads="1"/>
            </p:cNvSpPr>
            <p:nvPr/>
          </p:nvSpPr>
          <p:spPr bwMode="auto">
            <a:xfrm>
              <a:off x="3997580"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14" name="Rectangle 73"/>
            <p:cNvSpPr>
              <a:spLocks noChangeArrowheads="1"/>
            </p:cNvSpPr>
            <p:nvPr/>
          </p:nvSpPr>
          <p:spPr bwMode="auto">
            <a:xfrm>
              <a:off x="4926179" y="4965620"/>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15" name="AutoShape 246"/>
            <p:cNvSpPr>
              <a:spLocks noChangeArrowheads="1"/>
            </p:cNvSpPr>
            <p:nvPr/>
          </p:nvSpPr>
          <p:spPr bwMode="auto">
            <a:xfrm rot="16200000">
              <a:off x="5003471" y="4889102"/>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16" name="Rectangle 67"/>
            <p:cNvSpPr>
              <a:spLocks noChangeArrowheads="1"/>
            </p:cNvSpPr>
            <p:nvPr/>
          </p:nvSpPr>
          <p:spPr bwMode="auto">
            <a:xfrm>
              <a:off x="4880459"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17" name="Rectangle 73"/>
            <p:cNvSpPr>
              <a:spLocks noChangeArrowheads="1"/>
            </p:cNvSpPr>
            <p:nvPr/>
          </p:nvSpPr>
          <p:spPr bwMode="auto">
            <a:xfrm>
              <a:off x="4484738" y="4965620"/>
              <a:ext cx="274320" cy="120510"/>
            </a:xfrm>
            <a:prstGeom prst="rect">
              <a:avLst/>
            </a:prstGeom>
            <a:solidFill>
              <a:schemeClr val="bg1"/>
            </a:solidFill>
            <a:ln w="6350">
              <a:solidFill>
                <a:srgbClr val="BBBCBC"/>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18" name="AutoShape 246"/>
            <p:cNvSpPr>
              <a:spLocks noChangeArrowheads="1"/>
            </p:cNvSpPr>
            <p:nvPr/>
          </p:nvSpPr>
          <p:spPr bwMode="auto">
            <a:xfrm rot="16200000">
              <a:off x="4562030" y="4889102"/>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19" name="Rectangle 67"/>
            <p:cNvSpPr>
              <a:spLocks noChangeArrowheads="1"/>
            </p:cNvSpPr>
            <p:nvPr/>
          </p:nvSpPr>
          <p:spPr bwMode="auto">
            <a:xfrm>
              <a:off x="4439018"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20" name="Rectangle 73"/>
            <p:cNvSpPr>
              <a:spLocks noChangeArrowheads="1"/>
            </p:cNvSpPr>
            <p:nvPr/>
          </p:nvSpPr>
          <p:spPr bwMode="auto">
            <a:xfrm>
              <a:off x="3601862" y="4965620"/>
              <a:ext cx="274320" cy="120510"/>
            </a:xfrm>
            <a:prstGeom prst="rect">
              <a:avLst/>
            </a:prstGeom>
            <a:solidFill>
              <a:schemeClr val="bg2"/>
            </a:solidFill>
            <a:ln w="6350">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21" name="AutoShape 246"/>
            <p:cNvSpPr>
              <a:spLocks noChangeArrowheads="1"/>
            </p:cNvSpPr>
            <p:nvPr/>
          </p:nvSpPr>
          <p:spPr bwMode="auto">
            <a:xfrm rot="16200000">
              <a:off x="3688139" y="4898087"/>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22" name="Rectangle 67"/>
            <p:cNvSpPr>
              <a:spLocks noChangeArrowheads="1"/>
            </p:cNvSpPr>
            <p:nvPr/>
          </p:nvSpPr>
          <p:spPr bwMode="auto">
            <a:xfrm>
              <a:off x="3556142"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23" name="Rectangle 73"/>
            <p:cNvSpPr>
              <a:spLocks noChangeArrowheads="1"/>
            </p:cNvSpPr>
            <p:nvPr/>
          </p:nvSpPr>
          <p:spPr bwMode="auto">
            <a:xfrm>
              <a:off x="6936950" y="4965620"/>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24" name="AutoShape 246"/>
            <p:cNvSpPr>
              <a:spLocks noChangeArrowheads="1"/>
            </p:cNvSpPr>
            <p:nvPr/>
          </p:nvSpPr>
          <p:spPr bwMode="auto">
            <a:xfrm rot="16200000">
              <a:off x="7023227" y="4898087"/>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25" name="Rectangle 67"/>
            <p:cNvSpPr>
              <a:spLocks noChangeArrowheads="1"/>
            </p:cNvSpPr>
            <p:nvPr/>
          </p:nvSpPr>
          <p:spPr bwMode="auto">
            <a:xfrm>
              <a:off x="6891230"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26" name="Rectangle 73"/>
            <p:cNvSpPr>
              <a:spLocks noChangeArrowheads="1"/>
            </p:cNvSpPr>
            <p:nvPr/>
          </p:nvSpPr>
          <p:spPr bwMode="auto">
            <a:xfrm>
              <a:off x="7378388" y="4965620"/>
              <a:ext cx="274320" cy="120510"/>
            </a:xfrm>
            <a:prstGeom prst="rect">
              <a:avLst/>
            </a:prstGeom>
            <a:solidFill>
              <a:schemeClr val="bg1"/>
            </a:solidFill>
            <a:ln w="6350">
              <a:solidFill>
                <a:srgbClr val="BBBCBC"/>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27" name="AutoShape 246"/>
            <p:cNvSpPr>
              <a:spLocks noChangeArrowheads="1"/>
            </p:cNvSpPr>
            <p:nvPr/>
          </p:nvSpPr>
          <p:spPr bwMode="auto">
            <a:xfrm rot="16200000">
              <a:off x="7455680" y="4889102"/>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28" name="Rectangle 67"/>
            <p:cNvSpPr>
              <a:spLocks noChangeArrowheads="1"/>
            </p:cNvSpPr>
            <p:nvPr/>
          </p:nvSpPr>
          <p:spPr bwMode="auto">
            <a:xfrm>
              <a:off x="7332668"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29" name="Rectangle 73"/>
            <p:cNvSpPr>
              <a:spLocks noChangeArrowheads="1"/>
            </p:cNvSpPr>
            <p:nvPr/>
          </p:nvSpPr>
          <p:spPr bwMode="auto">
            <a:xfrm>
              <a:off x="7819826" y="4965620"/>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30" name="AutoShape 246"/>
            <p:cNvSpPr>
              <a:spLocks noChangeArrowheads="1"/>
            </p:cNvSpPr>
            <p:nvPr/>
          </p:nvSpPr>
          <p:spPr bwMode="auto">
            <a:xfrm rot="16200000">
              <a:off x="7897118" y="4889102"/>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31" name="Rectangle 67"/>
            <p:cNvSpPr>
              <a:spLocks noChangeArrowheads="1"/>
            </p:cNvSpPr>
            <p:nvPr/>
          </p:nvSpPr>
          <p:spPr bwMode="auto">
            <a:xfrm>
              <a:off x="7774106"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32" name="Rectangle 73"/>
            <p:cNvSpPr>
              <a:spLocks noChangeArrowheads="1"/>
            </p:cNvSpPr>
            <p:nvPr/>
          </p:nvSpPr>
          <p:spPr bwMode="auto">
            <a:xfrm>
              <a:off x="8383382" y="4965620"/>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33" name="AutoShape 246"/>
            <p:cNvSpPr>
              <a:spLocks noChangeArrowheads="1"/>
            </p:cNvSpPr>
            <p:nvPr/>
          </p:nvSpPr>
          <p:spPr bwMode="auto">
            <a:xfrm rot="16200000">
              <a:off x="8469659" y="4898087"/>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34" name="Rectangle 67"/>
            <p:cNvSpPr>
              <a:spLocks noChangeArrowheads="1"/>
            </p:cNvSpPr>
            <p:nvPr/>
          </p:nvSpPr>
          <p:spPr bwMode="auto">
            <a:xfrm>
              <a:off x="8337662"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35" name="Rectangle 73"/>
            <p:cNvSpPr>
              <a:spLocks noChangeArrowheads="1"/>
            </p:cNvSpPr>
            <p:nvPr/>
          </p:nvSpPr>
          <p:spPr bwMode="auto">
            <a:xfrm>
              <a:off x="8824820" y="4965620"/>
              <a:ext cx="274320" cy="120510"/>
            </a:xfrm>
            <a:prstGeom prst="rect">
              <a:avLst/>
            </a:prstGeom>
            <a:solidFill>
              <a:schemeClr val="bg1"/>
            </a:solidFill>
            <a:ln w="6350">
              <a:solidFill>
                <a:srgbClr val="BBBCBC"/>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36" name="AutoShape 246"/>
            <p:cNvSpPr>
              <a:spLocks noChangeArrowheads="1"/>
            </p:cNvSpPr>
            <p:nvPr/>
          </p:nvSpPr>
          <p:spPr bwMode="auto">
            <a:xfrm rot="16200000">
              <a:off x="8902112" y="4889102"/>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37" name="Rectangle 67"/>
            <p:cNvSpPr>
              <a:spLocks noChangeArrowheads="1"/>
            </p:cNvSpPr>
            <p:nvPr/>
          </p:nvSpPr>
          <p:spPr bwMode="auto">
            <a:xfrm>
              <a:off x="8779100" y="5101037"/>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38" name="Rectangle 12"/>
            <p:cNvSpPr>
              <a:spLocks noChangeArrowheads="1"/>
            </p:cNvSpPr>
            <p:nvPr/>
          </p:nvSpPr>
          <p:spPr bwMode="auto">
            <a:xfrm>
              <a:off x="2890850" y="5418803"/>
              <a:ext cx="644195" cy="113641"/>
            </a:xfrm>
            <a:prstGeom prst="rect">
              <a:avLst/>
            </a:prstGeom>
            <a:noFill/>
            <a:ln w="9525">
              <a:noFill/>
              <a:miter lim="800000"/>
              <a:headEnd/>
              <a:tailEnd/>
            </a:ln>
          </p:spPr>
          <p:txBody>
            <a:bodyPr wrap="square" lIns="0" tIns="0" rIns="0" bIns="0" anchor="ctr">
              <a:spAutoFit/>
            </a:bodyPr>
            <a:lstStyle/>
            <a:p>
              <a:pPr algn="r" eaLnBrk="1" hangingPunct="1">
                <a:spcBef>
                  <a:spcPct val="20000"/>
                </a:spcBef>
              </a:pPr>
              <a:r>
                <a:rPr lang="en-GB" altLang="ja-JP" sz="600" dirty="0">
                  <a:latin typeface="Aptos" panose="020B0004020202020204" pitchFamily="34" charset="0"/>
                  <a:ea typeface="ＭＳ Ｐゴシック" charset="-128"/>
                  <a:cs typeface="Arial" pitchFamily="34" charset="0"/>
                </a:rPr>
                <a:t>Row header</a:t>
              </a:r>
            </a:p>
          </p:txBody>
        </p:sp>
        <p:sp>
          <p:nvSpPr>
            <p:cNvPr id="539" name="Rectangle 73"/>
            <p:cNvSpPr>
              <a:spLocks noChangeArrowheads="1"/>
            </p:cNvSpPr>
            <p:nvPr/>
          </p:nvSpPr>
          <p:spPr bwMode="auto">
            <a:xfrm>
              <a:off x="5491780" y="5404838"/>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40" name="AutoShape 246"/>
            <p:cNvSpPr>
              <a:spLocks noChangeArrowheads="1"/>
            </p:cNvSpPr>
            <p:nvPr/>
          </p:nvSpPr>
          <p:spPr bwMode="auto">
            <a:xfrm rot="16200000">
              <a:off x="5578057" y="5337305"/>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41" name="Rectangle 67"/>
            <p:cNvSpPr>
              <a:spLocks noChangeArrowheads="1"/>
            </p:cNvSpPr>
            <p:nvPr/>
          </p:nvSpPr>
          <p:spPr bwMode="auto">
            <a:xfrm>
              <a:off x="5446060" y="55402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42" name="Rectangle 73"/>
            <p:cNvSpPr>
              <a:spLocks noChangeArrowheads="1"/>
            </p:cNvSpPr>
            <p:nvPr/>
          </p:nvSpPr>
          <p:spPr bwMode="auto">
            <a:xfrm>
              <a:off x="5933218" y="5404838"/>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43" name="AutoShape 246"/>
            <p:cNvSpPr>
              <a:spLocks noChangeArrowheads="1"/>
            </p:cNvSpPr>
            <p:nvPr/>
          </p:nvSpPr>
          <p:spPr bwMode="auto">
            <a:xfrm rot="16200000">
              <a:off x="6010510" y="5328320"/>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44" name="Rectangle 67"/>
            <p:cNvSpPr>
              <a:spLocks noChangeArrowheads="1"/>
            </p:cNvSpPr>
            <p:nvPr/>
          </p:nvSpPr>
          <p:spPr bwMode="auto">
            <a:xfrm>
              <a:off x="5887498" y="55402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45" name="Rectangle 73"/>
            <p:cNvSpPr>
              <a:spLocks noChangeArrowheads="1"/>
            </p:cNvSpPr>
            <p:nvPr/>
          </p:nvSpPr>
          <p:spPr bwMode="auto">
            <a:xfrm>
              <a:off x="4043300" y="5404838"/>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46" name="AutoShape 246"/>
            <p:cNvSpPr>
              <a:spLocks noChangeArrowheads="1"/>
            </p:cNvSpPr>
            <p:nvPr/>
          </p:nvSpPr>
          <p:spPr bwMode="auto">
            <a:xfrm rot="16200000">
              <a:off x="4129577" y="5337305"/>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47" name="Rectangle 67"/>
            <p:cNvSpPr>
              <a:spLocks noChangeArrowheads="1"/>
            </p:cNvSpPr>
            <p:nvPr/>
          </p:nvSpPr>
          <p:spPr bwMode="auto">
            <a:xfrm>
              <a:off x="3997580" y="55402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48" name="Rectangle 73"/>
            <p:cNvSpPr>
              <a:spLocks noChangeArrowheads="1"/>
            </p:cNvSpPr>
            <p:nvPr/>
          </p:nvSpPr>
          <p:spPr bwMode="auto">
            <a:xfrm>
              <a:off x="4926179" y="5404838"/>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49" name="AutoShape 246"/>
            <p:cNvSpPr>
              <a:spLocks noChangeArrowheads="1"/>
            </p:cNvSpPr>
            <p:nvPr/>
          </p:nvSpPr>
          <p:spPr bwMode="auto">
            <a:xfrm rot="16200000">
              <a:off x="5003471" y="5328320"/>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50" name="Rectangle 67"/>
            <p:cNvSpPr>
              <a:spLocks noChangeArrowheads="1"/>
            </p:cNvSpPr>
            <p:nvPr/>
          </p:nvSpPr>
          <p:spPr bwMode="auto">
            <a:xfrm>
              <a:off x="4880459" y="55402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51" name="Rectangle 73"/>
            <p:cNvSpPr>
              <a:spLocks noChangeArrowheads="1"/>
            </p:cNvSpPr>
            <p:nvPr/>
          </p:nvSpPr>
          <p:spPr bwMode="auto">
            <a:xfrm>
              <a:off x="4484738" y="5404838"/>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52" name="AutoShape 246"/>
            <p:cNvSpPr>
              <a:spLocks noChangeArrowheads="1"/>
            </p:cNvSpPr>
            <p:nvPr/>
          </p:nvSpPr>
          <p:spPr bwMode="auto">
            <a:xfrm rot="16200000">
              <a:off x="4562030" y="5328320"/>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53" name="Rectangle 67"/>
            <p:cNvSpPr>
              <a:spLocks noChangeArrowheads="1"/>
            </p:cNvSpPr>
            <p:nvPr/>
          </p:nvSpPr>
          <p:spPr bwMode="auto">
            <a:xfrm>
              <a:off x="4439018" y="55402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54" name="Rectangle 73"/>
            <p:cNvSpPr>
              <a:spLocks noChangeArrowheads="1"/>
            </p:cNvSpPr>
            <p:nvPr/>
          </p:nvSpPr>
          <p:spPr bwMode="auto">
            <a:xfrm>
              <a:off x="3601862" y="5404838"/>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55" name="AutoShape 246"/>
            <p:cNvSpPr>
              <a:spLocks noChangeArrowheads="1"/>
            </p:cNvSpPr>
            <p:nvPr/>
          </p:nvSpPr>
          <p:spPr bwMode="auto">
            <a:xfrm rot="16200000">
              <a:off x="3679154" y="5328320"/>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56" name="Rectangle 67"/>
            <p:cNvSpPr>
              <a:spLocks noChangeArrowheads="1"/>
            </p:cNvSpPr>
            <p:nvPr/>
          </p:nvSpPr>
          <p:spPr bwMode="auto">
            <a:xfrm>
              <a:off x="3556142" y="55402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57" name="Rectangle 73"/>
            <p:cNvSpPr>
              <a:spLocks noChangeArrowheads="1"/>
            </p:cNvSpPr>
            <p:nvPr/>
          </p:nvSpPr>
          <p:spPr bwMode="auto">
            <a:xfrm>
              <a:off x="6936950" y="5404838"/>
              <a:ext cx="274320" cy="120510"/>
            </a:xfrm>
            <a:prstGeom prst="rect">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58" name="AutoShape 246"/>
            <p:cNvSpPr>
              <a:spLocks noChangeArrowheads="1"/>
            </p:cNvSpPr>
            <p:nvPr/>
          </p:nvSpPr>
          <p:spPr bwMode="auto">
            <a:xfrm rot="16200000">
              <a:off x="7014242" y="5328320"/>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59" name="Rectangle 67"/>
            <p:cNvSpPr>
              <a:spLocks noChangeArrowheads="1"/>
            </p:cNvSpPr>
            <p:nvPr/>
          </p:nvSpPr>
          <p:spPr bwMode="auto">
            <a:xfrm>
              <a:off x="6891230" y="55402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60" name="Rectangle 73"/>
            <p:cNvSpPr>
              <a:spLocks noChangeArrowheads="1"/>
            </p:cNvSpPr>
            <p:nvPr/>
          </p:nvSpPr>
          <p:spPr bwMode="auto">
            <a:xfrm>
              <a:off x="7378388" y="5404838"/>
              <a:ext cx="274320" cy="120510"/>
            </a:xfrm>
            <a:prstGeom prst="rect">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61" name="AutoShape 246"/>
            <p:cNvSpPr>
              <a:spLocks noChangeArrowheads="1"/>
            </p:cNvSpPr>
            <p:nvPr/>
          </p:nvSpPr>
          <p:spPr bwMode="auto">
            <a:xfrm rot="16200000">
              <a:off x="7464665" y="5337305"/>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62" name="Rectangle 67"/>
            <p:cNvSpPr>
              <a:spLocks noChangeArrowheads="1"/>
            </p:cNvSpPr>
            <p:nvPr/>
          </p:nvSpPr>
          <p:spPr bwMode="auto">
            <a:xfrm>
              <a:off x="7332668" y="55402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63" name="Rectangle 73"/>
            <p:cNvSpPr>
              <a:spLocks noChangeArrowheads="1"/>
            </p:cNvSpPr>
            <p:nvPr/>
          </p:nvSpPr>
          <p:spPr bwMode="auto">
            <a:xfrm>
              <a:off x="7819826" y="5404838"/>
              <a:ext cx="274320" cy="120510"/>
            </a:xfrm>
            <a:prstGeom prst="rect">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64" name="AutoShape 246"/>
            <p:cNvSpPr>
              <a:spLocks noChangeArrowheads="1"/>
            </p:cNvSpPr>
            <p:nvPr/>
          </p:nvSpPr>
          <p:spPr bwMode="auto">
            <a:xfrm rot="16200000">
              <a:off x="7897118" y="5328320"/>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65" name="Rectangle 67"/>
            <p:cNvSpPr>
              <a:spLocks noChangeArrowheads="1"/>
            </p:cNvSpPr>
            <p:nvPr/>
          </p:nvSpPr>
          <p:spPr bwMode="auto">
            <a:xfrm>
              <a:off x="7774106" y="55402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66" name="Rectangle 73"/>
            <p:cNvSpPr>
              <a:spLocks noChangeArrowheads="1"/>
            </p:cNvSpPr>
            <p:nvPr/>
          </p:nvSpPr>
          <p:spPr bwMode="auto">
            <a:xfrm>
              <a:off x="8383382" y="5404838"/>
              <a:ext cx="274320" cy="120510"/>
            </a:xfrm>
            <a:prstGeom prst="rect">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67" name="AutoShape 246"/>
            <p:cNvSpPr>
              <a:spLocks noChangeArrowheads="1"/>
            </p:cNvSpPr>
            <p:nvPr/>
          </p:nvSpPr>
          <p:spPr bwMode="auto">
            <a:xfrm rot="16200000">
              <a:off x="8460674" y="5328320"/>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68" name="Rectangle 67"/>
            <p:cNvSpPr>
              <a:spLocks noChangeArrowheads="1"/>
            </p:cNvSpPr>
            <p:nvPr/>
          </p:nvSpPr>
          <p:spPr bwMode="auto">
            <a:xfrm>
              <a:off x="8337662" y="554025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69" name="Rectangle 12"/>
            <p:cNvSpPr>
              <a:spLocks noChangeArrowheads="1"/>
            </p:cNvSpPr>
            <p:nvPr/>
          </p:nvSpPr>
          <p:spPr bwMode="auto">
            <a:xfrm>
              <a:off x="2890850" y="5858020"/>
              <a:ext cx="644195" cy="113641"/>
            </a:xfrm>
            <a:prstGeom prst="rect">
              <a:avLst/>
            </a:prstGeom>
            <a:noFill/>
            <a:ln w="9525">
              <a:noFill/>
              <a:miter lim="800000"/>
              <a:headEnd/>
              <a:tailEnd/>
            </a:ln>
          </p:spPr>
          <p:txBody>
            <a:bodyPr wrap="square" lIns="0" tIns="0" rIns="0" bIns="0" anchor="ctr">
              <a:spAutoFit/>
            </a:bodyPr>
            <a:lstStyle/>
            <a:p>
              <a:pPr algn="r" eaLnBrk="1" hangingPunct="1">
                <a:spcBef>
                  <a:spcPct val="20000"/>
                </a:spcBef>
              </a:pPr>
              <a:r>
                <a:rPr lang="en-GB" altLang="ja-JP" sz="600" dirty="0">
                  <a:latin typeface="Aptos" panose="020B0004020202020204" pitchFamily="34" charset="0"/>
                  <a:ea typeface="ＭＳ Ｐゴシック" charset="-128"/>
                  <a:cs typeface="Arial" pitchFamily="34" charset="0"/>
                </a:rPr>
                <a:t>Row header</a:t>
              </a:r>
            </a:p>
          </p:txBody>
        </p:sp>
        <p:sp>
          <p:nvSpPr>
            <p:cNvPr id="570" name="Rectangle 73"/>
            <p:cNvSpPr>
              <a:spLocks noChangeArrowheads="1"/>
            </p:cNvSpPr>
            <p:nvPr/>
          </p:nvSpPr>
          <p:spPr bwMode="auto">
            <a:xfrm>
              <a:off x="5491780" y="5844056"/>
              <a:ext cx="274320" cy="120510"/>
            </a:xfrm>
            <a:prstGeom prst="rect">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71" name="AutoShape 246"/>
            <p:cNvSpPr>
              <a:spLocks noChangeArrowheads="1"/>
            </p:cNvSpPr>
            <p:nvPr/>
          </p:nvSpPr>
          <p:spPr bwMode="auto">
            <a:xfrm rot="16200000">
              <a:off x="5569072" y="5767538"/>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72" name="Rectangle 67"/>
            <p:cNvSpPr>
              <a:spLocks noChangeArrowheads="1"/>
            </p:cNvSpPr>
            <p:nvPr/>
          </p:nvSpPr>
          <p:spPr bwMode="auto">
            <a:xfrm>
              <a:off x="5446060" y="597947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73" name="Rectangle 73"/>
            <p:cNvSpPr>
              <a:spLocks noChangeArrowheads="1"/>
            </p:cNvSpPr>
            <p:nvPr/>
          </p:nvSpPr>
          <p:spPr bwMode="auto">
            <a:xfrm>
              <a:off x="4043300" y="5844056"/>
              <a:ext cx="274320" cy="120510"/>
            </a:xfrm>
            <a:prstGeom prst="rect">
              <a:avLst/>
            </a:prstGeom>
            <a:solidFill>
              <a:schemeClr val="bg2"/>
            </a:solidFill>
            <a:ln w="6350">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74" name="AutoShape 246"/>
            <p:cNvSpPr>
              <a:spLocks noChangeArrowheads="1"/>
            </p:cNvSpPr>
            <p:nvPr/>
          </p:nvSpPr>
          <p:spPr bwMode="auto">
            <a:xfrm rot="16200000">
              <a:off x="4129577" y="5776523"/>
              <a:ext cx="120054" cy="256032"/>
            </a:xfrm>
            <a:prstGeom prst="rtTriangle">
              <a:avLst/>
            </a:prstGeom>
            <a:solidFill>
              <a:schemeClr val="bg2">
                <a:lumMod val="75000"/>
              </a:schemeClr>
            </a:solidFill>
            <a:ln w="9525">
              <a:solidFill>
                <a:schemeClr val="bg2">
                  <a:lumMod val="75000"/>
                </a:schemeClr>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75" name="Rectangle 67"/>
            <p:cNvSpPr>
              <a:spLocks noChangeArrowheads="1"/>
            </p:cNvSpPr>
            <p:nvPr/>
          </p:nvSpPr>
          <p:spPr bwMode="auto">
            <a:xfrm>
              <a:off x="3997580" y="597947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76" name="Rectangle 73"/>
            <p:cNvSpPr>
              <a:spLocks noChangeArrowheads="1"/>
            </p:cNvSpPr>
            <p:nvPr/>
          </p:nvSpPr>
          <p:spPr bwMode="auto">
            <a:xfrm>
              <a:off x="3601862" y="5844056"/>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77" name="AutoShape 246"/>
            <p:cNvSpPr>
              <a:spLocks noChangeArrowheads="1"/>
            </p:cNvSpPr>
            <p:nvPr/>
          </p:nvSpPr>
          <p:spPr bwMode="auto">
            <a:xfrm rot="16200000">
              <a:off x="3679154" y="5767538"/>
              <a:ext cx="120054" cy="274002"/>
            </a:xfrm>
            <a:prstGeom prst="rtTriangle">
              <a:avLst/>
            </a:prstGeom>
            <a:noFill/>
            <a:ln w="12700">
              <a:no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78" name="Rectangle 67"/>
            <p:cNvSpPr>
              <a:spLocks noChangeArrowheads="1"/>
            </p:cNvSpPr>
            <p:nvPr/>
          </p:nvSpPr>
          <p:spPr bwMode="auto">
            <a:xfrm>
              <a:off x="3556142" y="597947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sp>
          <p:nvSpPr>
            <p:cNvPr id="579" name="Rectangle 73"/>
            <p:cNvSpPr>
              <a:spLocks noChangeArrowheads="1"/>
            </p:cNvSpPr>
            <p:nvPr/>
          </p:nvSpPr>
          <p:spPr bwMode="auto">
            <a:xfrm>
              <a:off x="6936950" y="5844056"/>
              <a:ext cx="274320" cy="120510"/>
            </a:xfrm>
            <a:prstGeom prst="rect">
              <a:avLst/>
            </a:prstGeom>
            <a:solidFill>
              <a:schemeClr val="accent3"/>
            </a:solidFill>
            <a:ln w="9525">
              <a:solidFill>
                <a:schemeClr val="accent3"/>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80" name="AutoShape 246"/>
            <p:cNvSpPr>
              <a:spLocks noChangeArrowheads="1"/>
            </p:cNvSpPr>
            <p:nvPr/>
          </p:nvSpPr>
          <p:spPr bwMode="auto">
            <a:xfrm rot="16200000">
              <a:off x="7023227" y="5776523"/>
              <a:ext cx="120054" cy="256032"/>
            </a:xfrm>
            <a:prstGeom prst="rtTriangle">
              <a:avLst/>
            </a:prstGeom>
            <a:solidFill>
              <a:schemeClr val="bg2"/>
            </a:solidFill>
            <a:ln w="9525">
              <a:solidFill>
                <a:schemeClr val="bg2"/>
              </a:solidFill>
              <a:miter lim="800000"/>
              <a:headEnd/>
              <a:tailEnd/>
            </a:ln>
          </p:spPr>
          <p:txBody>
            <a:bodyPr wrap="none" anchor="t"/>
            <a:lstStyle/>
            <a:p>
              <a:pPr algn="ctr" eaLnBrk="1" hangingPunct="1">
                <a:spcBef>
                  <a:spcPct val="20000"/>
                </a:spcBef>
              </a:pPr>
              <a:endParaRPr lang="en-GB" sz="600" dirty="0">
                <a:latin typeface="Aptos" panose="020B0004020202020204" pitchFamily="34" charset="0"/>
                <a:cs typeface="Arial" pitchFamily="34" charset="0"/>
              </a:endParaRPr>
            </a:p>
          </p:txBody>
        </p:sp>
        <p:sp>
          <p:nvSpPr>
            <p:cNvPr id="581" name="Rectangle 67"/>
            <p:cNvSpPr>
              <a:spLocks noChangeArrowheads="1"/>
            </p:cNvSpPr>
            <p:nvPr/>
          </p:nvSpPr>
          <p:spPr bwMode="auto">
            <a:xfrm>
              <a:off x="6891230" y="5970235"/>
              <a:ext cx="365760" cy="113641"/>
            </a:xfrm>
            <a:prstGeom prst="rect">
              <a:avLst/>
            </a:prstGeom>
            <a:noFill/>
            <a:ln w="9525">
              <a:noFill/>
              <a:miter lim="800000"/>
              <a:headEnd/>
              <a:tailEnd/>
            </a:ln>
          </p:spPr>
          <p:txBody>
            <a:bodyPr lIns="0" tIns="0" rIns="0" bIns="0" anchor="t" anchorCtr="0">
              <a:spAutoFit/>
            </a:bodyPr>
            <a:lstStyle/>
            <a:p>
              <a:pPr algn="ctr" eaLnBrk="1" hangingPunct="1">
                <a:spcBef>
                  <a:spcPct val="20000"/>
                </a:spcBef>
              </a:pPr>
              <a:r>
                <a:rPr lang="en-GB" altLang="ja-JP" sz="600" dirty="0">
                  <a:latin typeface="Aptos" panose="020B0004020202020204" pitchFamily="34" charset="0"/>
                  <a:ea typeface="ＭＳ Ｐゴシック" charset="-128"/>
                  <a:cs typeface="Arial" pitchFamily="34" charset="0"/>
                </a:rPr>
                <a:t>Item</a:t>
              </a:r>
            </a:p>
          </p:txBody>
        </p:sp>
      </p:grpSp>
    </p:spTree>
    <p:extLst>
      <p:ext uri="{BB962C8B-B14F-4D97-AF65-F5344CB8AC3E}">
        <p14:creationId xmlns:p14="http://schemas.microsoft.com/office/powerpoint/2010/main" val="2549388961"/>
      </p:ext>
    </p:extLst>
  </p:cSld>
  <p:clrMapOvr>
    <a:masterClrMapping/>
  </p:clrMapOvr>
  <p:transition>
    <p:fade/>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Synergy analysis</a:t>
            </a:r>
            <a:endParaRPr lang="en-US" dirty="0"/>
          </a:p>
        </p:txBody>
      </p:sp>
      <p:sp>
        <p:nvSpPr>
          <p:cNvPr id="784385" name="Title 1"/>
          <p:cNvSpPr>
            <a:spLocks noGrp="1"/>
          </p:cNvSpPr>
          <p:nvPr>
            <p:ph type="title"/>
          </p:nvPr>
        </p:nvSpPr>
        <p:spPr/>
        <p:txBody>
          <a:bodyPr/>
          <a:lstStyle/>
          <a:p>
            <a:r>
              <a:rPr lang="en-US" altLang="ja-JP"/>
              <a:t>Activity map</a:t>
            </a:r>
            <a:endParaRPr lang="en-US" dirty="0"/>
          </a:p>
        </p:txBody>
      </p:sp>
      <p:sp>
        <p:nvSpPr>
          <p:cNvPr id="3" name="Content Placeholder 2">
            <a:extLst>
              <a:ext uri="{FF2B5EF4-FFF2-40B4-BE49-F238E27FC236}">
                <a16:creationId xmlns:a16="http://schemas.microsoft.com/office/drawing/2014/main" id="{58B6A5FA-2C3E-EFB5-34E3-7FB805CB0DC7}"/>
              </a:ext>
            </a:extLst>
          </p:cNvPr>
          <p:cNvSpPr>
            <a:spLocks noGrp="1"/>
          </p:cNvSpPr>
          <p:nvPr>
            <p:ph idx="1"/>
          </p:nvPr>
        </p:nvSpPr>
        <p:spPr/>
        <p:txBody>
          <a:bodyPr/>
          <a:lstStyle/>
          <a:p>
            <a:r>
              <a:rPr lang="en-US" dirty="0"/>
              <a:t>Chart title</a:t>
            </a:r>
          </a:p>
        </p:txBody>
      </p:sp>
      <p:sp>
        <p:nvSpPr>
          <p:cNvPr id="784390" name="Text Box 6"/>
          <p:cNvSpPr txBox="1">
            <a:spLocks noChangeArrowheads="1"/>
          </p:cNvSpPr>
          <p:nvPr/>
        </p:nvSpPr>
        <p:spPr bwMode="auto">
          <a:xfrm>
            <a:off x="3633876" y="5555034"/>
            <a:ext cx="525785" cy="123111"/>
          </a:xfrm>
          <a:prstGeom prst="rect">
            <a:avLst/>
          </a:prstGeom>
          <a:noFill/>
          <a:ln w="9525">
            <a:noFill/>
            <a:miter lim="800000"/>
            <a:headEnd type="none" w="sm" len="sm"/>
            <a:tailEnd type="none" w="med" len="lg"/>
          </a:ln>
        </p:spPr>
        <p:txBody>
          <a:bodyPr wrap="none" lIns="0" tIns="0" rIns="0" bIns="0" anchor="t" anchorCtr="0">
            <a:spAutoFit/>
          </a:bodyPr>
          <a:lstStyle/>
          <a:p>
            <a:r>
              <a:rPr lang="en-US" altLang="ja-JP" sz="800" dirty="0">
                <a:latin typeface="Aptos" panose="020B0004020202020204" pitchFamily="34" charset="0"/>
                <a:ea typeface="ＭＳ Ｐゴシック" charset="-128"/>
              </a:rPr>
              <a:t>Advantaged</a:t>
            </a:r>
          </a:p>
        </p:txBody>
      </p:sp>
      <p:sp>
        <p:nvSpPr>
          <p:cNvPr id="784391" name="Text Box 7"/>
          <p:cNvSpPr txBox="1">
            <a:spLocks noChangeArrowheads="1"/>
          </p:cNvSpPr>
          <p:nvPr/>
        </p:nvSpPr>
        <p:spPr bwMode="auto">
          <a:xfrm>
            <a:off x="5662530" y="5555034"/>
            <a:ext cx="663643" cy="123111"/>
          </a:xfrm>
          <a:prstGeom prst="rect">
            <a:avLst/>
          </a:prstGeom>
          <a:noFill/>
          <a:ln w="9525">
            <a:noFill/>
            <a:miter lim="800000"/>
            <a:headEnd type="none" w="sm" len="sm"/>
            <a:tailEnd type="none" w="med" len="lg"/>
          </a:ln>
        </p:spPr>
        <p:txBody>
          <a:bodyPr wrap="none" lIns="0" tIns="0" rIns="0" bIns="0" anchor="t" anchorCtr="0">
            <a:spAutoFit/>
          </a:bodyPr>
          <a:lstStyle/>
          <a:p>
            <a:r>
              <a:rPr lang="en-US" altLang="ja-JP" sz="800" dirty="0">
                <a:latin typeface="Aptos" panose="020B0004020202020204" pitchFamily="34" charset="0"/>
                <a:ea typeface="ＭＳ Ｐゴシック" charset="-128"/>
              </a:rPr>
              <a:t>Disadvantaged</a:t>
            </a:r>
          </a:p>
        </p:txBody>
      </p:sp>
      <p:sp>
        <p:nvSpPr>
          <p:cNvPr id="784484" name="Text Box 100"/>
          <p:cNvSpPr txBox="1">
            <a:spLocks noChangeArrowheads="1"/>
          </p:cNvSpPr>
          <p:nvPr/>
        </p:nvSpPr>
        <p:spPr bwMode="auto">
          <a:xfrm>
            <a:off x="6924322" y="5543581"/>
            <a:ext cx="506549" cy="123111"/>
          </a:xfrm>
          <a:prstGeom prst="rect">
            <a:avLst/>
          </a:prstGeom>
          <a:noFill/>
          <a:ln w="9525">
            <a:noFill/>
            <a:miter lim="800000"/>
            <a:headEnd type="none" w="sm" len="sm"/>
            <a:tailEnd type="none" w="med" len="lg"/>
          </a:ln>
        </p:spPr>
        <p:txBody>
          <a:bodyPr wrap="none" lIns="0" tIns="0" rIns="0" bIns="0" anchor="t" anchorCtr="0">
            <a:spAutoFit/>
          </a:bodyPr>
          <a:lstStyle/>
          <a:p>
            <a:r>
              <a:rPr lang="en-US" altLang="ja-JP" sz="800" dirty="0">
                <a:latin typeface="Aptos" panose="020B0004020202020204" pitchFamily="34" charset="0"/>
                <a:ea typeface="ＭＳ Ｐゴシック" charset="-128"/>
              </a:rPr>
              <a:t>No position</a:t>
            </a:r>
          </a:p>
        </p:txBody>
      </p:sp>
      <p:grpSp>
        <p:nvGrpSpPr>
          <p:cNvPr id="7" name="Group 6"/>
          <p:cNvGrpSpPr/>
          <p:nvPr/>
        </p:nvGrpSpPr>
        <p:grpSpPr>
          <a:xfrm>
            <a:off x="5176161" y="5529837"/>
            <a:ext cx="430808" cy="175419"/>
            <a:chOff x="6283737" y="6130925"/>
            <a:chExt cx="530225" cy="215900"/>
          </a:xfrm>
        </p:grpSpPr>
        <p:sp>
          <p:nvSpPr>
            <p:cNvPr id="98" name="Rectangle 97"/>
            <p:cNvSpPr>
              <a:spLocks noChangeArrowheads="1"/>
            </p:cNvSpPr>
            <p:nvPr/>
          </p:nvSpPr>
          <p:spPr bwMode="auto">
            <a:xfrm>
              <a:off x="6550437" y="6130925"/>
              <a:ext cx="263525" cy="215900"/>
            </a:xfrm>
            <a:prstGeom prst="rect">
              <a:avLst/>
            </a:prstGeom>
            <a:solidFill>
              <a:schemeClr val="bg2">
                <a:lumMod val="75000"/>
              </a:schemeClr>
            </a:solidFill>
            <a:ln w="9525">
              <a:solidFill>
                <a:schemeClr val="tx2"/>
              </a:solidFill>
              <a:miter lim="800000"/>
              <a:headEnd type="none" w="sm" len="sm"/>
              <a:tailEnd type="none" w="sm" len="sm"/>
            </a:ln>
          </p:spPr>
          <p:txBody>
            <a:bodyPr wrap="none" anchor="ctr"/>
            <a:lstStyle/>
            <a:p>
              <a:pPr algn="ctr">
                <a:defRPr/>
              </a:pPr>
              <a:r>
                <a:rPr lang="en-US" sz="800" dirty="0">
                  <a:latin typeface="Aptos" panose="020B0004020202020204" pitchFamily="34" charset="0"/>
                </a:rPr>
                <a:t>B</a:t>
              </a:r>
            </a:p>
          </p:txBody>
        </p:sp>
        <p:sp>
          <p:nvSpPr>
            <p:cNvPr id="103" name="Rectangle 102"/>
            <p:cNvSpPr>
              <a:spLocks noChangeArrowheads="1"/>
            </p:cNvSpPr>
            <p:nvPr/>
          </p:nvSpPr>
          <p:spPr bwMode="auto">
            <a:xfrm>
              <a:off x="6283737" y="6130925"/>
              <a:ext cx="266700" cy="215900"/>
            </a:xfrm>
            <a:prstGeom prst="rect">
              <a:avLst/>
            </a:prstGeom>
            <a:solidFill>
              <a:schemeClr val="bg2">
                <a:lumMod val="75000"/>
              </a:schemeClr>
            </a:solidFill>
            <a:ln w="9525">
              <a:solidFill>
                <a:schemeClr val="tx2"/>
              </a:solidFill>
              <a:miter lim="800000"/>
              <a:headEnd type="none" w="sm" len="sm"/>
              <a:tailEnd type="none" w="sm" len="sm"/>
            </a:ln>
          </p:spPr>
          <p:txBody>
            <a:bodyPr wrap="none" anchor="ctr"/>
            <a:lstStyle/>
            <a:p>
              <a:pPr algn="ctr">
                <a:defRPr/>
              </a:pPr>
              <a:r>
                <a:rPr lang="en-US" sz="800" dirty="0">
                  <a:latin typeface="Aptos" panose="020B0004020202020204" pitchFamily="34" charset="0"/>
                </a:rPr>
                <a:t>A</a:t>
              </a:r>
            </a:p>
          </p:txBody>
        </p:sp>
      </p:grpSp>
      <p:grpSp>
        <p:nvGrpSpPr>
          <p:cNvPr id="8" name="Group 7"/>
          <p:cNvGrpSpPr/>
          <p:nvPr/>
        </p:nvGrpSpPr>
        <p:grpSpPr>
          <a:xfrm>
            <a:off x="6437952" y="5529837"/>
            <a:ext cx="430808" cy="175419"/>
            <a:chOff x="7514168" y="6133511"/>
            <a:chExt cx="530225" cy="215900"/>
          </a:xfrm>
        </p:grpSpPr>
        <p:sp>
          <p:nvSpPr>
            <p:cNvPr id="100" name="Rectangle 99"/>
            <p:cNvSpPr>
              <a:spLocks noChangeArrowheads="1"/>
            </p:cNvSpPr>
            <p:nvPr/>
          </p:nvSpPr>
          <p:spPr bwMode="auto">
            <a:xfrm>
              <a:off x="7780868" y="6133511"/>
              <a:ext cx="263525" cy="215900"/>
            </a:xfrm>
            <a:prstGeom prst="rect">
              <a:avLst/>
            </a:prstGeom>
            <a:solidFill>
              <a:schemeClr val="bg1"/>
            </a:solidFill>
            <a:ln w="9525">
              <a:solidFill>
                <a:schemeClr val="tx2"/>
              </a:solidFill>
              <a:prstDash val="solid"/>
              <a:miter lim="800000"/>
              <a:headEnd type="none" w="sm" len="sm"/>
              <a:tailEnd type="none" w="sm" len="sm"/>
            </a:ln>
          </p:spPr>
          <p:txBody>
            <a:bodyPr wrap="none" anchor="ctr"/>
            <a:lstStyle/>
            <a:p>
              <a:pPr algn="ctr">
                <a:defRPr/>
              </a:pPr>
              <a:r>
                <a:rPr lang="en-US" sz="800" dirty="0">
                  <a:latin typeface="Aptos" panose="020B0004020202020204" pitchFamily="34" charset="0"/>
                </a:rPr>
                <a:t>B</a:t>
              </a:r>
            </a:p>
          </p:txBody>
        </p:sp>
        <p:sp>
          <p:nvSpPr>
            <p:cNvPr id="104" name="Rectangle 103"/>
            <p:cNvSpPr>
              <a:spLocks noChangeArrowheads="1"/>
            </p:cNvSpPr>
            <p:nvPr/>
          </p:nvSpPr>
          <p:spPr bwMode="auto">
            <a:xfrm>
              <a:off x="7514168" y="6133511"/>
              <a:ext cx="266700" cy="215900"/>
            </a:xfrm>
            <a:prstGeom prst="rect">
              <a:avLst/>
            </a:prstGeom>
            <a:solidFill>
              <a:schemeClr val="bg1"/>
            </a:solidFill>
            <a:ln w="9525">
              <a:solidFill>
                <a:schemeClr val="tx2"/>
              </a:solidFill>
              <a:prstDash val="solid"/>
              <a:miter lim="800000"/>
              <a:headEnd type="none" w="sm" len="sm"/>
              <a:tailEnd type="none" w="sm" len="sm"/>
            </a:ln>
          </p:spPr>
          <p:txBody>
            <a:bodyPr wrap="none" anchor="ctr"/>
            <a:lstStyle/>
            <a:p>
              <a:pPr algn="ctr">
                <a:defRPr/>
              </a:pPr>
              <a:r>
                <a:rPr lang="en-US" sz="800" dirty="0">
                  <a:latin typeface="Aptos" panose="020B0004020202020204" pitchFamily="34" charset="0"/>
                </a:rPr>
                <a:t>A</a:t>
              </a:r>
            </a:p>
          </p:txBody>
        </p:sp>
      </p:grpSp>
      <p:grpSp>
        <p:nvGrpSpPr>
          <p:cNvPr id="6" name="Group 5"/>
          <p:cNvGrpSpPr/>
          <p:nvPr/>
        </p:nvGrpSpPr>
        <p:grpSpPr>
          <a:xfrm>
            <a:off x="4269937" y="5529837"/>
            <a:ext cx="430808" cy="175419"/>
            <a:chOff x="5152521" y="6130925"/>
            <a:chExt cx="530225" cy="215900"/>
          </a:xfrm>
        </p:grpSpPr>
        <p:sp>
          <p:nvSpPr>
            <p:cNvPr id="102" name="Rectangle 101"/>
            <p:cNvSpPr>
              <a:spLocks noChangeArrowheads="1"/>
            </p:cNvSpPr>
            <p:nvPr/>
          </p:nvSpPr>
          <p:spPr bwMode="auto">
            <a:xfrm>
              <a:off x="5419221" y="6130925"/>
              <a:ext cx="263525" cy="215900"/>
            </a:xfrm>
            <a:prstGeom prst="rect">
              <a:avLst/>
            </a:prstGeom>
            <a:solidFill>
              <a:schemeClr val="bg2">
                <a:lumMod val="40000"/>
                <a:lumOff val="60000"/>
              </a:schemeClr>
            </a:solidFill>
            <a:ln w="9525">
              <a:solidFill>
                <a:schemeClr val="tx2"/>
              </a:solidFill>
              <a:miter lim="800000"/>
              <a:headEnd type="none" w="sm" len="sm"/>
              <a:tailEnd type="none" w="sm" len="sm"/>
            </a:ln>
          </p:spPr>
          <p:txBody>
            <a:bodyPr wrap="none" anchor="ctr"/>
            <a:lstStyle/>
            <a:p>
              <a:pPr algn="ctr">
                <a:defRPr/>
              </a:pPr>
              <a:r>
                <a:rPr lang="en-US" sz="800" dirty="0">
                  <a:latin typeface="Aptos" panose="020B0004020202020204" pitchFamily="34" charset="0"/>
                </a:rPr>
                <a:t>B</a:t>
              </a:r>
            </a:p>
          </p:txBody>
        </p:sp>
        <p:sp>
          <p:nvSpPr>
            <p:cNvPr id="105" name="Rectangle 104"/>
            <p:cNvSpPr>
              <a:spLocks noChangeArrowheads="1"/>
            </p:cNvSpPr>
            <p:nvPr/>
          </p:nvSpPr>
          <p:spPr bwMode="auto">
            <a:xfrm>
              <a:off x="5152521" y="6130925"/>
              <a:ext cx="266700" cy="215900"/>
            </a:xfrm>
            <a:prstGeom prst="rect">
              <a:avLst/>
            </a:prstGeom>
            <a:solidFill>
              <a:schemeClr val="bg2">
                <a:lumMod val="40000"/>
                <a:lumOff val="60000"/>
              </a:schemeClr>
            </a:solidFill>
            <a:ln w="9525">
              <a:solidFill>
                <a:schemeClr val="tx2"/>
              </a:solidFill>
              <a:miter lim="800000"/>
              <a:headEnd type="none" w="sm" len="sm"/>
              <a:tailEnd type="none" w="sm" len="sm"/>
            </a:ln>
          </p:spPr>
          <p:txBody>
            <a:bodyPr wrap="none" anchor="ctr"/>
            <a:lstStyle/>
            <a:p>
              <a:pPr algn="ctr">
                <a:defRPr/>
              </a:pPr>
              <a:r>
                <a:rPr lang="en-US" sz="800" dirty="0">
                  <a:latin typeface="Aptos" panose="020B0004020202020204" pitchFamily="34" charset="0"/>
                </a:rPr>
                <a:t>A</a:t>
              </a:r>
            </a:p>
          </p:txBody>
        </p:sp>
      </p:grpSp>
      <p:sp>
        <p:nvSpPr>
          <p:cNvPr id="784490" name="Text Box 106"/>
          <p:cNvSpPr txBox="1">
            <a:spLocks noChangeArrowheads="1"/>
          </p:cNvSpPr>
          <p:nvPr/>
        </p:nvSpPr>
        <p:spPr bwMode="auto">
          <a:xfrm>
            <a:off x="4756305" y="5555034"/>
            <a:ext cx="333425" cy="123111"/>
          </a:xfrm>
          <a:prstGeom prst="rect">
            <a:avLst/>
          </a:prstGeom>
          <a:noFill/>
          <a:ln w="9525">
            <a:noFill/>
            <a:miter lim="800000"/>
            <a:headEnd type="none" w="sm" len="sm"/>
            <a:tailEnd type="none" w="med" len="lg"/>
          </a:ln>
        </p:spPr>
        <p:txBody>
          <a:bodyPr wrap="none" lIns="0" tIns="0" rIns="0" bIns="0" anchor="t" anchorCtr="0">
            <a:spAutoFit/>
          </a:bodyPr>
          <a:lstStyle/>
          <a:p>
            <a:r>
              <a:rPr lang="en-US" altLang="ja-JP" sz="800" dirty="0">
                <a:latin typeface="Aptos" panose="020B0004020202020204" pitchFamily="34" charset="0"/>
                <a:ea typeface="ＭＳ Ｐゴシック" charset="-128"/>
              </a:rPr>
              <a:t>Neutral</a:t>
            </a:r>
          </a:p>
        </p:txBody>
      </p:sp>
      <p:grpSp>
        <p:nvGrpSpPr>
          <p:cNvPr id="4" name="Group 3"/>
          <p:cNvGrpSpPr/>
          <p:nvPr/>
        </p:nvGrpSpPr>
        <p:grpSpPr>
          <a:xfrm>
            <a:off x="3148795" y="5529837"/>
            <a:ext cx="429518" cy="175419"/>
            <a:chOff x="3774762" y="6130925"/>
            <a:chExt cx="528637" cy="215900"/>
          </a:xfrm>
        </p:grpSpPr>
        <p:sp>
          <p:nvSpPr>
            <p:cNvPr id="97" name="Rectangle 96"/>
            <p:cNvSpPr>
              <a:spLocks noChangeArrowheads="1"/>
            </p:cNvSpPr>
            <p:nvPr/>
          </p:nvSpPr>
          <p:spPr bwMode="auto">
            <a:xfrm>
              <a:off x="4039874" y="6130925"/>
              <a:ext cx="263525"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r>
                <a:rPr lang="en-US" sz="800" dirty="0">
                  <a:solidFill>
                    <a:schemeClr val="bg1"/>
                  </a:solidFill>
                  <a:latin typeface="Aptos" panose="020B0004020202020204" pitchFamily="34" charset="0"/>
                </a:rPr>
                <a:t>B</a:t>
              </a:r>
            </a:p>
          </p:txBody>
        </p:sp>
        <p:sp>
          <p:nvSpPr>
            <p:cNvPr id="127" name="Rectangle 126"/>
            <p:cNvSpPr>
              <a:spLocks noChangeArrowheads="1"/>
            </p:cNvSpPr>
            <p:nvPr/>
          </p:nvSpPr>
          <p:spPr bwMode="auto">
            <a:xfrm>
              <a:off x="3774762" y="6130925"/>
              <a:ext cx="263525"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r>
                <a:rPr lang="en-US" sz="800" dirty="0">
                  <a:solidFill>
                    <a:schemeClr val="bg1"/>
                  </a:solidFill>
                  <a:latin typeface="Aptos" panose="020B0004020202020204" pitchFamily="34" charset="0"/>
                </a:rPr>
                <a:t>A	</a:t>
              </a:r>
            </a:p>
          </p:txBody>
        </p:sp>
      </p:grpSp>
      <p:grpSp>
        <p:nvGrpSpPr>
          <p:cNvPr id="10" name="Group 9">
            <a:extLst>
              <a:ext uri="{FF2B5EF4-FFF2-40B4-BE49-F238E27FC236}">
                <a16:creationId xmlns:a16="http://schemas.microsoft.com/office/drawing/2014/main" id="{2736EEB1-AB7C-4071-923D-4210BB0D0C74}"/>
              </a:ext>
            </a:extLst>
          </p:cNvPr>
          <p:cNvGrpSpPr/>
          <p:nvPr/>
        </p:nvGrpSpPr>
        <p:grpSpPr>
          <a:xfrm>
            <a:off x="407592" y="2248795"/>
            <a:ext cx="8721301" cy="2975693"/>
            <a:chOff x="3251187" y="1976438"/>
            <a:chExt cx="7984372" cy="3662391"/>
          </a:xfrm>
        </p:grpSpPr>
        <p:grpSp>
          <p:nvGrpSpPr>
            <p:cNvPr id="2" name="Group 1">
              <a:extLst>
                <a:ext uri="{FF2B5EF4-FFF2-40B4-BE49-F238E27FC236}">
                  <a16:creationId xmlns:a16="http://schemas.microsoft.com/office/drawing/2014/main" id="{83DFA4E9-F01D-4CDE-A7F3-38BFC6852DBE}"/>
                </a:ext>
              </a:extLst>
            </p:cNvPr>
            <p:cNvGrpSpPr/>
            <p:nvPr/>
          </p:nvGrpSpPr>
          <p:grpSpPr>
            <a:xfrm>
              <a:off x="4083034" y="1976438"/>
              <a:ext cx="7152525" cy="3662391"/>
              <a:chOff x="3553258" y="1976438"/>
              <a:chExt cx="5425362" cy="3662391"/>
            </a:xfrm>
          </p:grpSpPr>
          <p:sp>
            <p:nvSpPr>
              <p:cNvPr id="119" name="Rounded Rectangle 118"/>
              <p:cNvSpPr>
                <a:spLocks noChangeArrowheads="1"/>
              </p:cNvSpPr>
              <p:nvPr/>
            </p:nvSpPr>
            <p:spPr bwMode="auto">
              <a:xfrm>
                <a:off x="5475652" y="2467309"/>
                <a:ext cx="640080" cy="457200"/>
              </a:xfrm>
              <a:prstGeom prst="roundRect">
                <a:avLst/>
              </a:prstGeom>
              <a:noFill/>
              <a:ln w="19050">
                <a:solidFill>
                  <a:schemeClr val="accent1"/>
                </a:solidFill>
                <a:round/>
                <a:headEnd type="none" w="sm" len="sm"/>
                <a:tailEnd type="none" w="med" len="lg"/>
              </a:ln>
            </p:spPr>
            <p:txBody>
              <a:bodyPr wrap="none" anchor="ctr"/>
              <a:lstStyle/>
              <a:p>
                <a:pPr algn="ctr">
                  <a:defRPr/>
                </a:pPr>
                <a:endParaRPr lang="en-US" sz="800" dirty="0">
                  <a:latin typeface="Aptos" panose="020B0004020202020204" pitchFamily="34" charset="0"/>
                </a:endParaRPr>
              </a:p>
            </p:txBody>
          </p:sp>
          <p:sp>
            <p:nvSpPr>
              <p:cNvPr id="128" name="Rounded Rectangle 127"/>
              <p:cNvSpPr>
                <a:spLocks noChangeArrowheads="1"/>
              </p:cNvSpPr>
              <p:nvPr/>
            </p:nvSpPr>
            <p:spPr bwMode="auto">
              <a:xfrm>
                <a:off x="3553258" y="4638164"/>
                <a:ext cx="640080" cy="457200"/>
              </a:xfrm>
              <a:prstGeom prst="roundRect">
                <a:avLst/>
              </a:prstGeom>
              <a:noFill/>
              <a:ln w="19050">
                <a:solidFill>
                  <a:schemeClr val="accent1"/>
                </a:solidFill>
                <a:round/>
                <a:headEnd type="none" w="sm" len="sm"/>
                <a:tailEnd type="none" w="med" len="lg"/>
              </a:ln>
            </p:spPr>
            <p:txBody>
              <a:bodyPr wrap="none" anchor="ctr"/>
              <a:lstStyle/>
              <a:p>
                <a:pPr algn="ctr">
                  <a:defRPr/>
                </a:pPr>
                <a:endParaRPr lang="en-US" sz="800" dirty="0">
                  <a:latin typeface="Aptos" panose="020B0004020202020204" pitchFamily="34" charset="0"/>
                </a:endParaRPr>
              </a:p>
            </p:txBody>
          </p:sp>
          <p:sp>
            <p:nvSpPr>
              <p:cNvPr id="129" name="Rounded Rectangle 128"/>
              <p:cNvSpPr>
                <a:spLocks noChangeArrowheads="1"/>
              </p:cNvSpPr>
              <p:nvPr/>
            </p:nvSpPr>
            <p:spPr bwMode="auto">
              <a:xfrm>
                <a:off x="4474541" y="4638164"/>
                <a:ext cx="640080" cy="457200"/>
              </a:xfrm>
              <a:prstGeom prst="roundRect">
                <a:avLst/>
              </a:prstGeom>
              <a:noFill/>
              <a:ln w="19050">
                <a:solidFill>
                  <a:schemeClr val="accent1"/>
                </a:solidFill>
                <a:round/>
                <a:headEnd type="none" w="sm" len="sm"/>
                <a:tailEnd type="none" w="med" len="lg"/>
              </a:ln>
            </p:spPr>
            <p:txBody>
              <a:bodyPr wrap="none" anchor="ctr"/>
              <a:lstStyle/>
              <a:p>
                <a:pPr algn="ctr">
                  <a:defRPr/>
                </a:pPr>
                <a:endParaRPr lang="en-US" sz="800" dirty="0">
                  <a:latin typeface="Aptos" panose="020B0004020202020204" pitchFamily="34" charset="0"/>
                </a:endParaRPr>
              </a:p>
            </p:txBody>
          </p:sp>
          <p:sp>
            <p:nvSpPr>
              <p:cNvPr id="130" name="Rounded Rectangle 129"/>
              <p:cNvSpPr>
                <a:spLocks noChangeArrowheads="1"/>
              </p:cNvSpPr>
              <p:nvPr/>
            </p:nvSpPr>
            <p:spPr bwMode="auto">
              <a:xfrm>
                <a:off x="6408836" y="4638164"/>
                <a:ext cx="640080" cy="457200"/>
              </a:xfrm>
              <a:prstGeom prst="roundRect">
                <a:avLst/>
              </a:prstGeom>
              <a:noFill/>
              <a:ln w="19050">
                <a:solidFill>
                  <a:schemeClr val="accent1"/>
                </a:solidFill>
                <a:round/>
                <a:headEnd type="none" w="sm" len="sm"/>
                <a:tailEnd type="none" w="med" len="lg"/>
              </a:ln>
            </p:spPr>
            <p:txBody>
              <a:bodyPr wrap="none" anchor="ctr"/>
              <a:lstStyle/>
              <a:p>
                <a:pPr algn="ctr">
                  <a:defRPr/>
                </a:pPr>
                <a:endParaRPr lang="en-US" sz="800" dirty="0">
                  <a:latin typeface="Aptos" panose="020B0004020202020204" pitchFamily="34" charset="0"/>
                </a:endParaRPr>
              </a:p>
            </p:txBody>
          </p:sp>
          <p:sp>
            <p:nvSpPr>
              <p:cNvPr id="132" name="Rounded Rectangle 131"/>
              <p:cNvSpPr>
                <a:spLocks noChangeArrowheads="1"/>
              </p:cNvSpPr>
              <p:nvPr/>
            </p:nvSpPr>
            <p:spPr bwMode="auto">
              <a:xfrm>
                <a:off x="7396108" y="4638164"/>
                <a:ext cx="640080" cy="457200"/>
              </a:xfrm>
              <a:prstGeom prst="roundRect">
                <a:avLst/>
              </a:prstGeom>
              <a:noFill/>
              <a:ln w="19050">
                <a:solidFill>
                  <a:schemeClr val="accent1"/>
                </a:solidFill>
                <a:round/>
                <a:headEnd type="none" w="sm" len="sm"/>
                <a:tailEnd type="none" w="med" len="lg"/>
              </a:ln>
            </p:spPr>
            <p:txBody>
              <a:bodyPr wrap="none" anchor="ctr"/>
              <a:lstStyle/>
              <a:p>
                <a:pPr algn="ctr">
                  <a:defRPr/>
                </a:pPr>
                <a:endParaRPr lang="en-US" sz="800" dirty="0">
                  <a:latin typeface="Aptos" panose="020B0004020202020204" pitchFamily="34" charset="0"/>
                </a:endParaRPr>
              </a:p>
            </p:txBody>
          </p:sp>
          <p:sp>
            <p:nvSpPr>
              <p:cNvPr id="133" name="Rounded Rectangle 132"/>
              <p:cNvSpPr>
                <a:spLocks noChangeArrowheads="1"/>
              </p:cNvSpPr>
              <p:nvPr/>
            </p:nvSpPr>
            <p:spPr bwMode="auto">
              <a:xfrm>
                <a:off x="8338540" y="4638164"/>
                <a:ext cx="640080" cy="457200"/>
              </a:xfrm>
              <a:prstGeom prst="roundRect">
                <a:avLst/>
              </a:prstGeom>
              <a:noFill/>
              <a:ln w="19050">
                <a:solidFill>
                  <a:schemeClr val="accent1"/>
                </a:solidFill>
                <a:round/>
                <a:headEnd type="none" w="sm" len="sm"/>
                <a:tailEnd type="none" w="med" len="lg"/>
              </a:ln>
            </p:spPr>
            <p:txBody>
              <a:bodyPr wrap="none" anchor="ctr"/>
              <a:lstStyle/>
              <a:p>
                <a:pPr algn="ctr">
                  <a:defRPr/>
                </a:pPr>
                <a:endParaRPr lang="en-US" sz="800" dirty="0">
                  <a:latin typeface="Aptos" panose="020B0004020202020204" pitchFamily="34" charset="0"/>
                </a:endParaRPr>
              </a:p>
            </p:txBody>
          </p:sp>
          <p:sp>
            <p:nvSpPr>
              <p:cNvPr id="150" name="Rounded Rectangle 149"/>
              <p:cNvSpPr>
                <a:spLocks noChangeArrowheads="1"/>
              </p:cNvSpPr>
              <p:nvPr/>
            </p:nvSpPr>
            <p:spPr bwMode="auto">
              <a:xfrm>
                <a:off x="6408837" y="5181629"/>
                <a:ext cx="640080" cy="457200"/>
              </a:xfrm>
              <a:prstGeom prst="roundRect">
                <a:avLst/>
              </a:prstGeom>
              <a:noFill/>
              <a:ln w="19050">
                <a:solidFill>
                  <a:schemeClr val="accent1"/>
                </a:solidFill>
                <a:round/>
                <a:headEnd type="none" w="sm" len="sm"/>
                <a:tailEnd type="none" w="med" len="lg"/>
              </a:ln>
            </p:spPr>
            <p:txBody>
              <a:bodyPr wrap="none" anchor="ctr"/>
              <a:lstStyle/>
              <a:p>
                <a:pPr algn="ctr">
                  <a:defRPr/>
                </a:pPr>
                <a:endParaRPr lang="en-US" sz="800" dirty="0">
                  <a:latin typeface="Aptos" panose="020B0004020202020204" pitchFamily="34" charset="0"/>
                </a:endParaRPr>
              </a:p>
            </p:txBody>
          </p:sp>
          <p:sp>
            <p:nvSpPr>
              <p:cNvPr id="157" name="Rounded Rectangle 156"/>
              <p:cNvSpPr>
                <a:spLocks noChangeArrowheads="1"/>
              </p:cNvSpPr>
              <p:nvPr/>
            </p:nvSpPr>
            <p:spPr bwMode="auto">
              <a:xfrm>
                <a:off x="7396109" y="5181629"/>
                <a:ext cx="640080" cy="457200"/>
              </a:xfrm>
              <a:prstGeom prst="roundRect">
                <a:avLst/>
              </a:prstGeom>
              <a:noFill/>
              <a:ln w="19050">
                <a:solidFill>
                  <a:schemeClr val="accent1"/>
                </a:solidFill>
                <a:round/>
                <a:headEnd type="none" w="sm" len="sm"/>
                <a:tailEnd type="none" w="med" len="lg"/>
              </a:ln>
            </p:spPr>
            <p:txBody>
              <a:bodyPr wrap="none" anchor="ctr"/>
              <a:lstStyle/>
              <a:p>
                <a:pPr algn="ctr">
                  <a:defRPr/>
                </a:pPr>
                <a:endParaRPr lang="en-US" sz="800" dirty="0">
                  <a:latin typeface="Aptos" panose="020B0004020202020204" pitchFamily="34" charset="0"/>
                </a:endParaRPr>
              </a:p>
            </p:txBody>
          </p:sp>
          <p:sp>
            <p:nvSpPr>
              <p:cNvPr id="158" name="Rounded Rectangle 157"/>
              <p:cNvSpPr>
                <a:spLocks noChangeArrowheads="1"/>
              </p:cNvSpPr>
              <p:nvPr/>
            </p:nvSpPr>
            <p:spPr bwMode="auto">
              <a:xfrm>
                <a:off x="5475652" y="5181629"/>
                <a:ext cx="640080" cy="457200"/>
              </a:xfrm>
              <a:prstGeom prst="roundRect">
                <a:avLst/>
              </a:prstGeom>
              <a:noFill/>
              <a:ln w="19050">
                <a:solidFill>
                  <a:schemeClr val="accent1"/>
                </a:solidFill>
                <a:round/>
                <a:headEnd type="none" w="sm" len="sm"/>
                <a:tailEnd type="none" w="med" len="lg"/>
              </a:ln>
            </p:spPr>
            <p:txBody>
              <a:bodyPr wrap="none" anchor="ctr"/>
              <a:lstStyle/>
              <a:p>
                <a:pPr algn="ctr">
                  <a:defRPr/>
                </a:pPr>
                <a:endParaRPr lang="en-US" sz="800" dirty="0">
                  <a:latin typeface="Aptos" panose="020B0004020202020204" pitchFamily="34" charset="0"/>
                </a:endParaRPr>
              </a:p>
            </p:txBody>
          </p:sp>
          <p:sp>
            <p:nvSpPr>
              <p:cNvPr id="47" name="Rectangle 46"/>
              <p:cNvSpPr>
                <a:spLocks noChangeArrowheads="1"/>
              </p:cNvSpPr>
              <p:nvPr/>
            </p:nvSpPr>
            <p:spPr bwMode="auto">
              <a:xfrm>
                <a:off x="3593982" y="1976438"/>
                <a:ext cx="265112" cy="215900"/>
              </a:xfrm>
              <a:prstGeom prst="rect">
                <a:avLst/>
              </a:prstGeom>
              <a:solidFill>
                <a:schemeClr val="bg2"/>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48" name="Rectangle 47"/>
              <p:cNvSpPr>
                <a:spLocks noChangeArrowheads="1"/>
              </p:cNvSpPr>
              <p:nvPr/>
            </p:nvSpPr>
            <p:spPr bwMode="auto">
              <a:xfrm>
                <a:off x="4524257" y="1976438"/>
                <a:ext cx="265112" cy="215900"/>
              </a:xfrm>
              <a:prstGeom prst="rect">
                <a:avLst/>
              </a:prstGeom>
              <a:solidFill>
                <a:schemeClr val="bg2">
                  <a:lumMod val="75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51" name="Rectangle 50"/>
              <p:cNvSpPr>
                <a:spLocks noChangeArrowheads="1"/>
              </p:cNvSpPr>
              <p:nvPr/>
            </p:nvSpPr>
            <p:spPr bwMode="auto">
              <a:xfrm>
                <a:off x="5521207" y="1976438"/>
                <a:ext cx="265112"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52" name="Rectangle 51"/>
              <p:cNvSpPr>
                <a:spLocks noChangeArrowheads="1"/>
              </p:cNvSpPr>
              <p:nvPr/>
            </p:nvSpPr>
            <p:spPr bwMode="auto">
              <a:xfrm>
                <a:off x="6451482" y="1976438"/>
                <a:ext cx="265112" cy="215900"/>
              </a:xfrm>
              <a:prstGeom prst="rect">
                <a:avLst/>
              </a:prstGeom>
              <a:solidFill>
                <a:schemeClr val="bg2">
                  <a:lumMod val="40000"/>
                  <a:lumOff val="60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71" name="Rectangle 70"/>
              <p:cNvSpPr>
                <a:spLocks noChangeArrowheads="1"/>
              </p:cNvSpPr>
              <p:nvPr/>
            </p:nvSpPr>
            <p:spPr bwMode="auto">
              <a:xfrm>
                <a:off x="3859095" y="1976438"/>
                <a:ext cx="265113"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72" name="Rectangle 71"/>
              <p:cNvSpPr>
                <a:spLocks noChangeArrowheads="1"/>
              </p:cNvSpPr>
              <p:nvPr/>
            </p:nvSpPr>
            <p:spPr bwMode="auto">
              <a:xfrm>
                <a:off x="4789370" y="1976438"/>
                <a:ext cx="265113" cy="215900"/>
              </a:xfrm>
              <a:prstGeom prst="rect">
                <a:avLst/>
              </a:prstGeom>
              <a:solidFill>
                <a:schemeClr val="bg2"/>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73" name="Rectangle 72"/>
              <p:cNvSpPr>
                <a:spLocks noChangeArrowheads="1"/>
              </p:cNvSpPr>
              <p:nvPr/>
            </p:nvSpPr>
            <p:spPr bwMode="auto">
              <a:xfrm>
                <a:off x="5787907" y="1976438"/>
                <a:ext cx="265112"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74" name="Rectangle 73"/>
              <p:cNvSpPr>
                <a:spLocks noChangeArrowheads="1"/>
              </p:cNvSpPr>
              <p:nvPr/>
            </p:nvSpPr>
            <p:spPr bwMode="auto">
              <a:xfrm>
                <a:off x="6718182" y="1976438"/>
                <a:ext cx="265112"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37" name="Rectangle 17"/>
              <p:cNvSpPr>
                <a:spLocks noChangeArrowheads="1"/>
              </p:cNvSpPr>
              <p:nvPr/>
            </p:nvSpPr>
            <p:spPr bwMode="auto">
              <a:xfrm>
                <a:off x="4524257" y="225435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45" name="Rectangle 17"/>
              <p:cNvSpPr>
                <a:spLocks noChangeArrowheads="1"/>
              </p:cNvSpPr>
              <p:nvPr/>
            </p:nvSpPr>
            <p:spPr bwMode="auto">
              <a:xfrm>
                <a:off x="3593982" y="225435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53" name="Rectangle 17"/>
              <p:cNvSpPr>
                <a:spLocks noChangeArrowheads="1"/>
              </p:cNvSpPr>
              <p:nvPr/>
            </p:nvSpPr>
            <p:spPr bwMode="auto">
              <a:xfrm>
                <a:off x="5521207" y="225435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61" name="Rectangle 17"/>
              <p:cNvSpPr>
                <a:spLocks noChangeArrowheads="1"/>
              </p:cNvSpPr>
              <p:nvPr/>
            </p:nvSpPr>
            <p:spPr bwMode="auto">
              <a:xfrm>
                <a:off x="6451482" y="225435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55" name="Rectangle 54"/>
              <p:cNvSpPr>
                <a:spLocks noChangeArrowheads="1"/>
              </p:cNvSpPr>
              <p:nvPr/>
            </p:nvSpPr>
            <p:spPr bwMode="auto">
              <a:xfrm>
                <a:off x="3593982" y="2519052"/>
                <a:ext cx="265112" cy="215900"/>
              </a:xfrm>
              <a:prstGeom prst="rect">
                <a:avLst/>
              </a:prstGeom>
              <a:solidFill>
                <a:schemeClr val="bg2"/>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56" name="Rectangle 55"/>
              <p:cNvSpPr>
                <a:spLocks noChangeArrowheads="1"/>
              </p:cNvSpPr>
              <p:nvPr/>
            </p:nvSpPr>
            <p:spPr bwMode="auto">
              <a:xfrm>
                <a:off x="4524257" y="2519052"/>
                <a:ext cx="265112" cy="215900"/>
              </a:xfrm>
              <a:prstGeom prst="rect">
                <a:avLst/>
              </a:prstGeom>
              <a:solidFill>
                <a:schemeClr val="bg2">
                  <a:lumMod val="75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59" name="Rectangle 58"/>
              <p:cNvSpPr>
                <a:spLocks noChangeArrowheads="1"/>
              </p:cNvSpPr>
              <p:nvPr/>
            </p:nvSpPr>
            <p:spPr bwMode="auto">
              <a:xfrm>
                <a:off x="5521207" y="2519052"/>
                <a:ext cx="265112"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60" name="Rectangle 59"/>
              <p:cNvSpPr>
                <a:spLocks noChangeArrowheads="1"/>
              </p:cNvSpPr>
              <p:nvPr/>
            </p:nvSpPr>
            <p:spPr bwMode="auto">
              <a:xfrm>
                <a:off x="6451482" y="2519052"/>
                <a:ext cx="265112" cy="215900"/>
              </a:xfrm>
              <a:prstGeom prst="rect">
                <a:avLst/>
              </a:prstGeom>
              <a:solidFill>
                <a:schemeClr val="bg2">
                  <a:lumMod val="40000"/>
                  <a:lumOff val="60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75" name="Rectangle 74"/>
              <p:cNvSpPr>
                <a:spLocks noChangeArrowheads="1"/>
              </p:cNvSpPr>
              <p:nvPr/>
            </p:nvSpPr>
            <p:spPr bwMode="auto">
              <a:xfrm>
                <a:off x="3859095" y="2519052"/>
                <a:ext cx="265113"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76" name="Rectangle 75"/>
              <p:cNvSpPr>
                <a:spLocks noChangeArrowheads="1"/>
              </p:cNvSpPr>
              <p:nvPr/>
            </p:nvSpPr>
            <p:spPr bwMode="auto">
              <a:xfrm>
                <a:off x="4789370" y="2519052"/>
                <a:ext cx="265113" cy="215900"/>
              </a:xfrm>
              <a:prstGeom prst="rect">
                <a:avLst/>
              </a:prstGeom>
              <a:solidFill>
                <a:schemeClr val="bg2"/>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77" name="Rectangle 76"/>
              <p:cNvSpPr>
                <a:spLocks noChangeArrowheads="1"/>
              </p:cNvSpPr>
              <p:nvPr/>
            </p:nvSpPr>
            <p:spPr bwMode="auto">
              <a:xfrm>
                <a:off x="5787907" y="2519052"/>
                <a:ext cx="265112" cy="215900"/>
              </a:xfrm>
              <a:prstGeom prst="rect">
                <a:avLst/>
              </a:prstGeom>
              <a:solidFill>
                <a:schemeClr val="bg2">
                  <a:lumMod val="40000"/>
                  <a:lumOff val="60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78" name="Rectangle 77"/>
              <p:cNvSpPr>
                <a:spLocks noChangeArrowheads="1"/>
              </p:cNvSpPr>
              <p:nvPr/>
            </p:nvSpPr>
            <p:spPr bwMode="auto">
              <a:xfrm>
                <a:off x="6718182" y="2519052"/>
                <a:ext cx="265112"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36" name="Rectangle 17"/>
              <p:cNvSpPr>
                <a:spLocks noChangeArrowheads="1"/>
              </p:cNvSpPr>
              <p:nvPr/>
            </p:nvSpPr>
            <p:spPr bwMode="auto">
              <a:xfrm>
                <a:off x="4524257" y="279617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44" name="Rectangle 17"/>
              <p:cNvSpPr>
                <a:spLocks noChangeArrowheads="1"/>
              </p:cNvSpPr>
              <p:nvPr/>
            </p:nvSpPr>
            <p:spPr bwMode="auto">
              <a:xfrm>
                <a:off x="3593982" y="279617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52" name="Rectangle 17"/>
              <p:cNvSpPr>
                <a:spLocks noChangeArrowheads="1"/>
              </p:cNvSpPr>
              <p:nvPr/>
            </p:nvSpPr>
            <p:spPr bwMode="auto">
              <a:xfrm>
                <a:off x="5521207" y="279617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60" name="Rectangle 17"/>
              <p:cNvSpPr>
                <a:spLocks noChangeArrowheads="1"/>
              </p:cNvSpPr>
              <p:nvPr/>
            </p:nvSpPr>
            <p:spPr bwMode="auto">
              <a:xfrm>
                <a:off x="6451482" y="279617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24" name="Rectangle 23"/>
              <p:cNvSpPr>
                <a:spLocks noChangeArrowheads="1"/>
              </p:cNvSpPr>
              <p:nvPr/>
            </p:nvSpPr>
            <p:spPr bwMode="auto">
              <a:xfrm>
                <a:off x="3593982" y="3061666"/>
                <a:ext cx="265112"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25" name="Rectangle 24"/>
              <p:cNvSpPr>
                <a:spLocks noChangeArrowheads="1"/>
              </p:cNvSpPr>
              <p:nvPr/>
            </p:nvSpPr>
            <p:spPr bwMode="auto">
              <a:xfrm>
                <a:off x="4524257" y="3061666"/>
                <a:ext cx="265112" cy="215900"/>
              </a:xfrm>
              <a:prstGeom prst="rect">
                <a:avLst/>
              </a:prstGeom>
              <a:solidFill>
                <a:schemeClr val="bg2">
                  <a:lumMod val="75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37" name="Rectangle 36"/>
              <p:cNvSpPr>
                <a:spLocks noChangeArrowheads="1"/>
              </p:cNvSpPr>
              <p:nvPr/>
            </p:nvSpPr>
            <p:spPr bwMode="auto">
              <a:xfrm>
                <a:off x="5519620" y="3061666"/>
                <a:ext cx="265113" cy="215900"/>
              </a:xfrm>
              <a:prstGeom prst="rect">
                <a:avLst/>
              </a:prstGeom>
              <a:solidFill>
                <a:schemeClr val="accent3"/>
              </a:solidFill>
              <a:ln w="9525">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61" name="Rectangle 60"/>
              <p:cNvSpPr>
                <a:spLocks noChangeArrowheads="1"/>
              </p:cNvSpPr>
              <p:nvPr/>
            </p:nvSpPr>
            <p:spPr bwMode="auto">
              <a:xfrm>
                <a:off x="3859095" y="3061666"/>
                <a:ext cx="265113"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62" name="Rectangle 61"/>
              <p:cNvSpPr>
                <a:spLocks noChangeArrowheads="1"/>
              </p:cNvSpPr>
              <p:nvPr/>
            </p:nvSpPr>
            <p:spPr bwMode="auto">
              <a:xfrm>
                <a:off x="4789370" y="3061666"/>
                <a:ext cx="265113" cy="215900"/>
              </a:xfrm>
              <a:prstGeom prst="rect">
                <a:avLst/>
              </a:prstGeom>
              <a:solidFill>
                <a:schemeClr val="bg1"/>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65" name="Rectangle 64"/>
              <p:cNvSpPr>
                <a:spLocks noChangeArrowheads="1"/>
              </p:cNvSpPr>
              <p:nvPr/>
            </p:nvSpPr>
            <p:spPr bwMode="auto">
              <a:xfrm>
                <a:off x="5786320" y="3061666"/>
                <a:ext cx="265113" cy="215900"/>
              </a:xfrm>
              <a:prstGeom prst="rect">
                <a:avLst/>
              </a:prstGeom>
              <a:solidFill>
                <a:schemeClr val="bg2">
                  <a:lumMod val="40000"/>
                  <a:lumOff val="60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35" name="Rectangle 17"/>
              <p:cNvSpPr>
                <a:spLocks noChangeArrowheads="1"/>
              </p:cNvSpPr>
              <p:nvPr/>
            </p:nvSpPr>
            <p:spPr bwMode="auto">
              <a:xfrm>
                <a:off x="4524257" y="333799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43" name="Rectangle 17"/>
              <p:cNvSpPr>
                <a:spLocks noChangeArrowheads="1"/>
              </p:cNvSpPr>
              <p:nvPr/>
            </p:nvSpPr>
            <p:spPr bwMode="auto">
              <a:xfrm>
                <a:off x="3593982" y="333799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51" name="Rectangle 17"/>
              <p:cNvSpPr>
                <a:spLocks noChangeArrowheads="1"/>
              </p:cNvSpPr>
              <p:nvPr/>
            </p:nvSpPr>
            <p:spPr bwMode="auto">
              <a:xfrm>
                <a:off x="5521207" y="333799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38" name="Rectangle 37"/>
              <p:cNvSpPr>
                <a:spLocks noChangeArrowheads="1"/>
              </p:cNvSpPr>
              <p:nvPr/>
            </p:nvSpPr>
            <p:spPr bwMode="auto">
              <a:xfrm>
                <a:off x="4524257" y="3604280"/>
                <a:ext cx="265112" cy="215900"/>
              </a:xfrm>
              <a:prstGeom prst="rect">
                <a:avLst/>
              </a:prstGeom>
              <a:solidFill>
                <a:schemeClr val="bg2">
                  <a:lumMod val="75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45" name="Rectangle 44"/>
              <p:cNvSpPr>
                <a:spLocks noChangeArrowheads="1"/>
              </p:cNvSpPr>
              <p:nvPr/>
            </p:nvSpPr>
            <p:spPr bwMode="auto">
              <a:xfrm>
                <a:off x="3593982" y="3604280"/>
                <a:ext cx="265112" cy="215900"/>
              </a:xfrm>
              <a:prstGeom prst="rect">
                <a:avLst/>
              </a:prstGeom>
              <a:solidFill>
                <a:schemeClr val="bg2"/>
              </a:solidFill>
              <a:ln w="9525">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16" name="Rectangle 115"/>
              <p:cNvSpPr>
                <a:spLocks noChangeArrowheads="1"/>
              </p:cNvSpPr>
              <p:nvPr/>
            </p:nvSpPr>
            <p:spPr bwMode="auto">
              <a:xfrm>
                <a:off x="3859095" y="3604280"/>
                <a:ext cx="265113"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17" name="Rectangle 116"/>
              <p:cNvSpPr>
                <a:spLocks noChangeArrowheads="1"/>
              </p:cNvSpPr>
              <p:nvPr/>
            </p:nvSpPr>
            <p:spPr bwMode="auto">
              <a:xfrm>
                <a:off x="4789370" y="3604280"/>
                <a:ext cx="265113" cy="215900"/>
              </a:xfrm>
              <a:prstGeom prst="rect">
                <a:avLst/>
              </a:prstGeom>
              <a:solidFill>
                <a:schemeClr val="bg2"/>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34" name="Rectangle 17"/>
              <p:cNvSpPr>
                <a:spLocks noChangeArrowheads="1"/>
              </p:cNvSpPr>
              <p:nvPr/>
            </p:nvSpPr>
            <p:spPr bwMode="auto">
              <a:xfrm>
                <a:off x="4524257" y="387981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42" name="Rectangle 17"/>
              <p:cNvSpPr>
                <a:spLocks noChangeArrowheads="1"/>
              </p:cNvSpPr>
              <p:nvPr/>
            </p:nvSpPr>
            <p:spPr bwMode="auto">
              <a:xfrm>
                <a:off x="3593982" y="387981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784401" name="Rectangle 17"/>
              <p:cNvSpPr>
                <a:spLocks noChangeArrowheads="1"/>
              </p:cNvSpPr>
              <p:nvPr/>
            </p:nvSpPr>
            <p:spPr bwMode="auto">
              <a:xfrm>
                <a:off x="4524257" y="4421632"/>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33" name="Rectangle 32"/>
              <p:cNvSpPr>
                <a:spLocks noChangeArrowheads="1"/>
              </p:cNvSpPr>
              <p:nvPr/>
            </p:nvSpPr>
            <p:spPr bwMode="auto">
              <a:xfrm>
                <a:off x="3593982" y="4146894"/>
                <a:ext cx="265112" cy="215900"/>
              </a:xfrm>
              <a:prstGeom prst="rect">
                <a:avLst/>
              </a:prstGeom>
              <a:solidFill>
                <a:schemeClr val="bg2">
                  <a:lumMod val="75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39" name="Rectangle 38"/>
              <p:cNvSpPr>
                <a:spLocks noChangeArrowheads="1"/>
              </p:cNvSpPr>
              <p:nvPr/>
            </p:nvSpPr>
            <p:spPr bwMode="auto">
              <a:xfrm>
                <a:off x="4524257" y="4146894"/>
                <a:ext cx="265112" cy="215900"/>
              </a:xfrm>
              <a:prstGeom prst="rect">
                <a:avLst/>
              </a:prstGeom>
              <a:solidFill>
                <a:schemeClr val="bg2">
                  <a:lumMod val="75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15" name="Rectangle 114"/>
              <p:cNvSpPr>
                <a:spLocks noChangeArrowheads="1"/>
              </p:cNvSpPr>
              <p:nvPr/>
            </p:nvSpPr>
            <p:spPr bwMode="auto">
              <a:xfrm>
                <a:off x="3859095" y="4146894"/>
                <a:ext cx="265113" cy="215900"/>
              </a:xfrm>
              <a:prstGeom prst="rect">
                <a:avLst/>
              </a:prstGeom>
              <a:solidFill>
                <a:schemeClr val="bg1"/>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18" name="Rectangle 117"/>
              <p:cNvSpPr>
                <a:spLocks noChangeArrowheads="1"/>
              </p:cNvSpPr>
              <p:nvPr/>
            </p:nvSpPr>
            <p:spPr bwMode="auto">
              <a:xfrm>
                <a:off x="4789370" y="4146894"/>
                <a:ext cx="265113" cy="215900"/>
              </a:xfrm>
              <a:prstGeom prst="rect">
                <a:avLst/>
              </a:prstGeom>
              <a:solidFill>
                <a:schemeClr val="bg2"/>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41" name="Rectangle 17"/>
              <p:cNvSpPr>
                <a:spLocks noChangeArrowheads="1"/>
              </p:cNvSpPr>
              <p:nvPr/>
            </p:nvSpPr>
            <p:spPr bwMode="auto">
              <a:xfrm>
                <a:off x="3593982" y="4421632"/>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84" name="Rectangle 83"/>
              <p:cNvSpPr>
                <a:spLocks noChangeArrowheads="1"/>
              </p:cNvSpPr>
              <p:nvPr/>
            </p:nvSpPr>
            <p:spPr bwMode="auto">
              <a:xfrm>
                <a:off x="3593982" y="4689508"/>
                <a:ext cx="265112"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85" name="Rectangle 84"/>
              <p:cNvSpPr>
                <a:spLocks noChangeArrowheads="1"/>
              </p:cNvSpPr>
              <p:nvPr/>
            </p:nvSpPr>
            <p:spPr bwMode="auto">
              <a:xfrm>
                <a:off x="4524257" y="4689508"/>
                <a:ext cx="265112" cy="215900"/>
              </a:xfrm>
              <a:prstGeom prst="rect">
                <a:avLst/>
              </a:prstGeom>
              <a:solidFill>
                <a:schemeClr val="bg2">
                  <a:lumMod val="75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86" name="Rectangle 85"/>
              <p:cNvSpPr>
                <a:spLocks noChangeArrowheads="1"/>
              </p:cNvSpPr>
              <p:nvPr/>
            </p:nvSpPr>
            <p:spPr bwMode="auto">
              <a:xfrm>
                <a:off x="5519620" y="4689508"/>
                <a:ext cx="265113" cy="215900"/>
              </a:xfrm>
              <a:prstGeom prst="rect">
                <a:avLst/>
              </a:prstGeom>
              <a:solidFill>
                <a:schemeClr val="bg2">
                  <a:lumMod val="75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88" name="Rectangle 87"/>
              <p:cNvSpPr>
                <a:spLocks noChangeArrowheads="1"/>
              </p:cNvSpPr>
              <p:nvPr/>
            </p:nvSpPr>
            <p:spPr bwMode="auto">
              <a:xfrm>
                <a:off x="6449895" y="4689508"/>
                <a:ext cx="265113" cy="215900"/>
              </a:xfrm>
              <a:prstGeom prst="rect">
                <a:avLst/>
              </a:prstGeom>
              <a:solidFill>
                <a:schemeClr val="bg2">
                  <a:lumMod val="75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89" name="Rectangle 88"/>
              <p:cNvSpPr>
                <a:spLocks noChangeArrowheads="1"/>
              </p:cNvSpPr>
              <p:nvPr/>
            </p:nvSpPr>
            <p:spPr bwMode="auto">
              <a:xfrm>
                <a:off x="7450019" y="4689508"/>
                <a:ext cx="266700" cy="215900"/>
              </a:xfrm>
              <a:prstGeom prst="rect">
                <a:avLst/>
              </a:prstGeom>
              <a:solidFill>
                <a:schemeClr val="bg1"/>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90" name="Rectangle 89"/>
              <p:cNvSpPr>
                <a:spLocks noChangeArrowheads="1"/>
              </p:cNvSpPr>
              <p:nvPr/>
            </p:nvSpPr>
            <p:spPr bwMode="auto">
              <a:xfrm>
                <a:off x="8380295" y="4689508"/>
                <a:ext cx="265113" cy="215900"/>
              </a:xfrm>
              <a:prstGeom prst="rect">
                <a:avLst/>
              </a:prstGeom>
              <a:solidFill>
                <a:schemeClr val="bg2">
                  <a:lumMod val="75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91" name="Rectangle 90"/>
              <p:cNvSpPr>
                <a:spLocks noChangeArrowheads="1"/>
              </p:cNvSpPr>
              <p:nvPr/>
            </p:nvSpPr>
            <p:spPr bwMode="auto">
              <a:xfrm>
                <a:off x="3859095" y="4689508"/>
                <a:ext cx="265113"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92" name="Rectangle 91"/>
              <p:cNvSpPr>
                <a:spLocks noChangeArrowheads="1"/>
              </p:cNvSpPr>
              <p:nvPr/>
            </p:nvSpPr>
            <p:spPr bwMode="auto">
              <a:xfrm>
                <a:off x="4789370" y="4689508"/>
                <a:ext cx="265113" cy="215900"/>
              </a:xfrm>
              <a:prstGeom prst="rect">
                <a:avLst/>
              </a:prstGeom>
              <a:solidFill>
                <a:schemeClr val="bg2"/>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93" name="Rectangle 92"/>
              <p:cNvSpPr>
                <a:spLocks noChangeArrowheads="1"/>
              </p:cNvSpPr>
              <p:nvPr/>
            </p:nvSpPr>
            <p:spPr bwMode="auto">
              <a:xfrm>
                <a:off x="5786320" y="4689508"/>
                <a:ext cx="265113" cy="215900"/>
              </a:xfrm>
              <a:prstGeom prst="rect">
                <a:avLst/>
              </a:prstGeom>
              <a:solidFill>
                <a:schemeClr val="bg2"/>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94" name="Rectangle 93"/>
              <p:cNvSpPr>
                <a:spLocks noChangeArrowheads="1"/>
              </p:cNvSpPr>
              <p:nvPr/>
            </p:nvSpPr>
            <p:spPr bwMode="auto">
              <a:xfrm>
                <a:off x="6716595" y="4689508"/>
                <a:ext cx="265113" cy="215900"/>
              </a:xfrm>
              <a:prstGeom prst="rect">
                <a:avLst/>
              </a:prstGeom>
              <a:solidFill>
                <a:schemeClr val="bg1"/>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95" name="Rectangle 94"/>
              <p:cNvSpPr>
                <a:spLocks noChangeArrowheads="1"/>
              </p:cNvSpPr>
              <p:nvPr/>
            </p:nvSpPr>
            <p:spPr bwMode="auto">
              <a:xfrm>
                <a:off x="7716720" y="4689508"/>
                <a:ext cx="263525"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96" name="Rectangle 95"/>
              <p:cNvSpPr>
                <a:spLocks noChangeArrowheads="1"/>
              </p:cNvSpPr>
              <p:nvPr/>
            </p:nvSpPr>
            <p:spPr bwMode="auto">
              <a:xfrm>
                <a:off x="8645407" y="4689508"/>
                <a:ext cx="265112" cy="215900"/>
              </a:xfrm>
              <a:prstGeom prst="rect">
                <a:avLst/>
              </a:prstGeom>
              <a:solidFill>
                <a:schemeClr val="bg2"/>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38" name="Rectangle 17"/>
              <p:cNvSpPr>
                <a:spLocks noChangeArrowheads="1"/>
              </p:cNvSpPr>
              <p:nvPr/>
            </p:nvSpPr>
            <p:spPr bwMode="auto">
              <a:xfrm>
                <a:off x="4524257" y="496345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46" name="Rectangle 17"/>
              <p:cNvSpPr>
                <a:spLocks noChangeArrowheads="1"/>
              </p:cNvSpPr>
              <p:nvPr/>
            </p:nvSpPr>
            <p:spPr bwMode="auto">
              <a:xfrm>
                <a:off x="3593982" y="496345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54" name="Rectangle 17"/>
              <p:cNvSpPr>
                <a:spLocks noChangeArrowheads="1"/>
              </p:cNvSpPr>
              <p:nvPr/>
            </p:nvSpPr>
            <p:spPr bwMode="auto">
              <a:xfrm>
                <a:off x="5521207" y="496345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62" name="Rectangle 17"/>
              <p:cNvSpPr>
                <a:spLocks noChangeArrowheads="1"/>
              </p:cNvSpPr>
              <p:nvPr/>
            </p:nvSpPr>
            <p:spPr bwMode="auto">
              <a:xfrm>
                <a:off x="6451482" y="496345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65" name="Rectangle 17"/>
              <p:cNvSpPr>
                <a:spLocks noChangeArrowheads="1"/>
              </p:cNvSpPr>
              <p:nvPr/>
            </p:nvSpPr>
            <p:spPr bwMode="auto">
              <a:xfrm>
                <a:off x="7450019" y="496345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67" name="Rectangle 17"/>
              <p:cNvSpPr>
                <a:spLocks noChangeArrowheads="1"/>
              </p:cNvSpPr>
              <p:nvPr/>
            </p:nvSpPr>
            <p:spPr bwMode="auto">
              <a:xfrm>
                <a:off x="8380294" y="4963451"/>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49" name="Rounded Rectangle 148"/>
              <p:cNvSpPr>
                <a:spLocks noChangeArrowheads="1"/>
              </p:cNvSpPr>
              <p:nvPr/>
            </p:nvSpPr>
            <p:spPr bwMode="auto">
              <a:xfrm>
                <a:off x="4474542" y="5181629"/>
                <a:ext cx="640080" cy="457200"/>
              </a:xfrm>
              <a:prstGeom prst="roundRect">
                <a:avLst/>
              </a:prstGeom>
              <a:noFill/>
              <a:ln w="19050">
                <a:solidFill>
                  <a:schemeClr val="accent1"/>
                </a:solidFill>
                <a:round/>
                <a:headEnd type="none" w="sm" len="sm"/>
                <a:tailEnd type="none" w="med" len="lg"/>
              </a:ln>
            </p:spPr>
            <p:txBody>
              <a:bodyPr wrap="none" anchor="ctr"/>
              <a:lstStyle/>
              <a:p>
                <a:pPr algn="ctr">
                  <a:defRPr/>
                </a:pPr>
                <a:endParaRPr lang="en-US" sz="800" dirty="0">
                  <a:latin typeface="Aptos" panose="020B0004020202020204" pitchFamily="34" charset="0"/>
                </a:endParaRPr>
              </a:p>
            </p:txBody>
          </p:sp>
          <p:sp>
            <p:nvSpPr>
              <p:cNvPr id="26" name="Rectangle 25"/>
              <p:cNvSpPr>
                <a:spLocks noChangeArrowheads="1"/>
              </p:cNvSpPr>
              <p:nvPr/>
            </p:nvSpPr>
            <p:spPr bwMode="auto">
              <a:xfrm>
                <a:off x="3593982" y="5232119"/>
                <a:ext cx="265112"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40" name="Rectangle 39"/>
              <p:cNvSpPr>
                <a:spLocks noChangeArrowheads="1"/>
              </p:cNvSpPr>
              <p:nvPr/>
            </p:nvSpPr>
            <p:spPr bwMode="auto">
              <a:xfrm>
                <a:off x="4524257" y="5232119"/>
                <a:ext cx="265112"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41" name="Rectangle 40"/>
              <p:cNvSpPr>
                <a:spLocks noChangeArrowheads="1"/>
              </p:cNvSpPr>
              <p:nvPr/>
            </p:nvSpPr>
            <p:spPr bwMode="auto">
              <a:xfrm>
                <a:off x="5519620" y="5232119"/>
                <a:ext cx="265113" cy="215900"/>
              </a:xfrm>
              <a:prstGeom prst="rect">
                <a:avLst/>
              </a:prstGeom>
              <a:solidFill>
                <a:schemeClr val="bg2"/>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42" name="Rectangle 41"/>
              <p:cNvSpPr>
                <a:spLocks noChangeArrowheads="1"/>
              </p:cNvSpPr>
              <p:nvPr/>
            </p:nvSpPr>
            <p:spPr bwMode="auto">
              <a:xfrm>
                <a:off x="6449895" y="5232119"/>
                <a:ext cx="265113" cy="215900"/>
              </a:xfrm>
              <a:prstGeom prst="rect">
                <a:avLst/>
              </a:prstGeom>
              <a:solidFill>
                <a:schemeClr val="bg1"/>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63" name="Rectangle 62"/>
              <p:cNvSpPr>
                <a:spLocks noChangeArrowheads="1"/>
              </p:cNvSpPr>
              <p:nvPr/>
            </p:nvSpPr>
            <p:spPr bwMode="auto">
              <a:xfrm>
                <a:off x="3859095" y="5232119"/>
                <a:ext cx="265113"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66" name="Rectangle 65"/>
              <p:cNvSpPr>
                <a:spLocks noChangeArrowheads="1"/>
              </p:cNvSpPr>
              <p:nvPr/>
            </p:nvSpPr>
            <p:spPr bwMode="auto">
              <a:xfrm>
                <a:off x="4789370" y="5232119"/>
                <a:ext cx="265113" cy="215900"/>
              </a:xfrm>
              <a:prstGeom prst="rect">
                <a:avLst/>
              </a:prstGeom>
              <a:solidFill>
                <a:schemeClr val="bg2"/>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67" name="Rectangle 66"/>
              <p:cNvSpPr>
                <a:spLocks noChangeArrowheads="1"/>
              </p:cNvSpPr>
              <p:nvPr/>
            </p:nvSpPr>
            <p:spPr bwMode="auto">
              <a:xfrm>
                <a:off x="5786320" y="5232119"/>
                <a:ext cx="265113" cy="215900"/>
              </a:xfrm>
              <a:prstGeom prst="rect">
                <a:avLst/>
              </a:prstGeom>
              <a:solidFill>
                <a:schemeClr val="bg2"/>
              </a:solidFill>
              <a:ln w="9525">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68" name="Rectangle 67"/>
              <p:cNvSpPr>
                <a:spLocks noChangeArrowheads="1"/>
              </p:cNvSpPr>
              <p:nvPr/>
            </p:nvSpPr>
            <p:spPr bwMode="auto">
              <a:xfrm>
                <a:off x="6716595" y="5232119"/>
                <a:ext cx="265113" cy="215900"/>
              </a:xfrm>
              <a:prstGeom prst="rect">
                <a:avLst/>
              </a:prstGeom>
              <a:solidFill>
                <a:schemeClr val="bg2">
                  <a:lumMod val="75000"/>
                </a:schemeClr>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09" name="Rectangle 108"/>
              <p:cNvSpPr>
                <a:spLocks noChangeArrowheads="1"/>
              </p:cNvSpPr>
              <p:nvPr/>
            </p:nvSpPr>
            <p:spPr bwMode="auto">
              <a:xfrm>
                <a:off x="7450019" y="5232119"/>
                <a:ext cx="266700"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10" name="Rectangle 109"/>
              <p:cNvSpPr>
                <a:spLocks noChangeArrowheads="1"/>
              </p:cNvSpPr>
              <p:nvPr/>
            </p:nvSpPr>
            <p:spPr bwMode="auto">
              <a:xfrm>
                <a:off x="7716719" y="5232119"/>
                <a:ext cx="266700"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12" name="Rectangle 111"/>
              <p:cNvSpPr>
                <a:spLocks noChangeArrowheads="1"/>
              </p:cNvSpPr>
              <p:nvPr/>
            </p:nvSpPr>
            <p:spPr bwMode="auto">
              <a:xfrm>
                <a:off x="8378707" y="5232119"/>
                <a:ext cx="265112" cy="215900"/>
              </a:xfrm>
              <a:prstGeom prst="rect">
                <a:avLst/>
              </a:prstGeom>
              <a:solidFill>
                <a:schemeClr val="bg1"/>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13" name="Rectangle 112"/>
              <p:cNvSpPr>
                <a:spLocks noChangeArrowheads="1"/>
              </p:cNvSpPr>
              <p:nvPr/>
            </p:nvSpPr>
            <p:spPr bwMode="auto">
              <a:xfrm>
                <a:off x="8645407" y="5232119"/>
                <a:ext cx="265112" cy="215900"/>
              </a:xfrm>
              <a:prstGeom prst="rect">
                <a:avLst/>
              </a:prstGeom>
              <a:solidFill>
                <a:schemeClr val="accent3"/>
              </a:solidFill>
              <a:ln w="9525" algn="ctr">
                <a:solidFill>
                  <a:schemeClr val="tx2"/>
                </a:solidFill>
                <a:miter lim="800000"/>
                <a:headEnd type="none" w="sm" len="sm"/>
                <a:tailEnd type="none" w="sm" len="sm"/>
              </a:ln>
            </p:spPr>
            <p:txBody>
              <a:bodyPr wrap="none" anchor="ctr"/>
              <a:lstStyle/>
              <a:p>
                <a:pPr algn="ctr">
                  <a:defRPr/>
                </a:pPr>
                <a:endParaRPr lang="en-US" sz="800" dirty="0">
                  <a:latin typeface="Aptos" panose="020B0004020202020204" pitchFamily="34" charset="0"/>
                </a:endParaRPr>
              </a:p>
            </p:txBody>
          </p:sp>
          <p:sp>
            <p:nvSpPr>
              <p:cNvPr id="139" name="Rectangle 17"/>
              <p:cNvSpPr>
                <a:spLocks noChangeArrowheads="1"/>
              </p:cNvSpPr>
              <p:nvPr/>
            </p:nvSpPr>
            <p:spPr bwMode="auto">
              <a:xfrm>
                <a:off x="4524257" y="5505268"/>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47" name="Rectangle 17"/>
              <p:cNvSpPr>
                <a:spLocks noChangeArrowheads="1"/>
              </p:cNvSpPr>
              <p:nvPr/>
            </p:nvSpPr>
            <p:spPr bwMode="auto">
              <a:xfrm>
                <a:off x="3593982" y="5505268"/>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55" name="Rectangle 17"/>
              <p:cNvSpPr>
                <a:spLocks noChangeArrowheads="1"/>
              </p:cNvSpPr>
              <p:nvPr/>
            </p:nvSpPr>
            <p:spPr bwMode="auto">
              <a:xfrm>
                <a:off x="5521207" y="5505268"/>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63" name="Rectangle 17"/>
              <p:cNvSpPr>
                <a:spLocks noChangeArrowheads="1"/>
              </p:cNvSpPr>
              <p:nvPr/>
            </p:nvSpPr>
            <p:spPr bwMode="auto">
              <a:xfrm>
                <a:off x="6451482" y="5505268"/>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66" name="Rectangle 17"/>
              <p:cNvSpPr>
                <a:spLocks noChangeArrowheads="1"/>
              </p:cNvSpPr>
              <p:nvPr/>
            </p:nvSpPr>
            <p:spPr bwMode="auto">
              <a:xfrm>
                <a:off x="7450019" y="5505268"/>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sp>
            <p:nvSpPr>
              <p:cNvPr id="168" name="Rectangle 17"/>
              <p:cNvSpPr>
                <a:spLocks noChangeArrowheads="1"/>
              </p:cNvSpPr>
              <p:nvPr/>
            </p:nvSpPr>
            <p:spPr bwMode="auto">
              <a:xfrm>
                <a:off x="8380294" y="5505268"/>
                <a:ext cx="126902" cy="114510"/>
              </a:xfrm>
              <a:prstGeom prst="rect">
                <a:avLst/>
              </a:prstGeom>
              <a:noFill/>
              <a:ln w="9525">
                <a:noFill/>
                <a:miter lim="800000"/>
                <a:headEnd type="none" w="sm" len="sm"/>
                <a:tailEnd type="none" w="med" len="lg"/>
              </a:ln>
            </p:spPr>
            <p:txBody>
              <a:bodyPr wrap="none" lIns="0" tIns="0" rIns="0" bIns="0" anchor="t" anchorCtr="0">
                <a:spAutoFit/>
              </a:bodyPr>
              <a:lstStyle/>
              <a:p>
                <a:pPr>
                  <a:lnSpc>
                    <a:spcPct val="70000"/>
                  </a:lnSpc>
                </a:pPr>
                <a:r>
                  <a:rPr lang="en-US" altLang="ja-JP" sz="800" dirty="0">
                    <a:latin typeface="Aptos" panose="020B0004020202020204" pitchFamily="34" charset="0"/>
                    <a:ea typeface="ＭＳ Ｐゴシック" charset="-128"/>
                  </a:rPr>
                  <a:t>Text</a:t>
                </a:r>
              </a:p>
            </p:txBody>
          </p:sp>
        </p:grpSp>
        <p:grpSp>
          <p:nvGrpSpPr>
            <p:cNvPr id="9" name="Group 8">
              <a:extLst>
                <a:ext uri="{FF2B5EF4-FFF2-40B4-BE49-F238E27FC236}">
                  <a16:creationId xmlns:a16="http://schemas.microsoft.com/office/drawing/2014/main" id="{51E633EE-76DE-4ABB-8690-8A44ADC0958B}"/>
                </a:ext>
              </a:extLst>
            </p:cNvPr>
            <p:cNvGrpSpPr/>
            <p:nvPr/>
          </p:nvGrpSpPr>
          <p:grpSpPr>
            <a:xfrm>
              <a:off x="3251187" y="1992055"/>
              <a:ext cx="807836" cy="3440347"/>
              <a:chOff x="1889125" y="1992055"/>
              <a:chExt cx="2169898" cy="3440347"/>
            </a:xfrm>
          </p:grpSpPr>
          <p:sp>
            <p:nvSpPr>
              <p:cNvPr id="159" name="Text Box 3"/>
              <p:cNvSpPr txBox="1">
                <a:spLocks noChangeArrowheads="1"/>
              </p:cNvSpPr>
              <p:nvPr/>
            </p:nvSpPr>
            <p:spPr bwMode="auto">
              <a:xfrm>
                <a:off x="1889125" y="1992055"/>
                <a:ext cx="2169898"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64" name="Text Box 10"/>
              <p:cNvSpPr txBox="1">
                <a:spLocks noChangeArrowheads="1"/>
              </p:cNvSpPr>
              <p:nvPr/>
            </p:nvSpPr>
            <p:spPr bwMode="auto">
              <a:xfrm>
                <a:off x="1889125" y="2534669"/>
                <a:ext cx="2169898"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69" name="Text Box 17"/>
              <p:cNvSpPr txBox="1">
                <a:spLocks noChangeArrowheads="1"/>
              </p:cNvSpPr>
              <p:nvPr/>
            </p:nvSpPr>
            <p:spPr bwMode="auto">
              <a:xfrm>
                <a:off x="1889125" y="3077283"/>
                <a:ext cx="2169898"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70" name="Text Box 24"/>
              <p:cNvSpPr txBox="1">
                <a:spLocks noChangeArrowheads="1"/>
              </p:cNvSpPr>
              <p:nvPr/>
            </p:nvSpPr>
            <p:spPr bwMode="auto">
              <a:xfrm>
                <a:off x="1889125" y="3619897"/>
                <a:ext cx="2169898"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71" name="Text Box 31"/>
              <p:cNvSpPr txBox="1">
                <a:spLocks noChangeArrowheads="1"/>
              </p:cNvSpPr>
              <p:nvPr/>
            </p:nvSpPr>
            <p:spPr bwMode="auto">
              <a:xfrm>
                <a:off x="1889125" y="4162511"/>
                <a:ext cx="2169898"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72" name="Text Box 38"/>
              <p:cNvSpPr txBox="1">
                <a:spLocks noChangeArrowheads="1"/>
              </p:cNvSpPr>
              <p:nvPr/>
            </p:nvSpPr>
            <p:spPr bwMode="auto">
              <a:xfrm>
                <a:off x="1889125" y="4705125"/>
                <a:ext cx="2169898"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sp>
            <p:nvSpPr>
              <p:cNvPr id="173" name="Text Box 45"/>
              <p:cNvSpPr txBox="1">
                <a:spLocks noChangeArrowheads="1"/>
              </p:cNvSpPr>
              <p:nvPr/>
            </p:nvSpPr>
            <p:spPr bwMode="auto">
              <a:xfrm>
                <a:off x="1889125" y="5247736"/>
                <a:ext cx="2169898"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800" dirty="0">
                    <a:latin typeface="Aptos" panose="020B0004020202020204" pitchFamily="34" charset="0"/>
                    <a:ea typeface="ＭＳ Ｐゴシック" charset="-128"/>
                    <a:cs typeface="Arial" pitchFamily="34" charset="0"/>
                  </a:rPr>
                  <a:t>Row header</a:t>
                </a:r>
              </a:p>
            </p:txBody>
          </p:sp>
        </p:grpSp>
      </p:grpSp>
    </p:spTree>
    <p:extLst>
      <p:ext uri="{BB962C8B-B14F-4D97-AF65-F5344CB8AC3E}">
        <p14:creationId xmlns:p14="http://schemas.microsoft.com/office/powerpoint/2010/main" val="2551064429"/>
      </p:ext>
    </p:extLst>
  </p:cSld>
  <p:clrMapOvr>
    <a:masterClrMapping/>
  </p:clrMapOvr>
  <p:transition>
    <p:fade/>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Synergy summary</a:t>
            </a:r>
            <a:endParaRPr lang="en-US" dirty="0"/>
          </a:p>
        </p:txBody>
      </p:sp>
      <p:sp>
        <p:nvSpPr>
          <p:cNvPr id="785409" name="Title 1"/>
          <p:cNvSpPr>
            <a:spLocks noGrp="1"/>
          </p:cNvSpPr>
          <p:nvPr>
            <p:ph type="title"/>
          </p:nvPr>
        </p:nvSpPr>
        <p:spPr/>
        <p:txBody>
          <a:bodyPr/>
          <a:lstStyle/>
          <a:p>
            <a:r>
              <a:rPr lang="en-US" altLang="ja-JP"/>
              <a:t>Activity map</a:t>
            </a:r>
            <a:endParaRPr lang="en-US" dirty="0"/>
          </a:p>
        </p:txBody>
      </p:sp>
      <p:grpSp>
        <p:nvGrpSpPr>
          <p:cNvPr id="2" name="Group 1">
            <a:extLst>
              <a:ext uri="{FF2B5EF4-FFF2-40B4-BE49-F238E27FC236}">
                <a16:creationId xmlns:a16="http://schemas.microsoft.com/office/drawing/2014/main" id="{DBAB3EA1-B97B-49F0-B1A3-6E98A5755464}"/>
              </a:ext>
            </a:extLst>
          </p:cNvPr>
          <p:cNvGrpSpPr/>
          <p:nvPr/>
        </p:nvGrpSpPr>
        <p:grpSpPr>
          <a:xfrm>
            <a:off x="572157" y="1754366"/>
            <a:ext cx="8411561" cy="3395433"/>
            <a:chOff x="2707515" y="1367911"/>
            <a:chExt cx="5490631" cy="3844925"/>
          </a:xfrm>
        </p:grpSpPr>
        <p:sp>
          <p:nvSpPr>
            <p:cNvPr id="5" name="Rectangle 3"/>
            <p:cNvSpPr>
              <a:spLocks noChangeArrowheads="1"/>
            </p:cNvSpPr>
            <p:nvPr/>
          </p:nvSpPr>
          <p:spPr bwMode="auto">
            <a:xfrm>
              <a:off x="4210348" y="1722613"/>
              <a:ext cx="731837" cy="215900"/>
            </a:xfrm>
            <a:prstGeom prst="rect">
              <a:avLst/>
            </a:prstGeom>
            <a:solidFill>
              <a:schemeClr val="bg1">
                <a:lumMod val="65000"/>
              </a:schemeClr>
            </a:solidFill>
            <a:ln w="9525" algn="ctr">
              <a:noFill/>
              <a:miter lim="800000"/>
              <a:headEnd/>
              <a:tailEnd/>
            </a:ln>
          </p:spPr>
          <p:txBody>
            <a:bodyPr wrap="none" anchor="ctr"/>
            <a:lstStyle/>
            <a:p>
              <a:pPr algn="ctr">
                <a:defRPr/>
              </a:pPr>
              <a:endParaRPr lang="en-US" sz="1000" dirty="0">
                <a:latin typeface="Aptos" panose="020B0004020202020204" pitchFamily="34" charset="0"/>
              </a:endParaRPr>
            </a:p>
          </p:txBody>
        </p:sp>
        <p:sp>
          <p:nvSpPr>
            <p:cNvPr id="6" name="Rectangle 4"/>
            <p:cNvSpPr>
              <a:spLocks noChangeArrowheads="1"/>
            </p:cNvSpPr>
            <p:nvPr/>
          </p:nvSpPr>
          <p:spPr bwMode="auto">
            <a:xfrm>
              <a:off x="4210346" y="3905497"/>
              <a:ext cx="731838" cy="215900"/>
            </a:xfrm>
            <a:prstGeom prst="rect">
              <a:avLst/>
            </a:prstGeom>
            <a:solidFill>
              <a:schemeClr val="bg2">
                <a:lumMod val="75000"/>
              </a:schemeClr>
            </a:solidFill>
            <a:ln w="9525">
              <a:noFill/>
              <a:miter lim="800000"/>
              <a:headEnd/>
              <a:tailEnd/>
            </a:ln>
          </p:spPr>
          <p:txBody>
            <a:bodyPr wrap="none" anchor="ctr"/>
            <a:lstStyle/>
            <a:p>
              <a:pPr algn="ctr">
                <a:defRPr/>
              </a:pPr>
              <a:endParaRPr lang="en-US" sz="1000" dirty="0">
                <a:latin typeface="Aptos" panose="020B0004020202020204" pitchFamily="34" charset="0"/>
              </a:endParaRPr>
            </a:p>
          </p:txBody>
        </p:sp>
        <p:sp>
          <p:nvSpPr>
            <p:cNvPr id="7" name="Rectangle 5"/>
            <p:cNvSpPr>
              <a:spLocks noChangeArrowheads="1"/>
            </p:cNvSpPr>
            <p:nvPr/>
          </p:nvSpPr>
          <p:spPr bwMode="auto">
            <a:xfrm>
              <a:off x="4210346" y="4451218"/>
              <a:ext cx="731838" cy="215900"/>
            </a:xfrm>
            <a:prstGeom prst="rect">
              <a:avLst/>
            </a:prstGeom>
            <a:solidFill>
              <a:schemeClr val="bg2">
                <a:lumMod val="75000"/>
              </a:schemeClr>
            </a:solidFill>
            <a:ln w="9525">
              <a:noFill/>
              <a:miter lim="800000"/>
              <a:headEnd/>
              <a:tailEnd/>
            </a:ln>
          </p:spPr>
          <p:txBody>
            <a:bodyPr wrap="none" anchor="ctr"/>
            <a:lstStyle/>
            <a:p>
              <a:pPr algn="ctr">
                <a:defRPr/>
              </a:pPr>
              <a:endParaRPr lang="en-US" sz="1000" dirty="0">
                <a:latin typeface="Aptos" panose="020B0004020202020204" pitchFamily="34" charset="0"/>
              </a:endParaRPr>
            </a:p>
          </p:txBody>
        </p:sp>
        <p:sp>
          <p:nvSpPr>
            <p:cNvPr id="8" name="Rectangle 6"/>
            <p:cNvSpPr>
              <a:spLocks noChangeArrowheads="1"/>
            </p:cNvSpPr>
            <p:nvPr/>
          </p:nvSpPr>
          <p:spPr bwMode="auto">
            <a:xfrm>
              <a:off x="5723236" y="1722613"/>
              <a:ext cx="731837" cy="215900"/>
            </a:xfrm>
            <a:prstGeom prst="rect">
              <a:avLst/>
            </a:prstGeom>
            <a:solidFill>
              <a:schemeClr val="bg1">
                <a:lumMod val="65000"/>
              </a:schemeClr>
            </a:solidFill>
            <a:ln w="9525" algn="ctr">
              <a:noFill/>
              <a:miter lim="800000"/>
              <a:headEnd/>
              <a:tailEnd/>
            </a:ln>
          </p:spPr>
          <p:txBody>
            <a:bodyPr wrap="none" anchor="ctr"/>
            <a:lstStyle/>
            <a:p>
              <a:pPr algn="ctr">
                <a:defRPr/>
              </a:pPr>
              <a:endParaRPr lang="en-US" altLang="ja-JP" sz="1000" dirty="0">
                <a:latin typeface="Aptos" panose="020B0004020202020204" pitchFamily="34" charset="0"/>
                <a:ea typeface="ＭＳ Ｐゴシック" pitchFamily="50" charset="-128"/>
              </a:endParaRPr>
            </a:p>
          </p:txBody>
        </p:sp>
        <p:sp>
          <p:nvSpPr>
            <p:cNvPr id="785415" name="Rectangle 7"/>
            <p:cNvSpPr>
              <a:spLocks noChangeArrowheads="1"/>
            </p:cNvSpPr>
            <p:nvPr/>
          </p:nvSpPr>
          <p:spPr bwMode="auto">
            <a:xfrm>
              <a:off x="5723236" y="3905497"/>
              <a:ext cx="731837" cy="215900"/>
            </a:xfrm>
            <a:prstGeom prst="rect">
              <a:avLst/>
            </a:prstGeom>
            <a:solidFill>
              <a:schemeClr val="accent3"/>
            </a:solidFill>
            <a:ln w="9525" algn="ctr">
              <a:noFill/>
              <a:miter lim="800000"/>
              <a:headEnd/>
              <a:tailEnd/>
            </a:ln>
          </p:spPr>
          <p:txBody>
            <a:bodyPr wrap="none" anchor="ctr"/>
            <a:lstStyle/>
            <a:p>
              <a:pPr algn="ctr"/>
              <a:endParaRPr lang="en-US" sz="1000" dirty="0">
                <a:latin typeface="Aptos" panose="020B0004020202020204" pitchFamily="34" charset="0"/>
              </a:endParaRPr>
            </a:p>
          </p:txBody>
        </p:sp>
        <p:sp>
          <p:nvSpPr>
            <p:cNvPr id="10" name="Rectangle 8"/>
            <p:cNvSpPr>
              <a:spLocks noChangeArrowheads="1"/>
            </p:cNvSpPr>
            <p:nvPr/>
          </p:nvSpPr>
          <p:spPr bwMode="auto">
            <a:xfrm>
              <a:off x="5723236" y="4451218"/>
              <a:ext cx="731837" cy="215900"/>
            </a:xfrm>
            <a:prstGeom prst="rect">
              <a:avLst/>
            </a:prstGeom>
            <a:solidFill>
              <a:schemeClr val="bg2">
                <a:lumMod val="75000"/>
              </a:schemeClr>
            </a:solidFill>
            <a:ln w="9525">
              <a:noFill/>
              <a:miter lim="800000"/>
              <a:headEnd/>
              <a:tailEnd/>
            </a:ln>
          </p:spPr>
          <p:txBody>
            <a:bodyPr wrap="none" anchor="ctr"/>
            <a:lstStyle/>
            <a:p>
              <a:pPr algn="ctr">
                <a:defRPr/>
              </a:pPr>
              <a:endParaRPr lang="en-US" sz="1000" dirty="0">
                <a:latin typeface="Aptos" panose="020B0004020202020204" pitchFamily="34" charset="0"/>
              </a:endParaRPr>
            </a:p>
          </p:txBody>
        </p:sp>
        <p:sp>
          <p:nvSpPr>
            <p:cNvPr id="11" name="Rectangle 9"/>
            <p:cNvSpPr>
              <a:spLocks noChangeArrowheads="1"/>
            </p:cNvSpPr>
            <p:nvPr/>
          </p:nvSpPr>
          <p:spPr bwMode="auto">
            <a:xfrm>
              <a:off x="4210348" y="4996936"/>
              <a:ext cx="731837" cy="215900"/>
            </a:xfrm>
            <a:prstGeom prst="rect">
              <a:avLst/>
            </a:prstGeom>
            <a:solidFill>
              <a:schemeClr val="bg1"/>
            </a:solidFill>
            <a:ln w="6350">
              <a:solidFill>
                <a:srgbClr val="BBBCBC"/>
              </a:solidFill>
              <a:prstDash val="solid"/>
              <a:miter lim="800000"/>
              <a:headEnd type="none" w="sm" len="sm"/>
              <a:tailEnd type="none" w="sm" len="sm"/>
            </a:ln>
          </p:spPr>
          <p:txBody>
            <a:bodyPr wrap="none" anchor="ctr"/>
            <a:lstStyle/>
            <a:p>
              <a:pPr algn="ctr">
                <a:defRPr/>
              </a:pPr>
              <a:endParaRPr lang="en-US" sz="1000" dirty="0">
                <a:latin typeface="Aptos" panose="020B0004020202020204" pitchFamily="34" charset="0"/>
              </a:endParaRPr>
            </a:p>
          </p:txBody>
        </p:sp>
        <p:sp>
          <p:nvSpPr>
            <p:cNvPr id="785420" name="Rectangle 12"/>
            <p:cNvSpPr>
              <a:spLocks noChangeArrowheads="1"/>
            </p:cNvSpPr>
            <p:nvPr/>
          </p:nvSpPr>
          <p:spPr bwMode="auto">
            <a:xfrm>
              <a:off x="7467896" y="1722613"/>
              <a:ext cx="730250" cy="215900"/>
            </a:xfrm>
            <a:prstGeom prst="rect">
              <a:avLst/>
            </a:prstGeom>
            <a:solidFill>
              <a:schemeClr val="accent3"/>
            </a:solidFill>
            <a:ln w="9525" algn="ctr">
              <a:noFill/>
              <a:miter lim="800000"/>
              <a:headEnd/>
              <a:tailEnd/>
            </a:ln>
          </p:spPr>
          <p:txBody>
            <a:bodyPr wrap="none" anchor="ctr"/>
            <a:lstStyle/>
            <a:p>
              <a:pPr algn="ctr"/>
              <a:endParaRPr lang="en-US" sz="1000" dirty="0">
                <a:latin typeface="Aptos" panose="020B0004020202020204" pitchFamily="34" charset="0"/>
              </a:endParaRPr>
            </a:p>
          </p:txBody>
        </p:sp>
        <p:sp>
          <p:nvSpPr>
            <p:cNvPr id="15" name="Rectangle 13"/>
            <p:cNvSpPr>
              <a:spLocks noChangeArrowheads="1"/>
            </p:cNvSpPr>
            <p:nvPr/>
          </p:nvSpPr>
          <p:spPr bwMode="auto">
            <a:xfrm>
              <a:off x="7467896" y="2268334"/>
              <a:ext cx="730250" cy="215900"/>
            </a:xfrm>
            <a:prstGeom prst="rect">
              <a:avLst/>
            </a:prstGeom>
            <a:solidFill>
              <a:schemeClr val="bg2">
                <a:lumMod val="75000"/>
              </a:schemeClr>
            </a:solidFill>
            <a:ln w="9525">
              <a:noFill/>
              <a:miter lim="800000"/>
              <a:headEnd type="none" w="sm" len="sm"/>
              <a:tailEnd type="none" w="sm" len="sm"/>
            </a:ln>
          </p:spPr>
          <p:txBody>
            <a:bodyPr wrap="none" anchor="ctr"/>
            <a:lstStyle/>
            <a:p>
              <a:pPr algn="ctr">
                <a:defRPr/>
              </a:pPr>
              <a:endParaRPr lang="en-US" sz="1000" dirty="0">
                <a:latin typeface="Aptos" panose="020B0004020202020204" pitchFamily="34" charset="0"/>
              </a:endParaRPr>
            </a:p>
          </p:txBody>
        </p:sp>
        <p:sp>
          <p:nvSpPr>
            <p:cNvPr id="16" name="Rectangle 14"/>
            <p:cNvSpPr>
              <a:spLocks noChangeArrowheads="1"/>
            </p:cNvSpPr>
            <p:nvPr/>
          </p:nvSpPr>
          <p:spPr bwMode="auto">
            <a:xfrm>
              <a:off x="7467896" y="2814055"/>
              <a:ext cx="730250" cy="215900"/>
            </a:xfrm>
            <a:prstGeom prst="rect">
              <a:avLst/>
            </a:prstGeom>
            <a:solidFill>
              <a:schemeClr val="bg1"/>
            </a:solidFill>
            <a:ln w="6350">
              <a:solidFill>
                <a:srgbClr val="BBBCBC"/>
              </a:solidFill>
              <a:prstDash val="solid"/>
              <a:miter lim="800000"/>
              <a:headEnd type="none" w="sm" len="sm"/>
              <a:tailEnd type="none" w="sm" len="sm"/>
            </a:ln>
          </p:spPr>
          <p:txBody>
            <a:bodyPr wrap="none" anchor="ctr"/>
            <a:lstStyle/>
            <a:p>
              <a:pPr algn="ctr">
                <a:defRPr/>
              </a:pPr>
              <a:endParaRPr lang="en-US" sz="1000" dirty="0">
                <a:latin typeface="Aptos" panose="020B0004020202020204" pitchFamily="34" charset="0"/>
              </a:endParaRPr>
            </a:p>
          </p:txBody>
        </p:sp>
        <p:sp>
          <p:nvSpPr>
            <p:cNvPr id="785423" name="Rectangle 15"/>
            <p:cNvSpPr>
              <a:spLocks noChangeArrowheads="1"/>
            </p:cNvSpPr>
            <p:nvPr/>
          </p:nvSpPr>
          <p:spPr bwMode="auto">
            <a:xfrm>
              <a:off x="7467896" y="3359776"/>
              <a:ext cx="730250" cy="215900"/>
            </a:xfrm>
            <a:prstGeom prst="rect">
              <a:avLst/>
            </a:prstGeom>
            <a:solidFill>
              <a:schemeClr val="accent3"/>
            </a:solidFill>
            <a:ln w="9525" algn="ctr">
              <a:noFill/>
              <a:miter lim="800000"/>
              <a:headEnd/>
              <a:tailEnd/>
            </a:ln>
          </p:spPr>
          <p:txBody>
            <a:bodyPr wrap="none" anchor="ctr"/>
            <a:lstStyle/>
            <a:p>
              <a:pPr algn="ctr"/>
              <a:endParaRPr lang="en-US" sz="1000" dirty="0">
                <a:latin typeface="Aptos" panose="020B0004020202020204" pitchFamily="34" charset="0"/>
              </a:endParaRPr>
            </a:p>
          </p:txBody>
        </p:sp>
        <p:sp>
          <p:nvSpPr>
            <p:cNvPr id="785424" name="Rectangle 16"/>
            <p:cNvSpPr>
              <a:spLocks noChangeArrowheads="1"/>
            </p:cNvSpPr>
            <p:nvPr/>
          </p:nvSpPr>
          <p:spPr bwMode="auto">
            <a:xfrm>
              <a:off x="7467896" y="3905497"/>
              <a:ext cx="730250" cy="215900"/>
            </a:xfrm>
            <a:prstGeom prst="rect">
              <a:avLst/>
            </a:prstGeom>
            <a:solidFill>
              <a:schemeClr val="accent3"/>
            </a:solidFill>
            <a:ln w="9525" algn="ctr">
              <a:noFill/>
              <a:miter lim="800000"/>
              <a:headEnd/>
              <a:tailEnd/>
            </a:ln>
          </p:spPr>
          <p:txBody>
            <a:bodyPr wrap="none" anchor="ctr"/>
            <a:lstStyle/>
            <a:p>
              <a:pPr algn="ctr"/>
              <a:endParaRPr lang="en-US" sz="1000" dirty="0">
                <a:latin typeface="Aptos" panose="020B0004020202020204" pitchFamily="34" charset="0"/>
              </a:endParaRPr>
            </a:p>
          </p:txBody>
        </p:sp>
        <p:sp>
          <p:nvSpPr>
            <p:cNvPr id="785425" name="Rectangle 17"/>
            <p:cNvSpPr>
              <a:spLocks noChangeArrowheads="1"/>
            </p:cNvSpPr>
            <p:nvPr/>
          </p:nvSpPr>
          <p:spPr bwMode="auto">
            <a:xfrm>
              <a:off x="7467896" y="4451218"/>
              <a:ext cx="730250" cy="215900"/>
            </a:xfrm>
            <a:prstGeom prst="rect">
              <a:avLst/>
            </a:prstGeom>
            <a:solidFill>
              <a:schemeClr val="accent3"/>
            </a:solidFill>
            <a:ln w="9525" algn="ctr">
              <a:noFill/>
              <a:miter lim="800000"/>
              <a:headEnd/>
              <a:tailEnd/>
            </a:ln>
          </p:spPr>
          <p:txBody>
            <a:bodyPr wrap="none" anchor="ctr"/>
            <a:lstStyle/>
            <a:p>
              <a:pPr algn="ctr"/>
              <a:endParaRPr lang="en-US" sz="1000" dirty="0">
                <a:latin typeface="Aptos" panose="020B0004020202020204" pitchFamily="34" charset="0"/>
              </a:endParaRPr>
            </a:p>
          </p:txBody>
        </p:sp>
        <p:sp>
          <p:nvSpPr>
            <p:cNvPr id="20" name="Rectangle 18"/>
            <p:cNvSpPr>
              <a:spLocks noChangeArrowheads="1"/>
            </p:cNvSpPr>
            <p:nvPr/>
          </p:nvSpPr>
          <p:spPr bwMode="auto">
            <a:xfrm>
              <a:off x="7467896" y="4996936"/>
              <a:ext cx="730250" cy="215900"/>
            </a:xfrm>
            <a:prstGeom prst="rect">
              <a:avLst/>
            </a:prstGeom>
            <a:solidFill>
              <a:schemeClr val="bg1"/>
            </a:solidFill>
            <a:ln w="6350">
              <a:solidFill>
                <a:srgbClr val="BBBCBC"/>
              </a:solidFill>
              <a:prstDash val="solid"/>
              <a:miter lim="800000"/>
              <a:headEnd type="none" w="sm" len="sm"/>
              <a:tailEnd type="none" w="sm" len="sm"/>
            </a:ln>
          </p:spPr>
          <p:txBody>
            <a:bodyPr wrap="none" anchor="ctr"/>
            <a:lstStyle/>
            <a:p>
              <a:pPr algn="ctr">
                <a:defRPr/>
              </a:pPr>
              <a:endParaRPr lang="en-US" sz="1000" dirty="0">
                <a:latin typeface="Aptos" panose="020B0004020202020204" pitchFamily="34" charset="0"/>
              </a:endParaRPr>
            </a:p>
          </p:txBody>
        </p:sp>
        <p:sp>
          <p:nvSpPr>
            <p:cNvPr id="785429" name="Text Box 21"/>
            <p:cNvSpPr txBox="1">
              <a:spLocks noChangeArrowheads="1"/>
            </p:cNvSpPr>
            <p:nvPr/>
          </p:nvSpPr>
          <p:spPr bwMode="auto">
            <a:xfrm>
              <a:off x="4529778" y="1367911"/>
              <a:ext cx="49179" cy="174260"/>
            </a:xfrm>
            <a:prstGeom prst="rect">
              <a:avLst/>
            </a:prstGeom>
            <a:noFill/>
            <a:ln w="9525">
              <a:noFill/>
              <a:miter lim="800000"/>
              <a:headEnd/>
              <a:tailEnd/>
            </a:ln>
          </p:spPr>
          <p:txBody>
            <a:bodyPr wrap="none" lIns="0" tIns="0" rIns="0" bIns="0">
              <a:spAutoFit/>
            </a:bodyPr>
            <a:lstStyle/>
            <a:p>
              <a:r>
                <a:rPr lang="en-US" altLang="ja-JP" sz="1000" dirty="0">
                  <a:latin typeface="Aptos" panose="020B0004020202020204" pitchFamily="34" charset="0"/>
                  <a:ea typeface="ＭＳ Ｐゴシック" charset="-128"/>
                </a:rPr>
                <a:t>A</a:t>
              </a:r>
            </a:p>
          </p:txBody>
        </p:sp>
        <p:sp>
          <p:nvSpPr>
            <p:cNvPr id="785430" name="Text Box 22"/>
            <p:cNvSpPr txBox="1">
              <a:spLocks noChangeArrowheads="1"/>
            </p:cNvSpPr>
            <p:nvPr/>
          </p:nvSpPr>
          <p:spPr bwMode="auto">
            <a:xfrm>
              <a:off x="6042666" y="1367911"/>
              <a:ext cx="50225" cy="174260"/>
            </a:xfrm>
            <a:prstGeom prst="rect">
              <a:avLst/>
            </a:prstGeom>
            <a:noFill/>
            <a:ln w="9525">
              <a:noFill/>
              <a:miter lim="800000"/>
              <a:headEnd/>
              <a:tailEnd/>
            </a:ln>
          </p:spPr>
          <p:txBody>
            <a:bodyPr wrap="none" lIns="0" tIns="0" rIns="0" bIns="0">
              <a:spAutoFit/>
            </a:bodyPr>
            <a:lstStyle/>
            <a:p>
              <a:r>
                <a:rPr lang="en-US" altLang="ja-JP" sz="1000" dirty="0">
                  <a:latin typeface="Aptos" panose="020B0004020202020204" pitchFamily="34" charset="0"/>
                  <a:ea typeface="ＭＳ Ｐゴシック" charset="-128"/>
                </a:rPr>
                <a:t>B</a:t>
              </a:r>
            </a:p>
          </p:txBody>
        </p:sp>
        <p:sp>
          <p:nvSpPr>
            <p:cNvPr id="785431" name="Text Box 23"/>
            <p:cNvSpPr txBox="1">
              <a:spLocks noChangeArrowheads="1"/>
            </p:cNvSpPr>
            <p:nvPr/>
          </p:nvSpPr>
          <p:spPr bwMode="auto">
            <a:xfrm>
              <a:off x="7598182" y="1367911"/>
              <a:ext cx="283563" cy="174260"/>
            </a:xfrm>
            <a:prstGeom prst="rect">
              <a:avLst/>
            </a:prstGeom>
            <a:noFill/>
            <a:ln w="9525">
              <a:noFill/>
              <a:miter lim="800000"/>
              <a:headEnd/>
              <a:tailEnd/>
            </a:ln>
          </p:spPr>
          <p:txBody>
            <a:bodyPr wrap="none" lIns="0" tIns="0" rIns="0" bIns="0">
              <a:spAutoFit/>
            </a:bodyPr>
            <a:lstStyle/>
            <a:p>
              <a:r>
                <a:rPr lang="en-US" altLang="ja-JP" sz="1000" dirty="0">
                  <a:latin typeface="Aptos" panose="020B0004020202020204" pitchFamily="34" charset="0"/>
                  <a:ea typeface="ＭＳ Ｐゴシック" charset="-128"/>
                </a:rPr>
                <a:t>New Co</a:t>
              </a:r>
            </a:p>
          </p:txBody>
        </p:sp>
        <p:sp>
          <p:nvSpPr>
            <p:cNvPr id="785432" name="Text Box 24"/>
            <p:cNvSpPr txBox="1">
              <a:spLocks noChangeArrowheads="1"/>
            </p:cNvSpPr>
            <p:nvPr/>
          </p:nvSpPr>
          <p:spPr bwMode="auto">
            <a:xfrm>
              <a:off x="5265383" y="3881344"/>
              <a:ext cx="44994" cy="174260"/>
            </a:xfrm>
            <a:prstGeom prst="rect">
              <a:avLst/>
            </a:prstGeom>
            <a:noFill/>
            <a:ln w="9525">
              <a:noFill/>
              <a:miter lim="800000"/>
              <a:headEnd/>
              <a:tailEnd/>
            </a:ln>
          </p:spPr>
          <p:txBody>
            <a:bodyPr wrap="none" lIns="0" tIns="0" rIns="0" bIns="0">
              <a:spAutoFit/>
            </a:bodyPr>
            <a:lstStyle/>
            <a:p>
              <a:r>
                <a:rPr lang="en-US" altLang="ja-JP" sz="1000" dirty="0">
                  <a:latin typeface="Aptos" panose="020B0004020202020204" pitchFamily="34" charset="0"/>
                  <a:ea typeface="ＭＳ Ｐゴシック" charset="-128"/>
                </a:rPr>
                <a:t>+</a:t>
              </a:r>
            </a:p>
          </p:txBody>
        </p:sp>
        <p:sp>
          <p:nvSpPr>
            <p:cNvPr id="785433" name="Text Box 25"/>
            <p:cNvSpPr txBox="1">
              <a:spLocks noChangeArrowheads="1"/>
            </p:cNvSpPr>
            <p:nvPr/>
          </p:nvSpPr>
          <p:spPr bwMode="auto">
            <a:xfrm>
              <a:off x="6894158" y="3881344"/>
              <a:ext cx="44994" cy="174260"/>
            </a:xfrm>
            <a:prstGeom prst="rect">
              <a:avLst/>
            </a:prstGeom>
            <a:noFill/>
            <a:ln w="9525">
              <a:noFill/>
              <a:miter lim="800000"/>
              <a:headEnd/>
              <a:tailEnd/>
            </a:ln>
          </p:spPr>
          <p:txBody>
            <a:bodyPr wrap="none" lIns="0" tIns="0" rIns="0" bIns="0">
              <a:spAutoFit/>
            </a:bodyPr>
            <a:lstStyle/>
            <a:p>
              <a:r>
                <a:rPr lang="en-US" altLang="ja-JP" sz="1000" dirty="0">
                  <a:latin typeface="Aptos" panose="020B0004020202020204" pitchFamily="34" charset="0"/>
                  <a:ea typeface="ＭＳ Ｐゴシック" charset="-128"/>
                </a:rPr>
                <a:t>=</a:t>
              </a:r>
            </a:p>
          </p:txBody>
        </p:sp>
        <p:sp>
          <p:nvSpPr>
            <p:cNvPr id="28" name="Rectangle 26"/>
            <p:cNvSpPr>
              <a:spLocks noChangeArrowheads="1"/>
            </p:cNvSpPr>
            <p:nvPr/>
          </p:nvSpPr>
          <p:spPr bwMode="auto">
            <a:xfrm>
              <a:off x="5723234" y="2268334"/>
              <a:ext cx="731838" cy="215900"/>
            </a:xfrm>
            <a:prstGeom prst="rect">
              <a:avLst/>
            </a:prstGeom>
            <a:solidFill>
              <a:schemeClr val="bg2">
                <a:lumMod val="75000"/>
              </a:schemeClr>
            </a:solidFill>
            <a:ln w="9525">
              <a:noFill/>
              <a:miter lim="800000"/>
              <a:headEnd/>
              <a:tailEnd/>
            </a:ln>
          </p:spPr>
          <p:txBody>
            <a:bodyPr wrap="none" anchor="ctr"/>
            <a:lstStyle/>
            <a:p>
              <a:pPr algn="ctr">
                <a:defRPr/>
              </a:pPr>
              <a:endParaRPr lang="en-US" sz="1000" dirty="0">
                <a:latin typeface="Aptos" panose="020B0004020202020204" pitchFamily="34" charset="0"/>
              </a:endParaRPr>
            </a:p>
          </p:txBody>
        </p:sp>
        <p:sp>
          <p:nvSpPr>
            <p:cNvPr id="29" name="Rectangle 27"/>
            <p:cNvSpPr>
              <a:spLocks noChangeArrowheads="1"/>
            </p:cNvSpPr>
            <p:nvPr/>
          </p:nvSpPr>
          <p:spPr bwMode="auto">
            <a:xfrm>
              <a:off x="5723234" y="2814055"/>
              <a:ext cx="731838" cy="215900"/>
            </a:xfrm>
            <a:prstGeom prst="rect">
              <a:avLst/>
            </a:prstGeom>
            <a:solidFill>
              <a:schemeClr val="bg1"/>
            </a:solidFill>
            <a:ln w="6350">
              <a:solidFill>
                <a:srgbClr val="BBBCBC"/>
              </a:solidFill>
              <a:prstDash val="solid"/>
              <a:miter lim="800000"/>
              <a:headEnd type="none" w="sm" len="sm"/>
              <a:tailEnd type="none" w="sm" len="sm"/>
            </a:ln>
          </p:spPr>
          <p:txBody>
            <a:bodyPr wrap="none" anchor="ctr"/>
            <a:lstStyle/>
            <a:p>
              <a:pPr algn="ctr">
                <a:defRPr/>
              </a:pPr>
              <a:endParaRPr lang="en-US" sz="1000" dirty="0">
                <a:latin typeface="Aptos" panose="020B0004020202020204" pitchFamily="34" charset="0"/>
              </a:endParaRPr>
            </a:p>
          </p:txBody>
        </p:sp>
        <p:sp>
          <p:nvSpPr>
            <p:cNvPr id="785436" name="Rectangle 28"/>
            <p:cNvSpPr>
              <a:spLocks noChangeArrowheads="1"/>
            </p:cNvSpPr>
            <p:nvPr/>
          </p:nvSpPr>
          <p:spPr bwMode="auto">
            <a:xfrm>
              <a:off x="5723234" y="3359776"/>
              <a:ext cx="731838" cy="215900"/>
            </a:xfrm>
            <a:prstGeom prst="rect">
              <a:avLst/>
            </a:prstGeom>
            <a:solidFill>
              <a:schemeClr val="accent3"/>
            </a:solidFill>
            <a:ln w="9525" algn="ctr">
              <a:noFill/>
              <a:miter lim="800000"/>
              <a:headEnd/>
              <a:tailEnd/>
            </a:ln>
          </p:spPr>
          <p:txBody>
            <a:bodyPr wrap="none" anchor="ctr"/>
            <a:lstStyle/>
            <a:p>
              <a:pPr algn="ctr"/>
              <a:endParaRPr lang="en-US" sz="1000" dirty="0">
                <a:latin typeface="Aptos" panose="020B0004020202020204" pitchFamily="34" charset="0"/>
              </a:endParaRPr>
            </a:p>
          </p:txBody>
        </p:sp>
        <p:sp>
          <p:nvSpPr>
            <p:cNvPr id="58" name="Text Box 3"/>
            <p:cNvSpPr txBox="1">
              <a:spLocks noChangeArrowheads="1"/>
            </p:cNvSpPr>
            <p:nvPr/>
          </p:nvSpPr>
          <p:spPr bwMode="auto">
            <a:xfrm>
              <a:off x="2707515" y="1745478"/>
              <a:ext cx="827529"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1000" dirty="0">
                  <a:latin typeface="Aptos" panose="020B0004020202020204" pitchFamily="34" charset="0"/>
                  <a:ea typeface="ＭＳ Ｐゴシック" charset="-128"/>
                  <a:cs typeface="Arial" pitchFamily="34" charset="0"/>
                </a:rPr>
                <a:t>Row header</a:t>
              </a:r>
            </a:p>
          </p:txBody>
        </p:sp>
        <p:sp>
          <p:nvSpPr>
            <p:cNvPr id="59" name="Text Box 10"/>
            <p:cNvSpPr txBox="1">
              <a:spLocks noChangeArrowheads="1"/>
            </p:cNvSpPr>
            <p:nvPr/>
          </p:nvSpPr>
          <p:spPr bwMode="auto">
            <a:xfrm>
              <a:off x="2707515" y="2288092"/>
              <a:ext cx="827529"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1000" dirty="0">
                  <a:latin typeface="Aptos" panose="020B0004020202020204" pitchFamily="34" charset="0"/>
                  <a:ea typeface="ＭＳ Ｐゴシック" charset="-128"/>
                  <a:cs typeface="Arial" pitchFamily="34" charset="0"/>
                </a:rPr>
                <a:t>Row header</a:t>
              </a:r>
            </a:p>
          </p:txBody>
        </p:sp>
        <p:sp>
          <p:nvSpPr>
            <p:cNvPr id="60" name="Text Box 17"/>
            <p:cNvSpPr txBox="1">
              <a:spLocks noChangeArrowheads="1"/>
            </p:cNvSpPr>
            <p:nvPr/>
          </p:nvSpPr>
          <p:spPr bwMode="auto">
            <a:xfrm>
              <a:off x="2707515" y="2830706"/>
              <a:ext cx="827529"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1000" dirty="0">
                  <a:latin typeface="Aptos" panose="020B0004020202020204" pitchFamily="34" charset="0"/>
                  <a:ea typeface="ＭＳ Ｐゴシック" charset="-128"/>
                  <a:cs typeface="Arial" pitchFamily="34" charset="0"/>
                </a:rPr>
                <a:t>Row header</a:t>
              </a:r>
            </a:p>
          </p:txBody>
        </p:sp>
        <p:sp>
          <p:nvSpPr>
            <p:cNvPr id="61" name="Text Box 24"/>
            <p:cNvSpPr txBox="1">
              <a:spLocks noChangeArrowheads="1"/>
            </p:cNvSpPr>
            <p:nvPr/>
          </p:nvSpPr>
          <p:spPr bwMode="auto">
            <a:xfrm>
              <a:off x="2707515" y="3373320"/>
              <a:ext cx="827529"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1000" dirty="0">
                  <a:latin typeface="Aptos" panose="020B0004020202020204" pitchFamily="34" charset="0"/>
                  <a:ea typeface="ＭＳ Ｐゴシック" charset="-128"/>
                  <a:cs typeface="Arial" pitchFamily="34" charset="0"/>
                </a:rPr>
                <a:t>Row header</a:t>
              </a:r>
            </a:p>
          </p:txBody>
        </p:sp>
        <p:sp>
          <p:nvSpPr>
            <p:cNvPr id="62" name="Text Box 31"/>
            <p:cNvSpPr txBox="1">
              <a:spLocks noChangeArrowheads="1"/>
            </p:cNvSpPr>
            <p:nvPr/>
          </p:nvSpPr>
          <p:spPr bwMode="auto">
            <a:xfrm>
              <a:off x="2707515" y="3915934"/>
              <a:ext cx="827529"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1000" dirty="0">
                  <a:latin typeface="Aptos" panose="020B0004020202020204" pitchFamily="34" charset="0"/>
                  <a:ea typeface="ＭＳ Ｐゴシック" charset="-128"/>
                  <a:cs typeface="Arial" pitchFamily="34" charset="0"/>
                </a:rPr>
                <a:t>Row header</a:t>
              </a:r>
            </a:p>
          </p:txBody>
        </p:sp>
        <p:sp>
          <p:nvSpPr>
            <p:cNvPr id="63" name="Text Box 38"/>
            <p:cNvSpPr txBox="1">
              <a:spLocks noChangeArrowheads="1"/>
            </p:cNvSpPr>
            <p:nvPr/>
          </p:nvSpPr>
          <p:spPr bwMode="auto">
            <a:xfrm>
              <a:off x="2707515" y="4458548"/>
              <a:ext cx="827529"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1000" dirty="0">
                  <a:latin typeface="Aptos" panose="020B0004020202020204" pitchFamily="34" charset="0"/>
                  <a:ea typeface="ＭＳ Ｐゴシック" charset="-128"/>
                  <a:cs typeface="Arial" pitchFamily="34" charset="0"/>
                </a:rPr>
                <a:t>Row header</a:t>
              </a:r>
            </a:p>
          </p:txBody>
        </p:sp>
        <p:sp>
          <p:nvSpPr>
            <p:cNvPr id="64" name="Text Box 45"/>
            <p:cNvSpPr txBox="1">
              <a:spLocks noChangeArrowheads="1"/>
            </p:cNvSpPr>
            <p:nvPr/>
          </p:nvSpPr>
          <p:spPr bwMode="auto">
            <a:xfrm>
              <a:off x="2707515" y="5001159"/>
              <a:ext cx="827529" cy="184666"/>
            </a:xfrm>
            <a:prstGeom prst="rect">
              <a:avLst/>
            </a:prstGeom>
            <a:noFill/>
            <a:ln w="9525">
              <a:noFill/>
              <a:miter lim="800000"/>
              <a:headEnd type="none" w="sm" len="sm"/>
              <a:tailEnd type="none" w="med" len="lg"/>
            </a:ln>
          </p:spPr>
          <p:txBody>
            <a:bodyPr wrap="square" lIns="0" tIns="0" rIns="0" bIns="0" anchor="ctr" anchorCtr="0">
              <a:noAutofit/>
            </a:bodyPr>
            <a:lstStyle/>
            <a:p>
              <a:pPr algn="r">
                <a:spcBef>
                  <a:spcPct val="20000"/>
                </a:spcBef>
              </a:pPr>
              <a:r>
                <a:rPr lang="en-GB" altLang="ja-JP" sz="1000" dirty="0">
                  <a:latin typeface="Aptos" panose="020B0004020202020204" pitchFamily="34" charset="0"/>
                  <a:ea typeface="ＭＳ Ｐゴシック" charset="-128"/>
                  <a:cs typeface="Arial" pitchFamily="34" charset="0"/>
                </a:rPr>
                <a:t>Row header</a:t>
              </a:r>
            </a:p>
          </p:txBody>
        </p:sp>
      </p:grpSp>
      <p:sp>
        <p:nvSpPr>
          <p:cNvPr id="65" name="Rectangle 52"/>
          <p:cNvSpPr>
            <a:spLocks noChangeArrowheads="1"/>
          </p:cNvSpPr>
          <p:nvPr/>
        </p:nvSpPr>
        <p:spPr bwMode="auto">
          <a:xfrm>
            <a:off x="3232069" y="5467780"/>
            <a:ext cx="264380" cy="120834"/>
          </a:xfrm>
          <a:prstGeom prst="rect">
            <a:avLst/>
          </a:prstGeom>
          <a:solidFill>
            <a:schemeClr val="accent3"/>
          </a:solidFill>
          <a:ln w="9525">
            <a:noFill/>
            <a:miter lim="800000"/>
            <a:headEnd/>
            <a:tailEnd/>
          </a:ln>
        </p:spPr>
        <p:txBody>
          <a:bodyPr wrap="none" anchor="ctr"/>
          <a:lstStyle/>
          <a:p>
            <a:pPr eaLnBrk="1" hangingPunct="1">
              <a:spcBef>
                <a:spcPct val="20000"/>
              </a:spcBef>
            </a:pPr>
            <a:endParaRPr lang="en-GB" sz="1000" dirty="0">
              <a:latin typeface="Aptos" panose="020B0004020202020204" pitchFamily="34" charset="0"/>
              <a:cs typeface="Arial" pitchFamily="34" charset="0"/>
            </a:endParaRPr>
          </a:p>
        </p:txBody>
      </p:sp>
      <p:sp>
        <p:nvSpPr>
          <p:cNvPr id="66" name="Text Box 54"/>
          <p:cNvSpPr txBox="1">
            <a:spLocks noChangeArrowheads="1"/>
          </p:cNvSpPr>
          <p:nvPr/>
        </p:nvSpPr>
        <p:spPr bwMode="auto">
          <a:xfrm>
            <a:off x="3554762" y="5451253"/>
            <a:ext cx="657231" cy="153888"/>
          </a:xfrm>
          <a:prstGeom prst="rect">
            <a:avLst/>
          </a:prstGeom>
          <a:noFill/>
          <a:ln w="9525" algn="ctr">
            <a:noFill/>
            <a:miter lim="800000"/>
            <a:headEnd/>
            <a:tailEnd/>
          </a:ln>
        </p:spPr>
        <p:txBody>
          <a:bodyPr wrap="none" lIns="0" tIns="0" rIns="0" bIns="0" anchor="ctr">
            <a:spAutoFit/>
          </a:bodyPr>
          <a:lstStyle/>
          <a:p>
            <a:pPr eaLnBrk="1" hangingPunct="1">
              <a:spcBef>
                <a:spcPct val="20000"/>
              </a:spcBef>
            </a:pPr>
            <a:r>
              <a:rPr lang="en-GB" altLang="ja-JP" sz="1000" dirty="0">
                <a:latin typeface="Aptos" panose="020B0004020202020204" pitchFamily="34" charset="0"/>
                <a:ea typeface="ＭＳ Ｐゴシック" charset="-128"/>
                <a:cs typeface="Arial" pitchFamily="34" charset="0"/>
              </a:rPr>
              <a:t>Advantaged</a:t>
            </a:r>
          </a:p>
        </p:txBody>
      </p:sp>
      <p:sp>
        <p:nvSpPr>
          <p:cNvPr id="67" name="Rectangle 66"/>
          <p:cNvSpPr>
            <a:spLocks noChangeArrowheads="1"/>
          </p:cNvSpPr>
          <p:nvPr/>
        </p:nvSpPr>
        <p:spPr bwMode="auto">
          <a:xfrm>
            <a:off x="4457567" y="5467780"/>
            <a:ext cx="264380" cy="120834"/>
          </a:xfrm>
          <a:prstGeom prst="rect">
            <a:avLst/>
          </a:prstGeom>
          <a:solidFill>
            <a:schemeClr val="bg1">
              <a:lumMod val="65000"/>
            </a:schemeClr>
          </a:solidFill>
          <a:ln w="9525" algn="ctr">
            <a:noFill/>
            <a:miter lim="800000"/>
            <a:headEnd/>
            <a:tailEnd/>
          </a:ln>
        </p:spPr>
        <p:txBody>
          <a:bodyPr wrap="none" anchor="ctr"/>
          <a:lstStyle/>
          <a:p>
            <a:pPr eaLnBrk="1" hangingPunct="1">
              <a:spcBef>
                <a:spcPct val="20000"/>
              </a:spcBef>
              <a:defRPr/>
            </a:pPr>
            <a:endParaRPr lang="en-GB" sz="1000" dirty="0">
              <a:latin typeface="Aptos" panose="020B0004020202020204" pitchFamily="34" charset="0"/>
              <a:cs typeface="Arial" pitchFamily="34" charset="0"/>
            </a:endParaRPr>
          </a:p>
        </p:txBody>
      </p:sp>
      <p:sp>
        <p:nvSpPr>
          <p:cNvPr id="68" name="Text Box 55"/>
          <p:cNvSpPr txBox="1">
            <a:spLocks noChangeArrowheads="1"/>
          </p:cNvSpPr>
          <p:nvPr/>
        </p:nvSpPr>
        <p:spPr bwMode="auto">
          <a:xfrm>
            <a:off x="4780259" y="5451253"/>
            <a:ext cx="416781" cy="153888"/>
          </a:xfrm>
          <a:prstGeom prst="rect">
            <a:avLst/>
          </a:prstGeom>
          <a:noFill/>
          <a:ln w="9525" algn="ctr">
            <a:noFill/>
            <a:miter lim="800000"/>
            <a:headEnd/>
            <a:tailEnd/>
          </a:ln>
        </p:spPr>
        <p:txBody>
          <a:bodyPr wrap="none" lIns="0" tIns="0" rIns="0" bIns="0" anchor="ctr">
            <a:spAutoFit/>
          </a:bodyPr>
          <a:lstStyle/>
          <a:p>
            <a:pPr eaLnBrk="1" hangingPunct="1">
              <a:spcBef>
                <a:spcPct val="20000"/>
              </a:spcBef>
            </a:pPr>
            <a:r>
              <a:rPr lang="en-GB" altLang="ja-JP" sz="1000" dirty="0">
                <a:latin typeface="Aptos" panose="020B0004020202020204" pitchFamily="34" charset="0"/>
                <a:ea typeface="ＭＳ Ｐゴシック" charset="-128"/>
                <a:cs typeface="Arial" pitchFamily="34" charset="0"/>
              </a:rPr>
              <a:t>Neutral</a:t>
            </a:r>
          </a:p>
        </p:txBody>
      </p:sp>
      <p:sp>
        <p:nvSpPr>
          <p:cNvPr id="69" name="Rectangle 68"/>
          <p:cNvSpPr>
            <a:spLocks noChangeArrowheads="1"/>
          </p:cNvSpPr>
          <p:nvPr/>
        </p:nvSpPr>
        <p:spPr bwMode="auto">
          <a:xfrm>
            <a:off x="5466859" y="5467780"/>
            <a:ext cx="264380" cy="120834"/>
          </a:xfrm>
          <a:prstGeom prst="rect">
            <a:avLst/>
          </a:prstGeom>
          <a:solidFill>
            <a:schemeClr val="bg2">
              <a:lumMod val="75000"/>
            </a:schemeClr>
          </a:solidFill>
          <a:ln w="9525">
            <a:noFill/>
            <a:miter lim="800000"/>
            <a:headEnd/>
            <a:tailEnd/>
          </a:ln>
        </p:spPr>
        <p:txBody>
          <a:bodyPr wrap="none" anchor="ctr"/>
          <a:lstStyle/>
          <a:p>
            <a:pPr eaLnBrk="1" hangingPunct="1">
              <a:spcBef>
                <a:spcPct val="20000"/>
              </a:spcBef>
              <a:defRPr/>
            </a:pPr>
            <a:endParaRPr lang="en-GB" sz="1000" dirty="0">
              <a:latin typeface="Aptos" panose="020B0004020202020204" pitchFamily="34" charset="0"/>
              <a:cs typeface="Arial" pitchFamily="34" charset="0"/>
            </a:endParaRPr>
          </a:p>
        </p:txBody>
      </p:sp>
      <p:sp>
        <p:nvSpPr>
          <p:cNvPr id="70" name="Text Box 57"/>
          <p:cNvSpPr txBox="1">
            <a:spLocks noChangeArrowheads="1"/>
          </p:cNvSpPr>
          <p:nvPr/>
        </p:nvSpPr>
        <p:spPr bwMode="auto">
          <a:xfrm>
            <a:off x="5789551" y="5451253"/>
            <a:ext cx="831959" cy="153888"/>
          </a:xfrm>
          <a:prstGeom prst="rect">
            <a:avLst/>
          </a:prstGeom>
          <a:noFill/>
          <a:ln w="9525" algn="ctr">
            <a:noFill/>
            <a:miter lim="800000"/>
            <a:headEnd/>
            <a:tailEnd/>
          </a:ln>
        </p:spPr>
        <p:txBody>
          <a:bodyPr wrap="none" lIns="0" tIns="0" rIns="0" bIns="0" anchor="ctr">
            <a:spAutoFit/>
          </a:bodyPr>
          <a:lstStyle/>
          <a:p>
            <a:pPr eaLnBrk="1" hangingPunct="1">
              <a:spcBef>
                <a:spcPct val="20000"/>
              </a:spcBef>
            </a:pPr>
            <a:r>
              <a:rPr lang="en-GB" altLang="ja-JP" sz="1000" dirty="0">
                <a:latin typeface="Aptos" panose="020B0004020202020204" pitchFamily="34" charset="0"/>
                <a:ea typeface="ＭＳ Ｐゴシック" charset="-128"/>
                <a:cs typeface="Arial" pitchFamily="34" charset="0"/>
              </a:rPr>
              <a:t>Disadvantaged</a:t>
            </a:r>
          </a:p>
        </p:txBody>
      </p:sp>
      <p:sp>
        <p:nvSpPr>
          <p:cNvPr id="71" name="Rectangle 70"/>
          <p:cNvSpPr>
            <a:spLocks noChangeArrowheads="1"/>
          </p:cNvSpPr>
          <p:nvPr/>
        </p:nvSpPr>
        <p:spPr bwMode="auto">
          <a:xfrm>
            <a:off x="6834255" y="5467780"/>
            <a:ext cx="264380" cy="120834"/>
          </a:xfrm>
          <a:prstGeom prst="rect">
            <a:avLst/>
          </a:prstGeom>
          <a:solidFill>
            <a:schemeClr val="bg1"/>
          </a:solidFill>
          <a:ln w="6350">
            <a:solidFill>
              <a:srgbClr val="BBBCBC"/>
            </a:solidFill>
            <a:miter lim="800000"/>
            <a:headEnd/>
            <a:tailEnd/>
          </a:ln>
        </p:spPr>
        <p:txBody>
          <a:bodyPr wrap="none" anchor="ctr"/>
          <a:lstStyle/>
          <a:p>
            <a:pPr eaLnBrk="1" hangingPunct="1">
              <a:spcBef>
                <a:spcPct val="20000"/>
              </a:spcBef>
              <a:defRPr/>
            </a:pPr>
            <a:endParaRPr lang="en-GB" sz="1000" dirty="0">
              <a:latin typeface="Aptos" panose="020B0004020202020204" pitchFamily="34" charset="0"/>
              <a:cs typeface="Arial" pitchFamily="34" charset="0"/>
            </a:endParaRPr>
          </a:p>
        </p:txBody>
      </p:sp>
      <p:sp>
        <p:nvSpPr>
          <p:cNvPr id="72" name="Text Box 57"/>
          <p:cNvSpPr txBox="1">
            <a:spLocks noChangeArrowheads="1"/>
          </p:cNvSpPr>
          <p:nvPr/>
        </p:nvSpPr>
        <p:spPr bwMode="auto">
          <a:xfrm>
            <a:off x="7156947" y="5451253"/>
            <a:ext cx="634789" cy="153888"/>
          </a:xfrm>
          <a:prstGeom prst="rect">
            <a:avLst/>
          </a:prstGeom>
          <a:noFill/>
          <a:ln w="9525" algn="ctr">
            <a:noFill/>
            <a:miter lim="800000"/>
            <a:headEnd/>
            <a:tailEnd/>
          </a:ln>
        </p:spPr>
        <p:txBody>
          <a:bodyPr wrap="none" lIns="0" tIns="0" rIns="0" bIns="0" anchor="ctr">
            <a:spAutoFit/>
          </a:bodyPr>
          <a:lstStyle/>
          <a:p>
            <a:pPr>
              <a:spcBef>
                <a:spcPct val="20000"/>
              </a:spcBef>
            </a:pPr>
            <a:r>
              <a:rPr lang="en-US" altLang="ja-JP" sz="1000" dirty="0">
                <a:latin typeface="Aptos" panose="020B0004020202020204" pitchFamily="34" charset="0"/>
                <a:ea typeface="ＭＳ Ｐゴシック" charset="-128"/>
              </a:rPr>
              <a:t>No position</a:t>
            </a:r>
          </a:p>
        </p:txBody>
      </p:sp>
    </p:spTree>
    <p:extLst>
      <p:ext uri="{BB962C8B-B14F-4D97-AF65-F5344CB8AC3E}">
        <p14:creationId xmlns:p14="http://schemas.microsoft.com/office/powerpoint/2010/main" val="3657532122"/>
      </p:ext>
    </p:extLst>
  </p:cSld>
  <p:clrMapOvr>
    <a:masterClrMapping/>
  </p:clrMapOvr>
  <p:transition>
    <p:fade/>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B1B56A3F-F088-E040-5D0D-F1B4CDA1CFB5}"/>
              </a:ext>
            </a:extLst>
          </p:cNvPr>
          <p:cNvSpPr>
            <a:spLocks noGrp="1"/>
          </p:cNvSpPr>
          <p:nvPr>
            <p:ph sz="quarter" idx="10"/>
          </p:nvPr>
        </p:nvSpPr>
        <p:spPr/>
        <p:txBody>
          <a:bodyPr/>
          <a:lstStyle/>
          <a:p>
            <a:r>
              <a:rPr lang="en-US" dirty="0"/>
              <a:t>Chart title</a:t>
            </a:r>
          </a:p>
        </p:txBody>
      </p:sp>
      <p:sp>
        <p:nvSpPr>
          <p:cNvPr id="3" name="Content Placeholder 2">
            <a:extLst>
              <a:ext uri="{FF2B5EF4-FFF2-40B4-BE49-F238E27FC236}">
                <a16:creationId xmlns:a16="http://schemas.microsoft.com/office/drawing/2014/main" id="{EA92DB6D-EED6-3C8F-D955-E27C9FCBCDC4}"/>
              </a:ext>
            </a:extLst>
          </p:cNvPr>
          <p:cNvSpPr>
            <a:spLocks noGrp="1"/>
          </p:cNvSpPr>
          <p:nvPr>
            <p:ph sz="quarter" idx="20"/>
          </p:nvPr>
        </p:nvSpPr>
        <p:spPr/>
        <p:txBody>
          <a:bodyPr/>
          <a:lstStyle/>
          <a:p>
            <a:r>
              <a:rPr lang="en-US" dirty="0"/>
              <a:t>Chart title</a:t>
            </a:r>
          </a:p>
        </p:txBody>
      </p:sp>
      <p:sp>
        <p:nvSpPr>
          <p:cNvPr id="6" name="Text Placeholder 5"/>
          <p:cNvSpPr>
            <a:spLocks noGrp="1"/>
          </p:cNvSpPr>
          <p:nvPr>
            <p:ph type="body" sz="quarter" idx="13"/>
          </p:nvPr>
        </p:nvSpPr>
        <p:spPr/>
        <p:txBody>
          <a:bodyPr/>
          <a:lstStyle/>
          <a:p>
            <a:r>
              <a:rPr lang="en-US"/>
              <a:t>Competitive groups</a:t>
            </a:r>
            <a:endParaRPr lang="en-US" dirty="0"/>
          </a:p>
        </p:txBody>
      </p:sp>
      <p:sp>
        <p:nvSpPr>
          <p:cNvPr id="786433" name="Title 1"/>
          <p:cNvSpPr>
            <a:spLocks noGrp="1"/>
          </p:cNvSpPr>
          <p:nvPr>
            <p:ph type="title"/>
          </p:nvPr>
        </p:nvSpPr>
        <p:spPr/>
        <p:txBody>
          <a:bodyPr/>
          <a:lstStyle/>
          <a:p>
            <a:r>
              <a:rPr lang="en-US" altLang="ja-JP"/>
              <a:t>Activity map</a:t>
            </a:r>
            <a:endParaRPr lang="en-US" dirty="0"/>
          </a:p>
        </p:txBody>
      </p:sp>
      <p:sp>
        <p:nvSpPr>
          <p:cNvPr id="786435" name="Text Box 3"/>
          <p:cNvSpPr txBox="1">
            <a:spLocks noChangeArrowheads="1"/>
          </p:cNvSpPr>
          <p:nvPr/>
        </p:nvSpPr>
        <p:spPr bwMode="auto">
          <a:xfrm>
            <a:off x="959463" y="3711030"/>
            <a:ext cx="1040349" cy="125099"/>
          </a:xfrm>
          <a:prstGeom prst="rect">
            <a:avLst/>
          </a:prstGeom>
          <a:noFill/>
          <a:ln w="9525" algn="ctr">
            <a:noFill/>
            <a:miter lim="800000"/>
            <a:headEnd/>
            <a:tailEnd/>
          </a:ln>
        </p:spPr>
        <p:txBody>
          <a:bodyPr wrap="none" lIns="0" tIns="0" rIns="0" bIns="0">
            <a:spAutoFit/>
          </a:bodyPr>
          <a:lstStyle/>
          <a:p>
            <a:pPr algn="ctr"/>
            <a:r>
              <a:rPr lang="en-US" altLang="ja-JP" sz="800" dirty="0">
                <a:latin typeface="Aptos" panose="020B0004020202020204" pitchFamily="34" charset="0"/>
                <a:ea typeface="ＭＳ Ｐゴシック" charset="-128"/>
              </a:rPr>
              <a:t>Competitive advantage</a:t>
            </a:r>
          </a:p>
        </p:txBody>
      </p:sp>
      <p:sp>
        <p:nvSpPr>
          <p:cNvPr id="786436" name="Text Box 4"/>
          <p:cNvSpPr txBox="1">
            <a:spLocks noChangeArrowheads="1"/>
          </p:cNvSpPr>
          <p:nvPr/>
        </p:nvSpPr>
        <p:spPr bwMode="auto">
          <a:xfrm>
            <a:off x="2538399" y="5480726"/>
            <a:ext cx="1699022" cy="250197"/>
          </a:xfrm>
          <a:prstGeom prst="rect">
            <a:avLst/>
          </a:prstGeom>
          <a:noFill/>
          <a:ln w="9525" algn="ctr">
            <a:noFill/>
            <a:miter lim="800000"/>
            <a:headEnd/>
            <a:tailEnd/>
          </a:ln>
        </p:spPr>
        <p:txBody>
          <a:bodyPr wrap="square" lIns="0" tIns="0" rIns="0" bIns="0" anchor="ctr">
            <a:spAutoFit/>
          </a:bodyPr>
          <a:lstStyle/>
          <a:p>
            <a:pPr marL="0" lvl="1">
              <a:buSzPct val="100000"/>
            </a:pPr>
            <a:r>
              <a:rPr lang="en-US" altLang="ja-JP" sz="800" dirty="0">
                <a:latin typeface="Aptos" panose="020B0004020202020204" pitchFamily="34" charset="0"/>
                <a:ea typeface="ＭＳ Ｐゴシック" charset="-128"/>
              </a:rPr>
              <a:t>Text</a:t>
            </a:r>
          </a:p>
          <a:p>
            <a:pPr marL="0" lvl="1">
              <a:buSzPct val="100000"/>
            </a:pPr>
            <a:r>
              <a:rPr lang="en-US" altLang="ja-JP" sz="800" dirty="0">
                <a:latin typeface="Aptos" panose="020B0004020202020204" pitchFamily="34" charset="0"/>
                <a:ea typeface="ＭＳ Ｐゴシック" charset="-128"/>
              </a:rPr>
              <a:t>Text</a:t>
            </a:r>
          </a:p>
        </p:txBody>
      </p:sp>
      <p:sp>
        <p:nvSpPr>
          <p:cNvPr id="786437" name="Text Box 5"/>
          <p:cNvSpPr txBox="1">
            <a:spLocks noChangeArrowheads="1"/>
          </p:cNvSpPr>
          <p:nvPr/>
        </p:nvSpPr>
        <p:spPr bwMode="auto">
          <a:xfrm>
            <a:off x="964993" y="5537057"/>
            <a:ext cx="1040349" cy="125099"/>
          </a:xfrm>
          <a:prstGeom prst="rect">
            <a:avLst/>
          </a:prstGeom>
          <a:noFill/>
          <a:ln w="9525" algn="ctr">
            <a:noFill/>
            <a:miter lim="800000"/>
            <a:headEnd/>
            <a:tailEnd/>
          </a:ln>
        </p:spPr>
        <p:txBody>
          <a:bodyPr wrap="none" lIns="0" tIns="0" rIns="0" bIns="0">
            <a:spAutoFit/>
          </a:bodyPr>
          <a:lstStyle/>
          <a:p>
            <a:pPr algn="ctr"/>
            <a:r>
              <a:rPr lang="en-US" altLang="ja-JP" sz="800" dirty="0">
                <a:latin typeface="Aptos" panose="020B0004020202020204" pitchFamily="34" charset="0"/>
                <a:ea typeface="ＭＳ Ｐゴシック" charset="-128"/>
              </a:rPr>
              <a:t>Competitive advantage</a:t>
            </a:r>
          </a:p>
        </p:txBody>
      </p:sp>
      <p:sp>
        <p:nvSpPr>
          <p:cNvPr id="786438" name="Text Box 6"/>
          <p:cNvSpPr txBox="1">
            <a:spLocks noChangeArrowheads="1"/>
          </p:cNvSpPr>
          <p:nvPr/>
        </p:nvSpPr>
        <p:spPr bwMode="auto">
          <a:xfrm>
            <a:off x="6523788" y="5480726"/>
            <a:ext cx="1699022" cy="250197"/>
          </a:xfrm>
          <a:prstGeom prst="rect">
            <a:avLst/>
          </a:prstGeom>
          <a:noFill/>
          <a:ln w="9525" algn="ctr">
            <a:noFill/>
            <a:miter lim="800000"/>
            <a:headEnd/>
            <a:tailEnd/>
          </a:ln>
        </p:spPr>
        <p:txBody>
          <a:bodyPr wrap="square" lIns="0" tIns="0" rIns="0" bIns="0" anchor="ctr">
            <a:spAutoFit/>
          </a:bodyPr>
          <a:lstStyle/>
          <a:p>
            <a:pPr marL="0" lvl="1">
              <a:buSzPct val="100000"/>
            </a:pPr>
            <a:r>
              <a:rPr lang="en-US" altLang="ja-JP" sz="800" dirty="0">
                <a:latin typeface="Aptos" panose="020B0004020202020204" pitchFamily="34" charset="0"/>
                <a:ea typeface="ＭＳ Ｐゴシック" charset="-128"/>
              </a:rPr>
              <a:t>Text</a:t>
            </a:r>
          </a:p>
          <a:p>
            <a:pPr marL="0" lvl="1">
              <a:buSzPct val="100000"/>
            </a:pPr>
            <a:r>
              <a:rPr lang="en-US" altLang="ja-JP" sz="800" dirty="0">
                <a:latin typeface="Aptos" panose="020B0004020202020204" pitchFamily="34" charset="0"/>
                <a:ea typeface="ＭＳ Ｐゴシック" charset="-128"/>
              </a:rPr>
              <a:t>Text</a:t>
            </a:r>
          </a:p>
        </p:txBody>
      </p:sp>
      <p:sp>
        <p:nvSpPr>
          <p:cNvPr id="786439" name="Rectangle 7"/>
          <p:cNvSpPr>
            <a:spLocks noChangeArrowheads="1"/>
          </p:cNvSpPr>
          <p:nvPr/>
        </p:nvSpPr>
        <p:spPr bwMode="auto">
          <a:xfrm>
            <a:off x="1945425" y="2802644"/>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9" name="Rectangle 8"/>
          <p:cNvSpPr>
            <a:spLocks noChangeArrowheads="1"/>
          </p:cNvSpPr>
          <p:nvPr/>
        </p:nvSpPr>
        <p:spPr bwMode="auto">
          <a:xfrm>
            <a:off x="2560681" y="2801992"/>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0" name="Rectangle 9"/>
          <p:cNvSpPr>
            <a:spLocks noChangeArrowheads="1"/>
          </p:cNvSpPr>
          <p:nvPr/>
        </p:nvSpPr>
        <p:spPr bwMode="auto">
          <a:xfrm>
            <a:off x="2560681" y="3000628"/>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1" name="Rectangle 10"/>
          <p:cNvSpPr>
            <a:spLocks noChangeArrowheads="1"/>
          </p:cNvSpPr>
          <p:nvPr/>
        </p:nvSpPr>
        <p:spPr bwMode="auto">
          <a:xfrm>
            <a:off x="2560681" y="3199261"/>
            <a:ext cx="237331"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3" name="Rectangle 12"/>
          <p:cNvSpPr>
            <a:spLocks noChangeArrowheads="1"/>
          </p:cNvSpPr>
          <p:nvPr/>
        </p:nvSpPr>
        <p:spPr bwMode="auto">
          <a:xfrm>
            <a:off x="1862878" y="2184915"/>
            <a:ext cx="2373313" cy="1411605"/>
          </a:xfrm>
          <a:prstGeom prst="rect">
            <a:avLst/>
          </a:prstGeom>
          <a:noFill/>
          <a:ln w="6350" algn="ctr">
            <a:solidFill>
              <a:srgbClr val="BBBCBC"/>
            </a:solidFill>
            <a:miter lim="800000"/>
            <a:headEnd/>
            <a:tailEnd/>
          </a:ln>
        </p:spPr>
        <p:txBody>
          <a:bodyPr wrap="none" lIns="72231" tIns="72231" rIns="72231" bIns="72231" anchor="t"/>
          <a:lstStyle/>
          <a:p>
            <a:pPr algn="ctr"/>
            <a:r>
              <a:rPr lang="en-US" altLang="ja-JP" sz="800" dirty="0">
                <a:latin typeface="Aptos" panose="020B0004020202020204" pitchFamily="34" charset="0"/>
                <a:ea typeface="ＭＳ Ｐゴシック" charset="-128"/>
              </a:rPr>
              <a:t>Competitive group</a:t>
            </a:r>
          </a:p>
          <a:p>
            <a:pPr algn="ctr"/>
            <a:r>
              <a:rPr lang="en-US" altLang="ja-JP" sz="800" dirty="0">
                <a:latin typeface="Aptos" panose="020B0004020202020204" pitchFamily="34" charset="0"/>
                <a:ea typeface="ＭＳ Ｐゴシック" charset="-128"/>
              </a:rPr>
              <a:t>(sample companies)</a:t>
            </a:r>
          </a:p>
        </p:txBody>
      </p:sp>
      <p:sp>
        <p:nvSpPr>
          <p:cNvPr id="786445" name="Text Box 13"/>
          <p:cNvSpPr txBox="1">
            <a:spLocks noChangeArrowheads="1"/>
          </p:cNvSpPr>
          <p:nvPr/>
        </p:nvSpPr>
        <p:spPr bwMode="auto">
          <a:xfrm>
            <a:off x="2538399" y="3654699"/>
            <a:ext cx="1699022" cy="250197"/>
          </a:xfrm>
          <a:prstGeom prst="rect">
            <a:avLst/>
          </a:prstGeom>
          <a:noFill/>
          <a:ln w="9525" algn="ctr">
            <a:noFill/>
            <a:miter lim="800000"/>
            <a:headEnd/>
            <a:tailEnd/>
          </a:ln>
        </p:spPr>
        <p:txBody>
          <a:bodyPr wrap="square" lIns="0" tIns="0" rIns="0" bIns="0" anchor="ctr">
            <a:spAutoFit/>
          </a:bodyPr>
          <a:lstStyle/>
          <a:p>
            <a:pPr marL="0" lvl="1">
              <a:buSzPct val="100000"/>
            </a:pPr>
            <a:r>
              <a:rPr lang="en-US" altLang="ja-JP" sz="800" dirty="0">
                <a:latin typeface="Aptos" panose="020B0004020202020204" pitchFamily="34" charset="0"/>
                <a:ea typeface="ＭＳ Ｐゴシック" charset="-128"/>
              </a:rPr>
              <a:t>Text</a:t>
            </a:r>
          </a:p>
          <a:p>
            <a:pPr marL="0" lvl="1">
              <a:buSzPct val="100000"/>
            </a:pPr>
            <a:r>
              <a:rPr lang="en-US" altLang="ja-JP" sz="800" dirty="0">
                <a:latin typeface="Aptos" panose="020B0004020202020204" pitchFamily="34" charset="0"/>
                <a:ea typeface="ＭＳ Ｐゴシック" charset="-128"/>
              </a:rPr>
              <a:t>Text</a:t>
            </a:r>
          </a:p>
        </p:txBody>
      </p:sp>
      <p:sp>
        <p:nvSpPr>
          <p:cNvPr id="15" name="Line 14"/>
          <p:cNvSpPr>
            <a:spLocks noChangeShapeType="1"/>
          </p:cNvSpPr>
          <p:nvPr/>
        </p:nvSpPr>
        <p:spPr bwMode="auto">
          <a:xfrm>
            <a:off x="2099177" y="3779795"/>
            <a:ext cx="371475" cy="0"/>
          </a:xfrm>
          <a:prstGeom prst="line">
            <a:avLst/>
          </a:prstGeom>
          <a:noFill/>
          <a:ln w="9525">
            <a:solidFill>
              <a:schemeClr val="bg2"/>
            </a:solidFill>
            <a:round/>
            <a:headEnd/>
            <a:tailEnd type="triangle" w="med" len="med"/>
          </a:ln>
        </p:spPr>
        <p:txBody>
          <a:bodyPr lIns="73125" tIns="38025" rIns="73125" bIns="38025" anchor="ctr"/>
          <a:lstStyle/>
          <a:p>
            <a:pPr>
              <a:defRPr/>
            </a:pPr>
            <a:endParaRPr lang="en-US" sz="800" dirty="0">
              <a:latin typeface="Aptos" panose="020B0004020202020204" pitchFamily="34" charset="0"/>
            </a:endParaRPr>
          </a:p>
        </p:txBody>
      </p:sp>
      <p:sp>
        <p:nvSpPr>
          <p:cNvPr id="786447" name="Rectangle 15"/>
          <p:cNvSpPr>
            <a:spLocks noChangeArrowheads="1"/>
          </p:cNvSpPr>
          <p:nvPr/>
        </p:nvSpPr>
        <p:spPr bwMode="auto">
          <a:xfrm>
            <a:off x="1945425" y="3001280"/>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786448" name="Rectangle 16"/>
          <p:cNvSpPr>
            <a:spLocks noChangeArrowheads="1"/>
          </p:cNvSpPr>
          <p:nvPr/>
        </p:nvSpPr>
        <p:spPr bwMode="auto">
          <a:xfrm>
            <a:off x="1945425" y="3200561"/>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786449" name="Rectangle 17"/>
          <p:cNvSpPr>
            <a:spLocks noChangeArrowheads="1"/>
          </p:cNvSpPr>
          <p:nvPr/>
        </p:nvSpPr>
        <p:spPr bwMode="auto">
          <a:xfrm>
            <a:off x="1945425" y="3400488"/>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19" name="Rectangle 18"/>
          <p:cNvSpPr>
            <a:spLocks noChangeArrowheads="1"/>
          </p:cNvSpPr>
          <p:nvPr/>
        </p:nvSpPr>
        <p:spPr bwMode="auto">
          <a:xfrm>
            <a:off x="2560681" y="3399191"/>
            <a:ext cx="237331"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786451" name="Rectangle 19"/>
          <p:cNvSpPr>
            <a:spLocks noChangeArrowheads="1"/>
          </p:cNvSpPr>
          <p:nvPr/>
        </p:nvSpPr>
        <p:spPr bwMode="auto">
          <a:xfrm>
            <a:off x="1945425" y="2604008"/>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21" name="Rectangle 20"/>
          <p:cNvSpPr>
            <a:spLocks noChangeArrowheads="1"/>
          </p:cNvSpPr>
          <p:nvPr/>
        </p:nvSpPr>
        <p:spPr bwMode="auto">
          <a:xfrm>
            <a:off x="2560681" y="2603356"/>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22" name="Rectangle 21"/>
          <p:cNvSpPr>
            <a:spLocks noChangeArrowheads="1"/>
          </p:cNvSpPr>
          <p:nvPr/>
        </p:nvSpPr>
        <p:spPr bwMode="auto">
          <a:xfrm>
            <a:off x="2939897" y="2801992"/>
            <a:ext cx="23604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23" name="Rectangle 22"/>
          <p:cNvSpPr>
            <a:spLocks noChangeArrowheads="1"/>
          </p:cNvSpPr>
          <p:nvPr/>
        </p:nvSpPr>
        <p:spPr bwMode="auto">
          <a:xfrm>
            <a:off x="2939897" y="3000628"/>
            <a:ext cx="23604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24" name="Rectangle 23"/>
          <p:cNvSpPr>
            <a:spLocks noChangeArrowheads="1"/>
          </p:cNvSpPr>
          <p:nvPr/>
        </p:nvSpPr>
        <p:spPr bwMode="auto">
          <a:xfrm>
            <a:off x="2939897" y="3199261"/>
            <a:ext cx="236042"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25" name="Rectangle 24"/>
          <p:cNvSpPr>
            <a:spLocks noChangeArrowheads="1"/>
          </p:cNvSpPr>
          <p:nvPr/>
        </p:nvSpPr>
        <p:spPr bwMode="auto">
          <a:xfrm>
            <a:off x="2939897" y="3399191"/>
            <a:ext cx="236042"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26" name="Rectangle 25"/>
          <p:cNvSpPr>
            <a:spLocks noChangeArrowheads="1"/>
          </p:cNvSpPr>
          <p:nvPr/>
        </p:nvSpPr>
        <p:spPr bwMode="auto">
          <a:xfrm>
            <a:off x="2939897" y="2603356"/>
            <a:ext cx="23604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27" name="Rectangle 26"/>
          <p:cNvSpPr>
            <a:spLocks noChangeArrowheads="1"/>
          </p:cNvSpPr>
          <p:nvPr/>
        </p:nvSpPr>
        <p:spPr bwMode="auto">
          <a:xfrm>
            <a:off x="3316530" y="2801992"/>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28" name="Rectangle 27"/>
          <p:cNvSpPr>
            <a:spLocks noChangeArrowheads="1"/>
          </p:cNvSpPr>
          <p:nvPr/>
        </p:nvSpPr>
        <p:spPr bwMode="auto">
          <a:xfrm>
            <a:off x="3316530" y="3000628"/>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29" name="Rectangle 28"/>
          <p:cNvSpPr>
            <a:spLocks noChangeArrowheads="1"/>
          </p:cNvSpPr>
          <p:nvPr/>
        </p:nvSpPr>
        <p:spPr bwMode="auto">
          <a:xfrm>
            <a:off x="3316530" y="3199261"/>
            <a:ext cx="238622"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30" name="Rectangle 29"/>
          <p:cNvSpPr>
            <a:spLocks noChangeArrowheads="1"/>
          </p:cNvSpPr>
          <p:nvPr/>
        </p:nvSpPr>
        <p:spPr bwMode="auto">
          <a:xfrm>
            <a:off x="3316530" y="3399191"/>
            <a:ext cx="238622"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31" name="Rectangle 30"/>
          <p:cNvSpPr>
            <a:spLocks noChangeArrowheads="1"/>
          </p:cNvSpPr>
          <p:nvPr/>
        </p:nvSpPr>
        <p:spPr bwMode="auto">
          <a:xfrm>
            <a:off x="3316530" y="2603356"/>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32" name="Rectangle 31"/>
          <p:cNvSpPr>
            <a:spLocks noChangeArrowheads="1"/>
          </p:cNvSpPr>
          <p:nvPr/>
        </p:nvSpPr>
        <p:spPr bwMode="auto">
          <a:xfrm>
            <a:off x="3695743" y="2801992"/>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33" name="Rectangle 32"/>
          <p:cNvSpPr>
            <a:spLocks noChangeArrowheads="1"/>
          </p:cNvSpPr>
          <p:nvPr/>
        </p:nvSpPr>
        <p:spPr bwMode="auto">
          <a:xfrm>
            <a:off x="3695743" y="3000628"/>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34" name="Rectangle 33"/>
          <p:cNvSpPr>
            <a:spLocks noChangeArrowheads="1"/>
          </p:cNvSpPr>
          <p:nvPr/>
        </p:nvSpPr>
        <p:spPr bwMode="auto">
          <a:xfrm>
            <a:off x="3695743" y="3199261"/>
            <a:ext cx="237331"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35" name="Rectangle 34"/>
          <p:cNvSpPr>
            <a:spLocks noChangeArrowheads="1"/>
          </p:cNvSpPr>
          <p:nvPr/>
        </p:nvSpPr>
        <p:spPr bwMode="auto">
          <a:xfrm>
            <a:off x="3695743" y="3399191"/>
            <a:ext cx="237331"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36" name="Rectangle 35"/>
          <p:cNvSpPr>
            <a:spLocks noChangeArrowheads="1"/>
          </p:cNvSpPr>
          <p:nvPr/>
        </p:nvSpPr>
        <p:spPr bwMode="auto">
          <a:xfrm>
            <a:off x="3695743" y="2603356"/>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786468" name="Rectangle 36"/>
          <p:cNvSpPr>
            <a:spLocks noChangeArrowheads="1"/>
          </p:cNvSpPr>
          <p:nvPr/>
        </p:nvSpPr>
        <p:spPr bwMode="auto">
          <a:xfrm>
            <a:off x="5930814" y="2802644"/>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38" name="Rectangle 37"/>
          <p:cNvSpPr>
            <a:spLocks noChangeArrowheads="1"/>
          </p:cNvSpPr>
          <p:nvPr/>
        </p:nvSpPr>
        <p:spPr bwMode="auto">
          <a:xfrm>
            <a:off x="6547359" y="2801992"/>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39" name="Rectangle 38"/>
          <p:cNvSpPr>
            <a:spLocks noChangeArrowheads="1"/>
          </p:cNvSpPr>
          <p:nvPr/>
        </p:nvSpPr>
        <p:spPr bwMode="auto">
          <a:xfrm>
            <a:off x="6547359" y="3000628"/>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40" name="Rectangle 39"/>
          <p:cNvSpPr>
            <a:spLocks noChangeArrowheads="1"/>
          </p:cNvSpPr>
          <p:nvPr/>
        </p:nvSpPr>
        <p:spPr bwMode="auto">
          <a:xfrm>
            <a:off x="6547359" y="3199261"/>
            <a:ext cx="237331"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42" name="Rectangle 41"/>
          <p:cNvSpPr>
            <a:spLocks noChangeArrowheads="1"/>
          </p:cNvSpPr>
          <p:nvPr/>
        </p:nvSpPr>
        <p:spPr bwMode="auto">
          <a:xfrm>
            <a:off x="5848266" y="2184915"/>
            <a:ext cx="2373313" cy="1411605"/>
          </a:xfrm>
          <a:prstGeom prst="rect">
            <a:avLst/>
          </a:prstGeom>
          <a:noFill/>
          <a:ln w="6350" algn="ctr">
            <a:solidFill>
              <a:srgbClr val="BBBCBC"/>
            </a:solidFill>
            <a:miter lim="800000"/>
            <a:headEnd/>
            <a:tailEnd/>
          </a:ln>
        </p:spPr>
        <p:txBody>
          <a:bodyPr wrap="none" lIns="72231" tIns="72231" rIns="72231" bIns="72231" anchor="t"/>
          <a:lstStyle/>
          <a:p>
            <a:pPr algn="ctr"/>
            <a:r>
              <a:rPr lang="en-US" altLang="ja-JP" sz="800" dirty="0">
                <a:latin typeface="Aptos" panose="020B0004020202020204" pitchFamily="34" charset="0"/>
                <a:ea typeface="ＭＳ Ｐゴシック" charset="-128"/>
              </a:rPr>
              <a:t>Competitive group</a:t>
            </a:r>
          </a:p>
          <a:p>
            <a:pPr algn="ctr"/>
            <a:r>
              <a:rPr lang="en-US" altLang="ja-JP" sz="800" dirty="0">
                <a:latin typeface="Aptos" panose="020B0004020202020204" pitchFamily="34" charset="0"/>
                <a:ea typeface="ＭＳ Ｐゴシック" charset="-128"/>
              </a:rPr>
              <a:t>(sample companies)</a:t>
            </a:r>
          </a:p>
        </p:txBody>
      </p:sp>
      <p:sp>
        <p:nvSpPr>
          <p:cNvPr id="786474" name="Text Box 42"/>
          <p:cNvSpPr txBox="1">
            <a:spLocks noChangeArrowheads="1"/>
          </p:cNvSpPr>
          <p:nvPr/>
        </p:nvSpPr>
        <p:spPr bwMode="auto">
          <a:xfrm>
            <a:off x="6523788" y="3654699"/>
            <a:ext cx="1699022" cy="250197"/>
          </a:xfrm>
          <a:prstGeom prst="rect">
            <a:avLst/>
          </a:prstGeom>
          <a:noFill/>
          <a:ln w="9525" algn="ctr">
            <a:noFill/>
            <a:miter lim="800000"/>
            <a:headEnd/>
            <a:tailEnd/>
          </a:ln>
        </p:spPr>
        <p:txBody>
          <a:bodyPr wrap="square" lIns="0" tIns="0" rIns="0" bIns="0" anchor="ctr">
            <a:spAutoFit/>
          </a:bodyPr>
          <a:lstStyle/>
          <a:p>
            <a:pPr marL="0" lvl="1">
              <a:buSzPct val="100000"/>
            </a:pPr>
            <a:r>
              <a:rPr lang="en-US" altLang="ja-JP" sz="800" dirty="0">
                <a:latin typeface="Aptos" panose="020B0004020202020204" pitchFamily="34" charset="0"/>
                <a:ea typeface="ＭＳ Ｐゴシック" charset="-128"/>
              </a:rPr>
              <a:t>Text</a:t>
            </a:r>
          </a:p>
          <a:p>
            <a:pPr marL="0" lvl="1">
              <a:buSzPct val="100000"/>
            </a:pPr>
            <a:r>
              <a:rPr lang="en-US" altLang="ja-JP" sz="800" dirty="0">
                <a:latin typeface="Aptos" panose="020B0004020202020204" pitchFamily="34" charset="0"/>
                <a:ea typeface="ＭＳ Ｐゴシック" charset="-128"/>
              </a:rPr>
              <a:t>Text</a:t>
            </a:r>
          </a:p>
        </p:txBody>
      </p:sp>
      <p:sp>
        <p:nvSpPr>
          <p:cNvPr id="786475" name="Rectangle 43"/>
          <p:cNvSpPr>
            <a:spLocks noChangeArrowheads="1"/>
          </p:cNvSpPr>
          <p:nvPr/>
        </p:nvSpPr>
        <p:spPr bwMode="auto">
          <a:xfrm>
            <a:off x="5930814" y="3001280"/>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786476" name="Rectangle 44"/>
          <p:cNvSpPr>
            <a:spLocks noChangeArrowheads="1"/>
          </p:cNvSpPr>
          <p:nvPr/>
        </p:nvSpPr>
        <p:spPr bwMode="auto">
          <a:xfrm>
            <a:off x="5930814" y="3200561"/>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786477" name="Rectangle 45"/>
          <p:cNvSpPr>
            <a:spLocks noChangeArrowheads="1"/>
          </p:cNvSpPr>
          <p:nvPr/>
        </p:nvSpPr>
        <p:spPr bwMode="auto">
          <a:xfrm>
            <a:off x="5930814" y="3400488"/>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47" name="Rectangle 46"/>
          <p:cNvSpPr>
            <a:spLocks noChangeArrowheads="1"/>
          </p:cNvSpPr>
          <p:nvPr/>
        </p:nvSpPr>
        <p:spPr bwMode="auto">
          <a:xfrm>
            <a:off x="6547359" y="3399191"/>
            <a:ext cx="237331"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786479" name="Rectangle 47"/>
          <p:cNvSpPr>
            <a:spLocks noChangeArrowheads="1"/>
          </p:cNvSpPr>
          <p:nvPr/>
        </p:nvSpPr>
        <p:spPr bwMode="auto">
          <a:xfrm>
            <a:off x="5930814" y="2604008"/>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49" name="Rectangle 48"/>
          <p:cNvSpPr>
            <a:spLocks noChangeArrowheads="1"/>
          </p:cNvSpPr>
          <p:nvPr/>
        </p:nvSpPr>
        <p:spPr bwMode="auto">
          <a:xfrm>
            <a:off x="6547359" y="2603356"/>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50" name="Rectangle 49"/>
          <p:cNvSpPr>
            <a:spLocks noChangeArrowheads="1"/>
          </p:cNvSpPr>
          <p:nvPr/>
        </p:nvSpPr>
        <p:spPr bwMode="auto">
          <a:xfrm>
            <a:off x="6925285" y="2801992"/>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51" name="Rectangle 50"/>
          <p:cNvSpPr>
            <a:spLocks noChangeArrowheads="1"/>
          </p:cNvSpPr>
          <p:nvPr/>
        </p:nvSpPr>
        <p:spPr bwMode="auto">
          <a:xfrm>
            <a:off x="6925285" y="3000628"/>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52" name="Rectangle 51"/>
          <p:cNvSpPr>
            <a:spLocks noChangeArrowheads="1"/>
          </p:cNvSpPr>
          <p:nvPr/>
        </p:nvSpPr>
        <p:spPr bwMode="auto">
          <a:xfrm>
            <a:off x="6925285" y="3199261"/>
            <a:ext cx="238622"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53" name="Rectangle 52"/>
          <p:cNvSpPr>
            <a:spLocks noChangeArrowheads="1"/>
          </p:cNvSpPr>
          <p:nvPr/>
        </p:nvSpPr>
        <p:spPr bwMode="auto">
          <a:xfrm>
            <a:off x="6925285" y="3399191"/>
            <a:ext cx="238622"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54" name="Rectangle 53"/>
          <p:cNvSpPr>
            <a:spLocks noChangeArrowheads="1"/>
          </p:cNvSpPr>
          <p:nvPr/>
        </p:nvSpPr>
        <p:spPr bwMode="auto">
          <a:xfrm>
            <a:off x="6925285" y="2603356"/>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55" name="Rectangle 54"/>
          <p:cNvSpPr>
            <a:spLocks noChangeArrowheads="1"/>
          </p:cNvSpPr>
          <p:nvPr/>
        </p:nvSpPr>
        <p:spPr bwMode="auto">
          <a:xfrm>
            <a:off x="7303208" y="2801992"/>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56" name="Rectangle 55"/>
          <p:cNvSpPr>
            <a:spLocks noChangeArrowheads="1"/>
          </p:cNvSpPr>
          <p:nvPr/>
        </p:nvSpPr>
        <p:spPr bwMode="auto">
          <a:xfrm>
            <a:off x="7303208" y="3000628"/>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57" name="Rectangle 56"/>
          <p:cNvSpPr>
            <a:spLocks noChangeArrowheads="1"/>
          </p:cNvSpPr>
          <p:nvPr/>
        </p:nvSpPr>
        <p:spPr bwMode="auto">
          <a:xfrm>
            <a:off x="7303208" y="3199261"/>
            <a:ext cx="237331"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58" name="Rectangle 57"/>
          <p:cNvSpPr>
            <a:spLocks noChangeArrowheads="1"/>
          </p:cNvSpPr>
          <p:nvPr/>
        </p:nvSpPr>
        <p:spPr bwMode="auto">
          <a:xfrm>
            <a:off x="7303208" y="3399191"/>
            <a:ext cx="237331"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59" name="Rectangle 58"/>
          <p:cNvSpPr>
            <a:spLocks noChangeArrowheads="1"/>
          </p:cNvSpPr>
          <p:nvPr/>
        </p:nvSpPr>
        <p:spPr bwMode="auto">
          <a:xfrm>
            <a:off x="7303208" y="2603356"/>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60" name="Rectangle 59"/>
          <p:cNvSpPr>
            <a:spLocks noChangeArrowheads="1"/>
          </p:cNvSpPr>
          <p:nvPr/>
        </p:nvSpPr>
        <p:spPr bwMode="auto">
          <a:xfrm>
            <a:off x="7682422" y="2801992"/>
            <a:ext cx="23604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61" name="Rectangle 60"/>
          <p:cNvSpPr>
            <a:spLocks noChangeArrowheads="1"/>
          </p:cNvSpPr>
          <p:nvPr/>
        </p:nvSpPr>
        <p:spPr bwMode="auto">
          <a:xfrm>
            <a:off x="7682422" y="3000628"/>
            <a:ext cx="23604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62" name="Rectangle 61"/>
          <p:cNvSpPr>
            <a:spLocks noChangeArrowheads="1"/>
          </p:cNvSpPr>
          <p:nvPr/>
        </p:nvSpPr>
        <p:spPr bwMode="auto">
          <a:xfrm>
            <a:off x="7682422" y="3199261"/>
            <a:ext cx="236041"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63" name="Rectangle 62"/>
          <p:cNvSpPr>
            <a:spLocks noChangeArrowheads="1"/>
          </p:cNvSpPr>
          <p:nvPr/>
        </p:nvSpPr>
        <p:spPr bwMode="auto">
          <a:xfrm>
            <a:off x="7682422" y="3399191"/>
            <a:ext cx="236041"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64" name="Rectangle 63"/>
          <p:cNvSpPr>
            <a:spLocks noChangeArrowheads="1"/>
          </p:cNvSpPr>
          <p:nvPr/>
        </p:nvSpPr>
        <p:spPr bwMode="auto">
          <a:xfrm>
            <a:off x="7682422" y="2603356"/>
            <a:ext cx="23604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786496" name="Rectangle 64"/>
          <p:cNvSpPr>
            <a:spLocks noChangeArrowheads="1"/>
          </p:cNvSpPr>
          <p:nvPr/>
        </p:nvSpPr>
        <p:spPr bwMode="auto">
          <a:xfrm>
            <a:off x="1945425" y="4628671"/>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66" name="Rectangle 65"/>
          <p:cNvSpPr>
            <a:spLocks noChangeArrowheads="1"/>
          </p:cNvSpPr>
          <p:nvPr/>
        </p:nvSpPr>
        <p:spPr bwMode="auto">
          <a:xfrm>
            <a:off x="2560681" y="4628019"/>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67" name="Rectangle 66"/>
          <p:cNvSpPr>
            <a:spLocks noChangeArrowheads="1"/>
          </p:cNvSpPr>
          <p:nvPr/>
        </p:nvSpPr>
        <p:spPr bwMode="auto">
          <a:xfrm>
            <a:off x="2560681" y="4826655"/>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68" name="Rectangle 67"/>
          <p:cNvSpPr>
            <a:spLocks noChangeArrowheads="1"/>
          </p:cNvSpPr>
          <p:nvPr/>
        </p:nvSpPr>
        <p:spPr bwMode="auto">
          <a:xfrm>
            <a:off x="2560681" y="5025291"/>
            <a:ext cx="237331"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70" name="Rectangle 69"/>
          <p:cNvSpPr>
            <a:spLocks noChangeArrowheads="1"/>
          </p:cNvSpPr>
          <p:nvPr/>
        </p:nvSpPr>
        <p:spPr bwMode="auto">
          <a:xfrm>
            <a:off x="1862878" y="4010940"/>
            <a:ext cx="2373313" cy="1411605"/>
          </a:xfrm>
          <a:prstGeom prst="rect">
            <a:avLst/>
          </a:prstGeom>
          <a:noFill/>
          <a:ln w="6350" algn="ctr">
            <a:solidFill>
              <a:srgbClr val="BBBCBC"/>
            </a:solidFill>
            <a:miter lim="800000"/>
            <a:headEnd/>
            <a:tailEnd/>
          </a:ln>
        </p:spPr>
        <p:txBody>
          <a:bodyPr wrap="none" lIns="72231" tIns="72231" rIns="72231" bIns="72231" anchor="t"/>
          <a:lstStyle/>
          <a:p>
            <a:pPr algn="ctr"/>
            <a:r>
              <a:rPr lang="en-US" altLang="ja-JP" sz="800" dirty="0">
                <a:latin typeface="Aptos" panose="020B0004020202020204" pitchFamily="34" charset="0"/>
                <a:ea typeface="ＭＳ Ｐゴシック" charset="-128"/>
              </a:rPr>
              <a:t>Competitive group</a:t>
            </a:r>
          </a:p>
          <a:p>
            <a:pPr algn="ctr"/>
            <a:r>
              <a:rPr lang="en-US" altLang="ja-JP" sz="800" dirty="0">
                <a:latin typeface="Aptos" panose="020B0004020202020204" pitchFamily="34" charset="0"/>
                <a:ea typeface="ＭＳ Ｐゴシック" charset="-128"/>
              </a:rPr>
              <a:t>(sample companies)</a:t>
            </a:r>
          </a:p>
        </p:txBody>
      </p:sp>
      <p:sp>
        <p:nvSpPr>
          <p:cNvPr id="71" name="Line 70"/>
          <p:cNvSpPr>
            <a:spLocks noChangeShapeType="1"/>
          </p:cNvSpPr>
          <p:nvPr/>
        </p:nvSpPr>
        <p:spPr bwMode="auto">
          <a:xfrm>
            <a:off x="2099177" y="5605822"/>
            <a:ext cx="371475" cy="0"/>
          </a:xfrm>
          <a:prstGeom prst="line">
            <a:avLst/>
          </a:prstGeom>
          <a:noFill/>
          <a:ln w="6350">
            <a:solidFill>
              <a:srgbClr val="BBBCBC"/>
            </a:solidFill>
            <a:round/>
            <a:headEnd/>
            <a:tailEnd type="triangle" w="med" len="med"/>
          </a:ln>
        </p:spPr>
        <p:txBody>
          <a:bodyPr lIns="73125" tIns="38025" rIns="73125" bIns="38025" anchor="ctr"/>
          <a:lstStyle/>
          <a:p>
            <a:pPr>
              <a:defRPr/>
            </a:pPr>
            <a:endParaRPr lang="en-US" sz="800" dirty="0">
              <a:latin typeface="Aptos" panose="020B0004020202020204" pitchFamily="34" charset="0"/>
            </a:endParaRPr>
          </a:p>
        </p:txBody>
      </p:sp>
      <p:sp>
        <p:nvSpPr>
          <p:cNvPr id="786503" name="Rectangle 71"/>
          <p:cNvSpPr>
            <a:spLocks noChangeArrowheads="1"/>
          </p:cNvSpPr>
          <p:nvPr/>
        </p:nvSpPr>
        <p:spPr bwMode="auto">
          <a:xfrm>
            <a:off x="1945425" y="4827307"/>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786504" name="Rectangle 72"/>
          <p:cNvSpPr>
            <a:spLocks noChangeArrowheads="1"/>
          </p:cNvSpPr>
          <p:nvPr/>
        </p:nvSpPr>
        <p:spPr bwMode="auto">
          <a:xfrm>
            <a:off x="1945425" y="5026588"/>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786505" name="Rectangle 73"/>
          <p:cNvSpPr>
            <a:spLocks noChangeArrowheads="1"/>
          </p:cNvSpPr>
          <p:nvPr/>
        </p:nvSpPr>
        <p:spPr bwMode="auto">
          <a:xfrm>
            <a:off x="1945425" y="5226512"/>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75" name="Rectangle 74"/>
          <p:cNvSpPr>
            <a:spLocks noChangeArrowheads="1"/>
          </p:cNvSpPr>
          <p:nvPr/>
        </p:nvSpPr>
        <p:spPr bwMode="auto">
          <a:xfrm>
            <a:off x="2560681" y="5225213"/>
            <a:ext cx="237331"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786507" name="Rectangle 75"/>
          <p:cNvSpPr>
            <a:spLocks noChangeArrowheads="1"/>
          </p:cNvSpPr>
          <p:nvPr/>
        </p:nvSpPr>
        <p:spPr bwMode="auto">
          <a:xfrm>
            <a:off x="1945425" y="4430035"/>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77" name="Rectangle 76"/>
          <p:cNvSpPr>
            <a:spLocks noChangeArrowheads="1"/>
          </p:cNvSpPr>
          <p:nvPr/>
        </p:nvSpPr>
        <p:spPr bwMode="auto">
          <a:xfrm>
            <a:off x="2560681" y="4429383"/>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78" name="Rectangle 77"/>
          <p:cNvSpPr>
            <a:spLocks noChangeArrowheads="1"/>
          </p:cNvSpPr>
          <p:nvPr/>
        </p:nvSpPr>
        <p:spPr bwMode="auto">
          <a:xfrm>
            <a:off x="2939897" y="4628019"/>
            <a:ext cx="23604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79" name="Rectangle 78"/>
          <p:cNvSpPr>
            <a:spLocks noChangeArrowheads="1"/>
          </p:cNvSpPr>
          <p:nvPr/>
        </p:nvSpPr>
        <p:spPr bwMode="auto">
          <a:xfrm>
            <a:off x="2939897" y="4826655"/>
            <a:ext cx="23604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80" name="Rectangle 79"/>
          <p:cNvSpPr>
            <a:spLocks noChangeArrowheads="1"/>
          </p:cNvSpPr>
          <p:nvPr/>
        </p:nvSpPr>
        <p:spPr bwMode="auto">
          <a:xfrm>
            <a:off x="2939897" y="5025291"/>
            <a:ext cx="236042"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81" name="Rectangle 80"/>
          <p:cNvSpPr>
            <a:spLocks noChangeArrowheads="1"/>
          </p:cNvSpPr>
          <p:nvPr/>
        </p:nvSpPr>
        <p:spPr bwMode="auto">
          <a:xfrm>
            <a:off x="2939897" y="5225213"/>
            <a:ext cx="236042"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82" name="Rectangle 81"/>
          <p:cNvSpPr>
            <a:spLocks noChangeArrowheads="1"/>
          </p:cNvSpPr>
          <p:nvPr/>
        </p:nvSpPr>
        <p:spPr bwMode="auto">
          <a:xfrm>
            <a:off x="2939897" y="4429383"/>
            <a:ext cx="23604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83" name="Rectangle 82"/>
          <p:cNvSpPr>
            <a:spLocks noChangeArrowheads="1"/>
          </p:cNvSpPr>
          <p:nvPr/>
        </p:nvSpPr>
        <p:spPr bwMode="auto">
          <a:xfrm>
            <a:off x="3316530" y="4628019"/>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84" name="Rectangle 83"/>
          <p:cNvSpPr>
            <a:spLocks noChangeArrowheads="1"/>
          </p:cNvSpPr>
          <p:nvPr/>
        </p:nvSpPr>
        <p:spPr bwMode="auto">
          <a:xfrm>
            <a:off x="3316530" y="4826655"/>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85" name="Rectangle 84"/>
          <p:cNvSpPr>
            <a:spLocks noChangeArrowheads="1"/>
          </p:cNvSpPr>
          <p:nvPr/>
        </p:nvSpPr>
        <p:spPr bwMode="auto">
          <a:xfrm>
            <a:off x="3316530" y="5025291"/>
            <a:ext cx="238622"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86" name="Rectangle 85"/>
          <p:cNvSpPr>
            <a:spLocks noChangeArrowheads="1"/>
          </p:cNvSpPr>
          <p:nvPr/>
        </p:nvSpPr>
        <p:spPr bwMode="auto">
          <a:xfrm>
            <a:off x="3316530" y="5225213"/>
            <a:ext cx="238622"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87" name="Rectangle 86"/>
          <p:cNvSpPr>
            <a:spLocks noChangeArrowheads="1"/>
          </p:cNvSpPr>
          <p:nvPr/>
        </p:nvSpPr>
        <p:spPr bwMode="auto">
          <a:xfrm>
            <a:off x="3316530" y="4429383"/>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88" name="Rectangle 87"/>
          <p:cNvSpPr>
            <a:spLocks noChangeArrowheads="1"/>
          </p:cNvSpPr>
          <p:nvPr/>
        </p:nvSpPr>
        <p:spPr bwMode="auto">
          <a:xfrm>
            <a:off x="3695743" y="4628019"/>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89" name="Rectangle 88"/>
          <p:cNvSpPr>
            <a:spLocks noChangeArrowheads="1"/>
          </p:cNvSpPr>
          <p:nvPr/>
        </p:nvSpPr>
        <p:spPr bwMode="auto">
          <a:xfrm>
            <a:off x="3695743" y="4826655"/>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90" name="Rectangle 89"/>
          <p:cNvSpPr>
            <a:spLocks noChangeArrowheads="1"/>
          </p:cNvSpPr>
          <p:nvPr/>
        </p:nvSpPr>
        <p:spPr bwMode="auto">
          <a:xfrm>
            <a:off x="3695743" y="5025291"/>
            <a:ext cx="237331"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91" name="Rectangle 90"/>
          <p:cNvSpPr>
            <a:spLocks noChangeArrowheads="1"/>
          </p:cNvSpPr>
          <p:nvPr/>
        </p:nvSpPr>
        <p:spPr bwMode="auto">
          <a:xfrm>
            <a:off x="3695743" y="5225213"/>
            <a:ext cx="237331"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92" name="Rectangle 91"/>
          <p:cNvSpPr>
            <a:spLocks noChangeArrowheads="1"/>
          </p:cNvSpPr>
          <p:nvPr/>
        </p:nvSpPr>
        <p:spPr bwMode="auto">
          <a:xfrm>
            <a:off x="3695743" y="4429383"/>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786524" name="Rectangle 92"/>
          <p:cNvSpPr>
            <a:spLocks noChangeArrowheads="1"/>
          </p:cNvSpPr>
          <p:nvPr/>
        </p:nvSpPr>
        <p:spPr bwMode="auto">
          <a:xfrm>
            <a:off x="5930814" y="4628671"/>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94" name="Rectangle 93"/>
          <p:cNvSpPr>
            <a:spLocks noChangeArrowheads="1"/>
          </p:cNvSpPr>
          <p:nvPr/>
        </p:nvSpPr>
        <p:spPr bwMode="auto">
          <a:xfrm>
            <a:off x="6547359" y="4628019"/>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95" name="Rectangle 94"/>
          <p:cNvSpPr>
            <a:spLocks noChangeArrowheads="1"/>
          </p:cNvSpPr>
          <p:nvPr/>
        </p:nvSpPr>
        <p:spPr bwMode="auto">
          <a:xfrm>
            <a:off x="6547359" y="4826655"/>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96" name="Rectangle 95"/>
          <p:cNvSpPr>
            <a:spLocks noChangeArrowheads="1"/>
          </p:cNvSpPr>
          <p:nvPr/>
        </p:nvSpPr>
        <p:spPr bwMode="auto">
          <a:xfrm>
            <a:off x="6547359" y="5025291"/>
            <a:ext cx="237331"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98" name="Rectangle 97"/>
          <p:cNvSpPr>
            <a:spLocks noChangeArrowheads="1"/>
          </p:cNvSpPr>
          <p:nvPr/>
        </p:nvSpPr>
        <p:spPr bwMode="auto">
          <a:xfrm>
            <a:off x="5848266" y="4010940"/>
            <a:ext cx="2373313" cy="1411605"/>
          </a:xfrm>
          <a:prstGeom prst="rect">
            <a:avLst/>
          </a:prstGeom>
          <a:noFill/>
          <a:ln w="6350" algn="ctr">
            <a:solidFill>
              <a:srgbClr val="BBBCBC"/>
            </a:solidFill>
            <a:miter lim="800000"/>
            <a:headEnd/>
            <a:tailEnd/>
          </a:ln>
        </p:spPr>
        <p:txBody>
          <a:bodyPr wrap="none" lIns="72231" tIns="72231" rIns="72231" bIns="72231" anchor="t"/>
          <a:lstStyle/>
          <a:p>
            <a:pPr algn="ctr"/>
            <a:r>
              <a:rPr lang="en-US" altLang="ja-JP" sz="800" dirty="0">
                <a:latin typeface="Aptos" panose="020B0004020202020204" pitchFamily="34" charset="0"/>
                <a:ea typeface="ＭＳ Ｐゴシック" charset="-128"/>
              </a:rPr>
              <a:t>Competitive group</a:t>
            </a:r>
          </a:p>
          <a:p>
            <a:pPr algn="ctr"/>
            <a:r>
              <a:rPr lang="en-US" altLang="ja-JP" sz="800" dirty="0">
                <a:latin typeface="Aptos" panose="020B0004020202020204" pitchFamily="34" charset="0"/>
                <a:ea typeface="ＭＳ Ｐゴシック" charset="-128"/>
              </a:rPr>
              <a:t>(sample companies)</a:t>
            </a:r>
          </a:p>
        </p:txBody>
      </p:sp>
      <p:sp>
        <p:nvSpPr>
          <p:cNvPr id="786530" name="Rectangle 98"/>
          <p:cNvSpPr>
            <a:spLocks noChangeArrowheads="1"/>
          </p:cNvSpPr>
          <p:nvPr/>
        </p:nvSpPr>
        <p:spPr bwMode="auto">
          <a:xfrm>
            <a:off x="5930814" y="4827307"/>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786531" name="Rectangle 99"/>
          <p:cNvSpPr>
            <a:spLocks noChangeArrowheads="1"/>
          </p:cNvSpPr>
          <p:nvPr/>
        </p:nvSpPr>
        <p:spPr bwMode="auto">
          <a:xfrm>
            <a:off x="5930814" y="5026588"/>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786532" name="Rectangle 100"/>
          <p:cNvSpPr>
            <a:spLocks noChangeArrowheads="1"/>
          </p:cNvSpPr>
          <p:nvPr/>
        </p:nvSpPr>
        <p:spPr bwMode="auto">
          <a:xfrm>
            <a:off x="5930814" y="5226512"/>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102" name="Rectangle 101"/>
          <p:cNvSpPr>
            <a:spLocks noChangeArrowheads="1"/>
          </p:cNvSpPr>
          <p:nvPr/>
        </p:nvSpPr>
        <p:spPr bwMode="auto">
          <a:xfrm>
            <a:off x="6547359" y="5225213"/>
            <a:ext cx="237331"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786534" name="Rectangle 102"/>
          <p:cNvSpPr>
            <a:spLocks noChangeArrowheads="1"/>
          </p:cNvSpPr>
          <p:nvPr/>
        </p:nvSpPr>
        <p:spPr bwMode="auto">
          <a:xfrm>
            <a:off x="5930814" y="4430035"/>
            <a:ext cx="327013" cy="125099"/>
          </a:xfrm>
          <a:prstGeom prst="rect">
            <a:avLst/>
          </a:prstGeom>
          <a:noFill/>
          <a:ln w="9525">
            <a:noFill/>
            <a:miter lim="800000"/>
            <a:headEnd/>
            <a:tailEnd/>
          </a:ln>
        </p:spPr>
        <p:txBody>
          <a:bodyPr wrap="none" lIns="0" tIns="0" rIns="0" bIns="0" anchor="ctr">
            <a:spAutoFit/>
          </a:bodyPr>
          <a:lstStyle/>
          <a:p>
            <a:r>
              <a:rPr lang="en-US" altLang="ja-JP" sz="800" dirty="0">
                <a:latin typeface="Aptos" panose="020B0004020202020204" pitchFamily="34" charset="0"/>
                <a:ea typeface="ＭＳ Ｐゴシック" charset="-128"/>
              </a:rPr>
              <a:t>Activity</a:t>
            </a:r>
          </a:p>
        </p:txBody>
      </p:sp>
      <p:sp>
        <p:nvSpPr>
          <p:cNvPr id="104" name="Rectangle 103"/>
          <p:cNvSpPr>
            <a:spLocks noChangeArrowheads="1"/>
          </p:cNvSpPr>
          <p:nvPr/>
        </p:nvSpPr>
        <p:spPr bwMode="auto">
          <a:xfrm>
            <a:off x="6547359" y="4429383"/>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05" name="Rectangle 104"/>
          <p:cNvSpPr>
            <a:spLocks noChangeArrowheads="1"/>
          </p:cNvSpPr>
          <p:nvPr/>
        </p:nvSpPr>
        <p:spPr bwMode="auto">
          <a:xfrm>
            <a:off x="6925285" y="4628019"/>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06" name="Rectangle 105"/>
          <p:cNvSpPr>
            <a:spLocks noChangeArrowheads="1"/>
          </p:cNvSpPr>
          <p:nvPr/>
        </p:nvSpPr>
        <p:spPr bwMode="auto">
          <a:xfrm>
            <a:off x="6925285" y="4826655"/>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07" name="Rectangle 106"/>
          <p:cNvSpPr>
            <a:spLocks noChangeArrowheads="1"/>
          </p:cNvSpPr>
          <p:nvPr/>
        </p:nvSpPr>
        <p:spPr bwMode="auto">
          <a:xfrm>
            <a:off x="6925285" y="5025291"/>
            <a:ext cx="238622"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08" name="Rectangle 107"/>
          <p:cNvSpPr>
            <a:spLocks noChangeArrowheads="1"/>
          </p:cNvSpPr>
          <p:nvPr/>
        </p:nvSpPr>
        <p:spPr bwMode="auto">
          <a:xfrm>
            <a:off x="6925285" y="5225213"/>
            <a:ext cx="238622"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09" name="Rectangle 108"/>
          <p:cNvSpPr>
            <a:spLocks noChangeArrowheads="1"/>
          </p:cNvSpPr>
          <p:nvPr/>
        </p:nvSpPr>
        <p:spPr bwMode="auto">
          <a:xfrm>
            <a:off x="6925285" y="4429383"/>
            <a:ext cx="238622"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10" name="Rectangle 109"/>
          <p:cNvSpPr>
            <a:spLocks noChangeArrowheads="1"/>
          </p:cNvSpPr>
          <p:nvPr/>
        </p:nvSpPr>
        <p:spPr bwMode="auto">
          <a:xfrm>
            <a:off x="7303208" y="4628019"/>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11" name="Rectangle 110"/>
          <p:cNvSpPr>
            <a:spLocks noChangeArrowheads="1"/>
          </p:cNvSpPr>
          <p:nvPr/>
        </p:nvSpPr>
        <p:spPr bwMode="auto">
          <a:xfrm>
            <a:off x="7303208" y="4826655"/>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12" name="Rectangle 111"/>
          <p:cNvSpPr>
            <a:spLocks noChangeArrowheads="1"/>
          </p:cNvSpPr>
          <p:nvPr/>
        </p:nvSpPr>
        <p:spPr bwMode="auto">
          <a:xfrm>
            <a:off x="7303208" y="5025291"/>
            <a:ext cx="237331"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13" name="Rectangle 112"/>
          <p:cNvSpPr>
            <a:spLocks noChangeArrowheads="1"/>
          </p:cNvSpPr>
          <p:nvPr/>
        </p:nvSpPr>
        <p:spPr bwMode="auto">
          <a:xfrm>
            <a:off x="7303208" y="5225213"/>
            <a:ext cx="237331"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14" name="Rectangle 113"/>
          <p:cNvSpPr>
            <a:spLocks noChangeArrowheads="1"/>
          </p:cNvSpPr>
          <p:nvPr/>
        </p:nvSpPr>
        <p:spPr bwMode="auto">
          <a:xfrm>
            <a:off x="7303208" y="4429383"/>
            <a:ext cx="23733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15" name="Rectangle 114"/>
          <p:cNvSpPr>
            <a:spLocks noChangeArrowheads="1"/>
          </p:cNvSpPr>
          <p:nvPr/>
        </p:nvSpPr>
        <p:spPr bwMode="auto">
          <a:xfrm>
            <a:off x="7682422" y="4628019"/>
            <a:ext cx="23604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16" name="Rectangle 115"/>
          <p:cNvSpPr>
            <a:spLocks noChangeArrowheads="1"/>
          </p:cNvSpPr>
          <p:nvPr/>
        </p:nvSpPr>
        <p:spPr bwMode="auto">
          <a:xfrm>
            <a:off x="7682422" y="4826655"/>
            <a:ext cx="23604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17" name="Rectangle 116"/>
          <p:cNvSpPr>
            <a:spLocks noChangeArrowheads="1"/>
          </p:cNvSpPr>
          <p:nvPr/>
        </p:nvSpPr>
        <p:spPr bwMode="auto">
          <a:xfrm>
            <a:off x="7682422" y="5025291"/>
            <a:ext cx="236041" cy="12769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18" name="Rectangle 117"/>
          <p:cNvSpPr>
            <a:spLocks noChangeArrowheads="1"/>
          </p:cNvSpPr>
          <p:nvPr/>
        </p:nvSpPr>
        <p:spPr bwMode="auto">
          <a:xfrm>
            <a:off x="7682422" y="5225213"/>
            <a:ext cx="236041" cy="127694"/>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
        <p:nvSpPr>
          <p:cNvPr id="119" name="Rectangle 118"/>
          <p:cNvSpPr>
            <a:spLocks noChangeArrowheads="1"/>
          </p:cNvSpPr>
          <p:nvPr/>
        </p:nvSpPr>
        <p:spPr bwMode="auto">
          <a:xfrm>
            <a:off x="7682422" y="4429383"/>
            <a:ext cx="236041" cy="126405"/>
          </a:xfrm>
          <a:prstGeom prst="rect">
            <a:avLst/>
          </a:prstGeom>
          <a:solidFill>
            <a:schemeClr val="bg1"/>
          </a:solidFill>
          <a:ln w="6350" algn="ctr">
            <a:solidFill>
              <a:srgbClr val="BBBCBC"/>
            </a:solidFill>
            <a:miter lim="800000"/>
            <a:headEnd/>
            <a:tailEnd/>
          </a:ln>
        </p:spPr>
        <p:txBody>
          <a:bodyPr wrap="none" lIns="73125" tIns="38025" rIns="73125" bIns="38025" anchor="ctr"/>
          <a:lstStyle/>
          <a:p>
            <a:pPr algn="ctr">
              <a:defRPr/>
            </a:pPr>
            <a:endParaRPr lang="en-US" sz="800" dirty="0">
              <a:latin typeface="Aptos" panose="020B0004020202020204" pitchFamily="34" charset="0"/>
            </a:endParaRPr>
          </a:p>
        </p:txBody>
      </p:sp>
    </p:spTree>
    <p:extLst>
      <p:ext uri="{BB962C8B-B14F-4D97-AF65-F5344CB8AC3E}">
        <p14:creationId xmlns:p14="http://schemas.microsoft.com/office/powerpoint/2010/main" val="2632239365"/>
      </p:ext>
    </p:extLst>
  </p:cSld>
  <p:clrMapOvr>
    <a:masterClrMapping/>
  </p:clrMapOvr>
  <p:transition>
    <p:fade/>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 Placeholder 26"/>
          <p:cNvSpPr>
            <a:spLocks noGrp="1"/>
          </p:cNvSpPr>
          <p:nvPr>
            <p:ph type="body" sz="quarter" idx="13"/>
          </p:nvPr>
        </p:nvSpPr>
        <p:spPr/>
        <p:txBody>
          <a:bodyPr/>
          <a:lstStyle/>
          <a:p>
            <a:r>
              <a:rPr lang="en-US"/>
              <a:t>Ranges of activities across value chain</a:t>
            </a:r>
            <a:endParaRPr lang="en-US" dirty="0"/>
          </a:p>
        </p:txBody>
      </p:sp>
      <p:sp>
        <p:nvSpPr>
          <p:cNvPr id="787457" name="Title 1"/>
          <p:cNvSpPr>
            <a:spLocks noGrp="1"/>
          </p:cNvSpPr>
          <p:nvPr>
            <p:ph type="title"/>
          </p:nvPr>
        </p:nvSpPr>
        <p:spPr/>
        <p:txBody>
          <a:bodyPr/>
          <a:lstStyle/>
          <a:p>
            <a:r>
              <a:rPr lang="en-US" altLang="ja-JP"/>
              <a:t>Activity map </a:t>
            </a:r>
            <a:endParaRPr lang="en-US" dirty="0"/>
          </a:p>
        </p:txBody>
      </p:sp>
      <p:sp>
        <p:nvSpPr>
          <p:cNvPr id="3" name="Content Placeholder 2">
            <a:extLst>
              <a:ext uri="{FF2B5EF4-FFF2-40B4-BE49-F238E27FC236}">
                <a16:creationId xmlns:a16="http://schemas.microsoft.com/office/drawing/2014/main" id="{951A4A0D-6EE4-3F3D-0A30-3863C3E23F11}"/>
              </a:ext>
            </a:extLst>
          </p:cNvPr>
          <p:cNvSpPr>
            <a:spLocks noGrp="1"/>
          </p:cNvSpPr>
          <p:nvPr>
            <p:ph idx="1"/>
          </p:nvPr>
        </p:nvSpPr>
        <p:spPr/>
        <p:txBody>
          <a:bodyPr/>
          <a:lstStyle/>
          <a:p>
            <a:r>
              <a:rPr lang="en-US" dirty="0"/>
              <a:t>Chart title</a:t>
            </a:r>
          </a:p>
        </p:txBody>
      </p:sp>
      <p:grpSp>
        <p:nvGrpSpPr>
          <p:cNvPr id="2" name="Group 1">
            <a:extLst>
              <a:ext uri="{FF2B5EF4-FFF2-40B4-BE49-F238E27FC236}">
                <a16:creationId xmlns:a16="http://schemas.microsoft.com/office/drawing/2014/main" id="{26408395-8352-41D5-8362-88E7A2D68396}"/>
              </a:ext>
            </a:extLst>
          </p:cNvPr>
          <p:cNvGrpSpPr/>
          <p:nvPr/>
        </p:nvGrpSpPr>
        <p:grpSpPr>
          <a:xfrm>
            <a:off x="444062" y="2248794"/>
            <a:ext cx="9017876" cy="3171725"/>
            <a:chOff x="1889125" y="1976439"/>
            <a:chExt cx="8416926" cy="3903662"/>
          </a:xfrm>
        </p:grpSpPr>
        <p:sp>
          <p:nvSpPr>
            <p:cNvPr id="4" name="Rectangle 3"/>
            <p:cNvSpPr>
              <a:spLocks noChangeArrowheads="1"/>
            </p:cNvSpPr>
            <p:nvPr/>
          </p:nvSpPr>
          <p:spPr bwMode="auto">
            <a:xfrm>
              <a:off x="2825750" y="3369630"/>
              <a:ext cx="1728788"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5" name="Rectangle 4"/>
            <p:cNvSpPr>
              <a:spLocks noChangeArrowheads="1"/>
            </p:cNvSpPr>
            <p:nvPr/>
          </p:nvSpPr>
          <p:spPr bwMode="auto">
            <a:xfrm>
              <a:off x="4742922" y="3369628"/>
              <a:ext cx="1730375" cy="420688"/>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6" name="Rectangle 5"/>
            <p:cNvSpPr>
              <a:spLocks noChangeArrowheads="1"/>
            </p:cNvSpPr>
            <p:nvPr/>
          </p:nvSpPr>
          <p:spPr bwMode="auto">
            <a:xfrm>
              <a:off x="6661679" y="3369628"/>
              <a:ext cx="1727200" cy="420688"/>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7" name="Rectangle 6"/>
            <p:cNvSpPr>
              <a:spLocks noChangeArrowheads="1"/>
            </p:cNvSpPr>
            <p:nvPr/>
          </p:nvSpPr>
          <p:spPr bwMode="auto">
            <a:xfrm>
              <a:off x="8577264" y="3369628"/>
              <a:ext cx="1728787" cy="420688"/>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8" name="Rectangle 7"/>
            <p:cNvSpPr>
              <a:spLocks noChangeArrowheads="1"/>
            </p:cNvSpPr>
            <p:nvPr/>
          </p:nvSpPr>
          <p:spPr bwMode="auto">
            <a:xfrm>
              <a:off x="2825750" y="4066226"/>
              <a:ext cx="2325688"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9" name="Rectangle 8"/>
            <p:cNvSpPr>
              <a:spLocks noChangeArrowheads="1"/>
            </p:cNvSpPr>
            <p:nvPr/>
          </p:nvSpPr>
          <p:spPr bwMode="auto">
            <a:xfrm>
              <a:off x="5401470" y="4066224"/>
              <a:ext cx="2327275" cy="420688"/>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10" name="Rectangle 9"/>
            <p:cNvSpPr>
              <a:spLocks noChangeArrowheads="1"/>
            </p:cNvSpPr>
            <p:nvPr/>
          </p:nvSpPr>
          <p:spPr bwMode="auto">
            <a:xfrm>
              <a:off x="7978776" y="4066224"/>
              <a:ext cx="2327275" cy="420688"/>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11" name="Rectangle 10"/>
            <p:cNvSpPr>
              <a:spLocks noChangeArrowheads="1"/>
            </p:cNvSpPr>
            <p:nvPr/>
          </p:nvSpPr>
          <p:spPr bwMode="auto">
            <a:xfrm>
              <a:off x="7438630" y="2673034"/>
              <a:ext cx="1330325"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12" name="Rectangle 11"/>
            <p:cNvSpPr>
              <a:spLocks noChangeArrowheads="1"/>
            </p:cNvSpPr>
            <p:nvPr/>
          </p:nvSpPr>
          <p:spPr bwMode="auto">
            <a:xfrm>
              <a:off x="5901533" y="2673034"/>
              <a:ext cx="1330325"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13" name="Rectangle 12"/>
            <p:cNvSpPr>
              <a:spLocks noChangeArrowheads="1"/>
            </p:cNvSpPr>
            <p:nvPr/>
          </p:nvSpPr>
          <p:spPr bwMode="auto">
            <a:xfrm>
              <a:off x="4364436" y="2673034"/>
              <a:ext cx="1330325"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14" name="Rectangle 13"/>
            <p:cNvSpPr>
              <a:spLocks noChangeArrowheads="1"/>
            </p:cNvSpPr>
            <p:nvPr/>
          </p:nvSpPr>
          <p:spPr bwMode="auto">
            <a:xfrm>
              <a:off x="2825751" y="2673034"/>
              <a:ext cx="1331913"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15" name="Rectangle 14"/>
            <p:cNvSpPr>
              <a:spLocks noChangeArrowheads="1"/>
            </p:cNvSpPr>
            <p:nvPr/>
          </p:nvSpPr>
          <p:spPr bwMode="auto">
            <a:xfrm>
              <a:off x="9309100" y="1976439"/>
              <a:ext cx="996950"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16" name="Rectangle 15"/>
            <p:cNvSpPr>
              <a:spLocks noChangeArrowheads="1"/>
            </p:cNvSpPr>
            <p:nvPr/>
          </p:nvSpPr>
          <p:spPr bwMode="auto">
            <a:xfrm>
              <a:off x="8228278" y="1976439"/>
              <a:ext cx="996950"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17" name="Rectangle 16"/>
            <p:cNvSpPr>
              <a:spLocks noChangeArrowheads="1"/>
            </p:cNvSpPr>
            <p:nvPr/>
          </p:nvSpPr>
          <p:spPr bwMode="auto">
            <a:xfrm>
              <a:off x="3906573" y="1976439"/>
              <a:ext cx="996950"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18" name="Rectangle 17"/>
            <p:cNvSpPr>
              <a:spLocks noChangeArrowheads="1"/>
            </p:cNvSpPr>
            <p:nvPr/>
          </p:nvSpPr>
          <p:spPr bwMode="auto">
            <a:xfrm>
              <a:off x="2825750" y="1976439"/>
              <a:ext cx="996950"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19" name="Rectangle 18"/>
            <p:cNvSpPr>
              <a:spLocks noChangeArrowheads="1"/>
            </p:cNvSpPr>
            <p:nvPr/>
          </p:nvSpPr>
          <p:spPr bwMode="auto">
            <a:xfrm>
              <a:off x="7147455" y="1976439"/>
              <a:ext cx="996950"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20" name="Rectangle 19"/>
            <p:cNvSpPr>
              <a:spLocks noChangeArrowheads="1"/>
            </p:cNvSpPr>
            <p:nvPr/>
          </p:nvSpPr>
          <p:spPr bwMode="auto">
            <a:xfrm>
              <a:off x="2825750" y="4762820"/>
              <a:ext cx="3589338" cy="420688"/>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21" name="Rectangle 20"/>
            <p:cNvSpPr>
              <a:spLocks noChangeArrowheads="1"/>
            </p:cNvSpPr>
            <p:nvPr/>
          </p:nvSpPr>
          <p:spPr bwMode="auto">
            <a:xfrm>
              <a:off x="6716714" y="4762820"/>
              <a:ext cx="3589337" cy="420688"/>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787477" name="Text Box 21"/>
            <p:cNvSpPr txBox="1">
              <a:spLocks noChangeArrowheads="1"/>
            </p:cNvSpPr>
            <p:nvPr/>
          </p:nvSpPr>
          <p:spPr bwMode="auto">
            <a:xfrm>
              <a:off x="1889125" y="2102144"/>
              <a:ext cx="709096" cy="153968"/>
            </a:xfrm>
            <a:prstGeom prst="rect">
              <a:avLst/>
            </a:prstGeom>
            <a:noFill/>
            <a:ln w="9525">
              <a:noFill/>
              <a:miter lim="800000"/>
              <a:headEnd type="none" w="sm" len="sm"/>
              <a:tailEnd type="none" w="med" len="lg"/>
            </a:ln>
          </p:spPr>
          <p:txBody>
            <a:bodyPr wrap="square" lIns="0" tIns="0" rIns="0" bIns="0">
              <a:spAutoFit/>
            </a:bodyPr>
            <a:lstStyle/>
            <a:p>
              <a:r>
                <a:rPr lang="en-US" altLang="ja-JP" sz="800" dirty="0">
                  <a:latin typeface="Aptos" panose="020B0004020202020204" pitchFamily="34" charset="0"/>
                  <a:ea typeface="ＭＳ Ｐゴシック" charset="-128"/>
                </a:rPr>
                <a:t>Stage ...</a:t>
              </a:r>
            </a:p>
          </p:txBody>
        </p:sp>
        <p:sp>
          <p:nvSpPr>
            <p:cNvPr id="23" name="Line 22"/>
            <p:cNvSpPr>
              <a:spLocks noChangeShapeType="1"/>
            </p:cNvSpPr>
            <p:nvPr/>
          </p:nvSpPr>
          <p:spPr bwMode="auto">
            <a:xfrm>
              <a:off x="1908176" y="2535079"/>
              <a:ext cx="8362950" cy="0"/>
            </a:xfrm>
            <a:prstGeom prst="line">
              <a:avLst/>
            </a:prstGeom>
            <a:noFill/>
            <a:ln w="6350">
              <a:solidFill>
                <a:schemeClr val="bg2"/>
              </a:solidFill>
              <a:prstDash val="solid"/>
              <a:round/>
              <a:headEnd type="none" w="sm" len="sm"/>
              <a:tailEnd type="none" w="med" len="lg"/>
            </a:ln>
          </p:spPr>
          <p:txBody>
            <a:bodyPr wrap="square" lIns="29250" tIns="29250" rIns="29250" bIns="29250"/>
            <a:lstStyle/>
            <a:p>
              <a:pPr>
                <a:defRPr/>
              </a:pPr>
              <a:endParaRPr lang="en-US" sz="800" dirty="0">
                <a:latin typeface="Aptos" panose="020B0004020202020204" pitchFamily="34" charset="0"/>
              </a:endParaRPr>
            </a:p>
          </p:txBody>
        </p:sp>
        <p:sp>
          <p:nvSpPr>
            <p:cNvPr id="24" name="Line 23"/>
            <p:cNvSpPr>
              <a:spLocks noChangeShapeType="1"/>
            </p:cNvSpPr>
            <p:nvPr/>
          </p:nvSpPr>
          <p:spPr bwMode="auto">
            <a:xfrm>
              <a:off x="1908175" y="3231674"/>
              <a:ext cx="8362800" cy="0"/>
            </a:xfrm>
            <a:prstGeom prst="line">
              <a:avLst/>
            </a:prstGeom>
            <a:noFill/>
            <a:ln w="6350">
              <a:solidFill>
                <a:schemeClr val="bg2"/>
              </a:solidFill>
              <a:prstDash val="solid"/>
              <a:round/>
              <a:headEnd type="none" w="sm" len="sm"/>
              <a:tailEnd type="none" w="med" len="lg"/>
            </a:ln>
          </p:spPr>
          <p:txBody>
            <a:bodyPr wrap="square" lIns="29250" tIns="29250" rIns="29250" bIns="29250"/>
            <a:lstStyle/>
            <a:p>
              <a:pPr>
                <a:defRPr/>
              </a:pPr>
              <a:endParaRPr lang="en-US" sz="800" dirty="0">
                <a:latin typeface="Aptos" panose="020B0004020202020204" pitchFamily="34" charset="0"/>
              </a:endParaRPr>
            </a:p>
          </p:txBody>
        </p:sp>
        <p:sp>
          <p:nvSpPr>
            <p:cNvPr id="25" name="Line 24"/>
            <p:cNvSpPr>
              <a:spLocks noChangeShapeType="1"/>
            </p:cNvSpPr>
            <p:nvPr/>
          </p:nvSpPr>
          <p:spPr bwMode="auto">
            <a:xfrm>
              <a:off x="1908175" y="3928270"/>
              <a:ext cx="8362800" cy="0"/>
            </a:xfrm>
            <a:prstGeom prst="line">
              <a:avLst/>
            </a:prstGeom>
            <a:noFill/>
            <a:ln w="6350">
              <a:solidFill>
                <a:schemeClr val="bg2"/>
              </a:solidFill>
              <a:prstDash val="solid"/>
              <a:round/>
              <a:headEnd type="none" w="sm" len="sm"/>
              <a:tailEnd type="none" w="med" len="lg"/>
            </a:ln>
          </p:spPr>
          <p:txBody>
            <a:bodyPr wrap="square" lIns="29250" tIns="29250" rIns="29250" bIns="29250"/>
            <a:lstStyle/>
            <a:p>
              <a:pPr>
                <a:defRPr/>
              </a:pPr>
              <a:endParaRPr lang="en-US" sz="800" dirty="0">
                <a:latin typeface="Aptos" panose="020B0004020202020204" pitchFamily="34" charset="0"/>
              </a:endParaRPr>
            </a:p>
          </p:txBody>
        </p:sp>
        <p:sp>
          <p:nvSpPr>
            <p:cNvPr id="26" name="Line 25"/>
            <p:cNvSpPr>
              <a:spLocks noChangeShapeType="1"/>
            </p:cNvSpPr>
            <p:nvPr/>
          </p:nvSpPr>
          <p:spPr bwMode="auto">
            <a:xfrm>
              <a:off x="1908175" y="4624866"/>
              <a:ext cx="8362800" cy="0"/>
            </a:xfrm>
            <a:prstGeom prst="line">
              <a:avLst/>
            </a:prstGeom>
            <a:noFill/>
            <a:ln w="6350">
              <a:solidFill>
                <a:schemeClr val="bg2"/>
              </a:solidFill>
              <a:prstDash val="solid"/>
              <a:round/>
              <a:headEnd type="none" w="sm" len="sm"/>
              <a:tailEnd type="none" w="med" len="lg"/>
            </a:ln>
          </p:spPr>
          <p:txBody>
            <a:bodyPr wrap="square" lIns="29250" tIns="29250" rIns="29250" bIns="29250"/>
            <a:lstStyle/>
            <a:p>
              <a:pPr>
                <a:defRPr/>
              </a:pPr>
              <a:endParaRPr lang="en-US" sz="800" dirty="0">
                <a:latin typeface="Aptos" panose="020B0004020202020204" pitchFamily="34" charset="0"/>
              </a:endParaRPr>
            </a:p>
          </p:txBody>
        </p:sp>
        <p:sp>
          <p:nvSpPr>
            <p:cNvPr id="28" name="Rectangle 27"/>
            <p:cNvSpPr>
              <a:spLocks noChangeArrowheads="1"/>
            </p:cNvSpPr>
            <p:nvPr/>
          </p:nvSpPr>
          <p:spPr bwMode="auto">
            <a:xfrm>
              <a:off x="4752976" y="5459413"/>
              <a:ext cx="1730375" cy="420688"/>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29" name="Rectangle 28"/>
            <p:cNvSpPr>
              <a:spLocks noChangeArrowheads="1"/>
            </p:cNvSpPr>
            <p:nvPr/>
          </p:nvSpPr>
          <p:spPr bwMode="auto">
            <a:xfrm>
              <a:off x="6666706" y="5459413"/>
              <a:ext cx="1727200" cy="420688"/>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30" name="Rectangle 29"/>
            <p:cNvSpPr>
              <a:spLocks noChangeArrowheads="1"/>
            </p:cNvSpPr>
            <p:nvPr/>
          </p:nvSpPr>
          <p:spPr bwMode="auto">
            <a:xfrm>
              <a:off x="8577264" y="5459413"/>
              <a:ext cx="1728787" cy="420688"/>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31" name="Line 30"/>
            <p:cNvSpPr>
              <a:spLocks noChangeShapeType="1"/>
            </p:cNvSpPr>
            <p:nvPr/>
          </p:nvSpPr>
          <p:spPr bwMode="auto">
            <a:xfrm>
              <a:off x="1908175" y="5321462"/>
              <a:ext cx="8362800" cy="0"/>
            </a:xfrm>
            <a:prstGeom prst="line">
              <a:avLst/>
            </a:prstGeom>
            <a:noFill/>
            <a:ln w="6350">
              <a:solidFill>
                <a:schemeClr val="bg2"/>
              </a:solidFill>
              <a:prstDash val="solid"/>
              <a:round/>
              <a:headEnd type="none" w="sm" len="sm"/>
              <a:tailEnd type="none" w="med" len="lg"/>
            </a:ln>
          </p:spPr>
          <p:txBody>
            <a:bodyPr wrap="square" lIns="29250" tIns="29250" rIns="29250" bIns="29250"/>
            <a:lstStyle/>
            <a:p>
              <a:pPr>
                <a:defRPr/>
              </a:pPr>
              <a:endParaRPr lang="en-US" sz="800" dirty="0">
                <a:latin typeface="Aptos" panose="020B0004020202020204" pitchFamily="34" charset="0"/>
              </a:endParaRPr>
            </a:p>
          </p:txBody>
        </p:sp>
        <p:sp>
          <p:nvSpPr>
            <p:cNvPr id="32" name="Rectangle 31"/>
            <p:cNvSpPr>
              <a:spLocks noChangeArrowheads="1"/>
            </p:cNvSpPr>
            <p:nvPr/>
          </p:nvSpPr>
          <p:spPr bwMode="auto">
            <a:xfrm>
              <a:off x="8975726" y="2673034"/>
              <a:ext cx="1330325"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787487" name="Text Box 32"/>
            <p:cNvSpPr txBox="1">
              <a:spLocks noChangeArrowheads="1"/>
            </p:cNvSpPr>
            <p:nvPr/>
          </p:nvSpPr>
          <p:spPr bwMode="auto">
            <a:xfrm>
              <a:off x="1889125" y="2798739"/>
              <a:ext cx="709096" cy="153968"/>
            </a:xfrm>
            <a:prstGeom prst="rect">
              <a:avLst/>
            </a:prstGeom>
            <a:noFill/>
            <a:ln w="9525">
              <a:noFill/>
              <a:miter lim="800000"/>
              <a:headEnd type="none" w="sm" len="sm"/>
              <a:tailEnd type="none" w="med" len="lg"/>
            </a:ln>
          </p:spPr>
          <p:txBody>
            <a:bodyPr wrap="square" lIns="0" tIns="0" rIns="0" bIns="0">
              <a:spAutoFit/>
            </a:bodyPr>
            <a:lstStyle/>
            <a:p>
              <a:r>
                <a:rPr lang="en-US" altLang="ja-JP" sz="800" dirty="0">
                  <a:latin typeface="Aptos" panose="020B0004020202020204" pitchFamily="34" charset="0"/>
                  <a:ea typeface="ＭＳ Ｐゴシック" charset="-128"/>
                </a:rPr>
                <a:t>Stage ...</a:t>
              </a:r>
            </a:p>
          </p:txBody>
        </p:sp>
        <p:sp>
          <p:nvSpPr>
            <p:cNvPr id="787488" name="Text Box 33"/>
            <p:cNvSpPr txBox="1">
              <a:spLocks noChangeArrowheads="1"/>
            </p:cNvSpPr>
            <p:nvPr/>
          </p:nvSpPr>
          <p:spPr bwMode="auto">
            <a:xfrm>
              <a:off x="1889125" y="3495334"/>
              <a:ext cx="709096" cy="153968"/>
            </a:xfrm>
            <a:prstGeom prst="rect">
              <a:avLst/>
            </a:prstGeom>
            <a:noFill/>
            <a:ln w="9525">
              <a:noFill/>
              <a:miter lim="800000"/>
              <a:headEnd type="none" w="sm" len="sm"/>
              <a:tailEnd type="none" w="med" len="lg"/>
            </a:ln>
          </p:spPr>
          <p:txBody>
            <a:bodyPr wrap="square" lIns="0" tIns="0" rIns="0" bIns="0">
              <a:spAutoFit/>
            </a:bodyPr>
            <a:lstStyle/>
            <a:p>
              <a:r>
                <a:rPr lang="en-US" altLang="ja-JP" sz="800" dirty="0">
                  <a:latin typeface="Aptos" panose="020B0004020202020204" pitchFamily="34" charset="0"/>
                  <a:ea typeface="ＭＳ Ｐゴシック" charset="-128"/>
                </a:rPr>
                <a:t>Stage ...</a:t>
              </a:r>
            </a:p>
          </p:txBody>
        </p:sp>
        <p:sp>
          <p:nvSpPr>
            <p:cNvPr id="787489" name="Text Box 34"/>
            <p:cNvSpPr txBox="1">
              <a:spLocks noChangeArrowheads="1"/>
            </p:cNvSpPr>
            <p:nvPr/>
          </p:nvSpPr>
          <p:spPr bwMode="auto">
            <a:xfrm>
              <a:off x="1889125" y="4191928"/>
              <a:ext cx="709096" cy="153968"/>
            </a:xfrm>
            <a:prstGeom prst="rect">
              <a:avLst/>
            </a:prstGeom>
            <a:noFill/>
            <a:ln w="9525">
              <a:noFill/>
              <a:miter lim="800000"/>
              <a:headEnd type="none" w="sm" len="sm"/>
              <a:tailEnd type="none" w="med" len="lg"/>
            </a:ln>
          </p:spPr>
          <p:txBody>
            <a:bodyPr wrap="square" lIns="0" tIns="0" rIns="0" bIns="0">
              <a:spAutoFit/>
            </a:bodyPr>
            <a:lstStyle/>
            <a:p>
              <a:r>
                <a:rPr lang="en-US" altLang="ja-JP" sz="800" dirty="0">
                  <a:latin typeface="Aptos" panose="020B0004020202020204" pitchFamily="34" charset="0"/>
                  <a:ea typeface="ＭＳ Ｐゴシック" charset="-128"/>
                </a:rPr>
                <a:t>Stage ...</a:t>
              </a:r>
            </a:p>
          </p:txBody>
        </p:sp>
        <p:sp>
          <p:nvSpPr>
            <p:cNvPr id="787490" name="Text Box 35"/>
            <p:cNvSpPr txBox="1">
              <a:spLocks noChangeArrowheads="1"/>
            </p:cNvSpPr>
            <p:nvPr/>
          </p:nvSpPr>
          <p:spPr bwMode="auto">
            <a:xfrm>
              <a:off x="1889125" y="4888524"/>
              <a:ext cx="709096" cy="153968"/>
            </a:xfrm>
            <a:prstGeom prst="rect">
              <a:avLst/>
            </a:prstGeom>
            <a:noFill/>
            <a:ln w="9525">
              <a:noFill/>
              <a:miter lim="800000"/>
              <a:headEnd type="none" w="sm" len="sm"/>
              <a:tailEnd type="none" w="med" len="lg"/>
            </a:ln>
          </p:spPr>
          <p:txBody>
            <a:bodyPr wrap="square" lIns="0" tIns="0" rIns="0" bIns="0">
              <a:spAutoFit/>
            </a:bodyPr>
            <a:lstStyle/>
            <a:p>
              <a:r>
                <a:rPr lang="en-US" altLang="ja-JP" sz="800" dirty="0">
                  <a:latin typeface="Aptos" panose="020B0004020202020204" pitchFamily="34" charset="0"/>
                  <a:ea typeface="ＭＳ Ｐゴシック" charset="-128"/>
                </a:rPr>
                <a:t>Stage ...</a:t>
              </a:r>
            </a:p>
          </p:txBody>
        </p:sp>
        <p:sp>
          <p:nvSpPr>
            <p:cNvPr id="787491" name="Text Box 36"/>
            <p:cNvSpPr txBox="1">
              <a:spLocks noChangeArrowheads="1"/>
            </p:cNvSpPr>
            <p:nvPr/>
          </p:nvSpPr>
          <p:spPr bwMode="auto">
            <a:xfrm>
              <a:off x="1889125" y="5585120"/>
              <a:ext cx="709096" cy="153968"/>
            </a:xfrm>
            <a:prstGeom prst="rect">
              <a:avLst/>
            </a:prstGeom>
            <a:noFill/>
            <a:ln w="9525">
              <a:noFill/>
              <a:miter lim="800000"/>
              <a:headEnd type="none" w="sm" len="sm"/>
              <a:tailEnd type="none" w="med" len="lg"/>
            </a:ln>
          </p:spPr>
          <p:txBody>
            <a:bodyPr wrap="square" lIns="0" tIns="0" rIns="0" bIns="0">
              <a:spAutoFit/>
            </a:bodyPr>
            <a:lstStyle/>
            <a:p>
              <a:r>
                <a:rPr lang="en-US" altLang="ja-JP" sz="800" dirty="0">
                  <a:latin typeface="Aptos" panose="020B0004020202020204" pitchFamily="34" charset="0"/>
                  <a:ea typeface="ＭＳ Ｐゴシック" charset="-128"/>
                </a:rPr>
                <a:t>Stage ...</a:t>
              </a:r>
            </a:p>
          </p:txBody>
        </p:sp>
        <p:sp>
          <p:nvSpPr>
            <p:cNvPr id="38" name="Rectangle 37"/>
            <p:cNvSpPr>
              <a:spLocks noChangeArrowheads="1"/>
            </p:cNvSpPr>
            <p:nvPr/>
          </p:nvSpPr>
          <p:spPr bwMode="auto">
            <a:xfrm>
              <a:off x="4987397" y="1976439"/>
              <a:ext cx="995363"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sp>
          <p:nvSpPr>
            <p:cNvPr id="39" name="Rectangle 38"/>
            <p:cNvSpPr>
              <a:spLocks noChangeArrowheads="1"/>
            </p:cNvSpPr>
            <p:nvPr/>
          </p:nvSpPr>
          <p:spPr bwMode="auto">
            <a:xfrm>
              <a:off x="6066632" y="1976439"/>
              <a:ext cx="996950" cy="420687"/>
            </a:xfrm>
            <a:prstGeom prst="rect">
              <a:avLst/>
            </a:prstGeom>
            <a:solidFill>
              <a:schemeClr val="accent1"/>
            </a:solidFill>
            <a:ln w="12700" algn="ctr">
              <a:noFill/>
              <a:miter lim="800000"/>
              <a:headEnd type="none" w="sm" len="sm"/>
              <a:tailEnd type="none" w="med" len="lg"/>
            </a:ln>
          </p:spPr>
          <p:txBody>
            <a:bodyPr wrap="square" lIns="72231" tIns="72231" rIns="72231" bIns="72231" anchor="ctr"/>
            <a:lstStyle/>
            <a:p>
              <a:pPr>
                <a:buClr>
                  <a:schemeClr val="bg1"/>
                </a:buClr>
                <a:buSzPct val="100000"/>
                <a:defRPr/>
              </a:pPr>
              <a:r>
                <a:rPr lang="en-US" altLang="ja-JP" sz="800" dirty="0">
                  <a:latin typeface="Aptos" panose="020B0004020202020204" pitchFamily="34" charset="0"/>
                  <a:ea typeface="ＭＳ Ｐゴシック" pitchFamily="50" charset="-128"/>
                </a:rPr>
                <a:t>Text</a:t>
              </a:r>
            </a:p>
          </p:txBody>
        </p:sp>
      </p:grpSp>
    </p:spTree>
    <p:extLst>
      <p:ext uri="{BB962C8B-B14F-4D97-AF65-F5344CB8AC3E}">
        <p14:creationId xmlns:p14="http://schemas.microsoft.com/office/powerpoint/2010/main" val="3228030010"/>
      </p:ext>
    </p:extLst>
  </p:cSld>
  <p:clrMapOvr>
    <a:masterClrMapping/>
  </p:clrMapOvr>
  <p:transition>
    <p:fade/>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18"/>
          <p:cNvSpPr>
            <a:spLocks noGrp="1"/>
          </p:cNvSpPr>
          <p:nvPr>
            <p:ph type="body" sz="quarter" idx="13"/>
          </p:nvPr>
        </p:nvSpPr>
        <p:spPr/>
        <p:txBody>
          <a:bodyPr/>
          <a:lstStyle/>
          <a:p>
            <a:r>
              <a:rPr lang="en-US"/>
              <a:t>Subtitle runs here</a:t>
            </a:r>
            <a:endParaRPr lang="en-US" dirty="0"/>
          </a:p>
        </p:txBody>
      </p:sp>
      <p:sp>
        <p:nvSpPr>
          <p:cNvPr id="788481" name="Title 1"/>
          <p:cNvSpPr>
            <a:spLocks noGrp="1"/>
          </p:cNvSpPr>
          <p:nvPr>
            <p:ph type="title"/>
          </p:nvPr>
        </p:nvSpPr>
        <p:spPr/>
        <p:txBody>
          <a:bodyPr/>
          <a:lstStyle/>
          <a:p>
            <a:r>
              <a:rPr lang="en-US"/>
              <a:t>Swimlanes</a:t>
            </a:r>
            <a:endParaRPr lang="en-US" dirty="0"/>
          </a:p>
        </p:txBody>
      </p:sp>
      <p:sp>
        <p:nvSpPr>
          <p:cNvPr id="3" name="Content Placeholder 2">
            <a:extLst>
              <a:ext uri="{FF2B5EF4-FFF2-40B4-BE49-F238E27FC236}">
                <a16:creationId xmlns:a16="http://schemas.microsoft.com/office/drawing/2014/main" id="{0B2A4A45-B688-A9DD-3CB6-40E03F012E2B}"/>
              </a:ext>
            </a:extLst>
          </p:cNvPr>
          <p:cNvSpPr>
            <a:spLocks noGrp="1"/>
          </p:cNvSpPr>
          <p:nvPr>
            <p:ph idx="1"/>
          </p:nvPr>
        </p:nvSpPr>
        <p:spPr/>
        <p:txBody>
          <a:bodyPr/>
          <a:lstStyle/>
          <a:p>
            <a:r>
              <a:rPr lang="en-US" dirty="0"/>
              <a:t>Chart title</a:t>
            </a:r>
          </a:p>
        </p:txBody>
      </p:sp>
      <p:grpSp>
        <p:nvGrpSpPr>
          <p:cNvPr id="2" name="Group 1">
            <a:extLst>
              <a:ext uri="{FF2B5EF4-FFF2-40B4-BE49-F238E27FC236}">
                <a16:creationId xmlns:a16="http://schemas.microsoft.com/office/drawing/2014/main" id="{17A838F3-0E05-48E0-A5AF-DD34A3158125}"/>
              </a:ext>
            </a:extLst>
          </p:cNvPr>
          <p:cNvGrpSpPr/>
          <p:nvPr/>
        </p:nvGrpSpPr>
        <p:grpSpPr>
          <a:xfrm>
            <a:off x="407593" y="2247288"/>
            <a:ext cx="9090818" cy="3354067"/>
            <a:chOff x="1884941" y="1974586"/>
            <a:chExt cx="8417242" cy="4128082"/>
          </a:xfrm>
        </p:grpSpPr>
        <p:sp>
          <p:nvSpPr>
            <p:cNvPr id="4" name="Rectangle 2"/>
            <p:cNvSpPr>
              <a:spLocks noChangeArrowheads="1"/>
            </p:cNvSpPr>
            <p:nvPr/>
          </p:nvSpPr>
          <p:spPr bwMode="auto">
            <a:xfrm>
              <a:off x="1884941" y="1974586"/>
              <a:ext cx="8412480" cy="863600"/>
            </a:xfrm>
            <a:prstGeom prst="rect">
              <a:avLst/>
            </a:prstGeom>
            <a:solidFill>
              <a:schemeClr val="tx1"/>
            </a:solidFill>
            <a:ln w="12700" algn="ctr">
              <a:solidFill>
                <a:schemeClr val="bg1"/>
              </a:solidFill>
              <a:miter lim="800000"/>
              <a:headEnd/>
              <a:tailEnd/>
            </a:ln>
          </p:spPr>
          <p:txBody>
            <a:bodyPr wrap="none" tIns="74295" bIns="74295" anchor="ctr"/>
            <a:lstStyle/>
            <a:p>
              <a:pPr algn="ctr">
                <a:defRPr/>
              </a:pPr>
              <a:endParaRPr lang="en-US" sz="800" dirty="0">
                <a:latin typeface="Aptos" panose="020B0004020202020204" pitchFamily="34" charset="0"/>
              </a:endParaRPr>
            </a:p>
          </p:txBody>
        </p:sp>
        <p:sp>
          <p:nvSpPr>
            <p:cNvPr id="5" name="Rectangle 3"/>
            <p:cNvSpPr>
              <a:spLocks noChangeArrowheads="1"/>
            </p:cNvSpPr>
            <p:nvPr/>
          </p:nvSpPr>
          <p:spPr bwMode="auto">
            <a:xfrm>
              <a:off x="1884941" y="3606827"/>
              <a:ext cx="8412480" cy="863600"/>
            </a:xfrm>
            <a:prstGeom prst="rect">
              <a:avLst/>
            </a:prstGeom>
            <a:solidFill>
              <a:schemeClr val="tx1"/>
            </a:solidFill>
            <a:ln w="12700" algn="ctr">
              <a:solidFill>
                <a:schemeClr val="bg1"/>
              </a:solidFill>
              <a:miter lim="800000"/>
              <a:headEnd/>
              <a:tailEnd/>
            </a:ln>
          </p:spPr>
          <p:txBody>
            <a:bodyPr wrap="none" tIns="74295" bIns="74295" anchor="ctr"/>
            <a:lstStyle/>
            <a:p>
              <a:pPr algn="ctr">
                <a:defRPr/>
              </a:pPr>
              <a:endParaRPr lang="en-US" sz="800" dirty="0">
                <a:latin typeface="Aptos" panose="020B0004020202020204" pitchFamily="34" charset="0"/>
              </a:endParaRPr>
            </a:p>
          </p:txBody>
        </p:sp>
        <p:sp>
          <p:nvSpPr>
            <p:cNvPr id="6" name="Rectangle 4"/>
            <p:cNvSpPr>
              <a:spLocks noChangeArrowheads="1"/>
            </p:cNvSpPr>
            <p:nvPr/>
          </p:nvSpPr>
          <p:spPr bwMode="auto">
            <a:xfrm>
              <a:off x="1889703" y="5239068"/>
              <a:ext cx="8412480" cy="863600"/>
            </a:xfrm>
            <a:prstGeom prst="rect">
              <a:avLst/>
            </a:prstGeom>
            <a:solidFill>
              <a:schemeClr val="tx1"/>
            </a:solidFill>
            <a:ln w="12700" algn="ctr">
              <a:solidFill>
                <a:schemeClr val="bg1"/>
              </a:solidFill>
              <a:miter lim="800000"/>
              <a:headEnd/>
              <a:tailEnd/>
            </a:ln>
          </p:spPr>
          <p:txBody>
            <a:bodyPr wrap="none" tIns="74295" bIns="74295" anchor="ctr"/>
            <a:lstStyle/>
            <a:p>
              <a:pPr algn="ctr">
                <a:defRPr/>
              </a:pPr>
              <a:endParaRPr lang="en-US" sz="800" dirty="0">
                <a:latin typeface="Aptos" panose="020B0004020202020204" pitchFamily="34" charset="0"/>
              </a:endParaRPr>
            </a:p>
          </p:txBody>
        </p:sp>
        <p:sp>
          <p:nvSpPr>
            <p:cNvPr id="788486" name="Text Box 6"/>
            <p:cNvSpPr txBox="1">
              <a:spLocks noChangeArrowheads="1"/>
            </p:cNvSpPr>
            <p:nvPr/>
          </p:nvSpPr>
          <p:spPr bwMode="auto">
            <a:xfrm>
              <a:off x="1884942" y="2239636"/>
              <a:ext cx="638219" cy="333504"/>
            </a:xfrm>
            <a:prstGeom prst="rect">
              <a:avLst/>
            </a:prstGeom>
            <a:noFill/>
            <a:ln w="9525" algn="ctr">
              <a:noFill/>
              <a:miter lim="800000"/>
              <a:headEnd/>
              <a:tailEnd/>
            </a:ln>
          </p:spPr>
          <p:txBody>
            <a:bodyPr wrap="none" lIns="72231" tIns="72231" rIns="72231" bIns="72231" anchor="ctr">
              <a:spAutoFit/>
            </a:bodyPr>
            <a:lstStyle/>
            <a:p>
              <a:r>
                <a:rPr lang="en-US" sz="800" dirty="0">
                  <a:solidFill>
                    <a:schemeClr val="bg1"/>
                  </a:solidFill>
                  <a:latin typeface="Aptos" panose="020B0004020202020204" pitchFamily="34" charset="0"/>
                  <a:ea typeface="ＭＳ Ｐゴシック" charset="-128"/>
                </a:rPr>
                <a:t>Department</a:t>
              </a:r>
            </a:p>
          </p:txBody>
        </p:sp>
        <p:sp>
          <p:nvSpPr>
            <p:cNvPr id="8" name="Rectangle 7"/>
            <p:cNvSpPr>
              <a:spLocks noChangeArrowheads="1"/>
            </p:cNvSpPr>
            <p:nvPr/>
          </p:nvSpPr>
          <p:spPr bwMode="auto">
            <a:xfrm>
              <a:off x="3458581" y="2155562"/>
              <a:ext cx="914400" cy="503237"/>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9" name="Rectangle 8"/>
            <p:cNvSpPr>
              <a:spLocks noChangeArrowheads="1"/>
            </p:cNvSpPr>
            <p:nvPr/>
          </p:nvSpPr>
          <p:spPr bwMode="auto">
            <a:xfrm>
              <a:off x="4615753" y="2155562"/>
              <a:ext cx="914400" cy="503237"/>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0" name="Rectangle 9"/>
            <p:cNvSpPr>
              <a:spLocks noChangeArrowheads="1"/>
            </p:cNvSpPr>
            <p:nvPr/>
          </p:nvSpPr>
          <p:spPr bwMode="auto">
            <a:xfrm>
              <a:off x="5772925" y="2155562"/>
              <a:ext cx="914400" cy="503237"/>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1" name="Rectangle 10"/>
            <p:cNvSpPr>
              <a:spLocks noChangeArrowheads="1"/>
            </p:cNvSpPr>
            <p:nvPr/>
          </p:nvSpPr>
          <p:spPr bwMode="auto">
            <a:xfrm>
              <a:off x="6930097" y="2155562"/>
              <a:ext cx="914400" cy="503237"/>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2" name="Rectangle 11"/>
            <p:cNvSpPr>
              <a:spLocks noChangeArrowheads="1"/>
            </p:cNvSpPr>
            <p:nvPr/>
          </p:nvSpPr>
          <p:spPr bwMode="auto">
            <a:xfrm>
              <a:off x="8087269" y="2155562"/>
              <a:ext cx="914400" cy="503237"/>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3" name="Rectangle 12"/>
            <p:cNvSpPr>
              <a:spLocks noChangeArrowheads="1"/>
            </p:cNvSpPr>
            <p:nvPr/>
          </p:nvSpPr>
          <p:spPr bwMode="auto">
            <a:xfrm>
              <a:off x="9244440" y="2155562"/>
              <a:ext cx="914400" cy="503237"/>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cxnSp>
          <p:nvCxnSpPr>
            <p:cNvPr id="14" name="AutoShape 13"/>
            <p:cNvCxnSpPr>
              <a:cxnSpLocks noChangeShapeType="1"/>
              <a:stCxn id="8" idx="3"/>
              <a:endCxn id="9" idx="1"/>
            </p:cNvCxnSpPr>
            <p:nvPr/>
          </p:nvCxnSpPr>
          <p:spPr bwMode="auto">
            <a:xfrm>
              <a:off x="4372981" y="2407180"/>
              <a:ext cx="242772" cy="0"/>
            </a:xfrm>
            <a:prstGeom prst="straightConnector1">
              <a:avLst/>
            </a:prstGeom>
            <a:noFill/>
            <a:ln w="9525">
              <a:solidFill>
                <a:srgbClr val="53565A"/>
              </a:solidFill>
              <a:round/>
              <a:headEnd/>
              <a:tailEnd type="triangle" w="med" len="med"/>
            </a:ln>
          </p:spPr>
        </p:cxnSp>
        <p:cxnSp>
          <p:nvCxnSpPr>
            <p:cNvPr id="15" name="AutoShape 14"/>
            <p:cNvCxnSpPr>
              <a:cxnSpLocks noChangeShapeType="1"/>
              <a:stCxn id="9" idx="3"/>
              <a:endCxn id="10" idx="1"/>
            </p:cNvCxnSpPr>
            <p:nvPr/>
          </p:nvCxnSpPr>
          <p:spPr bwMode="auto">
            <a:xfrm>
              <a:off x="5530153" y="2407180"/>
              <a:ext cx="242772" cy="0"/>
            </a:xfrm>
            <a:prstGeom prst="straightConnector1">
              <a:avLst/>
            </a:prstGeom>
            <a:noFill/>
            <a:ln w="9525">
              <a:solidFill>
                <a:srgbClr val="53565A"/>
              </a:solidFill>
              <a:round/>
              <a:headEnd/>
              <a:tailEnd type="triangle" w="med" len="med"/>
            </a:ln>
          </p:spPr>
        </p:cxnSp>
        <p:cxnSp>
          <p:nvCxnSpPr>
            <p:cNvPr id="16" name="AutoShape 15"/>
            <p:cNvCxnSpPr>
              <a:cxnSpLocks noChangeShapeType="1"/>
              <a:stCxn id="10" idx="3"/>
              <a:endCxn id="11" idx="1"/>
            </p:cNvCxnSpPr>
            <p:nvPr/>
          </p:nvCxnSpPr>
          <p:spPr bwMode="auto">
            <a:xfrm>
              <a:off x="6687325" y="2407180"/>
              <a:ext cx="242772" cy="0"/>
            </a:xfrm>
            <a:prstGeom prst="straightConnector1">
              <a:avLst/>
            </a:prstGeom>
            <a:noFill/>
            <a:ln w="9525">
              <a:solidFill>
                <a:srgbClr val="53565A"/>
              </a:solidFill>
              <a:round/>
              <a:headEnd/>
              <a:tailEnd type="triangle" w="med" len="med"/>
            </a:ln>
          </p:spPr>
        </p:cxnSp>
        <p:cxnSp>
          <p:nvCxnSpPr>
            <p:cNvPr id="17" name="AutoShape 16"/>
            <p:cNvCxnSpPr>
              <a:cxnSpLocks noChangeShapeType="1"/>
              <a:stCxn id="11" idx="3"/>
              <a:endCxn id="12" idx="1"/>
            </p:cNvCxnSpPr>
            <p:nvPr/>
          </p:nvCxnSpPr>
          <p:spPr bwMode="auto">
            <a:xfrm>
              <a:off x="7844497" y="2407180"/>
              <a:ext cx="242772" cy="0"/>
            </a:xfrm>
            <a:prstGeom prst="straightConnector1">
              <a:avLst/>
            </a:prstGeom>
            <a:noFill/>
            <a:ln w="9525">
              <a:solidFill>
                <a:srgbClr val="53565A"/>
              </a:solidFill>
              <a:round/>
              <a:headEnd/>
              <a:tailEnd type="triangle" w="med" len="med"/>
            </a:ln>
          </p:spPr>
        </p:cxnSp>
        <p:cxnSp>
          <p:nvCxnSpPr>
            <p:cNvPr id="18" name="AutoShape 17"/>
            <p:cNvCxnSpPr>
              <a:cxnSpLocks noChangeShapeType="1"/>
              <a:stCxn id="12" idx="3"/>
              <a:endCxn id="13" idx="1"/>
            </p:cNvCxnSpPr>
            <p:nvPr/>
          </p:nvCxnSpPr>
          <p:spPr bwMode="auto">
            <a:xfrm>
              <a:off x="9001670" y="2407180"/>
              <a:ext cx="242771" cy="0"/>
            </a:xfrm>
            <a:prstGeom prst="straightConnector1">
              <a:avLst/>
            </a:prstGeom>
            <a:noFill/>
            <a:ln w="9525">
              <a:solidFill>
                <a:srgbClr val="53565A"/>
              </a:solidFill>
              <a:round/>
              <a:headEnd/>
              <a:tailEnd type="triangle" w="med" len="med"/>
            </a:ln>
          </p:spPr>
        </p:cxnSp>
        <p:sp>
          <p:nvSpPr>
            <p:cNvPr id="788498" name="Text Box 18"/>
            <p:cNvSpPr txBox="1">
              <a:spLocks noChangeArrowheads="1"/>
            </p:cNvSpPr>
            <p:nvPr/>
          </p:nvSpPr>
          <p:spPr bwMode="auto">
            <a:xfrm>
              <a:off x="1884942" y="3055756"/>
              <a:ext cx="638219" cy="333504"/>
            </a:xfrm>
            <a:prstGeom prst="rect">
              <a:avLst/>
            </a:prstGeom>
            <a:noFill/>
            <a:ln w="9525" algn="ctr">
              <a:noFill/>
              <a:miter lim="800000"/>
              <a:headEnd/>
              <a:tailEnd/>
            </a:ln>
          </p:spPr>
          <p:txBody>
            <a:bodyPr wrap="none" lIns="72231" tIns="72231" rIns="72231" bIns="72231" anchor="ctr">
              <a:spAutoFit/>
            </a:bodyPr>
            <a:lstStyle/>
            <a:p>
              <a:r>
                <a:rPr lang="en-US" sz="800" dirty="0">
                  <a:latin typeface="Aptos" panose="020B0004020202020204" pitchFamily="34" charset="0"/>
                  <a:ea typeface="ＭＳ Ｐゴシック" charset="-128"/>
                </a:rPr>
                <a:t>Department</a:t>
              </a:r>
            </a:p>
          </p:txBody>
        </p:sp>
        <p:sp>
          <p:nvSpPr>
            <p:cNvPr id="20" name="Rectangle 19"/>
            <p:cNvSpPr>
              <a:spLocks noChangeArrowheads="1"/>
            </p:cNvSpPr>
            <p:nvPr/>
          </p:nvSpPr>
          <p:spPr bwMode="auto">
            <a:xfrm>
              <a:off x="3458581" y="2974459"/>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sp>
          <p:nvSpPr>
            <p:cNvPr id="21" name="Rectangle 20"/>
            <p:cNvSpPr>
              <a:spLocks noChangeArrowheads="1"/>
            </p:cNvSpPr>
            <p:nvPr/>
          </p:nvSpPr>
          <p:spPr bwMode="auto">
            <a:xfrm>
              <a:off x="4615753" y="2974459"/>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sp>
          <p:nvSpPr>
            <p:cNvPr id="22" name="Rectangle 21"/>
            <p:cNvSpPr>
              <a:spLocks noChangeArrowheads="1"/>
            </p:cNvSpPr>
            <p:nvPr/>
          </p:nvSpPr>
          <p:spPr bwMode="auto">
            <a:xfrm>
              <a:off x="5772925" y="2974459"/>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sp>
          <p:nvSpPr>
            <p:cNvPr id="23" name="Rectangle 22"/>
            <p:cNvSpPr>
              <a:spLocks noChangeArrowheads="1"/>
            </p:cNvSpPr>
            <p:nvPr/>
          </p:nvSpPr>
          <p:spPr bwMode="auto">
            <a:xfrm>
              <a:off x="6930097" y="2974459"/>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sp>
          <p:nvSpPr>
            <p:cNvPr id="24" name="Rectangle 23"/>
            <p:cNvSpPr>
              <a:spLocks noChangeArrowheads="1"/>
            </p:cNvSpPr>
            <p:nvPr/>
          </p:nvSpPr>
          <p:spPr bwMode="auto">
            <a:xfrm>
              <a:off x="8087269" y="2974459"/>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sp>
          <p:nvSpPr>
            <p:cNvPr id="25" name="Rectangle 24"/>
            <p:cNvSpPr>
              <a:spLocks noChangeArrowheads="1"/>
            </p:cNvSpPr>
            <p:nvPr/>
          </p:nvSpPr>
          <p:spPr bwMode="auto">
            <a:xfrm>
              <a:off x="9244440" y="2974459"/>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cxnSp>
          <p:nvCxnSpPr>
            <p:cNvPr id="26" name="AutoShape 25"/>
            <p:cNvCxnSpPr>
              <a:cxnSpLocks noChangeShapeType="1"/>
              <a:stCxn id="20" idx="3"/>
              <a:endCxn id="21" idx="1"/>
            </p:cNvCxnSpPr>
            <p:nvPr/>
          </p:nvCxnSpPr>
          <p:spPr bwMode="auto">
            <a:xfrm>
              <a:off x="4372981" y="3225919"/>
              <a:ext cx="242772" cy="0"/>
            </a:xfrm>
            <a:prstGeom prst="straightConnector1">
              <a:avLst/>
            </a:prstGeom>
            <a:noFill/>
            <a:ln w="6350">
              <a:solidFill>
                <a:srgbClr val="53565A"/>
              </a:solidFill>
              <a:round/>
              <a:headEnd/>
              <a:tailEnd type="triangle" w="med" len="med"/>
            </a:ln>
          </p:spPr>
        </p:cxnSp>
        <p:cxnSp>
          <p:nvCxnSpPr>
            <p:cNvPr id="27" name="AutoShape 26"/>
            <p:cNvCxnSpPr>
              <a:cxnSpLocks noChangeShapeType="1"/>
              <a:stCxn id="21" idx="3"/>
              <a:endCxn id="22" idx="1"/>
            </p:cNvCxnSpPr>
            <p:nvPr/>
          </p:nvCxnSpPr>
          <p:spPr bwMode="auto">
            <a:xfrm>
              <a:off x="5530153" y="3225919"/>
              <a:ext cx="242772" cy="0"/>
            </a:xfrm>
            <a:prstGeom prst="straightConnector1">
              <a:avLst/>
            </a:prstGeom>
            <a:noFill/>
            <a:ln w="6350">
              <a:solidFill>
                <a:srgbClr val="53565A"/>
              </a:solidFill>
              <a:round/>
              <a:headEnd/>
              <a:tailEnd type="triangle" w="med" len="med"/>
            </a:ln>
          </p:spPr>
        </p:cxnSp>
        <p:cxnSp>
          <p:nvCxnSpPr>
            <p:cNvPr id="28" name="AutoShape 27"/>
            <p:cNvCxnSpPr>
              <a:cxnSpLocks noChangeShapeType="1"/>
              <a:stCxn id="22" idx="3"/>
              <a:endCxn id="23" idx="1"/>
            </p:cNvCxnSpPr>
            <p:nvPr/>
          </p:nvCxnSpPr>
          <p:spPr bwMode="auto">
            <a:xfrm>
              <a:off x="6687325" y="3225919"/>
              <a:ext cx="242772" cy="0"/>
            </a:xfrm>
            <a:prstGeom prst="straightConnector1">
              <a:avLst/>
            </a:prstGeom>
            <a:noFill/>
            <a:ln w="6350">
              <a:solidFill>
                <a:srgbClr val="53565A"/>
              </a:solidFill>
              <a:round/>
              <a:headEnd/>
              <a:tailEnd type="triangle" w="med" len="med"/>
            </a:ln>
          </p:spPr>
        </p:cxnSp>
        <p:cxnSp>
          <p:nvCxnSpPr>
            <p:cNvPr id="29" name="AutoShape 28"/>
            <p:cNvCxnSpPr>
              <a:cxnSpLocks noChangeShapeType="1"/>
              <a:stCxn id="23" idx="3"/>
              <a:endCxn id="24" idx="1"/>
            </p:cNvCxnSpPr>
            <p:nvPr/>
          </p:nvCxnSpPr>
          <p:spPr bwMode="auto">
            <a:xfrm>
              <a:off x="7844497" y="3225919"/>
              <a:ext cx="242772" cy="0"/>
            </a:xfrm>
            <a:prstGeom prst="straightConnector1">
              <a:avLst/>
            </a:prstGeom>
            <a:noFill/>
            <a:ln w="6350">
              <a:solidFill>
                <a:srgbClr val="53565A"/>
              </a:solidFill>
              <a:round/>
              <a:headEnd/>
              <a:tailEnd type="triangle" w="med" len="med"/>
            </a:ln>
          </p:spPr>
        </p:cxnSp>
        <p:cxnSp>
          <p:nvCxnSpPr>
            <p:cNvPr id="30" name="AutoShape 29"/>
            <p:cNvCxnSpPr>
              <a:cxnSpLocks noChangeShapeType="1"/>
              <a:stCxn id="24" idx="3"/>
              <a:endCxn id="25" idx="1"/>
            </p:cNvCxnSpPr>
            <p:nvPr/>
          </p:nvCxnSpPr>
          <p:spPr bwMode="auto">
            <a:xfrm>
              <a:off x="9001670" y="3225919"/>
              <a:ext cx="242771" cy="0"/>
            </a:xfrm>
            <a:prstGeom prst="straightConnector1">
              <a:avLst/>
            </a:prstGeom>
            <a:noFill/>
            <a:ln w="6350">
              <a:solidFill>
                <a:srgbClr val="53565A"/>
              </a:solidFill>
              <a:round/>
              <a:headEnd/>
              <a:tailEnd type="triangle" w="med" len="med"/>
            </a:ln>
          </p:spPr>
        </p:cxnSp>
        <p:sp>
          <p:nvSpPr>
            <p:cNvPr id="788510" name="Text Box 30"/>
            <p:cNvSpPr txBox="1">
              <a:spLocks noChangeArrowheads="1"/>
            </p:cNvSpPr>
            <p:nvPr/>
          </p:nvSpPr>
          <p:spPr bwMode="auto">
            <a:xfrm>
              <a:off x="1884942" y="3871878"/>
              <a:ext cx="638219" cy="333504"/>
            </a:xfrm>
            <a:prstGeom prst="rect">
              <a:avLst/>
            </a:prstGeom>
            <a:noFill/>
            <a:ln w="9525" algn="ctr">
              <a:noFill/>
              <a:miter lim="800000"/>
              <a:headEnd/>
              <a:tailEnd/>
            </a:ln>
          </p:spPr>
          <p:txBody>
            <a:bodyPr wrap="none" lIns="72231" tIns="72231" rIns="72231" bIns="72231" anchor="ctr">
              <a:spAutoFit/>
            </a:bodyPr>
            <a:lstStyle/>
            <a:p>
              <a:r>
                <a:rPr lang="en-US" sz="800" dirty="0">
                  <a:solidFill>
                    <a:schemeClr val="bg1"/>
                  </a:solidFill>
                  <a:latin typeface="Aptos" panose="020B0004020202020204" pitchFamily="34" charset="0"/>
                  <a:ea typeface="ＭＳ Ｐゴシック" charset="-128"/>
                </a:rPr>
                <a:t>Department</a:t>
              </a:r>
            </a:p>
          </p:txBody>
        </p:sp>
        <p:sp>
          <p:nvSpPr>
            <p:cNvPr id="788511" name="Text Box 42"/>
            <p:cNvSpPr txBox="1">
              <a:spLocks noChangeArrowheads="1"/>
            </p:cNvSpPr>
            <p:nvPr/>
          </p:nvSpPr>
          <p:spPr bwMode="auto">
            <a:xfrm>
              <a:off x="1884942" y="4687999"/>
              <a:ext cx="638219" cy="333504"/>
            </a:xfrm>
            <a:prstGeom prst="rect">
              <a:avLst/>
            </a:prstGeom>
            <a:noFill/>
            <a:ln w="9525" algn="ctr">
              <a:noFill/>
              <a:miter lim="800000"/>
              <a:headEnd/>
              <a:tailEnd/>
            </a:ln>
          </p:spPr>
          <p:txBody>
            <a:bodyPr wrap="none" lIns="72231" tIns="72231" rIns="72231" bIns="72231" anchor="ctr">
              <a:spAutoFit/>
            </a:bodyPr>
            <a:lstStyle/>
            <a:p>
              <a:r>
                <a:rPr lang="en-US" sz="800" dirty="0">
                  <a:latin typeface="Aptos" panose="020B0004020202020204" pitchFamily="34" charset="0"/>
                  <a:ea typeface="ＭＳ Ｐゴシック" charset="-128"/>
                </a:rPr>
                <a:t>Department</a:t>
              </a:r>
            </a:p>
          </p:txBody>
        </p:sp>
        <p:sp>
          <p:nvSpPr>
            <p:cNvPr id="788512" name="Text Box 54"/>
            <p:cNvSpPr txBox="1">
              <a:spLocks noChangeArrowheads="1"/>
            </p:cNvSpPr>
            <p:nvPr/>
          </p:nvSpPr>
          <p:spPr bwMode="auto">
            <a:xfrm>
              <a:off x="1884942" y="5504118"/>
              <a:ext cx="638219" cy="333504"/>
            </a:xfrm>
            <a:prstGeom prst="rect">
              <a:avLst/>
            </a:prstGeom>
            <a:noFill/>
            <a:ln w="9525" algn="ctr">
              <a:noFill/>
              <a:miter lim="800000"/>
              <a:headEnd/>
              <a:tailEnd/>
            </a:ln>
          </p:spPr>
          <p:txBody>
            <a:bodyPr wrap="none" lIns="72231" tIns="72231" rIns="72231" bIns="72231" anchor="ctr">
              <a:spAutoFit/>
            </a:bodyPr>
            <a:lstStyle/>
            <a:p>
              <a:r>
                <a:rPr lang="en-US" sz="800" dirty="0">
                  <a:solidFill>
                    <a:schemeClr val="bg1"/>
                  </a:solidFill>
                  <a:latin typeface="Aptos" panose="020B0004020202020204" pitchFamily="34" charset="0"/>
                  <a:ea typeface="ＭＳ Ｐゴシック" charset="-128"/>
                </a:rPr>
                <a:t>Department</a:t>
              </a:r>
            </a:p>
          </p:txBody>
        </p:sp>
        <p:cxnSp>
          <p:nvCxnSpPr>
            <p:cNvPr id="67" name="AutoShape 66"/>
            <p:cNvCxnSpPr>
              <a:cxnSpLocks noChangeShapeType="1"/>
              <a:stCxn id="8" idx="2"/>
              <a:endCxn id="21" idx="0"/>
            </p:cNvCxnSpPr>
            <p:nvPr/>
          </p:nvCxnSpPr>
          <p:spPr bwMode="auto">
            <a:xfrm rot="16200000" flipH="1">
              <a:off x="4336538" y="2238042"/>
              <a:ext cx="315661" cy="1157172"/>
            </a:xfrm>
            <a:prstGeom prst="bentConnector3">
              <a:avLst>
                <a:gd name="adj1" fmla="val 50000"/>
              </a:avLst>
            </a:prstGeom>
            <a:noFill/>
            <a:ln w="6350">
              <a:solidFill>
                <a:srgbClr val="53565A"/>
              </a:solidFill>
              <a:miter lim="800000"/>
              <a:headEnd/>
              <a:tailEnd type="triangle" w="med" len="med"/>
            </a:ln>
          </p:spPr>
        </p:cxnSp>
        <p:cxnSp>
          <p:nvCxnSpPr>
            <p:cNvPr id="68" name="AutoShape 67"/>
            <p:cNvCxnSpPr>
              <a:cxnSpLocks noChangeShapeType="1"/>
              <a:stCxn id="22" idx="0"/>
              <a:endCxn id="10" idx="2"/>
            </p:cNvCxnSpPr>
            <p:nvPr/>
          </p:nvCxnSpPr>
          <p:spPr bwMode="auto">
            <a:xfrm flipV="1">
              <a:off x="6230125" y="2658799"/>
              <a:ext cx="0" cy="315661"/>
            </a:xfrm>
            <a:prstGeom prst="straightConnector1">
              <a:avLst/>
            </a:prstGeom>
            <a:noFill/>
            <a:ln w="6350">
              <a:solidFill>
                <a:srgbClr val="53565A"/>
              </a:solidFill>
              <a:round/>
              <a:headEnd/>
              <a:tailEnd type="triangle" w="med" len="med"/>
            </a:ln>
          </p:spPr>
        </p:cxnSp>
        <p:cxnSp>
          <p:nvCxnSpPr>
            <p:cNvPr id="69" name="AutoShape 68"/>
            <p:cNvCxnSpPr>
              <a:cxnSpLocks noChangeShapeType="1"/>
              <a:stCxn id="23" idx="2"/>
              <a:endCxn id="106" idx="0"/>
            </p:cNvCxnSpPr>
            <p:nvPr/>
          </p:nvCxnSpPr>
          <p:spPr bwMode="auto">
            <a:xfrm rot="16200000" flipH="1">
              <a:off x="8386480" y="2478197"/>
              <a:ext cx="315979" cy="2314343"/>
            </a:xfrm>
            <a:prstGeom prst="bentConnector3">
              <a:avLst>
                <a:gd name="adj1" fmla="val 50000"/>
              </a:avLst>
            </a:prstGeom>
            <a:noFill/>
            <a:ln w="6350">
              <a:solidFill>
                <a:srgbClr val="53565A"/>
              </a:solidFill>
              <a:miter lim="800000"/>
              <a:headEnd/>
              <a:tailEnd type="triangle" w="med" len="med"/>
            </a:ln>
          </p:spPr>
        </p:cxnSp>
        <p:sp>
          <p:nvSpPr>
            <p:cNvPr id="101" name="Rectangle 100"/>
            <p:cNvSpPr>
              <a:spLocks noChangeArrowheads="1"/>
            </p:cNvSpPr>
            <p:nvPr/>
          </p:nvSpPr>
          <p:spPr bwMode="auto">
            <a:xfrm>
              <a:off x="3458581" y="3793358"/>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02" name="Rectangle 101"/>
            <p:cNvSpPr>
              <a:spLocks noChangeArrowheads="1"/>
            </p:cNvSpPr>
            <p:nvPr/>
          </p:nvSpPr>
          <p:spPr bwMode="auto">
            <a:xfrm>
              <a:off x="4615753" y="3793358"/>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03" name="Rectangle 102"/>
            <p:cNvSpPr>
              <a:spLocks noChangeArrowheads="1"/>
            </p:cNvSpPr>
            <p:nvPr/>
          </p:nvSpPr>
          <p:spPr bwMode="auto">
            <a:xfrm>
              <a:off x="5772925" y="3793358"/>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04" name="Rectangle 103"/>
            <p:cNvSpPr>
              <a:spLocks noChangeArrowheads="1"/>
            </p:cNvSpPr>
            <p:nvPr/>
          </p:nvSpPr>
          <p:spPr bwMode="auto">
            <a:xfrm>
              <a:off x="6930097" y="3793358"/>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05" name="Rectangle 104"/>
            <p:cNvSpPr>
              <a:spLocks noChangeArrowheads="1"/>
            </p:cNvSpPr>
            <p:nvPr/>
          </p:nvSpPr>
          <p:spPr bwMode="auto">
            <a:xfrm>
              <a:off x="8087269" y="3793358"/>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06" name="Rectangle 105"/>
            <p:cNvSpPr>
              <a:spLocks noChangeArrowheads="1"/>
            </p:cNvSpPr>
            <p:nvPr/>
          </p:nvSpPr>
          <p:spPr bwMode="auto">
            <a:xfrm>
              <a:off x="9244440" y="3793358"/>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cxnSp>
          <p:nvCxnSpPr>
            <p:cNvPr id="107" name="AutoShape 13"/>
            <p:cNvCxnSpPr>
              <a:cxnSpLocks noChangeShapeType="1"/>
              <a:stCxn id="101" idx="3"/>
              <a:endCxn id="102" idx="1"/>
            </p:cNvCxnSpPr>
            <p:nvPr/>
          </p:nvCxnSpPr>
          <p:spPr bwMode="auto">
            <a:xfrm>
              <a:off x="4372981" y="4044818"/>
              <a:ext cx="242772" cy="0"/>
            </a:xfrm>
            <a:prstGeom prst="straightConnector1">
              <a:avLst/>
            </a:prstGeom>
            <a:noFill/>
            <a:ln w="9525">
              <a:solidFill>
                <a:srgbClr val="53565A"/>
              </a:solidFill>
              <a:round/>
              <a:headEnd/>
              <a:tailEnd type="triangle" w="med" len="med"/>
            </a:ln>
          </p:spPr>
        </p:cxnSp>
        <p:cxnSp>
          <p:nvCxnSpPr>
            <p:cNvPr id="108" name="AutoShape 14"/>
            <p:cNvCxnSpPr>
              <a:cxnSpLocks noChangeShapeType="1"/>
              <a:stCxn id="102" idx="3"/>
              <a:endCxn id="103" idx="1"/>
            </p:cNvCxnSpPr>
            <p:nvPr/>
          </p:nvCxnSpPr>
          <p:spPr bwMode="auto">
            <a:xfrm>
              <a:off x="5530153" y="4044818"/>
              <a:ext cx="242772" cy="0"/>
            </a:xfrm>
            <a:prstGeom prst="straightConnector1">
              <a:avLst/>
            </a:prstGeom>
            <a:noFill/>
            <a:ln w="9525">
              <a:solidFill>
                <a:srgbClr val="53565A"/>
              </a:solidFill>
              <a:round/>
              <a:headEnd/>
              <a:tailEnd type="triangle" w="med" len="med"/>
            </a:ln>
          </p:spPr>
        </p:cxnSp>
        <p:cxnSp>
          <p:nvCxnSpPr>
            <p:cNvPr id="109" name="AutoShape 15"/>
            <p:cNvCxnSpPr>
              <a:cxnSpLocks noChangeShapeType="1"/>
              <a:stCxn id="103" idx="3"/>
              <a:endCxn id="104" idx="1"/>
            </p:cNvCxnSpPr>
            <p:nvPr/>
          </p:nvCxnSpPr>
          <p:spPr bwMode="auto">
            <a:xfrm>
              <a:off x="6687325" y="4044818"/>
              <a:ext cx="242772" cy="0"/>
            </a:xfrm>
            <a:prstGeom prst="straightConnector1">
              <a:avLst/>
            </a:prstGeom>
            <a:noFill/>
            <a:ln w="9525">
              <a:solidFill>
                <a:srgbClr val="53565A"/>
              </a:solidFill>
              <a:round/>
              <a:headEnd/>
              <a:tailEnd type="triangle" w="med" len="med"/>
            </a:ln>
          </p:spPr>
        </p:cxnSp>
        <p:cxnSp>
          <p:nvCxnSpPr>
            <p:cNvPr id="110" name="AutoShape 16"/>
            <p:cNvCxnSpPr>
              <a:cxnSpLocks noChangeShapeType="1"/>
              <a:stCxn id="104" idx="3"/>
              <a:endCxn id="105" idx="1"/>
            </p:cNvCxnSpPr>
            <p:nvPr/>
          </p:nvCxnSpPr>
          <p:spPr bwMode="auto">
            <a:xfrm>
              <a:off x="7844497" y="4044818"/>
              <a:ext cx="242772" cy="0"/>
            </a:xfrm>
            <a:prstGeom prst="straightConnector1">
              <a:avLst/>
            </a:prstGeom>
            <a:noFill/>
            <a:ln w="9525">
              <a:solidFill>
                <a:srgbClr val="53565A"/>
              </a:solidFill>
              <a:round/>
              <a:headEnd/>
              <a:tailEnd type="triangle" w="med" len="med"/>
            </a:ln>
          </p:spPr>
        </p:cxnSp>
        <p:cxnSp>
          <p:nvCxnSpPr>
            <p:cNvPr id="111" name="AutoShape 17"/>
            <p:cNvCxnSpPr>
              <a:cxnSpLocks noChangeShapeType="1"/>
              <a:stCxn id="105" idx="3"/>
              <a:endCxn id="106" idx="1"/>
            </p:cNvCxnSpPr>
            <p:nvPr/>
          </p:nvCxnSpPr>
          <p:spPr bwMode="auto">
            <a:xfrm>
              <a:off x="9001670" y="4044818"/>
              <a:ext cx="242771" cy="0"/>
            </a:xfrm>
            <a:prstGeom prst="straightConnector1">
              <a:avLst/>
            </a:prstGeom>
            <a:noFill/>
            <a:ln w="9525">
              <a:solidFill>
                <a:srgbClr val="53565A"/>
              </a:solidFill>
              <a:round/>
              <a:headEnd/>
              <a:tailEnd type="triangle" w="med" len="med"/>
            </a:ln>
          </p:spPr>
        </p:cxnSp>
        <p:sp>
          <p:nvSpPr>
            <p:cNvPr id="115" name="Rectangle 114"/>
            <p:cNvSpPr>
              <a:spLocks noChangeArrowheads="1"/>
            </p:cNvSpPr>
            <p:nvPr/>
          </p:nvSpPr>
          <p:spPr bwMode="auto">
            <a:xfrm>
              <a:off x="3458581" y="4612257"/>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sp>
          <p:nvSpPr>
            <p:cNvPr id="116" name="Rectangle 115"/>
            <p:cNvSpPr>
              <a:spLocks noChangeArrowheads="1"/>
            </p:cNvSpPr>
            <p:nvPr/>
          </p:nvSpPr>
          <p:spPr bwMode="auto">
            <a:xfrm>
              <a:off x="4615753" y="4612257"/>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sp>
          <p:nvSpPr>
            <p:cNvPr id="117" name="Rectangle 116"/>
            <p:cNvSpPr>
              <a:spLocks noChangeArrowheads="1"/>
            </p:cNvSpPr>
            <p:nvPr/>
          </p:nvSpPr>
          <p:spPr bwMode="auto">
            <a:xfrm>
              <a:off x="5772925" y="4612257"/>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sp>
          <p:nvSpPr>
            <p:cNvPr id="118" name="Rectangle 117"/>
            <p:cNvSpPr>
              <a:spLocks noChangeArrowheads="1"/>
            </p:cNvSpPr>
            <p:nvPr/>
          </p:nvSpPr>
          <p:spPr bwMode="auto">
            <a:xfrm>
              <a:off x="6930097" y="4612257"/>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sp>
          <p:nvSpPr>
            <p:cNvPr id="119" name="Rectangle 118"/>
            <p:cNvSpPr>
              <a:spLocks noChangeArrowheads="1"/>
            </p:cNvSpPr>
            <p:nvPr/>
          </p:nvSpPr>
          <p:spPr bwMode="auto">
            <a:xfrm>
              <a:off x="8087269" y="4612257"/>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sp>
          <p:nvSpPr>
            <p:cNvPr id="120" name="Rectangle 119"/>
            <p:cNvSpPr>
              <a:spLocks noChangeArrowheads="1"/>
            </p:cNvSpPr>
            <p:nvPr/>
          </p:nvSpPr>
          <p:spPr bwMode="auto">
            <a:xfrm>
              <a:off x="9244440" y="4612257"/>
              <a:ext cx="914400" cy="502920"/>
            </a:xfrm>
            <a:prstGeom prst="rect">
              <a:avLst/>
            </a:prstGeom>
            <a:solidFill>
              <a:schemeClr val="accent3"/>
            </a:solidFill>
            <a:ln w="12700" algn="ctr">
              <a:noFill/>
              <a:miter lim="800000"/>
              <a:headEnd/>
              <a:tailEnd/>
            </a:ln>
          </p:spPr>
          <p:txBody>
            <a:bodyPr lIns="73125" tIns="38025" rIns="73125" bIns="38025" anchor="ctr"/>
            <a:lstStyle/>
            <a:p>
              <a:pPr algn="ctr">
                <a:defRPr/>
              </a:pPr>
              <a:r>
                <a:rPr lang="en-US" sz="800" dirty="0">
                  <a:solidFill>
                    <a:schemeClr val="bg1"/>
                  </a:solidFill>
                  <a:latin typeface="Aptos" panose="020B0004020202020204" pitchFamily="34" charset="0"/>
                  <a:ea typeface="ＭＳ Ｐゴシック" pitchFamily="50" charset="-128"/>
                </a:rPr>
                <a:t>Activity</a:t>
              </a:r>
            </a:p>
          </p:txBody>
        </p:sp>
        <p:cxnSp>
          <p:nvCxnSpPr>
            <p:cNvPr id="121" name="AutoShape 13"/>
            <p:cNvCxnSpPr>
              <a:cxnSpLocks noChangeShapeType="1"/>
              <a:stCxn id="115" idx="3"/>
              <a:endCxn id="116" idx="1"/>
            </p:cNvCxnSpPr>
            <p:nvPr/>
          </p:nvCxnSpPr>
          <p:spPr bwMode="auto">
            <a:xfrm>
              <a:off x="4372981" y="4863717"/>
              <a:ext cx="242772" cy="0"/>
            </a:xfrm>
            <a:prstGeom prst="straightConnector1">
              <a:avLst/>
            </a:prstGeom>
            <a:noFill/>
            <a:ln w="6350">
              <a:solidFill>
                <a:srgbClr val="53565A"/>
              </a:solidFill>
              <a:round/>
              <a:headEnd/>
              <a:tailEnd type="triangle" w="med" len="med"/>
            </a:ln>
          </p:spPr>
        </p:cxnSp>
        <p:cxnSp>
          <p:nvCxnSpPr>
            <p:cNvPr id="122" name="AutoShape 14"/>
            <p:cNvCxnSpPr>
              <a:cxnSpLocks noChangeShapeType="1"/>
              <a:stCxn id="116" idx="3"/>
              <a:endCxn id="117" idx="1"/>
            </p:cNvCxnSpPr>
            <p:nvPr/>
          </p:nvCxnSpPr>
          <p:spPr bwMode="auto">
            <a:xfrm>
              <a:off x="5530153" y="4863717"/>
              <a:ext cx="242772" cy="0"/>
            </a:xfrm>
            <a:prstGeom prst="straightConnector1">
              <a:avLst/>
            </a:prstGeom>
            <a:noFill/>
            <a:ln w="6350">
              <a:solidFill>
                <a:srgbClr val="53565A"/>
              </a:solidFill>
              <a:round/>
              <a:headEnd/>
              <a:tailEnd type="triangle" w="med" len="med"/>
            </a:ln>
          </p:spPr>
        </p:cxnSp>
        <p:cxnSp>
          <p:nvCxnSpPr>
            <p:cNvPr id="123" name="AutoShape 15"/>
            <p:cNvCxnSpPr>
              <a:cxnSpLocks noChangeShapeType="1"/>
              <a:stCxn id="117" idx="3"/>
              <a:endCxn id="118" idx="1"/>
            </p:cNvCxnSpPr>
            <p:nvPr/>
          </p:nvCxnSpPr>
          <p:spPr bwMode="auto">
            <a:xfrm>
              <a:off x="6687325" y="4863717"/>
              <a:ext cx="242772" cy="0"/>
            </a:xfrm>
            <a:prstGeom prst="straightConnector1">
              <a:avLst/>
            </a:prstGeom>
            <a:noFill/>
            <a:ln w="6350">
              <a:solidFill>
                <a:srgbClr val="53565A"/>
              </a:solidFill>
              <a:round/>
              <a:headEnd/>
              <a:tailEnd type="triangle" w="med" len="med"/>
            </a:ln>
          </p:spPr>
        </p:cxnSp>
        <p:cxnSp>
          <p:nvCxnSpPr>
            <p:cNvPr id="124" name="AutoShape 16"/>
            <p:cNvCxnSpPr>
              <a:cxnSpLocks noChangeShapeType="1"/>
              <a:stCxn id="118" idx="3"/>
              <a:endCxn id="119" idx="1"/>
            </p:cNvCxnSpPr>
            <p:nvPr/>
          </p:nvCxnSpPr>
          <p:spPr bwMode="auto">
            <a:xfrm>
              <a:off x="7844497" y="4863717"/>
              <a:ext cx="242772" cy="0"/>
            </a:xfrm>
            <a:prstGeom prst="straightConnector1">
              <a:avLst/>
            </a:prstGeom>
            <a:noFill/>
            <a:ln w="6350">
              <a:solidFill>
                <a:srgbClr val="53565A"/>
              </a:solidFill>
              <a:round/>
              <a:headEnd/>
              <a:tailEnd type="triangle" w="med" len="med"/>
            </a:ln>
          </p:spPr>
        </p:cxnSp>
        <p:cxnSp>
          <p:nvCxnSpPr>
            <p:cNvPr id="125" name="AutoShape 17"/>
            <p:cNvCxnSpPr>
              <a:cxnSpLocks noChangeShapeType="1"/>
              <a:stCxn id="119" idx="3"/>
              <a:endCxn id="120" idx="1"/>
            </p:cNvCxnSpPr>
            <p:nvPr/>
          </p:nvCxnSpPr>
          <p:spPr bwMode="auto">
            <a:xfrm>
              <a:off x="9001670" y="4863717"/>
              <a:ext cx="242771" cy="0"/>
            </a:xfrm>
            <a:prstGeom prst="straightConnector1">
              <a:avLst/>
            </a:prstGeom>
            <a:noFill/>
            <a:ln w="6350">
              <a:solidFill>
                <a:srgbClr val="53565A"/>
              </a:solidFill>
              <a:round/>
              <a:headEnd/>
              <a:tailEnd type="triangle" w="med" len="med"/>
            </a:ln>
          </p:spPr>
        </p:cxnSp>
        <p:sp>
          <p:nvSpPr>
            <p:cNvPr id="126" name="Rectangle 125"/>
            <p:cNvSpPr>
              <a:spLocks noChangeArrowheads="1"/>
            </p:cNvSpPr>
            <p:nvPr/>
          </p:nvSpPr>
          <p:spPr bwMode="auto">
            <a:xfrm>
              <a:off x="3458581" y="5431155"/>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27" name="Rectangle 126"/>
            <p:cNvSpPr>
              <a:spLocks noChangeArrowheads="1"/>
            </p:cNvSpPr>
            <p:nvPr/>
          </p:nvSpPr>
          <p:spPr bwMode="auto">
            <a:xfrm>
              <a:off x="4615753" y="5431155"/>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28" name="Rectangle 127"/>
            <p:cNvSpPr>
              <a:spLocks noChangeArrowheads="1"/>
            </p:cNvSpPr>
            <p:nvPr/>
          </p:nvSpPr>
          <p:spPr bwMode="auto">
            <a:xfrm>
              <a:off x="5772925" y="5431155"/>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29" name="Rectangle 128"/>
            <p:cNvSpPr>
              <a:spLocks noChangeArrowheads="1"/>
            </p:cNvSpPr>
            <p:nvPr/>
          </p:nvSpPr>
          <p:spPr bwMode="auto">
            <a:xfrm>
              <a:off x="6930097" y="5431155"/>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30" name="Rectangle 129"/>
            <p:cNvSpPr>
              <a:spLocks noChangeArrowheads="1"/>
            </p:cNvSpPr>
            <p:nvPr/>
          </p:nvSpPr>
          <p:spPr bwMode="auto">
            <a:xfrm>
              <a:off x="8087269" y="5431155"/>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sp>
          <p:nvSpPr>
            <p:cNvPr id="131" name="Rectangle 130"/>
            <p:cNvSpPr>
              <a:spLocks noChangeArrowheads="1"/>
            </p:cNvSpPr>
            <p:nvPr/>
          </p:nvSpPr>
          <p:spPr bwMode="auto">
            <a:xfrm>
              <a:off x="9244440" y="5431155"/>
              <a:ext cx="914400" cy="502920"/>
            </a:xfrm>
            <a:prstGeom prst="rect">
              <a:avLst/>
            </a:prstGeom>
            <a:solidFill>
              <a:schemeClr val="bg1"/>
            </a:solidFill>
            <a:ln w="12700" algn="ctr">
              <a:noFill/>
              <a:miter lim="800000"/>
              <a:headEnd/>
              <a:tailEnd/>
            </a:ln>
          </p:spPr>
          <p:txBody>
            <a:bodyPr lIns="73125" tIns="38025" rIns="73125" bIns="38025" anchor="ctr"/>
            <a:lstStyle/>
            <a:p>
              <a:pPr algn="ctr">
                <a:defRPr/>
              </a:pPr>
              <a:r>
                <a:rPr lang="en-US" sz="800" dirty="0">
                  <a:latin typeface="Aptos" panose="020B0004020202020204" pitchFamily="34" charset="0"/>
                  <a:ea typeface="ＭＳ Ｐゴシック" pitchFamily="50" charset="-128"/>
                </a:rPr>
                <a:t>Activity</a:t>
              </a:r>
            </a:p>
          </p:txBody>
        </p:sp>
        <p:cxnSp>
          <p:nvCxnSpPr>
            <p:cNvPr id="132" name="AutoShape 13"/>
            <p:cNvCxnSpPr>
              <a:cxnSpLocks noChangeShapeType="1"/>
              <a:stCxn id="126" idx="3"/>
              <a:endCxn id="127" idx="1"/>
            </p:cNvCxnSpPr>
            <p:nvPr/>
          </p:nvCxnSpPr>
          <p:spPr bwMode="auto">
            <a:xfrm>
              <a:off x="4372981" y="5682615"/>
              <a:ext cx="242772" cy="0"/>
            </a:xfrm>
            <a:prstGeom prst="straightConnector1">
              <a:avLst/>
            </a:prstGeom>
            <a:noFill/>
            <a:ln w="9525">
              <a:solidFill>
                <a:srgbClr val="53565A"/>
              </a:solidFill>
              <a:round/>
              <a:headEnd/>
              <a:tailEnd type="triangle" w="med" len="med"/>
            </a:ln>
          </p:spPr>
        </p:cxnSp>
        <p:cxnSp>
          <p:nvCxnSpPr>
            <p:cNvPr id="133" name="AutoShape 14"/>
            <p:cNvCxnSpPr>
              <a:cxnSpLocks noChangeShapeType="1"/>
              <a:stCxn id="127" idx="3"/>
              <a:endCxn id="128" idx="1"/>
            </p:cNvCxnSpPr>
            <p:nvPr/>
          </p:nvCxnSpPr>
          <p:spPr bwMode="auto">
            <a:xfrm>
              <a:off x="5530153" y="5682615"/>
              <a:ext cx="242772" cy="0"/>
            </a:xfrm>
            <a:prstGeom prst="straightConnector1">
              <a:avLst/>
            </a:prstGeom>
            <a:noFill/>
            <a:ln w="9525">
              <a:solidFill>
                <a:srgbClr val="53565A"/>
              </a:solidFill>
              <a:round/>
              <a:headEnd/>
              <a:tailEnd type="triangle" w="med" len="med"/>
            </a:ln>
          </p:spPr>
        </p:cxnSp>
        <p:cxnSp>
          <p:nvCxnSpPr>
            <p:cNvPr id="134" name="AutoShape 15"/>
            <p:cNvCxnSpPr>
              <a:cxnSpLocks noChangeShapeType="1"/>
              <a:stCxn id="128" idx="3"/>
              <a:endCxn id="129" idx="1"/>
            </p:cNvCxnSpPr>
            <p:nvPr/>
          </p:nvCxnSpPr>
          <p:spPr bwMode="auto">
            <a:xfrm>
              <a:off x="6687325" y="5682615"/>
              <a:ext cx="242772" cy="0"/>
            </a:xfrm>
            <a:prstGeom prst="straightConnector1">
              <a:avLst/>
            </a:prstGeom>
            <a:noFill/>
            <a:ln w="9525">
              <a:solidFill>
                <a:srgbClr val="53565A"/>
              </a:solidFill>
              <a:round/>
              <a:headEnd/>
              <a:tailEnd type="triangle" w="med" len="med"/>
            </a:ln>
          </p:spPr>
        </p:cxnSp>
        <p:cxnSp>
          <p:nvCxnSpPr>
            <p:cNvPr id="135" name="AutoShape 16"/>
            <p:cNvCxnSpPr>
              <a:cxnSpLocks noChangeShapeType="1"/>
              <a:stCxn id="129" idx="3"/>
              <a:endCxn id="130" idx="1"/>
            </p:cNvCxnSpPr>
            <p:nvPr/>
          </p:nvCxnSpPr>
          <p:spPr bwMode="auto">
            <a:xfrm>
              <a:off x="7844497" y="5682615"/>
              <a:ext cx="242772" cy="0"/>
            </a:xfrm>
            <a:prstGeom prst="straightConnector1">
              <a:avLst/>
            </a:prstGeom>
            <a:noFill/>
            <a:ln w="9525">
              <a:solidFill>
                <a:srgbClr val="53565A"/>
              </a:solidFill>
              <a:round/>
              <a:headEnd/>
              <a:tailEnd type="triangle" w="med" len="med"/>
            </a:ln>
          </p:spPr>
        </p:cxnSp>
        <p:cxnSp>
          <p:nvCxnSpPr>
            <p:cNvPr id="136" name="AutoShape 17"/>
            <p:cNvCxnSpPr>
              <a:cxnSpLocks noChangeShapeType="1"/>
              <a:stCxn id="130" idx="3"/>
              <a:endCxn id="131" idx="1"/>
            </p:cNvCxnSpPr>
            <p:nvPr/>
          </p:nvCxnSpPr>
          <p:spPr bwMode="auto">
            <a:xfrm>
              <a:off x="9001670" y="5682615"/>
              <a:ext cx="242771" cy="0"/>
            </a:xfrm>
            <a:prstGeom prst="straightConnector1">
              <a:avLst/>
            </a:prstGeom>
            <a:noFill/>
            <a:ln w="9525">
              <a:solidFill>
                <a:srgbClr val="53565A"/>
              </a:solidFill>
              <a:round/>
              <a:headEnd/>
              <a:tailEnd type="triangle" w="med" len="med"/>
            </a:ln>
          </p:spPr>
        </p:cxnSp>
      </p:grpSp>
    </p:spTree>
    <p:extLst>
      <p:ext uri="{BB962C8B-B14F-4D97-AF65-F5344CB8AC3E}">
        <p14:creationId xmlns:p14="http://schemas.microsoft.com/office/powerpoint/2010/main" val="3106414578"/>
      </p:ext>
    </p:extLst>
  </p:cSld>
  <p:clrMapOvr>
    <a:masterClrMapping/>
  </p:clrMapOvr>
  <p:transition>
    <p:fade/>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 Placeholder 53"/>
          <p:cNvSpPr>
            <a:spLocks noGrp="1"/>
          </p:cNvSpPr>
          <p:nvPr>
            <p:ph type="body" sz="quarter" idx="13"/>
          </p:nvPr>
        </p:nvSpPr>
        <p:spPr/>
        <p:txBody>
          <a:bodyPr/>
          <a:lstStyle/>
          <a:p>
            <a:r>
              <a:rPr lang="en-US"/>
              <a:t>Subtitle runs here</a:t>
            </a:r>
            <a:endParaRPr lang="en-US" dirty="0"/>
          </a:p>
        </p:txBody>
      </p:sp>
      <p:sp>
        <p:nvSpPr>
          <p:cNvPr id="789505" name="Title 1"/>
          <p:cNvSpPr>
            <a:spLocks noGrp="1"/>
          </p:cNvSpPr>
          <p:nvPr>
            <p:ph type="title"/>
          </p:nvPr>
        </p:nvSpPr>
        <p:spPr/>
        <p:txBody>
          <a:bodyPr/>
          <a:lstStyle/>
          <a:p>
            <a:r>
              <a:rPr lang="en-US"/>
              <a:t>Process flow</a:t>
            </a:r>
            <a:endParaRPr lang="en-US" dirty="0"/>
          </a:p>
        </p:txBody>
      </p:sp>
      <p:sp>
        <p:nvSpPr>
          <p:cNvPr id="3" name="Content Placeholder 2">
            <a:extLst>
              <a:ext uri="{FF2B5EF4-FFF2-40B4-BE49-F238E27FC236}">
                <a16:creationId xmlns:a16="http://schemas.microsoft.com/office/drawing/2014/main" id="{BA53077E-E44B-EE64-C297-BFD23761457F}"/>
              </a:ext>
            </a:extLst>
          </p:cNvPr>
          <p:cNvSpPr>
            <a:spLocks noGrp="1"/>
          </p:cNvSpPr>
          <p:nvPr>
            <p:ph idx="1"/>
          </p:nvPr>
        </p:nvSpPr>
        <p:spPr/>
        <p:txBody>
          <a:bodyPr/>
          <a:lstStyle/>
          <a:p>
            <a:r>
              <a:rPr lang="en-US" dirty="0"/>
              <a:t>Chart title</a:t>
            </a:r>
          </a:p>
        </p:txBody>
      </p:sp>
      <p:grpSp>
        <p:nvGrpSpPr>
          <p:cNvPr id="2" name="Group 1">
            <a:extLst>
              <a:ext uri="{FF2B5EF4-FFF2-40B4-BE49-F238E27FC236}">
                <a16:creationId xmlns:a16="http://schemas.microsoft.com/office/drawing/2014/main" id="{41D2041A-3EA9-4EAD-8419-4A4363F0A8D5}"/>
              </a:ext>
            </a:extLst>
          </p:cNvPr>
          <p:cNvGrpSpPr/>
          <p:nvPr/>
        </p:nvGrpSpPr>
        <p:grpSpPr>
          <a:xfrm>
            <a:off x="407591" y="2248792"/>
            <a:ext cx="9090819" cy="3064154"/>
            <a:chOff x="1889124" y="1976437"/>
            <a:chExt cx="8416926" cy="3771266"/>
          </a:xfrm>
        </p:grpSpPr>
        <p:sp>
          <p:nvSpPr>
            <p:cNvPr id="4" name="Rectangle 3"/>
            <p:cNvSpPr>
              <a:spLocks noChangeArrowheads="1"/>
            </p:cNvSpPr>
            <p:nvPr/>
          </p:nvSpPr>
          <p:spPr bwMode="auto">
            <a:xfrm>
              <a:off x="1889124" y="1976438"/>
              <a:ext cx="1371600" cy="548640"/>
            </a:xfrm>
            <a:prstGeom prst="rect">
              <a:avLst/>
            </a:prstGeom>
            <a:solidFill>
              <a:schemeClr val="accent1"/>
            </a:solidFill>
            <a:ln w="12700">
              <a:noFill/>
              <a:miter lim="800000"/>
              <a:headEnd/>
              <a:tailEnd/>
            </a:ln>
          </p:spPr>
          <p:txBody>
            <a:bodyPr lIns="37148" rIns="37148" anchor="ctr"/>
            <a:lstStyle/>
            <a:p>
              <a:pPr algn="ctr">
                <a:lnSpc>
                  <a:spcPct val="95000"/>
                </a:lnSpc>
                <a:defRPr/>
              </a:pPr>
              <a:r>
                <a:rPr lang="en-US" sz="1138" b="1" dirty="0">
                  <a:latin typeface="Aptos" panose="020B0004020202020204" pitchFamily="34" charset="0"/>
                  <a:ea typeface="ＭＳ Ｐゴシック" pitchFamily="50" charset="-128"/>
                </a:rPr>
                <a:t>Process</a:t>
              </a:r>
            </a:p>
          </p:txBody>
        </p:sp>
        <p:sp>
          <p:nvSpPr>
            <p:cNvPr id="5" name="Rectangle 4"/>
            <p:cNvSpPr>
              <a:spLocks noChangeArrowheads="1"/>
            </p:cNvSpPr>
            <p:nvPr/>
          </p:nvSpPr>
          <p:spPr bwMode="auto">
            <a:xfrm>
              <a:off x="1889124" y="2624138"/>
              <a:ext cx="1371600" cy="548640"/>
            </a:xfrm>
            <a:prstGeom prst="rect">
              <a:avLst/>
            </a:prstGeom>
            <a:solidFill>
              <a:schemeClr val="accent1"/>
            </a:solidFill>
            <a:ln w="12700">
              <a:noFill/>
              <a:miter lim="800000"/>
              <a:headEnd/>
              <a:tailEnd/>
            </a:ln>
          </p:spPr>
          <p:txBody>
            <a:bodyPr lIns="37148" rIns="37148" anchor="ctr"/>
            <a:lstStyle/>
            <a:p>
              <a:pPr algn="ctr">
                <a:lnSpc>
                  <a:spcPct val="95000"/>
                </a:lnSpc>
                <a:defRPr/>
              </a:pPr>
              <a:r>
                <a:rPr lang="en-US" sz="1138" b="1" dirty="0">
                  <a:latin typeface="Aptos" panose="020B0004020202020204" pitchFamily="34" charset="0"/>
                  <a:ea typeface="ＭＳ Ｐゴシック" pitchFamily="50" charset="-128"/>
                </a:rPr>
                <a:t>Process</a:t>
              </a:r>
            </a:p>
          </p:txBody>
        </p:sp>
        <p:sp>
          <p:nvSpPr>
            <p:cNvPr id="6" name="Rectangle 5"/>
            <p:cNvSpPr>
              <a:spLocks noChangeArrowheads="1"/>
            </p:cNvSpPr>
            <p:nvPr/>
          </p:nvSpPr>
          <p:spPr bwMode="auto">
            <a:xfrm>
              <a:off x="1889124" y="3273426"/>
              <a:ext cx="1371600" cy="548640"/>
            </a:xfrm>
            <a:prstGeom prst="rect">
              <a:avLst/>
            </a:prstGeom>
            <a:solidFill>
              <a:schemeClr val="accent1"/>
            </a:solidFill>
            <a:ln w="12700">
              <a:noFill/>
              <a:miter lim="800000"/>
              <a:headEnd/>
              <a:tailEnd/>
            </a:ln>
          </p:spPr>
          <p:txBody>
            <a:bodyPr lIns="37148" rIns="37148" anchor="ctr"/>
            <a:lstStyle/>
            <a:p>
              <a:pPr algn="ctr">
                <a:lnSpc>
                  <a:spcPct val="95000"/>
                </a:lnSpc>
                <a:defRPr/>
              </a:pPr>
              <a:r>
                <a:rPr lang="en-US" sz="1138" b="1" dirty="0">
                  <a:latin typeface="Aptos" panose="020B0004020202020204" pitchFamily="34" charset="0"/>
                  <a:ea typeface="ＭＳ Ｐゴシック" pitchFamily="50" charset="-128"/>
                </a:rPr>
                <a:t>Process</a:t>
              </a:r>
            </a:p>
          </p:txBody>
        </p:sp>
        <p:sp>
          <p:nvSpPr>
            <p:cNvPr id="7" name="Rectangle 6"/>
            <p:cNvSpPr>
              <a:spLocks noChangeArrowheads="1"/>
            </p:cNvSpPr>
            <p:nvPr/>
          </p:nvSpPr>
          <p:spPr bwMode="auto">
            <a:xfrm>
              <a:off x="1889124" y="3921126"/>
              <a:ext cx="1371600" cy="548640"/>
            </a:xfrm>
            <a:prstGeom prst="rect">
              <a:avLst/>
            </a:prstGeom>
            <a:solidFill>
              <a:schemeClr val="accent1"/>
            </a:solidFill>
            <a:ln w="12700">
              <a:noFill/>
              <a:miter lim="800000"/>
              <a:headEnd/>
              <a:tailEnd/>
            </a:ln>
          </p:spPr>
          <p:txBody>
            <a:bodyPr lIns="37148" rIns="37148" anchor="ctr"/>
            <a:lstStyle/>
            <a:p>
              <a:pPr algn="ctr">
                <a:lnSpc>
                  <a:spcPct val="95000"/>
                </a:lnSpc>
                <a:defRPr/>
              </a:pPr>
              <a:r>
                <a:rPr lang="en-US" sz="1138" b="1" dirty="0">
                  <a:latin typeface="Aptos" panose="020B0004020202020204" pitchFamily="34" charset="0"/>
                  <a:ea typeface="ＭＳ Ｐゴシック" pitchFamily="50" charset="-128"/>
                </a:rPr>
                <a:t>Process</a:t>
              </a:r>
            </a:p>
          </p:txBody>
        </p:sp>
        <p:sp>
          <p:nvSpPr>
            <p:cNvPr id="8" name="Rectangle 7"/>
            <p:cNvSpPr>
              <a:spLocks noChangeArrowheads="1"/>
            </p:cNvSpPr>
            <p:nvPr/>
          </p:nvSpPr>
          <p:spPr bwMode="auto">
            <a:xfrm>
              <a:off x="1889124" y="4568826"/>
              <a:ext cx="1371600" cy="548640"/>
            </a:xfrm>
            <a:prstGeom prst="rect">
              <a:avLst/>
            </a:prstGeom>
            <a:solidFill>
              <a:schemeClr val="accent1"/>
            </a:solidFill>
            <a:ln w="12700">
              <a:noFill/>
              <a:miter lim="800000"/>
              <a:headEnd/>
              <a:tailEnd/>
            </a:ln>
          </p:spPr>
          <p:txBody>
            <a:bodyPr lIns="37148" rIns="37148" anchor="ctr"/>
            <a:lstStyle/>
            <a:p>
              <a:pPr algn="ctr">
                <a:lnSpc>
                  <a:spcPct val="95000"/>
                </a:lnSpc>
                <a:defRPr/>
              </a:pPr>
              <a:r>
                <a:rPr lang="en-US" sz="1138" b="1" dirty="0">
                  <a:latin typeface="Aptos" panose="020B0004020202020204" pitchFamily="34" charset="0"/>
                  <a:ea typeface="ＭＳ Ｐゴシック" pitchFamily="50" charset="-128"/>
                </a:rPr>
                <a:t>Process</a:t>
              </a:r>
            </a:p>
          </p:txBody>
        </p:sp>
        <p:sp>
          <p:nvSpPr>
            <p:cNvPr id="9" name="Rectangle 8"/>
            <p:cNvSpPr>
              <a:spLocks noChangeArrowheads="1"/>
            </p:cNvSpPr>
            <p:nvPr/>
          </p:nvSpPr>
          <p:spPr bwMode="auto">
            <a:xfrm>
              <a:off x="1889124" y="5199063"/>
              <a:ext cx="1371600" cy="548640"/>
            </a:xfrm>
            <a:prstGeom prst="rect">
              <a:avLst/>
            </a:prstGeom>
            <a:solidFill>
              <a:schemeClr val="accent1"/>
            </a:solidFill>
            <a:ln w="12700">
              <a:noFill/>
              <a:miter lim="800000"/>
              <a:headEnd/>
              <a:tailEnd/>
            </a:ln>
          </p:spPr>
          <p:txBody>
            <a:bodyPr lIns="37148" rIns="37148" anchor="ctr"/>
            <a:lstStyle/>
            <a:p>
              <a:pPr algn="ctr">
                <a:lnSpc>
                  <a:spcPct val="95000"/>
                </a:lnSpc>
                <a:defRPr/>
              </a:pPr>
              <a:r>
                <a:rPr lang="en-US" sz="1138" b="1" dirty="0">
                  <a:latin typeface="Aptos" panose="020B0004020202020204" pitchFamily="34" charset="0"/>
                  <a:ea typeface="ＭＳ Ｐゴシック" pitchFamily="50" charset="-128"/>
                </a:rPr>
                <a:t>Process</a:t>
              </a:r>
            </a:p>
          </p:txBody>
        </p:sp>
        <p:sp>
          <p:nvSpPr>
            <p:cNvPr id="10" name="Rectangle 9"/>
            <p:cNvSpPr>
              <a:spLocks noChangeArrowheads="1"/>
            </p:cNvSpPr>
            <p:nvPr/>
          </p:nvSpPr>
          <p:spPr bwMode="auto">
            <a:xfrm>
              <a:off x="3520545" y="1976437"/>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11" name="Rectangle 10"/>
            <p:cNvSpPr>
              <a:spLocks noChangeArrowheads="1"/>
            </p:cNvSpPr>
            <p:nvPr/>
          </p:nvSpPr>
          <p:spPr bwMode="auto">
            <a:xfrm>
              <a:off x="3520545" y="2624137"/>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12" name="Rectangle 11"/>
            <p:cNvSpPr>
              <a:spLocks noChangeArrowheads="1"/>
            </p:cNvSpPr>
            <p:nvPr/>
          </p:nvSpPr>
          <p:spPr bwMode="auto">
            <a:xfrm>
              <a:off x="3520545" y="3273425"/>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13" name="Rectangle 12"/>
            <p:cNvSpPr>
              <a:spLocks noChangeArrowheads="1"/>
            </p:cNvSpPr>
            <p:nvPr/>
          </p:nvSpPr>
          <p:spPr bwMode="auto">
            <a:xfrm>
              <a:off x="3520545" y="3921125"/>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14" name="Rectangle 13"/>
            <p:cNvSpPr>
              <a:spLocks noChangeArrowheads="1"/>
            </p:cNvSpPr>
            <p:nvPr/>
          </p:nvSpPr>
          <p:spPr bwMode="auto">
            <a:xfrm>
              <a:off x="3520545" y="4568825"/>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15" name="Rectangle 14"/>
            <p:cNvSpPr>
              <a:spLocks noChangeArrowheads="1"/>
            </p:cNvSpPr>
            <p:nvPr/>
          </p:nvSpPr>
          <p:spPr bwMode="auto">
            <a:xfrm>
              <a:off x="3520545" y="5199062"/>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16" name="Rectangle 15"/>
            <p:cNvSpPr>
              <a:spLocks noChangeArrowheads="1"/>
            </p:cNvSpPr>
            <p:nvPr/>
          </p:nvSpPr>
          <p:spPr bwMode="auto">
            <a:xfrm>
              <a:off x="4694766" y="1976437"/>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17" name="Rectangle 16"/>
            <p:cNvSpPr>
              <a:spLocks noChangeArrowheads="1"/>
            </p:cNvSpPr>
            <p:nvPr/>
          </p:nvSpPr>
          <p:spPr bwMode="auto">
            <a:xfrm>
              <a:off x="4694766" y="2624137"/>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18" name="Rectangle 17"/>
            <p:cNvSpPr>
              <a:spLocks noChangeArrowheads="1"/>
            </p:cNvSpPr>
            <p:nvPr/>
          </p:nvSpPr>
          <p:spPr bwMode="auto">
            <a:xfrm>
              <a:off x="4694766" y="3273425"/>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19" name="Rectangle 18"/>
            <p:cNvSpPr>
              <a:spLocks noChangeArrowheads="1"/>
            </p:cNvSpPr>
            <p:nvPr/>
          </p:nvSpPr>
          <p:spPr bwMode="auto">
            <a:xfrm>
              <a:off x="4694766" y="3921125"/>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20" name="Rectangle 19"/>
            <p:cNvSpPr>
              <a:spLocks noChangeArrowheads="1"/>
            </p:cNvSpPr>
            <p:nvPr/>
          </p:nvSpPr>
          <p:spPr bwMode="auto">
            <a:xfrm>
              <a:off x="4694766" y="4568825"/>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21" name="Rectangle 20"/>
            <p:cNvSpPr>
              <a:spLocks noChangeArrowheads="1"/>
            </p:cNvSpPr>
            <p:nvPr/>
          </p:nvSpPr>
          <p:spPr bwMode="auto">
            <a:xfrm>
              <a:off x="4694766" y="5199062"/>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22" name="Rectangle 21"/>
            <p:cNvSpPr>
              <a:spLocks noChangeArrowheads="1"/>
            </p:cNvSpPr>
            <p:nvPr/>
          </p:nvSpPr>
          <p:spPr bwMode="auto">
            <a:xfrm>
              <a:off x="5868987" y="1976438"/>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23" name="Rectangle 22"/>
            <p:cNvSpPr>
              <a:spLocks noChangeArrowheads="1"/>
            </p:cNvSpPr>
            <p:nvPr/>
          </p:nvSpPr>
          <p:spPr bwMode="auto">
            <a:xfrm>
              <a:off x="5868987" y="2624138"/>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24" name="Rectangle 23"/>
            <p:cNvSpPr>
              <a:spLocks noChangeArrowheads="1"/>
            </p:cNvSpPr>
            <p:nvPr/>
          </p:nvSpPr>
          <p:spPr bwMode="auto">
            <a:xfrm>
              <a:off x="5868987" y="32734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25" name="Rectangle 24"/>
            <p:cNvSpPr>
              <a:spLocks noChangeArrowheads="1"/>
            </p:cNvSpPr>
            <p:nvPr/>
          </p:nvSpPr>
          <p:spPr bwMode="auto">
            <a:xfrm>
              <a:off x="5868987" y="39211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26" name="Rectangle 25"/>
            <p:cNvSpPr>
              <a:spLocks noChangeArrowheads="1"/>
            </p:cNvSpPr>
            <p:nvPr/>
          </p:nvSpPr>
          <p:spPr bwMode="auto">
            <a:xfrm>
              <a:off x="5868987" y="45688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27" name="Rectangle 26"/>
            <p:cNvSpPr>
              <a:spLocks noChangeArrowheads="1"/>
            </p:cNvSpPr>
            <p:nvPr/>
          </p:nvSpPr>
          <p:spPr bwMode="auto">
            <a:xfrm>
              <a:off x="5868987" y="5199062"/>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28" name="Rectangle 27"/>
            <p:cNvSpPr>
              <a:spLocks noChangeArrowheads="1"/>
            </p:cNvSpPr>
            <p:nvPr/>
          </p:nvSpPr>
          <p:spPr bwMode="auto">
            <a:xfrm>
              <a:off x="7043208" y="1976438"/>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29" name="Rectangle 28"/>
            <p:cNvSpPr>
              <a:spLocks noChangeArrowheads="1"/>
            </p:cNvSpPr>
            <p:nvPr/>
          </p:nvSpPr>
          <p:spPr bwMode="auto">
            <a:xfrm>
              <a:off x="7043208" y="2624138"/>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30" name="Rectangle 29"/>
            <p:cNvSpPr>
              <a:spLocks noChangeArrowheads="1"/>
            </p:cNvSpPr>
            <p:nvPr/>
          </p:nvSpPr>
          <p:spPr bwMode="auto">
            <a:xfrm>
              <a:off x="7043208" y="32734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31" name="Rectangle 30"/>
            <p:cNvSpPr>
              <a:spLocks noChangeArrowheads="1"/>
            </p:cNvSpPr>
            <p:nvPr/>
          </p:nvSpPr>
          <p:spPr bwMode="auto">
            <a:xfrm>
              <a:off x="7043208" y="39211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32" name="Rectangle 31"/>
            <p:cNvSpPr>
              <a:spLocks noChangeArrowheads="1"/>
            </p:cNvSpPr>
            <p:nvPr/>
          </p:nvSpPr>
          <p:spPr bwMode="auto">
            <a:xfrm>
              <a:off x="7043208" y="45688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33" name="Rectangle 32"/>
            <p:cNvSpPr>
              <a:spLocks noChangeArrowheads="1"/>
            </p:cNvSpPr>
            <p:nvPr/>
          </p:nvSpPr>
          <p:spPr bwMode="auto">
            <a:xfrm>
              <a:off x="7043208" y="5199063"/>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34" name="Rectangle 33"/>
            <p:cNvSpPr>
              <a:spLocks noChangeArrowheads="1"/>
            </p:cNvSpPr>
            <p:nvPr/>
          </p:nvSpPr>
          <p:spPr bwMode="auto">
            <a:xfrm>
              <a:off x="8217429" y="1976438"/>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35" name="Rectangle 34"/>
            <p:cNvSpPr>
              <a:spLocks noChangeArrowheads="1"/>
            </p:cNvSpPr>
            <p:nvPr/>
          </p:nvSpPr>
          <p:spPr bwMode="auto">
            <a:xfrm>
              <a:off x="8217429" y="2624138"/>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36" name="Rectangle 35"/>
            <p:cNvSpPr>
              <a:spLocks noChangeArrowheads="1"/>
            </p:cNvSpPr>
            <p:nvPr/>
          </p:nvSpPr>
          <p:spPr bwMode="auto">
            <a:xfrm>
              <a:off x="8217429" y="32734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37" name="Rectangle 36"/>
            <p:cNvSpPr>
              <a:spLocks noChangeArrowheads="1"/>
            </p:cNvSpPr>
            <p:nvPr/>
          </p:nvSpPr>
          <p:spPr bwMode="auto">
            <a:xfrm>
              <a:off x="8217429" y="39211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38" name="Rectangle 37"/>
            <p:cNvSpPr>
              <a:spLocks noChangeArrowheads="1"/>
            </p:cNvSpPr>
            <p:nvPr/>
          </p:nvSpPr>
          <p:spPr bwMode="auto">
            <a:xfrm>
              <a:off x="8217429" y="45688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39" name="Rectangle 38"/>
            <p:cNvSpPr>
              <a:spLocks noChangeArrowheads="1"/>
            </p:cNvSpPr>
            <p:nvPr/>
          </p:nvSpPr>
          <p:spPr bwMode="auto">
            <a:xfrm>
              <a:off x="8217429" y="5199063"/>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40" name="Rectangle 39"/>
            <p:cNvSpPr>
              <a:spLocks noChangeArrowheads="1"/>
            </p:cNvSpPr>
            <p:nvPr/>
          </p:nvSpPr>
          <p:spPr bwMode="auto">
            <a:xfrm>
              <a:off x="9391650" y="1976438"/>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41" name="Rectangle 40"/>
            <p:cNvSpPr>
              <a:spLocks noChangeArrowheads="1"/>
            </p:cNvSpPr>
            <p:nvPr/>
          </p:nvSpPr>
          <p:spPr bwMode="auto">
            <a:xfrm>
              <a:off x="9391650" y="2624138"/>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42" name="Rectangle 41"/>
            <p:cNvSpPr>
              <a:spLocks noChangeArrowheads="1"/>
            </p:cNvSpPr>
            <p:nvPr/>
          </p:nvSpPr>
          <p:spPr bwMode="auto">
            <a:xfrm>
              <a:off x="9391650" y="32734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43" name="Rectangle 42"/>
            <p:cNvSpPr>
              <a:spLocks noChangeArrowheads="1"/>
            </p:cNvSpPr>
            <p:nvPr/>
          </p:nvSpPr>
          <p:spPr bwMode="auto">
            <a:xfrm>
              <a:off x="9391650" y="39211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44" name="Rectangle 43"/>
            <p:cNvSpPr>
              <a:spLocks noChangeArrowheads="1"/>
            </p:cNvSpPr>
            <p:nvPr/>
          </p:nvSpPr>
          <p:spPr bwMode="auto">
            <a:xfrm>
              <a:off x="9391650" y="4568826"/>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sp>
          <p:nvSpPr>
            <p:cNvPr id="45" name="Rectangle 44"/>
            <p:cNvSpPr>
              <a:spLocks noChangeArrowheads="1"/>
            </p:cNvSpPr>
            <p:nvPr/>
          </p:nvSpPr>
          <p:spPr bwMode="auto">
            <a:xfrm>
              <a:off x="9391650" y="5199063"/>
              <a:ext cx="914400" cy="548640"/>
            </a:xfrm>
            <a:prstGeom prst="rect">
              <a:avLst/>
            </a:prstGeom>
            <a:noFill/>
            <a:ln w="12700">
              <a:solidFill>
                <a:schemeClr val="tx1"/>
              </a:solidFill>
              <a:miter lim="800000"/>
              <a:headEnd/>
              <a:tailEnd/>
            </a:ln>
          </p:spPr>
          <p:txBody>
            <a:bodyPr lIns="37148" rIns="37148" anchor="ctr"/>
            <a:lstStyle/>
            <a:p>
              <a:pPr algn="ctr">
                <a:lnSpc>
                  <a:spcPct val="95000"/>
                </a:lnSpc>
                <a:defRPr/>
              </a:pPr>
              <a:r>
                <a:rPr lang="en-US" sz="813" dirty="0">
                  <a:latin typeface="Aptos" panose="020B0004020202020204" pitchFamily="34" charset="0"/>
                  <a:ea typeface="ＭＳ Ｐゴシック" pitchFamily="50" charset="-128"/>
                </a:rPr>
                <a:t>Text</a:t>
              </a:r>
            </a:p>
          </p:txBody>
        </p:sp>
        <p:cxnSp>
          <p:nvCxnSpPr>
            <p:cNvPr id="46" name="AutoShape 45"/>
            <p:cNvCxnSpPr>
              <a:cxnSpLocks noChangeShapeType="1"/>
              <a:stCxn id="10" idx="3"/>
              <a:endCxn id="17" idx="1"/>
            </p:cNvCxnSpPr>
            <p:nvPr/>
          </p:nvCxnSpPr>
          <p:spPr bwMode="auto">
            <a:xfrm>
              <a:off x="4434946" y="2250757"/>
              <a:ext cx="259821" cy="647700"/>
            </a:xfrm>
            <a:prstGeom prst="bentConnector3">
              <a:avLst>
                <a:gd name="adj1" fmla="val 50000"/>
              </a:avLst>
            </a:prstGeom>
            <a:noFill/>
            <a:ln w="9525">
              <a:solidFill>
                <a:srgbClr val="53565A"/>
              </a:solidFill>
              <a:miter lim="800000"/>
              <a:headEnd/>
              <a:tailEnd type="triangle" w="med" len="sm"/>
            </a:ln>
          </p:spPr>
        </p:cxnSp>
        <p:cxnSp>
          <p:nvCxnSpPr>
            <p:cNvPr id="47" name="AutoShape 46"/>
            <p:cNvCxnSpPr>
              <a:cxnSpLocks noChangeShapeType="1"/>
              <a:stCxn id="12" idx="3"/>
              <a:endCxn id="21" idx="1"/>
            </p:cNvCxnSpPr>
            <p:nvPr/>
          </p:nvCxnSpPr>
          <p:spPr bwMode="auto">
            <a:xfrm>
              <a:off x="4434946" y="3547746"/>
              <a:ext cx="259821" cy="1925637"/>
            </a:xfrm>
            <a:prstGeom prst="bentConnector3">
              <a:avLst>
                <a:gd name="adj1" fmla="val 50000"/>
              </a:avLst>
            </a:prstGeom>
            <a:noFill/>
            <a:ln w="9525">
              <a:solidFill>
                <a:srgbClr val="53565A"/>
              </a:solidFill>
              <a:miter lim="800000"/>
              <a:headEnd/>
              <a:tailEnd type="triangle" w="med" len="sm"/>
            </a:ln>
          </p:spPr>
        </p:cxnSp>
        <p:cxnSp>
          <p:nvCxnSpPr>
            <p:cNvPr id="48" name="AutoShape 47"/>
            <p:cNvCxnSpPr>
              <a:cxnSpLocks noChangeShapeType="1"/>
              <a:stCxn id="16" idx="3"/>
              <a:endCxn id="24" idx="1"/>
            </p:cNvCxnSpPr>
            <p:nvPr/>
          </p:nvCxnSpPr>
          <p:spPr bwMode="auto">
            <a:xfrm>
              <a:off x="5609167" y="2250758"/>
              <a:ext cx="259821" cy="1296989"/>
            </a:xfrm>
            <a:prstGeom prst="bentConnector3">
              <a:avLst>
                <a:gd name="adj1" fmla="val 50000"/>
              </a:avLst>
            </a:prstGeom>
            <a:noFill/>
            <a:ln w="9525">
              <a:solidFill>
                <a:srgbClr val="53565A"/>
              </a:solidFill>
              <a:miter lim="800000"/>
              <a:headEnd/>
              <a:tailEnd type="triangle" w="med" len="sm"/>
            </a:ln>
          </p:spPr>
        </p:cxnSp>
        <p:cxnSp>
          <p:nvCxnSpPr>
            <p:cNvPr id="49" name="AutoShape 48"/>
            <p:cNvCxnSpPr>
              <a:cxnSpLocks noChangeShapeType="1"/>
              <a:stCxn id="22" idx="3"/>
              <a:endCxn id="31" idx="1"/>
            </p:cNvCxnSpPr>
            <p:nvPr/>
          </p:nvCxnSpPr>
          <p:spPr bwMode="auto">
            <a:xfrm>
              <a:off x="6783388" y="2250758"/>
              <a:ext cx="259821" cy="1944688"/>
            </a:xfrm>
            <a:prstGeom prst="bentConnector3">
              <a:avLst>
                <a:gd name="adj1" fmla="val 50000"/>
              </a:avLst>
            </a:prstGeom>
            <a:noFill/>
            <a:ln w="9525">
              <a:solidFill>
                <a:srgbClr val="53565A"/>
              </a:solidFill>
              <a:miter lim="800000"/>
              <a:headEnd/>
              <a:tailEnd type="triangle" w="med" len="sm"/>
            </a:ln>
          </p:spPr>
        </p:cxnSp>
        <p:cxnSp>
          <p:nvCxnSpPr>
            <p:cNvPr id="50" name="AutoShape 49"/>
            <p:cNvCxnSpPr>
              <a:cxnSpLocks noChangeShapeType="1"/>
              <a:stCxn id="28" idx="3"/>
              <a:endCxn id="38" idx="1"/>
            </p:cNvCxnSpPr>
            <p:nvPr/>
          </p:nvCxnSpPr>
          <p:spPr bwMode="auto">
            <a:xfrm>
              <a:off x="7957609" y="2250758"/>
              <a:ext cx="259821" cy="2592388"/>
            </a:xfrm>
            <a:prstGeom prst="bentConnector3">
              <a:avLst>
                <a:gd name="adj1" fmla="val 50000"/>
              </a:avLst>
            </a:prstGeom>
            <a:noFill/>
            <a:ln w="9525">
              <a:solidFill>
                <a:srgbClr val="53565A"/>
              </a:solidFill>
              <a:miter lim="800000"/>
              <a:headEnd/>
              <a:tailEnd type="triangle" w="med" len="sm"/>
            </a:ln>
          </p:spPr>
        </p:cxnSp>
        <p:cxnSp>
          <p:nvCxnSpPr>
            <p:cNvPr id="51" name="AutoShape 50"/>
            <p:cNvCxnSpPr>
              <a:cxnSpLocks noChangeShapeType="1"/>
              <a:stCxn id="34" idx="3"/>
              <a:endCxn id="45" idx="1"/>
            </p:cNvCxnSpPr>
            <p:nvPr/>
          </p:nvCxnSpPr>
          <p:spPr bwMode="auto">
            <a:xfrm>
              <a:off x="9131830" y="2250759"/>
              <a:ext cx="259821" cy="3222625"/>
            </a:xfrm>
            <a:prstGeom prst="bentConnector3">
              <a:avLst>
                <a:gd name="adj1" fmla="val 50000"/>
              </a:avLst>
            </a:prstGeom>
            <a:noFill/>
            <a:ln w="9525">
              <a:solidFill>
                <a:srgbClr val="53565A"/>
              </a:solidFill>
              <a:miter lim="800000"/>
              <a:headEnd/>
              <a:tailEnd type="triangle" w="med" len="sm"/>
            </a:ln>
          </p:spPr>
        </p:cxnSp>
      </p:grpSp>
    </p:spTree>
    <p:extLst>
      <p:ext uri="{BB962C8B-B14F-4D97-AF65-F5344CB8AC3E}">
        <p14:creationId xmlns:p14="http://schemas.microsoft.com/office/powerpoint/2010/main" val="1969103350"/>
      </p:ext>
    </p:extLst>
  </p:cSld>
  <p:clrMapOvr>
    <a:masterClrMapping/>
  </p:clrMapOvr>
  <p:transition>
    <p:fade/>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 name="Group 58"/>
          <p:cNvGraphicFramePr>
            <a:graphicFrameLocks noGrp="1"/>
          </p:cNvGraphicFramePr>
          <p:nvPr>
            <p:extLst>
              <p:ext uri="{D42A27DB-BD31-4B8C-83A1-F6EECF244321}">
                <p14:modId xmlns:p14="http://schemas.microsoft.com/office/powerpoint/2010/main" val="386071083"/>
              </p:ext>
            </p:extLst>
          </p:nvPr>
        </p:nvGraphicFramePr>
        <p:xfrm>
          <a:off x="440337" y="2209875"/>
          <a:ext cx="9058074" cy="3550938"/>
        </p:xfrm>
        <a:graphic>
          <a:graphicData uri="http://schemas.openxmlformats.org/drawingml/2006/table">
            <a:tbl>
              <a:tblPr/>
              <a:tblGrid>
                <a:gridCol w="1476859">
                  <a:extLst>
                    <a:ext uri="{9D8B030D-6E8A-4147-A177-3AD203B41FA5}">
                      <a16:colId xmlns:a16="http://schemas.microsoft.com/office/drawing/2014/main" val="20000"/>
                    </a:ext>
                  </a:extLst>
                </a:gridCol>
                <a:gridCol w="7581215">
                  <a:extLst>
                    <a:ext uri="{9D8B030D-6E8A-4147-A177-3AD203B41FA5}">
                      <a16:colId xmlns:a16="http://schemas.microsoft.com/office/drawing/2014/main" val="20001"/>
                    </a:ext>
                  </a:extLst>
                </a:gridCol>
              </a:tblGrid>
              <a:tr h="591823">
                <a:tc>
                  <a:txBody>
                    <a:bodyPr/>
                    <a:lstStyle/>
                    <a:p>
                      <a:pPr marL="0" marR="0" lvl="0" indent="0" algn="l" defTabSz="914400" rtl="0" eaLnBrk="0" fontAlgn="base" latinLnBrk="0" hangingPunct="0">
                        <a:lnSpc>
                          <a:spcPct val="100000"/>
                        </a:lnSpc>
                        <a:spcBef>
                          <a:spcPts val="400"/>
                        </a:spcBef>
                        <a:spcAft>
                          <a:spcPct val="0"/>
                        </a:spcAft>
                        <a:buClrTx/>
                        <a:buSzTx/>
                        <a:buFont typeface="Arial" panose="020B0604020202020204" pitchFamily="34" charset="0"/>
                        <a:buNone/>
                        <a:tabLst/>
                      </a:pPr>
                      <a:r>
                        <a:rPr kumimoji="0" lang="en-US" sz="900" b="0" i="0" u="none" strike="noStrike" cap="none" normalizeH="0" baseline="0" dirty="0">
                          <a:ln>
                            <a:noFill/>
                          </a:ln>
                          <a:solidFill>
                            <a:schemeClr val="tx1"/>
                          </a:solidFill>
                          <a:effectLst/>
                          <a:latin typeface="+mn-lt"/>
                          <a:cs typeface="Times New Roman" pitchFamily="18" charset="0"/>
                        </a:rPr>
                        <a:t>Participant</a:t>
                      </a: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w="635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ts val="400"/>
                        </a:spcBef>
                        <a:spcAft>
                          <a:spcPct val="0"/>
                        </a:spcAft>
                        <a:buClr>
                          <a:schemeClr val="tx1"/>
                        </a:buClr>
                        <a:buSzPct val="80000"/>
                        <a:buFont typeface="Wingdings" pitchFamily="2" charset="2"/>
                        <a:buNone/>
                        <a:tabLst/>
                      </a:pP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91823">
                <a:tc>
                  <a:txBody>
                    <a:bodyPr/>
                    <a:lstStyle/>
                    <a:p>
                      <a:pPr marL="0" marR="0" lvl="0" indent="0" algn="l" defTabSz="914400" rtl="0" eaLnBrk="0" fontAlgn="base" latinLnBrk="0" hangingPunct="0">
                        <a:lnSpc>
                          <a:spcPct val="100000"/>
                        </a:lnSpc>
                        <a:spcBef>
                          <a:spcPts val="400"/>
                        </a:spcBef>
                        <a:spcAft>
                          <a:spcPct val="0"/>
                        </a:spcAft>
                        <a:buClrTx/>
                        <a:buSzTx/>
                        <a:buFont typeface="Arial" panose="020B0604020202020204" pitchFamily="34" charset="0"/>
                        <a:buNone/>
                        <a:tabLst/>
                        <a:defRPr/>
                      </a:pPr>
                      <a:r>
                        <a:rPr kumimoji="0" lang="en-US" sz="900" b="0" i="0" u="none" strike="noStrike" cap="none" normalizeH="0" baseline="0" dirty="0">
                          <a:ln>
                            <a:noFill/>
                          </a:ln>
                          <a:solidFill>
                            <a:schemeClr val="tx1"/>
                          </a:solidFill>
                          <a:effectLst/>
                          <a:latin typeface="+mn-lt"/>
                          <a:cs typeface="Times New Roman" pitchFamily="18" charset="0"/>
                        </a:rPr>
                        <a:t>Participant</a:t>
                      </a: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w="635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ts val="400"/>
                        </a:spcBef>
                        <a:spcAft>
                          <a:spcPct val="0"/>
                        </a:spcAft>
                        <a:buClr>
                          <a:schemeClr val="tx1"/>
                        </a:buClr>
                        <a:buSzPct val="80000"/>
                        <a:buFont typeface="Wingdings" pitchFamily="2" charset="2"/>
                        <a:buNone/>
                        <a:tabLst/>
                      </a:pP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91823">
                <a:tc>
                  <a:txBody>
                    <a:bodyPr/>
                    <a:lstStyle/>
                    <a:p>
                      <a:pPr marL="0" marR="0" lvl="0" indent="0" algn="l" defTabSz="914400" rtl="0" eaLnBrk="0" fontAlgn="base" latinLnBrk="0" hangingPunct="0">
                        <a:lnSpc>
                          <a:spcPct val="100000"/>
                        </a:lnSpc>
                        <a:spcBef>
                          <a:spcPts val="400"/>
                        </a:spcBef>
                        <a:spcAft>
                          <a:spcPct val="0"/>
                        </a:spcAft>
                        <a:buClrTx/>
                        <a:buSzTx/>
                        <a:buFont typeface="Arial" panose="020B0604020202020204" pitchFamily="34" charset="0"/>
                        <a:buNone/>
                        <a:tabLst/>
                        <a:defRPr/>
                      </a:pPr>
                      <a:r>
                        <a:rPr kumimoji="0" lang="en-US" sz="900" b="0" i="0" u="none" strike="noStrike" cap="none" normalizeH="0" baseline="0" dirty="0">
                          <a:ln>
                            <a:noFill/>
                          </a:ln>
                          <a:solidFill>
                            <a:schemeClr val="tx1"/>
                          </a:solidFill>
                          <a:effectLst/>
                          <a:latin typeface="+mn-lt"/>
                          <a:cs typeface="Times New Roman" pitchFamily="18" charset="0"/>
                        </a:rPr>
                        <a:t>Participant</a:t>
                      </a: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w="635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ts val="400"/>
                        </a:spcBef>
                        <a:spcAft>
                          <a:spcPct val="0"/>
                        </a:spcAft>
                        <a:buClr>
                          <a:schemeClr val="tx1"/>
                        </a:buClr>
                        <a:buSzPct val="80000"/>
                        <a:buFont typeface="Wingdings" pitchFamily="2" charset="2"/>
                        <a:buNone/>
                        <a:tabLst/>
                      </a:pP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91823">
                <a:tc>
                  <a:txBody>
                    <a:bodyPr/>
                    <a:lstStyle/>
                    <a:p>
                      <a:pPr marL="0" marR="0" lvl="0" indent="0" algn="l" defTabSz="914400" rtl="0" eaLnBrk="0" fontAlgn="base" latinLnBrk="0" hangingPunct="0">
                        <a:lnSpc>
                          <a:spcPct val="100000"/>
                        </a:lnSpc>
                        <a:spcBef>
                          <a:spcPts val="400"/>
                        </a:spcBef>
                        <a:spcAft>
                          <a:spcPct val="0"/>
                        </a:spcAft>
                        <a:buClrTx/>
                        <a:buSzTx/>
                        <a:buFont typeface="Arial" panose="020B0604020202020204" pitchFamily="34" charset="0"/>
                        <a:buNone/>
                        <a:tabLst/>
                        <a:defRPr/>
                      </a:pPr>
                      <a:r>
                        <a:rPr kumimoji="0" lang="en-US" sz="900" b="0" i="0" u="none" strike="noStrike" cap="none" normalizeH="0" baseline="0" dirty="0">
                          <a:ln>
                            <a:noFill/>
                          </a:ln>
                          <a:solidFill>
                            <a:schemeClr val="tx1"/>
                          </a:solidFill>
                          <a:effectLst/>
                          <a:latin typeface="+mn-lt"/>
                          <a:cs typeface="Times New Roman" pitchFamily="18" charset="0"/>
                        </a:rPr>
                        <a:t>Participant</a:t>
                      </a: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w="635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ts val="400"/>
                        </a:spcBef>
                        <a:spcAft>
                          <a:spcPct val="0"/>
                        </a:spcAft>
                        <a:buClr>
                          <a:schemeClr val="tx1"/>
                        </a:buClr>
                        <a:buSzPct val="80000"/>
                        <a:buFont typeface="Wingdings" pitchFamily="2" charset="2"/>
                        <a:buNone/>
                        <a:tabLst/>
                      </a:pP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91823">
                <a:tc>
                  <a:txBody>
                    <a:bodyPr/>
                    <a:lstStyle/>
                    <a:p>
                      <a:pPr marL="0" marR="0" lvl="0" indent="0" algn="l" defTabSz="914400" rtl="0" eaLnBrk="0" fontAlgn="base" latinLnBrk="0" hangingPunct="0">
                        <a:lnSpc>
                          <a:spcPct val="100000"/>
                        </a:lnSpc>
                        <a:spcBef>
                          <a:spcPts val="400"/>
                        </a:spcBef>
                        <a:spcAft>
                          <a:spcPct val="0"/>
                        </a:spcAft>
                        <a:buClrTx/>
                        <a:buSzTx/>
                        <a:buFont typeface="Arial" panose="020B0604020202020204" pitchFamily="34" charset="0"/>
                        <a:buNone/>
                        <a:tabLst/>
                        <a:defRPr/>
                      </a:pPr>
                      <a:r>
                        <a:rPr kumimoji="0" lang="en-US" sz="900" b="0" i="0" u="none" strike="noStrike" cap="none" normalizeH="0" baseline="0" dirty="0">
                          <a:ln>
                            <a:noFill/>
                          </a:ln>
                          <a:solidFill>
                            <a:schemeClr val="tx1"/>
                          </a:solidFill>
                          <a:effectLst/>
                          <a:latin typeface="+mn-lt"/>
                          <a:cs typeface="Times New Roman" pitchFamily="18" charset="0"/>
                        </a:rPr>
                        <a:t>Participant</a:t>
                      </a: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w="635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ts val="400"/>
                        </a:spcBef>
                        <a:spcAft>
                          <a:spcPct val="0"/>
                        </a:spcAft>
                        <a:buClr>
                          <a:schemeClr val="tx1"/>
                        </a:buClr>
                        <a:buSzPct val="80000"/>
                        <a:buFont typeface="Wingdings" pitchFamily="2" charset="2"/>
                        <a:buNone/>
                        <a:tabLst/>
                      </a:pP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91823">
                <a:tc>
                  <a:txBody>
                    <a:bodyPr/>
                    <a:lstStyle/>
                    <a:p>
                      <a:pPr marL="0" marR="0" lvl="0" indent="0" algn="l" defTabSz="914400" rtl="0" eaLnBrk="0" fontAlgn="base" latinLnBrk="0" hangingPunct="0">
                        <a:lnSpc>
                          <a:spcPct val="100000"/>
                        </a:lnSpc>
                        <a:spcBef>
                          <a:spcPts val="400"/>
                        </a:spcBef>
                        <a:spcAft>
                          <a:spcPct val="0"/>
                        </a:spcAft>
                        <a:buClrTx/>
                        <a:buSzTx/>
                        <a:buFont typeface="Arial" panose="020B0604020202020204" pitchFamily="34" charset="0"/>
                        <a:buNone/>
                        <a:tabLst/>
                        <a:defRPr/>
                      </a:pPr>
                      <a:r>
                        <a:rPr kumimoji="0" lang="en-US" sz="900" b="0" i="0" u="none" strike="noStrike" cap="none" normalizeH="0" baseline="0" dirty="0">
                          <a:ln>
                            <a:noFill/>
                          </a:ln>
                          <a:solidFill>
                            <a:schemeClr val="tx1"/>
                          </a:solidFill>
                          <a:effectLst/>
                          <a:latin typeface="+mn-lt"/>
                          <a:cs typeface="Times New Roman" pitchFamily="18" charset="0"/>
                        </a:rPr>
                        <a:t>Participant</a:t>
                      </a: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w="6350" cap="flat" cmpd="sng" algn="ctr">
                      <a:noFill/>
                      <a:prstDash val="solid"/>
                      <a:round/>
                      <a:headEnd type="none" w="med" len="med"/>
                      <a:tailEnd type="none" w="med" len="med"/>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ts val="400"/>
                        </a:spcBef>
                        <a:spcAft>
                          <a:spcPct val="0"/>
                        </a:spcAft>
                        <a:buClr>
                          <a:schemeClr val="tx1"/>
                        </a:buClr>
                        <a:buSzPct val="80000"/>
                        <a:buFont typeface="Wingdings" pitchFamily="2" charset="2"/>
                        <a:buNone/>
                        <a:tabLst/>
                      </a:pPr>
                      <a:endParaRPr kumimoji="0" lang="en-US" sz="900" b="0" i="0" u="none" strike="noStrike" cap="none" normalizeH="0" baseline="0" dirty="0">
                        <a:ln>
                          <a:noFill/>
                        </a:ln>
                        <a:solidFill>
                          <a:schemeClr val="tx1"/>
                        </a:solidFill>
                        <a:effectLst/>
                        <a:latin typeface="+mn-lt"/>
                      </a:endParaRPr>
                    </a:p>
                  </a:txBody>
                  <a:tcPr marL="74295" marR="74295" marT="74295" marB="74295" anchor="ctr" horzOverflow="overflow">
                    <a:lnL>
                      <a:noFill/>
                    </a:lnL>
                    <a:lnR>
                      <a:noFill/>
                    </a:lnR>
                    <a:lnT w="6350" cap="flat" cmpd="sng" algn="ctr">
                      <a:solidFill>
                        <a:srgbClr val="BBBCBC"/>
                      </a:solidFill>
                      <a:prstDash val="solid"/>
                      <a:round/>
                      <a:headEnd type="none" w="med" len="med"/>
                      <a:tailEnd type="none" w="med" len="med"/>
                    </a:lnT>
                    <a:lnB w="6350" cap="flat" cmpd="sng" algn="ctr">
                      <a:solidFill>
                        <a:srgbClr val="BBBCB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7" name="Text Placeholder 6"/>
          <p:cNvSpPr>
            <a:spLocks noGrp="1"/>
          </p:cNvSpPr>
          <p:nvPr>
            <p:ph type="body" sz="quarter" idx="13"/>
          </p:nvPr>
        </p:nvSpPr>
        <p:spPr/>
        <p:txBody>
          <a:bodyPr/>
          <a:lstStyle/>
          <a:p>
            <a:r>
              <a:rPr lang="en-US"/>
              <a:t>Subtitle runs here</a:t>
            </a:r>
            <a:endParaRPr lang="en-US" dirty="0"/>
          </a:p>
        </p:txBody>
      </p:sp>
      <p:sp>
        <p:nvSpPr>
          <p:cNvPr id="790529" name="Title 1"/>
          <p:cNvSpPr>
            <a:spLocks noGrp="1"/>
          </p:cNvSpPr>
          <p:nvPr>
            <p:ph type="title"/>
          </p:nvPr>
        </p:nvSpPr>
        <p:spPr/>
        <p:txBody>
          <a:bodyPr/>
          <a:lstStyle/>
          <a:p>
            <a:r>
              <a:rPr lang="en-US"/>
              <a:t>Process map</a:t>
            </a:r>
            <a:endParaRPr lang="en-US" dirty="0"/>
          </a:p>
        </p:txBody>
      </p:sp>
      <p:sp>
        <p:nvSpPr>
          <p:cNvPr id="2" name="Content Placeholder 1">
            <a:extLst>
              <a:ext uri="{FF2B5EF4-FFF2-40B4-BE49-F238E27FC236}">
                <a16:creationId xmlns:a16="http://schemas.microsoft.com/office/drawing/2014/main" id="{56209D46-64D3-530F-12BD-69FBCA14D111}"/>
              </a:ext>
            </a:extLst>
          </p:cNvPr>
          <p:cNvSpPr>
            <a:spLocks noGrp="1"/>
          </p:cNvSpPr>
          <p:nvPr>
            <p:ph idx="1"/>
          </p:nvPr>
        </p:nvSpPr>
        <p:spPr/>
        <p:txBody>
          <a:bodyPr/>
          <a:lstStyle/>
          <a:p>
            <a:r>
              <a:rPr lang="en-US" dirty="0"/>
              <a:t>Chart title</a:t>
            </a:r>
          </a:p>
        </p:txBody>
      </p:sp>
      <p:cxnSp>
        <p:nvCxnSpPr>
          <p:cNvPr id="59" name="Straight Arrow Connector 58"/>
          <p:cNvCxnSpPr>
            <a:cxnSpLocks/>
          </p:cNvCxnSpPr>
          <p:nvPr/>
        </p:nvCxnSpPr>
        <p:spPr>
          <a:xfrm>
            <a:off x="5532633" y="2506548"/>
            <a:ext cx="709838" cy="0"/>
          </a:xfrm>
          <a:prstGeom prst="straightConnector1">
            <a:avLst/>
          </a:prstGeom>
          <a:ln w="6350">
            <a:solidFill>
              <a:srgbClr val="53565A"/>
            </a:solidFill>
            <a:tailEnd type="triangle"/>
          </a:ln>
        </p:spPr>
        <p:style>
          <a:lnRef idx="1">
            <a:schemeClr val="accent1"/>
          </a:lnRef>
          <a:fillRef idx="0">
            <a:schemeClr val="accent1"/>
          </a:fillRef>
          <a:effectRef idx="0">
            <a:schemeClr val="accent1"/>
          </a:effectRef>
          <a:fontRef idx="minor">
            <a:schemeClr val="tx1"/>
          </a:fontRef>
        </p:style>
      </p:cxnSp>
      <p:sp>
        <p:nvSpPr>
          <p:cNvPr id="28" name="Rectangle 27"/>
          <p:cNvSpPr>
            <a:spLocks noChangeArrowheads="1"/>
          </p:cNvSpPr>
          <p:nvPr/>
        </p:nvSpPr>
        <p:spPr bwMode="auto">
          <a:xfrm>
            <a:off x="5027752" y="2244581"/>
            <a:ext cx="660312" cy="1114425"/>
          </a:xfrm>
          <a:prstGeom prst="rect">
            <a:avLst/>
          </a:prstGeom>
          <a:solidFill>
            <a:schemeClr val="accent3"/>
          </a:solidFill>
          <a:ln w="12700">
            <a:noFill/>
            <a:miter lim="800000"/>
            <a:headEnd/>
            <a:tailEnd/>
          </a:ln>
        </p:spPr>
        <p:txBody>
          <a:bodyPr wrap="square" lIns="29250" tIns="29250" rIns="29250" bIns="29250" anchor="ctr">
            <a:noAutofit/>
          </a:bodyPr>
          <a:lstStyle/>
          <a:p>
            <a:pPr algn="ctr">
              <a:lnSpc>
                <a:spcPct val="95000"/>
              </a:lnSpc>
              <a:defRPr/>
            </a:pPr>
            <a:r>
              <a:rPr lang="en-US" sz="800" dirty="0">
                <a:solidFill>
                  <a:schemeClr val="bg1"/>
                </a:solidFill>
                <a:latin typeface="Aptos" panose="020B0004020202020204" pitchFamily="34" charset="0"/>
                <a:ea typeface="ＭＳ Ｐゴシック" pitchFamily="50" charset="-128"/>
              </a:rPr>
              <a:t>Activity</a:t>
            </a:r>
          </a:p>
        </p:txBody>
      </p:sp>
      <p:sp>
        <p:nvSpPr>
          <p:cNvPr id="22" name="Rectangle 21"/>
          <p:cNvSpPr>
            <a:spLocks noChangeArrowheads="1"/>
          </p:cNvSpPr>
          <p:nvPr/>
        </p:nvSpPr>
        <p:spPr bwMode="auto">
          <a:xfrm>
            <a:off x="3716235" y="3492633"/>
            <a:ext cx="899302" cy="390733"/>
          </a:xfrm>
          <a:prstGeom prst="rect">
            <a:avLst/>
          </a:prstGeom>
          <a:solidFill>
            <a:schemeClr val="accent3"/>
          </a:solidFill>
          <a:ln w="12700">
            <a:noFill/>
            <a:miter lim="800000"/>
            <a:headEnd/>
            <a:tailEnd/>
          </a:ln>
        </p:spPr>
        <p:txBody>
          <a:bodyPr wrap="square" lIns="29250" tIns="29250" rIns="29250" bIns="29250" anchor="ctr">
            <a:noAutofit/>
          </a:bodyPr>
          <a:lstStyle/>
          <a:p>
            <a:pPr algn="ctr">
              <a:lnSpc>
                <a:spcPct val="95000"/>
              </a:lnSpc>
              <a:defRPr/>
            </a:pPr>
            <a:r>
              <a:rPr lang="en-US" sz="800" dirty="0">
                <a:solidFill>
                  <a:schemeClr val="bg1"/>
                </a:solidFill>
                <a:latin typeface="Aptos" panose="020B0004020202020204" pitchFamily="34" charset="0"/>
                <a:ea typeface="ＭＳ Ｐゴシック" pitchFamily="50" charset="-128"/>
              </a:rPr>
              <a:t>Activity</a:t>
            </a:r>
          </a:p>
        </p:txBody>
      </p:sp>
      <p:sp>
        <p:nvSpPr>
          <p:cNvPr id="23" name="Rectangle 22"/>
          <p:cNvSpPr>
            <a:spLocks noChangeArrowheads="1"/>
          </p:cNvSpPr>
          <p:nvPr/>
        </p:nvSpPr>
        <p:spPr bwMode="auto">
          <a:xfrm>
            <a:off x="3716235" y="4081657"/>
            <a:ext cx="899302" cy="390733"/>
          </a:xfrm>
          <a:prstGeom prst="rect">
            <a:avLst/>
          </a:prstGeom>
          <a:solidFill>
            <a:schemeClr val="accent3"/>
          </a:solidFill>
          <a:ln w="12700">
            <a:noFill/>
            <a:miter lim="800000"/>
            <a:headEnd/>
            <a:tailEnd/>
          </a:ln>
        </p:spPr>
        <p:txBody>
          <a:bodyPr wrap="square" lIns="29250" tIns="29250" rIns="29250" bIns="29250" anchor="ctr">
            <a:noAutofit/>
          </a:bodyPr>
          <a:lstStyle/>
          <a:p>
            <a:pPr algn="ctr">
              <a:lnSpc>
                <a:spcPct val="95000"/>
              </a:lnSpc>
              <a:defRPr/>
            </a:pPr>
            <a:r>
              <a:rPr lang="en-US" sz="800" dirty="0">
                <a:solidFill>
                  <a:schemeClr val="bg1"/>
                </a:solidFill>
                <a:latin typeface="Aptos" panose="020B0004020202020204" pitchFamily="34" charset="0"/>
                <a:ea typeface="ＭＳ Ｐゴシック" pitchFamily="50" charset="-128"/>
              </a:rPr>
              <a:t>Activity</a:t>
            </a:r>
          </a:p>
        </p:txBody>
      </p:sp>
      <p:sp>
        <p:nvSpPr>
          <p:cNvPr id="25" name="Rectangle 24"/>
          <p:cNvSpPr>
            <a:spLocks noChangeArrowheads="1"/>
          </p:cNvSpPr>
          <p:nvPr/>
        </p:nvSpPr>
        <p:spPr bwMode="auto">
          <a:xfrm>
            <a:off x="6045546" y="2838941"/>
            <a:ext cx="899302" cy="520065"/>
          </a:xfrm>
          <a:prstGeom prst="rect">
            <a:avLst/>
          </a:prstGeom>
          <a:solidFill>
            <a:schemeClr val="accent3"/>
          </a:solidFill>
          <a:ln w="12700">
            <a:noFill/>
            <a:miter lim="800000"/>
            <a:headEnd/>
            <a:tailEnd/>
          </a:ln>
        </p:spPr>
        <p:txBody>
          <a:bodyPr wrap="square" lIns="29250" tIns="29250" rIns="29250" bIns="29250" anchor="ctr">
            <a:noAutofit/>
          </a:bodyPr>
          <a:lstStyle/>
          <a:p>
            <a:pPr algn="ctr">
              <a:lnSpc>
                <a:spcPct val="95000"/>
              </a:lnSpc>
              <a:defRPr/>
            </a:pPr>
            <a:r>
              <a:rPr lang="en-US" sz="800" dirty="0">
                <a:solidFill>
                  <a:schemeClr val="bg1"/>
                </a:solidFill>
                <a:latin typeface="Aptos" panose="020B0004020202020204" pitchFamily="34" charset="0"/>
                <a:ea typeface="ＭＳ Ｐゴシック" pitchFamily="50" charset="-128"/>
              </a:rPr>
              <a:t>Activity</a:t>
            </a:r>
          </a:p>
        </p:txBody>
      </p:sp>
      <p:sp>
        <p:nvSpPr>
          <p:cNvPr id="26" name="Oval 25"/>
          <p:cNvSpPr>
            <a:spLocks noChangeArrowheads="1"/>
          </p:cNvSpPr>
          <p:nvPr/>
        </p:nvSpPr>
        <p:spPr bwMode="auto">
          <a:xfrm>
            <a:off x="1646058" y="2246517"/>
            <a:ext cx="520065" cy="520065"/>
          </a:xfrm>
          <a:prstGeom prst="ellipse">
            <a:avLst/>
          </a:prstGeom>
          <a:solidFill>
            <a:schemeClr val="accent3"/>
          </a:solidFill>
          <a:ln w="12700">
            <a:noFill/>
            <a:round/>
            <a:headEnd/>
            <a:tailEnd/>
          </a:ln>
        </p:spPr>
        <p:txBody>
          <a:bodyPr wrap="square" lIns="29250" tIns="29250" rIns="29250" bIns="29250" anchor="ctr">
            <a:noAutofit/>
          </a:bodyPr>
          <a:lstStyle/>
          <a:p>
            <a:pPr algn="ctr">
              <a:lnSpc>
                <a:spcPct val="95000"/>
              </a:lnSpc>
              <a:defRPr/>
            </a:pPr>
            <a:r>
              <a:rPr lang="en-US" sz="800" dirty="0">
                <a:solidFill>
                  <a:schemeClr val="bg1"/>
                </a:solidFill>
                <a:latin typeface="Aptos" panose="020B0004020202020204" pitchFamily="34" charset="0"/>
                <a:ea typeface="ＭＳ Ｐゴシック" pitchFamily="50" charset="-128"/>
              </a:rPr>
              <a:t>Start</a:t>
            </a:r>
          </a:p>
        </p:txBody>
      </p:sp>
      <p:sp>
        <p:nvSpPr>
          <p:cNvPr id="29" name="Rectangle 28"/>
          <p:cNvSpPr>
            <a:spLocks noChangeArrowheads="1"/>
          </p:cNvSpPr>
          <p:nvPr/>
        </p:nvSpPr>
        <p:spPr bwMode="auto">
          <a:xfrm>
            <a:off x="6887069" y="5205711"/>
            <a:ext cx="899302" cy="520065"/>
          </a:xfrm>
          <a:prstGeom prst="rect">
            <a:avLst/>
          </a:prstGeom>
          <a:solidFill>
            <a:schemeClr val="accent3"/>
          </a:solidFill>
          <a:ln w="12700">
            <a:noFill/>
            <a:miter lim="800000"/>
            <a:headEnd/>
            <a:tailEnd/>
          </a:ln>
        </p:spPr>
        <p:txBody>
          <a:bodyPr wrap="square" lIns="29250" tIns="29250" rIns="29250" bIns="29250" anchor="ctr">
            <a:noAutofit/>
          </a:bodyPr>
          <a:lstStyle/>
          <a:p>
            <a:pPr algn="ctr">
              <a:lnSpc>
                <a:spcPct val="95000"/>
              </a:lnSpc>
              <a:defRPr/>
            </a:pPr>
            <a:r>
              <a:rPr lang="en-US" sz="800" dirty="0">
                <a:solidFill>
                  <a:schemeClr val="bg1"/>
                </a:solidFill>
                <a:latin typeface="Aptos" panose="020B0004020202020204" pitchFamily="34" charset="0"/>
                <a:ea typeface="ＭＳ Ｐゴシック" pitchFamily="50" charset="-128"/>
              </a:rPr>
              <a:t>Activity</a:t>
            </a:r>
          </a:p>
        </p:txBody>
      </p:sp>
      <p:sp>
        <p:nvSpPr>
          <p:cNvPr id="33" name="Rectangle 32"/>
          <p:cNvSpPr>
            <a:spLocks noChangeArrowheads="1"/>
          </p:cNvSpPr>
          <p:nvPr/>
        </p:nvSpPr>
        <p:spPr bwMode="auto">
          <a:xfrm>
            <a:off x="2667140" y="2244581"/>
            <a:ext cx="614235" cy="520065"/>
          </a:xfrm>
          <a:prstGeom prst="rect">
            <a:avLst/>
          </a:prstGeom>
          <a:solidFill>
            <a:schemeClr val="accent3"/>
          </a:solidFill>
          <a:ln w="12700">
            <a:noFill/>
            <a:miter lim="800000"/>
            <a:headEnd/>
            <a:tailEnd/>
          </a:ln>
        </p:spPr>
        <p:txBody>
          <a:bodyPr wrap="square" lIns="29250" tIns="29250" rIns="29250" bIns="29250" anchor="ctr">
            <a:noAutofit/>
          </a:bodyPr>
          <a:lstStyle/>
          <a:p>
            <a:pPr algn="ctr">
              <a:lnSpc>
                <a:spcPct val="95000"/>
              </a:lnSpc>
              <a:defRPr/>
            </a:pPr>
            <a:r>
              <a:rPr lang="en-US" sz="800" dirty="0">
                <a:solidFill>
                  <a:schemeClr val="bg1"/>
                </a:solidFill>
                <a:latin typeface="Aptos" panose="020B0004020202020204" pitchFamily="34" charset="0"/>
                <a:ea typeface="ＭＳ Ｐゴシック" pitchFamily="50" charset="-128"/>
              </a:rPr>
              <a:t>Activity</a:t>
            </a:r>
          </a:p>
        </p:txBody>
      </p:sp>
      <p:sp>
        <p:nvSpPr>
          <p:cNvPr id="34" name="AutoShape 33"/>
          <p:cNvSpPr>
            <a:spLocks noChangeArrowheads="1"/>
          </p:cNvSpPr>
          <p:nvPr/>
        </p:nvSpPr>
        <p:spPr bwMode="auto">
          <a:xfrm>
            <a:off x="3454122" y="2327934"/>
            <a:ext cx="1428756" cy="353364"/>
          </a:xfrm>
          <a:prstGeom prst="diamond">
            <a:avLst/>
          </a:prstGeom>
          <a:solidFill>
            <a:schemeClr val="accent3"/>
          </a:solidFill>
          <a:ln w="12700">
            <a:noFill/>
            <a:miter lim="800000"/>
            <a:headEnd/>
            <a:tailEnd/>
          </a:ln>
        </p:spPr>
        <p:txBody>
          <a:bodyPr wrap="square" lIns="29250" tIns="29250" rIns="29250" bIns="29250" anchor="ctr">
            <a:spAutoFit/>
          </a:bodyPr>
          <a:lstStyle/>
          <a:p>
            <a:pPr algn="ctr">
              <a:lnSpc>
                <a:spcPct val="95000"/>
              </a:lnSpc>
              <a:defRPr/>
            </a:pPr>
            <a:r>
              <a:rPr lang="en-US" sz="800" dirty="0">
                <a:solidFill>
                  <a:schemeClr val="bg1"/>
                </a:solidFill>
                <a:latin typeface="Aptos" panose="020B0004020202020204" pitchFamily="34" charset="0"/>
                <a:ea typeface="ＭＳ Ｐゴシック" pitchFamily="50" charset="-128"/>
              </a:rPr>
              <a:t>Decision</a:t>
            </a:r>
          </a:p>
        </p:txBody>
      </p:sp>
      <p:sp>
        <p:nvSpPr>
          <p:cNvPr id="41" name="Oval 40"/>
          <p:cNvSpPr>
            <a:spLocks noChangeArrowheads="1"/>
          </p:cNvSpPr>
          <p:nvPr/>
        </p:nvSpPr>
        <p:spPr bwMode="auto">
          <a:xfrm>
            <a:off x="8122870" y="5205711"/>
            <a:ext cx="520065" cy="520065"/>
          </a:xfrm>
          <a:prstGeom prst="ellipse">
            <a:avLst/>
          </a:prstGeom>
          <a:solidFill>
            <a:schemeClr val="accent3"/>
          </a:solidFill>
          <a:ln w="12700">
            <a:noFill/>
            <a:round/>
            <a:headEnd/>
            <a:tailEnd/>
          </a:ln>
        </p:spPr>
        <p:txBody>
          <a:bodyPr wrap="square" lIns="29250" tIns="29250" rIns="29250" bIns="29250" anchor="ctr">
            <a:noAutofit/>
          </a:bodyPr>
          <a:lstStyle/>
          <a:p>
            <a:pPr algn="ctr">
              <a:lnSpc>
                <a:spcPct val="95000"/>
              </a:lnSpc>
              <a:defRPr/>
            </a:pPr>
            <a:r>
              <a:rPr lang="en-US" sz="800" dirty="0">
                <a:solidFill>
                  <a:schemeClr val="bg1"/>
                </a:solidFill>
                <a:latin typeface="Aptos" panose="020B0004020202020204" pitchFamily="34" charset="0"/>
                <a:ea typeface="ＭＳ Ｐゴシック" pitchFamily="50" charset="-128"/>
              </a:rPr>
              <a:t>End</a:t>
            </a:r>
          </a:p>
        </p:txBody>
      </p:sp>
      <p:sp>
        <p:nvSpPr>
          <p:cNvPr id="50" name="Rectangle 49"/>
          <p:cNvSpPr>
            <a:spLocks noChangeArrowheads="1"/>
          </p:cNvSpPr>
          <p:nvPr/>
        </p:nvSpPr>
        <p:spPr bwMode="auto">
          <a:xfrm>
            <a:off x="6045362" y="2246517"/>
            <a:ext cx="899302" cy="520065"/>
          </a:xfrm>
          <a:prstGeom prst="rect">
            <a:avLst/>
          </a:prstGeom>
          <a:solidFill>
            <a:schemeClr val="accent3"/>
          </a:solidFill>
          <a:ln w="12700">
            <a:noFill/>
            <a:miter lim="800000"/>
            <a:headEnd/>
            <a:tailEnd/>
          </a:ln>
        </p:spPr>
        <p:txBody>
          <a:bodyPr wrap="square" lIns="29250" tIns="29250" rIns="29250" bIns="29250" anchor="ctr">
            <a:noAutofit/>
          </a:bodyPr>
          <a:lstStyle/>
          <a:p>
            <a:pPr algn="ctr">
              <a:lnSpc>
                <a:spcPct val="95000"/>
              </a:lnSpc>
              <a:defRPr/>
            </a:pPr>
            <a:r>
              <a:rPr lang="en-US" sz="800" dirty="0">
                <a:solidFill>
                  <a:schemeClr val="bg1"/>
                </a:solidFill>
                <a:latin typeface="Aptos" panose="020B0004020202020204" pitchFamily="34" charset="0"/>
                <a:ea typeface="ＭＳ Ｐゴシック" pitchFamily="50" charset="-128"/>
              </a:rPr>
              <a:t>Activity</a:t>
            </a:r>
          </a:p>
        </p:txBody>
      </p:sp>
      <p:cxnSp>
        <p:nvCxnSpPr>
          <p:cNvPr id="3" name="Straight Arrow Connector 2"/>
          <p:cNvCxnSpPr>
            <a:stCxn id="26" idx="6"/>
            <a:endCxn id="33" idx="1"/>
          </p:cNvCxnSpPr>
          <p:nvPr/>
        </p:nvCxnSpPr>
        <p:spPr>
          <a:xfrm flipV="1">
            <a:off x="2166122" y="2504615"/>
            <a:ext cx="501018" cy="1935"/>
          </a:xfrm>
          <a:prstGeom prst="straightConnector1">
            <a:avLst/>
          </a:prstGeom>
          <a:ln w="6350">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p:cNvCxnSpPr>
            <a:stCxn id="33" idx="3"/>
            <a:endCxn id="34" idx="1"/>
          </p:cNvCxnSpPr>
          <p:nvPr/>
        </p:nvCxnSpPr>
        <p:spPr>
          <a:xfrm>
            <a:off x="3281375" y="2504614"/>
            <a:ext cx="172747" cy="2"/>
          </a:xfrm>
          <a:prstGeom prst="straightConnector1">
            <a:avLst/>
          </a:prstGeom>
          <a:ln w="6350">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a:stCxn id="34" idx="3"/>
          </p:cNvCxnSpPr>
          <p:nvPr/>
        </p:nvCxnSpPr>
        <p:spPr>
          <a:xfrm>
            <a:off x="4882878" y="2504616"/>
            <a:ext cx="129444" cy="2"/>
          </a:xfrm>
          <a:prstGeom prst="straightConnector1">
            <a:avLst/>
          </a:prstGeom>
          <a:ln w="6350">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stCxn id="50" idx="2"/>
            <a:endCxn id="25" idx="0"/>
          </p:cNvCxnSpPr>
          <p:nvPr/>
        </p:nvCxnSpPr>
        <p:spPr>
          <a:xfrm>
            <a:off x="6495011" y="2766582"/>
            <a:ext cx="184" cy="72360"/>
          </a:xfrm>
          <a:prstGeom prst="straightConnector1">
            <a:avLst/>
          </a:prstGeom>
          <a:ln w="6350">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p:cNvCxnSpPr>
            <a:stCxn id="34" idx="2"/>
            <a:endCxn id="22" idx="0"/>
          </p:cNvCxnSpPr>
          <p:nvPr/>
        </p:nvCxnSpPr>
        <p:spPr>
          <a:xfrm flipH="1">
            <a:off x="4165886" y="2681298"/>
            <a:ext cx="2614" cy="811335"/>
          </a:xfrm>
          <a:prstGeom prst="straightConnector1">
            <a:avLst/>
          </a:prstGeom>
          <a:ln w="6350">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p:cNvCxnSpPr>
            <a:stCxn id="22" idx="2"/>
            <a:endCxn id="23" idx="0"/>
          </p:cNvCxnSpPr>
          <p:nvPr/>
        </p:nvCxnSpPr>
        <p:spPr>
          <a:xfrm>
            <a:off x="4165884" y="3883365"/>
            <a:ext cx="0" cy="198291"/>
          </a:xfrm>
          <a:prstGeom prst="straightConnector1">
            <a:avLst/>
          </a:prstGeom>
          <a:ln w="6350">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76" name="Straight Arrow Connector 75"/>
          <p:cNvCxnSpPr>
            <a:stCxn id="23" idx="3"/>
          </p:cNvCxnSpPr>
          <p:nvPr/>
        </p:nvCxnSpPr>
        <p:spPr>
          <a:xfrm>
            <a:off x="4615538" y="4277025"/>
            <a:ext cx="389211" cy="1"/>
          </a:xfrm>
          <a:prstGeom prst="straightConnector1">
            <a:avLst/>
          </a:prstGeom>
          <a:ln w="6350">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80" name="Straight Arrow Connector 79"/>
          <p:cNvCxnSpPr>
            <a:endCxn id="29" idx="1"/>
          </p:cNvCxnSpPr>
          <p:nvPr/>
        </p:nvCxnSpPr>
        <p:spPr>
          <a:xfrm>
            <a:off x="5629466" y="5461747"/>
            <a:ext cx="1257602" cy="3998"/>
          </a:xfrm>
          <a:prstGeom prst="straightConnector1">
            <a:avLst/>
          </a:prstGeom>
          <a:ln w="6350">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83" name="Straight Arrow Connector 82"/>
          <p:cNvCxnSpPr>
            <a:stCxn id="29" idx="3"/>
            <a:endCxn id="41" idx="2"/>
          </p:cNvCxnSpPr>
          <p:nvPr/>
        </p:nvCxnSpPr>
        <p:spPr>
          <a:xfrm>
            <a:off x="7786372" y="5465743"/>
            <a:ext cx="336501" cy="0"/>
          </a:xfrm>
          <a:prstGeom prst="straightConnector1">
            <a:avLst/>
          </a:prstGeom>
          <a:ln w="6350">
            <a:solidFill>
              <a:srgbClr val="53565A"/>
            </a:solidFill>
            <a:tailEnd type="triangle"/>
          </a:ln>
        </p:spPr>
        <p:style>
          <a:lnRef idx="1">
            <a:schemeClr val="accent1"/>
          </a:lnRef>
          <a:fillRef idx="0">
            <a:schemeClr val="accent1"/>
          </a:fillRef>
          <a:effectRef idx="0">
            <a:schemeClr val="accent1"/>
          </a:effectRef>
          <a:fontRef idx="minor">
            <a:schemeClr val="tx1"/>
          </a:fontRef>
        </p:style>
      </p:cxnSp>
      <p:cxnSp>
        <p:nvCxnSpPr>
          <p:cNvPr id="86" name="Straight Arrow Connector 85"/>
          <p:cNvCxnSpPr>
            <a:stCxn id="25" idx="3"/>
            <a:endCxn id="29" idx="0"/>
          </p:cNvCxnSpPr>
          <p:nvPr/>
        </p:nvCxnSpPr>
        <p:spPr>
          <a:xfrm>
            <a:off x="6944849" y="3098974"/>
            <a:ext cx="391873" cy="2106736"/>
          </a:xfrm>
          <a:prstGeom prst="bentConnector2">
            <a:avLst/>
          </a:prstGeom>
          <a:ln w="6350">
            <a:solidFill>
              <a:srgbClr val="53565A"/>
            </a:solidFill>
            <a:tailEnd type="triangle"/>
          </a:ln>
        </p:spPr>
        <p:style>
          <a:lnRef idx="1">
            <a:schemeClr val="accent1"/>
          </a:lnRef>
          <a:fillRef idx="0">
            <a:schemeClr val="accent1"/>
          </a:fillRef>
          <a:effectRef idx="0">
            <a:schemeClr val="accent1"/>
          </a:effectRef>
          <a:fontRef idx="minor">
            <a:schemeClr val="tx1"/>
          </a:fontRef>
        </p:style>
      </p:cxnSp>
      <p:sp>
        <p:nvSpPr>
          <p:cNvPr id="30" name="Rectangle 29"/>
          <p:cNvSpPr>
            <a:spLocks noChangeArrowheads="1"/>
          </p:cNvSpPr>
          <p:nvPr/>
        </p:nvSpPr>
        <p:spPr bwMode="auto">
          <a:xfrm>
            <a:off x="5015017" y="4016991"/>
            <a:ext cx="675659" cy="1708785"/>
          </a:xfrm>
          <a:prstGeom prst="rect">
            <a:avLst/>
          </a:prstGeom>
          <a:solidFill>
            <a:schemeClr val="accent3"/>
          </a:solidFill>
          <a:ln w="12700">
            <a:noFill/>
            <a:miter lim="800000"/>
            <a:headEnd/>
            <a:tailEnd/>
          </a:ln>
        </p:spPr>
        <p:txBody>
          <a:bodyPr wrap="square" lIns="29250" tIns="29250" rIns="29250" bIns="29250" anchor="ctr">
            <a:noAutofit/>
          </a:bodyPr>
          <a:lstStyle/>
          <a:p>
            <a:pPr algn="ctr">
              <a:lnSpc>
                <a:spcPct val="95000"/>
              </a:lnSpc>
              <a:defRPr/>
            </a:pPr>
            <a:r>
              <a:rPr lang="en-US" sz="800" dirty="0">
                <a:solidFill>
                  <a:schemeClr val="bg1"/>
                </a:solidFill>
                <a:latin typeface="Aptos" panose="020B0004020202020204" pitchFamily="34" charset="0"/>
                <a:ea typeface="ＭＳ Ｐゴシック" pitchFamily="50" charset="-128"/>
              </a:rPr>
              <a:t>Activity</a:t>
            </a:r>
          </a:p>
        </p:txBody>
      </p:sp>
    </p:spTree>
    <p:extLst>
      <p:ext uri="{BB962C8B-B14F-4D97-AF65-F5344CB8AC3E}">
        <p14:creationId xmlns:p14="http://schemas.microsoft.com/office/powerpoint/2010/main" val="96499700"/>
      </p:ext>
    </p:extLst>
  </p:cSld>
  <p:clrMapOvr>
    <a:masterClrMapping/>
  </p:clrMapOvr>
  <p:transition>
    <p:fade/>
  </p:transition>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dirty="0"/>
              <a:t>Subtitle runs here</a:t>
            </a:r>
          </a:p>
        </p:txBody>
      </p:sp>
      <p:sp>
        <p:nvSpPr>
          <p:cNvPr id="3" name="Title 2"/>
          <p:cNvSpPr>
            <a:spLocks noGrp="1"/>
          </p:cNvSpPr>
          <p:nvPr>
            <p:ph type="title"/>
          </p:nvPr>
        </p:nvSpPr>
        <p:spPr/>
        <p:txBody>
          <a:bodyPr/>
          <a:lstStyle/>
          <a:p>
            <a:r>
              <a:rPr lang="en-US" dirty="0"/>
              <a:t>Chevrons </a:t>
            </a:r>
          </a:p>
        </p:txBody>
      </p:sp>
      <p:sp>
        <p:nvSpPr>
          <p:cNvPr id="4" name="AutoShape 23"/>
          <p:cNvSpPr>
            <a:spLocks noChangeArrowheads="1"/>
          </p:cNvSpPr>
          <p:nvPr/>
        </p:nvSpPr>
        <p:spPr bwMode="gray">
          <a:xfrm>
            <a:off x="407592" y="4517153"/>
            <a:ext cx="1649621" cy="445770"/>
          </a:xfrm>
          <a:prstGeom prst="chevron">
            <a:avLst>
              <a:gd name="adj" fmla="val 32606"/>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5" name="AutoShape 24"/>
          <p:cNvSpPr>
            <a:spLocks noChangeArrowheads="1"/>
          </p:cNvSpPr>
          <p:nvPr/>
        </p:nvSpPr>
        <p:spPr bwMode="gray">
          <a:xfrm>
            <a:off x="1895833" y="4517153"/>
            <a:ext cx="1649621" cy="445770"/>
          </a:xfrm>
          <a:prstGeom prst="chevron">
            <a:avLst>
              <a:gd name="adj" fmla="val 32370"/>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6" name="AutoShape 25"/>
          <p:cNvSpPr>
            <a:spLocks noChangeArrowheads="1"/>
          </p:cNvSpPr>
          <p:nvPr/>
        </p:nvSpPr>
        <p:spPr bwMode="gray">
          <a:xfrm>
            <a:off x="3384073" y="4517153"/>
            <a:ext cx="1649621" cy="445770"/>
          </a:xfrm>
          <a:prstGeom prst="chevron">
            <a:avLst>
              <a:gd name="adj" fmla="val 32370"/>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7" name="AutoShape 26"/>
          <p:cNvSpPr>
            <a:spLocks noChangeArrowheads="1"/>
          </p:cNvSpPr>
          <p:nvPr/>
        </p:nvSpPr>
        <p:spPr bwMode="gray">
          <a:xfrm>
            <a:off x="4872313" y="4517153"/>
            <a:ext cx="1649621" cy="445770"/>
          </a:xfrm>
          <a:prstGeom prst="chevron">
            <a:avLst>
              <a:gd name="adj" fmla="val 32370"/>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8" name="AutoShape 27"/>
          <p:cNvSpPr>
            <a:spLocks noChangeArrowheads="1"/>
          </p:cNvSpPr>
          <p:nvPr/>
        </p:nvSpPr>
        <p:spPr bwMode="gray">
          <a:xfrm>
            <a:off x="6360553" y="4517153"/>
            <a:ext cx="1649621" cy="445770"/>
          </a:xfrm>
          <a:prstGeom prst="chevron">
            <a:avLst>
              <a:gd name="adj" fmla="val 32370"/>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9" name="AutoShape 28"/>
          <p:cNvSpPr>
            <a:spLocks noChangeArrowheads="1"/>
          </p:cNvSpPr>
          <p:nvPr/>
        </p:nvSpPr>
        <p:spPr bwMode="gray">
          <a:xfrm>
            <a:off x="7848792" y="4517153"/>
            <a:ext cx="1649621" cy="445770"/>
          </a:xfrm>
          <a:prstGeom prst="chevron">
            <a:avLst>
              <a:gd name="adj" fmla="val 32370"/>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10" name="AutoShape 3"/>
          <p:cNvSpPr>
            <a:spLocks noChangeArrowheads="1"/>
          </p:cNvSpPr>
          <p:nvPr/>
        </p:nvSpPr>
        <p:spPr bwMode="gray">
          <a:xfrm>
            <a:off x="407591" y="1952513"/>
            <a:ext cx="9090819" cy="445770"/>
          </a:xfrm>
          <a:prstGeom prst="chevron">
            <a:avLst>
              <a:gd name="adj" fmla="val 32576"/>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11" name="AutoShape 5"/>
          <p:cNvSpPr>
            <a:spLocks noChangeArrowheads="1"/>
          </p:cNvSpPr>
          <p:nvPr/>
        </p:nvSpPr>
        <p:spPr bwMode="gray">
          <a:xfrm>
            <a:off x="407592" y="2465441"/>
            <a:ext cx="4622889" cy="445770"/>
          </a:xfrm>
          <a:prstGeom prst="chevron">
            <a:avLst>
              <a:gd name="adj" fmla="val 32565"/>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12" name="AutoShape 6"/>
          <p:cNvSpPr>
            <a:spLocks noChangeArrowheads="1"/>
          </p:cNvSpPr>
          <p:nvPr/>
        </p:nvSpPr>
        <p:spPr bwMode="gray">
          <a:xfrm>
            <a:off x="4875520" y="2465441"/>
            <a:ext cx="4622889" cy="445770"/>
          </a:xfrm>
          <a:prstGeom prst="chevron">
            <a:avLst>
              <a:gd name="adj" fmla="val 32435"/>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13" name="AutoShape 8"/>
          <p:cNvSpPr>
            <a:spLocks noChangeArrowheads="1"/>
          </p:cNvSpPr>
          <p:nvPr/>
        </p:nvSpPr>
        <p:spPr bwMode="gray">
          <a:xfrm>
            <a:off x="407591" y="2978369"/>
            <a:ext cx="3131317" cy="445770"/>
          </a:xfrm>
          <a:prstGeom prst="chevron">
            <a:avLst>
              <a:gd name="adj" fmla="val 32411"/>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14" name="AutoShape 9"/>
          <p:cNvSpPr>
            <a:spLocks noChangeArrowheads="1"/>
          </p:cNvSpPr>
          <p:nvPr/>
        </p:nvSpPr>
        <p:spPr bwMode="gray">
          <a:xfrm>
            <a:off x="3387345" y="2978369"/>
            <a:ext cx="3131317" cy="445770"/>
          </a:xfrm>
          <a:prstGeom prst="chevron">
            <a:avLst>
              <a:gd name="adj" fmla="val 32554"/>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15" name="AutoShape 10"/>
          <p:cNvSpPr>
            <a:spLocks noChangeArrowheads="1"/>
          </p:cNvSpPr>
          <p:nvPr/>
        </p:nvSpPr>
        <p:spPr bwMode="gray">
          <a:xfrm>
            <a:off x="6367096" y="2978369"/>
            <a:ext cx="3131317" cy="445770"/>
          </a:xfrm>
          <a:prstGeom prst="chevron">
            <a:avLst>
              <a:gd name="adj" fmla="val 32406"/>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16" name="AutoShape 12"/>
          <p:cNvSpPr>
            <a:spLocks noChangeArrowheads="1"/>
          </p:cNvSpPr>
          <p:nvPr/>
        </p:nvSpPr>
        <p:spPr bwMode="gray">
          <a:xfrm>
            <a:off x="407591" y="3491297"/>
            <a:ext cx="2390468" cy="445770"/>
          </a:xfrm>
          <a:prstGeom prst="chevron">
            <a:avLst>
              <a:gd name="adj" fmla="val 32374"/>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17" name="AutoShape 13"/>
          <p:cNvSpPr>
            <a:spLocks noChangeArrowheads="1"/>
          </p:cNvSpPr>
          <p:nvPr/>
        </p:nvSpPr>
        <p:spPr bwMode="gray">
          <a:xfrm>
            <a:off x="2641042" y="3491297"/>
            <a:ext cx="2390468" cy="445770"/>
          </a:xfrm>
          <a:prstGeom prst="chevron">
            <a:avLst>
              <a:gd name="adj" fmla="val 32374"/>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18" name="AutoShape 14"/>
          <p:cNvSpPr>
            <a:spLocks noChangeArrowheads="1"/>
          </p:cNvSpPr>
          <p:nvPr/>
        </p:nvSpPr>
        <p:spPr bwMode="gray">
          <a:xfrm>
            <a:off x="4874492" y="3491297"/>
            <a:ext cx="2390468" cy="445770"/>
          </a:xfrm>
          <a:prstGeom prst="chevron">
            <a:avLst>
              <a:gd name="adj" fmla="val 32374"/>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19" name="AutoShape 15"/>
          <p:cNvSpPr>
            <a:spLocks noChangeArrowheads="1"/>
          </p:cNvSpPr>
          <p:nvPr/>
        </p:nvSpPr>
        <p:spPr bwMode="gray">
          <a:xfrm>
            <a:off x="7107942" y="3491297"/>
            <a:ext cx="2390468" cy="445770"/>
          </a:xfrm>
          <a:prstGeom prst="chevron">
            <a:avLst>
              <a:gd name="adj" fmla="val 32560"/>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20" name="AutoShape 17"/>
          <p:cNvSpPr>
            <a:spLocks noChangeArrowheads="1"/>
          </p:cNvSpPr>
          <p:nvPr/>
        </p:nvSpPr>
        <p:spPr bwMode="gray">
          <a:xfrm>
            <a:off x="407591" y="4004225"/>
            <a:ext cx="1945960" cy="445770"/>
          </a:xfrm>
          <a:prstGeom prst="chevron">
            <a:avLst>
              <a:gd name="adj" fmla="val 32555"/>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21" name="AutoShape 18"/>
          <p:cNvSpPr>
            <a:spLocks noChangeArrowheads="1"/>
          </p:cNvSpPr>
          <p:nvPr/>
        </p:nvSpPr>
        <p:spPr bwMode="gray">
          <a:xfrm>
            <a:off x="2193806" y="4004225"/>
            <a:ext cx="1945960" cy="445770"/>
          </a:xfrm>
          <a:prstGeom prst="chevron">
            <a:avLst>
              <a:gd name="adj" fmla="val 32384"/>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22" name="AutoShape 19"/>
          <p:cNvSpPr>
            <a:spLocks noChangeArrowheads="1"/>
          </p:cNvSpPr>
          <p:nvPr/>
        </p:nvSpPr>
        <p:spPr bwMode="gray">
          <a:xfrm>
            <a:off x="3980022" y="4004225"/>
            <a:ext cx="1945960" cy="445770"/>
          </a:xfrm>
          <a:prstGeom prst="chevron">
            <a:avLst>
              <a:gd name="adj" fmla="val 32413"/>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23" name="AutoShape 20"/>
          <p:cNvSpPr>
            <a:spLocks noChangeArrowheads="1"/>
          </p:cNvSpPr>
          <p:nvPr/>
        </p:nvSpPr>
        <p:spPr bwMode="gray">
          <a:xfrm>
            <a:off x="5766236" y="4004225"/>
            <a:ext cx="1945960" cy="445770"/>
          </a:xfrm>
          <a:prstGeom prst="chevron">
            <a:avLst>
              <a:gd name="adj" fmla="val 32384"/>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24" name="AutoShape 21"/>
          <p:cNvSpPr>
            <a:spLocks noChangeArrowheads="1"/>
          </p:cNvSpPr>
          <p:nvPr/>
        </p:nvSpPr>
        <p:spPr bwMode="gray">
          <a:xfrm>
            <a:off x="7552449" y="4004225"/>
            <a:ext cx="1945960" cy="445770"/>
          </a:xfrm>
          <a:prstGeom prst="chevron">
            <a:avLst>
              <a:gd name="adj" fmla="val 32299"/>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25" name="AutoShape 30"/>
          <p:cNvSpPr>
            <a:spLocks noChangeArrowheads="1"/>
          </p:cNvSpPr>
          <p:nvPr/>
        </p:nvSpPr>
        <p:spPr bwMode="gray">
          <a:xfrm>
            <a:off x="407591" y="5030080"/>
            <a:ext cx="1432306" cy="445770"/>
          </a:xfrm>
          <a:prstGeom prst="chevron">
            <a:avLst>
              <a:gd name="adj" fmla="val 32607"/>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26" name="AutoShape 31"/>
          <p:cNvSpPr>
            <a:spLocks noChangeArrowheads="1"/>
          </p:cNvSpPr>
          <p:nvPr/>
        </p:nvSpPr>
        <p:spPr bwMode="gray">
          <a:xfrm>
            <a:off x="1684009" y="5030080"/>
            <a:ext cx="1432306" cy="445770"/>
          </a:xfrm>
          <a:prstGeom prst="chevron">
            <a:avLst>
              <a:gd name="adj" fmla="val 32337"/>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27" name="AutoShape 32"/>
          <p:cNvSpPr>
            <a:spLocks noChangeArrowheads="1"/>
          </p:cNvSpPr>
          <p:nvPr/>
        </p:nvSpPr>
        <p:spPr bwMode="gray">
          <a:xfrm>
            <a:off x="2960427" y="5030080"/>
            <a:ext cx="1432306" cy="445770"/>
          </a:xfrm>
          <a:prstGeom prst="chevron">
            <a:avLst>
              <a:gd name="adj" fmla="val 32337"/>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28" name="AutoShape 33"/>
          <p:cNvSpPr>
            <a:spLocks noChangeArrowheads="1"/>
          </p:cNvSpPr>
          <p:nvPr/>
        </p:nvSpPr>
        <p:spPr bwMode="gray">
          <a:xfrm>
            <a:off x="4236846" y="5030080"/>
            <a:ext cx="1432306" cy="445770"/>
          </a:xfrm>
          <a:prstGeom prst="chevron">
            <a:avLst>
              <a:gd name="adj" fmla="val 32337"/>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29" name="AutoShape 34"/>
          <p:cNvSpPr>
            <a:spLocks noChangeArrowheads="1"/>
          </p:cNvSpPr>
          <p:nvPr/>
        </p:nvSpPr>
        <p:spPr bwMode="gray">
          <a:xfrm>
            <a:off x="5513265" y="5030080"/>
            <a:ext cx="1432306" cy="445770"/>
          </a:xfrm>
          <a:prstGeom prst="chevron">
            <a:avLst>
              <a:gd name="adj" fmla="val 32337"/>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30" name="AutoShape 35"/>
          <p:cNvSpPr>
            <a:spLocks noChangeArrowheads="1"/>
          </p:cNvSpPr>
          <p:nvPr/>
        </p:nvSpPr>
        <p:spPr bwMode="gray">
          <a:xfrm>
            <a:off x="6789683" y="5030080"/>
            <a:ext cx="1432306" cy="445770"/>
          </a:xfrm>
          <a:prstGeom prst="chevron">
            <a:avLst>
              <a:gd name="adj" fmla="val 32337"/>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
        <p:nvSpPr>
          <p:cNvPr id="31" name="AutoShape 36"/>
          <p:cNvSpPr>
            <a:spLocks noChangeArrowheads="1"/>
          </p:cNvSpPr>
          <p:nvPr/>
        </p:nvSpPr>
        <p:spPr bwMode="gray">
          <a:xfrm>
            <a:off x="8066103" y="5030080"/>
            <a:ext cx="1432306" cy="445770"/>
          </a:xfrm>
          <a:prstGeom prst="chevron">
            <a:avLst>
              <a:gd name="adj" fmla="val 32337"/>
            </a:avLst>
          </a:prstGeom>
          <a:solidFill>
            <a:schemeClr val="accent3"/>
          </a:solidFill>
          <a:ln w="12700" cap="rnd" algn="ctr">
            <a:solidFill>
              <a:schemeClr val="bg1"/>
            </a:solidFill>
            <a:miter lim="800000"/>
            <a:headEnd/>
            <a:tailEnd/>
          </a:ln>
        </p:spPr>
        <p:txBody>
          <a:bodyPr wrap="square" lIns="72231" tIns="72231" rIns="72231" bIns="72231" anchor="ctr"/>
          <a:lstStyle/>
          <a:p>
            <a:pPr eaLnBrk="1" hangingPunct="1">
              <a:lnSpc>
                <a:spcPct val="110000"/>
              </a:lnSpc>
              <a:spcBef>
                <a:spcPct val="20000"/>
              </a:spcBef>
              <a:defRPr/>
            </a:pPr>
            <a:r>
              <a:rPr lang="en-US" sz="1000" dirty="0">
                <a:solidFill>
                  <a:schemeClr val="bg1"/>
                </a:solidFill>
                <a:latin typeface="Aptos" panose="020B0004020202020204" pitchFamily="34" charset="0"/>
                <a:cs typeface="Arial" pitchFamily="34" charset="0"/>
              </a:rPr>
              <a:t>Text</a:t>
            </a:r>
          </a:p>
        </p:txBody>
      </p:sp>
    </p:spTree>
    <p:extLst>
      <p:ext uri="{BB962C8B-B14F-4D97-AF65-F5344CB8AC3E}">
        <p14:creationId xmlns:p14="http://schemas.microsoft.com/office/powerpoint/2010/main" val="3996344393"/>
      </p:ext>
    </p:extLst>
  </p:cSld>
  <p:clrMapOvr>
    <a:masterClrMapping/>
  </p:clrMapOvr>
  <p:transition>
    <p:fade/>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ontent Placeholder 5">
            <a:extLst>
              <a:ext uri="{FF2B5EF4-FFF2-40B4-BE49-F238E27FC236}">
                <a16:creationId xmlns:a16="http://schemas.microsoft.com/office/drawing/2014/main" id="{29E3828D-CE50-6B73-0E04-9887CCF9DA23}"/>
              </a:ext>
            </a:extLst>
          </p:cNvPr>
          <p:cNvSpPr>
            <a:spLocks noGrp="1"/>
          </p:cNvSpPr>
          <p:nvPr>
            <p:ph sz="quarter" idx="10"/>
          </p:nvPr>
        </p:nvSpPr>
        <p:spPr/>
        <p:txBody>
          <a:bodyPr/>
          <a:lstStyle/>
          <a:p>
            <a:r>
              <a:rPr lang="en-US" dirty="0"/>
              <a:t>Chart title</a:t>
            </a:r>
          </a:p>
        </p:txBody>
      </p:sp>
      <p:sp>
        <p:nvSpPr>
          <p:cNvPr id="7" name="Content Placeholder 6">
            <a:extLst>
              <a:ext uri="{FF2B5EF4-FFF2-40B4-BE49-F238E27FC236}">
                <a16:creationId xmlns:a16="http://schemas.microsoft.com/office/drawing/2014/main" id="{13FBAA5D-4EC4-7F8A-0799-AFED357DA108}"/>
              </a:ext>
            </a:extLst>
          </p:cNvPr>
          <p:cNvSpPr>
            <a:spLocks noGrp="1"/>
          </p:cNvSpPr>
          <p:nvPr>
            <p:ph sz="quarter" idx="20"/>
          </p:nvPr>
        </p:nvSpPr>
        <p:spPr/>
        <p:txBody>
          <a:bodyPr/>
          <a:lstStyle/>
          <a:p>
            <a:r>
              <a:rPr lang="en-US" dirty="0"/>
              <a:t>Chart title</a:t>
            </a:r>
          </a:p>
        </p:txBody>
      </p:sp>
      <p:sp>
        <p:nvSpPr>
          <p:cNvPr id="2" name="Text Placeholder 1"/>
          <p:cNvSpPr>
            <a:spLocks noGrp="1"/>
          </p:cNvSpPr>
          <p:nvPr>
            <p:ph type="body" sz="quarter" idx="13"/>
          </p:nvPr>
        </p:nvSpPr>
        <p:spPr/>
        <p:txBody>
          <a:bodyPr/>
          <a:lstStyle/>
          <a:p>
            <a:r>
              <a:rPr lang="en-US" dirty="0"/>
              <a:t>Small arrows</a:t>
            </a:r>
          </a:p>
        </p:txBody>
      </p:sp>
      <p:sp>
        <p:nvSpPr>
          <p:cNvPr id="3" name="Title 2"/>
          <p:cNvSpPr>
            <a:spLocks noGrp="1"/>
          </p:cNvSpPr>
          <p:nvPr>
            <p:ph type="title"/>
          </p:nvPr>
        </p:nvSpPr>
        <p:spPr/>
        <p:txBody>
          <a:bodyPr/>
          <a:lstStyle/>
          <a:p>
            <a:r>
              <a:rPr lang="en-US" dirty="0"/>
              <a:t>Circles </a:t>
            </a:r>
          </a:p>
        </p:txBody>
      </p:sp>
      <p:grpSp>
        <p:nvGrpSpPr>
          <p:cNvPr id="28" name="Group 25"/>
          <p:cNvGrpSpPr>
            <a:grpSpLocks noChangeAspect="1"/>
          </p:cNvGrpSpPr>
          <p:nvPr/>
        </p:nvGrpSpPr>
        <p:grpSpPr bwMode="auto">
          <a:xfrm>
            <a:off x="1062678" y="2248796"/>
            <a:ext cx="2817019" cy="2822887"/>
            <a:chOff x="450850" y="1773238"/>
            <a:chExt cx="4127500" cy="3817937"/>
          </a:xfrm>
        </p:grpSpPr>
        <p:sp>
          <p:nvSpPr>
            <p:cNvPr id="29" name="Arc 3"/>
            <p:cNvSpPr>
              <a:spLocks/>
            </p:cNvSpPr>
            <p:nvPr/>
          </p:nvSpPr>
          <p:spPr bwMode="auto">
            <a:xfrm>
              <a:off x="1451769" y="1773238"/>
              <a:ext cx="1064552" cy="1908175"/>
            </a:xfrm>
            <a:custGeom>
              <a:avLst/>
              <a:gdLst>
                <a:gd name="T0" fmla="*/ 0 w 11129"/>
                <a:gd name="T1" fmla="*/ 2147483647 h 21481"/>
                <a:gd name="T2" fmla="*/ 2147483647 w 11129"/>
                <a:gd name="T3" fmla="*/ 0 h 21481"/>
                <a:gd name="T4" fmla="*/ 2147483647 w 11129"/>
                <a:gd name="T5" fmla="*/ 2147483647 h 21481"/>
                <a:gd name="T6" fmla="*/ 0 60000 65536"/>
                <a:gd name="T7" fmla="*/ 0 60000 65536"/>
                <a:gd name="T8" fmla="*/ 0 60000 65536"/>
                <a:gd name="T9" fmla="*/ 0 w 11129"/>
                <a:gd name="T10" fmla="*/ 0 h 21481"/>
                <a:gd name="T11" fmla="*/ 11129 w 11129"/>
                <a:gd name="T12" fmla="*/ 21481 h 21481"/>
              </a:gdLst>
              <a:ahLst/>
              <a:cxnLst>
                <a:cxn ang="T6">
                  <a:pos x="T0" y="T1"/>
                </a:cxn>
                <a:cxn ang="T7">
                  <a:pos x="T2" y="T3"/>
                </a:cxn>
                <a:cxn ang="T8">
                  <a:pos x="T4" y="T5"/>
                </a:cxn>
              </a:cxnLst>
              <a:rect l="T9" t="T10" r="T11" b="T12"/>
              <a:pathLst>
                <a:path w="11129" h="21481" fill="none" extrusionOk="0">
                  <a:moveTo>
                    <a:pt x="-1" y="2968"/>
                  </a:moveTo>
                  <a:cubicBezTo>
                    <a:pt x="2703" y="1343"/>
                    <a:pt x="5729" y="330"/>
                    <a:pt x="8865" y="-1"/>
                  </a:cubicBezTo>
                </a:path>
                <a:path w="11129" h="21481" stroke="0" extrusionOk="0">
                  <a:moveTo>
                    <a:pt x="-1" y="2968"/>
                  </a:moveTo>
                  <a:cubicBezTo>
                    <a:pt x="2703" y="1343"/>
                    <a:pt x="5729" y="330"/>
                    <a:pt x="8865" y="-1"/>
                  </a:cubicBezTo>
                  <a:lnTo>
                    <a:pt x="11129" y="21481"/>
                  </a:lnTo>
                  <a:close/>
                </a:path>
              </a:pathLst>
            </a:custGeom>
            <a:noFill/>
            <a:ln w="28575" cap="rnd">
              <a:solidFill>
                <a:schemeClr val="tx2"/>
              </a:solidFill>
              <a:round/>
              <a:headEnd/>
              <a:tailEnd type="triangle" w="med" len="sm"/>
            </a:ln>
          </p:spPr>
          <p:txBody>
            <a:bodyPr wrap="none" anchor="ctr"/>
            <a:lstStyle/>
            <a:p>
              <a:pPr algn="ctr">
                <a:defRPr/>
              </a:pPr>
              <a:endParaRPr lang="en-US" sz="1463" kern="0" dirty="0">
                <a:solidFill>
                  <a:prstClr val="black"/>
                </a:solidFill>
                <a:latin typeface="Arial"/>
              </a:endParaRPr>
            </a:p>
          </p:txBody>
        </p:sp>
        <p:sp>
          <p:nvSpPr>
            <p:cNvPr id="30" name="Arc 4"/>
            <p:cNvSpPr>
              <a:spLocks/>
            </p:cNvSpPr>
            <p:nvPr/>
          </p:nvSpPr>
          <p:spPr bwMode="auto">
            <a:xfrm>
              <a:off x="2514600" y="1773238"/>
              <a:ext cx="1061112" cy="1908175"/>
            </a:xfrm>
            <a:custGeom>
              <a:avLst/>
              <a:gdLst>
                <a:gd name="T0" fmla="*/ 2147483647 w 11116"/>
                <a:gd name="T1" fmla="*/ 0 h 21483"/>
                <a:gd name="T2" fmla="*/ 2147483647 w 11116"/>
                <a:gd name="T3" fmla="*/ 2147483647 h 21483"/>
                <a:gd name="T4" fmla="*/ 0 w 11116"/>
                <a:gd name="T5" fmla="*/ 2147483647 h 21483"/>
                <a:gd name="T6" fmla="*/ 0 60000 65536"/>
                <a:gd name="T7" fmla="*/ 0 60000 65536"/>
                <a:gd name="T8" fmla="*/ 0 60000 65536"/>
                <a:gd name="T9" fmla="*/ 0 w 11116"/>
                <a:gd name="T10" fmla="*/ 0 h 21483"/>
                <a:gd name="T11" fmla="*/ 11116 w 11116"/>
                <a:gd name="T12" fmla="*/ 21483 h 21483"/>
              </a:gdLst>
              <a:ahLst/>
              <a:cxnLst>
                <a:cxn ang="T6">
                  <a:pos x="T0" y="T1"/>
                </a:cxn>
                <a:cxn ang="T7">
                  <a:pos x="T2" y="T3"/>
                </a:cxn>
                <a:cxn ang="T8">
                  <a:pos x="T4" y="T5"/>
                </a:cxn>
              </a:cxnLst>
              <a:rect l="T9" t="T10" r="T11" b="T12"/>
              <a:pathLst>
                <a:path w="11116" h="21483" fill="none" extrusionOk="0">
                  <a:moveTo>
                    <a:pt x="2245" y="-1"/>
                  </a:moveTo>
                  <a:cubicBezTo>
                    <a:pt x="5382" y="327"/>
                    <a:pt x="8410" y="1339"/>
                    <a:pt x="11116" y="2962"/>
                  </a:cubicBezTo>
                </a:path>
                <a:path w="11116" h="21483" stroke="0" extrusionOk="0">
                  <a:moveTo>
                    <a:pt x="2245" y="-1"/>
                  </a:moveTo>
                  <a:cubicBezTo>
                    <a:pt x="5382" y="327"/>
                    <a:pt x="8410" y="1339"/>
                    <a:pt x="11116" y="2962"/>
                  </a:cubicBezTo>
                  <a:lnTo>
                    <a:pt x="0" y="21483"/>
                  </a:lnTo>
                  <a:close/>
                </a:path>
              </a:pathLst>
            </a:custGeom>
            <a:noFill/>
            <a:ln w="28575" cap="rnd">
              <a:solidFill>
                <a:schemeClr val="tx2"/>
              </a:solidFill>
              <a:round/>
              <a:headEnd/>
              <a:tailEnd type="triangle" w="med" len="sm"/>
            </a:ln>
          </p:spPr>
          <p:txBody>
            <a:bodyPr wrap="none" anchor="ctr"/>
            <a:lstStyle/>
            <a:p>
              <a:pPr algn="ctr">
                <a:defRPr/>
              </a:pPr>
              <a:endParaRPr lang="en-US" sz="1463" kern="0" dirty="0">
                <a:solidFill>
                  <a:prstClr val="black"/>
                </a:solidFill>
                <a:latin typeface="Arial"/>
              </a:endParaRPr>
            </a:p>
          </p:txBody>
        </p:sp>
        <p:sp>
          <p:nvSpPr>
            <p:cNvPr id="31" name="Arc 5"/>
            <p:cNvSpPr>
              <a:spLocks/>
            </p:cNvSpPr>
            <p:nvPr/>
          </p:nvSpPr>
          <p:spPr bwMode="auto">
            <a:xfrm>
              <a:off x="2514600" y="2233613"/>
              <a:ext cx="1898650" cy="1447800"/>
            </a:xfrm>
            <a:custGeom>
              <a:avLst/>
              <a:gdLst>
                <a:gd name="T0" fmla="*/ 2147483647 w 19880"/>
                <a:gd name="T1" fmla="*/ 0 h 16312"/>
                <a:gd name="T2" fmla="*/ 2147483647 w 19880"/>
                <a:gd name="T3" fmla="*/ 2147483647 h 16312"/>
                <a:gd name="T4" fmla="*/ 0 w 19880"/>
                <a:gd name="T5" fmla="*/ 2147483647 h 16312"/>
                <a:gd name="T6" fmla="*/ 0 60000 65536"/>
                <a:gd name="T7" fmla="*/ 0 60000 65536"/>
                <a:gd name="T8" fmla="*/ 0 60000 65536"/>
                <a:gd name="T9" fmla="*/ 0 w 19880"/>
                <a:gd name="T10" fmla="*/ 0 h 16312"/>
                <a:gd name="T11" fmla="*/ 19880 w 19880"/>
                <a:gd name="T12" fmla="*/ 16312 h 16312"/>
              </a:gdLst>
              <a:ahLst/>
              <a:cxnLst>
                <a:cxn ang="T6">
                  <a:pos x="T0" y="T1"/>
                </a:cxn>
                <a:cxn ang="T7">
                  <a:pos x="T2" y="T3"/>
                </a:cxn>
                <a:cxn ang="T8">
                  <a:pos x="T4" y="T5"/>
                </a:cxn>
              </a:cxnLst>
              <a:rect l="T9" t="T10" r="T11" b="T12"/>
              <a:pathLst>
                <a:path w="19880" h="16312" fill="none" extrusionOk="0">
                  <a:moveTo>
                    <a:pt x="14159" y="-1"/>
                  </a:moveTo>
                  <a:cubicBezTo>
                    <a:pt x="16639" y="2152"/>
                    <a:pt x="18595" y="4843"/>
                    <a:pt x="19880" y="7865"/>
                  </a:cubicBezTo>
                </a:path>
                <a:path w="19880" h="16312" stroke="0" extrusionOk="0">
                  <a:moveTo>
                    <a:pt x="14159" y="-1"/>
                  </a:moveTo>
                  <a:cubicBezTo>
                    <a:pt x="16639" y="2152"/>
                    <a:pt x="18595" y="4843"/>
                    <a:pt x="19880" y="7865"/>
                  </a:cubicBezTo>
                  <a:lnTo>
                    <a:pt x="0" y="16312"/>
                  </a:lnTo>
                  <a:close/>
                </a:path>
              </a:pathLst>
            </a:custGeom>
            <a:noFill/>
            <a:ln w="28575" cap="rnd">
              <a:solidFill>
                <a:schemeClr val="tx2"/>
              </a:solidFill>
              <a:round/>
              <a:headEnd/>
              <a:tailEnd type="triangle" w="med" len="sm"/>
            </a:ln>
          </p:spPr>
          <p:txBody>
            <a:bodyPr wrap="none" anchor="ctr"/>
            <a:lstStyle/>
            <a:p>
              <a:pPr algn="ctr">
                <a:defRPr/>
              </a:pPr>
              <a:endParaRPr lang="en-US" sz="1463" kern="0" dirty="0">
                <a:solidFill>
                  <a:prstClr val="black"/>
                </a:solidFill>
                <a:latin typeface="Arial"/>
              </a:endParaRPr>
            </a:p>
          </p:txBody>
        </p:sp>
        <p:sp>
          <p:nvSpPr>
            <p:cNvPr id="32" name="Arc 6"/>
            <p:cNvSpPr>
              <a:spLocks/>
            </p:cNvSpPr>
            <p:nvPr/>
          </p:nvSpPr>
          <p:spPr bwMode="auto">
            <a:xfrm>
              <a:off x="2514600" y="3249613"/>
              <a:ext cx="2063750" cy="830262"/>
            </a:xfrm>
            <a:custGeom>
              <a:avLst/>
              <a:gdLst>
                <a:gd name="T0" fmla="*/ 2147483647 w 21600"/>
                <a:gd name="T1" fmla="*/ 0 h 9355"/>
                <a:gd name="T2" fmla="*/ 2147483647 w 21600"/>
                <a:gd name="T3" fmla="*/ 2147483647 h 9355"/>
                <a:gd name="T4" fmla="*/ 0 w 21600"/>
                <a:gd name="T5" fmla="*/ 2147483647 h 9355"/>
                <a:gd name="T6" fmla="*/ 0 60000 65536"/>
                <a:gd name="T7" fmla="*/ 0 60000 65536"/>
                <a:gd name="T8" fmla="*/ 0 60000 65536"/>
                <a:gd name="T9" fmla="*/ 0 w 21600"/>
                <a:gd name="T10" fmla="*/ 0 h 9355"/>
                <a:gd name="T11" fmla="*/ 21600 w 21600"/>
                <a:gd name="T12" fmla="*/ 9355 h 9355"/>
              </a:gdLst>
              <a:ahLst/>
              <a:cxnLst>
                <a:cxn ang="T6">
                  <a:pos x="T0" y="T1"/>
                </a:cxn>
                <a:cxn ang="T7">
                  <a:pos x="T2" y="T3"/>
                </a:cxn>
                <a:cxn ang="T8">
                  <a:pos x="T4" y="T5"/>
                </a:cxn>
              </a:cxnLst>
              <a:rect l="T9" t="T10" r="T11" b="T12"/>
              <a:pathLst>
                <a:path w="21600" h="9355" fill="none" extrusionOk="0">
                  <a:moveTo>
                    <a:pt x="21045" y="0"/>
                  </a:moveTo>
                  <a:cubicBezTo>
                    <a:pt x="21414" y="1594"/>
                    <a:pt x="21600" y="3225"/>
                    <a:pt x="21600" y="4862"/>
                  </a:cubicBezTo>
                  <a:cubicBezTo>
                    <a:pt x="21600" y="6372"/>
                    <a:pt x="21441" y="7877"/>
                    <a:pt x="21127" y="9354"/>
                  </a:cubicBezTo>
                </a:path>
                <a:path w="21600" h="9355" stroke="0" extrusionOk="0">
                  <a:moveTo>
                    <a:pt x="21045" y="0"/>
                  </a:moveTo>
                  <a:cubicBezTo>
                    <a:pt x="21414" y="1594"/>
                    <a:pt x="21600" y="3225"/>
                    <a:pt x="21600" y="4862"/>
                  </a:cubicBezTo>
                  <a:cubicBezTo>
                    <a:pt x="21600" y="6372"/>
                    <a:pt x="21441" y="7877"/>
                    <a:pt x="21127" y="9354"/>
                  </a:cubicBezTo>
                  <a:lnTo>
                    <a:pt x="0" y="4862"/>
                  </a:lnTo>
                  <a:close/>
                </a:path>
              </a:pathLst>
            </a:custGeom>
            <a:noFill/>
            <a:ln w="28575" cap="rnd">
              <a:solidFill>
                <a:schemeClr val="tx2"/>
              </a:solidFill>
              <a:round/>
              <a:headEnd/>
              <a:tailEnd type="triangle" w="med" len="sm"/>
            </a:ln>
          </p:spPr>
          <p:txBody>
            <a:bodyPr wrap="none" anchor="ctr"/>
            <a:lstStyle/>
            <a:p>
              <a:pPr algn="ctr">
                <a:defRPr/>
              </a:pPr>
              <a:endParaRPr lang="en-US" sz="1463" kern="0" dirty="0">
                <a:solidFill>
                  <a:prstClr val="black"/>
                </a:solidFill>
                <a:latin typeface="Arial"/>
              </a:endParaRPr>
            </a:p>
          </p:txBody>
        </p:sp>
        <p:sp>
          <p:nvSpPr>
            <p:cNvPr id="33" name="Arc 7"/>
            <p:cNvSpPr>
              <a:spLocks/>
            </p:cNvSpPr>
            <p:nvPr/>
          </p:nvSpPr>
          <p:spPr bwMode="auto">
            <a:xfrm>
              <a:off x="2514600" y="3679825"/>
              <a:ext cx="1898650" cy="1425575"/>
            </a:xfrm>
            <a:custGeom>
              <a:avLst/>
              <a:gdLst>
                <a:gd name="T0" fmla="*/ 2147483647 w 19887"/>
                <a:gd name="T1" fmla="*/ 2147483647 h 16060"/>
                <a:gd name="T2" fmla="*/ 2147483647 w 19887"/>
                <a:gd name="T3" fmla="*/ 2147483647 h 16060"/>
                <a:gd name="T4" fmla="*/ 0 w 19887"/>
                <a:gd name="T5" fmla="*/ 0 h 16060"/>
                <a:gd name="T6" fmla="*/ 0 60000 65536"/>
                <a:gd name="T7" fmla="*/ 0 60000 65536"/>
                <a:gd name="T8" fmla="*/ 0 60000 65536"/>
                <a:gd name="T9" fmla="*/ 0 w 19887"/>
                <a:gd name="T10" fmla="*/ 0 h 16060"/>
                <a:gd name="T11" fmla="*/ 19887 w 19887"/>
                <a:gd name="T12" fmla="*/ 16060 h 16060"/>
              </a:gdLst>
              <a:ahLst/>
              <a:cxnLst>
                <a:cxn ang="T6">
                  <a:pos x="T0" y="T1"/>
                </a:cxn>
                <a:cxn ang="T7">
                  <a:pos x="T2" y="T3"/>
                </a:cxn>
                <a:cxn ang="T8">
                  <a:pos x="T4" y="T5"/>
                </a:cxn>
              </a:cxnLst>
              <a:rect l="T9" t="T10" r="T11" b="T12"/>
              <a:pathLst>
                <a:path w="19887" h="16060" fill="none" extrusionOk="0">
                  <a:moveTo>
                    <a:pt x="19887" y="8430"/>
                  </a:moveTo>
                  <a:cubicBezTo>
                    <a:pt x="18653" y="11340"/>
                    <a:pt x="16795" y="13945"/>
                    <a:pt x="14444" y="16059"/>
                  </a:cubicBezTo>
                </a:path>
                <a:path w="19887" h="16060" stroke="0" extrusionOk="0">
                  <a:moveTo>
                    <a:pt x="19887" y="8430"/>
                  </a:moveTo>
                  <a:cubicBezTo>
                    <a:pt x="18653" y="11340"/>
                    <a:pt x="16795" y="13945"/>
                    <a:pt x="14444" y="16059"/>
                  </a:cubicBezTo>
                  <a:lnTo>
                    <a:pt x="0" y="0"/>
                  </a:lnTo>
                  <a:close/>
                </a:path>
              </a:pathLst>
            </a:custGeom>
            <a:noFill/>
            <a:ln w="28575" cap="rnd">
              <a:solidFill>
                <a:schemeClr val="tx2"/>
              </a:solidFill>
              <a:round/>
              <a:headEnd/>
              <a:tailEnd type="triangle" w="med" len="sm"/>
            </a:ln>
          </p:spPr>
          <p:txBody>
            <a:bodyPr wrap="none" anchor="ctr"/>
            <a:lstStyle/>
            <a:p>
              <a:pPr algn="ctr">
                <a:defRPr/>
              </a:pPr>
              <a:endParaRPr lang="en-US" sz="1463" kern="0" dirty="0">
                <a:solidFill>
                  <a:prstClr val="black"/>
                </a:solidFill>
                <a:latin typeface="Arial"/>
              </a:endParaRPr>
            </a:p>
          </p:txBody>
        </p:sp>
        <p:sp>
          <p:nvSpPr>
            <p:cNvPr id="34" name="Arc 8"/>
            <p:cNvSpPr>
              <a:spLocks/>
            </p:cNvSpPr>
            <p:nvPr/>
          </p:nvSpPr>
          <p:spPr bwMode="auto">
            <a:xfrm>
              <a:off x="2514600" y="3679825"/>
              <a:ext cx="1061112" cy="1911350"/>
            </a:xfrm>
            <a:custGeom>
              <a:avLst/>
              <a:gdLst>
                <a:gd name="T0" fmla="*/ 2147483647 w 11124"/>
                <a:gd name="T1" fmla="*/ 2147483647 h 21518"/>
                <a:gd name="T2" fmla="*/ 2147483647 w 11124"/>
                <a:gd name="T3" fmla="*/ 2147483647 h 21518"/>
                <a:gd name="T4" fmla="*/ 0 w 11124"/>
                <a:gd name="T5" fmla="*/ 0 h 21518"/>
                <a:gd name="T6" fmla="*/ 0 60000 65536"/>
                <a:gd name="T7" fmla="*/ 0 60000 65536"/>
                <a:gd name="T8" fmla="*/ 0 60000 65536"/>
                <a:gd name="T9" fmla="*/ 0 w 11124"/>
                <a:gd name="T10" fmla="*/ 0 h 21518"/>
                <a:gd name="T11" fmla="*/ 11124 w 11124"/>
                <a:gd name="T12" fmla="*/ 21518 h 21518"/>
              </a:gdLst>
              <a:ahLst/>
              <a:cxnLst>
                <a:cxn ang="T6">
                  <a:pos x="T0" y="T1"/>
                </a:cxn>
                <a:cxn ang="T7">
                  <a:pos x="T2" y="T3"/>
                </a:cxn>
                <a:cxn ang="T8">
                  <a:pos x="T4" y="T5"/>
                </a:cxn>
              </a:cxnLst>
              <a:rect l="T9" t="T10" r="T11" b="T12"/>
              <a:pathLst>
                <a:path w="11124" h="21518" fill="none" extrusionOk="0">
                  <a:moveTo>
                    <a:pt x="11124" y="18515"/>
                  </a:moveTo>
                  <a:cubicBezTo>
                    <a:pt x="8309" y="20206"/>
                    <a:pt x="5146" y="21233"/>
                    <a:pt x="1875" y="21518"/>
                  </a:cubicBezTo>
                </a:path>
                <a:path w="11124" h="21518" stroke="0" extrusionOk="0">
                  <a:moveTo>
                    <a:pt x="11124" y="18515"/>
                  </a:moveTo>
                  <a:cubicBezTo>
                    <a:pt x="8309" y="20206"/>
                    <a:pt x="5146" y="21233"/>
                    <a:pt x="1875" y="21518"/>
                  </a:cubicBezTo>
                  <a:lnTo>
                    <a:pt x="0" y="0"/>
                  </a:lnTo>
                  <a:close/>
                </a:path>
              </a:pathLst>
            </a:custGeom>
            <a:noFill/>
            <a:ln w="28575" cap="rnd">
              <a:solidFill>
                <a:schemeClr val="tx2"/>
              </a:solidFill>
              <a:round/>
              <a:headEnd/>
              <a:tailEnd type="triangle" w="med" len="sm"/>
            </a:ln>
          </p:spPr>
          <p:txBody>
            <a:bodyPr wrap="none" anchor="ctr"/>
            <a:lstStyle/>
            <a:p>
              <a:pPr algn="ctr">
                <a:defRPr/>
              </a:pPr>
              <a:endParaRPr lang="en-US" sz="1463" kern="0" dirty="0">
                <a:solidFill>
                  <a:prstClr val="black"/>
                </a:solidFill>
                <a:latin typeface="Arial"/>
              </a:endParaRPr>
            </a:p>
          </p:txBody>
        </p:sp>
        <p:sp>
          <p:nvSpPr>
            <p:cNvPr id="35" name="Arc 9"/>
            <p:cNvSpPr>
              <a:spLocks/>
            </p:cNvSpPr>
            <p:nvPr/>
          </p:nvSpPr>
          <p:spPr bwMode="auto">
            <a:xfrm>
              <a:off x="1451769" y="3679825"/>
              <a:ext cx="1064552" cy="1908175"/>
            </a:xfrm>
            <a:custGeom>
              <a:avLst/>
              <a:gdLst>
                <a:gd name="T0" fmla="*/ 2147483647 w 11138"/>
                <a:gd name="T1" fmla="*/ 2147483647 h 21481"/>
                <a:gd name="T2" fmla="*/ 0 w 11138"/>
                <a:gd name="T3" fmla="*/ 2147483647 h 21481"/>
                <a:gd name="T4" fmla="*/ 2147483647 w 11138"/>
                <a:gd name="T5" fmla="*/ 0 h 21481"/>
                <a:gd name="T6" fmla="*/ 0 60000 65536"/>
                <a:gd name="T7" fmla="*/ 0 60000 65536"/>
                <a:gd name="T8" fmla="*/ 0 60000 65536"/>
                <a:gd name="T9" fmla="*/ 0 w 11138"/>
                <a:gd name="T10" fmla="*/ 0 h 21481"/>
                <a:gd name="T11" fmla="*/ 11138 w 11138"/>
                <a:gd name="T12" fmla="*/ 21481 h 21481"/>
              </a:gdLst>
              <a:ahLst/>
              <a:cxnLst>
                <a:cxn ang="T6">
                  <a:pos x="T0" y="T1"/>
                </a:cxn>
                <a:cxn ang="T7">
                  <a:pos x="T2" y="T3"/>
                </a:cxn>
                <a:cxn ang="T8">
                  <a:pos x="T4" y="T5"/>
                </a:cxn>
              </a:cxnLst>
              <a:rect l="T9" t="T10" r="T11" b="T12"/>
              <a:pathLst>
                <a:path w="11138" h="21481" fill="none" extrusionOk="0">
                  <a:moveTo>
                    <a:pt x="8873" y="21480"/>
                  </a:moveTo>
                  <a:cubicBezTo>
                    <a:pt x="5733" y="21149"/>
                    <a:pt x="2704" y="20134"/>
                    <a:pt x="0" y="18506"/>
                  </a:cubicBezTo>
                </a:path>
                <a:path w="11138" h="21481" stroke="0" extrusionOk="0">
                  <a:moveTo>
                    <a:pt x="8873" y="21480"/>
                  </a:moveTo>
                  <a:cubicBezTo>
                    <a:pt x="5733" y="21149"/>
                    <a:pt x="2704" y="20134"/>
                    <a:pt x="0" y="18506"/>
                  </a:cubicBezTo>
                  <a:lnTo>
                    <a:pt x="11138" y="0"/>
                  </a:lnTo>
                  <a:close/>
                </a:path>
              </a:pathLst>
            </a:custGeom>
            <a:noFill/>
            <a:ln w="28575" cap="rnd">
              <a:solidFill>
                <a:schemeClr val="tx2"/>
              </a:solidFill>
              <a:round/>
              <a:headEnd/>
              <a:tailEnd type="triangle" w="med" len="sm"/>
            </a:ln>
          </p:spPr>
          <p:txBody>
            <a:bodyPr wrap="none" anchor="ctr"/>
            <a:lstStyle/>
            <a:p>
              <a:pPr algn="ctr">
                <a:defRPr/>
              </a:pPr>
              <a:endParaRPr lang="en-US" sz="1463" kern="0" dirty="0">
                <a:solidFill>
                  <a:prstClr val="black"/>
                </a:solidFill>
                <a:latin typeface="Arial"/>
              </a:endParaRPr>
            </a:p>
          </p:txBody>
        </p:sp>
        <p:sp>
          <p:nvSpPr>
            <p:cNvPr id="36" name="Arc 10"/>
            <p:cNvSpPr>
              <a:spLocks/>
            </p:cNvSpPr>
            <p:nvPr/>
          </p:nvSpPr>
          <p:spPr bwMode="auto">
            <a:xfrm>
              <a:off x="615950" y="3679825"/>
              <a:ext cx="1900370" cy="1446213"/>
            </a:xfrm>
            <a:custGeom>
              <a:avLst/>
              <a:gdLst>
                <a:gd name="T0" fmla="*/ 2147483647 w 19890"/>
                <a:gd name="T1" fmla="*/ 2147483647 h 16295"/>
                <a:gd name="T2" fmla="*/ 0 w 19890"/>
                <a:gd name="T3" fmla="*/ 2147483647 h 16295"/>
                <a:gd name="T4" fmla="*/ 2147483647 w 19890"/>
                <a:gd name="T5" fmla="*/ 0 h 16295"/>
                <a:gd name="T6" fmla="*/ 0 60000 65536"/>
                <a:gd name="T7" fmla="*/ 0 60000 65536"/>
                <a:gd name="T8" fmla="*/ 0 60000 65536"/>
                <a:gd name="T9" fmla="*/ 0 w 19890"/>
                <a:gd name="T10" fmla="*/ 0 h 16295"/>
                <a:gd name="T11" fmla="*/ 19890 w 19890"/>
                <a:gd name="T12" fmla="*/ 16295 h 16295"/>
              </a:gdLst>
              <a:ahLst/>
              <a:cxnLst>
                <a:cxn ang="T6">
                  <a:pos x="T0" y="T1"/>
                </a:cxn>
                <a:cxn ang="T7">
                  <a:pos x="T2" y="T3"/>
                </a:cxn>
                <a:cxn ang="T8">
                  <a:pos x="T4" y="T5"/>
                </a:cxn>
              </a:cxnLst>
              <a:rect l="T9" t="T10" r="T11" b="T12"/>
              <a:pathLst>
                <a:path w="19890" h="16295" fill="none" extrusionOk="0">
                  <a:moveTo>
                    <a:pt x="5711" y="16294"/>
                  </a:moveTo>
                  <a:cubicBezTo>
                    <a:pt x="3233" y="14139"/>
                    <a:pt x="1280" y="11446"/>
                    <a:pt x="-1" y="8423"/>
                  </a:cubicBezTo>
                </a:path>
                <a:path w="19890" h="16295" stroke="0" extrusionOk="0">
                  <a:moveTo>
                    <a:pt x="5711" y="16294"/>
                  </a:moveTo>
                  <a:cubicBezTo>
                    <a:pt x="3233" y="14139"/>
                    <a:pt x="1280" y="11446"/>
                    <a:pt x="-1" y="8423"/>
                  </a:cubicBezTo>
                  <a:lnTo>
                    <a:pt x="19890" y="0"/>
                  </a:lnTo>
                  <a:close/>
                </a:path>
              </a:pathLst>
            </a:custGeom>
            <a:noFill/>
            <a:ln w="28575" cap="rnd">
              <a:solidFill>
                <a:schemeClr val="tx2"/>
              </a:solidFill>
              <a:round/>
              <a:headEnd/>
              <a:tailEnd type="triangle" w="med" len="sm"/>
            </a:ln>
          </p:spPr>
          <p:txBody>
            <a:bodyPr wrap="none" anchor="ctr"/>
            <a:lstStyle/>
            <a:p>
              <a:pPr algn="ctr">
                <a:defRPr/>
              </a:pPr>
              <a:endParaRPr lang="en-US" sz="1463" kern="0" dirty="0">
                <a:solidFill>
                  <a:prstClr val="black"/>
                </a:solidFill>
                <a:latin typeface="Arial"/>
              </a:endParaRPr>
            </a:p>
          </p:txBody>
        </p:sp>
        <p:sp>
          <p:nvSpPr>
            <p:cNvPr id="37" name="Arc 11"/>
            <p:cNvSpPr>
              <a:spLocks/>
            </p:cNvSpPr>
            <p:nvPr/>
          </p:nvSpPr>
          <p:spPr bwMode="auto">
            <a:xfrm>
              <a:off x="450850" y="3249613"/>
              <a:ext cx="2065470" cy="830262"/>
            </a:xfrm>
            <a:custGeom>
              <a:avLst/>
              <a:gdLst>
                <a:gd name="T0" fmla="*/ 2147483647 w 21600"/>
                <a:gd name="T1" fmla="*/ 2147483647 h 9347"/>
                <a:gd name="T2" fmla="*/ 2147483647 w 21600"/>
                <a:gd name="T3" fmla="*/ 0 h 9347"/>
                <a:gd name="T4" fmla="*/ 2147483647 w 21600"/>
                <a:gd name="T5" fmla="*/ 2147483647 h 9347"/>
                <a:gd name="T6" fmla="*/ 0 60000 65536"/>
                <a:gd name="T7" fmla="*/ 0 60000 65536"/>
                <a:gd name="T8" fmla="*/ 0 60000 65536"/>
                <a:gd name="T9" fmla="*/ 0 w 21600"/>
                <a:gd name="T10" fmla="*/ 0 h 9347"/>
                <a:gd name="T11" fmla="*/ 21600 w 21600"/>
                <a:gd name="T12" fmla="*/ 9347 h 9347"/>
              </a:gdLst>
              <a:ahLst/>
              <a:cxnLst>
                <a:cxn ang="T6">
                  <a:pos x="T0" y="T1"/>
                </a:cxn>
                <a:cxn ang="T7">
                  <a:pos x="T2" y="T3"/>
                </a:cxn>
                <a:cxn ang="T8">
                  <a:pos x="T4" y="T5"/>
                </a:cxn>
              </a:cxnLst>
              <a:rect l="T9" t="T10" r="T11" b="T12"/>
              <a:pathLst>
                <a:path w="21600" h="9347" fill="none" extrusionOk="0">
                  <a:moveTo>
                    <a:pt x="471" y="9347"/>
                  </a:moveTo>
                  <a:cubicBezTo>
                    <a:pt x="158" y="7871"/>
                    <a:pt x="0" y="6366"/>
                    <a:pt x="0" y="4858"/>
                  </a:cubicBezTo>
                  <a:cubicBezTo>
                    <a:pt x="-1" y="3222"/>
                    <a:pt x="185" y="1593"/>
                    <a:pt x="553" y="0"/>
                  </a:cubicBezTo>
                </a:path>
                <a:path w="21600" h="9347" stroke="0" extrusionOk="0">
                  <a:moveTo>
                    <a:pt x="471" y="9347"/>
                  </a:moveTo>
                  <a:cubicBezTo>
                    <a:pt x="158" y="7871"/>
                    <a:pt x="0" y="6366"/>
                    <a:pt x="0" y="4858"/>
                  </a:cubicBezTo>
                  <a:cubicBezTo>
                    <a:pt x="-1" y="3222"/>
                    <a:pt x="185" y="1593"/>
                    <a:pt x="553" y="0"/>
                  </a:cubicBezTo>
                  <a:lnTo>
                    <a:pt x="21600" y="4858"/>
                  </a:lnTo>
                  <a:close/>
                </a:path>
              </a:pathLst>
            </a:custGeom>
            <a:noFill/>
            <a:ln w="28575" cap="rnd">
              <a:solidFill>
                <a:schemeClr val="tx2"/>
              </a:solidFill>
              <a:round/>
              <a:headEnd/>
              <a:tailEnd type="triangle" w="med" len="sm"/>
            </a:ln>
          </p:spPr>
          <p:txBody>
            <a:bodyPr wrap="none" anchor="ctr"/>
            <a:lstStyle/>
            <a:p>
              <a:pPr algn="ctr">
                <a:defRPr/>
              </a:pPr>
              <a:endParaRPr lang="en-US" sz="1463" kern="0" dirty="0">
                <a:solidFill>
                  <a:prstClr val="black"/>
                </a:solidFill>
                <a:latin typeface="Arial"/>
              </a:endParaRPr>
            </a:p>
          </p:txBody>
        </p:sp>
        <p:sp>
          <p:nvSpPr>
            <p:cNvPr id="38" name="Arc 12"/>
            <p:cNvSpPr>
              <a:spLocks/>
            </p:cNvSpPr>
            <p:nvPr/>
          </p:nvSpPr>
          <p:spPr bwMode="auto">
            <a:xfrm>
              <a:off x="617670" y="2233613"/>
              <a:ext cx="1898650" cy="1447800"/>
            </a:xfrm>
            <a:custGeom>
              <a:avLst/>
              <a:gdLst>
                <a:gd name="T0" fmla="*/ 0 w 19883"/>
                <a:gd name="T1" fmla="*/ 2147483647 h 16303"/>
                <a:gd name="T2" fmla="*/ 2147483647 w 19883"/>
                <a:gd name="T3" fmla="*/ 0 h 16303"/>
                <a:gd name="T4" fmla="*/ 2147483647 w 19883"/>
                <a:gd name="T5" fmla="*/ 2147483647 h 16303"/>
                <a:gd name="T6" fmla="*/ 0 60000 65536"/>
                <a:gd name="T7" fmla="*/ 0 60000 65536"/>
                <a:gd name="T8" fmla="*/ 0 60000 65536"/>
                <a:gd name="T9" fmla="*/ 0 w 19883"/>
                <a:gd name="T10" fmla="*/ 0 h 16303"/>
                <a:gd name="T11" fmla="*/ 19883 w 19883"/>
                <a:gd name="T12" fmla="*/ 16303 h 16303"/>
              </a:gdLst>
              <a:ahLst/>
              <a:cxnLst>
                <a:cxn ang="T6">
                  <a:pos x="T0" y="T1"/>
                </a:cxn>
                <a:cxn ang="T7">
                  <a:pos x="T2" y="T3"/>
                </a:cxn>
                <a:cxn ang="T8">
                  <a:pos x="T4" y="T5"/>
                </a:cxn>
              </a:cxnLst>
              <a:rect l="T9" t="T10" r="T11" b="T12"/>
              <a:pathLst>
                <a:path w="19883" h="16303" fill="none" extrusionOk="0">
                  <a:moveTo>
                    <a:pt x="-1" y="7863"/>
                  </a:moveTo>
                  <a:cubicBezTo>
                    <a:pt x="1282" y="4842"/>
                    <a:pt x="3236" y="2153"/>
                    <a:pt x="5713" y="0"/>
                  </a:cubicBezTo>
                </a:path>
                <a:path w="19883" h="16303" stroke="0" extrusionOk="0">
                  <a:moveTo>
                    <a:pt x="-1" y="7863"/>
                  </a:moveTo>
                  <a:cubicBezTo>
                    <a:pt x="1282" y="4842"/>
                    <a:pt x="3236" y="2153"/>
                    <a:pt x="5713" y="0"/>
                  </a:cubicBezTo>
                  <a:lnTo>
                    <a:pt x="19883" y="16303"/>
                  </a:lnTo>
                  <a:close/>
                </a:path>
              </a:pathLst>
            </a:custGeom>
            <a:noFill/>
            <a:ln w="28575" cap="rnd">
              <a:solidFill>
                <a:schemeClr val="tx2"/>
              </a:solidFill>
              <a:round/>
              <a:headEnd/>
              <a:tailEnd type="triangle" w="med" len="sm"/>
            </a:ln>
          </p:spPr>
          <p:txBody>
            <a:bodyPr wrap="none" anchor="ctr"/>
            <a:lstStyle/>
            <a:p>
              <a:pPr algn="ctr">
                <a:defRPr/>
              </a:pPr>
              <a:endParaRPr lang="en-US" sz="1463" kern="0" dirty="0">
                <a:solidFill>
                  <a:prstClr val="black"/>
                </a:solidFill>
                <a:latin typeface="Arial"/>
              </a:endParaRPr>
            </a:p>
          </p:txBody>
        </p:sp>
      </p:grpSp>
      <p:grpSp>
        <p:nvGrpSpPr>
          <p:cNvPr id="39" name="Group 24"/>
          <p:cNvGrpSpPr>
            <a:grpSpLocks noChangeAspect="1"/>
          </p:cNvGrpSpPr>
          <p:nvPr/>
        </p:nvGrpSpPr>
        <p:grpSpPr bwMode="auto">
          <a:xfrm>
            <a:off x="5911276" y="2195937"/>
            <a:ext cx="2818192" cy="2818193"/>
            <a:chOff x="5360987" y="1774825"/>
            <a:chExt cx="4129088" cy="3811588"/>
          </a:xfrm>
        </p:grpSpPr>
        <p:sp>
          <p:nvSpPr>
            <p:cNvPr id="40" name="Arc 13"/>
            <p:cNvSpPr>
              <a:spLocks/>
            </p:cNvSpPr>
            <p:nvPr/>
          </p:nvSpPr>
          <p:spPr bwMode="auto">
            <a:xfrm>
              <a:off x="6361874" y="1774825"/>
              <a:ext cx="1064517" cy="1905000"/>
            </a:xfrm>
            <a:custGeom>
              <a:avLst/>
              <a:gdLst>
                <a:gd name="T0" fmla="*/ 0 w 11129"/>
                <a:gd name="T1" fmla="*/ 2147483647 h 21481"/>
                <a:gd name="T2" fmla="*/ 2147483647 w 11129"/>
                <a:gd name="T3" fmla="*/ 0 h 21481"/>
                <a:gd name="T4" fmla="*/ 2147483647 w 11129"/>
                <a:gd name="T5" fmla="*/ 2147483647 h 21481"/>
                <a:gd name="T6" fmla="*/ 0 60000 65536"/>
                <a:gd name="T7" fmla="*/ 0 60000 65536"/>
                <a:gd name="T8" fmla="*/ 0 60000 65536"/>
                <a:gd name="T9" fmla="*/ 0 w 11129"/>
                <a:gd name="T10" fmla="*/ 0 h 21481"/>
                <a:gd name="T11" fmla="*/ 11129 w 11129"/>
                <a:gd name="T12" fmla="*/ 21481 h 21481"/>
              </a:gdLst>
              <a:ahLst/>
              <a:cxnLst>
                <a:cxn ang="T6">
                  <a:pos x="T0" y="T1"/>
                </a:cxn>
                <a:cxn ang="T7">
                  <a:pos x="T2" y="T3"/>
                </a:cxn>
                <a:cxn ang="T8">
                  <a:pos x="T4" y="T5"/>
                </a:cxn>
              </a:cxnLst>
              <a:rect l="T9" t="T10" r="T11" b="T12"/>
              <a:pathLst>
                <a:path w="11129" h="21481" fill="none" extrusionOk="0">
                  <a:moveTo>
                    <a:pt x="-1" y="2968"/>
                  </a:moveTo>
                  <a:cubicBezTo>
                    <a:pt x="2703" y="1343"/>
                    <a:pt x="5729" y="330"/>
                    <a:pt x="8865" y="-1"/>
                  </a:cubicBezTo>
                </a:path>
                <a:path w="11129" h="21481" stroke="0" extrusionOk="0">
                  <a:moveTo>
                    <a:pt x="-1" y="2968"/>
                  </a:moveTo>
                  <a:cubicBezTo>
                    <a:pt x="2703" y="1343"/>
                    <a:pt x="5729" y="330"/>
                    <a:pt x="8865" y="-1"/>
                  </a:cubicBezTo>
                  <a:lnTo>
                    <a:pt x="11129" y="21481"/>
                  </a:lnTo>
                  <a:close/>
                </a:path>
              </a:pathLst>
            </a:custGeom>
            <a:noFill/>
            <a:ln w="9525" cap="rnd">
              <a:solidFill>
                <a:schemeClr val="tx2"/>
              </a:solidFill>
              <a:round/>
              <a:headEnd/>
              <a:tailEnd type="triangle" w="med" len="med"/>
            </a:ln>
          </p:spPr>
          <p:txBody>
            <a:bodyPr wrap="none" anchor="ctr"/>
            <a:lstStyle/>
            <a:p>
              <a:pPr algn="ctr">
                <a:defRPr/>
              </a:pPr>
              <a:endParaRPr lang="en-US" sz="1463" kern="0" dirty="0">
                <a:solidFill>
                  <a:prstClr val="black"/>
                </a:solidFill>
                <a:latin typeface="Arial"/>
              </a:endParaRPr>
            </a:p>
          </p:txBody>
        </p:sp>
        <p:sp>
          <p:nvSpPr>
            <p:cNvPr id="41" name="Arc 14"/>
            <p:cNvSpPr>
              <a:spLocks/>
            </p:cNvSpPr>
            <p:nvPr/>
          </p:nvSpPr>
          <p:spPr bwMode="auto">
            <a:xfrm>
              <a:off x="7422951" y="1774825"/>
              <a:ext cx="1066237" cy="1905000"/>
            </a:xfrm>
            <a:custGeom>
              <a:avLst/>
              <a:gdLst>
                <a:gd name="T0" fmla="*/ 2147483647 w 11116"/>
                <a:gd name="T1" fmla="*/ 0 h 21483"/>
                <a:gd name="T2" fmla="*/ 2147483647 w 11116"/>
                <a:gd name="T3" fmla="*/ 2147483647 h 21483"/>
                <a:gd name="T4" fmla="*/ 0 w 11116"/>
                <a:gd name="T5" fmla="*/ 2147483647 h 21483"/>
                <a:gd name="T6" fmla="*/ 0 60000 65536"/>
                <a:gd name="T7" fmla="*/ 0 60000 65536"/>
                <a:gd name="T8" fmla="*/ 0 60000 65536"/>
                <a:gd name="T9" fmla="*/ 0 w 11116"/>
                <a:gd name="T10" fmla="*/ 0 h 21483"/>
                <a:gd name="T11" fmla="*/ 11116 w 11116"/>
                <a:gd name="T12" fmla="*/ 21483 h 21483"/>
              </a:gdLst>
              <a:ahLst/>
              <a:cxnLst>
                <a:cxn ang="T6">
                  <a:pos x="T0" y="T1"/>
                </a:cxn>
                <a:cxn ang="T7">
                  <a:pos x="T2" y="T3"/>
                </a:cxn>
                <a:cxn ang="T8">
                  <a:pos x="T4" y="T5"/>
                </a:cxn>
              </a:cxnLst>
              <a:rect l="T9" t="T10" r="T11" b="T12"/>
              <a:pathLst>
                <a:path w="11116" h="21483" fill="none" extrusionOk="0">
                  <a:moveTo>
                    <a:pt x="2245" y="-1"/>
                  </a:moveTo>
                  <a:cubicBezTo>
                    <a:pt x="5382" y="327"/>
                    <a:pt x="8410" y="1339"/>
                    <a:pt x="11116" y="2962"/>
                  </a:cubicBezTo>
                </a:path>
                <a:path w="11116" h="21483" stroke="0" extrusionOk="0">
                  <a:moveTo>
                    <a:pt x="2245" y="-1"/>
                  </a:moveTo>
                  <a:cubicBezTo>
                    <a:pt x="5382" y="327"/>
                    <a:pt x="8410" y="1339"/>
                    <a:pt x="11116" y="2962"/>
                  </a:cubicBezTo>
                  <a:lnTo>
                    <a:pt x="0" y="21483"/>
                  </a:lnTo>
                  <a:close/>
                </a:path>
              </a:pathLst>
            </a:custGeom>
            <a:noFill/>
            <a:ln w="9525" cap="rnd">
              <a:solidFill>
                <a:schemeClr val="tx2"/>
              </a:solidFill>
              <a:round/>
              <a:headEnd/>
              <a:tailEnd type="triangle" w="med" len="med"/>
            </a:ln>
          </p:spPr>
          <p:txBody>
            <a:bodyPr wrap="none" anchor="ctr"/>
            <a:lstStyle/>
            <a:p>
              <a:pPr algn="ctr">
                <a:defRPr/>
              </a:pPr>
              <a:endParaRPr lang="en-US" sz="1463" kern="0" dirty="0">
                <a:solidFill>
                  <a:prstClr val="black"/>
                </a:solidFill>
                <a:latin typeface="Arial"/>
              </a:endParaRPr>
            </a:p>
          </p:txBody>
        </p:sp>
        <p:sp>
          <p:nvSpPr>
            <p:cNvPr id="42" name="Arc 15"/>
            <p:cNvSpPr>
              <a:spLocks/>
            </p:cNvSpPr>
            <p:nvPr/>
          </p:nvSpPr>
          <p:spPr bwMode="auto">
            <a:xfrm>
              <a:off x="7422951" y="2233613"/>
              <a:ext cx="1902029" cy="1446212"/>
            </a:xfrm>
            <a:custGeom>
              <a:avLst/>
              <a:gdLst>
                <a:gd name="T0" fmla="*/ 2147483647 w 19880"/>
                <a:gd name="T1" fmla="*/ 0 h 16312"/>
                <a:gd name="T2" fmla="*/ 2147483647 w 19880"/>
                <a:gd name="T3" fmla="*/ 2147483647 h 16312"/>
                <a:gd name="T4" fmla="*/ 0 w 19880"/>
                <a:gd name="T5" fmla="*/ 2147483647 h 16312"/>
                <a:gd name="T6" fmla="*/ 0 60000 65536"/>
                <a:gd name="T7" fmla="*/ 0 60000 65536"/>
                <a:gd name="T8" fmla="*/ 0 60000 65536"/>
                <a:gd name="T9" fmla="*/ 0 w 19880"/>
                <a:gd name="T10" fmla="*/ 0 h 16312"/>
                <a:gd name="T11" fmla="*/ 19880 w 19880"/>
                <a:gd name="T12" fmla="*/ 16312 h 16312"/>
              </a:gdLst>
              <a:ahLst/>
              <a:cxnLst>
                <a:cxn ang="T6">
                  <a:pos x="T0" y="T1"/>
                </a:cxn>
                <a:cxn ang="T7">
                  <a:pos x="T2" y="T3"/>
                </a:cxn>
                <a:cxn ang="T8">
                  <a:pos x="T4" y="T5"/>
                </a:cxn>
              </a:cxnLst>
              <a:rect l="T9" t="T10" r="T11" b="T12"/>
              <a:pathLst>
                <a:path w="19880" h="16312" fill="none" extrusionOk="0">
                  <a:moveTo>
                    <a:pt x="14159" y="-1"/>
                  </a:moveTo>
                  <a:cubicBezTo>
                    <a:pt x="16639" y="2152"/>
                    <a:pt x="18595" y="4843"/>
                    <a:pt x="19880" y="7865"/>
                  </a:cubicBezTo>
                </a:path>
                <a:path w="19880" h="16312" stroke="0" extrusionOk="0">
                  <a:moveTo>
                    <a:pt x="14159" y="-1"/>
                  </a:moveTo>
                  <a:cubicBezTo>
                    <a:pt x="16639" y="2152"/>
                    <a:pt x="18595" y="4843"/>
                    <a:pt x="19880" y="7865"/>
                  </a:cubicBezTo>
                  <a:lnTo>
                    <a:pt x="0" y="16312"/>
                  </a:lnTo>
                  <a:close/>
                </a:path>
              </a:pathLst>
            </a:custGeom>
            <a:noFill/>
            <a:ln w="9525" cap="rnd">
              <a:solidFill>
                <a:schemeClr val="tx2"/>
              </a:solidFill>
              <a:round/>
              <a:headEnd/>
              <a:tailEnd type="triangle" w="med" len="med"/>
            </a:ln>
          </p:spPr>
          <p:txBody>
            <a:bodyPr wrap="none" anchor="ctr"/>
            <a:lstStyle/>
            <a:p>
              <a:pPr algn="ctr">
                <a:defRPr/>
              </a:pPr>
              <a:endParaRPr lang="en-US" sz="1463" kern="0" dirty="0">
                <a:solidFill>
                  <a:prstClr val="black"/>
                </a:solidFill>
                <a:latin typeface="Arial"/>
              </a:endParaRPr>
            </a:p>
          </p:txBody>
        </p:sp>
        <p:sp>
          <p:nvSpPr>
            <p:cNvPr id="43" name="Arc 16"/>
            <p:cNvSpPr>
              <a:spLocks/>
            </p:cNvSpPr>
            <p:nvPr/>
          </p:nvSpPr>
          <p:spPr bwMode="auto">
            <a:xfrm>
              <a:off x="7422951" y="3248025"/>
              <a:ext cx="2067124" cy="830263"/>
            </a:xfrm>
            <a:custGeom>
              <a:avLst/>
              <a:gdLst>
                <a:gd name="T0" fmla="*/ 2147483647 w 21600"/>
                <a:gd name="T1" fmla="*/ 0 h 9355"/>
                <a:gd name="T2" fmla="*/ 2147483647 w 21600"/>
                <a:gd name="T3" fmla="*/ 2147483647 h 9355"/>
                <a:gd name="T4" fmla="*/ 0 w 21600"/>
                <a:gd name="T5" fmla="*/ 2147483647 h 9355"/>
                <a:gd name="T6" fmla="*/ 0 60000 65536"/>
                <a:gd name="T7" fmla="*/ 0 60000 65536"/>
                <a:gd name="T8" fmla="*/ 0 60000 65536"/>
                <a:gd name="T9" fmla="*/ 0 w 21600"/>
                <a:gd name="T10" fmla="*/ 0 h 9355"/>
                <a:gd name="T11" fmla="*/ 21600 w 21600"/>
                <a:gd name="T12" fmla="*/ 9355 h 9355"/>
              </a:gdLst>
              <a:ahLst/>
              <a:cxnLst>
                <a:cxn ang="T6">
                  <a:pos x="T0" y="T1"/>
                </a:cxn>
                <a:cxn ang="T7">
                  <a:pos x="T2" y="T3"/>
                </a:cxn>
                <a:cxn ang="T8">
                  <a:pos x="T4" y="T5"/>
                </a:cxn>
              </a:cxnLst>
              <a:rect l="T9" t="T10" r="T11" b="T12"/>
              <a:pathLst>
                <a:path w="21600" h="9355" fill="none" extrusionOk="0">
                  <a:moveTo>
                    <a:pt x="21045" y="0"/>
                  </a:moveTo>
                  <a:cubicBezTo>
                    <a:pt x="21414" y="1594"/>
                    <a:pt x="21600" y="3225"/>
                    <a:pt x="21600" y="4862"/>
                  </a:cubicBezTo>
                  <a:cubicBezTo>
                    <a:pt x="21600" y="6372"/>
                    <a:pt x="21441" y="7877"/>
                    <a:pt x="21127" y="9354"/>
                  </a:cubicBezTo>
                </a:path>
                <a:path w="21600" h="9355" stroke="0" extrusionOk="0">
                  <a:moveTo>
                    <a:pt x="21045" y="0"/>
                  </a:moveTo>
                  <a:cubicBezTo>
                    <a:pt x="21414" y="1594"/>
                    <a:pt x="21600" y="3225"/>
                    <a:pt x="21600" y="4862"/>
                  </a:cubicBezTo>
                  <a:cubicBezTo>
                    <a:pt x="21600" y="6372"/>
                    <a:pt x="21441" y="7877"/>
                    <a:pt x="21127" y="9354"/>
                  </a:cubicBezTo>
                  <a:lnTo>
                    <a:pt x="0" y="4862"/>
                  </a:lnTo>
                  <a:close/>
                </a:path>
              </a:pathLst>
            </a:custGeom>
            <a:noFill/>
            <a:ln w="9525" cap="rnd">
              <a:solidFill>
                <a:schemeClr val="tx2"/>
              </a:solidFill>
              <a:round/>
              <a:headEnd/>
              <a:tailEnd type="triangle" w="med" len="med"/>
            </a:ln>
          </p:spPr>
          <p:txBody>
            <a:bodyPr wrap="none" anchor="ctr"/>
            <a:lstStyle/>
            <a:p>
              <a:pPr algn="ctr">
                <a:defRPr/>
              </a:pPr>
              <a:endParaRPr lang="en-US" sz="1463" kern="0" dirty="0">
                <a:solidFill>
                  <a:prstClr val="black"/>
                </a:solidFill>
                <a:latin typeface="Arial"/>
              </a:endParaRPr>
            </a:p>
          </p:txBody>
        </p:sp>
        <p:sp>
          <p:nvSpPr>
            <p:cNvPr id="44" name="Arc 17"/>
            <p:cNvSpPr>
              <a:spLocks/>
            </p:cNvSpPr>
            <p:nvPr/>
          </p:nvSpPr>
          <p:spPr bwMode="auto">
            <a:xfrm>
              <a:off x="7422951" y="3678238"/>
              <a:ext cx="1902029" cy="1422400"/>
            </a:xfrm>
            <a:custGeom>
              <a:avLst/>
              <a:gdLst>
                <a:gd name="T0" fmla="*/ 2147483647 w 19887"/>
                <a:gd name="T1" fmla="*/ 2147483647 h 16060"/>
                <a:gd name="T2" fmla="*/ 2147483647 w 19887"/>
                <a:gd name="T3" fmla="*/ 2147483647 h 16060"/>
                <a:gd name="T4" fmla="*/ 0 w 19887"/>
                <a:gd name="T5" fmla="*/ 0 h 16060"/>
                <a:gd name="T6" fmla="*/ 0 60000 65536"/>
                <a:gd name="T7" fmla="*/ 0 60000 65536"/>
                <a:gd name="T8" fmla="*/ 0 60000 65536"/>
                <a:gd name="T9" fmla="*/ 0 w 19887"/>
                <a:gd name="T10" fmla="*/ 0 h 16060"/>
                <a:gd name="T11" fmla="*/ 19887 w 19887"/>
                <a:gd name="T12" fmla="*/ 16060 h 16060"/>
              </a:gdLst>
              <a:ahLst/>
              <a:cxnLst>
                <a:cxn ang="T6">
                  <a:pos x="T0" y="T1"/>
                </a:cxn>
                <a:cxn ang="T7">
                  <a:pos x="T2" y="T3"/>
                </a:cxn>
                <a:cxn ang="T8">
                  <a:pos x="T4" y="T5"/>
                </a:cxn>
              </a:cxnLst>
              <a:rect l="T9" t="T10" r="T11" b="T12"/>
              <a:pathLst>
                <a:path w="19887" h="16060" fill="none" extrusionOk="0">
                  <a:moveTo>
                    <a:pt x="19887" y="8430"/>
                  </a:moveTo>
                  <a:cubicBezTo>
                    <a:pt x="18653" y="11340"/>
                    <a:pt x="16795" y="13945"/>
                    <a:pt x="14444" y="16059"/>
                  </a:cubicBezTo>
                </a:path>
                <a:path w="19887" h="16060" stroke="0" extrusionOk="0">
                  <a:moveTo>
                    <a:pt x="19887" y="8430"/>
                  </a:moveTo>
                  <a:cubicBezTo>
                    <a:pt x="18653" y="11340"/>
                    <a:pt x="16795" y="13945"/>
                    <a:pt x="14444" y="16059"/>
                  </a:cubicBezTo>
                  <a:lnTo>
                    <a:pt x="0" y="0"/>
                  </a:lnTo>
                  <a:close/>
                </a:path>
              </a:pathLst>
            </a:custGeom>
            <a:noFill/>
            <a:ln w="9525" cap="rnd">
              <a:solidFill>
                <a:schemeClr val="tx2"/>
              </a:solidFill>
              <a:round/>
              <a:headEnd/>
              <a:tailEnd type="triangle" w="med" len="med"/>
            </a:ln>
          </p:spPr>
          <p:txBody>
            <a:bodyPr wrap="none" anchor="ctr"/>
            <a:lstStyle/>
            <a:p>
              <a:pPr algn="ctr">
                <a:defRPr/>
              </a:pPr>
              <a:endParaRPr lang="en-US" sz="1463" kern="0" dirty="0">
                <a:solidFill>
                  <a:prstClr val="black"/>
                </a:solidFill>
                <a:latin typeface="Arial"/>
              </a:endParaRPr>
            </a:p>
          </p:txBody>
        </p:sp>
        <p:sp>
          <p:nvSpPr>
            <p:cNvPr id="45" name="Arc 18"/>
            <p:cNvSpPr>
              <a:spLocks/>
            </p:cNvSpPr>
            <p:nvPr/>
          </p:nvSpPr>
          <p:spPr bwMode="auto">
            <a:xfrm>
              <a:off x="7422951" y="3678238"/>
              <a:ext cx="1066237" cy="1908175"/>
            </a:xfrm>
            <a:custGeom>
              <a:avLst/>
              <a:gdLst>
                <a:gd name="T0" fmla="*/ 2147483647 w 11124"/>
                <a:gd name="T1" fmla="*/ 2147483647 h 21518"/>
                <a:gd name="T2" fmla="*/ 2147483647 w 11124"/>
                <a:gd name="T3" fmla="*/ 2147483647 h 21518"/>
                <a:gd name="T4" fmla="*/ 0 w 11124"/>
                <a:gd name="T5" fmla="*/ 0 h 21518"/>
                <a:gd name="T6" fmla="*/ 0 60000 65536"/>
                <a:gd name="T7" fmla="*/ 0 60000 65536"/>
                <a:gd name="T8" fmla="*/ 0 60000 65536"/>
                <a:gd name="T9" fmla="*/ 0 w 11124"/>
                <a:gd name="T10" fmla="*/ 0 h 21518"/>
                <a:gd name="T11" fmla="*/ 11124 w 11124"/>
                <a:gd name="T12" fmla="*/ 21518 h 21518"/>
              </a:gdLst>
              <a:ahLst/>
              <a:cxnLst>
                <a:cxn ang="T6">
                  <a:pos x="T0" y="T1"/>
                </a:cxn>
                <a:cxn ang="T7">
                  <a:pos x="T2" y="T3"/>
                </a:cxn>
                <a:cxn ang="T8">
                  <a:pos x="T4" y="T5"/>
                </a:cxn>
              </a:cxnLst>
              <a:rect l="T9" t="T10" r="T11" b="T12"/>
              <a:pathLst>
                <a:path w="11124" h="21518" fill="none" extrusionOk="0">
                  <a:moveTo>
                    <a:pt x="11124" y="18515"/>
                  </a:moveTo>
                  <a:cubicBezTo>
                    <a:pt x="8309" y="20206"/>
                    <a:pt x="5146" y="21233"/>
                    <a:pt x="1875" y="21518"/>
                  </a:cubicBezTo>
                </a:path>
                <a:path w="11124" h="21518" stroke="0" extrusionOk="0">
                  <a:moveTo>
                    <a:pt x="11124" y="18515"/>
                  </a:moveTo>
                  <a:cubicBezTo>
                    <a:pt x="8309" y="20206"/>
                    <a:pt x="5146" y="21233"/>
                    <a:pt x="1875" y="21518"/>
                  </a:cubicBezTo>
                  <a:lnTo>
                    <a:pt x="0" y="0"/>
                  </a:lnTo>
                  <a:close/>
                </a:path>
              </a:pathLst>
            </a:custGeom>
            <a:noFill/>
            <a:ln w="9525" cap="rnd">
              <a:solidFill>
                <a:schemeClr val="tx2"/>
              </a:solidFill>
              <a:round/>
              <a:headEnd/>
              <a:tailEnd type="triangle" w="med" len="med"/>
            </a:ln>
          </p:spPr>
          <p:txBody>
            <a:bodyPr wrap="none" anchor="ctr"/>
            <a:lstStyle/>
            <a:p>
              <a:pPr algn="ctr">
                <a:defRPr/>
              </a:pPr>
              <a:endParaRPr lang="en-US" sz="1463" kern="0" dirty="0">
                <a:solidFill>
                  <a:prstClr val="black"/>
                </a:solidFill>
                <a:latin typeface="Arial"/>
              </a:endParaRPr>
            </a:p>
          </p:txBody>
        </p:sp>
        <p:sp>
          <p:nvSpPr>
            <p:cNvPr id="46" name="Arc 19"/>
            <p:cNvSpPr>
              <a:spLocks/>
            </p:cNvSpPr>
            <p:nvPr/>
          </p:nvSpPr>
          <p:spPr bwMode="auto">
            <a:xfrm>
              <a:off x="6361874" y="3678238"/>
              <a:ext cx="1064517" cy="1905000"/>
            </a:xfrm>
            <a:custGeom>
              <a:avLst/>
              <a:gdLst>
                <a:gd name="T0" fmla="*/ 2147483647 w 11138"/>
                <a:gd name="T1" fmla="*/ 2147483647 h 21481"/>
                <a:gd name="T2" fmla="*/ 0 w 11138"/>
                <a:gd name="T3" fmla="*/ 2147483647 h 21481"/>
                <a:gd name="T4" fmla="*/ 2147483647 w 11138"/>
                <a:gd name="T5" fmla="*/ 0 h 21481"/>
                <a:gd name="T6" fmla="*/ 0 60000 65536"/>
                <a:gd name="T7" fmla="*/ 0 60000 65536"/>
                <a:gd name="T8" fmla="*/ 0 60000 65536"/>
                <a:gd name="T9" fmla="*/ 0 w 11138"/>
                <a:gd name="T10" fmla="*/ 0 h 21481"/>
                <a:gd name="T11" fmla="*/ 11138 w 11138"/>
                <a:gd name="T12" fmla="*/ 21481 h 21481"/>
              </a:gdLst>
              <a:ahLst/>
              <a:cxnLst>
                <a:cxn ang="T6">
                  <a:pos x="T0" y="T1"/>
                </a:cxn>
                <a:cxn ang="T7">
                  <a:pos x="T2" y="T3"/>
                </a:cxn>
                <a:cxn ang="T8">
                  <a:pos x="T4" y="T5"/>
                </a:cxn>
              </a:cxnLst>
              <a:rect l="T9" t="T10" r="T11" b="T12"/>
              <a:pathLst>
                <a:path w="11138" h="21481" fill="none" extrusionOk="0">
                  <a:moveTo>
                    <a:pt x="8873" y="21480"/>
                  </a:moveTo>
                  <a:cubicBezTo>
                    <a:pt x="5733" y="21149"/>
                    <a:pt x="2704" y="20134"/>
                    <a:pt x="0" y="18506"/>
                  </a:cubicBezTo>
                </a:path>
                <a:path w="11138" h="21481" stroke="0" extrusionOk="0">
                  <a:moveTo>
                    <a:pt x="8873" y="21480"/>
                  </a:moveTo>
                  <a:cubicBezTo>
                    <a:pt x="5733" y="21149"/>
                    <a:pt x="2704" y="20134"/>
                    <a:pt x="0" y="18506"/>
                  </a:cubicBezTo>
                  <a:lnTo>
                    <a:pt x="11138" y="0"/>
                  </a:lnTo>
                  <a:close/>
                </a:path>
              </a:pathLst>
            </a:custGeom>
            <a:noFill/>
            <a:ln w="9525" cap="rnd">
              <a:solidFill>
                <a:schemeClr val="tx2"/>
              </a:solidFill>
              <a:round/>
              <a:headEnd/>
              <a:tailEnd type="triangle" w="med" len="med"/>
            </a:ln>
          </p:spPr>
          <p:txBody>
            <a:bodyPr wrap="none" anchor="ctr"/>
            <a:lstStyle/>
            <a:p>
              <a:pPr algn="ctr">
                <a:defRPr/>
              </a:pPr>
              <a:endParaRPr lang="en-US" sz="1463" kern="0" dirty="0">
                <a:solidFill>
                  <a:prstClr val="black"/>
                </a:solidFill>
                <a:latin typeface="Arial"/>
              </a:endParaRPr>
            </a:p>
          </p:txBody>
        </p:sp>
        <p:sp>
          <p:nvSpPr>
            <p:cNvPr id="47" name="Arc 20"/>
            <p:cNvSpPr>
              <a:spLocks/>
            </p:cNvSpPr>
            <p:nvPr/>
          </p:nvSpPr>
          <p:spPr bwMode="auto">
            <a:xfrm>
              <a:off x="5524361" y="3678238"/>
              <a:ext cx="1902029" cy="1444625"/>
            </a:xfrm>
            <a:custGeom>
              <a:avLst/>
              <a:gdLst>
                <a:gd name="T0" fmla="*/ 2147483647 w 19890"/>
                <a:gd name="T1" fmla="*/ 2147483647 h 16295"/>
                <a:gd name="T2" fmla="*/ 0 w 19890"/>
                <a:gd name="T3" fmla="*/ 2147483647 h 16295"/>
                <a:gd name="T4" fmla="*/ 2147483647 w 19890"/>
                <a:gd name="T5" fmla="*/ 0 h 16295"/>
                <a:gd name="T6" fmla="*/ 0 60000 65536"/>
                <a:gd name="T7" fmla="*/ 0 60000 65536"/>
                <a:gd name="T8" fmla="*/ 0 60000 65536"/>
                <a:gd name="T9" fmla="*/ 0 w 19890"/>
                <a:gd name="T10" fmla="*/ 0 h 16295"/>
                <a:gd name="T11" fmla="*/ 19890 w 19890"/>
                <a:gd name="T12" fmla="*/ 16295 h 16295"/>
              </a:gdLst>
              <a:ahLst/>
              <a:cxnLst>
                <a:cxn ang="T6">
                  <a:pos x="T0" y="T1"/>
                </a:cxn>
                <a:cxn ang="T7">
                  <a:pos x="T2" y="T3"/>
                </a:cxn>
                <a:cxn ang="T8">
                  <a:pos x="T4" y="T5"/>
                </a:cxn>
              </a:cxnLst>
              <a:rect l="T9" t="T10" r="T11" b="T12"/>
              <a:pathLst>
                <a:path w="19890" h="16295" fill="none" extrusionOk="0">
                  <a:moveTo>
                    <a:pt x="5711" y="16294"/>
                  </a:moveTo>
                  <a:cubicBezTo>
                    <a:pt x="3233" y="14139"/>
                    <a:pt x="1280" y="11446"/>
                    <a:pt x="-1" y="8423"/>
                  </a:cubicBezTo>
                </a:path>
                <a:path w="19890" h="16295" stroke="0" extrusionOk="0">
                  <a:moveTo>
                    <a:pt x="5711" y="16294"/>
                  </a:moveTo>
                  <a:cubicBezTo>
                    <a:pt x="3233" y="14139"/>
                    <a:pt x="1280" y="11446"/>
                    <a:pt x="-1" y="8423"/>
                  </a:cubicBezTo>
                  <a:lnTo>
                    <a:pt x="19890" y="0"/>
                  </a:lnTo>
                  <a:close/>
                </a:path>
              </a:pathLst>
            </a:custGeom>
            <a:noFill/>
            <a:ln w="9525" cap="rnd">
              <a:solidFill>
                <a:schemeClr val="tx2"/>
              </a:solidFill>
              <a:round/>
              <a:headEnd/>
              <a:tailEnd type="triangle" w="med" len="med"/>
            </a:ln>
          </p:spPr>
          <p:txBody>
            <a:bodyPr wrap="none" anchor="ctr"/>
            <a:lstStyle/>
            <a:p>
              <a:pPr algn="ctr">
                <a:defRPr/>
              </a:pPr>
              <a:endParaRPr lang="en-US" sz="1463" kern="0" dirty="0">
                <a:solidFill>
                  <a:prstClr val="black"/>
                </a:solidFill>
                <a:latin typeface="Arial"/>
              </a:endParaRPr>
            </a:p>
          </p:txBody>
        </p:sp>
        <p:sp>
          <p:nvSpPr>
            <p:cNvPr id="48" name="Arc 21"/>
            <p:cNvSpPr>
              <a:spLocks/>
            </p:cNvSpPr>
            <p:nvPr/>
          </p:nvSpPr>
          <p:spPr bwMode="auto">
            <a:xfrm>
              <a:off x="5360987" y="3248025"/>
              <a:ext cx="2065404" cy="830263"/>
            </a:xfrm>
            <a:custGeom>
              <a:avLst/>
              <a:gdLst>
                <a:gd name="T0" fmla="*/ 2147483647 w 21600"/>
                <a:gd name="T1" fmla="*/ 2147483647 h 9347"/>
                <a:gd name="T2" fmla="*/ 2147483647 w 21600"/>
                <a:gd name="T3" fmla="*/ 0 h 9347"/>
                <a:gd name="T4" fmla="*/ 2147483647 w 21600"/>
                <a:gd name="T5" fmla="*/ 2147483647 h 9347"/>
                <a:gd name="T6" fmla="*/ 0 60000 65536"/>
                <a:gd name="T7" fmla="*/ 0 60000 65536"/>
                <a:gd name="T8" fmla="*/ 0 60000 65536"/>
                <a:gd name="T9" fmla="*/ 0 w 21600"/>
                <a:gd name="T10" fmla="*/ 0 h 9347"/>
                <a:gd name="T11" fmla="*/ 21600 w 21600"/>
                <a:gd name="T12" fmla="*/ 9347 h 9347"/>
              </a:gdLst>
              <a:ahLst/>
              <a:cxnLst>
                <a:cxn ang="T6">
                  <a:pos x="T0" y="T1"/>
                </a:cxn>
                <a:cxn ang="T7">
                  <a:pos x="T2" y="T3"/>
                </a:cxn>
                <a:cxn ang="T8">
                  <a:pos x="T4" y="T5"/>
                </a:cxn>
              </a:cxnLst>
              <a:rect l="T9" t="T10" r="T11" b="T12"/>
              <a:pathLst>
                <a:path w="21600" h="9347" fill="none" extrusionOk="0">
                  <a:moveTo>
                    <a:pt x="471" y="9347"/>
                  </a:moveTo>
                  <a:cubicBezTo>
                    <a:pt x="158" y="7871"/>
                    <a:pt x="0" y="6366"/>
                    <a:pt x="0" y="4858"/>
                  </a:cubicBezTo>
                  <a:cubicBezTo>
                    <a:pt x="-1" y="3222"/>
                    <a:pt x="185" y="1593"/>
                    <a:pt x="553" y="0"/>
                  </a:cubicBezTo>
                </a:path>
                <a:path w="21600" h="9347" stroke="0" extrusionOk="0">
                  <a:moveTo>
                    <a:pt x="471" y="9347"/>
                  </a:moveTo>
                  <a:cubicBezTo>
                    <a:pt x="158" y="7871"/>
                    <a:pt x="0" y="6366"/>
                    <a:pt x="0" y="4858"/>
                  </a:cubicBezTo>
                  <a:cubicBezTo>
                    <a:pt x="-1" y="3222"/>
                    <a:pt x="185" y="1593"/>
                    <a:pt x="553" y="0"/>
                  </a:cubicBezTo>
                  <a:lnTo>
                    <a:pt x="21600" y="4858"/>
                  </a:lnTo>
                  <a:close/>
                </a:path>
              </a:pathLst>
            </a:custGeom>
            <a:noFill/>
            <a:ln w="9525" cap="rnd">
              <a:solidFill>
                <a:schemeClr val="tx2"/>
              </a:solidFill>
              <a:round/>
              <a:headEnd/>
              <a:tailEnd type="triangle" w="med" len="med"/>
            </a:ln>
          </p:spPr>
          <p:txBody>
            <a:bodyPr wrap="none" anchor="ctr"/>
            <a:lstStyle/>
            <a:p>
              <a:pPr algn="ctr">
                <a:defRPr/>
              </a:pPr>
              <a:endParaRPr lang="en-US" sz="1463" kern="0" dirty="0">
                <a:solidFill>
                  <a:prstClr val="black"/>
                </a:solidFill>
                <a:latin typeface="Arial"/>
              </a:endParaRPr>
            </a:p>
          </p:txBody>
        </p:sp>
        <p:sp>
          <p:nvSpPr>
            <p:cNvPr id="49" name="Arc 22"/>
            <p:cNvSpPr>
              <a:spLocks/>
            </p:cNvSpPr>
            <p:nvPr/>
          </p:nvSpPr>
          <p:spPr bwMode="auto">
            <a:xfrm>
              <a:off x="5526082" y="2233613"/>
              <a:ext cx="1900309" cy="1446212"/>
            </a:xfrm>
            <a:custGeom>
              <a:avLst/>
              <a:gdLst>
                <a:gd name="T0" fmla="*/ 0 w 19883"/>
                <a:gd name="T1" fmla="*/ 2147483647 h 16303"/>
                <a:gd name="T2" fmla="*/ 2147483647 w 19883"/>
                <a:gd name="T3" fmla="*/ 0 h 16303"/>
                <a:gd name="T4" fmla="*/ 2147483647 w 19883"/>
                <a:gd name="T5" fmla="*/ 2147483647 h 16303"/>
                <a:gd name="T6" fmla="*/ 0 60000 65536"/>
                <a:gd name="T7" fmla="*/ 0 60000 65536"/>
                <a:gd name="T8" fmla="*/ 0 60000 65536"/>
                <a:gd name="T9" fmla="*/ 0 w 19883"/>
                <a:gd name="T10" fmla="*/ 0 h 16303"/>
                <a:gd name="T11" fmla="*/ 19883 w 19883"/>
                <a:gd name="T12" fmla="*/ 16303 h 16303"/>
              </a:gdLst>
              <a:ahLst/>
              <a:cxnLst>
                <a:cxn ang="T6">
                  <a:pos x="T0" y="T1"/>
                </a:cxn>
                <a:cxn ang="T7">
                  <a:pos x="T2" y="T3"/>
                </a:cxn>
                <a:cxn ang="T8">
                  <a:pos x="T4" y="T5"/>
                </a:cxn>
              </a:cxnLst>
              <a:rect l="T9" t="T10" r="T11" b="T12"/>
              <a:pathLst>
                <a:path w="19883" h="16303" fill="none" extrusionOk="0">
                  <a:moveTo>
                    <a:pt x="-1" y="7863"/>
                  </a:moveTo>
                  <a:cubicBezTo>
                    <a:pt x="1282" y="4842"/>
                    <a:pt x="3236" y="2153"/>
                    <a:pt x="5713" y="0"/>
                  </a:cubicBezTo>
                </a:path>
                <a:path w="19883" h="16303" stroke="0" extrusionOk="0">
                  <a:moveTo>
                    <a:pt x="-1" y="7863"/>
                  </a:moveTo>
                  <a:cubicBezTo>
                    <a:pt x="1282" y="4842"/>
                    <a:pt x="3236" y="2153"/>
                    <a:pt x="5713" y="0"/>
                  </a:cubicBezTo>
                  <a:lnTo>
                    <a:pt x="19883" y="16303"/>
                  </a:lnTo>
                  <a:close/>
                </a:path>
              </a:pathLst>
            </a:custGeom>
            <a:noFill/>
            <a:ln w="9525" cap="rnd">
              <a:solidFill>
                <a:schemeClr val="tx2"/>
              </a:solidFill>
              <a:round/>
              <a:headEnd/>
              <a:tailEnd type="triangle" w="med" len="med"/>
            </a:ln>
          </p:spPr>
          <p:txBody>
            <a:bodyPr wrap="none" anchor="ctr"/>
            <a:lstStyle/>
            <a:p>
              <a:pPr algn="ctr">
                <a:defRPr/>
              </a:pPr>
              <a:endParaRPr lang="en-US" sz="1463" kern="0" dirty="0">
                <a:solidFill>
                  <a:prstClr val="black"/>
                </a:solidFill>
                <a:latin typeface="Arial"/>
              </a:endParaRPr>
            </a:p>
          </p:txBody>
        </p:sp>
      </p:grpSp>
    </p:spTree>
    <p:extLst>
      <p:ext uri="{BB962C8B-B14F-4D97-AF65-F5344CB8AC3E}">
        <p14:creationId xmlns:p14="http://schemas.microsoft.com/office/powerpoint/2010/main" val="4262419536"/>
      </p:ext>
    </p:extLst>
  </p:cSld>
  <p:clrMapOvr>
    <a:masterClrMapping/>
  </p:clrMapOvr>
  <p:transition>
    <p:fade/>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US" dirty="0"/>
              <a:t>Arrows</a:t>
            </a:r>
          </a:p>
        </p:txBody>
      </p:sp>
      <p:sp>
        <p:nvSpPr>
          <p:cNvPr id="3" name="Title 2"/>
          <p:cNvSpPr>
            <a:spLocks noGrp="1"/>
          </p:cNvSpPr>
          <p:nvPr>
            <p:ph type="title"/>
          </p:nvPr>
        </p:nvSpPr>
        <p:spPr/>
        <p:txBody>
          <a:bodyPr/>
          <a:lstStyle/>
          <a:p>
            <a:r>
              <a:rPr lang="en-US" dirty="0"/>
              <a:t>Circles </a:t>
            </a:r>
          </a:p>
        </p:txBody>
      </p:sp>
      <p:grpSp>
        <p:nvGrpSpPr>
          <p:cNvPr id="49" name="Group 48"/>
          <p:cNvGrpSpPr/>
          <p:nvPr/>
        </p:nvGrpSpPr>
        <p:grpSpPr>
          <a:xfrm>
            <a:off x="4079581" y="1524228"/>
            <a:ext cx="1755477" cy="1988939"/>
            <a:chOff x="3497018" y="1441937"/>
            <a:chExt cx="2160587" cy="2447925"/>
          </a:xfrm>
          <a:solidFill>
            <a:schemeClr val="accent3"/>
          </a:solidFill>
        </p:grpSpPr>
        <p:sp>
          <p:nvSpPr>
            <p:cNvPr id="4" name="Freeform 8"/>
            <p:cNvSpPr>
              <a:spLocks/>
            </p:cNvSpPr>
            <p:nvPr/>
          </p:nvSpPr>
          <p:spPr bwMode="blackWhite">
            <a:xfrm>
              <a:off x="4447930" y="1613387"/>
              <a:ext cx="1209675" cy="2276475"/>
            </a:xfrm>
            <a:custGeom>
              <a:avLst/>
              <a:gdLst>
                <a:gd name="T0" fmla="*/ 2147483647 w 976"/>
                <a:gd name="T1" fmla="*/ 2147483647 h 1811"/>
                <a:gd name="T2" fmla="*/ 2147483647 w 976"/>
                <a:gd name="T3" fmla="*/ 2147483647 h 1811"/>
                <a:gd name="T4" fmla="*/ 2147483647 w 976"/>
                <a:gd name="T5" fmla="*/ 2147483647 h 1811"/>
                <a:gd name="T6" fmla="*/ 2147483647 w 976"/>
                <a:gd name="T7" fmla="*/ 2147483647 h 1811"/>
                <a:gd name="T8" fmla="*/ 2147483647 w 976"/>
                <a:gd name="T9" fmla="*/ 2147483647 h 1811"/>
                <a:gd name="T10" fmla="*/ 2147483647 w 976"/>
                <a:gd name="T11" fmla="*/ 2147483647 h 1811"/>
                <a:gd name="T12" fmla="*/ 2147483647 w 976"/>
                <a:gd name="T13" fmla="*/ 2147483647 h 1811"/>
                <a:gd name="T14" fmla="*/ 2147483647 w 976"/>
                <a:gd name="T15" fmla="*/ 2147483647 h 1811"/>
                <a:gd name="T16" fmla="*/ 2147483647 w 976"/>
                <a:gd name="T17" fmla="*/ 2147483647 h 1811"/>
                <a:gd name="T18" fmla="*/ 2147483647 w 976"/>
                <a:gd name="T19" fmla="*/ 2147483647 h 1811"/>
                <a:gd name="T20" fmla="*/ 2147483647 w 976"/>
                <a:gd name="T21" fmla="*/ 2147483647 h 1811"/>
                <a:gd name="T22" fmla="*/ 2147483647 w 976"/>
                <a:gd name="T23" fmla="*/ 2147483647 h 1811"/>
                <a:gd name="T24" fmla="*/ 2147483647 w 976"/>
                <a:gd name="T25" fmla="*/ 2147483647 h 1811"/>
                <a:gd name="T26" fmla="*/ 2147483647 w 976"/>
                <a:gd name="T27" fmla="*/ 2147483647 h 1811"/>
                <a:gd name="T28" fmla="*/ 2147483647 w 976"/>
                <a:gd name="T29" fmla="*/ 2147483647 h 1811"/>
                <a:gd name="T30" fmla="*/ 2147483647 w 976"/>
                <a:gd name="T31" fmla="*/ 2147483647 h 1811"/>
                <a:gd name="T32" fmla="*/ 2147483647 w 976"/>
                <a:gd name="T33" fmla="*/ 2147483647 h 1811"/>
                <a:gd name="T34" fmla="*/ 2147483647 w 976"/>
                <a:gd name="T35" fmla="*/ 2147483647 h 1811"/>
                <a:gd name="T36" fmla="*/ 2147483647 w 976"/>
                <a:gd name="T37" fmla="*/ 2147483647 h 1811"/>
                <a:gd name="T38" fmla="*/ 2147483647 w 976"/>
                <a:gd name="T39" fmla="*/ 2147483647 h 1811"/>
                <a:gd name="T40" fmla="*/ 2147483647 w 976"/>
                <a:gd name="T41" fmla="*/ 2147483647 h 1811"/>
                <a:gd name="T42" fmla="*/ 2147483647 w 976"/>
                <a:gd name="T43" fmla="*/ 2147483647 h 1811"/>
                <a:gd name="T44" fmla="*/ 2147483647 w 976"/>
                <a:gd name="T45" fmla="*/ 2147483647 h 1811"/>
                <a:gd name="T46" fmla="*/ 2147483647 w 976"/>
                <a:gd name="T47" fmla="*/ 2147483647 h 1811"/>
                <a:gd name="T48" fmla="*/ 2147483647 w 976"/>
                <a:gd name="T49" fmla="*/ 2147483647 h 1811"/>
                <a:gd name="T50" fmla="*/ 2147483647 w 976"/>
                <a:gd name="T51" fmla="*/ 2147483647 h 1811"/>
                <a:gd name="T52" fmla="*/ 2147483647 w 976"/>
                <a:gd name="T53" fmla="*/ 2147483647 h 1811"/>
                <a:gd name="T54" fmla="*/ 2147483647 w 976"/>
                <a:gd name="T55" fmla="*/ 2147483647 h 1811"/>
                <a:gd name="T56" fmla="*/ 2147483647 w 976"/>
                <a:gd name="T57" fmla="*/ 2147483647 h 1811"/>
                <a:gd name="T58" fmla="*/ 2147483647 w 976"/>
                <a:gd name="T59" fmla="*/ 2147483647 h 1811"/>
                <a:gd name="T60" fmla="*/ 2147483647 w 976"/>
                <a:gd name="T61" fmla="*/ 2147483647 h 1811"/>
                <a:gd name="T62" fmla="*/ 2147483647 w 976"/>
                <a:gd name="T63" fmla="*/ 2147483647 h 1811"/>
                <a:gd name="T64" fmla="*/ 2147483647 w 976"/>
                <a:gd name="T65" fmla="*/ 2147483647 h 1811"/>
                <a:gd name="T66" fmla="*/ 2147483647 w 976"/>
                <a:gd name="T67" fmla="*/ 2147483647 h 1811"/>
                <a:gd name="T68" fmla="*/ 2147483647 w 976"/>
                <a:gd name="T69" fmla="*/ 2147483647 h 1811"/>
                <a:gd name="T70" fmla="*/ 2147483647 w 976"/>
                <a:gd name="T71" fmla="*/ 2147483647 h 181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6"/>
                <a:gd name="T109" fmla="*/ 0 h 1811"/>
                <a:gd name="T110" fmla="*/ 976 w 976"/>
                <a:gd name="T111" fmla="*/ 1811 h 181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6" h="1811">
                  <a:moveTo>
                    <a:pt x="279" y="1669"/>
                  </a:moveTo>
                  <a:lnTo>
                    <a:pt x="338" y="1654"/>
                  </a:lnTo>
                  <a:lnTo>
                    <a:pt x="394" y="1635"/>
                  </a:lnTo>
                  <a:lnTo>
                    <a:pt x="449" y="1612"/>
                  </a:lnTo>
                  <a:lnTo>
                    <a:pt x="502" y="1585"/>
                  </a:lnTo>
                  <a:lnTo>
                    <a:pt x="553" y="1555"/>
                  </a:lnTo>
                  <a:lnTo>
                    <a:pt x="601" y="1520"/>
                  </a:lnTo>
                  <a:lnTo>
                    <a:pt x="651" y="1485"/>
                  </a:lnTo>
                  <a:lnTo>
                    <a:pt x="697" y="1447"/>
                  </a:lnTo>
                  <a:lnTo>
                    <a:pt x="741" y="1405"/>
                  </a:lnTo>
                  <a:lnTo>
                    <a:pt x="782" y="1361"/>
                  </a:lnTo>
                  <a:lnTo>
                    <a:pt x="818" y="1313"/>
                  </a:lnTo>
                  <a:lnTo>
                    <a:pt x="851" y="1263"/>
                  </a:lnTo>
                  <a:lnTo>
                    <a:pt x="882" y="1210"/>
                  </a:lnTo>
                  <a:lnTo>
                    <a:pt x="908" y="1156"/>
                  </a:lnTo>
                  <a:lnTo>
                    <a:pt x="929" y="1100"/>
                  </a:lnTo>
                  <a:lnTo>
                    <a:pt x="947" y="1043"/>
                  </a:lnTo>
                  <a:lnTo>
                    <a:pt x="961" y="984"/>
                  </a:lnTo>
                  <a:lnTo>
                    <a:pt x="970" y="924"/>
                  </a:lnTo>
                  <a:lnTo>
                    <a:pt x="975" y="865"/>
                  </a:lnTo>
                  <a:lnTo>
                    <a:pt x="975" y="804"/>
                  </a:lnTo>
                  <a:lnTo>
                    <a:pt x="972" y="744"/>
                  </a:lnTo>
                  <a:lnTo>
                    <a:pt x="963" y="685"/>
                  </a:lnTo>
                  <a:lnTo>
                    <a:pt x="950" y="625"/>
                  </a:lnTo>
                  <a:lnTo>
                    <a:pt x="935" y="567"/>
                  </a:lnTo>
                  <a:lnTo>
                    <a:pt x="913" y="511"/>
                  </a:lnTo>
                  <a:lnTo>
                    <a:pt x="889" y="456"/>
                  </a:lnTo>
                  <a:lnTo>
                    <a:pt x="859" y="403"/>
                  </a:lnTo>
                  <a:lnTo>
                    <a:pt x="826" y="352"/>
                  </a:lnTo>
                  <a:lnTo>
                    <a:pt x="790" y="304"/>
                  </a:lnTo>
                  <a:lnTo>
                    <a:pt x="751" y="259"/>
                  </a:lnTo>
                  <a:lnTo>
                    <a:pt x="708" y="216"/>
                  </a:lnTo>
                  <a:lnTo>
                    <a:pt x="662" y="178"/>
                  </a:lnTo>
                  <a:lnTo>
                    <a:pt x="614" y="142"/>
                  </a:lnTo>
                  <a:lnTo>
                    <a:pt x="563" y="109"/>
                  </a:lnTo>
                  <a:lnTo>
                    <a:pt x="510" y="81"/>
                  </a:lnTo>
                  <a:lnTo>
                    <a:pt x="455" y="56"/>
                  </a:lnTo>
                  <a:lnTo>
                    <a:pt x="398" y="36"/>
                  </a:lnTo>
                  <a:lnTo>
                    <a:pt x="340" y="20"/>
                  </a:lnTo>
                  <a:lnTo>
                    <a:pt x="281" y="8"/>
                  </a:lnTo>
                  <a:lnTo>
                    <a:pt x="222" y="0"/>
                  </a:lnTo>
                  <a:lnTo>
                    <a:pt x="294" y="112"/>
                  </a:lnTo>
                  <a:lnTo>
                    <a:pt x="369" y="222"/>
                  </a:lnTo>
                  <a:lnTo>
                    <a:pt x="226" y="434"/>
                  </a:lnTo>
                  <a:lnTo>
                    <a:pt x="268" y="446"/>
                  </a:lnTo>
                  <a:lnTo>
                    <a:pt x="306" y="463"/>
                  </a:lnTo>
                  <a:lnTo>
                    <a:pt x="344" y="483"/>
                  </a:lnTo>
                  <a:lnTo>
                    <a:pt x="379" y="508"/>
                  </a:lnTo>
                  <a:lnTo>
                    <a:pt x="411" y="536"/>
                  </a:lnTo>
                  <a:lnTo>
                    <a:pt x="440" y="567"/>
                  </a:lnTo>
                  <a:lnTo>
                    <a:pt x="467" y="601"/>
                  </a:lnTo>
                  <a:lnTo>
                    <a:pt x="489" y="637"/>
                  </a:lnTo>
                  <a:lnTo>
                    <a:pt x="508" y="676"/>
                  </a:lnTo>
                  <a:lnTo>
                    <a:pt x="521" y="716"/>
                  </a:lnTo>
                  <a:lnTo>
                    <a:pt x="531" y="758"/>
                  </a:lnTo>
                  <a:lnTo>
                    <a:pt x="538" y="801"/>
                  </a:lnTo>
                  <a:lnTo>
                    <a:pt x="539" y="843"/>
                  </a:lnTo>
                  <a:lnTo>
                    <a:pt x="536" y="886"/>
                  </a:lnTo>
                  <a:lnTo>
                    <a:pt x="529" y="928"/>
                  </a:lnTo>
                  <a:lnTo>
                    <a:pt x="517" y="969"/>
                  </a:lnTo>
                  <a:lnTo>
                    <a:pt x="501" y="1009"/>
                  </a:lnTo>
                  <a:lnTo>
                    <a:pt x="482" y="1046"/>
                  </a:lnTo>
                  <a:lnTo>
                    <a:pt x="458" y="1082"/>
                  </a:lnTo>
                  <a:lnTo>
                    <a:pt x="431" y="1115"/>
                  </a:lnTo>
                  <a:lnTo>
                    <a:pt x="401" y="1145"/>
                  </a:lnTo>
                  <a:lnTo>
                    <a:pt x="367" y="1172"/>
                  </a:lnTo>
                  <a:lnTo>
                    <a:pt x="331" y="1196"/>
                  </a:lnTo>
                  <a:lnTo>
                    <a:pt x="293" y="1215"/>
                  </a:lnTo>
                  <a:lnTo>
                    <a:pt x="253" y="1230"/>
                  </a:lnTo>
                  <a:lnTo>
                    <a:pt x="253" y="1093"/>
                  </a:lnTo>
                  <a:lnTo>
                    <a:pt x="0" y="1420"/>
                  </a:lnTo>
                  <a:lnTo>
                    <a:pt x="279" y="1810"/>
                  </a:lnTo>
                  <a:lnTo>
                    <a:pt x="279" y="1669"/>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5" name="Freeform 9"/>
            <p:cNvSpPr>
              <a:spLocks/>
            </p:cNvSpPr>
            <p:nvPr/>
          </p:nvSpPr>
          <p:spPr bwMode="blackWhite">
            <a:xfrm>
              <a:off x="3497018" y="1441937"/>
              <a:ext cx="1343025" cy="2290763"/>
            </a:xfrm>
            <a:custGeom>
              <a:avLst/>
              <a:gdLst>
                <a:gd name="T0" fmla="*/ 2147483647 w 1084"/>
                <a:gd name="T1" fmla="*/ 2147483647 h 1823"/>
                <a:gd name="T2" fmla="*/ 2147483647 w 1084"/>
                <a:gd name="T3" fmla="*/ 2147483647 h 1823"/>
                <a:gd name="T4" fmla="*/ 2147483647 w 1084"/>
                <a:gd name="T5" fmla="*/ 2147483647 h 1823"/>
                <a:gd name="T6" fmla="*/ 2147483647 w 1084"/>
                <a:gd name="T7" fmla="*/ 2147483647 h 1823"/>
                <a:gd name="T8" fmla="*/ 2147483647 w 1084"/>
                <a:gd name="T9" fmla="*/ 2147483647 h 1823"/>
                <a:gd name="T10" fmla="*/ 2147483647 w 1084"/>
                <a:gd name="T11" fmla="*/ 2147483647 h 1823"/>
                <a:gd name="T12" fmla="*/ 2147483647 w 1084"/>
                <a:gd name="T13" fmla="*/ 2147483647 h 1823"/>
                <a:gd name="T14" fmla="*/ 2147483647 w 1084"/>
                <a:gd name="T15" fmla="*/ 2147483647 h 1823"/>
                <a:gd name="T16" fmla="*/ 2147483647 w 1084"/>
                <a:gd name="T17" fmla="*/ 2147483647 h 1823"/>
                <a:gd name="T18" fmla="*/ 2147483647 w 1084"/>
                <a:gd name="T19" fmla="*/ 2147483647 h 1823"/>
                <a:gd name="T20" fmla="*/ 2147483647 w 1084"/>
                <a:gd name="T21" fmla="*/ 2147483647 h 1823"/>
                <a:gd name="T22" fmla="*/ 2147483647 w 1084"/>
                <a:gd name="T23" fmla="*/ 2147483647 h 1823"/>
                <a:gd name="T24" fmla="*/ 2147483647 w 1084"/>
                <a:gd name="T25" fmla="*/ 2147483647 h 1823"/>
                <a:gd name="T26" fmla="*/ 2147483647 w 1084"/>
                <a:gd name="T27" fmla="*/ 2147483647 h 1823"/>
                <a:gd name="T28" fmla="*/ 2147483647 w 1084"/>
                <a:gd name="T29" fmla="*/ 2147483647 h 1823"/>
                <a:gd name="T30" fmla="*/ 2147483647 w 1084"/>
                <a:gd name="T31" fmla="*/ 2147483647 h 1823"/>
                <a:gd name="T32" fmla="*/ 2147483647 w 1084"/>
                <a:gd name="T33" fmla="*/ 0 h 1823"/>
                <a:gd name="T34" fmla="*/ 2147483647 w 1084"/>
                <a:gd name="T35" fmla="*/ 2147483647 h 1823"/>
                <a:gd name="T36" fmla="*/ 2147483647 w 1084"/>
                <a:gd name="T37" fmla="*/ 2147483647 h 1823"/>
                <a:gd name="T38" fmla="*/ 2147483647 w 1084"/>
                <a:gd name="T39" fmla="*/ 2147483647 h 1823"/>
                <a:gd name="T40" fmla="*/ 2147483647 w 1084"/>
                <a:gd name="T41" fmla="*/ 2147483647 h 1823"/>
                <a:gd name="T42" fmla="*/ 2147483647 w 1084"/>
                <a:gd name="T43" fmla="*/ 2147483647 h 1823"/>
                <a:gd name="T44" fmla="*/ 2147483647 w 1084"/>
                <a:gd name="T45" fmla="*/ 2147483647 h 1823"/>
                <a:gd name="T46" fmla="*/ 2147483647 w 1084"/>
                <a:gd name="T47" fmla="*/ 2147483647 h 1823"/>
                <a:gd name="T48" fmla="*/ 2147483647 w 1084"/>
                <a:gd name="T49" fmla="*/ 2147483647 h 1823"/>
                <a:gd name="T50" fmla="*/ 2147483647 w 1084"/>
                <a:gd name="T51" fmla="*/ 2147483647 h 1823"/>
                <a:gd name="T52" fmla="*/ 2147483647 w 1084"/>
                <a:gd name="T53" fmla="*/ 2147483647 h 1823"/>
                <a:gd name="T54" fmla="*/ 2147483647 w 1084"/>
                <a:gd name="T55" fmla="*/ 2147483647 h 1823"/>
                <a:gd name="T56" fmla="*/ 2147483647 w 1084"/>
                <a:gd name="T57" fmla="*/ 2147483647 h 1823"/>
                <a:gd name="T58" fmla="*/ 2147483647 w 1084"/>
                <a:gd name="T59" fmla="*/ 2147483647 h 1823"/>
                <a:gd name="T60" fmla="*/ 2147483647 w 1084"/>
                <a:gd name="T61" fmla="*/ 2147483647 h 1823"/>
                <a:gd name="T62" fmla="*/ 2147483647 w 1084"/>
                <a:gd name="T63" fmla="*/ 2147483647 h 1823"/>
                <a:gd name="T64" fmla="*/ 2147483647 w 1084"/>
                <a:gd name="T65" fmla="*/ 2147483647 h 1823"/>
                <a:gd name="T66" fmla="*/ 2147483647 w 1084"/>
                <a:gd name="T67" fmla="*/ 2147483647 h 1823"/>
                <a:gd name="T68" fmla="*/ 2147483647 w 1084"/>
                <a:gd name="T69" fmla="*/ 2147483647 h 1823"/>
                <a:gd name="T70" fmla="*/ 2147483647 w 1084"/>
                <a:gd name="T71" fmla="*/ 2147483647 h 1823"/>
                <a:gd name="T72" fmla="*/ 2147483647 w 1084"/>
                <a:gd name="T73" fmla="*/ 2147483647 h 1823"/>
                <a:gd name="T74" fmla="*/ 2147483647 w 1084"/>
                <a:gd name="T75" fmla="*/ 2147483647 h 1823"/>
                <a:gd name="T76" fmla="*/ 2147483647 w 1084"/>
                <a:gd name="T77" fmla="*/ 2147483647 h 1823"/>
                <a:gd name="T78" fmla="*/ 2147483647 w 1084"/>
                <a:gd name="T79" fmla="*/ 2147483647 h 1823"/>
                <a:gd name="T80" fmla="*/ 2147483647 w 1084"/>
                <a:gd name="T81" fmla="*/ 2147483647 h 18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84"/>
                <a:gd name="T124" fmla="*/ 0 h 1823"/>
                <a:gd name="T125" fmla="*/ 1084 w 1084"/>
                <a:gd name="T126" fmla="*/ 1823 h 18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84" h="1823">
                  <a:moveTo>
                    <a:pt x="832" y="1394"/>
                  </a:moveTo>
                  <a:lnTo>
                    <a:pt x="789" y="1389"/>
                  </a:lnTo>
                  <a:lnTo>
                    <a:pt x="746" y="1380"/>
                  </a:lnTo>
                  <a:lnTo>
                    <a:pt x="705" y="1367"/>
                  </a:lnTo>
                  <a:lnTo>
                    <a:pt x="665" y="1349"/>
                  </a:lnTo>
                  <a:lnTo>
                    <a:pt x="628" y="1327"/>
                  </a:lnTo>
                  <a:lnTo>
                    <a:pt x="592" y="1301"/>
                  </a:lnTo>
                  <a:lnTo>
                    <a:pt x="559" y="1273"/>
                  </a:lnTo>
                  <a:lnTo>
                    <a:pt x="530" y="1240"/>
                  </a:lnTo>
                  <a:lnTo>
                    <a:pt x="504" y="1206"/>
                  </a:lnTo>
                  <a:lnTo>
                    <a:pt x="482" y="1168"/>
                  </a:lnTo>
                  <a:lnTo>
                    <a:pt x="464" y="1129"/>
                  </a:lnTo>
                  <a:lnTo>
                    <a:pt x="450" y="1087"/>
                  </a:lnTo>
                  <a:lnTo>
                    <a:pt x="440" y="1044"/>
                  </a:lnTo>
                  <a:lnTo>
                    <a:pt x="434" y="1002"/>
                  </a:lnTo>
                  <a:lnTo>
                    <a:pt x="434" y="958"/>
                  </a:lnTo>
                  <a:lnTo>
                    <a:pt x="438" y="915"/>
                  </a:lnTo>
                  <a:lnTo>
                    <a:pt x="446" y="872"/>
                  </a:lnTo>
                  <a:lnTo>
                    <a:pt x="458" y="831"/>
                  </a:lnTo>
                  <a:lnTo>
                    <a:pt x="475" y="790"/>
                  </a:lnTo>
                  <a:lnTo>
                    <a:pt x="495" y="752"/>
                  </a:lnTo>
                  <a:lnTo>
                    <a:pt x="520" y="716"/>
                  </a:lnTo>
                  <a:lnTo>
                    <a:pt x="548" y="683"/>
                  </a:lnTo>
                  <a:lnTo>
                    <a:pt x="580" y="653"/>
                  </a:lnTo>
                  <a:lnTo>
                    <a:pt x="613" y="626"/>
                  </a:lnTo>
                  <a:lnTo>
                    <a:pt x="651" y="603"/>
                  </a:lnTo>
                  <a:lnTo>
                    <a:pt x="688" y="584"/>
                  </a:lnTo>
                  <a:lnTo>
                    <a:pt x="727" y="569"/>
                  </a:lnTo>
                  <a:lnTo>
                    <a:pt x="768" y="559"/>
                  </a:lnTo>
                  <a:lnTo>
                    <a:pt x="809" y="552"/>
                  </a:lnTo>
                  <a:lnTo>
                    <a:pt x="851" y="549"/>
                  </a:lnTo>
                  <a:lnTo>
                    <a:pt x="851" y="675"/>
                  </a:lnTo>
                  <a:lnTo>
                    <a:pt x="1083" y="353"/>
                  </a:lnTo>
                  <a:lnTo>
                    <a:pt x="846" y="0"/>
                  </a:lnTo>
                  <a:lnTo>
                    <a:pt x="846" y="121"/>
                  </a:lnTo>
                  <a:lnTo>
                    <a:pt x="786" y="125"/>
                  </a:lnTo>
                  <a:lnTo>
                    <a:pt x="726" y="133"/>
                  </a:lnTo>
                  <a:lnTo>
                    <a:pt x="668" y="145"/>
                  </a:lnTo>
                  <a:lnTo>
                    <a:pt x="610" y="161"/>
                  </a:lnTo>
                  <a:lnTo>
                    <a:pt x="554" y="181"/>
                  </a:lnTo>
                  <a:lnTo>
                    <a:pt x="499" y="206"/>
                  </a:lnTo>
                  <a:lnTo>
                    <a:pt x="446" y="234"/>
                  </a:lnTo>
                  <a:lnTo>
                    <a:pt x="394" y="264"/>
                  </a:lnTo>
                  <a:lnTo>
                    <a:pt x="344" y="298"/>
                  </a:lnTo>
                  <a:lnTo>
                    <a:pt x="297" y="335"/>
                  </a:lnTo>
                  <a:lnTo>
                    <a:pt x="252" y="376"/>
                  </a:lnTo>
                  <a:lnTo>
                    <a:pt x="211" y="420"/>
                  </a:lnTo>
                  <a:lnTo>
                    <a:pt x="173" y="466"/>
                  </a:lnTo>
                  <a:lnTo>
                    <a:pt x="138" y="515"/>
                  </a:lnTo>
                  <a:lnTo>
                    <a:pt x="107" y="566"/>
                  </a:lnTo>
                  <a:lnTo>
                    <a:pt x="79" y="620"/>
                  </a:lnTo>
                  <a:lnTo>
                    <a:pt x="56" y="675"/>
                  </a:lnTo>
                  <a:lnTo>
                    <a:pt x="37" y="733"/>
                  </a:lnTo>
                  <a:lnTo>
                    <a:pt x="21" y="790"/>
                  </a:lnTo>
                  <a:lnTo>
                    <a:pt x="10" y="850"/>
                  </a:lnTo>
                  <a:lnTo>
                    <a:pt x="3" y="909"/>
                  </a:lnTo>
                  <a:lnTo>
                    <a:pt x="0" y="969"/>
                  </a:lnTo>
                  <a:lnTo>
                    <a:pt x="2" y="1029"/>
                  </a:lnTo>
                  <a:lnTo>
                    <a:pt x="7" y="1090"/>
                  </a:lnTo>
                  <a:lnTo>
                    <a:pt x="18" y="1148"/>
                  </a:lnTo>
                  <a:lnTo>
                    <a:pt x="31" y="1207"/>
                  </a:lnTo>
                  <a:lnTo>
                    <a:pt x="50" y="1264"/>
                  </a:lnTo>
                  <a:lnTo>
                    <a:pt x="73" y="1320"/>
                  </a:lnTo>
                  <a:lnTo>
                    <a:pt x="99" y="1374"/>
                  </a:lnTo>
                  <a:lnTo>
                    <a:pt x="129" y="1426"/>
                  </a:lnTo>
                  <a:lnTo>
                    <a:pt x="163" y="1476"/>
                  </a:lnTo>
                  <a:lnTo>
                    <a:pt x="200" y="1523"/>
                  </a:lnTo>
                  <a:lnTo>
                    <a:pt x="241" y="1568"/>
                  </a:lnTo>
                  <a:lnTo>
                    <a:pt x="283" y="1609"/>
                  </a:lnTo>
                  <a:lnTo>
                    <a:pt x="330" y="1647"/>
                  </a:lnTo>
                  <a:lnTo>
                    <a:pt x="379" y="1682"/>
                  </a:lnTo>
                  <a:lnTo>
                    <a:pt x="431" y="1713"/>
                  </a:lnTo>
                  <a:lnTo>
                    <a:pt x="484" y="1741"/>
                  </a:lnTo>
                  <a:lnTo>
                    <a:pt x="539" y="1765"/>
                  </a:lnTo>
                  <a:lnTo>
                    <a:pt x="595" y="1784"/>
                  </a:lnTo>
                  <a:lnTo>
                    <a:pt x="654" y="1800"/>
                  </a:lnTo>
                  <a:lnTo>
                    <a:pt x="713" y="1812"/>
                  </a:lnTo>
                  <a:lnTo>
                    <a:pt x="772" y="1819"/>
                  </a:lnTo>
                  <a:lnTo>
                    <a:pt x="833" y="1822"/>
                  </a:lnTo>
                  <a:lnTo>
                    <a:pt x="893" y="1821"/>
                  </a:lnTo>
                  <a:lnTo>
                    <a:pt x="708" y="1557"/>
                  </a:lnTo>
                  <a:lnTo>
                    <a:pt x="832" y="1394"/>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6" name="Rectangle 10"/>
            <p:cNvSpPr>
              <a:spLocks noChangeArrowheads="1"/>
            </p:cNvSpPr>
            <p:nvPr/>
          </p:nvSpPr>
          <p:spPr bwMode="blackWhite">
            <a:xfrm>
              <a:off x="3634945" y="2566812"/>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7" name="Rectangle 11"/>
            <p:cNvSpPr>
              <a:spLocks noChangeArrowheads="1"/>
            </p:cNvSpPr>
            <p:nvPr/>
          </p:nvSpPr>
          <p:spPr bwMode="blackWhite">
            <a:xfrm>
              <a:off x="5256576" y="2566812"/>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grpSp>
      <p:grpSp>
        <p:nvGrpSpPr>
          <p:cNvPr id="48" name="Group 47"/>
          <p:cNvGrpSpPr/>
          <p:nvPr/>
        </p:nvGrpSpPr>
        <p:grpSpPr>
          <a:xfrm>
            <a:off x="1655227" y="1669126"/>
            <a:ext cx="1755478" cy="1754188"/>
            <a:chOff x="513203" y="1591773"/>
            <a:chExt cx="2160588" cy="2159000"/>
          </a:xfrm>
          <a:solidFill>
            <a:schemeClr val="accent3"/>
          </a:solidFill>
        </p:grpSpPr>
        <p:sp>
          <p:nvSpPr>
            <p:cNvPr id="8" name="Freeform 4"/>
            <p:cNvSpPr>
              <a:spLocks/>
            </p:cNvSpPr>
            <p:nvPr/>
          </p:nvSpPr>
          <p:spPr bwMode="blackWhite">
            <a:xfrm>
              <a:off x="513203" y="1591773"/>
              <a:ext cx="2160588" cy="2159000"/>
            </a:xfrm>
            <a:custGeom>
              <a:avLst/>
              <a:gdLst>
                <a:gd name="T0" fmla="*/ 15 w 1725"/>
                <a:gd name="T1" fmla="*/ 217 h 1724"/>
                <a:gd name="T2" fmla="*/ 3 w 1725"/>
                <a:gd name="T3" fmla="*/ 286 h 1724"/>
                <a:gd name="T4" fmla="*/ 1 w 1725"/>
                <a:gd name="T5" fmla="*/ 357 h 1724"/>
                <a:gd name="T6" fmla="*/ 9 w 1725"/>
                <a:gd name="T7" fmla="*/ 428 h 1724"/>
                <a:gd name="T8" fmla="*/ 30 w 1725"/>
                <a:gd name="T9" fmla="*/ 494 h 1724"/>
                <a:gd name="T10" fmla="*/ 60 w 1725"/>
                <a:gd name="T11" fmla="*/ 552 h 1724"/>
                <a:gd name="T12" fmla="*/ 97 w 1725"/>
                <a:gd name="T13" fmla="*/ 601 h 1724"/>
                <a:gd name="T14" fmla="*/ 141 w 1725"/>
                <a:gd name="T15" fmla="*/ 637 h 1724"/>
                <a:gd name="T16" fmla="*/ 191 w 1725"/>
                <a:gd name="T17" fmla="*/ 659 h 1724"/>
                <a:gd name="T18" fmla="*/ 242 w 1725"/>
                <a:gd name="T19" fmla="*/ 667 h 1724"/>
                <a:gd name="T20" fmla="*/ 294 w 1725"/>
                <a:gd name="T21" fmla="*/ 659 h 1724"/>
                <a:gd name="T22" fmla="*/ 343 w 1725"/>
                <a:gd name="T23" fmla="*/ 637 h 1724"/>
                <a:gd name="T24" fmla="*/ 387 w 1725"/>
                <a:gd name="T25" fmla="*/ 601 h 1724"/>
                <a:gd name="T26" fmla="*/ 425 w 1725"/>
                <a:gd name="T27" fmla="*/ 552 h 1724"/>
                <a:gd name="T28" fmla="*/ 455 w 1725"/>
                <a:gd name="T29" fmla="*/ 494 h 1724"/>
                <a:gd name="T30" fmla="*/ 475 w 1725"/>
                <a:gd name="T31" fmla="*/ 428 h 1724"/>
                <a:gd name="T32" fmla="*/ 484 w 1725"/>
                <a:gd name="T33" fmla="*/ 357 h 1724"/>
                <a:gd name="T34" fmla="*/ 482 w 1725"/>
                <a:gd name="T35" fmla="*/ 285 h 1724"/>
                <a:gd name="T36" fmla="*/ 469 w 1725"/>
                <a:gd name="T37" fmla="*/ 215 h 1724"/>
                <a:gd name="T38" fmla="*/ 446 w 1725"/>
                <a:gd name="T39" fmla="*/ 151 h 1724"/>
                <a:gd name="T40" fmla="*/ 411 w 1725"/>
                <a:gd name="T41" fmla="*/ 94 h 1724"/>
                <a:gd name="T42" fmla="*/ 370 w 1725"/>
                <a:gd name="T43" fmla="*/ 50 h 1724"/>
                <a:gd name="T44" fmla="*/ 323 w 1725"/>
                <a:gd name="T45" fmla="*/ 18 h 1724"/>
                <a:gd name="T46" fmla="*/ 271 w 1725"/>
                <a:gd name="T47" fmla="*/ 2 h 1724"/>
                <a:gd name="T48" fmla="*/ 218 w 1725"/>
                <a:gd name="T49" fmla="*/ 2 h 1724"/>
                <a:gd name="T50" fmla="*/ 167 w 1725"/>
                <a:gd name="T51" fmla="*/ 17 h 1724"/>
                <a:gd name="T52" fmla="*/ 119 w 1725"/>
                <a:gd name="T53" fmla="*/ 47 h 1724"/>
                <a:gd name="T54" fmla="*/ 77 w 1725"/>
                <a:gd name="T55" fmla="*/ 90 h 1724"/>
                <a:gd name="T56" fmla="*/ 126 w 1725"/>
                <a:gd name="T57" fmla="*/ 118 h 1724"/>
                <a:gd name="T58" fmla="*/ 186 w 1725"/>
                <a:gd name="T59" fmla="*/ 187 h 1724"/>
                <a:gd name="T60" fmla="*/ 218 w 1725"/>
                <a:gd name="T61" fmla="*/ 170 h 1724"/>
                <a:gd name="T62" fmla="*/ 254 w 1725"/>
                <a:gd name="T63" fmla="*/ 167 h 1724"/>
                <a:gd name="T64" fmla="*/ 289 w 1725"/>
                <a:gd name="T65" fmla="*/ 178 h 1724"/>
                <a:gd name="T66" fmla="*/ 320 w 1725"/>
                <a:gd name="T67" fmla="*/ 205 h 1724"/>
                <a:gd name="T68" fmla="*/ 344 w 1725"/>
                <a:gd name="T69" fmla="*/ 241 h 1724"/>
                <a:gd name="T70" fmla="*/ 358 w 1725"/>
                <a:gd name="T71" fmla="*/ 285 h 1724"/>
                <a:gd name="T72" fmla="*/ 363 w 1725"/>
                <a:gd name="T73" fmla="*/ 334 h 1724"/>
                <a:gd name="T74" fmla="*/ 358 w 1725"/>
                <a:gd name="T75" fmla="*/ 384 h 1724"/>
                <a:gd name="T76" fmla="*/ 341 w 1725"/>
                <a:gd name="T77" fmla="*/ 429 h 1724"/>
                <a:gd name="T78" fmla="*/ 317 w 1725"/>
                <a:gd name="T79" fmla="*/ 465 h 1724"/>
                <a:gd name="T80" fmla="*/ 285 w 1725"/>
                <a:gd name="T81" fmla="*/ 491 h 1724"/>
                <a:gd name="T82" fmla="*/ 248 w 1725"/>
                <a:gd name="T83" fmla="*/ 500 h 1724"/>
                <a:gd name="T84" fmla="*/ 212 w 1725"/>
                <a:gd name="T85" fmla="*/ 495 h 1724"/>
                <a:gd name="T86" fmla="*/ 178 w 1725"/>
                <a:gd name="T87" fmla="*/ 476 h 1724"/>
                <a:gd name="T88" fmla="*/ 151 w 1725"/>
                <a:gd name="T89" fmla="*/ 443 h 1724"/>
                <a:gd name="T90" fmla="*/ 131 w 1725"/>
                <a:gd name="T91" fmla="*/ 399 h 1724"/>
                <a:gd name="T92" fmla="*/ 122 w 1725"/>
                <a:gd name="T93" fmla="*/ 350 h 1724"/>
                <a:gd name="T94" fmla="*/ 124 w 1725"/>
                <a:gd name="T95" fmla="*/ 302 h 1724"/>
                <a:gd name="T96" fmla="*/ 135 w 1725"/>
                <a:gd name="T97" fmla="*/ 256 h 1724"/>
                <a:gd name="T98" fmla="*/ 157 w 1725"/>
                <a:gd name="T99" fmla="*/ 217 h 1724"/>
                <a:gd name="T100" fmla="*/ 80 w 1725"/>
                <a:gd name="T101" fmla="*/ 136 h 1724"/>
                <a:gd name="T102" fmla="*/ 30 w 1725"/>
                <a:gd name="T103" fmla="*/ 174 h 172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25"/>
                <a:gd name="T157" fmla="*/ 0 h 1724"/>
                <a:gd name="T158" fmla="*/ 1725 w 1725"/>
                <a:gd name="T159" fmla="*/ 1724 h 172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25" h="1724">
                  <a:moveTo>
                    <a:pt x="106" y="450"/>
                  </a:moveTo>
                  <a:lnTo>
                    <a:pt x="78" y="504"/>
                  </a:lnTo>
                  <a:lnTo>
                    <a:pt x="54" y="561"/>
                  </a:lnTo>
                  <a:lnTo>
                    <a:pt x="35" y="619"/>
                  </a:lnTo>
                  <a:lnTo>
                    <a:pt x="19" y="678"/>
                  </a:lnTo>
                  <a:lnTo>
                    <a:pt x="9" y="739"/>
                  </a:lnTo>
                  <a:lnTo>
                    <a:pt x="2" y="800"/>
                  </a:lnTo>
                  <a:lnTo>
                    <a:pt x="0" y="861"/>
                  </a:lnTo>
                  <a:lnTo>
                    <a:pt x="2" y="923"/>
                  </a:lnTo>
                  <a:lnTo>
                    <a:pt x="9" y="984"/>
                  </a:lnTo>
                  <a:lnTo>
                    <a:pt x="21" y="1045"/>
                  </a:lnTo>
                  <a:lnTo>
                    <a:pt x="35" y="1105"/>
                  </a:lnTo>
                  <a:lnTo>
                    <a:pt x="55" y="1162"/>
                  </a:lnTo>
                  <a:lnTo>
                    <a:pt x="78" y="1220"/>
                  </a:lnTo>
                  <a:lnTo>
                    <a:pt x="106" y="1275"/>
                  </a:lnTo>
                  <a:lnTo>
                    <a:pt x="137" y="1328"/>
                  </a:lnTo>
                  <a:lnTo>
                    <a:pt x="172" y="1378"/>
                  </a:lnTo>
                  <a:lnTo>
                    <a:pt x="211" y="1426"/>
                  </a:lnTo>
                  <a:lnTo>
                    <a:pt x="253" y="1471"/>
                  </a:lnTo>
                  <a:lnTo>
                    <a:pt x="298" y="1513"/>
                  </a:lnTo>
                  <a:lnTo>
                    <a:pt x="346" y="1552"/>
                  </a:lnTo>
                  <a:lnTo>
                    <a:pt x="396" y="1586"/>
                  </a:lnTo>
                  <a:lnTo>
                    <a:pt x="449" y="1618"/>
                  </a:lnTo>
                  <a:lnTo>
                    <a:pt x="504" y="1646"/>
                  </a:lnTo>
                  <a:lnTo>
                    <a:pt x="561" y="1669"/>
                  </a:lnTo>
                  <a:lnTo>
                    <a:pt x="619" y="1689"/>
                  </a:lnTo>
                  <a:lnTo>
                    <a:pt x="679" y="1703"/>
                  </a:lnTo>
                  <a:lnTo>
                    <a:pt x="740" y="1715"/>
                  </a:lnTo>
                  <a:lnTo>
                    <a:pt x="801" y="1721"/>
                  </a:lnTo>
                  <a:lnTo>
                    <a:pt x="862" y="1723"/>
                  </a:lnTo>
                  <a:lnTo>
                    <a:pt x="924" y="1721"/>
                  </a:lnTo>
                  <a:lnTo>
                    <a:pt x="985" y="1715"/>
                  </a:lnTo>
                  <a:lnTo>
                    <a:pt x="1046" y="1703"/>
                  </a:lnTo>
                  <a:lnTo>
                    <a:pt x="1105" y="1689"/>
                  </a:lnTo>
                  <a:lnTo>
                    <a:pt x="1163" y="1669"/>
                  </a:lnTo>
                  <a:lnTo>
                    <a:pt x="1220" y="1646"/>
                  </a:lnTo>
                  <a:lnTo>
                    <a:pt x="1276" y="1618"/>
                  </a:lnTo>
                  <a:lnTo>
                    <a:pt x="1329" y="1586"/>
                  </a:lnTo>
                  <a:lnTo>
                    <a:pt x="1379" y="1552"/>
                  </a:lnTo>
                  <a:lnTo>
                    <a:pt x="1427" y="1513"/>
                  </a:lnTo>
                  <a:lnTo>
                    <a:pt x="1472" y="1471"/>
                  </a:lnTo>
                  <a:lnTo>
                    <a:pt x="1514" y="1426"/>
                  </a:lnTo>
                  <a:lnTo>
                    <a:pt x="1553" y="1378"/>
                  </a:lnTo>
                  <a:lnTo>
                    <a:pt x="1587" y="1328"/>
                  </a:lnTo>
                  <a:lnTo>
                    <a:pt x="1619" y="1275"/>
                  </a:lnTo>
                  <a:lnTo>
                    <a:pt x="1647" y="1220"/>
                  </a:lnTo>
                  <a:lnTo>
                    <a:pt x="1670" y="1162"/>
                  </a:lnTo>
                  <a:lnTo>
                    <a:pt x="1689" y="1105"/>
                  </a:lnTo>
                  <a:lnTo>
                    <a:pt x="1704" y="1045"/>
                  </a:lnTo>
                  <a:lnTo>
                    <a:pt x="1716" y="984"/>
                  </a:lnTo>
                  <a:lnTo>
                    <a:pt x="1722" y="923"/>
                  </a:lnTo>
                  <a:lnTo>
                    <a:pt x="1724" y="861"/>
                  </a:lnTo>
                  <a:lnTo>
                    <a:pt x="1722" y="799"/>
                  </a:lnTo>
                  <a:lnTo>
                    <a:pt x="1715" y="737"/>
                  </a:lnTo>
                  <a:lnTo>
                    <a:pt x="1704" y="675"/>
                  </a:lnTo>
                  <a:lnTo>
                    <a:pt x="1688" y="615"/>
                  </a:lnTo>
                  <a:lnTo>
                    <a:pt x="1668" y="555"/>
                  </a:lnTo>
                  <a:lnTo>
                    <a:pt x="1643" y="498"/>
                  </a:lnTo>
                  <a:lnTo>
                    <a:pt x="1616" y="442"/>
                  </a:lnTo>
                  <a:lnTo>
                    <a:pt x="1583" y="389"/>
                  </a:lnTo>
                  <a:lnTo>
                    <a:pt x="1547" y="337"/>
                  </a:lnTo>
                  <a:lnTo>
                    <a:pt x="1507" y="289"/>
                  </a:lnTo>
                  <a:lnTo>
                    <a:pt x="1464" y="244"/>
                  </a:lnTo>
                  <a:lnTo>
                    <a:pt x="1417" y="201"/>
                  </a:lnTo>
                  <a:lnTo>
                    <a:pt x="1367" y="163"/>
                  </a:lnTo>
                  <a:lnTo>
                    <a:pt x="1316" y="129"/>
                  </a:lnTo>
                  <a:lnTo>
                    <a:pt x="1262" y="98"/>
                  </a:lnTo>
                  <a:lnTo>
                    <a:pt x="1205" y="70"/>
                  </a:lnTo>
                  <a:lnTo>
                    <a:pt x="1147" y="47"/>
                  </a:lnTo>
                  <a:lnTo>
                    <a:pt x="1087" y="29"/>
                  </a:lnTo>
                  <a:lnTo>
                    <a:pt x="1026" y="15"/>
                  </a:lnTo>
                  <a:lnTo>
                    <a:pt x="964" y="6"/>
                  </a:lnTo>
                  <a:lnTo>
                    <a:pt x="902" y="0"/>
                  </a:lnTo>
                  <a:lnTo>
                    <a:pt x="839" y="0"/>
                  </a:lnTo>
                  <a:lnTo>
                    <a:pt x="777" y="4"/>
                  </a:lnTo>
                  <a:lnTo>
                    <a:pt x="715" y="12"/>
                  </a:lnTo>
                  <a:lnTo>
                    <a:pt x="654" y="26"/>
                  </a:lnTo>
                  <a:lnTo>
                    <a:pt x="594" y="43"/>
                  </a:lnTo>
                  <a:lnTo>
                    <a:pt x="534" y="64"/>
                  </a:lnTo>
                  <a:lnTo>
                    <a:pt x="478" y="90"/>
                  </a:lnTo>
                  <a:lnTo>
                    <a:pt x="423" y="120"/>
                  </a:lnTo>
                  <a:lnTo>
                    <a:pt x="370" y="154"/>
                  </a:lnTo>
                  <a:lnTo>
                    <a:pt x="321" y="191"/>
                  </a:lnTo>
                  <a:lnTo>
                    <a:pt x="273" y="232"/>
                  </a:lnTo>
                  <a:lnTo>
                    <a:pt x="229" y="277"/>
                  </a:lnTo>
                  <a:lnTo>
                    <a:pt x="188" y="324"/>
                  </a:lnTo>
                  <a:lnTo>
                    <a:pt x="447" y="304"/>
                  </a:lnTo>
                  <a:lnTo>
                    <a:pt x="591" y="532"/>
                  </a:lnTo>
                  <a:lnTo>
                    <a:pt x="624" y="507"/>
                  </a:lnTo>
                  <a:lnTo>
                    <a:pt x="660" y="484"/>
                  </a:lnTo>
                  <a:lnTo>
                    <a:pt x="697" y="466"/>
                  </a:lnTo>
                  <a:lnTo>
                    <a:pt x="738" y="451"/>
                  </a:lnTo>
                  <a:lnTo>
                    <a:pt x="778" y="440"/>
                  </a:lnTo>
                  <a:lnTo>
                    <a:pt x="821" y="433"/>
                  </a:lnTo>
                  <a:lnTo>
                    <a:pt x="863" y="431"/>
                  </a:lnTo>
                  <a:lnTo>
                    <a:pt x="904" y="432"/>
                  </a:lnTo>
                  <a:lnTo>
                    <a:pt x="947" y="438"/>
                  </a:lnTo>
                  <a:lnTo>
                    <a:pt x="988" y="448"/>
                  </a:lnTo>
                  <a:lnTo>
                    <a:pt x="1027" y="462"/>
                  </a:lnTo>
                  <a:lnTo>
                    <a:pt x="1066" y="481"/>
                  </a:lnTo>
                  <a:lnTo>
                    <a:pt x="1103" y="502"/>
                  </a:lnTo>
                  <a:lnTo>
                    <a:pt x="1137" y="528"/>
                  </a:lnTo>
                  <a:lnTo>
                    <a:pt x="1169" y="555"/>
                  </a:lnTo>
                  <a:lnTo>
                    <a:pt x="1196" y="587"/>
                  </a:lnTo>
                  <a:lnTo>
                    <a:pt x="1222" y="621"/>
                  </a:lnTo>
                  <a:lnTo>
                    <a:pt x="1243" y="658"/>
                  </a:lnTo>
                  <a:lnTo>
                    <a:pt x="1262" y="696"/>
                  </a:lnTo>
                  <a:lnTo>
                    <a:pt x="1276" y="736"/>
                  </a:lnTo>
                  <a:lnTo>
                    <a:pt x="1286" y="777"/>
                  </a:lnTo>
                  <a:lnTo>
                    <a:pt x="1292" y="820"/>
                  </a:lnTo>
                  <a:lnTo>
                    <a:pt x="1293" y="861"/>
                  </a:lnTo>
                  <a:lnTo>
                    <a:pt x="1291" y="905"/>
                  </a:lnTo>
                  <a:lnTo>
                    <a:pt x="1285" y="948"/>
                  </a:lnTo>
                  <a:lnTo>
                    <a:pt x="1273" y="991"/>
                  </a:lnTo>
                  <a:lnTo>
                    <a:pt x="1258" y="1031"/>
                  </a:lnTo>
                  <a:lnTo>
                    <a:pt x="1239" y="1070"/>
                  </a:lnTo>
                  <a:lnTo>
                    <a:pt x="1216" y="1108"/>
                  </a:lnTo>
                  <a:lnTo>
                    <a:pt x="1189" y="1143"/>
                  </a:lnTo>
                  <a:lnTo>
                    <a:pt x="1160" y="1174"/>
                  </a:lnTo>
                  <a:lnTo>
                    <a:pt x="1126" y="1202"/>
                  </a:lnTo>
                  <a:lnTo>
                    <a:pt x="1091" y="1228"/>
                  </a:lnTo>
                  <a:lnTo>
                    <a:pt x="1053" y="1248"/>
                  </a:lnTo>
                  <a:lnTo>
                    <a:pt x="1012" y="1266"/>
                  </a:lnTo>
                  <a:lnTo>
                    <a:pt x="970" y="1278"/>
                  </a:lnTo>
                  <a:lnTo>
                    <a:pt x="927" y="1287"/>
                  </a:lnTo>
                  <a:lnTo>
                    <a:pt x="884" y="1292"/>
                  </a:lnTo>
                  <a:lnTo>
                    <a:pt x="840" y="1292"/>
                  </a:lnTo>
                  <a:lnTo>
                    <a:pt x="797" y="1287"/>
                  </a:lnTo>
                  <a:lnTo>
                    <a:pt x="754" y="1278"/>
                  </a:lnTo>
                  <a:lnTo>
                    <a:pt x="712" y="1266"/>
                  </a:lnTo>
                  <a:lnTo>
                    <a:pt x="672" y="1248"/>
                  </a:lnTo>
                  <a:lnTo>
                    <a:pt x="634" y="1228"/>
                  </a:lnTo>
                  <a:lnTo>
                    <a:pt x="599" y="1202"/>
                  </a:lnTo>
                  <a:lnTo>
                    <a:pt x="565" y="1174"/>
                  </a:lnTo>
                  <a:lnTo>
                    <a:pt x="535" y="1143"/>
                  </a:lnTo>
                  <a:lnTo>
                    <a:pt x="509" y="1108"/>
                  </a:lnTo>
                  <a:lnTo>
                    <a:pt x="485" y="1070"/>
                  </a:lnTo>
                  <a:lnTo>
                    <a:pt x="466" y="1031"/>
                  </a:lnTo>
                  <a:lnTo>
                    <a:pt x="452" y="991"/>
                  </a:lnTo>
                  <a:lnTo>
                    <a:pt x="440" y="948"/>
                  </a:lnTo>
                  <a:lnTo>
                    <a:pt x="433" y="905"/>
                  </a:lnTo>
                  <a:lnTo>
                    <a:pt x="431" y="861"/>
                  </a:lnTo>
                  <a:lnTo>
                    <a:pt x="435" y="820"/>
                  </a:lnTo>
                  <a:lnTo>
                    <a:pt x="442" y="779"/>
                  </a:lnTo>
                  <a:lnTo>
                    <a:pt x="452" y="739"/>
                  </a:lnTo>
                  <a:lnTo>
                    <a:pt x="465" y="699"/>
                  </a:lnTo>
                  <a:lnTo>
                    <a:pt x="481" y="661"/>
                  </a:lnTo>
                  <a:lnTo>
                    <a:pt x="501" y="624"/>
                  </a:lnTo>
                  <a:lnTo>
                    <a:pt x="623" y="670"/>
                  </a:lnTo>
                  <a:lnTo>
                    <a:pt x="560" y="559"/>
                  </a:lnTo>
                  <a:lnTo>
                    <a:pt x="494" y="447"/>
                  </a:lnTo>
                  <a:lnTo>
                    <a:pt x="426" y="339"/>
                  </a:lnTo>
                  <a:lnTo>
                    <a:pt x="285" y="350"/>
                  </a:lnTo>
                  <a:lnTo>
                    <a:pt x="146" y="365"/>
                  </a:lnTo>
                  <a:lnTo>
                    <a:pt x="6" y="382"/>
                  </a:lnTo>
                  <a:lnTo>
                    <a:pt x="106" y="450"/>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9" name="Rectangle 5"/>
            <p:cNvSpPr>
              <a:spLocks noChangeArrowheads="1"/>
            </p:cNvSpPr>
            <p:nvPr/>
          </p:nvSpPr>
          <p:spPr bwMode="auto">
            <a:xfrm>
              <a:off x="638164" y="2486851"/>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10" name="Rectangle 6"/>
            <p:cNvSpPr>
              <a:spLocks noChangeArrowheads="1"/>
            </p:cNvSpPr>
            <p:nvPr/>
          </p:nvSpPr>
          <p:spPr bwMode="auto">
            <a:xfrm>
              <a:off x="1436341" y="1775651"/>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11" name="Rectangle 7"/>
            <p:cNvSpPr>
              <a:spLocks noChangeArrowheads="1"/>
            </p:cNvSpPr>
            <p:nvPr/>
          </p:nvSpPr>
          <p:spPr bwMode="auto">
            <a:xfrm>
              <a:off x="1436341" y="3390138"/>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grpSp>
      <p:grpSp>
        <p:nvGrpSpPr>
          <p:cNvPr id="50" name="Group 49"/>
          <p:cNvGrpSpPr/>
          <p:nvPr/>
        </p:nvGrpSpPr>
        <p:grpSpPr>
          <a:xfrm>
            <a:off x="6427988" y="1674486"/>
            <a:ext cx="1930897" cy="1801911"/>
            <a:chOff x="6387366" y="1598367"/>
            <a:chExt cx="2376488" cy="2217737"/>
          </a:xfrm>
          <a:solidFill>
            <a:schemeClr val="accent3"/>
          </a:solidFill>
        </p:grpSpPr>
        <p:sp>
          <p:nvSpPr>
            <p:cNvPr id="12" name="Freeform 12"/>
            <p:cNvSpPr>
              <a:spLocks/>
            </p:cNvSpPr>
            <p:nvPr/>
          </p:nvSpPr>
          <p:spPr bwMode="blackWhite">
            <a:xfrm>
              <a:off x="6565166" y="1598367"/>
              <a:ext cx="1976438" cy="939800"/>
            </a:xfrm>
            <a:custGeom>
              <a:avLst/>
              <a:gdLst>
                <a:gd name="T0" fmla="*/ 2147483647 w 1553"/>
                <a:gd name="T1" fmla="*/ 2147483647 h 753"/>
                <a:gd name="T2" fmla="*/ 2147483647 w 1553"/>
                <a:gd name="T3" fmla="*/ 2147483647 h 753"/>
                <a:gd name="T4" fmla="*/ 2147483647 w 1553"/>
                <a:gd name="T5" fmla="*/ 2147483647 h 753"/>
                <a:gd name="T6" fmla="*/ 2147483647 w 1553"/>
                <a:gd name="T7" fmla="*/ 2147483647 h 753"/>
                <a:gd name="T8" fmla="*/ 2147483647 w 1553"/>
                <a:gd name="T9" fmla="*/ 2147483647 h 753"/>
                <a:gd name="T10" fmla="*/ 2147483647 w 1553"/>
                <a:gd name="T11" fmla="*/ 2147483647 h 753"/>
                <a:gd name="T12" fmla="*/ 2147483647 w 1553"/>
                <a:gd name="T13" fmla="*/ 2147483647 h 753"/>
                <a:gd name="T14" fmla="*/ 2147483647 w 1553"/>
                <a:gd name="T15" fmla="*/ 2147483647 h 753"/>
                <a:gd name="T16" fmla="*/ 2147483647 w 1553"/>
                <a:gd name="T17" fmla="*/ 2147483647 h 753"/>
                <a:gd name="T18" fmla="*/ 2147483647 w 1553"/>
                <a:gd name="T19" fmla="*/ 2147483647 h 753"/>
                <a:gd name="T20" fmla="*/ 2147483647 w 1553"/>
                <a:gd name="T21" fmla="*/ 2147483647 h 753"/>
                <a:gd name="T22" fmla="*/ 2147483647 w 1553"/>
                <a:gd name="T23" fmla="*/ 2147483647 h 753"/>
                <a:gd name="T24" fmla="*/ 2147483647 w 1553"/>
                <a:gd name="T25" fmla="*/ 2147483647 h 753"/>
                <a:gd name="T26" fmla="*/ 2147483647 w 1553"/>
                <a:gd name="T27" fmla="*/ 0 h 753"/>
                <a:gd name="T28" fmla="*/ 2147483647 w 1553"/>
                <a:gd name="T29" fmla="*/ 2147483647 h 753"/>
                <a:gd name="T30" fmla="*/ 2147483647 w 1553"/>
                <a:gd name="T31" fmla="*/ 2147483647 h 753"/>
                <a:gd name="T32" fmla="*/ 2147483647 w 1553"/>
                <a:gd name="T33" fmla="*/ 2147483647 h 753"/>
                <a:gd name="T34" fmla="*/ 2147483647 w 1553"/>
                <a:gd name="T35" fmla="*/ 2147483647 h 753"/>
                <a:gd name="T36" fmla="*/ 2147483647 w 1553"/>
                <a:gd name="T37" fmla="*/ 2147483647 h 753"/>
                <a:gd name="T38" fmla="*/ 2147483647 w 1553"/>
                <a:gd name="T39" fmla="*/ 2147483647 h 753"/>
                <a:gd name="T40" fmla="*/ 2147483647 w 1553"/>
                <a:gd name="T41" fmla="*/ 2147483647 h 753"/>
                <a:gd name="T42" fmla="*/ 2147483647 w 1553"/>
                <a:gd name="T43" fmla="*/ 2147483647 h 753"/>
                <a:gd name="T44" fmla="*/ 2147483647 w 1553"/>
                <a:gd name="T45" fmla="*/ 2147483647 h 753"/>
                <a:gd name="T46" fmla="*/ 2147483647 w 1553"/>
                <a:gd name="T47" fmla="*/ 2147483647 h 753"/>
                <a:gd name="T48" fmla="*/ 2147483647 w 1553"/>
                <a:gd name="T49" fmla="*/ 2147483647 h 753"/>
                <a:gd name="T50" fmla="*/ 2147483647 w 1553"/>
                <a:gd name="T51" fmla="*/ 2147483647 h 753"/>
                <a:gd name="T52" fmla="*/ 2147483647 w 1553"/>
                <a:gd name="T53" fmla="*/ 2147483647 h 753"/>
                <a:gd name="T54" fmla="*/ 2147483647 w 1553"/>
                <a:gd name="T55" fmla="*/ 2147483647 h 753"/>
                <a:gd name="T56" fmla="*/ 2147483647 w 1553"/>
                <a:gd name="T57" fmla="*/ 2147483647 h 753"/>
                <a:gd name="T58" fmla="*/ 2147483647 w 1553"/>
                <a:gd name="T59" fmla="*/ 2147483647 h 753"/>
                <a:gd name="T60" fmla="*/ 2147483647 w 1553"/>
                <a:gd name="T61" fmla="*/ 2147483647 h 753"/>
                <a:gd name="T62" fmla="*/ 2147483647 w 1553"/>
                <a:gd name="T63" fmla="*/ 2147483647 h 753"/>
                <a:gd name="T64" fmla="*/ 2147483647 w 1553"/>
                <a:gd name="T65" fmla="*/ 2147483647 h 753"/>
                <a:gd name="T66" fmla="*/ 0 w 1553"/>
                <a:gd name="T67" fmla="*/ 2147483647 h 753"/>
                <a:gd name="T68" fmla="*/ 2147483647 w 1553"/>
                <a:gd name="T69" fmla="*/ 2147483647 h 753"/>
                <a:gd name="T70" fmla="*/ 2147483647 w 1553"/>
                <a:gd name="T71" fmla="*/ 2147483647 h 753"/>
                <a:gd name="T72" fmla="*/ 2147483647 w 1553"/>
                <a:gd name="T73" fmla="*/ 2147483647 h 753"/>
                <a:gd name="T74" fmla="*/ 2147483647 w 1553"/>
                <a:gd name="T75" fmla="*/ 2147483647 h 753"/>
                <a:gd name="T76" fmla="*/ 2147483647 w 1553"/>
                <a:gd name="T77" fmla="*/ 2147483647 h 753"/>
                <a:gd name="T78" fmla="*/ 2147483647 w 1553"/>
                <a:gd name="T79" fmla="*/ 2147483647 h 753"/>
                <a:gd name="T80" fmla="*/ 2147483647 w 1553"/>
                <a:gd name="T81" fmla="*/ 2147483647 h 753"/>
                <a:gd name="T82" fmla="*/ 2147483647 w 1553"/>
                <a:gd name="T83" fmla="*/ 2147483647 h 753"/>
                <a:gd name="T84" fmla="*/ 2147483647 w 1553"/>
                <a:gd name="T85" fmla="*/ 2147483647 h 753"/>
                <a:gd name="T86" fmla="*/ 2147483647 w 1553"/>
                <a:gd name="T87" fmla="*/ 2147483647 h 753"/>
                <a:gd name="T88" fmla="*/ 2147483647 w 1553"/>
                <a:gd name="T89" fmla="*/ 2147483647 h 753"/>
                <a:gd name="T90" fmla="*/ 2147483647 w 1553"/>
                <a:gd name="T91" fmla="*/ 2147483647 h 753"/>
                <a:gd name="T92" fmla="*/ 2147483647 w 1553"/>
                <a:gd name="T93" fmla="*/ 2147483647 h 753"/>
                <a:gd name="T94" fmla="*/ 2147483647 w 1553"/>
                <a:gd name="T95" fmla="*/ 2147483647 h 753"/>
                <a:gd name="T96" fmla="*/ 2147483647 w 1553"/>
                <a:gd name="T97" fmla="*/ 2147483647 h 753"/>
                <a:gd name="T98" fmla="*/ 2147483647 w 1553"/>
                <a:gd name="T99" fmla="*/ 2147483647 h 753"/>
                <a:gd name="T100" fmla="*/ 2147483647 w 1553"/>
                <a:gd name="T101" fmla="*/ 2147483647 h 753"/>
                <a:gd name="T102" fmla="*/ 2147483647 w 1553"/>
                <a:gd name="T103" fmla="*/ 2147483647 h 753"/>
                <a:gd name="T104" fmla="*/ 2147483647 w 1553"/>
                <a:gd name="T105" fmla="*/ 2147483647 h 753"/>
                <a:gd name="T106" fmla="*/ 2147483647 w 1553"/>
                <a:gd name="T107" fmla="*/ 2147483647 h 753"/>
                <a:gd name="T108" fmla="*/ 2147483647 w 1553"/>
                <a:gd name="T109" fmla="*/ 2147483647 h 7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53"/>
                <a:gd name="T166" fmla="*/ 0 h 753"/>
                <a:gd name="T167" fmla="*/ 1553 w 1553"/>
                <a:gd name="T168" fmla="*/ 753 h 75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53" h="753">
                  <a:moveTo>
                    <a:pt x="983" y="584"/>
                  </a:moveTo>
                  <a:lnTo>
                    <a:pt x="1417" y="541"/>
                  </a:lnTo>
                  <a:lnTo>
                    <a:pt x="1552" y="150"/>
                  </a:lnTo>
                  <a:lnTo>
                    <a:pt x="1447" y="227"/>
                  </a:lnTo>
                  <a:lnTo>
                    <a:pt x="1398" y="186"/>
                  </a:lnTo>
                  <a:lnTo>
                    <a:pt x="1347" y="149"/>
                  </a:lnTo>
                  <a:lnTo>
                    <a:pt x="1294" y="116"/>
                  </a:lnTo>
                  <a:lnTo>
                    <a:pt x="1238" y="87"/>
                  </a:lnTo>
                  <a:lnTo>
                    <a:pt x="1181" y="61"/>
                  </a:lnTo>
                  <a:lnTo>
                    <a:pt x="1122" y="41"/>
                  </a:lnTo>
                  <a:lnTo>
                    <a:pt x="1060" y="23"/>
                  </a:lnTo>
                  <a:lnTo>
                    <a:pt x="999" y="12"/>
                  </a:lnTo>
                  <a:lnTo>
                    <a:pt x="936" y="4"/>
                  </a:lnTo>
                  <a:lnTo>
                    <a:pt x="873" y="0"/>
                  </a:lnTo>
                  <a:lnTo>
                    <a:pt x="810" y="2"/>
                  </a:lnTo>
                  <a:lnTo>
                    <a:pt x="748" y="8"/>
                  </a:lnTo>
                  <a:lnTo>
                    <a:pt x="685" y="19"/>
                  </a:lnTo>
                  <a:lnTo>
                    <a:pt x="624" y="34"/>
                  </a:lnTo>
                  <a:lnTo>
                    <a:pt x="564" y="53"/>
                  </a:lnTo>
                  <a:lnTo>
                    <a:pt x="506" y="76"/>
                  </a:lnTo>
                  <a:lnTo>
                    <a:pt x="449" y="104"/>
                  </a:lnTo>
                  <a:lnTo>
                    <a:pt x="395" y="137"/>
                  </a:lnTo>
                  <a:lnTo>
                    <a:pt x="342" y="172"/>
                  </a:lnTo>
                  <a:lnTo>
                    <a:pt x="294" y="212"/>
                  </a:lnTo>
                  <a:lnTo>
                    <a:pt x="248" y="254"/>
                  </a:lnTo>
                  <a:lnTo>
                    <a:pt x="205" y="301"/>
                  </a:lnTo>
                  <a:lnTo>
                    <a:pt x="165" y="350"/>
                  </a:lnTo>
                  <a:lnTo>
                    <a:pt x="130" y="401"/>
                  </a:lnTo>
                  <a:lnTo>
                    <a:pt x="98" y="456"/>
                  </a:lnTo>
                  <a:lnTo>
                    <a:pt x="71" y="512"/>
                  </a:lnTo>
                  <a:lnTo>
                    <a:pt x="46" y="570"/>
                  </a:lnTo>
                  <a:lnTo>
                    <a:pt x="27" y="631"/>
                  </a:lnTo>
                  <a:lnTo>
                    <a:pt x="11" y="692"/>
                  </a:lnTo>
                  <a:lnTo>
                    <a:pt x="0" y="752"/>
                  </a:lnTo>
                  <a:lnTo>
                    <a:pt x="222" y="608"/>
                  </a:lnTo>
                  <a:lnTo>
                    <a:pt x="440" y="749"/>
                  </a:lnTo>
                  <a:lnTo>
                    <a:pt x="455" y="710"/>
                  </a:lnTo>
                  <a:lnTo>
                    <a:pt x="474" y="670"/>
                  </a:lnTo>
                  <a:lnTo>
                    <a:pt x="498" y="632"/>
                  </a:lnTo>
                  <a:lnTo>
                    <a:pt x="525" y="596"/>
                  </a:lnTo>
                  <a:lnTo>
                    <a:pt x="556" y="563"/>
                  </a:lnTo>
                  <a:lnTo>
                    <a:pt x="589" y="533"/>
                  </a:lnTo>
                  <a:lnTo>
                    <a:pt x="626" y="507"/>
                  </a:lnTo>
                  <a:lnTo>
                    <a:pt x="665" y="485"/>
                  </a:lnTo>
                  <a:lnTo>
                    <a:pt x="706" y="467"/>
                  </a:lnTo>
                  <a:lnTo>
                    <a:pt x="749" y="453"/>
                  </a:lnTo>
                  <a:lnTo>
                    <a:pt x="793" y="443"/>
                  </a:lnTo>
                  <a:lnTo>
                    <a:pt x="837" y="438"/>
                  </a:lnTo>
                  <a:lnTo>
                    <a:pt x="882" y="438"/>
                  </a:lnTo>
                  <a:lnTo>
                    <a:pt x="927" y="442"/>
                  </a:lnTo>
                  <a:lnTo>
                    <a:pt x="971" y="450"/>
                  </a:lnTo>
                  <a:lnTo>
                    <a:pt x="1014" y="464"/>
                  </a:lnTo>
                  <a:lnTo>
                    <a:pt x="1055" y="480"/>
                  </a:lnTo>
                  <a:lnTo>
                    <a:pt x="1095" y="502"/>
                  </a:lnTo>
                  <a:lnTo>
                    <a:pt x="983" y="584"/>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13" name="Freeform 13"/>
            <p:cNvSpPr>
              <a:spLocks/>
            </p:cNvSpPr>
            <p:nvPr/>
          </p:nvSpPr>
          <p:spPr bwMode="blackWhite">
            <a:xfrm>
              <a:off x="6387366" y="2427042"/>
              <a:ext cx="1554163" cy="1336675"/>
            </a:xfrm>
            <a:custGeom>
              <a:avLst/>
              <a:gdLst>
                <a:gd name="T0" fmla="*/ 1552890 w 1221"/>
                <a:gd name="T1" fmla="*/ 1300481 h 1071"/>
                <a:gd name="T2" fmla="*/ 1275406 w 1221"/>
                <a:gd name="T3" fmla="*/ 1057109 h 1071"/>
                <a:gd name="T4" fmla="*/ 1375963 w 1221"/>
                <a:gd name="T5" fmla="*/ 786279 h 1071"/>
                <a:gd name="T6" fmla="*/ 1321230 w 1221"/>
                <a:gd name="T7" fmla="*/ 792520 h 1071"/>
                <a:gd name="T8" fmla="*/ 1265223 w 1221"/>
                <a:gd name="T9" fmla="*/ 793768 h 1071"/>
                <a:gd name="T10" fmla="*/ 1209218 w 1221"/>
                <a:gd name="T11" fmla="*/ 791272 h 1071"/>
                <a:gd name="T12" fmla="*/ 1153212 w 1221"/>
                <a:gd name="T13" fmla="*/ 781287 h 1071"/>
                <a:gd name="T14" fmla="*/ 1101024 w 1221"/>
                <a:gd name="T15" fmla="*/ 766310 h 1071"/>
                <a:gd name="T16" fmla="*/ 1047564 w 1221"/>
                <a:gd name="T17" fmla="*/ 747589 h 1071"/>
                <a:gd name="T18" fmla="*/ 997923 w 1221"/>
                <a:gd name="T19" fmla="*/ 722628 h 1071"/>
                <a:gd name="T20" fmla="*/ 950827 w 1221"/>
                <a:gd name="T21" fmla="*/ 693923 h 1071"/>
                <a:gd name="T22" fmla="*/ 907550 w 1221"/>
                <a:gd name="T23" fmla="*/ 658977 h 1071"/>
                <a:gd name="T24" fmla="*/ 868091 w 1221"/>
                <a:gd name="T25" fmla="*/ 619039 h 1071"/>
                <a:gd name="T26" fmla="*/ 831178 w 1221"/>
                <a:gd name="T27" fmla="*/ 577853 h 1071"/>
                <a:gd name="T28" fmla="*/ 800629 w 1221"/>
                <a:gd name="T29" fmla="*/ 532923 h 1071"/>
                <a:gd name="T30" fmla="*/ 775172 w 1221"/>
                <a:gd name="T31" fmla="*/ 486744 h 1071"/>
                <a:gd name="T32" fmla="*/ 756079 w 1221"/>
                <a:gd name="T33" fmla="*/ 439318 h 1071"/>
                <a:gd name="T34" fmla="*/ 739532 w 1221"/>
                <a:gd name="T35" fmla="*/ 391892 h 1071"/>
                <a:gd name="T36" fmla="*/ 729349 w 1221"/>
                <a:gd name="T37" fmla="*/ 340721 h 1071"/>
                <a:gd name="T38" fmla="*/ 722985 w 1221"/>
                <a:gd name="T39" fmla="*/ 289550 h 1071"/>
                <a:gd name="T40" fmla="*/ 906277 w 1221"/>
                <a:gd name="T41" fmla="*/ 289550 h 1071"/>
                <a:gd name="T42" fmla="*/ 468413 w 1221"/>
                <a:gd name="T43" fmla="*/ 0 h 1071"/>
                <a:gd name="T44" fmla="*/ 0 w 1221"/>
                <a:gd name="T45" fmla="*/ 293295 h 1071"/>
                <a:gd name="T46" fmla="*/ 170563 w 1221"/>
                <a:gd name="T47" fmla="*/ 292047 h 1071"/>
                <a:gd name="T48" fmla="*/ 176928 w 1221"/>
                <a:gd name="T49" fmla="*/ 369427 h 1071"/>
                <a:gd name="T50" fmla="*/ 188383 w 1221"/>
                <a:gd name="T51" fmla="*/ 446806 h 1071"/>
                <a:gd name="T52" fmla="*/ 204931 w 1221"/>
                <a:gd name="T53" fmla="*/ 522938 h 1071"/>
                <a:gd name="T54" fmla="*/ 226569 w 1221"/>
                <a:gd name="T55" fmla="*/ 597822 h 1071"/>
                <a:gd name="T56" fmla="*/ 254572 w 1221"/>
                <a:gd name="T57" fmla="*/ 671458 h 1071"/>
                <a:gd name="T58" fmla="*/ 288939 w 1221"/>
                <a:gd name="T59" fmla="*/ 742597 h 1071"/>
                <a:gd name="T60" fmla="*/ 327125 w 1221"/>
                <a:gd name="T61" fmla="*/ 811241 h 1071"/>
                <a:gd name="T62" fmla="*/ 370402 w 1221"/>
                <a:gd name="T63" fmla="*/ 876140 h 1071"/>
                <a:gd name="T64" fmla="*/ 417498 w 1221"/>
                <a:gd name="T65" fmla="*/ 937295 h 1071"/>
                <a:gd name="T66" fmla="*/ 469686 w 1221"/>
                <a:gd name="T67" fmla="*/ 994706 h 1071"/>
                <a:gd name="T68" fmla="*/ 525691 w 1221"/>
                <a:gd name="T69" fmla="*/ 1049620 h 1071"/>
                <a:gd name="T70" fmla="*/ 584243 w 1221"/>
                <a:gd name="T71" fmla="*/ 1100791 h 1071"/>
                <a:gd name="T72" fmla="*/ 647886 w 1221"/>
                <a:gd name="T73" fmla="*/ 1146969 h 1071"/>
                <a:gd name="T74" fmla="*/ 715348 w 1221"/>
                <a:gd name="T75" fmla="*/ 1186907 h 1071"/>
                <a:gd name="T76" fmla="*/ 785355 w 1221"/>
                <a:gd name="T77" fmla="*/ 1224349 h 1071"/>
                <a:gd name="T78" fmla="*/ 856635 w 1221"/>
                <a:gd name="T79" fmla="*/ 1256799 h 1071"/>
                <a:gd name="T80" fmla="*/ 931734 w 1221"/>
                <a:gd name="T81" fmla="*/ 1281760 h 1071"/>
                <a:gd name="T82" fmla="*/ 1006833 w 1221"/>
                <a:gd name="T83" fmla="*/ 1304225 h 1071"/>
                <a:gd name="T84" fmla="*/ 1084477 w 1221"/>
                <a:gd name="T85" fmla="*/ 1319202 h 1071"/>
                <a:gd name="T86" fmla="*/ 1162122 w 1221"/>
                <a:gd name="T87" fmla="*/ 1331683 h 1071"/>
                <a:gd name="T88" fmla="*/ 1241039 w 1221"/>
                <a:gd name="T89" fmla="*/ 1335427 h 1071"/>
                <a:gd name="T90" fmla="*/ 1319957 w 1221"/>
                <a:gd name="T91" fmla="*/ 1335427 h 1071"/>
                <a:gd name="T92" fmla="*/ 1397601 w 1221"/>
                <a:gd name="T93" fmla="*/ 1330435 h 1071"/>
                <a:gd name="T94" fmla="*/ 1476519 w 1221"/>
                <a:gd name="T95" fmla="*/ 1317954 h 1071"/>
                <a:gd name="T96" fmla="*/ 1552890 w 1221"/>
                <a:gd name="T97" fmla="*/ 1300481 h 10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221"/>
                <a:gd name="T148" fmla="*/ 0 h 1071"/>
                <a:gd name="T149" fmla="*/ 1221 w 1221"/>
                <a:gd name="T150" fmla="*/ 1071 h 10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221" h="1071">
                  <a:moveTo>
                    <a:pt x="1220" y="1042"/>
                  </a:moveTo>
                  <a:lnTo>
                    <a:pt x="1002" y="847"/>
                  </a:lnTo>
                  <a:lnTo>
                    <a:pt x="1081" y="630"/>
                  </a:lnTo>
                  <a:lnTo>
                    <a:pt x="1038" y="635"/>
                  </a:lnTo>
                  <a:lnTo>
                    <a:pt x="994" y="636"/>
                  </a:lnTo>
                  <a:lnTo>
                    <a:pt x="950" y="634"/>
                  </a:lnTo>
                  <a:lnTo>
                    <a:pt x="906" y="626"/>
                  </a:lnTo>
                  <a:lnTo>
                    <a:pt x="865" y="614"/>
                  </a:lnTo>
                  <a:lnTo>
                    <a:pt x="823" y="599"/>
                  </a:lnTo>
                  <a:lnTo>
                    <a:pt x="784" y="579"/>
                  </a:lnTo>
                  <a:lnTo>
                    <a:pt x="747" y="556"/>
                  </a:lnTo>
                  <a:lnTo>
                    <a:pt x="713" y="528"/>
                  </a:lnTo>
                  <a:lnTo>
                    <a:pt x="682" y="496"/>
                  </a:lnTo>
                  <a:lnTo>
                    <a:pt x="653" y="463"/>
                  </a:lnTo>
                  <a:lnTo>
                    <a:pt x="629" y="427"/>
                  </a:lnTo>
                  <a:lnTo>
                    <a:pt x="609" y="390"/>
                  </a:lnTo>
                  <a:lnTo>
                    <a:pt x="594" y="352"/>
                  </a:lnTo>
                  <a:lnTo>
                    <a:pt x="581" y="314"/>
                  </a:lnTo>
                  <a:lnTo>
                    <a:pt x="573" y="273"/>
                  </a:lnTo>
                  <a:lnTo>
                    <a:pt x="568" y="232"/>
                  </a:lnTo>
                  <a:lnTo>
                    <a:pt x="712" y="232"/>
                  </a:lnTo>
                  <a:lnTo>
                    <a:pt x="368" y="0"/>
                  </a:lnTo>
                  <a:lnTo>
                    <a:pt x="0" y="235"/>
                  </a:lnTo>
                  <a:lnTo>
                    <a:pt x="134" y="234"/>
                  </a:lnTo>
                  <a:lnTo>
                    <a:pt x="139" y="296"/>
                  </a:lnTo>
                  <a:lnTo>
                    <a:pt x="148" y="358"/>
                  </a:lnTo>
                  <a:lnTo>
                    <a:pt x="161" y="419"/>
                  </a:lnTo>
                  <a:lnTo>
                    <a:pt x="178" y="479"/>
                  </a:lnTo>
                  <a:lnTo>
                    <a:pt x="200" y="538"/>
                  </a:lnTo>
                  <a:lnTo>
                    <a:pt x="227" y="595"/>
                  </a:lnTo>
                  <a:lnTo>
                    <a:pt x="257" y="650"/>
                  </a:lnTo>
                  <a:lnTo>
                    <a:pt x="291" y="702"/>
                  </a:lnTo>
                  <a:lnTo>
                    <a:pt x="328" y="751"/>
                  </a:lnTo>
                  <a:lnTo>
                    <a:pt x="369" y="797"/>
                  </a:lnTo>
                  <a:lnTo>
                    <a:pt x="413" y="841"/>
                  </a:lnTo>
                  <a:lnTo>
                    <a:pt x="459" y="882"/>
                  </a:lnTo>
                  <a:lnTo>
                    <a:pt x="509" y="919"/>
                  </a:lnTo>
                  <a:lnTo>
                    <a:pt x="562" y="951"/>
                  </a:lnTo>
                  <a:lnTo>
                    <a:pt x="617" y="981"/>
                  </a:lnTo>
                  <a:lnTo>
                    <a:pt x="673" y="1007"/>
                  </a:lnTo>
                  <a:lnTo>
                    <a:pt x="732" y="1027"/>
                  </a:lnTo>
                  <a:lnTo>
                    <a:pt x="791" y="1045"/>
                  </a:lnTo>
                  <a:lnTo>
                    <a:pt x="852" y="1057"/>
                  </a:lnTo>
                  <a:lnTo>
                    <a:pt x="913" y="1067"/>
                  </a:lnTo>
                  <a:lnTo>
                    <a:pt x="975" y="1070"/>
                  </a:lnTo>
                  <a:lnTo>
                    <a:pt x="1037" y="1070"/>
                  </a:lnTo>
                  <a:lnTo>
                    <a:pt x="1098" y="1066"/>
                  </a:lnTo>
                  <a:lnTo>
                    <a:pt x="1160" y="1056"/>
                  </a:lnTo>
                  <a:lnTo>
                    <a:pt x="1220" y="1042"/>
                  </a:lnTo>
                </a:path>
              </a:pathLst>
            </a:custGeom>
            <a:grpFill/>
            <a:ln w="6350" cap="rnd">
              <a:solidFill>
                <a:schemeClr val="bg1"/>
              </a:solidFill>
              <a:round/>
              <a:headEnd/>
              <a:tailEnd/>
            </a:ln>
          </p:spPr>
          <p:txBody>
            <a:bodyPr/>
            <a:lstStyle/>
            <a:p>
              <a:pPr>
                <a:buClr>
                  <a:schemeClr val="bg1"/>
                </a:buClr>
                <a:defRPr/>
              </a:pPr>
              <a:endParaRPr lang="en-US" sz="1000" dirty="0">
                <a:solidFill>
                  <a:schemeClr val="bg1"/>
                </a:solidFill>
                <a:latin typeface="Aptos" panose="020B0004020202020204" pitchFamily="34" charset="0"/>
              </a:endParaRPr>
            </a:p>
          </p:txBody>
        </p:sp>
        <p:sp>
          <p:nvSpPr>
            <p:cNvPr id="14" name="Freeform 14"/>
            <p:cNvSpPr>
              <a:spLocks/>
            </p:cNvSpPr>
            <p:nvPr/>
          </p:nvSpPr>
          <p:spPr bwMode="blackWhite">
            <a:xfrm>
              <a:off x="7754204" y="2019054"/>
              <a:ext cx="1009650" cy="1797050"/>
            </a:xfrm>
            <a:custGeom>
              <a:avLst/>
              <a:gdLst>
                <a:gd name="T0" fmla="*/ 2147483647 w 793"/>
                <a:gd name="T1" fmla="*/ 2147483647 h 1440"/>
                <a:gd name="T2" fmla="*/ 2147483647 w 793"/>
                <a:gd name="T3" fmla="*/ 2147483647 h 1440"/>
                <a:gd name="T4" fmla="*/ 2147483647 w 793"/>
                <a:gd name="T5" fmla="*/ 2147483647 h 1440"/>
                <a:gd name="T6" fmla="*/ 2147483647 w 793"/>
                <a:gd name="T7" fmla="*/ 2147483647 h 1440"/>
                <a:gd name="T8" fmla="*/ 2147483647 w 793"/>
                <a:gd name="T9" fmla="*/ 2147483647 h 1440"/>
                <a:gd name="T10" fmla="*/ 2147483647 w 793"/>
                <a:gd name="T11" fmla="*/ 2147483647 h 1440"/>
                <a:gd name="T12" fmla="*/ 2147483647 w 793"/>
                <a:gd name="T13" fmla="*/ 2147483647 h 1440"/>
                <a:gd name="T14" fmla="*/ 2147483647 w 793"/>
                <a:gd name="T15" fmla="*/ 2147483647 h 1440"/>
                <a:gd name="T16" fmla="*/ 2147483647 w 793"/>
                <a:gd name="T17" fmla="*/ 2147483647 h 1440"/>
                <a:gd name="T18" fmla="*/ 2147483647 w 793"/>
                <a:gd name="T19" fmla="*/ 2147483647 h 1440"/>
                <a:gd name="T20" fmla="*/ 2147483647 w 793"/>
                <a:gd name="T21" fmla="*/ 2147483647 h 1440"/>
                <a:gd name="T22" fmla="*/ 2147483647 w 793"/>
                <a:gd name="T23" fmla="*/ 2147483647 h 1440"/>
                <a:gd name="T24" fmla="*/ 2147483647 w 793"/>
                <a:gd name="T25" fmla="*/ 2147483647 h 1440"/>
                <a:gd name="T26" fmla="*/ 2147483647 w 793"/>
                <a:gd name="T27" fmla="*/ 2147483647 h 1440"/>
                <a:gd name="T28" fmla="*/ 2147483647 w 793"/>
                <a:gd name="T29" fmla="*/ 2147483647 h 1440"/>
                <a:gd name="T30" fmla="*/ 2147483647 w 793"/>
                <a:gd name="T31" fmla="*/ 2147483647 h 1440"/>
                <a:gd name="T32" fmla="*/ 2147483647 w 793"/>
                <a:gd name="T33" fmla="*/ 2147483647 h 1440"/>
                <a:gd name="T34" fmla="*/ 2147483647 w 793"/>
                <a:gd name="T35" fmla="*/ 2147483647 h 1440"/>
                <a:gd name="T36" fmla="*/ 2147483647 w 793"/>
                <a:gd name="T37" fmla="*/ 2147483647 h 1440"/>
                <a:gd name="T38" fmla="*/ 2147483647 w 793"/>
                <a:gd name="T39" fmla="*/ 2147483647 h 1440"/>
                <a:gd name="T40" fmla="*/ 2147483647 w 793"/>
                <a:gd name="T41" fmla="*/ 2147483647 h 1440"/>
                <a:gd name="T42" fmla="*/ 2147483647 w 793"/>
                <a:gd name="T43" fmla="*/ 2147483647 h 1440"/>
                <a:gd name="T44" fmla="*/ 2147483647 w 793"/>
                <a:gd name="T45" fmla="*/ 2147483647 h 1440"/>
                <a:gd name="T46" fmla="*/ 2147483647 w 793"/>
                <a:gd name="T47" fmla="*/ 2147483647 h 1440"/>
                <a:gd name="T48" fmla="*/ 2147483647 w 793"/>
                <a:gd name="T49" fmla="*/ 2147483647 h 1440"/>
                <a:gd name="T50" fmla="*/ 2147483647 w 793"/>
                <a:gd name="T51" fmla="*/ 2147483647 h 1440"/>
                <a:gd name="T52" fmla="*/ 2147483647 w 793"/>
                <a:gd name="T53" fmla="*/ 0 h 1440"/>
                <a:gd name="T54" fmla="*/ 2147483647 w 793"/>
                <a:gd name="T55" fmla="*/ 2147483647 h 1440"/>
                <a:gd name="T56" fmla="*/ 2147483647 w 793"/>
                <a:gd name="T57" fmla="*/ 2147483647 h 1440"/>
                <a:gd name="T58" fmla="*/ 2147483647 w 793"/>
                <a:gd name="T59" fmla="*/ 2147483647 h 1440"/>
                <a:gd name="T60" fmla="*/ 2147483647 w 793"/>
                <a:gd name="T61" fmla="*/ 2147483647 h 1440"/>
                <a:gd name="T62" fmla="*/ 2147483647 w 793"/>
                <a:gd name="T63" fmla="*/ 2147483647 h 1440"/>
                <a:gd name="T64" fmla="*/ 2147483647 w 793"/>
                <a:gd name="T65" fmla="*/ 2147483647 h 1440"/>
                <a:gd name="T66" fmla="*/ 2147483647 w 793"/>
                <a:gd name="T67" fmla="*/ 2147483647 h 1440"/>
                <a:gd name="T68" fmla="*/ 2147483647 w 793"/>
                <a:gd name="T69" fmla="*/ 2147483647 h 1440"/>
                <a:gd name="T70" fmla="*/ 2147483647 w 793"/>
                <a:gd name="T71" fmla="*/ 2147483647 h 1440"/>
                <a:gd name="T72" fmla="*/ 2147483647 w 793"/>
                <a:gd name="T73" fmla="*/ 2147483647 h 1440"/>
                <a:gd name="T74" fmla="*/ 2147483647 w 793"/>
                <a:gd name="T75" fmla="*/ 2147483647 h 1440"/>
                <a:gd name="T76" fmla="*/ 2147483647 w 793"/>
                <a:gd name="T77" fmla="*/ 2147483647 h 1440"/>
                <a:gd name="T78" fmla="*/ 2147483647 w 793"/>
                <a:gd name="T79" fmla="*/ 2147483647 h 1440"/>
                <a:gd name="T80" fmla="*/ 2147483647 w 793"/>
                <a:gd name="T81" fmla="*/ 2147483647 h 1440"/>
                <a:gd name="T82" fmla="*/ 2147483647 w 793"/>
                <a:gd name="T83" fmla="*/ 2147483647 h 1440"/>
                <a:gd name="T84" fmla="*/ 2147483647 w 793"/>
                <a:gd name="T85" fmla="*/ 2147483647 h 1440"/>
                <a:gd name="T86" fmla="*/ 2147483647 w 793"/>
                <a:gd name="T87" fmla="*/ 2147483647 h 1440"/>
                <a:gd name="T88" fmla="*/ 2147483647 w 793"/>
                <a:gd name="T89" fmla="*/ 2147483647 h 1440"/>
                <a:gd name="T90" fmla="*/ 2147483647 w 793"/>
                <a:gd name="T91" fmla="*/ 2147483647 h 1440"/>
                <a:gd name="T92" fmla="*/ 0 w 793"/>
                <a:gd name="T93" fmla="*/ 2147483647 h 1440"/>
                <a:gd name="T94" fmla="*/ 2147483647 w 793"/>
                <a:gd name="T95" fmla="*/ 2147483647 h 1440"/>
                <a:gd name="T96" fmla="*/ 2147483647 w 793"/>
                <a:gd name="T97" fmla="*/ 2147483647 h 14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93"/>
                <a:gd name="T148" fmla="*/ 0 h 1440"/>
                <a:gd name="T149" fmla="*/ 793 w 793"/>
                <a:gd name="T150" fmla="*/ 1440 h 144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93" h="1440">
                  <a:moveTo>
                    <a:pt x="286" y="1316"/>
                  </a:moveTo>
                  <a:lnTo>
                    <a:pt x="340" y="1290"/>
                  </a:lnTo>
                  <a:lnTo>
                    <a:pt x="392" y="1260"/>
                  </a:lnTo>
                  <a:lnTo>
                    <a:pt x="442" y="1225"/>
                  </a:lnTo>
                  <a:lnTo>
                    <a:pt x="490" y="1187"/>
                  </a:lnTo>
                  <a:lnTo>
                    <a:pt x="535" y="1146"/>
                  </a:lnTo>
                  <a:lnTo>
                    <a:pt x="576" y="1102"/>
                  </a:lnTo>
                  <a:lnTo>
                    <a:pt x="616" y="1055"/>
                  </a:lnTo>
                  <a:lnTo>
                    <a:pt x="650" y="1005"/>
                  </a:lnTo>
                  <a:lnTo>
                    <a:pt x="682" y="953"/>
                  </a:lnTo>
                  <a:lnTo>
                    <a:pt x="709" y="900"/>
                  </a:lnTo>
                  <a:lnTo>
                    <a:pt x="734" y="844"/>
                  </a:lnTo>
                  <a:lnTo>
                    <a:pt x="753" y="786"/>
                  </a:lnTo>
                  <a:lnTo>
                    <a:pt x="770" y="727"/>
                  </a:lnTo>
                  <a:lnTo>
                    <a:pt x="781" y="668"/>
                  </a:lnTo>
                  <a:lnTo>
                    <a:pt x="789" y="608"/>
                  </a:lnTo>
                  <a:lnTo>
                    <a:pt x="792" y="547"/>
                  </a:lnTo>
                  <a:lnTo>
                    <a:pt x="790" y="487"/>
                  </a:lnTo>
                  <a:lnTo>
                    <a:pt x="786" y="427"/>
                  </a:lnTo>
                  <a:lnTo>
                    <a:pt x="775" y="367"/>
                  </a:lnTo>
                  <a:lnTo>
                    <a:pt x="762" y="308"/>
                  </a:lnTo>
                  <a:lnTo>
                    <a:pt x="744" y="249"/>
                  </a:lnTo>
                  <a:lnTo>
                    <a:pt x="722" y="193"/>
                  </a:lnTo>
                  <a:lnTo>
                    <a:pt x="697" y="137"/>
                  </a:lnTo>
                  <a:lnTo>
                    <a:pt x="667" y="84"/>
                  </a:lnTo>
                  <a:lnTo>
                    <a:pt x="639" y="41"/>
                  </a:lnTo>
                  <a:lnTo>
                    <a:pt x="609" y="0"/>
                  </a:lnTo>
                  <a:lnTo>
                    <a:pt x="521" y="247"/>
                  </a:lnTo>
                  <a:lnTo>
                    <a:pt x="277" y="280"/>
                  </a:lnTo>
                  <a:lnTo>
                    <a:pt x="294" y="308"/>
                  </a:lnTo>
                  <a:lnTo>
                    <a:pt x="316" y="347"/>
                  </a:lnTo>
                  <a:lnTo>
                    <a:pt x="332" y="389"/>
                  </a:lnTo>
                  <a:lnTo>
                    <a:pt x="345" y="431"/>
                  </a:lnTo>
                  <a:lnTo>
                    <a:pt x="353" y="475"/>
                  </a:lnTo>
                  <a:lnTo>
                    <a:pt x="357" y="519"/>
                  </a:lnTo>
                  <a:lnTo>
                    <a:pt x="355" y="564"/>
                  </a:lnTo>
                  <a:lnTo>
                    <a:pt x="350" y="608"/>
                  </a:lnTo>
                  <a:lnTo>
                    <a:pt x="339" y="652"/>
                  </a:lnTo>
                  <a:lnTo>
                    <a:pt x="325" y="694"/>
                  </a:lnTo>
                  <a:lnTo>
                    <a:pt x="306" y="734"/>
                  </a:lnTo>
                  <a:lnTo>
                    <a:pt x="284" y="772"/>
                  </a:lnTo>
                  <a:lnTo>
                    <a:pt x="257" y="808"/>
                  </a:lnTo>
                  <a:lnTo>
                    <a:pt x="227" y="841"/>
                  </a:lnTo>
                  <a:lnTo>
                    <a:pt x="193" y="871"/>
                  </a:lnTo>
                  <a:lnTo>
                    <a:pt x="156" y="896"/>
                  </a:lnTo>
                  <a:lnTo>
                    <a:pt x="113" y="761"/>
                  </a:lnTo>
                  <a:lnTo>
                    <a:pt x="0" y="1169"/>
                  </a:lnTo>
                  <a:lnTo>
                    <a:pt x="321" y="1439"/>
                  </a:lnTo>
                  <a:lnTo>
                    <a:pt x="286" y="1316"/>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15" name="Rectangle 33"/>
            <p:cNvSpPr>
              <a:spLocks noChangeArrowheads="1"/>
            </p:cNvSpPr>
            <p:nvPr/>
          </p:nvSpPr>
          <p:spPr bwMode="blackWhite">
            <a:xfrm>
              <a:off x="7388248" y="1808064"/>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16" name="Rectangle 37"/>
            <p:cNvSpPr>
              <a:spLocks noChangeArrowheads="1"/>
            </p:cNvSpPr>
            <p:nvPr/>
          </p:nvSpPr>
          <p:spPr bwMode="blackWhite">
            <a:xfrm>
              <a:off x="8283945" y="2851829"/>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17" name="Rectangle 38"/>
            <p:cNvSpPr>
              <a:spLocks noChangeArrowheads="1"/>
            </p:cNvSpPr>
            <p:nvPr/>
          </p:nvSpPr>
          <p:spPr bwMode="blackWhite">
            <a:xfrm>
              <a:off x="6899943" y="3080430"/>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grpSp>
      <p:grpSp>
        <p:nvGrpSpPr>
          <p:cNvPr id="51" name="Group 50"/>
          <p:cNvGrpSpPr/>
          <p:nvPr/>
        </p:nvGrpSpPr>
        <p:grpSpPr>
          <a:xfrm>
            <a:off x="6539014" y="3522632"/>
            <a:ext cx="1865114" cy="2052141"/>
            <a:chOff x="6524013" y="3873012"/>
            <a:chExt cx="2295525" cy="2525712"/>
          </a:xfrm>
          <a:solidFill>
            <a:schemeClr val="accent3"/>
          </a:solidFill>
        </p:grpSpPr>
        <p:sp>
          <p:nvSpPr>
            <p:cNvPr id="18" name="Freeform 24"/>
            <p:cNvSpPr>
              <a:spLocks/>
            </p:cNvSpPr>
            <p:nvPr/>
          </p:nvSpPr>
          <p:spPr bwMode="blackWhite">
            <a:xfrm>
              <a:off x="7698763" y="4038112"/>
              <a:ext cx="1065212" cy="868362"/>
            </a:xfrm>
            <a:custGeom>
              <a:avLst/>
              <a:gdLst>
                <a:gd name="T0" fmla="*/ 2147483647 w 869"/>
                <a:gd name="T1" fmla="*/ 2147483647 h 712"/>
                <a:gd name="T2" fmla="*/ 2147483647 w 869"/>
                <a:gd name="T3" fmla="*/ 2147483647 h 712"/>
                <a:gd name="T4" fmla="*/ 2147483647 w 869"/>
                <a:gd name="T5" fmla="*/ 2147483647 h 712"/>
                <a:gd name="T6" fmla="*/ 2147483647 w 869"/>
                <a:gd name="T7" fmla="*/ 2147483647 h 712"/>
                <a:gd name="T8" fmla="*/ 2147483647 w 869"/>
                <a:gd name="T9" fmla="*/ 2147483647 h 712"/>
                <a:gd name="T10" fmla="*/ 2147483647 w 869"/>
                <a:gd name="T11" fmla="*/ 2147483647 h 712"/>
                <a:gd name="T12" fmla="*/ 2147483647 w 869"/>
                <a:gd name="T13" fmla="*/ 2147483647 h 712"/>
                <a:gd name="T14" fmla="*/ 2147483647 w 869"/>
                <a:gd name="T15" fmla="*/ 2147483647 h 712"/>
                <a:gd name="T16" fmla="*/ 2147483647 w 869"/>
                <a:gd name="T17" fmla="*/ 2147483647 h 712"/>
                <a:gd name="T18" fmla="*/ 2147483647 w 869"/>
                <a:gd name="T19" fmla="*/ 2147483647 h 712"/>
                <a:gd name="T20" fmla="*/ 2147483647 w 869"/>
                <a:gd name="T21" fmla="*/ 2147483647 h 712"/>
                <a:gd name="T22" fmla="*/ 2147483647 w 869"/>
                <a:gd name="T23" fmla="*/ 2147483647 h 712"/>
                <a:gd name="T24" fmla="*/ 2147483647 w 869"/>
                <a:gd name="T25" fmla="*/ 2147483647 h 712"/>
                <a:gd name="T26" fmla="*/ 2147483647 w 869"/>
                <a:gd name="T27" fmla="*/ 2147483647 h 712"/>
                <a:gd name="T28" fmla="*/ 2147483647 w 869"/>
                <a:gd name="T29" fmla="*/ 2147483647 h 712"/>
                <a:gd name="T30" fmla="*/ 2147483647 w 869"/>
                <a:gd name="T31" fmla="*/ 2147483647 h 712"/>
                <a:gd name="T32" fmla="*/ 2147483647 w 869"/>
                <a:gd name="T33" fmla="*/ 2147483647 h 712"/>
                <a:gd name="T34" fmla="*/ 2147483647 w 869"/>
                <a:gd name="T35" fmla="*/ 2147483647 h 712"/>
                <a:gd name="T36" fmla="*/ 2147483647 w 869"/>
                <a:gd name="T37" fmla="*/ 2147483647 h 712"/>
                <a:gd name="T38" fmla="*/ 0 w 869"/>
                <a:gd name="T39" fmla="*/ 0 h 712"/>
                <a:gd name="T40" fmla="*/ 2147483647 w 869"/>
                <a:gd name="T41" fmla="*/ 2147483647 h 712"/>
                <a:gd name="T42" fmla="*/ 2147483647 w 869"/>
                <a:gd name="T43" fmla="*/ 2147483647 h 712"/>
                <a:gd name="T44" fmla="*/ 2147483647 w 869"/>
                <a:gd name="T45" fmla="*/ 2147483647 h 712"/>
                <a:gd name="T46" fmla="*/ 2147483647 w 869"/>
                <a:gd name="T47" fmla="*/ 2147483647 h 712"/>
                <a:gd name="T48" fmla="*/ 2147483647 w 869"/>
                <a:gd name="T49" fmla="*/ 2147483647 h 712"/>
                <a:gd name="T50" fmla="*/ 2147483647 w 869"/>
                <a:gd name="T51" fmla="*/ 2147483647 h 712"/>
                <a:gd name="T52" fmla="*/ 2147483647 w 869"/>
                <a:gd name="T53" fmla="*/ 2147483647 h 712"/>
                <a:gd name="T54" fmla="*/ 2147483647 w 869"/>
                <a:gd name="T55" fmla="*/ 2147483647 h 712"/>
                <a:gd name="T56" fmla="*/ 2147483647 w 869"/>
                <a:gd name="T57" fmla="*/ 2147483647 h 712"/>
                <a:gd name="T58" fmla="*/ 2147483647 w 869"/>
                <a:gd name="T59" fmla="*/ 2147483647 h 712"/>
                <a:gd name="T60" fmla="*/ 2147483647 w 869"/>
                <a:gd name="T61" fmla="*/ 2147483647 h 71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9"/>
                <a:gd name="T94" fmla="*/ 0 h 712"/>
                <a:gd name="T95" fmla="*/ 869 w 869"/>
                <a:gd name="T96" fmla="*/ 712 h 71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9" h="712">
                  <a:moveTo>
                    <a:pt x="192" y="710"/>
                  </a:moveTo>
                  <a:lnTo>
                    <a:pt x="657" y="711"/>
                  </a:lnTo>
                  <a:lnTo>
                    <a:pt x="731" y="583"/>
                  </a:lnTo>
                  <a:lnTo>
                    <a:pt x="801" y="452"/>
                  </a:lnTo>
                  <a:lnTo>
                    <a:pt x="868" y="319"/>
                  </a:lnTo>
                  <a:lnTo>
                    <a:pt x="729" y="400"/>
                  </a:lnTo>
                  <a:lnTo>
                    <a:pt x="694" y="349"/>
                  </a:lnTo>
                  <a:lnTo>
                    <a:pt x="655" y="301"/>
                  </a:lnTo>
                  <a:lnTo>
                    <a:pt x="613" y="256"/>
                  </a:lnTo>
                  <a:lnTo>
                    <a:pt x="567" y="213"/>
                  </a:lnTo>
                  <a:lnTo>
                    <a:pt x="519" y="175"/>
                  </a:lnTo>
                  <a:lnTo>
                    <a:pt x="467" y="140"/>
                  </a:lnTo>
                  <a:lnTo>
                    <a:pt x="415" y="108"/>
                  </a:lnTo>
                  <a:lnTo>
                    <a:pt x="360" y="80"/>
                  </a:lnTo>
                  <a:lnTo>
                    <a:pt x="302" y="56"/>
                  </a:lnTo>
                  <a:lnTo>
                    <a:pt x="244" y="36"/>
                  </a:lnTo>
                  <a:lnTo>
                    <a:pt x="184" y="21"/>
                  </a:lnTo>
                  <a:lnTo>
                    <a:pt x="123" y="9"/>
                  </a:lnTo>
                  <a:lnTo>
                    <a:pt x="61" y="2"/>
                  </a:lnTo>
                  <a:lnTo>
                    <a:pt x="0" y="0"/>
                  </a:lnTo>
                  <a:lnTo>
                    <a:pt x="164" y="206"/>
                  </a:lnTo>
                  <a:lnTo>
                    <a:pt x="63" y="445"/>
                  </a:lnTo>
                  <a:lnTo>
                    <a:pt x="104" y="455"/>
                  </a:lnTo>
                  <a:lnTo>
                    <a:pt x="145" y="468"/>
                  </a:lnTo>
                  <a:lnTo>
                    <a:pt x="184" y="485"/>
                  </a:lnTo>
                  <a:lnTo>
                    <a:pt x="221" y="505"/>
                  </a:lnTo>
                  <a:lnTo>
                    <a:pt x="256" y="530"/>
                  </a:lnTo>
                  <a:lnTo>
                    <a:pt x="290" y="557"/>
                  </a:lnTo>
                  <a:lnTo>
                    <a:pt x="320" y="587"/>
                  </a:lnTo>
                  <a:lnTo>
                    <a:pt x="348" y="620"/>
                  </a:lnTo>
                  <a:lnTo>
                    <a:pt x="192" y="710"/>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19" name="Freeform 25"/>
            <p:cNvSpPr>
              <a:spLocks/>
            </p:cNvSpPr>
            <p:nvPr/>
          </p:nvSpPr>
          <p:spPr bwMode="blackWhite">
            <a:xfrm>
              <a:off x="8001975" y="4676287"/>
              <a:ext cx="817563" cy="1044575"/>
            </a:xfrm>
            <a:custGeom>
              <a:avLst/>
              <a:gdLst>
                <a:gd name="T0" fmla="*/ 2147483647 w 667"/>
                <a:gd name="T1" fmla="*/ 2147483647 h 856"/>
                <a:gd name="T2" fmla="*/ 2147483647 w 667"/>
                <a:gd name="T3" fmla="*/ 2147483647 h 856"/>
                <a:gd name="T4" fmla="*/ 2147483647 w 667"/>
                <a:gd name="T5" fmla="*/ 2147483647 h 856"/>
                <a:gd name="T6" fmla="*/ 2147483647 w 667"/>
                <a:gd name="T7" fmla="*/ 2147483647 h 856"/>
                <a:gd name="T8" fmla="*/ 2147483647 w 667"/>
                <a:gd name="T9" fmla="*/ 2147483647 h 856"/>
                <a:gd name="T10" fmla="*/ 2147483647 w 667"/>
                <a:gd name="T11" fmla="*/ 2147483647 h 856"/>
                <a:gd name="T12" fmla="*/ 2147483647 w 667"/>
                <a:gd name="T13" fmla="*/ 2147483647 h 856"/>
                <a:gd name="T14" fmla="*/ 2147483647 w 667"/>
                <a:gd name="T15" fmla="*/ 2147483647 h 856"/>
                <a:gd name="T16" fmla="*/ 2147483647 w 667"/>
                <a:gd name="T17" fmla="*/ 2147483647 h 856"/>
                <a:gd name="T18" fmla="*/ 2147483647 w 667"/>
                <a:gd name="T19" fmla="*/ 2147483647 h 856"/>
                <a:gd name="T20" fmla="*/ 2147483647 w 667"/>
                <a:gd name="T21" fmla="*/ 2147483647 h 856"/>
                <a:gd name="T22" fmla="*/ 2147483647 w 667"/>
                <a:gd name="T23" fmla="*/ 2147483647 h 856"/>
                <a:gd name="T24" fmla="*/ 2147483647 w 667"/>
                <a:gd name="T25" fmla="*/ 2147483647 h 856"/>
                <a:gd name="T26" fmla="*/ 2147483647 w 667"/>
                <a:gd name="T27" fmla="*/ 2147483647 h 856"/>
                <a:gd name="T28" fmla="*/ 2147483647 w 667"/>
                <a:gd name="T29" fmla="*/ 2147483647 h 856"/>
                <a:gd name="T30" fmla="*/ 2147483647 w 667"/>
                <a:gd name="T31" fmla="*/ 0 h 856"/>
                <a:gd name="T32" fmla="*/ 2147483647 w 667"/>
                <a:gd name="T33" fmla="*/ 2147483647 h 856"/>
                <a:gd name="T34" fmla="*/ 2147483647 w 667"/>
                <a:gd name="T35" fmla="*/ 2147483647 h 856"/>
                <a:gd name="T36" fmla="*/ 2147483647 w 667"/>
                <a:gd name="T37" fmla="*/ 2147483647 h 856"/>
                <a:gd name="T38" fmla="*/ 2147483647 w 667"/>
                <a:gd name="T39" fmla="*/ 2147483647 h 856"/>
                <a:gd name="T40" fmla="*/ 2147483647 w 667"/>
                <a:gd name="T41" fmla="*/ 2147483647 h 856"/>
                <a:gd name="T42" fmla="*/ 2147483647 w 667"/>
                <a:gd name="T43" fmla="*/ 2147483647 h 856"/>
                <a:gd name="T44" fmla="*/ 2147483647 w 667"/>
                <a:gd name="T45" fmla="*/ 2147483647 h 856"/>
                <a:gd name="T46" fmla="*/ 2147483647 w 667"/>
                <a:gd name="T47" fmla="*/ 2147483647 h 856"/>
                <a:gd name="T48" fmla="*/ 2147483647 w 667"/>
                <a:gd name="T49" fmla="*/ 2147483647 h 856"/>
                <a:gd name="T50" fmla="*/ 2147483647 w 667"/>
                <a:gd name="T51" fmla="*/ 2147483647 h 856"/>
                <a:gd name="T52" fmla="*/ 0 w 667"/>
                <a:gd name="T53" fmla="*/ 2147483647 h 856"/>
                <a:gd name="T54" fmla="*/ 2147483647 w 667"/>
                <a:gd name="T55" fmla="*/ 2147483647 h 85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7"/>
                <a:gd name="T85" fmla="*/ 0 h 856"/>
                <a:gd name="T86" fmla="*/ 667 w 667"/>
                <a:gd name="T87" fmla="*/ 856 h 85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7" h="856">
                  <a:moveTo>
                    <a:pt x="205" y="855"/>
                  </a:moveTo>
                  <a:lnTo>
                    <a:pt x="666" y="846"/>
                  </a:lnTo>
                  <a:lnTo>
                    <a:pt x="523" y="764"/>
                  </a:lnTo>
                  <a:lnTo>
                    <a:pt x="551" y="709"/>
                  </a:lnTo>
                  <a:lnTo>
                    <a:pt x="574" y="653"/>
                  </a:lnTo>
                  <a:lnTo>
                    <a:pt x="593" y="595"/>
                  </a:lnTo>
                  <a:lnTo>
                    <a:pt x="608" y="535"/>
                  </a:lnTo>
                  <a:lnTo>
                    <a:pt x="619" y="476"/>
                  </a:lnTo>
                  <a:lnTo>
                    <a:pt x="625" y="415"/>
                  </a:lnTo>
                  <a:lnTo>
                    <a:pt x="627" y="354"/>
                  </a:lnTo>
                  <a:lnTo>
                    <a:pt x="625" y="293"/>
                  </a:lnTo>
                  <a:lnTo>
                    <a:pt x="618" y="233"/>
                  </a:lnTo>
                  <a:lnTo>
                    <a:pt x="607" y="172"/>
                  </a:lnTo>
                  <a:lnTo>
                    <a:pt x="592" y="114"/>
                  </a:lnTo>
                  <a:lnTo>
                    <a:pt x="572" y="56"/>
                  </a:lnTo>
                  <a:lnTo>
                    <a:pt x="549" y="0"/>
                  </a:lnTo>
                  <a:lnTo>
                    <a:pt x="427" y="219"/>
                  </a:lnTo>
                  <a:lnTo>
                    <a:pt x="163" y="216"/>
                  </a:lnTo>
                  <a:lnTo>
                    <a:pt x="174" y="255"/>
                  </a:lnTo>
                  <a:lnTo>
                    <a:pt x="181" y="298"/>
                  </a:lnTo>
                  <a:lnTo>
                    <a:pt x="184" y="340"/>
                  </a:lnTo>
                  <a:lnTo>
                    <a:pt x="183" y="381"/>
                  </a:lnTo>
                  <a:lnTo>
                    <a:pt x="178" y="423"/>
                  </a:lnTo>
                  <a:lnTo>
                    <a:pt x="170" y="464"/>
                  </a:lnTo>
                  <a:lnTo>
                    <a:pt x="158" y="505"/>
                  </a:lnTo>
                  <a:lnTo>
                    <a:pt x="142" y="544"/>
                  </a:lnTo>
                  <a:lnTo>
                    <a:pt x="0" y="465"/>
                  </a:lnTo>
                  <a:lnTo>
                    <a:pt x="205" y="855"/>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20" name="Freeform 26"/>
            <p:cNvSpPr>
              <a:spLocks/>
            </p:cNvSpPr>
            <p:nvPr/>
          </p:nvSpPr>
          <p:spPr bwMode="blackWhite">
            <a:xfrm>
              <a:off x="7486038" y="5443049"/>
              <a:ext cx="1074737" cy="955675"/>
            </a:xfrm>
            <a:custGeom>
              <a:avLst/>
              <a:gdLst>
                <a:gd name="T0" fmla="*/ 0 w 877"/>
                <a:gd name="T1" fmla="*/ 476619 h 784"/>
                <a:gd name="T2" fmla="*/ 269603 w 877"/>
                <a:gd name="T3" fmla="*/ 954456 h 784"/>
                <a:gd name="T4" fmla="*/ 269603 w 877"/>
                <a:gd name="T5" fmla="*/ 735041 h 784"/>
                <a:gd name="T6" fmla="*/ 341906 w 877"/>
                <a:gd name="T7" fmla="*/ 730165 h 784"/>
                <a:gd name="T8" fmla="*/ 412983 w 877"/>
                <a:gd name="T9" fmla="*/ 716756 h 784"/>
                <a:gd name="T10" fmla="*/ 482835 w 877"/>
                <a:gd name="T11" fmla="*/ 700910 h 784"/>
                <a:gd name="T12" fmla="*/ 551461 w 877"/>
                <a:gd name="T13" fmla="*/ 680187 h 784"/>
                <a:gd name="T14" fmla="*/ 618862 w 877"/>
                <a:gd name="T15" fmla="*/ 654589 h 784"/>
                <a:gd name="T16" fmla="*/ 685038 w 877"/>
                <a:gd name="T17" fmla="*/ 625333 h 784"/>
                <a:gd name="T18" fmla="*/ 748762 w 877"/>
                <a:gd name="T19" fmla="*/ 591202 h 784"/>
                <a:gd name="T20" fmla="*/ 810036 w 877"/>
                <a:gd name="T21" fmla="*/ 553414 h 784"/>
                <a:gd name="T22" fmla="*/ 867633 w 877"/>
                <a:gd name="T23" fmla="*/ 509531 h 784"/>
                <a:gd name="T24" fmla="*/ 925230 w 877"/>
                <a:gd name="T25" fmla="*/ 463210 h 784"/>
                <a:gd name="T26" fmla="*/ 979150 w 877"/>
                <a:gd name="T27" fmla="*/ 412013 h 784"/>
                <a:gd name="T28" fmla="*/ 1026944 w 877"/>
                <a:gd name="T29" fmla="*/ 357159 h 784"/>
                <a:gd name="T30" fmla="*/ 1073512 w 877"/>
                <a:gd name="T31" fmla="*/ 299867 h 784"/>
                <a:gd name="T32" fmla="*/ 747537 w 877"/>
                <a:gd name="T33" fmla="*/ 316933 h 784"/>
                <a:gd name="T34" fmla="*/ 599255 w 877"/>
                <a:gd name="T35" fmla="*/ 32912 h 784"/>
                <a:gd name="T36" fmla="*/ 568618 w 877"/>
                <a:gd name="T37" fmla="*/ 60949 h 784"/>
                <a:gd name="T38" fmla="*/ 536756 w 877"/>
                <a:gd name="T39" fmla="*/ 88985 h 784"/>
                <a:gd name="T40" fmla="*/ 496315 w 877"/>
                <a:gd name="T41" fmla="*/ 115802 h 784"/>
                <a:gd name="T42" fmla="*/ 454649 w 877"/>
                <a:gd name="T43" fmla="*/ 141401 h 784"/>
                <a:gd name="T44" fmla="*/ 411758 w 877"/>
                <a:gd name="T45" fmla="*/ 160904 h 784"/>
                <a:gd name="T46" fmla="*/ 365190 w 877"/>
                <a:gd name="T47" fmla="*/ 179189 h 784"/>
                <a:gd name="T48" fmla="*/ 317397 w 877"/>
                <a:gd name="T49" fmla="*/ 190160 h 784"/>
                <a:gd name="T50" fmla="*/ 269603 w 877"/>
                <a:gd name="T51" fmla="*/ 198693 h 784"/>
                <a:gd name="T52" fmla="*/ 269603 w 877"/>
                <a:gd name="T53" fmla="*/ 0 h 784"/>
                <a:gd name="T54" fmla="*/ 0 w 877"/>
                <a:gd name="T55" fmla="*/ 476619 h 78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784"/>
                <a:gd name="T86" fmla="*/ 877 w 877"/>
                <a:gd name="T87" fmla="*/ 784 h 78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784">
                  <a:moveTo>
                    <a:pt x="0" y="391"/>
                  </a:moveTo>
                  <a:lnTo>
                    <a:pt x="220" y="783"/>
                  </a:lnTo>
                  <a:lnTo>
                    <a:pt x="220" y="603"/>
                  </a:lnTo>
                  <a:lnTo>
                    <a:pt x="279" y="599"/>
                  </a:lnTo>
                  <a:lnTo>
                    <a:pt x="337" y="588"/>
                  </a:lnTo>
                  <a:lnTo>
                    <a:pt x="394" y="575"/>
                  </a:lnTo>
                  <a:lnTo>
                    <a:pt x="450" y="558"/>
                  </a:lnTo>
                  <a:lnTo>
                    <a:pt x="505" y="537"/>
                  </a:lnTo>
                  <a:lnTo>
                    <a:pt x="559" y="513"/>
                  </a:lnTo>
                  <a:lnTo>
                    <a:pt x="611" y="485"/>
                  </a:lnTo>
                  <a:lnTo>
                    <a:pt x="661" y="454"/>
                  </a:lnTo>
                  <a:lnTo>
                    <a:pt x="708" y="418"/>
                  </a:lnTo>
                  <a:lnTo>
                    <a:pt x="755" y="380"/>
                  </a:lnTo>
                  <a:lnTo>
                    <a:pt x="799" y="338"/>
                  </a:lnTo>
                  <a:lnTo>
                    <a:pt x="838" y="293"/>
                  </a:lnTo>
                  <a:lnTo>
                    <a:pt x="876" y="246"/>
                  </a:lnTo>
                  <a:lnTo>
                    <a:pt x="610" y="260"/>
                  </a:lnTo>
                  <a:lnTo>
                    <a:pt x="489" y="27"/>
                  </a:lnTo>
                  <a:lnTo>
                    <a:pt x="464" y="50"/>
                  </a:lnTo>
                  <a:lnTo>
                    <a:pt x="438" y="73"/>
                  </a:lnTo>
                  <a:lnTo>
                    <a:pt x="405" y="95"/>
                  </a:lnTo>
                  <a:lnTo>
                    <a:pt x="371" y="116"/>
                  </a:lnTo>
                  <a:lnTo>
                    <a:pt x="336" y="132"/>
                  </a:lnTo>
                  <a:lnTo>
                    <a:pt x="298" y="147"/>
                  </a:lnTo>
                  <a:lnTo>
                    <a:pt x="259" y="156"/>
                  </a:lnTo>
                  <a:lnTo>
                    <a:pt x="220" y="163"/>
                  </a:lnTo>
                  <a:lnTo>
                    <a:pt x="220" y="0"/>
                  </a:lnTo>
                  <a:lnTo>
                    <a:pt x="0" y="391"/>
                  </a:lnTo>
                </a:path>
              </a:pathLst>
            </a:custGeom>
            <a:grpFill/>
            <a:ln w="6350" cap="rnd">
              <a:solidFill>
                <a:schemeClr val="bg1"/>
              </a:solidFill>
              <a:round/>
              <a:headEnd/>
              <a:tailEnd/>
            </a:ln>
          </p:spPr>
          <p:txBody>
            <a:bodyPr/>
            <a:lstStyle/>
            <a:p>
              <a:pPr>
                <a:buClr>
                  <a:schemeClr val="bg1"/>
                </a:buClr>
                <a:defRPr/>
              </a:pPr>
              <a:endParaRPr lang="en-US" sz="1000" dirty="0">
                <a:solidFill>
                  <a:schemeClr val="bg1"/>
                </a:solidFill>
                <a:latin typeface="Aptos" panose="020B0004020202020204" pitchFamily="34" charset="0"/>
              </a:endParaRPr>
            </a:p>
          </p:txBody>
        </p:sp>
        <p:sp>
          <p:nvSpPr>
            <p:cNvPr id="21" name="Freeform 27"/>
            <p:cNvSpPr>
              <a:spLocks/>
            </p:cNvSpPr>
            <p:nvPr/>
          </p:nvSpPr>
          <p:spPr bwMode="blackWhite">
            <a:xfrm>
              <a:off x="6579575" y="5323987"/>
              <a:ext cx="1020763" cy="852487"/>
            </a:xfrm>
            <a:custGeom>
              <a:avLst/>
              <a:gdLst>
                <a:gd name="T0" fmla="*/ 357819 w 833"/>
                <a:gd name="T1" fmla="*/ 0 h 699"/>
                <a:gd name="T2" fmla="*/ 0 w 833"/>
                <a:gd name="T3" fmla="*/ 429292 h 699"/>
                <a:gd name="T4" fmla="*/ 199741 w 833"/>
                <a:gd name="T5" fmla="*/ 357337 h 699"/>
                <a:gd name="T6" fmla="*/ 242630 w 833"/>
                <a:gd name="T7" fmla="*/ 419536 h 699"/>
                <a:gd name="T8" fmla="*/ 289196 w 833"/>
                <a:gd name="T9" fmla="*/ 478076 h 699"/>
                <a:gd name="T10" fmla="*/ 339437 w 833"/>
                <a:gd name="T11" fmla="*/ 534176 h 699"/>
                <a:gd name="T12" fmla="*/ 394581 w 833"/>
                <a:gd name="T13" fmla="*/ 585399 h 699"/>
                <a:gd name="T14" fmla="*/ 453400 w 833"/>
                <a:gd name="T15" fmla="*/ 634182 h 699"/>
                <a:gd name="T16" fmla="*/ 513445 w 833"/>
                <a:gd name="T17" fmla="*/ 676867 h 699"/>
                <a:gd name="T18" fmla="*/ 578391 w 833"/>
                <a:gd name="T19" fmla="*/ 717114 h 699"/>
                <a:gd name="T20" fmla="*/ 645789 w 833"/>
                <a:gd name="T21" fmla="*/ 751262 h 699"/>
                <a:gd name="T22" fmla="*/ 714412 w 833"/>
                <a:gd name="T23" fmla="*/ 781751 h 699"/>
                <a:gd name="T24" fmla="*/ 785485 w 833"/>
                <a:gd name="T25" fmla="*/ 807363 h 699"/>
                <a:gd name="T26" fmla="*/ 857784 w 833"/>
                <a:gd name="T27" fmla="*/ 826876 h 699"/>
                <a:gd name="T28" fmla="*/ 933759 w 833"/>
                <a:gd name="T29" fmla="*/ 841511 h 699"/>
                <a:gd name="T30" fmla="*/ 1007284 w 833"/>
                <a:gd name="T31" fmla="*/ 851267 h 699"/>
                <a:gd name="T32" fmla="*/ 860235 w 833"/>
                <a:gd name="T33" fmla="*/ 602473 h 699"/>
                <a:gd name="T34" fmla="*/ 1019538 w 833"/>
                <a:gd name="T35" fmla="*/ 312213 h 699"/>
                <a:gd name="T36" fmla="*/ 964394 w 833"/>
                <a:gd name="T37" fmla="*/ 301236 h 699"/>
                <a:gd name="T38" fmla="*/ 912927 w 833"/>
                <a:gd name="T39" fmla="*/ 284162 h 699"/>
                <a:gd name="T40" fmla="*/ 862686 w 833"/>
                <a:gd name="T41" fmla="*/ 260990 h 699"/>
                <a:gd name="T42" fmla="*/ 814895 w 833"/>
                <a:gd name="T43" fmla="*/ 234160 h 699"/>
                <a:gd name="T44" fmla="*/ 772006 w 833"/>
                <a:gd name="T45" fmla="*/ 201231 h 699"/>
                <a:gd name="T46" fmla="*/ 730342 w 833"/>
                <a:gd name="T47" fmla="*/ 165863 h 699"/>
                <a:gd name="T48" fmla="*/ 901899 w 833"/>
                <a:gd name="T49" fmla="*/ 102445 h 699"/>
                <a:gd name="T50" fmla="*/ 357819 w 833"/>
                <a:gd name="T51" fmla="*/ 0 h 69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33"/>
                <a:gd name="T79" fmla="*/ 0 h 699"/>
                <a:gd name="T80" fmla="*/ 833 w 833"/>
                <a:gd name="T81" fmla="*/ 699 h 69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33" h="699">
                  <a:moveTo>
                    <a:pt x="292" y="0"/>
                  </a:moveTo>
                  <a:lnTo>
                    <a:pt x="0" y="352"/>
                  </a:lnTo>
                  <a:lnTo>
                    <a:pt x="163" y="293"/>
                  </a:lnTo>
                  <a:lnTo>
                    <a:pt x="198" y="344"/>
                  </a:lnTo>
                  <a:lnTo>
                    <a:pt x="236" y="392"/>
                  </a:lnTo>
                  <a:lnTo>
                    <a:pt x="277" y="438"/>
                  </a:lnTo>
                  <a:lnTo>
                    <a:pt x="322" y="480"/>
                  </a:lnTo>
                  <a:lnTo>
                    <a:pt x="370" y="520"/>
                  </a:lnTo>
                  <a:lnTo>
                    <a:pt x="419" y="555"/>
                  </a:lnTo>
                  <a:lnTo>
                    <a:pt x="472" y="588"/>
                  </a:lnTo>
                  <a:lnTo>
                    <a:pt x="527" y="616"/>
                  </a:lnTo>
                  <a:lnTo>
                    <a:pt x="583" y="641"/>
                  </a:lnTo>
                  <a:lnTo>
                    <a:pt x="641" y="662"/>
                  </a:lnTo>
                  <a:lnTo>
                    <a:pt x="700" y="678"/>
                  </a:lnTo>
                  <a:lnTo>
                    <a:pt x="762" y="690"/>
                  </a:lnTo>
                  <a:lnTo>
                    <a:pt x="822" y="698"/>
                  </a:lnTo>
                  <a:lnTo>
                    <a:pt x="702" y="494"/>
                  </a:lnTo>
                  <a:lnTo>
                    <a:pt x="832" y="256"/>
                  </a:lnTo>
                  <a:lnTo>
                    <a:pt x="787" y="247"/>
                  </a:lnTo>
                  <a:lnTo>
                    <a:pt x="745" y="233"/>
                  </a:lnTo>
                  <a:lnTo>
                    <a:pt x="704" y="214"/>
                  </a:lnTo>
                  <a:lnTo>
                    <a:pt x="665" y="192"/>
                  </a:lnTo>
                  <a:lnTo>
                    <a:pt x="630" y="165"/>
                  </a:lnTo>
                  <a:lnTo>
                    <a:pt x="596" y="136"/>
                  </a:lnTo>
                  <a:lnTo>
                    <a:pt x="736" y="84"/>
                  </a:lnTo>
                  <a:lnTo>
                    <a:pt x="292" y="0"/>
                  </a:lnTo>
                </a:path>
              </a:pathLst>
            </a:custGeom>
            <a:grpFill/>
            <a:ln w="6350" cap="rnd">
              <a:solidFill>
                <a:schemeClr val="bg1"/>
              </a:solidFill>
              <a:round/>
              <a:headEnd/>
              <a:tailEnd/>
            </a:ln>
          </p:spPr>
          <p:txBody>
            <a:bodyPr/>
            <a:lstStyle/>
            <a:p>
              <a:pPr>
                <a:buClr>
                  <a:schemeClr val="bg1"/>
                </a:buClr>
                <a:defRPr/>
              </a:pPr>
              <a:endParaRPr lang="en-US" sz="1000" dirty="0">
                <a:solidFill>
                  <a:schemeClr val="bg1"/>
                </a:solidFill>
                <a:latin typeface="Aptos" panose="020B0004020202020204" pitchFamily="34" charset="0"/>
              </a:endParaRPr>
            </a:p>
          </p:txBody>
        </p:sp>
        <p:sp>
          <p:nvSpPr>
            <p:cNvPr id="22" name="Freeform 28"/>
            <p:cNvSpPr>
              <a:spLocks/>
            </p:cNvSpPr>
            <p:nvPr/>
          </p:nvSpPr>
          <p:spPr bwMode="blackWhite">
            <a:xfrm>
              <a:off x="6789125" y="3873012"/>
              <a:ext cx="1062038" cy="949325"/>
            </a:xfrm>
            <a:custGeom>
              <a:avLst/>
              <a:gdLst>
                <a:gd name="T0" fmla="*/ 2147483647 w 867"/>
                <a:gd name="T1" fmla="*/ 2147483647 h 779"/>
                <a:gd name="T2" fmla="*/ 2147483647 w 867"/>
                <a:gd name="T3" fmla="*/ 2147483647 h 779"/>
                <a:gd name="T4" fmla="*/ 2147483647 w 867"/>
                <a:gd name="T5" fmla="*/ 2147483647 h 779"/>
                <a:gd name="T6" fmla="*/ 2147483647 w 867"/>
                <a:gd name="T7" fmla="*/ 2147483647 h 779"/>
                <a:gd name="T8" fmla="*/ 2147483647 w 867"/>
                <a:gd name="T9" fmla="*/ 2147483647 h 779"/>
                <a:gd name="T10" fmla="*/ 2147483647 w 867"/>
                <a:gd name="T11" fmla="*/ 2147483647 h 779"/>
                <a:gd name="T12" fmla="*/ 2147483647 w 867"/>
                <a:gd name="T13" fmla="*/ 2147483647 h 779"/>
                <a:gd name="T14" fmla="*/ 2147483647 w 867"/>
                <a:gd name="T15" fmla="*/ 2147483647 h 779"/>
                <a:gd name="T16" fmla="*/ 2147483647 w 867"/>
                <a:gd name="T17" fmla="*/ 2147483647 h 779"/>
                <a:gd name="T18" fmla="*/ 2147483647 w 867"/>
                <a:gd name="T19" fmla="*/ 2147483647 h 779"/>
                <a:gd name="T20" fmla="*/ 2147483647 w 867"/>
                <a:gd name="T21" fmla="*/ 2147483647 h 779"/>
                <a:gd name="T22" fmla="*/ 2147483647 w 867"/>
                <a:gd name="T23" fmla="*/ 2147483647 h 779"/>
                <a:gd name="T24" fmla="*/ 2147483647 w 867"/>
                <a:gd name="T25" fmla="*/ 0 h 779"/>
                <a:gd name="T26" fmla="*/ 2147483647 w 867"/>
                <a:gd name="T27" fmla="*/ 2147483647 h 779"/>
                <a:gd name="T28" fmla="*/ 2147483647 w 867"/>
                <a:gd name="T29" fmla="*/ 2147483647 h 779"/>
                <a:gd name="T30" fmla="*/ 2147483647 w 867"/>
                <a:gd name="T31" fmla="*/ 2147483647 h 779"/>
                <a:gd name="T32" fmla="*/ 2147483647 w 867"/>
                <a:gd name="T33" fmla="*/ 2147483647 h 779"/>
                <a:gd name="T34" fmla="*/ 2147483647 w 867"/>
                <a:gd name="T35" fmla="*/ 2147483647 h 779"/>
                <a:gd name="T36" fmla="*/ 2147483647 w 867"/>
                <a:gd name="T37" fmla="*/ 2147483647 h 779"/>
                <a:gd name="T38" fmla="*/ 2147483647 w 867"/>
                <a:gd name="T39" fmla="*/ 2147483647 h 779"/>
                <a:gd name="T40" fmla="*/ 2147483647 w 867"/>
                <a:gd name="T41" fmla="*/ 2147483647 h 779"/>
                <a:gd name="T42" fmla="*/ 2147483647 w 867"/>
                <a:gd name="T43" fmla="*/ 2147483647 h 779"/>
                <a:gd name="T44" fmla="*/ 2147483647 w 867"/>
                <a:gd name="T45" fmla="*/ 2147483647 h 779"/>
                <a:gd name="T46" fmla="*/ 2147483647 w 867"/>
                <a:gd name="T47" fmla="*/ 2147483647 h 779"/>
                <a:gd name="T48" fmla="*/ 2147483647 w 867"/>
                <a:gd name="T49" fmla="*/ 2147483647 h 779"/>
                <a:gd name="T50" fmla="*/ 0 w 867"/>
                <a:gd name="T51" fmla="*/ 2147483647 h 779"/>
                <a:gd name="T52" fmla="*/ 2147483647 w 867"/>
                <a:gd name="T53" fmla="*/ 2147483647 h 779"/>
                <a:gd name="T54" fmla="*/ 2147483647 w 867"/>
                <a:gd name="T55" fmla="*/ 2147483647 h 77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67"/>
                <a:gd name="T85" fmla="*/ 0 h 779"/>
                <a:gd name="T86" fmla="*/ 867 w 867"/>
                <a:gd name="T87" fmla="*/ 779 h 77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67" h="779">
                  <a:moveTo>
                    <a:pt x="379" y="778"/>
                  </a:moveTo>
                  <a:lnTo>
                    <a:pt x="402" y="748"/>
                  </a:lnTo>
                  <a:lnTo>
                    <a:pt x="425" y="721"/>
                  </a:lnTo>
                  <a:lnTo>
                    <a:pt x="452" y="694"/>
                  </a:lnTo>
                  <a:lnTo>
                    <a:pt x="480" y="671"/>
                  </a:lnTo>
                  <a:lnTo>
                    <a:pt x="514" y="646"/>
                  </a:lnTo>
                  <a:lnTo>
                    <a:pt x="550" y="626"/>
                  </a:lnTo>
                  <a:lnTo>
                    <a:pt x="588" y="609"/>
                  </a:lnTo>
                  <a:lnTo>
                    <a:pt x="627" y="594"/>
                  </a:lnTo>
                  <a:lnTo>
                    <a:pt x="668" y="585"/>
                  </a:lnTo>
                  <a:lnTo>
                    <a:pt x="692" y="750"/>
                  </a:lnTo>
                  <a:lnTo>
                    <a:pt x="866" y="349"/>
                  </a:lnTo>
                  <a:lnTo>
                    <a:pt x="605" y="0"/>
                  </a:lnTo>
                  <a:lnTo>
                    <a:pt x="606" y="149"/>
                  </a:lnTo>
                  <a:lnTo>
                    <a:pt x="545" y="162"/>
                  </a:lnTo>
                  <a:lnTo>
                    <a:pt x="484" y="180"/>
                  </a:lnTo>
                  <a:lnTo>
                    <a:pt x="425" y="201"/>
                  </a:lnTo>
                  <a:lnTo>
                    <a:pt x="368" y="225"/>
                  </a:lnTo>
                  <a:lnTo>
                    <a:pt x="313" y="255"/>
                  </a:lnTo>
                  <a:lnTo>
                    <a:pt x="259" y="287"/>
                  </a:lnTo>
                  <a:lnTo>
                    <a:pt x="208" y="325"/>
                  </a:lnTo>
                  <a:lnTo>
                    <a:pt x="160" y="366"/>
                  </a:lnTo>
                  <a:lnTo>
                    <a:pt x="115" y="411"/>
                  </a:lnTo>
                  <a:lnTo>
                    <a:pt x="74" y="458"/>
                  </a:lnTo>
                  <a:lnTo>
                    <a:pt x="35" y="509"/>
                  </a:lnTo>
                  <a:lnTo>
                    <a:pt x="0" y="563"/>
                  </a:lnTo>
                  <a:lnTo>
                    <a:pt x="247" y="564"/>
                  </a:lnTo>
                  <a:lnTo>
                    <a:pt x="379" y="778"/>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23" name="Freeform 29"/>
            <p:cNvSpPr>
              <a:spLocks/>
            </p:cNvSpPr>
            <p:nvPr/>
          </p:nvSpPr>
          <p:spPr bwMode="blackWhite">
            <a:xfrm>
              <a:off x="6524013" y="4593737"/>
              <a:ext cx="833437" cy="950912"/>
            </a:xfrm>
            <a:custGeom>
              <a:avLst/>
              <a:gdLst>
                <a:gd name="T0" fmla="*/ 2147483647 w 680"/>
                <a:gd name="T1" fmla="*/ 0 h 780"/>
                <a:gd name="T2" fmla="*/ 0 w 680"/>
                <a:gd name="T3" fmla="*/ 2147483647 h 780"/>
                <a:gd name="T4" fmla="*/ 2147483647 w 680"/>
                <a:gd name="T5" fmla="*/ 2147483647 h 780"/>
                <a:gd name="T6" fmla="*/ 2147483647 w 680"/>
                <a:gd name="T7" fmla="*/ 2147483647 h 780"/>
                <a:gd name="T8" fmla="*/ 2147483647 w 680"/>
                <a:gd name="T9" fmla="*/ 2147483647 h 780"/>
                <a:gd name="T10" fmla="*/ 2147483647 w 680"/>
                <a:gd name="T11" fmla="*/ 2147483647 h 780"/>
                <a:gd name="T12" fmla="*/ 2147483647 w 680"/>
                <a:gd name="T13" fmla="*/ 2147483647 h 780"/>
                <a:gd name="T14" fmla="*/ 2147483647 w 680"/>
                <a:gd name="T15" fmla="*/ 2147483647 h 780"/>
                <a:gd name="T16" fmla="*/ 2147483647 w 680"/>
                <a:gd name="T17" fmla="*/ 2147483647 h 780"/>
                <a:gd name="T18" fmla="*/ 2147483647 w 680"/>
                <a:gd name="T19" fmla="*/ 2147483647 h 780"/>
                <a:gd name="T20" fmla="*/ 2147483647 w 680"/>
                <a:gd name="T21" fmla="*/ 2147483647 h 780"/>
                <a:gd name="T22" fmla="*/ 2147483647 w 680"/>
                <a:gd name="T23" fmla="*/ 2147483647 h 780"/>
                <a:gd name="T24" fmla="*/ 2147483647 w 680"/>
                <a:gd name="T25" fmla="*/ 2147483647 h 780"/>
                <a:gd name="T26" fmla="*/ 2147483647 w 680"/>
                <a:gd name="T27" fmla="*/ 2147483647 h 780"/>
                <a:gd name="T28" fmla="*/ 2147483647 w 680"/>
                <a:gd name="T29" fmla="*/ 2147483647 h 780"/>
                <a:gd name="T30" fmla="*/ 2147483647 w 680"/>
                <a:gd name="T31" fmla="*/ 2147483647 h 780"/>
                <a:gd name="T32" fmla="*/ 2147483647 w 680"/>
                <a:gd name="T33" fmla="*/ 2147483647 h 780"/>
                <a:gd name="T34" fmla="*/ 2147483647 w 680"/>
                <a:gd name="T35" fmla="*/ 2147483647 h 780"/>
                <a:gd name="T36" fmla="*/ 2147483647 w 680"/>
                <a:gd name="T37" fmla="*/ 2147483647 h 780"/>
                <a:gd name="T38" fmla="*/ 2147483647 w 680"/>
                <a:gd name="T39" fmla="*/ 2147483647 h 780"/>
                <a:gd name="T40" fmla="*/ 2147483647 w 680"/>
                <a:gd name="T41" fmla="*/ 2147483647 h 780"/>
                <a:gd name="T42" fmla="*/ 2147483647 w 680"/>
                <a:gd name="T43" fmla="*/ 2147483647 h 780"/>
                <a:gd name="T44" fmla="*/ 2147483647 w 680"/>
                <a:gd name="T45" fmla="*/ 2147483647 h 780"/>
                <a:gd name="T46" fmla="*/ 2147483647 w 680"/>
                <a:gd name="T47" fmla="*/ 2147483647 h 780"/>
                <a:gd name="T48" fmla="*/ 2147483647 w 680"/>
                <a:gd name="T49" fmla="*/ 2147483647 h 780"/>
                <a:gd name="T50" fmla="*/ 2147483647 w 680"/>
                <a:gd name="T51" fmla="*/ 0 h 7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80"/>
                <a:gd name="T79" fmla="*/ 0 h 780"/>
                <a:gd name="T80" fmla="*/ 680 w 680"/>
                <a:gd name="T81" fmla="*/ 780 h 7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80" h="780">
                  <a:moveTo>
                    <a:pt x="448" y="0"/>
                  </a:moveTo>
                  <a:lnTo>
                    <a:pt x="0" y="1"/>
                  </a:lnTo>
                  <a:lnTo>
                    <a:pt x="141" y="82"/>
                  </a:lnTo>
                  <a:lnTo>
                    <a:pt x="120" y="138"/>
                  </a:lnTo>
                  <a:lnTo>
                    <a:pt x="102" y="196"/>
                  </a:lnTo>
                  <a:lnTo>
                    <a:pt x="89" y="253"/>
                  </a:lnTo>
                  <a:lnTo>
                    <a:pt x="80" y="313"/>
                  </a:lnTo>
                  <a:lnTo>
                    <a:pt x="74" y="373"/>
                  </a:lnTo>
                  <a:lnTo>
                    <a:pt x="73" y="431"/>
                  </a:lnTo>
                  <a:lnTo>
                    <a:pt x="75" y="491"/>
                  </a:lnTo>
                  <a:lnTo>
                    <a:pt x="82" y="551"/>
                  </a:lnTo>
                  <a:lnTo>
                    <a:pt x="93" y="609"/>
                  </a:lnTo>
                  <a:lnTo>
                    <a:pt x="107" y="668"/>
                  </a:lnTo>
                  <a:lnTo>
                    <a:pt x="126" y="724"/>
                  </a:lnTo>
                  <a:lnTo>
                    <a:pt x="148" y="779"/>
                  </a:lnTo>
                  <a:lnTo>
                    <a:pt x="324" y="566"/>
                  </a:lnTo>
                  <a:lnTo>
                    <a:pt x="551" y="603"/>
                  </a:lnTo>
                  <a:lnTo>
                    <a:pt x="535" y="562"/>
                  </a:lnTo>
                  <a:lnTo>
                    <a:pt x="523" y="521"/>
                  </a:lnTo>
                  <a:lnTo>
                    <a:pt x="516" y="478"/>
                  </a:lnTo>
                  <a:lnTo>
                    <a:pt x="512" y="435"/>
                  </a:lnTo>
                  <a:lnTo>
                    <a:pt x="513" y="391"/>
                  </a:lnTo>
                  <a:lnTo>
                    <a:pt x="518" y="348"/>
                  </a:lnTo>
                  <a:lnTo>
                    <a:pt x="528" y="306"/>
                  </a:lnTo>
                  <a:lnTo>
                    <a:pt x="679" y="392"/>
                  </a:lnTo>
                  <a:lnTo>
                    <a:pt x="448" y="0"/>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24" name="Rectangle 34"/>
            <p:cNvSpPr>
              <a:spLocks noChangeArrowheads="1"/>
            </p:cNvSpPr>
            <p:nvPr/>
          </p:nvSpPr>
          <p:spPr bwMode="blackWhite">
            <a:xfrm>
              <a:off x="8059732" y="4431150"/>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25" name="Rectangle 39"/>
            <p:cNvSpPr>
              <a:spLocks noChangeArrowheads="1"/>
            </p:cNvSpPr>
            <p:nvPr/>
          </p:nvSpPr>
          <p:spPr bwMode="blackWhite">
            <a:xfrm>
              <a:off x="8365326" y="5116949"/>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26" name="Rectangle 40"/>
            <p:cNvSpPr>
              <a:spLocks noChangeArrowheads="1"/>
            </p:cNvSpPr>
            <p:nvPr/>
          </p:nvSpPr>
          <p:spPr bwMode="blackWhite">
            <a:xfrm>
              <a:off x="7831927" y="5802750"/>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27" name="Rectangle 41"/>
            <p:cNvSpPr>
              <a:spLocks noChangeArrowheads="1"/>
            </p:cNvSpPr>
            <p:nvPr/>
          </p:nvSpPr>
          <p:spPr bwMode="blackWhite">
            <a:xfrm>
              <a:off x="6993726" y="5650350"/>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28" name="Rectangle 42"/>
            <p:cNvSpPr>
              <a:spLocks noChangeArrowheads="1"/>
            </p:cNvSpPr>
            <p:nvPr/>
          </p:nvSpPr>
          <p:spPr bwMode="blackWhite">
            <a:xfrm>
              <a:off x="6765126" y="4964549"/>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29" name="Rectangle 43"/>
            <p:cNvSpPr>
              <a:spLocks noChangeArrowheads="1"/>
            </p:cNvSpPr>
            <p:nvPr/>
          </p:nvSpPr>
          <p:spPr bwMode="blackWhite">
            <a:xfrm>
              <a:off x="7185814" y="4289862"/>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grpSp>
      <p:grpSp>
        <p:nvGrpSpPr>
          <p:cNvPr id="52" name="Group 51"/>
          <p:cNvGrpSpPr/>
          <p:nvPr/>
        </p:nvGrpSpPr>
        <p:grpSpPr>
          <a:xfrm>
            <a:off x="3980459" y="3620663"/>
            <a:ext cx="1939925" cy="1854795"/>
            <a:chOff x="3375025" y="3993662"/>
            <a:chExt cx="2387600" cy="2282825"/>
          </a:xfrm>
          <a:solidFill>
            <a:schemeClr val="accent3"/>
          </a:solidFill>
        </p:grpSpPr>
        <p:sp>
          <p:nvSpPr>
            <p:cNvPr id="30" name="Freeform 19"/>
            <p:cNvSpPr>
              <a:spLocks/>
            </p:cNvSpPr>
            <p:nvPr/>
          </p:nvSpPr>
          <p:spPr bwMode="blackWhite">
            <a:xfrm>
              <a:off x="3617913" y="3993662"/>
              <a:ext cx="1195387" cy="974725"/>
            </a:xfrm>
            <a:custGeom>
              <a:avLst/>
              <a:gdLst>
                <a:gd name="T0" fmla="*/ 2147483647 w 973"/>
                <a:gd name="T1" fmla="*/ 2147483647 h 805"/>
                <a:gd name="T2" fmla="*/ 2147483647 w 973"/>
                <a:gd name="T3" fmla="*/ 2147483647 h 805"/>
                <a:gd name="T4" fmla="*/ 2147483647 w 973"/>
                <a:gd name="T5" fmla="*/ 2147483647 h 805"/>
                <a:gd name="T6" fmla="*/ 2147483647 w 973"/>
                <a:gd name="T7" fmla="*/ 2147483647 h 805"/>
                <a:gd name="T8" fmla="*/ 2147483647 w 973"/>
                <a:gd name="T9" fmla="*/ 2147483647 h 805"/>
                <a:gd name="T10" fmla="*/ 2147483647 w 973"/>
                <a:gd name="T11" fmla="*/ 2147483647 h 805"/>
                <a:gd name="T12" fmla="*/ 2147483647 w 973"/>
                <a:gd name="T13" fmla="*/ 2147483647 h 805"/>
                <a:gd name="T14" fmla="*/ 2147483647 w 973"/>
                <a:gd name="T15" fmla="*/ 2147483647 h 805"/>
                <a:gd name="T16" fmla="*/ 2147483647 w 973"/>
                <a:gd name="T17" fmla="*/ 2147483647 h 805"/>
                <a:gd name="T18" fmla="*/ 2147483647 w 973"/>
                <a:gd name="T19" fmla="*/ 2147483647 h 805"/>
                <a:gd name="T20" fmla="*/ 2147483647 w 973"/>
                <a:gd name="T21" fmla="*/ 2147483647 h 805"/>
                <a:gd name="T22" fmla="*/ 2147483647 w 973"/>
                <a:gd name="T23" fmla="*/ 2147483647 h 805"/>
                <a:gd name="T24" fmla="*/ 2147483647 w 973"/>
                <a:gd name="T25" fmla="*/ 2147483647 h 805"/>
                <a:gd name="T26" fmla="*/ 2147483647 w 973"/>
                <a:gd name="T27" fmla="*/ 0 h 805"/>
                <a:gd name="T28" fmla="*/ 2147483647 w 973"/>
                <a:gd name="T29" fmla="*/ 2147483647 h 805"/>
                <a:gd name="T30" fmla="*/ 2147483647 w 973"/>
                <a:gd name="T31" fmla="*/ 2147483647 h 805"/>
                <a:gd name="T32" fmla="*/ 2147483647 w 973"/>
                <a:gd name="T33" fmla="*/ 2147483647 h 805"/>
                <a:gd name="T34" fmla="*/ 2147483647 w 973"/>
                <a:gd name="T35" fmla="*/ 2147483647 h 805"/>
                <a:gd name="T36" fmla="*/ 2147483647 w 973"/>
                <a:gd name="T37" fmla="*/ 2147483647 h 805"/>
                <a:gd name="T38" fmla="*/ 2147483647 w 973"/>
                <a:gd name="T39" fmla="*/ 2147483647 h 805"/>
                <a:gd name="T40" fmla="*/ 2147483647 w 973"/>
                <a:gd name="T41" fmla="*/ 2147483647 h 805"/>
                <a:gd name="T42" fmla="*/ 2147483647 w 973"/>
                <a:gd name="T43" fmla="*/ 2147483647 h 805"/>
                <a:gd name="T44" fmla="*/ 2147483647 w 973"/>
                <a:gd name="T45" fmla="*/ 2147483647 h 805"/>
                <a:gd name="T46" fmla="*/ 2147483647 w 973"/>
                <a:gd name="T47" fmla="*/ 2147483647 h 805"/>
                <a:gd name="T48" fmla="*/ 2147483647 w 973"/>
                <a:gd name="T49" fmla="*/ 2147483647 h 805"/>
                <a:gd name="T50" fmla="*/ 2147483647 w 973"/>
                <a:gd name="T51" fmla="*/ 2147483647 h 805"/>
                <a:gd name="T52" fmla="*/ 2147483647 w 973"/>
                <a:gd name="T53" fmla="*/ 2147483647 h 805"/>
                <a:gd name="T54" fmla="*/ 2147483647 w 973"/>
                <a:gd name="T55" fmla="*/ 2147483647 h 805"/>
                <a:gd name="T56" fmla="*/ 2147483647 w 973"/>
                <a:gd name="T57" fmla="*/ 2147483647 h 805"/>
                <a:gd name="T58" fmla="*/ 0 w 973"/>
                <a:gd name="T59" fmla="*/ 2147483647 h 805"/>
                <a:gd name="T60" fmla="*/ 2147483647 w 973"/>
                <a:gd name="T61" fmla="*/ 2147483647 h 805"/>
                <a:gd name="T62" fmla="*/ 2147483647 w 973"/>
                <a:gd name="T63" fmla="*/ 2147483647 h 80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3"/>
                <a:gd name="T97" fmla="*/ 0 h 805"/>
                <a:gd name="T98" fmla="*/ 973 w 973"/>
                <a:gd name="T99" fmla="*/ 805 h 80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3" h="805">
                  <a:moveTo>
                    <a:pt x="402" y="804"/>
                  </a:moveTo>
                  <a:lnTo>
                    <a:pt x="424" y="765"/>
                  </a:lnTo>
                  <a:lnTo>
                    <a:pt x="450" y="730"/>
                  </a:lnTo>
                  <a:lnTo>
                    <a:pt x="479" y="698"/>
                  </a:lnTo>
                  <a:lnTo>
                    <a:pt x="512" y="668"/>
                  </a:lnTo>
                  <a:lnTo>
                    <a:pt x="548" y="642"/>
                  </a:lnTo>
                  <a:lnTo>
                    <a:pt x="583" y="621"/>
                  </a:lnTo>
                  <a:lnTo>
                    <a:pt x="620" y="603"/>
                  </a:lnTo>
                  <a:lnTo>
                    <a:pt x="660" y="589"/>
                  </a:lnTo>
                  <a:lnTo>
                    <a:pt x="699" y="579"/>
                  </a:lnTo>
                  <a:lnTo>
                    <a:pt x="740" y="572"/>
                  </a:lnTo>
                  <a:lnTo>
                    <a:pt x="752" y="722"/>
                  </a:lnTo>
                  <a:lnTo>
                    <a:pt x="972" y="356"/>
                  </a:lnTo>
                  <a:lnTo>
                    <a:pt x="712" y="0"/>
                  </a:lnTo>
                  <a:lnTo>
                    <a:pt x="713" y="134"/>
                  </a:lnTo>
                  <a:lnTo>
                    <a:pt x="651" y="142"/>
                  </a:lnTo>
                  <a:lnTo>
                    <a:pt x="590" y="154"/>
                  </a:lnTo>
                  <a:lnTo>
                    <a:pt x="530" y="170"/>
                  </a:lnTo>
                  <a:lnTo>
                    <a:pt x="471" y="191"/>
                  </a:lnTo>
                  <a:lnTo>
                    <a:pt x="414" y="216"/>
                  </a:lnTo>
                  <a:lnTo>
                    <a:pt x="359" y="245"/>
                  </a:lnTo>
                  <a:lnTo>
                    <a:pt x="305" y="278"/>
                  </a:lnTo>
                  <a:lnTo>
                    <a:pt x="257" y="312"/>
                  </a:lnTo>
                  <a:lnTo>
                    <a:pt x="212" y="349"/>
                  </a:lnTo>
                  <a:lnTo>
                    <a:pt x="170" y="390"/>
                  </a:lnTo>
                  <a:lnTo>
                    <a:pt x="129" y="432"/>
                  </a:lnTo>
                  <a:lnTo>
                    <a:pt x="92" y="478"/>
                  </a:lnTo>
                  <a:lnTo>
                    <a:pt x="58" y="526"/>
                  </a:lnTo>
                  <a:lnTo>
                    <a:pt x="27" y="576"/>
                  </a:lnTo>
                  <a:lnTo>
                    <a:pt x="0" y="628"/>
                  </a:lnTo>
                  <a:lnTo>
                    <a:pt x="264" y="607"/>
                  </a:lnTo>
                  <a:lnTo>
                    <a:pt x="402" y="804"/>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31" name="Freeform 20"/>
            <p:cNvSpPr>
              <a:spLocks/>
            </p:cNvSpPr>
            <p:nvPr/>
          </p:nvSpPr>
          <p:spPr bwMode="blackWhite">
            <a:xfrm>
              <a:off x="4679950" y="4155587"/>
              <a:ext cx="1082675" cy="992187"/>
            </a:xfrm>
            <a:custGeom>
              <a:avLst/>
              <a:gdLst>
                <a:gd name="T0" fmla="*/ 2147483647 w 881"/>
                <a:gd name="T1" fmla="*/ 2147483647 h 819"/>
                <a:gd name="T2" fmla="*/ 2147483647 w 881"/>
                <a:gd name="T3" fmla="*/ 2147483647 h 819"/>
                <a:gd name="T4" fmla="*/ 2147483647 w 881"/>
                <a:gd name="T5" fmla="*/ 2147483647 h 819"/>
                <a:gd name="T6" fmla="*/ 2147483647 w 881"/>
                <a:gd name="T7" fmla="*/ 2147483647 h 819"/>
                <a:gd name="T8" fmla="*/ 2147483647 w 881"/>
                <a:gd name="T9" fmla="*/ 2147483647 h 819"/>
                <a:gd name="T10" fmla="*/ 2147483647 w 881"/>
                <a:gd name="T11" fmla="*/ 2147483647 h 819"/>
                <a:gd name="T12" fmla="*/ 2147483647 w 881"/>
                <a:gd name="T13" fmla="*/ 2147483647 h 819"/>
                <a:gd name="T14" fmla="*/ 2147483647 w 881"/>
                <a:gd name="T15" fmla="*/ 2147483647 h 819"/>
                <a:gd name="T16" fmla="*/ 2147483647 w 881"/>
                <a:gd name="T17" fmla="*/ 2147483647 h 819"/>
                <a:gd name="T18" fmla="*/ 2147483647 w 881"/>
                <a:gd name="T19" fmla="*/ 2147483647 h 819"/>
                <a:gd name="T20" fmla="*/ 2147483647 w 881"/>
                <a:gd name="T21" fmla="*/ 2147483647 h 819"/>
                <a:gd name="T22" fmla="*/ 2147483647 w 881"/>
                <a:gd name="T23" fmla="*/ 2147483647 h 819"/>
                <a:gd name="T24" fmla="*/ 2147483647 w 881"/>
                <a:gd name="T25" fmla="*/ 2147483647 h 819"/>
                <a:gd name="T26" fmla="*/ 2147483647 w 881"/>
                <a:gd name="T27" fmla="*/ 2147483647 h 819"/>
                <a:gd name="T28" fmla="*/ 2147483647 w 881"/>
                <a:gd name="T29" fmla="*/ 2147483647 h 819"/>
                <a:gd name="T30" fmla="*/ 2147483647 w 881"/>
                <a:gd name="T31" fmla="*/ 2147483647 h 819"/>
                <a:gd name="T32" fmla="*/ 2147483647 w 881"/>
                <a:gd name="T33" fmla="*/ 2147483647 h 819"/>
                <a:gd name="T34" fmla="*/ 2147483647 w 881"/>
                <a:gd name="T35" fmla="*/ 2147483647 h 819"/>
                <a:gd name="T36" fmla="*/ 2147483647 w 881"/>
                <a:gd name="T37" fmla="*/ 2147483647 h 819"/>
                <a:gd name="T38" fmla="*/ 2147483647 w 881"/>
                <a:gd name="T39" fmla="*/ 2147483647 h 819"/>
                <a:gd name="T40" fmla="*/ 0 w 881"/>
                <a:gd name="T41" fmla="*/ 0 h 819"/>
                <a:gd name="T42" fmla="*/ 2147483647 w 881"/>
                <a:gd name="T43" fmla="*/ 2147483647 h 819"/>
                <a:gd name="T44" fmla="*/ 2147483647 w 881"/>
                <a:gd name="T45" fmla="*/ 2147483647 h 819"/>
                <a:gd name="T46" fmla="*/ 2147483647 w 881"/>
                <a:gd name="T47" fmla="*/ 2147483647 h 819"/>
                <a:gd name="T48" fmla="*/ 2147483647 w 881"/>
                <a:gd name="T49" fmla="*/ 2147483647 h 819"/>
                <a:gd name="T50" fmla="*/ 2147483647 w 881"/>
                <a:gd name="T51" fmla="*/ 2147483647 h 819"/>
                <a:gd name="T52" fmla="*/ 2147483647 w 881"/>
                <a:gd name="T53" fmla="*/ 2147483647 h 819"/>
                <a:gd name="T54" fmla="*/ 2147483647 w 881"/>
                <a:gd name="T55" fmla="*/ 2147483647 h 819"/>
                <a:gd name="T56" fmla="*/ 2147483647 w 881"/>
                <a:gd name="T57" fmla="*/ 2147483647 h 819"/>
                <a:gd name="T58" fmla="*/ 2147483647 w 881"/>
                <a:gd name="T59" fmla="*/ 2147483647 h 819"/>
                <a:gd name="T60" fmla="*/ 2147483647 w 881"/>
                <a:gd name="T61" fmla="*/ 2147483647 h 819"/>
                <a:gd name="T62" fmla="*/ 2147483647 w 881"/>
                <a:gd name="T63" fmla="*/ 2147483647 h 819"/>
                <a:gd name="T64" fmla="*/ 2147483647 w 881"/>
                <a:gd name="T65" fmla="*/ 2147483647 h 8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1"/>
                <a:gd name="T100" fmla="*/ 0 h 819"/>
                <a:gd name="T101" fmla="*/ 881 w 881"/>
                <a:gd name="T102" fmla="*/ 819 h 8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1" h="819">
                  <a:moveTo>
                    <a:pt x="583" y="818"/>
                  </a:moveTo>
                  <a:lnTo>
                    <a:pt x="685" y="715"/>
                  </a:lnTo>
                  <a:lnTo>
                    <a:pt x="784" y="609"/>
                  </a:lnTo>
                  <a:lnTo>
                    <a:pt x="880" y="502"/>
                  </a:lnTo>
                  <a:lnTo>
                    <a:pt x="734" y="542"/>
                  </a:lnTo>
                  <a:lnTo>
                    <a:pt x="709" y="487"/>
                  </a:lnTo>
                  <a:lnTo>
                    <a:pt x="681" y="433"/>
                  </a:lnTo>
                  <a:lnTo>
                    <a:pt x="650" y="383"/>
                  </a:lnTo>
                  <a:lnTo>
                    <a:pt x="615" y="334"/>
                  </a:lnTo>
                  <a:lnTo>
                    <a:pt x="576" y="288"/>
                  </a:lnTo>
                  <a:lnTo>
                    <a:pt x="534" y="245"/>
                  </a:lnTo>
                  <a:lnTo>
                    <a:pt x="490" y="204"/>
                  </a:lnTo>
                  <a:lnTo>
                    <a:pt x="443" y="168"/>
                  </a:lnTo>
                  <a:lnTo>
                    <a:pt x="393" y="133"/>
                  </a:lnTo>
                  <a:lnTo>
                    <a:pt x="342" y="103"/>
                  </a:lnTo>
                  <a:lnTo>
                    <a:pt x="288" y="76"/>
                  </a:lnTo>
                  <a:lnTo>
                    <a:pt x="233" y="54"/>
                  </a:lnTo>
                  <a:lnTo>
                    <a:pt x="176" y="34"/>
                  </a:lnTo>
                  <a:lnTo>
                    <a:pt x="118" y="19"/>
                  </a:lnTo>
                  <a:lnTo>
                    <a:pt x="60" y="8"/>
                  </a:lnTo>
                  <a:lnTo>
                    <a:pt x="0" y="0"/>
                  </a:lnTo>
                  <a:lnTo>
                    <a:pt x="147" y="218"/>
                  </a:lnTo>
                  <a:lnTo>
                    <a:pt x="27" y="444"/>
                  </a:lnTo>
                  <a:lnTo>
                    <a:pt x="70" y="456"/>
                  </a:lnTo>
                  <a:lnTo>
                    <a:pt x="111" y="474"/>
                  </a:lnTo>
                  <a:lnTo>
                    <a:pt x="149" y="496"/>
                  </a:lnTo>
                  <a:lnTo>
                    <a:pt x="187" y="522"/>
                  </a:lnTo>
                  <a:lnTo>
                    <a:pt x="220" y="551"/>
                  </a:lnTo>
                  <a:lnTo>
                    <a:pt x="252" y="584"/>
                  </a:lnTo>
                  <a:lnTo>
                    <a:pt x="279" y="618"/>
                  </a:lnTo>
                  <a:lnTo>
                    <a:pt x="302" y="657"/>
                  </a:lnTo>
                  <a:lnTo>
                    <a:pt x="146" y="699"/>
                  </a:lnTo>
                  <a:lnTo>
                    <a:pt x="583" y="818"/>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32" name="Freeform 21"/>
            <p:cNvSpPr>
              <a:spLocks/>
            </p:cNvSpPr>
            <p:nvPr/>
          </p:nvSpPr>
          <p:spPr bwMode="blackWhite">
            <a:xfrm>
              <a:off x="4845050" y="4968387"/>
              <a:ext cx="817563" cy="1250950"/>
            </a:xfrm>
            <a:custGeom>
              <a:avLst/>
              <a:gdLst>
                <a:gd name="T0" fmla="*/ 2147483647 w 666"/>
                <a:gd name="T1" fmla="*/ 2147483647 h 1033"/>
                <a:gd name="T2" fmla="*/ 2147483647 w 666"/>
                <a:gd name="T3" fmla="*/ 2147483647 h 1033"/>
                <a:gd name="T4" fmla="*/ 2147483647 w 666"/>
                <a:gd name="T5" fmla="*/ 2147483647 h 1033"/>
                <a:gd name="T6" fmla="*/ 2147483647 w 666"/>
                <a:gd name="T7" fmla="*/ 2147483647 h 1033"/>
                <a:gd name="T8" fmla="*/ 2147483647 w 666"/>
                <a:gd name="T9" fmla="*/ 2147483647 h 1033"/>
                <a:gd name="T10" fmla="*/ 2147483647 w 666"/>
                <a:gd name="T11" fmla="*/ 2147483647 h 1033"/>
                <a:gd name="T12" fmla="*/ 2147483647 w 666"/>
                <a:gd name="T13" fmla="*/ 2147483647 h 1033"/>
                <a:gd name="T14" fmla="*/ 2147483647 w 666"/>
                <a:gd name="T15" fmla="*/ 2147483647 h 1033"/>
                <a:gd name="T16" fmla="*/ 2147483647 w 666"/>
                <a:gd name="T17" fmla="*/ 2147483647 h 1033"/>
                <a:gd name="T18" fmla="*/ 2147483647 w 666"/>
                <a:gd name="T19" fmla="*/ 2147483647 h 1033"/>
                <a:gd name="T20" fmla="*/ 2147483647 w 666"/>
                <a:gd name="T21" fmla="*/ 2147483647 h 1033"/>
                <a:gd name="T22" fmla="*/ 0 w 666"/>
                <a:gd name="T23" fmla="*/ 2147483647 h 1033"/>
                <a:gd name="T24" fmla="*/ 0 w 666"/>
                <a:gd name="T25" fmla="*/ 2147483647 h 1033"/>
                <a:gd name="T26" fmla="*/ 2147483647 w 666"/>
                <a:gd name="T27" fmla="*/ 2147483647 h 1033"/>
                <a:gd name="T28" fmla="*/ 2147483647 w 666"/>
                <a:gd name="T29" fmla="*/ 2147483647 h 1033"/>
                <a:gd name="T30" fmla="*/ 2147483647 w 666"/>
                <a:gd name="T31" fmla="*/ 2147483647 h 1033"/>
                <a:gd name="T32" fmla="*/ 2147483647 w 666"/>
                <a:gd name="T33" fmla="*/ 2147483647 h 1033"/>
                <a:gd name="T34" fmla="*/ 2147483647 w 666"/>
                <a:gd name="T35" fmla="*/ 2147483647 h 1033"/>
                <a:gd name="T36" fmla="*/ 2147483647 w 666"/>
                <a:gd name="T37" fmla="*/ 2147483647 h 1033"/>
                <a:gd name="T38" fmla="*/ 2147483647 w 666"/>
                <a:gd name="T39" fmla="*/ 2147483647 h 1033"/>
                <a:gd name="T40" fmla="*/ 2147483647 w 666"/>
                <a:gd name="T41" fmla="*/ 2147483647 h 1033"/>
                <a:gd name="T42" fmla="*/ 2147483647 w 666"/>
                <a:gd name="T43" fmla="*/ 2147483647 h 1033"/>
                <a:gd name="T44" fmla="*/ 2147483647 w 666"/>
                <a:gd name="T45" fmla="*/ 2147483647 h 1033"/>
                <a:gd name="T46" fmla="*/ 2147483647 w 666"/>
                <a:gd name="T47" fmla="*/ 2147483647 h 1033"/>
                <a:gd name="T48" fmla="*/ 2147483647 w 666"/>
                <a:gd name="T49" fmla="*/ 2147483647 h 1033"/>
                <a:gd name="T50" fmla="*/ 2147483647 w 666"/>
                <a:gd name="T51" fmla="*/ 2147483647 h 1033"/>
                <a:gd name="T52" fmla="*/ 2147483647 w 666"/>
                <a:gd name="T53" fmla="*/ 2147483647 h 1033"/>
                <a:gd name="T54" fmla="*/ 2147483647 w 666"/>
                <a:gd name="T55" fmla="*/ 2147483647 h 1033"/>
                <a:gd name="T56" fmla="*/ 2147483647 w 666"/>
                <a:gd name="T57" fmla="*/ 2147483647 h 1033"/>
                <a:gd name="T58" fmla="*/ 2147483647 w 666"/>
                <a:gd name="T59" fmla="*/ 2147483647 h 1033"/>
                <a:gd name="T60" fmla="*/ 2147483647 w 666"/>
                <a:gd name="T61" fmla="*/ 2147483647 h 1033"/>
                <a:gd name="T62" fmla="*/ 2147483647 w 666"/>
                <a:gd name="T63" fmla="*/ 0 h 1033"/>
                <a:gd name="T64" fmla="*/ 2147483647 w 666"/>
                <a:gd name="T65" fmla="*/ 2147483647 h 1033"/>
                <a:gd name="T66" fmla="*/ 2147483647 w 666"/>
                <a:gd name="T67" fmla="*/ 2147483647 h 103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66"/>
                <a:gd name="T103" fmla="*/ 0 h 1033"/>
                <a:gd name="T104" fmla="*/ 666 w 666"/>
                <a:gd name="T105" fmla="*/ 1033 h 103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66" h="1033">
                  <a:moveTo>
                    <a:pt x="217" y="121"/>
                  </a:moveTo>
                  <a:lnTo>
                    <a:pt x="223" y="164"/>
                  </a:lnTo>
                  <a:lnTo>
                    <a:pt x="224" y="209"/>
                  </a:lnTo>
                  <a:lnTo>
                    <a:pt x="222" y="253"/>
                  </a:lnTo>
                  <a:lnTo>
                    <a:pt x="214" y="296"/>
                  </a:lnTo>
                  <a:lnTo>
                    <a:pt x="202" y="339"/>
                  </a:lnTo>
                  <a:lnTo>
                    <a:pt x="187" y="380"/>
                  </a:lnTo>
                  <a:lnTo>
                    <a:pt x="166" y="420"/>
                  </a:lnTo>
                  <a:lnTo>
                    <a:pt x="142" y="457"/>
                  </a:lnTo>
                  <a:lnTo>
                    <a:pt x="114" y="492"/>
                  </a:lnTo>
                  <a:lnTo>
                    <a:pt x="84" y="524"/>
                  </a:lnTo>
                  <a:lnTo>
                    <a:pt x="0" y="371"/>
                  </a:lnTo>
                  <a:lnTo>
                    <a:pt x="0" y="819"/>
                  </a:lnTo>
                  <a:lnTo>
                    <a:pt x="378" y="1032"/>
                  </a:lnTo>
                  <a:lnTo>
                    <a:pt x="306" y="909"/>
                  </a:lnTo>
                  <a:lnTo>
                    <a:pt x="354" y="871"/>
                  </a:lnTo>
                  <a:lnTo>
                    <a:pt x="398" y="831"/>
                  </a:lnTo>
                  <a:lnTo>
                    <a:pt x="440" y="787"/>
                  </a:lnTo>
                  <a:lnTo>
                    <a:pt x="480" y="741"/>
                  </a:lnTo>
                  <a:lnTo>
                    <a:pt x="515" y="692"/>
                  </a:lnTo>
                  <a:lnTo>
                    <a:pt x="547" y="641"/>
                  </a:lnTo>
                  <a:lnTo>
                    <a:pt x="575" y="588"/>
                  </a:lnTo>
                  <a:lnTo>
                    <a:pt x="600" y="533"/>
                  </a:lnTo>
                  <a:lnTo>
                    <a:pt x="621" y="476"/>
                  </a:lnTo>
                  <a:lnTo>
                    <a:pt x="638" y="419"/>
                  </a:lnTo>
                  <a:lnTo>
                    <a:pt x="651" y="359"/>
                  </a:lnTo>
                  <a:lnTo>
                    <a:pt x="659" y="300"/>
                  </a:lnTo>
                  <a:lnTo>
                    <a:pt x="664" y="239"/>
                  </a:lnTo>
                  <a:lnTo>
                    <a:pt x="665" y="180"/>
                  </a:lnTo>
                  <a:lnTo>
                    <a:pt x="662" y="119"/>
                  </a:lnTo>
                  <a:lnTo>
                    <a:pt x="654" y="59"/>
                  </a:lnTo>
                  <a:lnTo>
                    <a:pt x="642" y="0"/>
                  </a:lnTo>
                  <a:lnTo>
                    <a:pt x="454" y="190"/>
                  </a:lnTo>
                  <a:lnTo>
                    <a:pt x="217" y="121"/>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33" name="Freeform 22"/>
            <p:cNvSpPr>
              <a:spLocks/>
            </p:cNvSpPr>
            <p:nvPr/>
          </p:nvSpPr>
          <p:spPr bwMode="blackWhite">
            <a:xfrm>
              <a:off x="3822700" y="5504962"/>
              <a:ext cx="1265238" cy="771525"/>
            </a:xfrm>
            <a:custGeom>
              <a:avLst/>
              <a:gdLst>
                <a:gd name="T0" fmla="*/ 972882 w 1030"/>
                <a:gd name="T1" fmla="*/ 195001 h 637"/>
                <a:gd name="T2" fmla="*/ 924975 w 1030"/>
                <a:gd name="T3" fmla="*/ 211957 h 637"/>
                <a:gd name="T4" fmla="*/ 874611 w 1030"/>
                <a:gd name="T5" fmla="*/ 226492 h 637"/>
                <a:gd name="T6" fmla="*/ 823019 w 1030"/>
                <a:gd name="T7" fmla="*/ 233759 h 637"/>
                <a:gd name="T8" fmla="*/ 771427 w 1030"/>
                <a:gd name="T9" fmla="*/ 237392 h 637"/>
                <a:gd name="T10" fmla="*/ 719834 w 1030"/>
                <a:gd name="T11" fmla="*/ 234970 h 637"/>
                <a:gd name="T12" fmla="*/ 668242 w 1030"/>
                <a:gd name="T13" fmla="*/ 227703 h 637"/>
                <a:gd name="T14" fmla="*/ 616650 w 1030"/>
                <a:gd name="T15" fmla="*/ 216802 h 637"/>
                <a:gd name="T16" fmla="*/ 567514 w 1030"/>
                <a:gd name="T17" fmla="*/ 201057 h 637"/>
                <a:gd name="T18" fmla="*/ 520836 w 1030"/>
                <a:gd name="T19" fmla="*/ 179255 h 637"/>
                <a:gd name="T20" fmla="*/ 476614 w 1030"/>
                <a:gd name="T21" fmla="*/ 153821 h 637"/>
                <a:gd name="T22" fmla="*/ 605594 w 1030"/>
                <a:gd name="T23" fmla="*/ 0 h 637"/>
                <a:gd name="T24" fmla="*/ 89672 w 1030"/>
                <a:gd name="T25" fmla="*/ 184100 h 637"/>
                <a:gd name="T26" fmla="*/ 38080 w 1030"/>
                <a:gd name="T27" fmla="*/ 488108 h 637"/>
                <a:gd name="T28" fmla="*/ 40537 w 1030"/>
                <a:gd name="T29" fmla="*/ 490530 h 637"/>
                <a:gd name="T30" fmla="*/ 0 w 1030"/>
                <a:gd name="T31" fmla="*/ 712177 h 637"/>
                <a:gd name="T32" fmla="*/ 127752 w 1030"/>
                <a:gd name="T33" fmla="*/ 560779 h 637"/>
                <a:gd name="T34" fmla="*/ 190400 w 1030"/>
                <a:gd name="T35" fmla="*/ 603170 h 637"/>
                <a:gd name="T36" fmla="*/ 255504 w 1030"/>
                <a:gd name="T37" fmla="*/ 641928 h 637"/>
                <a:gd name="T38" fmla="*/ 321837 w 1030"/>
                <a:gd name="T39" fmla="*/ 674630 h 637"/>
                <a:gd name="T40" fmla="*/ 391855 w 1030"/>
                <a:gd name="T41" fmla="*/ 702487 h 637"/>
                <a:gd name="T42" fmla="*/ 463102 w 1030"/>
                <a:gd name="T43" fmla="*/ 726711 h 637"/>
                <a:gd name="T44" fmla="*/ 534348 w 1030"/>
                <a:gd name="T45" fmla="*/ 744879 h 637"/>
                <a:gd name="T46" fmla="*/ 609280 w 1030"/>
                <a:gd name="T47" fmla="*/ 759413 h 637"/>
                <a:gd name="T48" fmla="*/ 684211 w 1030"/>
                <a:gd name="T49" fmla="*/ 767891 h 637"/>
                <a:gd name="T50" fmla="*/ 759143 w 1030"/>
                <a:gd name="T51" fmla="*/ 770314 h 637"/>
                <a:gd name="T52" fmla="*/ 834074 w 1030"/>
                <a:gd name="T53" fmla="*/ 767891 h 637"/>
                <a:gd name="T54" fmla="*/ 909006 w 1030"/>
                <a:gd name="T55" fmla="*/ 760624 h 637"/>
                <a:gd name="T56" fmla="*/ 983937 w 1030"/>
                <a:gd name="T57" fmla="*/ 747301 h 637"/>
                <a:gd name="T58" fmla="*/ 1055184 w 1030"/>
                <a:gd name="T59" fmla="*/ 730345 h 637"/>
                <a:gd name="T60" fmla="*/ 1126430 w 1030"/>
                <a:gd name="T61" fmla="*/ 708543 h 637"/>
                <a:gd name="T62" fmla="*/ 1196448 w 1030"/>
                <a:gd name="T63" fmla="*/ 679475 h 637"/>
                <a:gd name="T64" fmla="*/ 1264010 w 1030"/>
                <a:gd name="T65" fmla="*/ 646773 h 637"/>
                <a:gd name="T66" fmla="*/ 976567 w 1030"/>
                <a:gd name="T67" fmla="*/ 482052 h 637"/>
                <a:gd name="T68" fmla="*/ 972882 w 1030"/>
                <a:gd name="T69" fmla="*/ 195001 h 63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30"/>
                <a:gd name="T106" fmla="*/ 0 h 637"/>
                <a:gd name="T107" fmla="*/ 1030 w 1030"/>
                <a:gd name="T108" fmla="*/ 637 h 63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30" h="637">
                  <a:moveTo>
                    <a:pt x="792" y="161"/>
                  </a:moveTo>
                  <a:lnTo>
                    <a:pt x="753" y="175"/>
                  </a:lnTo>
                  <a:lnTo>
                    <a:pt x="712" y="187"/>
                  </a:lnTo>
                  <a:lnTo>
                    <a:pt x="670" y="193"/>
                  </a:lnTo>
                  <a:lnTo>
                    <a:pt x="628" y="196"/>
                  </a:lnTo>
                  <a:lnTo>
                    <a:pt x="586" y="194"/>
                  </a:lnTo>
                  <a:lnTo>
                    <a:pt x="544" y="188"/>
                  </a:lnTo>
                  <a:lnTo>
                    <a:pt x="502" y="179"/>
                  </a:lnTo>
                  <a:lnTo>
                    <a:pt x="462" y="166"/>
                  </a:lnTo>
                  <a:lnTo>
                    <a:pt x="424" y="148"/>
                  </a:lnTo>
                  <a:lnTo>
                    <a:pt x="388" y="127"/>
                  </a:lnTo>
                  <a:lnTo>
                    <a:pt x="493" y="0"/>
                  </a:lnTo>
                  <a:lnTo>
                    <a:pt x="73" y="152"/>
                  </a:lnTo>
                  <a:lnTo>
                    <a:pt x="31" y="403"/>
                  </a:lnTo>
                  <a:lnTo>
                    <a:pt x="33" y="405"/>
                  </a:lnTo>
                  <a:lnTo>
                    <a:pt x="0" y="588"/>
                  </a:lnTo>
                  <a:lnTo>
                    <a:pt x="104" y="463"/>
                  </a:lnTo>
                  <a:lnTo>
                    <a:pt x="155" y="498"/>
                  </a:lnTo>
                  <a:lnTo>
                    <a:pt x="208" y="530"/>
                  </a:lnTo>
                  <a:lnTo>
                    <a:pt x="262" y="557"/>
                  </a:lnTo>
                  <a:lnTo>
                    <a:pt x="319" y="580"/>
                  </a:lnTo>
                  <a:lnTo>
                    <a:pt x="377" y="600"/>
                  </a:lnTo>
                  <a:lnTo>
                    <a:pt x="435" y="615"/>
                  </a:lnTo>
                  <a:lnTo>
                    <a:pt x="496" y="627"/>
                  </a:lnTo>
                  <a:lnTo>
                    <a:pt x="557" y="634"/>
                  </a:lnTo>
                  <a:lnTo>
                    <a:pt x="618" y="636"/>
                  </a:lnTo>
                  <a:lnTo>
                    <a:pt x="679" y="634"/>
                  </a:lnTo>
                  <a:lnTo>
                    <a:pt x="740" y="628"/>
                  </a:lnTo>
                  <a:lnTo>
                    <a:pt x="801" y="617"/>
                  </a:lnTo>
                  <a:lnTo>
                    <a:pt x="859" y="603"/>
                  </a:lnTo>
                  <a:lnTo>
                    <a:pt x="917" y="585"/>
                  </a:lnTo>
                  <a:lnTo>
                    <a:pt x="974" y="561"/>
                  </a:lnTo>
                  <a:lnTo>
                    <a:pt x="1029" y="534"/>
                  </a:lnTo>
                  <a:lnTo>
                    <a:pt x="795" y="398"/>
                  </a:lnTo>
                  <a:lnTo>
                    <a:pt x="792" y="161"/>
                  </a:lnTo>
                </a:path>
              </a:pathLst>
            </a:custGeom>
            <a:grpFill/>
            <a:ln w="6350" cap="rnd">
              <a:solidFill>
                <a:schemeClr val="bg1"/>
              </a:solidFill>
              <a:round/>
              <a:headEnd/>
              <a:tailEnd/>
            </a:ln>
          </p:spPr>
          <p:txBody>
            <a:bodyPr/>
            <a:lstStyle/>
            <a:p>
              <a:pPr>
                <a:buClr>
                  <a:schemeClr val="bg1"/>
                </a:buClr>
                <a:defRPr/>
              </a:pPr>
              <a:endParaRPr lang="en-US" sz="1000" dirty="0">
                <a:solidFill>
                  <a:schemeClr val="bg1"/>
                </a:solidFill>
                <a:latin typeface="Aptos" panose="020B0004020202020204" pitchFamily="34" charset="0"/>
              </a:endParaRPr>
            </a:p>
          </p:txBody>
        </p:sp>
        <p:sp>
          <p:nvSpPr>
            <p:cNvPr id="34" name="Freeform 23"/>
            <p:cNvSpPr>
              <a:spLocks/>
            </p:cNvSpPr>
            <p:nvPr/>
          </p:nvSpPr>
          <p:spPr bwMode="blackWhite">
            <a:xfrm>
              <a:off x="3375025" y="4773124"/>
              <a:ext cx="855663" cy="1174750"/>
            </a:xfrm>
            <a:custGeom>
              <a:avLst/>
              <a:gdLst>
                <a:gd name="T0" fmla="*/ 795509 w 697"/>
                <a:gd name="T1" fmla="*/ 773085 h 971"/>
                <a:gd name="T2" fmla="*/ 762363 w 697"/>
                <a:gd name="T3" fmla="*/ 729531 h 971"/>
                <a:gd name="T4" fmla="*/ 735355 w 697"/>
                <a:gd name="T5" fmla="*/ 681137 h 971"/>
                <a:gd name="T6" fmla="*/ 712030 w 697"/>
                <a:gd name="T7" fmla="*/ 631534 h 971"/>
                <a:gd name="T8" fmla="*/ 694843 w 697"/>
                <a:gd name="T9" fmla="*/ 580721 h 971"/>
                <a:gd name="T10" fmla="*/ 682566 w 697"/>
                <a:gd name="T11" fmla="*/ 527488 h 971"/>
                <a:gd name="T12" fmla="*/ 676428 w 697"/>
                <a:gd name="T13" fmla="*/ 474255 h 971"/>
                <a:gd name="T14" fmla="*/ 675200 w 697"/>
                <a:gd name="T15" fmla="*/ 419813 h 971"/>
                <a:gd name="T16" fmla="*/ 680111 w 697"/>
                <a:gd name="T17" fmla="*/ 365370 h 971"/>
                <a:gd name="T18" fmla="*/ 854435 w 697"/>
                <a:gd name="T19" fmla="*/ 445219 h 971"/>
                <a:gd name="T20" fmla="*/ 546298 w 697"/>
                <a:gd name="T21" fmla="*/ 0 h 971"/>
                <a:gd name="T22" fmla="*/ 0 w 697"/>
                <a:gd name="T23" fmla="*/ 53233 h 971"/>
                <a:gd name="T24" fmla="*/ 181690 w 697"/>
                <a:gd name="T25" fmla="*/ 136711 h 971"/>
                <a:gd name="T26" fmla="*/ 163276 w 697"/>
                <a:gd name="T27" fmla="*/ 209302 h 971"/>
                <a:gd name="T28" fmla="*/ 148544 w 697"/>
                <a:gd name="T29" fmla="*/ 281892 h 971"/>
                <a:gd name="T30" fmla="*/ 142406 w 697"/>
                <a:gd name="T31" fmla="*/ 356901 h 971"/>
                <a:gd name="T32" fmla="*/ 137495 w 697"/>
                <a:gd name="T33" fmla="*/ 431911 h 971"/>
                <a:gd name="T34" fmla="*/ 139951 w 697"/>
                <a:gd name="T35" fmla="*/ 505711 h 971"/>
                <a:gd name="T36" fmla="*/ 147316 w 697"/>
                <a:gd name="T37" fmla="*/ 579511 h 971"/>
                <a:gd name="T38" fmla="*/ 160820 w 697"/>
                <a:gd name="T39" fmla="*/ 653311 h 971"/>
                <a:gd name="T40" fmla="*/ 178007 w 697"/>
                <a:gd name="T41" fmla="*/ 724691 h 971"/>
                <a:gd name="T42" fmla="*/ 200105 w 697"/>
                <a:gd name="T43" fmla="*/ 797282 h 971"/>
                <a:gd name="T44" fmla="*/ 229568 w 697"/>
                <a:gd name="T45" fmla="*/ 866242 h 971"/>
                <a:gd name="T46" fmla="*/ 262714 w 697"/>
                <a:gd name="T47" fmla="*/ 932783 h 971"/>
                <a:gd name="T48" fmla="*/ 299543 w 697"/>
                <a:gd name="T49" fmla="*/ 998114 h 971"/>
                <a:gd name="T50" fmla="*/ 341283 w 697"/>
                <a:gd name="T51" fmla="*/ 1059816 h 971"/>
                <a:gd name="T52" fmla="*/ 387933 w 697"/>
                <a:gd name="T53" fmla="*/ 1119098 h 971"/>
                <a:gd name="T54" fmla="*/ 438266 w 697"/>
                <a:gd name="T55" fmla="*/ 1173540 h 971"/>
                <a:gd name="T56" fmla="*/ 489827 w 697"/>
                <a:gd name="T57" fmla="*/ 883180 h 971"/>
                <a:gd name="T58" fmla="*/ 795509 w 697"/>
                <a:gd name="T59" fmla="*/ 773085 h 9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97"/>
                <a:gd name="T91" fmla="*/ 0 h 971"/>
                <a:gd name="T92" fmla="*/ 697 w 697"/>
                <a:gd name="T93" fmla="*/ 971 h 97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97" h="971">
                  <a:moveTo>
                    <a:pt x="648" y="639"/>
                  </a:moveTo>
                  <a:lnTo>
                    <a:pt x="621" y="603"/>
                  </a:lnTo>
                  <a:lnTo>
                    <a:pt x="599" y="563"/>
                  </a:lnTo>
                  <a:lnTo>
                    <a:pt x="580" y="522"/>
                  </a:lnTo>
                  <a:lnTo>
                    <a:pt x="566" y="480"/>
                  </a:lnTo>
                  <a:lnTo>
                    <a:pt x="556" y="436"/>
                  </a:lnTo>
                  <a:lnTo>
                    <a:pt x="551" y="392"/>
                  </a:lnTo>
                  <a:lnTo>
                    <a:pt x="550" y="347"/>
                  </a:lnTo>
                  <a:lnTo>
                    <a:pt x="554" y="302"/>
                  </a:lnTo>
                  <a:lnTo>
                    <a:pt x="696" y="368"/>
                  </a:lnTo>
                  <a:lnTo>
                    <a:pt x="445" y="0"/>
                  </a:lnTo>
                  <a:lnTo>
                    <a:pt x="0" y="44"/>
                  </a:lnTo>
                  <a:lnTo>
                    <a:pt x="148" y="113"/>
                  </a:lnTo>
                  <a:lnTo>
                    <a:pt x="133" y="173"/>
                  </a:lnTo>
                  <a:lnTo>
                    <a:pt x="121" y="233"/>
                  </a:lnTo>
                  <a:lnTo>
                    <a:pt x="116" y="295"/>
                  </a:lnTo>
                  <a:lnTo>
                    <a:pt x="112" y="357"/>
                  </a:lnTo>
                  <a:lnTo>
                    <a:pt x="114" y="418"/>
                  </a:lnTo>
                  <a:lnTo>
                    <a:pt x="120" y="479"/>
                  </a:lnTo>
                  <a:lnTo>
                    <a:pt x="131" y="540"/>
                  </a:lnTo>
                  <a:lnTo>
                    <a:pt x="145" y="599"/>
                  </a:lnTo>
                  <a:lnTo>
                    <a:pt x="163" y="659"/>
                  </a:lnTo>
                  <a:lnTo>
                    <a:pt x="187" y="716"/>
                  </a:lnTo>
                  <a:lnTo>
                    <a:pt x="214" y="771"/>
                  </a:lnTo>
                  <a:lnTo>
                    <a:pt x="244" y="825"/>
                  </a:lnTo>
                  <a:lnTo>
                    <a:pt x="278" y="876"/>
                  </a:lnTo>
                  <a:lnTo>
                    <a:pt x="316" y="925"/>
                  </a:lnTo>
                  <a:lnTo>
                    <a:pt x="357" y="970"/>
                  </a:lnTo>
                  <a:lnTo>
                    <a:pt x="399" y="730"/>
                  </a:lnTo>
                  <a:lnTo>
                    <a:pt x="648" y="639"/>
                  </a:lnTo>
                </a:path>
              </a:pathLst>
            </a:custGeom>
            <a:grpFill/>
            <a:ln w="6350" cap="rnd">
              <a:solidFill>
                <a:schemeClr val="bg1"/>
              </a:solidFill>
              <a:round/>
              <a:headEnd/>
              <a:tailEnd/>
            </a:ln>
          </p:spPr>
          <p:txBody>
            <a:bodyPr/>
            <a:lstStyle/>
            <a:p>
              <a:pPr>
                <a:buClr>
                  <a:schemeClr val="bg1"/>
                </a:buClr>
                <a:defRPr/>
              </a:pPr>
              <a:endParaRPr lang="en-US" sz="1000" dirty="0">
                <a:solidFill>
                  <a:schemeClr val="bg1"/>
                </a:solidFill>
                <a:latin typeface="Aptos" panose="020B0004020202020204" pitchFamily="34" charset="0"/>
              </a:endParaRPr>
            </a:p>
          </p:txBody>
        </p:sp>
        <p:sp>
          <p:nvSpPr>
            <p:cNvPr id="35" name="Rectangle 35"/>
            <p:cNvSpPr>
              <a:spLocks noChangeArrowheads="1"/>
            </p:cNvSpPr>
            <p:nvPr/>
          </p:nvSpPr>
          <p:spPr bwMode="blackWhite">
            <a:xfrm>
              <a:off x="4947256" y="4507349"/>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36" name="Rectangle 44"/>
            <p:cNvSpPr>
              <a:spLocks noChangeArrowheads="1"/>
            </p:cNvSpPr>
            <p:nvPr/>
          </p:nvSpPr>
          <p:spPr bwMode="blackWhite">
            <a:xfrm>
              <a:off x="5100451" y="5497949"/>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37" name="Rectangle 45"/>
            <p:cNvSpPr>
              <a:spLocks noChangeArrowheads="1"/>
            </p:cNvSpPr>
            <p:nvPr/>
          </p:nvSpPr>
          <p:spPr bwMode="blackWhite">
            <a:xfrm>
              <a:off x="4262252" y="5878950"/>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38" name="Rectangle 46"/>
            <p:cNvSpPr>
              <a:spLocks noChangeArrowheads="1"/>
            </p:cNvSpPr>
            <p:nvPr/>
          </p:nvSpPr>
          <p:spPr bwMode="blackWhite">
            <a:xfrm>
              <a:off x="3652652" y="5193150"/>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39" name="Rectangle 47"/>
            <p:cNvSpPr>
              <a:spLocks noChangeArrowheads="1"/>
            </p:cNvSpPr>
            <p:nvPr/>
          </p:nvSpPr>
          <p:spPr bwMode="blackWhite">
            <a:xfrm>
              <a:off x="4033651" y="4431150"/>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grpSp>
      <p:grpSp>
        <p:nvGrpSpPr>
          <p:cNvPr id="53" name="Group 52"/>
          <p:cNvGrpSpPr/>
          <p:nvPr/>
        </p:nvGrpSpPr>
        <p:grpSpPr>
          <a:xfrm>
            <a:off x="1513086" y="3523920"/>
            <a:ext cx="2039243" cy="2048272"/>
            <a:chOff x="338260" y="3874599"/>
            <a:chExt cx="2509838" cy="2520950"/>
          </a:xfrm>
          <a:solidFill>
            <a:schemeClr val="accent3"/>
          </a:solidFill>
        </p:grpSpPr>
        <p:sp>
          <p:nvSpPr>
            <p:cNvPr id="40" name="Freeform 15"/>
            <p:cNvSpPr>
              <a:spLocks/>
            </p:cNvSpPr>
            <p:nvPr/>
          </p:nvSpPr>
          <p:spPr bwMode="blackWhite">
            <a:xfrm>
              <a:off x="489073" y="3874599"/>
              <a:ext cx="1308100" cy="1117600"/>
            </a:xfrm>
            <a:custGeom>
              <a:avLst/>
              <a:gdLst>
                <a:gd name="T0" fmla="*/ 563089 w 1057"/>
                <a:gd name="T1" fmla="*/ 1091523 h 900"/>
                <a:gd name="T2" fmla="*/ 582890 w 1057"/>
                <a:gd name="T3" fmla="*/ 1040610 h 900"/>
                <a:gd name="T4" fmla="*/ 606404 w 1057"/>
                <a:gd name="T5" fmla="*/ 992180 h 900"/>
                <a:gd name="T6" fmla="*/ 636105 w 1057"/>
                <a:gd name="T7" fmla="*/ 946235 h 900"/>
                <a:gd name="T8" fmla="*/ 669519 w 1057"/>
                <a:gd name="T9" fmla="*/ 904014 h 900"/>
                <a:gd name="T10" fmla="*/ 705409 w 1057"/>
                <a:gd name="T11" fmla="*/ 864277 h 900"/>
                <a:gd name="T12" fmla="*/ 746248 w 1057"/>
                <a:gd name="T13" fmla="*/ 828266 h 900"/>
                <a:gd name="T14" fmla="*/ 790800 w 1057"/>
                <a:gd name="T15" fmla="*/ 797221 h 900"/>
                <a:gd name="T16" fmla="*/ 836590 w 1057"/>
                <a:gd name="T17" fmla="*/ 771144 h 900"/>
                <a:gd name="T18" fmla="*/ 882380 w 1057"/>
                <a:gd name="T19" fmla="*/ 751276 h 900"/>
                <a:gd name="T20" fmla="*/ 931882 w 1057"/>
                <a:gd name="T21" fmla="*/ 733891 h 900"/>
                <a:gd name="T22" fmla="*/ 981384 w 1057"/>
                <a:gd name="T23" fmla="*/ 721473 h 900"/>
                <a:gd name="T24" fmla="*/ 1032124 w 1057"/>
                <a:gd name="T25" fmla="*/ 714022 h 900"/>
                <a:gd name="T26" fmla="*/ 1030887 w 1057"/>
                <a:gd name="T27" fmla="*/ 882904 h 900"/>
                <a:gd name="T28" fmla="*/ 1306862 w 1057"/>
                <a:gd name="T29" fmla="*/ 464425 h 900"/>
                <a:gd name="T30" fmla="*/ 1012323 w 1057"/>
                <a:gd name="T31" fmla="*/ 0 h 900"/>
                <a:gd name="T32" fmla="*/ 1013561 w 1057"/>
                <a:gd name="T33" fmla="*/ 170124 h 900"/>
                <a:gd name="T34" fmla="*/ 936832 w 1057"/>
                <a:gd name="T35" fmla="*/ 177574 h 900"/>
                <a:gd name="T36" fmla="*/ 858866 w 1057"/>
                <a:gd name="T37" fmla="*/ 191234 h 900"/>
                <a:gd name="T38" fmla="*/ 784612 w 1057"/>
                <a:gd name="T39" fmla="*/ 208619 h 900"/>
                <a:gd name="T40" fmla="*/ 710359 w 1057"/>
                <a:gd name="T41" fmla="*/ 233454 h 900"/>
                <a:gd name="T42" fmla="*/ 638581 w 1057"/>
                <a:gd name="T43" fmla="*/ 262015 h 900"/>
                <a:gd name="T44" fmla="*/ 569277 w 1057"/>
                <a:gd name="T45" fmla="*/ 295543 h 900"/>
                <a:gd name="T46" fmla="*/ 501211 w 1057"/>
                <a:gd name="T47" fmla="*/ 335280 h 900"/>
                <a:gd name="T48" fmla="*/ 435621 w 1057"/>
                <a:gd name="T49" fmla="*/ 379984 h 900"/>
                <a:gd name="T50" fmla="*/ 373743 w 1057"/>
                <a:gd name="T51" fmla="*/ 429655 h 900"/>
                <a:gd name="T52" fmla="*/ 315578 w 1057"/>
                <a:gd name="T53" fmla="*/ 484293 h 900"/>
                <a:gd name="T54" fmla="*/ 261125 w 1057"/>
                <a:gd name="T55" fmla="*/ 542657 h 900"/>
                <a:gd name="T56" fmla="*/ 210385 w 1057"/>
                <a:gd name="T57" fmla="*/ 603504 h 900"/>
                <a:gd name="T58" fmla="*/ 165833 w 1057"/>
                <a:gd name="T59" fmla="*/ 669318 h 900"/>
                <a:gd name="T60" fmla="*/ 124993 w 1057"/>
                <a:gd name="T61" fmla="*/ 738858 h 900"/>
                <a:gd name="T62" fmla="*/ 89104 w 1057"/>
                <a:gd name="T63" fmla="*/ 810881 h 900"/>
                <a:gd name="T64" fmla="*/ 58165 w 1057"/>
                <a:gd name="T65" fmla="*/ 882904 h 900"/>
                <a:gd name="T66" fmla="*/ 33414 w 1057"/>
                <a:gd name="T67" fmla="*/ 959894 h 900"/>
                <a:gd name="T68" fmla="*/ 13613 w 1057"/>
                <a:gd name="T69" fmla="*/ 1036884 h 900"/>
                <a:gd name="T70" fmla="*/ 0 w 1057"/>
                <a:gd name="T71" fmla="*/ 1116358 h 900"/>
                <a:gd name="T72" fmla="*/ 294539 w 1057"/>
                <a:gd name="T73" fmla="*/ 920157 h 900"/>
                <a:gd name="T74" fmla="*/ 563089 w 1057"/>
                <a:gd name="T75" fmla="*/ 1091523 h 90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57"/>
                <a:gd name="T115" fmla="*/ 0 h 900"/>
                <a:gd name="T116" fmla="*/ 1057 w 1057"/>
                <a:gd name="T117" fmla="*/ 900 h 90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57" h="900">
                  <a:moveTo>
                    <a:pt x="455" y="879"/>
                  </a:moveTo>
                  <a:lnTo>
                    <a:pt x="471" y="838"/>
                  </a:lnTo>
                  <a:lnTo>
                    <a:pt x="490" y="799"/>
                  </a:lnTo>
                  <a:lnTo>
                    <a:pt x="514" y="762"/>
                  </a:lnTo>
                  <a:lnTo>
                    <a:pt x="541" y="728"/>
                  </a:lnTo>
                  <a:lnTo>
                    <a:pt x="570" y="696"/>
                  </a:lnTo>
                  <a:lnTo>
                    <a:pt x="603" y="667"/>
                  </a:lnTo>
                  <a:lnTo>
                    <a:pt x="639" y="642"/>
                  </a:lnTo>
                  <a:lnTo>
                    <a:pt x="676" y="621"/>
                  </a:lnTo>
                  <a:lnTo>
                    <a:pt x="713" y="605"/>
                  </a:lnTo>
                  <a:lnTo>
                    <a:pt x="753" y="591"/>
                  </a:lnTo>
                  <a:lnTo>
                    <a:pt x="793" y="581"/>
                  </a:lnTo>
                  <a:lnTo>
                    <a:pt x="834" y="575"/>
                  </a:lnTo>
                  <a:lnTo>
                    <a:pt x="833" y="711"/>
                  </a:lnTo>
                  <a:lnTo>
                    <a:pt x="1056" y="374"/>
                  </a:lnTo>
                  <a:lnTo>
                    <a:pt x="818" y="0"/>
                  </a:lnTo>
                  <a:lnTo>
                    <a:pt x="819" y="137"/>
                  </a:lnTo>
                  <a:lnTo>
                    <a:pt x="757" y="143"/>
                  </a:lnTo>
                  <a:lnTo>
                    <a:pt x="694" y="154"/>
                  </a:lnTo>
                  <a:lnTo>
                    <a:pt x="634" y="168"/>
                  </a:lnTo>
                  <a:lnTo>
                    <a:pt x="574" y="188"/>
                  </a:lnTo>
                  <a:lnTo>
                    <a:pt x="516" y="211"/>
                  </a:lnTo>
                  <a:lnTo>
                    <a:pt x="460" y="238"/>
                  </a:lnTo>
                  <a:lnTo>
                    <a:pt x="405" y="270"/>
                  </a:lnTo>
                  <a:lnTo>
                    <a:pt x="352" y="306"/>
                  </a:lnTo>
                  <a:lnTo>
                    <a:pt x="302" y="346"/>
                  </a:lnTo>
                  <a:lnTo>
                    <a:pt x="255" y="390"/>
                  </a:lnTo>
                  <a:lnTo>
                    <a:pt x="211" y="437"/>
                  </a:lnTo>
                  <a:lnTo>
                    <a:pt x="170" y="486"/>
                  </a:lnTo>
                  <a:lnTo>
                    <a:pt x="134" y="539"/>
                  </a:lnTo>
                  <a:lnTo>
                    <a:pt x="101" y="595"/>
                  </a:lnTo>
                  <a:lnTo>
                    <a:pt x="72" y="653"/>
                  </a:lnTo>
                  <a:lnTo>
                    <a:pt x="47" y="711"/>
                  </a:lnTo>
                  <a:lnTo>
                    <a:pt x="27" y="773"/>
                  </a:lnTo>
                  <a:lnTo>
                    <a:pt x="11" y="835"/>
                  </a:lnTo>
                  <a:lnTo>
                    <a:pt x="0" y="899"/>
                  </a:lnTo>
                  <a:lnTo>
                    <a:pt x="238" y="741"/>
                  </a:lnTo>
                  <a:lnTo>
                    <a:pt x="455" y="879"/>
                  </a:lnTo>
                </a:path>
              </a:pathLst>
            </a:custGeom>
            <a:grpFill/>
            <a:ln w="6350" cap="rnd">
              <a:solidFill>
                <a:schemeClr val="bg1"/>
              </a:solidFill>
              <a:round/>
              <a:headEnd/>
              <a:tailEnd/>
            </a:ln>
          </p:spPr>
          <p:txBody>
            <a:bodyPr/>
            <a:lstStyle/>
            <a:p>
              <a:pPr>
                <a:buClr>
                  <a:schemeClr val="bg1"/>
                </a:buClr>
                <a:defRPr/>
              </a:pPr>
              <a:endParaRPr lang="en-US" sz="1000" dirty="0">
                <a:solidFill>
                  <a:schemeClr val="bg1"/>
                </a:solidFill>
                <a:latin typeface="Aptos" panose="020B0004020202020204" pitchFamily="34" charset="0"/>
              </a:endParaRPr>
            </a:p>
          </p:txBody>
        </p:sp>
        <p:sp>
          <p:nvSpPr>
            <p:cNvPr id="41" name="Freeform 16"/>
            <p:cNvSpPr>
              <a:spLocks/>
            </p:cNvSpPr>
            <p:nvPr/>
          </p:nvSpPr>
          <p:spPr bwMode="blackWhite">
            <a:xfrm>
              <a:off x="1363785" y="5271599"/>
              <a:ext cx="1277938" cy="1123950"/>
            </a:xfrm>
            <a:custGeom>
              <a:avLst/>
              <a:gdLst>
                <a:gd name="T0" fmla="*/ 2147483647 w 1033"/>
                <a:gd name="T1" fmla="*/ 2147483647 h 904"/>
                <a:gd name="T2" fmla="*/ 2147483647 w 1033"/>
                <a:gd name="T3" fmla="*/ 2147483647 h 904"/>
                <a:gd name="T4" fmla="*/ 2147483647 w 1033"/>
                <a:gd name="T5" fmla="*/ 2147483647 h 904"/>
                <a:gd name="T6" fmla="*/ 2147483647 w 1033"/>
                <a:gd name="T7" fmla="*/ 2147483647 h 904"/>
                <a:gd name="T8" fmla="*/ 2147483647 w 1033"/>
                <a:gd name="T9" fmla="*/ 2147483647 h 904"/>
                <a:gd name="T10" fmla="*/ 2147483647 w 1033"/>
                <a:gd name="T11" fmla="*/ 2147483647 h 904"/>
                <a:gd name="T12" fmla="*/ 2147483647 w 1033"/>
                <a:gd name="T13" fmla="*/ 2147483647 h 904"/>
                <a:gd name="T14" fmla="*/ 2147483647 w 1033"/>
                <a:gd name="T15" fmla="*/ 2147483647 h 904"/>
                <a:gd name="T16" fmla="*/ 2147483647 w 1033"/>
                <a:gd name="T17" fmla="*/ 2147483647 h 904"/>
                <a:gd name="T18" fmla="*/ 2147483647 w 1033"/>
                <a:gd name="T19" fmla="*/ 2147483647 h 904"/>
                <a:gd name="T20" fmla="*/ 2147483647 w 1033"/>
                <a:gd name="T21" fmla="*/ 2147483647 h 904"/>
                <a:gd name="T22" fmla="*/ 2147483647 w 1033"/>
                <a:gd name="T23" fmla="*/ 2147483647 h 904"/>
                <a:gd name="T24" fmla="*/ 2147483647 w 1033"/>
                <a:gd name="T25" fmla="*/ 2147483647 h 904"/>
                <a:gd name="T26" fmla="*/ 2147483647 w 1033"/>
                <a:gd name="T27" fmla="*/ 2147483647 h 904"/>
                <a:gd name="T28" fmla="*/ 2147483647 w 1033"/>
                <a:gd name="T29" fmla="*/ 2147483647 h 904"/>
                <a:gd name="T30" fmla="*/ 2147483647 w 1033"/>
                <a:gd name="T31" fmla="*/ 2147483647 h 904"/>
                <a:gd name="T32" fmla="*/ 0 w 1033"/>
                <a:gd name="T33" fmla="*/ 2147483647 h 904"/>
                <a:gd name="T34" fmla="*/ 2147483647 w 1033"/>
                <a:gd name="T35" fmla="*/ 2147483647 h 904"/>
                <a:gd name="T36" fmla="*/ 2147483647 w 1033"/>
                <a:gd name="T37" fmla="*/ 2147483647 h 904"/>
                <a:gd name="T38" fmla="*/ 2147483647 w 1033"/>
                <a:gd name="T39" fmla="*/ 2147483647 h 904"/>
                <a:gd name="T40" fmla="*/ 2147483647 w 1033"/>
                <a:gd name="T41" fmla="*/ 2147483647 h 904"/>
                <a:gd name="T42" fmla="*/ 2147483647 w 1033"/>
                <a:gd name="T43" fmla="*/ 2147483647 h 904"/>
                <a:gd name="T44" fmla="*/ 2147483647 w 1033"/>
                <a:gd name="T45" fmla="*/ 2147483647 h 904"/>
                <a:gd name="T46" fmla="*/ 2147483647 w 1033"/>
                <a:gd name="T47" fmla="*/ 2147483647 h 904"/>
                <a:gd name="T48" fmla="*/ 2147483647 w 1033"/>
                <a:gd name="T49" fmla="*/ 2147483647 h 904"/>
                <a:gd name="T50" fmla="*/ 2147483647 w 1033"/>
                <a:gd name="T51" fmla="*/ 2147483647 h 904"/>
                <a:gd name="T52" fmla="*/ 2147483647 w 1033"/>
                <a:gd name="T53" fmla="*/ 2147483647 h 904"/>
                <a:gd name="T54" fmla="*/ 2147483647 w 1033"/>
                <a:gd name="T55" fmla="*/ 2147483647 h 904"/>
                <a:gd name="T56" fmla="*/ 2147483647 w 1033"/>
                <a:gd name="T57" fmla="*/ 2147483647 h 904"/>
                <a:gd name="T58" fmla="*/ 2147483647 w 1033"/>
                <a:gd name="T59" fmla="*/ 2147483647 h 904"/>
                <a:gd name="T60" fmla="*/ 2147483647 w 1033"/>
                <a:gd name="T61" fmla="*/ 2147483647 h 904"/>
                <a:gd name="T62" fmla="*/ 2147483647 w 1033"/>
                <a:gd name="T63" fmla="*/ 2147483647 h 904"/>
                <a:gd name="T64" fmla="*/ 2147483647 w 1033"/>
                <a:gd name="T65" fmla="*/ 2147483647 h 904"/>
                <a:gd name="T66" fmla="*/ 2147483647 w 1033"/>
                <a:gd name="T67" fmla="*/ 2147483647 h 904"/>
                <a:gd name="T68" fmla="*/ 2147483647 w 1033"/>
                <a:gd name="T69" fmla="*/ 2147483647 h 904"/>
                <a:gd name="T70" fmla="*/ 2147483647 w 1033"/>
                <a:gd name="T71" fmla="*/ 2147483647 h 904"/>
                <a:gd name="T72" fmla="*/ 2147483647 w 1033"/>
                <a:gd name="T73" fmla="*/ 2147483647 h 904"/>
                <a:gd name="T74" fmla="*/ 2147483647 w 1033"/>
                <a:gd name="T75" fmla="*/ 2147483647 h 904"/>
                <a:gd name="T76" fmla="*/ 2147483647 w 1033"/>
                <a:gd name="T77" fmla="*/ 0 h 904"/>
                <a:gd name="T78" fmla="*/ 2147483647 w 1033"/>
                <a:gd name="T79" fmla="*/ 2147483647 h 904"/>
                <a:gd name="T80" fmla="*/ 2147483647 w 1033"/>
                <a:gd name="T81" fmla="*/ 2147483647 h 9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33"/>
                <a:gd name="T124" fmla="*/ 0 h 904"/>
                <a:gd name="T125" fmla="*/ 1033 w 1033"/>
                <a:gd name="T126" fmla="*/ 904 h 9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33" h="904">
                  <a:moveTo>
                    <a:pt x="585" y="1"/>
                  </a:moveTo>
                  <a:lnTo>
                    <a:pt x="573" y="41"/>
                  </a:lnTo>
                  <a:lnTo>
                    <a:pt x="556" y="78"/>
                  </a:lnTo>
                  <a:lnTo>
                    <a:pt x="537" y="116"/>
                  </a:lnTo>
                  <a:lnTo>
                    <a:pt x="514" y="150"/>
                  </a:lnTo>
                  <a:lnTo>
                    <a:pt x="488" y="182"/>
                  </a:lnTo>
                  <a:lnTo>
                    <a:pt x="459" y="212"/>
                  </a:lnTo>
                  <a:lnTo>
                    <a:pt x="427" y="239"/>
                  </a:lnTo>
                  <a:lnTo>
                    <a:pt x="393" y="262"/>
                  </a:lnTo>
                  <a:lnTo>
                    <a:pt x="356" y="283"/>
                  </a:lnTo>
                  <a:lnTo>
                    <a:pt x="317" y="301"/>
                  </a:lnTo>
                  <a:lnTo>
                    <a:pt x="277" y="314"/>
                  </a:lnTo>
                  <a:lnTo>
                    <a:pt x="236" y="323"/>
                  </a:lnTo>
                  <a:lnTo>
                    <a:pt x="235" y="187"/>
                  </a:lnTo>
                  <a:lnTo>
                    <a:pt x="159" y="298"/>
                  </a:lnTo>
                  <a:lnTo>
                    <a:pt x="80" y="409"/>
                  </a:lnTo>
                  <a:lnTo>
                    <a:pt x="0" y="517"/>
                  </a:lnTo>
                  <a:lnTo>
                    <a:pt x="236" y="903"/>
                  </a:lnTo>
                  <a:lnTo>
                    <a:pt x="236" y="766"/>
                  </a:lnTo>
                  <a:lnTo>
                    <a:pt x="295" y="759"/>
                  </a:lnTo>
                  <a:lnTo>
                    <a:pt x="353" y="747"/>
                  </a:lnTo>
                  <a:lnTo>
                    <a:pt x="411" y="733"/>
                  </a:lnTo>
                  <a:lnTo>
                    <a:pt x="467" y="713"/>
                  </a:lnTo>
                  <a:lnTo>
                    <a:pt x="522" y="691"/>
                  </a:lnTo>
                  <a:lnTo>
                    <a:pt x="575" y="665"/>
                  </a:lnTo>
                  <a:lnTo>
                    <a:pt x="626" y="635"/>
                  </a:lnTo>
                  <a:lnTo>
                    <a:pt x="676" y="601"/>
                  </a:lnTo>
                  <a:lnTo>
                    <a:pt x="724" y="564"/>
                  </a:lnTo>
                  <a:lnTo>
                    <a:pt x="768" y="525"/>
                  </a:lnTo>
                  <a:lnTo>
                    <a:pt x="811" y="481"/>
                  </a:lnTo>
                  <a:lnTo>
                    <a:pt x="849" y="435"/>
                  </a:lnTo>
                  <a:lnTo>
                    <a:pt x="884" y="387"/>
                  </a:lnTo>
                  <a:lnTo>
                    <a:pt x="916" y="337"/>
                  </a:lnTo>
                  <a:lnTo>
                    <a:pt x="945" y="284"/>
                  </a:lnTo>
                  <a:lnTo>
                    <a:pt x="970" y="231"/>
                  </a:lnTo>
                  <a:lnTo>
                    <a:pt x="991" y="174"/>
                  </a:lnTo>
                  <a:lnTo>
                    <a:pt x="1009" y="117"/>
                  </a:lnTo>
                  <a:lnTo>
                    <a:pt x="1023" y="58"/>
                  </a:lnTo>
                  <a:lnTo>
                    <a:pt x="1032" y="0"/>
                  </a:lnTo>
                  <a:lnTo>
                    <a:pt x="812" y="132"/>
                  </a:lnTo>
                  <a:lnTo>
                    <a:pt x="585" y="1"/>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42" name="Freeform 17"/>
            <p:cNvSpPr>
              <a:spLocks/>
            </p:cNvSpPr>
            <p:nvPr/>
          </p:nvSpPr>
          <p:spPr bwMode="blackWhite">
            <a:xfrm>
              <a:off x="338260" y="4863612"/>
              <a:ext cx="1150938" cy="1335087"/>
            </a:xfrm>
            <a:custGeom>
              <a:avLst/>
              <a:gdLst>
                <a:gd name="T0" fmla="*/ 1149700 w 930"/>
                <a:gd name="T1" fmla="*/ 801052 h 1075"/>
                <a:gd name="T2" fmla="*/ 1097723 w 930"/>
                <a:gd name="T3" fmla="*/ 787391 h 1075"/>
                <a:gd name="T4" fmla="*/ 1048220 w 930"/>
                <a:gd name="T5" fmla="*/ 770004 h 1075"/>
                <a:gd name="T6" fmla="*/ 998717 w 930"/>
                <a:gd name="T7" fmla="*/ 748891 h 1075"/>
                <a:gd name="T8" fmla="*/ 954165 w 930"/>
                <a:gd name="T9" fmla="*/ 722810 h 1075"/>
                <a:gd name="T10" fmla="*/ 909612 w 930"/>
                <a:gd name="T11" fmla="*/ 691761 h 1075"/>
                <a:gd name="T12" fmla="*/ 870010 w 930"/>
                <a:gd name="T13" fmla="*/ 656987 h 1075"/>
                <a:gd name="T14" fmla="*/ 832883 w 930"/>
                <a:gd name="T15" fmla="*/ 617245 h 1075"/>
                <a:gd name="T16" fmla="*/ 801944 w 930"/>
                <a:gd name="T17" fmla="*/ 577503 h 1075"/>
                <a:gd name="T18" fmla="*/ 772242 w 930"/>
                <a:gd name="T19" fmla="*/ 531551 h 1075"/>
                <a:gd name="T20" fmla="*/ 751204 w 930"/>
                <a:gd name="T21" fmla="*/ 494293 h 1075"/>
                <a:gd name="T22" fmla="*/ 735115 w 930"/>
                <a:gd name="T23" fmla="*/ 454550 h 1075"/>
                <a:gd name="T24" fmla="*/ 721502 w 930"/>
                <a:gd name="T25" fmla="*/ 412325 h 1075"/>
                <a:gd name="T26" fmla="*/ 714077 w 930"/>
                <a:gd name="T27" fmla="*/ 370099 h 1075"/>
                <a:gd name="T28" fmla="*/ 711602 w 930"/>
                <a:gd name="T29" fmla="*/ 327873 h 1075"/>
                <a:gd name="T30" fmla="*/ 712839 w 930"/>
                <a:gd name="T31" fmla="*/ 284405 h 1075"/>
                <a:gd name="T32" fmla="*/ 925701 w 930"/>
                <a:gd name="T33" fmla="*/ 284405 h 1075"/>
                <a:gd name="T34" fmla="*/ 445524 w 930"/>
                <a:gd name="T35" fmla="*/ 0 h 1075"/>
                <a:gd name="T36" fmla="*/ 0 w 930"/>
                <a:gd name="T37" fmla="*/ 293098 h 1075"/>
                <a:gd name="T38" fmla="*/ 168309 w 930"/>
                <a:gd name="T39" fmla="*/ 294340 h 1075"/>
                <a:gd name="T40" fmla="*/ 174497 w 930"/>
                <a:gd name="T41" fmla="*/ 371340 h 1075"/>
                <a:gd name="T42" fmla="*/ 185635 w 930"/>
                <a:gd name="T43" fmla="*/ 449583 h 1075"/>
                <a:gd name="T44" fmla="*/ 204199 w 930"/>
                <a:gd name="T45" fmla="*/ 524099 h 1075"/>
                <a:gd name="T46" fmla="*/ 225237 w 930"/>
                <a:gd name="T47" fmla="*/ 599858 h 1075"/>
                <a:gd name="T48" fmla="*/ 252464 w 930"/>
                <a:gd name="T49" fmla="*/ 671890 h 1075"/>
                <a:gd name="T50" fmla="*/ 285878 w 930"/>
                <a:gd name="T51" fmla="*/ 742681 h 1075"/>
                <a:gd name="T52" fmla="*/ 324243 w 930"/>
                <a:gd name="T53" fmla="*/ 810988 h 1075"/>
                <a:gd name="T54" fmla="*/ 366320 w 930"/>
                <a:gd name="T55" fmla="*/ 874327 h 1075"/>
                <a:gd name="T56" fmla="*/ 412110 w 930"/>
                <a:gd name="T57" fmla="*/ 933940 h 1075"/>
                <a:gd name="T58" fmla="*/ 462850 w 930"/>
                <a:gd name="T59" fmla="*/ 989827 h 1075"/>
                <a:gd name="T60" fmla="*/ 518541 w 930"/>
                <a:gd name="T61" fmla="*/ 1044473 h 1075"/>
                <a:gd name="T62" fmla="*/ 575469 w 930"/>
                <a:gd name="T63" fmla="*/ 1092908 h 1075"/>
                <a:gd name="T64" fmla="*/ 636110 w 930"/>
                <a:gd name="T65" fmla="*/ 1138860 h 1075"/>
                <a:gd name="T66" fmla="*/ 700463 w 930"/>
                <a:gd name="T67" fmla="*/ 1181086 h 1075"/>
                <a:gd name="T68" fmla="*/ 767292 w 930"/>
                <a:gd name="T69" fmla="*/ 1217102 h 1075"/>
                <a:gd name="T70" fmla="*/ 835358 w 930"/>
                <a:gd name="T71" fmla="*/ 1250635 h 1075"/>
                <a:gd name="T72" fmla="*/ 905900 w 930"/>
                <a:gd name="T73" fmla="*/ 1277958 h 1075"/>
                <a:gd name="T74" fmla="*/ 977679 w 930"/>
                <a:gd name="T75" fmla="*/ 1301555 h 1075"/>
                <a:gd name="T76" fmla="*/ 1050695 w 930"/>
                <a:gd name="T77" fmla="*/ 1318942 h 1075"/>
                <a:gd name="T78" fmla="*/ 1126187 w 930"/>
                <a:gd name="T79" fmla="*/ 1333845 h 1075"/>
                <a:gd name="T80" fmla="*/ 955402 w 930"/>
                <a:gd name="T81" fmla="*/ 1049440 h 1075"/>
                <a:gd name="T82" fmla="*/ 1149700 w 930"/>
                <a:gd name="T83" fmla="*/ 801052 h 10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0"/>
                <a:gd name="T127" fmla="*/ 0 h 1075"/>
                <a:gd name="T128" fmla="*/ 930 w 930"/>
                <a:gd name="T129" fmla="*/ 1075 h 10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0" h="1075">
                  <a:moveTo>
                    <a:pt x="929" y="645"/>
                  </a:moveTo>
                  <a:lnTo>
                    <a:pt x="887" y="634"/>
                  </a:lnTo>
                  <a:lnTo>
                    <a:pt x="847" y="620"/>
                  </a:lnTo>
                  <a:lnTo>
                    <a:pt x="807" y="603"/>
                  </a:lnTo>
                  <a:lnTo>
                    <a:pt x="771" y="582"/>
                  </a:lnTo>
                  <a:lnTo>
                    <a:pt x="735" y="557"/>
                  </a:lnTo>
                  <a:lnTo>
                    <a:pt x="703" y="529"/>
                  </a:lnTo>
                  <a:lnTo>
                    <a:pt x="673" y="497"/>
                  </a:lnTo>
                  <a:lnTo>
                    <a:pt x="648" y="465"/>
                  </a:lnTo>
                  <a:lnTo>
                    <a:pt x="624" y="428"/>
                  </a:lnTo>
                  <a:lnTo>
                    <a:pt x="607" y="398"/>
                  </a:lnTo>
                  <a:lnTo>
                    <a:pt x="594" y="366"/>
                  </a:lnTo>
                  <a:lnTo>
                    <a:pt x="583" y="332"/>
                  </a:lnTo>
                  <a:lnTo>
                    <a:pt x="577" y="298"/>
                  </a:lnTo>
                  <a:lnTo>
                    <a:pt x="575" y="264"/>
                  </a:lnTo>
                  <a:lnTo>
                    <a:pt x="576" y="229"/>
                  </a:lnTo>
                  <a:lnTo>
                    <a:pt x="748" y="229"/>
                  </a:lnTo>
                  <a:lnTo>
                    <a:pt x="360" y="0"/>
                  </a:lnTo>
                  <a:lnTo>
                    <a:pt x="0" y="236"/>
                  </a:lnTo>
                  <a:lnTo>
                    <a:pt x="136" y="237"/>
                  </a:lnTo>
                  <a:lnTo>
                    <a:pt x="141" y="299"/>
                  </a:lnTo>
                  <a:lnTo>
                    <a:pt x="150" y="362"/>
                  </a:lnTo>
                  <a:lnTo>
                    <a:pt x="165" y="422"/>
                  </a:lnTo>
                  <a:lnTo>
                    <a:pt x="182" y="483"/>
                  </a:lnTo>
                  <a:lnTo>
                    <a:pt x="204" y="541"/>
                  </a:lnTo>
                  <a:lnTo>
                    <a:pt x="231" y="598"/>
                  </a:lnTo>
                  <a:lnTo>
                    <a:pt x="262" y="653"/>
                  </a:lnTo>
                  <a:lnTo>
                    <a:pt x="296" y="704"/>
                  </a:lnTo>
                  <a:lnTo>
                    <a:pt x="333" y="752"/>
                  </a:lnTo>
                  <a:lnTo>
                    <a:pt x="374" y="797"/>
                  </a:lnTo>
                  <a:lnTo>
                    <a:pt x="419" y="841"/>
                  </a:lnTo>
                  <a:lnTo>
                    <a:pt x="465" y="880"/>
                  </a:lnTo>
                  <a:lnTo>
                    <a:pt x="514" y="917"/>
                  </a:lnTo>
                  <a:lnTo>
                    <a:pt x="566" y="951"/>
                  </a:lnTo>
                  <a:lnTo>
                    <a:pt x="620" y="980"/>
                  </a:lnTo>
                  <a:lnTo>
                    <a:pt x="675" y="1007"/>
                  </a:lnTo>
                  <a:lnTo>
                    <a:pt x="732" y="1029"/>
                  </a:lnTo>
                  <a:lnTo>
                    <a:pt x="790" y="1048"/>
                  </a:lnTo>
                  <a:lnTo>
                    <a:pt x="849" y="1062"/>
                  </a:lnTo>
                  <a:lnTo>
                    <a:pt x="910" y="1074"/>
                  </a:lnTo>
                  <a:lnTo>
                    <a:pt x="772" y="845"/>
                  </a:lnTo>
                  <a:lnTo>
                    <a:pt x="929" y="645"/>
                  </a:lnTo>
                </a:path>
              </a:pathLst>
            </a:custGeom>
            <a:grpFill/>
            <a:ln w="6350" cap="rnd">
              <a:solidFill>
                <a:schemeClr val="bg1"/>
              </a:solidFill>
              <a:round/>
              <a:headEnd/>
              <a:tailEnd/>
            </a:ln>
          </p:spPr>
          <p:txBody>
            <a:bodyPr/>
            <a:lstStyle/>
            <a:p>
              <a:pPr>
                <a:buClr>
                  <a:schemeClr val="bg1"/>
                </a:buClr>
                <a:defRPr/>
              </a:pPr>
              <a:endParaRPr lang="en-US" sz="1000" dirty="0">
                <a:solidFill>
                  <a:schemeClr val="bg1"/>
                </a:solidFill>
                <a:latin typeface="Aptos" panose="020B0004020202020204" pitchFamily="34" charset="0"/>
              </a:endParaRPr>
            </a:p>
          </p:txBody>
        </p:sp>
        <p:sp>
          <p:nvSpPr>
            <p:cNvPr id="43" name="Freeform 18"/>
            <p:cNvSpPr>
              <a:spLocks/>
            </p:cNvSpPr>
            <p:nvPr/>
          </p:nvSpPr>
          <p:spPr bwMode="blackWhite">
            <a:xfrm>
              <a:off x="1681285" y="4050812"/>
              <a:ext cx="1166813" cy="1323975"/>
            </a:xfrm>
            <a:custGeom>
              <a:avLst/>
              <a:gdLst>
                <a:gd name="T0" fmla="*/ 2147483647 w 943"/>
                <a:gd name="T1" fmla="*/ 2147483647 h 1065"/>
                <a:gd name="T2" fmla="*/ 2147483647 w 943"/>
                <a:gd name="T3" fmla="*/ 2147483647 h 1065"/>
                <a:gd name="T4" fmla="*/ 2147483647 w 943"/>
                <a:gd name="T5" fmla="*/ 2147483647 h 1065"/>
                <a:gd name="T6" fmla="*/ 2147483647 w 943"/>
                <a:gd name="T7" fmla="*/ 2147483647 h 1065"/>
                <a:gd name="T8" fmla="*/ 2147483647 w 943"/>
                <a:gd name="T9" fmla="*/ 2147483647 h 1065"/>
                <a:gd name="T10" fmla="*/ 2147483647 w 943"/>
                <a:gd name="T11" fmla="*/ 2147483647 h 1065"/>
                <a:gd name="T12" fmla="*/ 2147483647 w 943"/>
                <a:gd name="T13" fmla="*/ 2147483647 h 1065"/>
                <a:gd name="T14" fmla="*/ 2147483647 w 943"/>
                <a:gd name="T15" fmla="*/ 2147483647 h 1065"/>
                <a:gd name="T16" fmla="*/ 2147483647 w 943"/>
                <a:gd name="T17" fmla="*/ 2147483647 h 1065"/>
                <a:gd name="T18" fmla="*/ 2147483647 w 943"/>
                <a:gd name="T19" fmla="*/ 2147483647 h 1065"/>
                <a:gd name="T20" fmla="*/ 2147483647 w 943"/>
                <a:gd name="T21" fmla="*/ 2147483647 h 1065"/>
                <a:gd name="T22" fmla="*/ 2147483647 w 943"/>
                <a:gd name="T23" fmla="*/ 2147483647 h 1065"/>
                <a:gd name="T24" fmla="*/ 2147483647 w 943"/>
                <a:gd name="T25" fmla="*/ 2147483647 h 1065"/>
                <a:gd name="T26" fmla="*/ 2147483647 w 943"/>
                <a:gd name="T27" fmla="*/ 2147483647 h 1065"/>
                <a:gd name="T28" fmla="*/ 2147483647 w 943"/>
                <a:gd name="T29" fmla="*/ 2147483647 h 1065"/>
                <a:gd name="T30" fmla="*/ 2147483647 w 943"/>
                <a:gd name="T31" fmla="*/ 2147483647 h 1065"/>
                <a:gd name="T32" fmla="*/ 2147483647 w 943"/>
                <a:gd name="T33" fmla="*/ 2147483647 h 1065"/>
                <a:gd name="T34" fmla="*/ 2147483647 w 943"/>
                <a:gd name="T35" fmla="*/ 2147483647 h 1065"/>
                <a:gd name="T36" fmla="*/ 2147483647 w 943"/>
                <a:gd name="T37" fmla="*/ 2147483647 h 1065"/>
                <a:gd name="T38" fmla="*/ 2147483647 w 943"/>
                <a:gd name="T39" fmla="*/ 2147483647 h 1065"/>
                <a:gd name="T40" fmla="*/ 2147483647 w 943"/>
                <a:gd name="T41" fmla="*/ 2147483647 h 1065"/>
                <a:gd name="T42" fmla="*/ 2147483647 w 943"/>
                <a:gd name="T43" fmla="*/ 2147483647 h 1065"/>
                <a:gd name="T44" fmla="*/ 0 w 943"/>
                <a:gd name="T45" fmla="*/ 0 h 1065"/>
                <a:gd name="T46" fmla="*/ 2147483647 w 943"/>
                <a:gd name="T47" fmla="*/ 2147483647 h 1065"/>
                <a:gd name="T48" fmla="*/ 2147483647 w 943"/>
                <a:gd name="T49" fmla="*/ 2147483647 h 1065"/>
                <a:gd name="T50" fmla="*/ 2147483647 w 943"/>
                <a:gd name="T51" fmla="*/ 2147483647 h 1065"/>
                <a:gd name="T52" fmla="*/ 2147483647 w 943"/>
                <a:gd name="T53" fmla="*/ 2147483647 h 1065"/>
                <a:gd name="T54" fmla="*/ 2147483647 w 943"/>
                <a:gd name="T55" fmla="*/ 2147483647 h 1065"/>
                <a:gd name="T56" fmla="*/ 2147483647 w 943"/>
                <a:gd name="T57" fmla="*/ 2147483647 h 1065"/>
                <a:gd name="T58" fmla="*/ 2147483647 w 943"/>
                <a:gd name="T59" fmla="*/ 2147483647 h 1065"/>
                <a:gd name="T60" fmla="*/ 2147483647 w 943"/>
                <a:gd name="T61" fmla="*/ 2147483647 h 1065"/>
                <a:gd name="T62" fmla="*/ 2147483647 w 943"/>
                <a:gd name="T63" fmla="*/ 2147483647 h 1065"/>
                <a:gd name="T64" fmla="*/ 2147483647 w 943"/>
                <a:gd name="T65" fmla="*/ 2147483647 h 1065"/>
                <a:gd name="T66" fmla="*/ 2147483647 w 943"/>
                <a:gd name="T67" fmla="*/ 2147483647 h 1065"/>
                <a:gd name="T68" fmla="*/ 2147483647 w 943"/>
                <a:gd name="T69" fmla="*/ 2147483647 h 1065"/>
                <a:gd name="T70" fmla="*/ 2147483647 w 943"/>
                <a:gd name="T71" fmla="*/ 2147483647 h 1065"/>
                <a:gd name="T72" fmla="*/ 2147483647 w 943"/>
                <a:gd name="T73" fmla="*/ 2147483647 h 1065"/>
                <a:gd name="T74" fmla="*/ 2147483647 w 943"/>
                <a:gd name="T75" fmla="*/ 2147483647 h 1065"/>
                <a:gd name="T76" fmla="*/ 2147483647 w 943"/>
                <a:gd name="T77" fmla="*/ 2147483647 h 106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43"/>
                <a:gd name="T118" fmla="*/ 0 h 1065"/>
                <a:gd name="T119" fmla="*/ 943 w 943"/>
                <a:gd name="T120" fmla="*/ 1065 h 106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43" h="1065">
                  <a:moveTo>
                    <a:pt x="554" y="1064"/>
                  </a:moveTo>
                  <a:lnTo>
                    <a:pt x="942" y="840"/>
                  </a:lnTo>
                  <a:lnTo>
                    <a:pt x="781" y="840"/>
                  </a:lnTo>
                  <a:lnTo>
                    <a:pt x="776" y="778"/>
                  </a:lnTo>
                  <a:lnTo>
                    <a:pt x="767" y="716"/>
                  </a:lnTo>
                  <a:lnTo>
                    <a:pt x="754" y="655"/>
                  </a:lnTo>
                  <a:lnTo>
                    <a:pt x="737" y="595"/>
                  </a:lnTo>
                  <a:lnTo>
                    <a:pt x="714" y="536"/>
                  </a:lnTo>
                  <a:lnTo>
                    <a:pt x="688" y="480"/>
                  </a:lnTo>
                  <a:lnTo>
                    <a:pt x="658" y="425"/>
                  </a:lnTo>
                  <a:lnTo>
                    <a:pt x="624" y="372"/>
                  </a:lnTo>
                  <a:lnTo>
                    <a:pt x="586" y="323"/>
                  </a:lnTo>
                  <a:lnTo>
                    <a:pt x="547" y="275"/>
                  </a:lnTo>
                  <a:lnTo>
                    <a:pt x="502" y="232"/>
                  </a:lnTo>
                  <a:lnTo>
                    <a:pt x="455" y="191"/>
                  </a:lnTo>
                  <a:lnTo>
                    <a:pt x="405" y="153"/>
                  </a:lnTo>
                  <a:lnTo>
                    <a:pt x="352" y="120"/>
                  </a:lnTo>
                  <a:lnTo>
                    <a:pt x="298" y="89"/>
                  </a:lnTo>
                  <a:lnTo>
                    <a:pt x="241" y="63"/>
                  </a:lnTo>
                  <a:lnTo>
                    <a:pt x="182" y="41"/>
                  </a:lnTo>
                  <a:lnTo>
                    <a:pt x="122" y="23"/>
                  </a:lnTo>
                  <a:lnTo>
                    <a:pt x="61" y="9"/>
                  </a:lnTo>
                  <a:lnTo>
                    <a:pt x="0" y="0"/>
                  </a:lnTo>
                  <a:lnTo>
                    <a:pt x="137" y="226"/>
                  </a:lnTo>
                  <a:lnTo>
                    <a:pt x="5" y="451"/>
                  </a:lnTo>
                  <a:lnTo>
                    <a:pt x="48" y="465"/>
                  </a:lnTo>
                  <a:lnTo>
                    <a:pt x="90" y="483"/>
                  </a:lnTo>
                  <a:lnTo>
                    <a:pt x="130" y="505"/>
                  </a:lnTo>
                  <a:lnTo>
                    <a:pt x="168" y="531"/>
                  </a:lnTo>
                  <a:lnTo>
                    <a:pt x="202" y="561"/>
                  </a:lnTo>
                  <a:lnTo>
                    <a:pt x="233" y="594"/>
                  </a:lnTo>
                  <a:lnTo>
                    <a:pt x="262" y="629"/>
                  </a:lnTo>
                  <a:lnTo>
                    <a:pt x="285" y="668"/>
                  </a:lnTo>
                  <a:lnTo>
                    <a:pt x="305" y="709"/>
                  </a:lnTo>
                  <a:lnTo>
                    <a:pt x="321" y="751"/>
                  </a:lnTo>
                  <a:lnTo>
                    <a:pt x="333" y="795"/>
                  </a:lnTo>
                  <a:lnTo>
                    <a:pt x="340" y="840"/>
                  </a:lnTo>
                  <a:lnTo>
                    <a:pt x="188" y="841"/>
                  </a:lnTo>
                  <a:lnTo>
                    <a:pt x="554" y="1064"/>
                  </a:lnTo>
                </a:path>
              </a:pathLst>
            </a:custGeom>
            <a:grpFill/>
            <a:ln w="6350" cap="rnd">
              <a:solidFill>
                <a:schemeClr val="bg1"/>
              </a:solidFill>
              <a:round/>
              <a:headEnd/>
              <a:tailEnd/>
            </a:ln>
          </p:spPr>
          <p:txBody>
            <a:bodyPr/>
            <a:lstStyle/>
            <a:p>
              <a:pPr>
                <a:buClr>
                  <a:schemeClr val="bg1"/>
                </a:buClr>
              </a:pPr>
              <a:endParaRPr lang="en-US" sz="1000" dirty="0">
                <a:solidFill>
                  <a:schemeClr val="bg1"/>
                </a:solidFill>
                <a:latin typeface="Aptos" panose="020B0004020202020204" pitchFamily="34" charset="0"/>
              </a:endParaRPr>
            </a:p>
          </p:txBody>
        </p:sp>
        <p:sp>
          <p:nvSpPr>
            <p:cNvPr id="44" name="Rectangle 36"/>
            <p:cNvSpPr>
              <a:spLocks noChangeArrowheads="1"/>
            </p:cNvSpPr>
            <p:nvPr/>
          </p:nvSpPr>
          <p:spPr bwMode="blackWhite">
            <a:xfrm>
              <a:off x="2069241" y="4583549"/>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45" name="Rectangle 48"/>
            <p:cNvSpPr>
              <a:spLocks noChangeArrowheads="1"/>
            </p:cNvSpPr>
            <p:nvPr/>
          </p:nvSpPr>
          <p:spPr bwMode="blackWhite">
            <a:xfrm>
              <a:off x="1079436" y="4354950"/>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46" name="Rectangle 49"/>
            <p:cNvSpPr>
              <a:spLocks noChangeArrowheads="1"/>
            </p:cNvSpPr>
            <p:nvPr/>
          </p:nvSpPr>
          <p:spPr bwMode="blackWhite">
            <a:xfrm>
              <a:off x="774635" y="5497949"/>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sp>
          <p:nvSpPr>
            <p:cNvPr id="47" name="Rectangle 50"/>
            <p:cNvSpPr>
              <a:spLocks noChangeArrowheads="1"/>
            </p:cNvSpPr>
            <p:nvPr/>
          </p:nvSpPr>
          <p:spPr bwMode="blackWhite">
            <a:xfrm>
              <a:off x="1841437" y="5726550"/>
              <a:ext cx="278183" cy="179931"/>
            </a:xfrm>
            <a:prstGeom prst="rect">
              <a:avLst/>
            </a:prstGeom>
            <a:grpFill/>
            <a:ln w="12700">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US" sz="1000" dirty="0">
                  <a:solidFill>
                    <a:schemeClr val="bg1"/>
                  </a:solidFill>
                  <a:latin typeface="Aptos" panose="020B0004020202020204" pitchFamily="34" charset="0"/>
                </a:rPr>
                <a:t>Text</a:t>
              </a:r>
            </a:p>
          </p:txBody>
        </p:sp>
      </p:grpSp>
    </p:spTree>
    <p:extLst>
      <p:ext uri="{BB962C8B-B14F-4D97-AF65-F5344CB8AC3E}">
        <p14:creationId xmlns:p14="http://schemas.microsoft.com/office/powerpoint/2010/main" val="2444922977"/>
      </p:ext>
    </p:extLst>
  </p:cSld>
  <p:clrMapOvr>
    <a:masterClrMapping/>
  </p:clrMapOvr>
  <p:transition>
    <p:fade/>
  </p:transition>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Chevrons</a:t>
            </a:r>
            <a:endParaRPr lang="en-US" dirty="0"/>
          </a:p>
        </p:txBody>
      </p:sp>
      <p:sp>
        <p:nvSpPr>
          <p:cNvPr id="675841" name="Title 1"/>
          <p:cNvSpPr>
            <a:spLocks noGrp="1"/>
          </p:cNvSpPr>
          <p:nvPr>
            <p:ph type="title"/>
          </p:nvPr>
        </p:nvSpPr>
        <p:spPr/>
        <p:txBody>
          <a:bodyPr/>
          <a:lstStyle/>
          <a:p>
            <a:r>
              <a:rPr lang="en-US"/>
              <a:t>Circles </a:t>
            </a:r>
            <a:endParaRPr lang="en-US" dirty="0"/>
          </a:p>
        </p:txBody>
      </p:sp>
      <p:grpSp>
        <p:nvGrpSpPr>
          <p:cNvPr id="53" name="Group 52"/>
          <p:cNvGrpSpPr>
            <a:grpSpLocks/>
          </p:cNvGrpSpPr>
          <p:nvPr/>
        </p:nvGrpSpPr>
        <p:grpSpPr>
          <a:xfrm>
            <a:off x="1534914" y="1754227"/>
            <a:ext cx="1485900" cy="1485900"/>
            <a:chOff x="500105" y="962477"/>
            <a:chExt cx="1828800" cy="1828800"/>
          </a:xfrm>
          <a:solidFill>
            <a:schemeClr val="bg2">
              <a:lumMod val="60000"/>
              <a:lumOff val="40000"/>
            </a:schemeClr>
          </a:solidFill>
        </p:grpSpPr>
        <p:sp>
          <p:nvSpPr>
            <p:cNvPr id="54" name="Freeform 4"/>
            <p:cNvSpPr>
              <a:spLocks/>
            </p:cNvSpPr>
            <p:nvPr/>
          </p:nvSpPr>
          <p:spPr bwMode="gray">
            <a:xfrm>
              <a:off x="500105" y="962477"/>
              <a:ext cx="996217" cy="1827872"/>
            </a:xfrm>
            <a:custGeom>
              <a:avLst/>
              <a:gdLst>
                <a:gd name="T0" fmla="*/ 1987 w 1070"/>
                <a:gd name="T1" fmla="*/ 0 h 1963"/>
                <a:gd name="T2" fmla="*/ 1967 w 1070"/>
                <a:gd name="T3" fmla="*/ 0 h 1963"/>
                <a:gd name="T4" fmla="*/ 1963 w 1070"/>
                <a:gd name="T5" fmla="*/ 0 h 1963"/>
                <a:gd name="T6" fmla="*/ 0 w 1070"/>
                <a:gd name="T7" fmla="*/ 1970 h 1963"/>
                <a:gd name="T8" fmla="*/ 1949 w 1070"/>
                <a:gd name="T9" fmla="*/ 3938 h 1963"/>
                <a:gd name="T10" fmla="*/ 1787 w 1070"/>
                <a:gd name="T11" fmla="*/ 3451 h 1963"/>
                <a:gd name="T12" fmla="*/ 1945 w 1070"/>
                <a:gd name="T13" fmla="*/ 2971 h 1963"/>
                <a:gd name="T14" fmla="*/ 965 w 1070"/>
                <a:gd name="T15" fmla="*/ 1970 h 1963"/>
                <a:gd name="T16" fmla="*/ 1963 w 1070"/>
                <a:gd name="T17" fmla="*/ 967 h 1963"/>
                <a:gd name="T18" fmla="*/ 1967 w 1070"/>
                <a:gd name="T19" fmla="*/ 967 h 1963"/>
                <a:gd name="T20" fmla="*/ 1979 w 1070"/>
                <a:gd name="T21" fmla="*/ 967 h 1963"/>
                <a:gd name="T22" fmla="*/ 2143 w 1070"/>
                <a:gd name="T23" fmla="*/ 473 h 1963"/>
                <a:gd name="T24" fmla="*/ 1987 w 1070"/>
                <a:gd name="T25" fmla="*/ 0 h 196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70"/>
                <a:gd name="T40" fmla="*/ 0 h 1963"/>
                <a:gd name="T41" fmla="*/ 1070 w 1070"/>
                <a:gd name="T42" fmla="*/ 1963 h 196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70" h="1963">
                  <a:moveTo>
                    <a:pt x="992" y="0"/>
                  </a:moveTo>
                  <a:cubicBezTo>
                    <a:pt x="988" y="0"/>
                    <a:pt x="985" y="0"/>
                    <a:pt x="982" y="0"/>
                  </a:cubicBezTo>
                  <a:cubicBezTo>
                    <a:pt x="981" y="0"/>
                    <a:pt x="981" y="0"/>
                    <a:pt x="980" y="0"/>
                  </a:cubicBezTo>
                  <a:cubicBezTo>
                    <a:pt x="439" y="1"/>
                    <a:pt x="0" y="440"/>
                    <a:pt x="0" y="982"/>
                  </a:cubicBezTo>
                  <a:cubicBezTo>
                    <a:pt x="0" y="1521"/>
                    <a:pt x="435" y="1958"/>
                    <a:pt x="973" y="1963"/>
                  </a:cubicBezTo>
                  <a:cubicBezTo>
                    <a:pt x="892" y="1720"/>
                    <a:pt x="892" y="1720"/>
                    <a:pt x="892" y="1720"/>
                  </a:cubicBezTo>
                  <a:cubicBezTo>
                    <a:pt x="971" y="1481"/>
                    <a:pt x="971" y="1481"/>
                    <a:pt x="971" y="1481"/>
                  </a:cubicBezTo>
                  <a:cubicBezTo>
                    <a:pt x="700" y="1476"/>
                    <a:pt x="482" y="1254"/>
                    <a:pt x="482" y="982"/>
                  </a:cubicBezTo>
                  <a:cubicBezTo>
                    <a:pt x="482" y="706"/>
                    <a:pt x="705" y="483"/>
                    <a:pt x="980" y="482"/>
                  </a:cubicBezTo>
                  <a:cubicBezTo>
                    <a:pt x="981" y="482"/>
                    <a:pt x="981" y="482"/>
                    <a:pt x="982" y="482"/>
                  </a:cubicBezTo>
                  <a:cubicBezTo>
                    <a:pt x="984" y="482"/>
                    <a:pt x="986" y="482"/>
                    <a:pt x="988" y="482"/>
                  </a:cubicBezTo>
                  <a:cubicBezTo>
                    <a:pt x="1070" y="236"/>
                    <a:pt x="1070" y="236"/>
                    <a:pt x="1070" y="236"/>
                  </a:cubicBezTo>
                  <a:lnTo>
                    <a:pt x="992" y="0"/>
                  </a:lnTo>
                  <a:close/>
                </a:path>
              </a:pathLst>
            </a:custGeom>
            <a:solidFill>
              <a:schemeClr val="accent6"/>
            </a:solidFill>
            <a:ln w="9525">
              <a:noFill/>
              <a:miter lim="800000"/>
              <a:headEnd/>
              <a:tailEnd/>
            </a:ln>
          </p:spPr>
          <p:txBody>
            <a:bodyPr lIns="36116" tIns="36116" rIns="36116" bIns="36116" anchor="ctr" anchorCtr="0"/>
            <a:lstStyle/>
            <a:p>
              <a:pPr algn="ctr" eaLnBrk="0" hangingPunct="0">
                <a:spcBef>
                  <a:spcPts val="325"/>
                </a:spcBef>
              </a:pPr>
              <a:endParaRPr lang="en-US" sz="1463" dirty="0">
                <a:solidFill>
                  <a:schemeClr val="tx2"/>
                </a:solidFill>
              </a:endParaRPr>
            </a:p>
          </p:txBody>
        </p:sp>
        <p:sp>
          <p:nvSpPr>
            <p:cNvPr id="61" name="Freeform 5"/>
            <p:cNvSpPr>
              <a:spLocks/>
            </p:cNvSpPr>
            <p:nvPr/>
          </p:nvSpPr>
          <p:spPr bwMode="gray">
            <a:xfrm>
              <a:off x="1330828" y="962477"/>
              <a:ext cx="998077" cy="1828800"/>
            </a:xfrm>
            <a:custGeom>
              <a:avLst/>
              <a:gdLst>
                <a:gd name="T0" fmla="*/ 200 w 1072"/>
                <a:gd name="T1" fmla="*/ 0 h 1964"/>
                <a:gd name="T2" fmla="*/ 356 w 1072"/>
                <a:gd name="T3" fmla="*/ 473 h 1964"/>
                <a:gd name="T4" fmla="*/ 192 w 1072"/>
                <a:gd name="T5" fmla="*/ 967 h 1964"/>
                <a:gd name="T6" fmla="*/ 1182 w 1072"/>
                <a:gd name="T7" fmla="*/ 1970 h 1964"/>
                <a:gd name="T8" fmla="*/ 180 w 1072"/>
                <a:gd name="T9" fmla="*/ 2973 h 1964"/>
                <a:gd name="T10" fmla="*/ 180 w 1072"/>
                <a:gd name="T11" fmla="*/ 2973 h 1964"/>
                <a:gd name="T12" fmla="*/ 158 w 1072"/>
                <a:gd name="T13" fmla="*/ 2971 h 1964"/>
                <a:gd name="T14" fmla="*/ 0 w 1072"/>
                <a:gd name="T15" fmla="*/ 3451 h 1964"/>
                <a:gd name="T16" fmla="*/ 162 w 1072"/>
                <a:gd name="T17" fmla="*/ 3938 h 1964"/>
                <a:gd name="T18" fmla="*/ 180 w 1072"/>
                <a:gd name="T19" fmla="*/ 3940 h 1964"/>
                <a:gd name="T20" fmla="*/ 180 w 1072"/>
                <a:gd name="T21" fmla="*/ 3940 h 1964"/>
                <a:gd name="T22" fmla="*/ 2147 w 1072"/>
                <a:gd name="T23" fmla="*/ 1970 h 1964"/>
                <a:gd name="T24" fmla="*/ 200 w 1072"/>
                <a:gd name="T25" fmla="*/ 0 h 19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72"/>
                <a:gd name="T40" fmla="*/ 0 h 1964"/>
                <a:gd name="T41" fmla="*/ 1072 w 1072"/>
                <a:gd name="T42" fmla="*/ 1964 h 196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72" h="1964">
                  <a:moveTo>
                    <a:pt x="100" y="0"/>
                  </a:moveTo>
                  <a:cubicBezTo>
                    <a:pt x="178" y="236"/>
                    <a:pt x="178" y="236"/>
                    <a:pt x="178" y="236"/>
                  </a:cubicBezTo>
                  <a:cubicBezTo>
                    <a:pt x="96" y="482"/>
                    <a:pt x="96" y="482"/>
                    <a:pt x="96" y="482"/>
                  </a:cubicBezTo>
                  <a:cubicBezTo>
                    <a:pt x="370" y="485"/>
                    <a:pt x="590" y="707"/>
                    <a:pt x="590" y="982"/>
                  </a:cubicBezTo>
                  <a:cubicBezTo>
                    <a:pt x="590" y="1258"/>
                    <a:pt x="366" y="1482"/>
                    <a:pt x="90" y="1482"/>
                  </a:cubicBezTo>
                  <a:cubicBezTo>
                    <a:pt x="90" y="1482"/>
                    <a:pt x="90" y="1482"/>
                    <a:pt x="90" y="1482"/>
                  </a:cubicBezTo>
                  <a:cubicBezTo>
                    <a:pt x="86" y="1482"/>
                    <a:pt x="83" y="1481"/>
                    <a:pt x="79" y="1481"/>
                  </a:cubicBezTo>
                  <a:cubicBezTo>
                    <a:pt x="0" y="1720"/>
                    <a:pt x="0" y="1720"/>
                    <a:pt x="0" y="1720"/>
                  </a:cubicBezTo>
                  <a:cubicBezTo>
                    <a:pt x="81" y="1963"/>
                    <a:pt x="81" y="1963"/>
                    <a:pt x="81" y="1963"/>
                  </a:cubicBezTo>
                  <a:cubicBezTo>
                    <a:pt x="84" y="1963"/>
                    <a:pt x="87" y="1964"/>
                    <a:pt x="90" y="1964"/>
                  </a:cubicBezTo>
                  <a:cubicBezTo>
                    <a:pt x="90" y="1964"/>
                    <a:pt x="90" y="1964"/>
                    <a:pt x="90" y="1964"/>
                  </a:cubicBezTo>
                  <a:cubicBezTo>
                    <a:pt x="633" y="1964"/>
                    <a:pt x="1072" y="1524"/>
                    <a:pt x="1072" y="982"/>
                  </a:cubicBezTo>
                  <a:cubicBezTo>
                    <a:pt x="1072" y="442"/>
                    <a:pt x="638" y="5"/>
                    <a:pt x="100" y="0"/>
                  </a:cubicBezTo>
                  <a:close/>
                </a:path>
              </a:pathLst>
            </a:custGeom>
            <a:solidFill>
              <a:schemeClr val="accent1"/>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grpSp>
      <p:grpSp>
        <p:nvGrpSpPr>
          <p:cNvPr id="62" name="Group 3"/>
          <p:cNvGrpSpPr>
            <a:grpSpLocks/>
          </p:cNvGrpSpPr>
          <p:nvPr/>
        </p:nvGrpSpPr>
        <p:grpSpPr bwMode="gray">
          <a:xfrm>
            <a:off x="3323732" y="1754985"/>
            <a:ext cx="1474209" cy="1473455"/>
            <a:chOff x="930" y="191"/>
            <a:chExt cx="3909" cy="3907"/>
          </a:xfrm>
          <a:solidFill>
            <a:schemeClr val="bg2">
              <a:lumMod val="60000"/>
              <a:lumOff val="40000"/>
            </a:schemeClr>
          </a:solidFill>
        </p:grpSpPr>
        <p:sp>
          <p:nvSpPr>
            <p:cNvPr id="63" name="Freeform 4"/>
            <p:cNvSpPr>
              <a:spLocks/>
            </p:cNvSpPr>
            <p:nvPr/>
          </p:nvSpPr>
          <p:spPr bwMode="gray">
            <a:xfrm>
              <a:off x="930" y="196"/>
              <a:ext cx="2145" cy="2941"/>
            </a:xfrm>
            <a:custGeom>
              <a:avLst/>
              <a:gdLst>
                <a:gd name="T0" fmla="*/ 1986 w 1069"/>
                <a:gd name="T1" fmla="*/ 2 h 1466"/>
                <a:gd name="T2" fmla="*/ 1970 w 1069"/>
                <a:gd name="T3" fmla="*/ 0 h 1466"/>
                <a:gd name="T4" fmla="*/ 1964 w 1069"/>
                <a:gd name="T5" fmla="*/ 2 h 1466"/>
                <a:gd name="T6" fmla="*/ 0 w 1069"/>
                <a:gd name="T7" fmla="*/ 1970 h 1466"/>
                <a:gd name="T8" fmla="*/ 255 w 1069"/>
                <a:gd name="T9" fmla="*/ 2941 h 1466"/>
                <a:gd name="T10" fmla="*/ 598 w 1069"/>
                <a:gd name="T11" fmla="*/ 2556 h 1466"/>
                <a:gd name="T12" fmla="*/ 1092 w 1069"/>
                <a:gd name="T13" fmla="*/ 2454 h 1466"/>
                <a:gd name="T14" fmla="*/ 967 w 1069"/>
                <a:gd name="T15" fmla="*/ 1970 h 1466"/>
                <a:gd name="T16" fmla="*/ 1964 w 1069"/>
                <a:gd name="T17" fmla="*/ 969 h 1466"/>
                <a:gd name="T18" fmla="*/ 1970 w 1069"/>
                <a:gd name="T19" fmla="*/ 967 h 1466"/>
                <a:gd name="T20" fmla="*/ 1980 w 1069"/>
                <a:gd name="T21" fmla="*/ 969 h 1466"/>
                <a:gd name="T22" fmla="*/ 2145 w 1069"/>
                <a:gd name="T23" fmla="*/ 475 h 1466"/>
                <a:gd name="T24" fmla="*/ 1986 w 1069"/>
                <a:gd name="T25" fmla="*/ 2 h 14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69"/>
                <a:gd name="T40" fmla="*/ 0 h 1466"/>
                <a:gd name="T41" fmla="*/ 1069 w 1069"/>
                <a:gd name="T42" fmla="*/ 1466 h 14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69" h="1466">
                  <a:moveTo>
                    <a:pt x="990" y="1"/>
                  </a:moveTo>
                  <a:cubicBezTo>
                    <a:pt x="988" y="1"/>
                    <a:pt x="985" y="0"/>
                    <a:pt x="982" y="0"/>
                  </a:cubicBezTo>
                  <a:cubicBezTo>
                    <a:pt x="981" y="0"/>
                    <a:pt x="980" y="1"/>
                    <a:pt x="979" y="1"/>
                  </a:cubicBezTo>
                  <a:cubicBezTo>
                    <a:pt x="438" y="2"/>
                    <a:pt x="0" y="441"/>
                    <a:pt x="0" y="982"/>
                  </a:cubicBezTo>
                  <a:cubicBezTo>
                    <a:pt x="0" y="1158"/>
                    <a:pt x="46" y="1323"/>
                    <a:pt x="127" y="1466"/>
                  </a:cubicBezTo>
                  <a:cubicBezTo>
                    <a:pt x="298" y="1274"/>
                    <a:pt x="298" y="1274"/>
                    <a:pt x="298" y="1274"/>
                  </a:cubicBezTo>
                  <a:cubicBezTo>
                    <a:pt x="544" y="1223"/>
                    <a:pt x="544" y="1223"/>
                    <a:pt x="544" y="1223"/>
                  </a:cubicBezTo>
                  <a:cubicBezTo>
                    <a:pt x="504" y="1152"/>
                    <a:pt x="482" y="1070"/>
                    <a:pt x="482" y="982"/>
                  </a:cubicBezTo>
                  <a:cubicBezTo>
                    <a:pt x="482" y="707"/>
                    <a:pt x="704" y="484"/>
                    <a:pt x="979" y="483"/>
                  </a:cubicBezTo>
                  <a:cubicBezTo>
                    <a:pt x="980" y="483"/>
                    <a:pt x="981" y="482"/>
                    <a:pt x="982" y="482"/>
                  </a:cubicBezTo>
                  <a:cubicBezTo>
                    <a:pt x="984" y="482"/>
                    <a:pt x="986" y="483"/>
                    <a:pt x="987" y="483"/>
                  </a:cubicBezTo>
                  <a:cubicBezTo>
                    <a:pt x="1069" y="237"/>
                    <a:pt x="1069" y="237"/>
                    <a:pt x="1069" y="237"/>
                  </a:cubicBezTo>
                  <a:lnTo>
                    <a:pt x="990" y="1"/>
                  </a:lnTo>
                  <a:close/>
                </a:path>
              </a:pathLst>
            </a:custGeom>
            <a:solidFill>
              <a:schemeClr val="accent3"/>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65" name="Freeform 5"/>
            <p:cNvSpPr>
              <a:spLocks/>
            </p:cNvSpPr>
            <p:nvPr/>
          </p:nvSpPr>
          <p:spPr bwMode="gray">
            <a:xfrm>
              <a:off x="1166" y="2612"/>
              <a:ext cx="3412" cy="1486"/>
            </a:xfrm>
            <a:custGeom>
              <a:avLst/>
              <a:gdLst>
                <a:gd name="T0" fmla="*/ 2909 w 1701"/>
                <a:gd name="T1" fmla="*/ 415 h 741"/>
                <a:gd name="T2" fmla="*/ 2574 w 1701"/>
                <a:gd name="T3" fmla="*/ 36 h 741"/>
                <a:gd name="T4" fmla="*/ 1715 w 1701"/>
                <a:gd name="T5" fmla="*/ 519 h 741"/>
                <a:gd name="T6" fmla="*/ 846 w 1701"/>
                <a:gd name="T7" fmla="*/ 20 h 741"/>
                <a:gd name="T8" fmla="*/ 836 w 1701"/>
                <a:gd name="T9" fmla="*/ 0 h 741"/>
                <a:gd name="T10" fmla="*/ 343 w 1701"/>
                <a:gd name="T11" fmla="*/ 102 h 741"/>
                <a:gd name="T12" fmla="*/ 0 w 1701"/>
                <a:gd name="T13" fmla="*/ 487 h 741"/>
                <a:gd name="T14" fmla="*/ 8 w 1701"/>
                <a:gd name="T15" fmla="*/ 503 h 741"/>
                <a:gd name="T16" fmla="*/ 1715 w 1701"/>
                <a:gd name="T17" fmla="*/ 1486 h 741"/>
                <a:gd name="T18" fmla="*/ 3412 w 1701"/>
                <a:gd name="T19" fmla="*/ 517 h 741"/>
                <a:gd name="T20" fmla="*/ 2909 w 1701"/>
                <a:gd name="T21" fmla="*/ 415 h 7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01"/>
                <a:gd name="T34" fmla="*/ 0 h 741"/>
                <a:gd name="T35" fmla="*/ 1701 w 1701"/>
                <a:gd name="T36" fmla="*/ 741 h 7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01" h="741">
                  <a:moveTo>
                    <a:pt x="1450" y="207"/>
                  </a:moveTo>
                  <a:cubicBezTo>
                    <a:pt x="1283" y="18"/>
                    <a:pt x="1283" y="18"/>
                    <a:pt x="1283" y="18"/>
                  </a:cubicBezTo>
                  <a:cubicBezTo>
                    <a:pt x="1195" y="163"/>
                    <a:pt x="1036" y="259"/>
                    <a:pt x="855" y="259"/>
                  </a:cubicBezTo>
                  <a:cubicBezTo>
                    <a:pt x="670" y="259"/>
                    <a:pt x="508" y="159"/>
                    <a:pt x="422" y="10"/>
                  </a:cubicBezTo>
                  <a:cubicBezTo>
                    <a:pt x="420" y="7"/>
                    <a:pt x="418" y="4"/>
                    <a:pt x="417" y="0"/>
                  </a:cubicBezTo>
                  <a:cubicBezTo>
                    <a:pt x="171" y="51"/>
                    <a:pt x="171" y="51"/>
                    <a:pt x="171" y="51"/>
                  </a:cubicBezTo>
                  <a:cubicBezTo>
                    <a:pt x="0" y="243"/>
                    <a:pt x="0" y="243"/>
                    <a:pt x="0" y="243"/>
                  </a:cubicBezTo>
                  <a:cubicBezTo>
                    <a:pt x="1" y="246"/>
                    <a:pt x="3" y="248"/>
                    <a:pt x="4" y="251"/>
                  </a:cubicBezTo>
                  <a:cubicBezTo>
                    <a:pt x="174" y="544"/>
                    <a:pt x="492" y="741"/>
                    <a:pt x="855" y="741"/>
                  </a:cubicBezTo>
                  <a:cubicBezTo>
                    <a:pt x="1215" y="741"/>
                    <a:pt x="1530" y="548"/>
                    <a:pt x="1701" y="258"/>
                  </a:cubicBezTo>
                  <a:lnTo>
                    <a:pt x="1450" y="207"/>
                  </a:lnTo>
                  <a:close/>
                </a:path>
              </a:pathLst>
            </a:custGeom>
            <a:solidFill>
              <a:schemeClr val="accent6"/>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67" name="Freeform 6"/>
            <p:cNvSpPr>
              <a:spLocks/>
            </p:cNvSpPr>
            <p:nvPr/>
          </p:nvSpPr>
          <p:spPr bwMode="gray">
            <a:xfrm>
              <a:off x="2879" y="191"/>
              <a:ext cx="1960" cy="2969"/>
            </a:xfrm>
            <a:custGeom>
              <a:avLst/>
              <a:gdLst>
                <a:gd name="T0" fmla="*/ 6 w 977"/>
                <a:gd name="T1" fmla="*/ 0 h 1480"/>
                <a:gd name="T2" fmla="*/ 165 w 977"/>
                <a:gd name="T3" fmla="*/ 473 h 1480"/>
                <a:gd name="T4" fmla="*/ 0 w 977"/>
                <a:gd name="T5" fmla="*/ 967 h 1480"/>
                <a:gd name="T6" fmla="*/ 993 w 977"/>
                <a:gd name="T7" fmla="*/ 1968 h 1480"/>
                <a:gd name="T8" fmla="*/ 859 w 977"/>
                <a:gd name="T9" fmla="*/ 2469 h 1480"/>
                <a:gd name="T10" fmla="*/ 849 w 977"/>
                <a:gd name="T11" fmla="*/ 2488 h 1480"/>
                <a:gd name="T12" fmla="*/ 1184 w 977"/>
                <a:gd name="T13" fmla="*/ 2867 h 1480"/>
                <a:gd name="T14" fmla="*/ 1687 w 977"/>
                <a:gd name="T15" fmla="*/ 2969 h 1480"/>
                <a:gd name="T16" fmla="*/ 1697 w 977"/>
                <a:gd name="T17" fmla="*/ 2953 h 1480"/>
                <a:gd name="T18" fmla="*/ 1960 w 977"/>
                <a:gd name="T19" fmla="*/ 1968 h 1480"/>
                <a:gd name="T20" fmla="*/ 6 w 977"/>
                <a:gd name="T21" fmla="*/ 0 h 14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77"/>
                <a:gd name="T34" fmla="*/ 0 h 1480"/>
                <a:gd name="T35" fmla="*/ 977 w 977"/>
                <a:gd name="T36" fmla="*/ 1480 h 148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77" h="1480">
                  <a:moveTo>
                    <a:pt x="3" y="0"/>
                  </a:moveTo>
                  <a:cubicBezTo>
                    <a:pt x="82" y="236"/>
                    <a:pt x="82" y="236"/>
                    <a:pt x="82" y="236"/>
                  </a:cubicBezTo>
                  <a:cubicBezTo>
                    <a:pt x="0" y="482"/>
                    <a:pt x="0" y="482"/>
                    <a:pt x="0" y="482"/>
                  </a:cubicBezTo>
                  <a:cubicBezTo>
                    <a:pt x="274" y="485"/>
                    <a:pt x="495" y="707"/>
                    <a:pt x="495" y="981"/>
                  </a:cubicBezTo>
                  <a:cubicBezTo>
                    <a:pt x="495" y="1072"/>
                    <a:pt x="471" y="1158"/>
                    <a:pt x="428" y="1231"/>
                  </a:cubicBezTo>
                  <a:cubicBezTo>
                    <a:pt x="426" y="1234"/>
                    <a:pt x="425" y="1237"/>
                    <a:pt x="423" y="1240"/>
                  </a:cubicBezTo>
                  <a:cubicBezTo>
                    <a:pt x="590" y="1429"/>
                    <a:pt x="590" y="1429"/>
                    <a:pt x="590" y="1429"/>
                  </a:cubicBezTo>
                  <a:cubicBezTo>
                    <a:pt x="841" y="1480"/>
                    <a:pt x="841" y="1480"/>
                    <a:pt x="841" y="1480"/>
                  </a:cubicBezTo>
                  <a:cubicBezTo>
                    <a:pt x="842" y="1478"/>
                    <a:pt x="844" y="1475"/>
                    <a:pt x="846" y="1472"/>
                  </a:cubicBezTo>
                  <a:cubicBezTo>
                    <a:pt x="929" y="1328"/>
                    <a:pt x="977" y="1160"/>
                    <a:pt x="977" y="981"/>
                  </a:cubicBezTo>
                  <a:cubicBezTo>
                    <a:pt x="977" y="442"/>
                    <a:pt x="542" y="4"/>
                    <a:pt x="3" y="0"/>
                  </a:cubicBezTo>
                  <a:close/>
                </a:path>
              </a:pathLst>
            </a:custGeom>
            <a:solidFill>
              <a:schemeClr val="accent1"/>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grpSp>
      <p:grpSp>
        <p:nvGrpSpPr>
          <p:cNvPr id="68" name="Group 3"/>
          <p:cNvGrpSpPr>
            <a:grpSpLocks/>
          </p:cNvGrpSpPr>
          <p:nvPr/>
        </p:nvGrpSpPr>
        <p:grpSpPr bwMode="gray">
          <a:xfrm>
            <a:off x="5101988" y="1754231"/>
            <a:ext cx="1478345" cy="1482123"/>
            <a:chOff x="924" y="194"/>
            <a:chExt cx="3914" cy="3924"/>
          </a:xfrm>
          <a:solidFill>
            <a:schemeClr val="bg2">
              <a:lumMod val="60000"/>
              <a:lumOff val="40000"/>
            </a:schemeClr>
          </a:solidFill>
        </p:grpSpPr>
        <p:sp>
          <p:nvSpPr>
            <p:cNvPr id="69" name="Freeform 4"/>
            <p:cNvSpPr>
              <a:spLocks/>
            </p:cNvSpPr>
            <p:nvPr/>
          </p:nvSpPr>
          <p:spPr bwMode="gray">
            <a:xfrm>
              <a:off x="924" y="194"/>
              <a:ext cx="2143" cy="1949"/>
            </a:xfrm>
            <a:custGeom>
              <a:avLst/>
              <a:gdLst>
                <a:gd name="T0" fmla="*/ 1985 w 1070"/>
                <a:gd name="T1" fmla="*/ 0 h 973"/>
                <a:gd name="T2" fmla="*/ 1967 w 1070"/>
                <a:gd name="T3" fmla="*/ 0 h 973"/>
                <a:gd name="T4" fmla="*/ 1963 w 1070"/>
                <a:gd name="T5" fmla="*/ 0 h 973"/>
                <a:gd name="T6" fmla="*/ 0 w 1070"/>
                <a:gd name="T7" fmla="*/ 1949 h 973"/>
                <a:gd name="T8" fmla="*/ 483 w 1070"/>
                <a:gd name="T9" fmla="*/ 1789 h 973"/>
                <a:gd name="T10" fmla="*/ 965 w 1070"/>
                <a:gd name="T11" fmla="*/ 1949 h 973"/>
                <a:gd name="T12" fmla="*/ 1963 w 1070"/>
                <a:gd name="T13" fmla="*/ 965 h 973"/>
                <a:gd name="T14" fmla="*/ 1967 w 1070"/>
                <a:gd name="T15" fmla="*/ 965 h 973"/>
                <a:gd name="T16" fmla="*/ 1981 w 1070"/>
                <a:gd name="T17" fmla="*/ 965 h 973"/>
                <a:gd name="T18" fmla="*/ 2143 w 1070"/>
                <a:gd name="T19" fmla="*/ 477 h 973"/>
                <a:gd name="T20" fmla="*/ 1985 w 1070"/>
                <a:gd name="T21" fmla="*/ 0 h 9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70"/>
                <a:gd name="T34" fmla="*/ 0 h 973"/>
                <a:gd name="T35" fmla="*/ 1070 w 1070"/>
                <a:gd name="T36" fmla="*/ 973 h 9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70" h="973">
                  <a:moveTo>
                    <a:pt x="991" y="0"/>
                  </a:moveTo>
                  <a:cubicBezTo>
                    <a:pt x="988" y="0"/>
                    <a:pt x="985" y="0"/>
                    <a:pt x="982" y="0"/>
                  </a:cubicBezTo>
                  <a:cubicBezTo>
                    <a:pt x="981" y="0"/>
                    <a:pt x="981" y="0"/>
                    <a:pt x="980" y="0"/>
                  </a:cubicBezTo>
                  <a:cubicBezTo>
                    <a:pt x="441" y="1"/>
                    <a:pt x="5" y="435"/>
                    <a:pt x="0" y="973"/>
                  </a:cubicBezTo>
                  <a:cubicBezTo>
                    <a:pt x="241" y="893"/>
                    <a:pt x="241" y="893"/>
                    <a:pt x="241" y="893"/>
                  </a:cubicBezTo>
                  <a:cubicBezTo>
                    <a:pt x="482" y="973"/>
                    <a:pt x="482" y="973"/>
                    <a:pt x="482" y="973"/>
                  </a:cubicBezTo>
                  <a:cubicBezTo>
                    <a:pt x="487" y="702"/>
                    <a:pt x="708" y="483"/>
                    <a:pt x="980" y="482"/>
                  </a:cubicBezTo>
                  <a:cubicBezTo>
                    <a:pt x="981" y="482"/>
                    <a:pt x="981" y="482"/>
                    <a:pt x="982" y="482"/>
                  </a:cubicBezTo>
                  <a:cubicBezTo>
                    <a:pt x="984" y="482"/>
                    <a:pt x="987" y="482"/>
                    <a:pt x="989" y="482"/>
                  </a:cubicBezTo>
                  <a:cubicBezTo>
                    <a:pt x="1070" y="238"/>
                    <a:pt x="1070" y="238"/>
                    <a:pt x="1070" y="238"/>
                  </a:cubicBezTo>
                  <a:lnTo>
                    <a:pt x="991" y="0"/>
                  </a:lnTo>
                  <a:close/>
                </a:path>
              </a:pathLst>
            </a:custGeom>
            <a:solidFill>
              <a:schemeClr val="accent5"/>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70" name="Freeform 5"/>
            <p:cNvSpPr>
              <a:spLocks/>
            </p:cNvSpPr>
            <p:nvPr/>
          </p:nvSpPr>
          <p:spPr bwMode="gray">
            <a:xfrm>
              <a:off x="924" y="1973"/>
              <a:ext cx="1949" cy="2145"/>
            </a:xfrm>
            <a:custGeom>
              <a:avLst/>
              <a:gdLst>
                <a:gd name="T0" fmla="*/ 1949 w 973"/>
                <a:gd name="T1" fmla="*/ 1180 h 1071"/>
                <a:gd name="T2" fmla="*/ 965 w 973"/>
                <a:gd name="T3" fmla="*/ 180 h 1071"/>
                <a:gd name="T4" fmla="*/ 965 w 973"/>
                <a:gd name="T5" fmla="*/ 178 h 1071"/>
                <a:gd name="T6" fmla="*/ 965 w 973"/>
                <a:gd name="T7" fmla="*/ 160 h 1071"/>
                <a:gd name="T8" fmla="*/ 483 w 973"/>
                <a:gd name="T9" fmla="*/ 0 h 1071"/>
                <a:gd name="T10" fmla="*/ 0 w 973"/>
                <a:gd name="T11" fmla="*/ 160 h 1071"/>
                <a:gd name="T12" fmla="*/ 0 w 973"/>
                <a:gd name="T13" fmla="*/ 178 h 1071"/>
                <a:gd name="T14" fmla="*/ 0 w 973"/>
                <a:gd name="T15" fmla="*/ 180 h 1071"/>
                <a:gd name="T16" fmla="*/ 1945 w 973"/>
                <a:gd name="T17" fmla="*/ 2145 h 1071"/>
                <a:gd name="T18" fmla="*/ 1787 w 973"/>
                <a:gd name="T19" fmla="*/ 1668 h 1071"/>
                <a:gd name="T20" fmla="*/ 1949 w 973"/>
                <a:gd name="T21" fmla="*/ 1180 h 107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73"/>
                <a:gd name="T34" fmla="*/ 0 h 1071"/>
                <a:gd name="T35" fmla="*/ 973 w 973"/>
                <a:gd name="T36" fmla="*/ 1071 h 107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73" h="1071">
                  <a:moveTo>
                    <a:pt x="973" y="589"/>
                  </a:moveTo>
                  <a:cubicBezTo>
                    <a:pt x="701" y="584"/>
                    <a:pt x="482" y="363"/>
                    <a:pt x="482" y="90"/>
                  </a:cubicBezTo>
                  <a:cubicBezTo>
                    <a:pt x="482" y="90"/>
                    <a:pt x="482" y="89"/>
                    <a:pt x="482" y="89"/>
                  </a:cubicBezTo>
                  <a:cubicBezTo>
                    <a:pt x="482" y="86"/>
                    <a:pt x="482" y="83"/>
                    <a:pt x="482" y="80"/>
                  </a:cubicBezTo>
                  <a:cubicBezTo>
                    <a:pt x="241" y="0"/>
                    <a:pt x="241" y="0"/>
                    <a:pt x="241" y="0"/>
                  </a:cubicBezTo>
                  <a:cubicBezTo>
                    <a:pt x="0" y="80"/>
                    <a:pt x="0" y="80"/>
                    <a:pt x="0" y="80"/>
                  </a:cubicBezTo>
                  <a:cubicBezTo>
                    <a:pt x="0" y="83"/>
                    <a:pt x="0" y="86"/>
                    <a:pt x="0" y="89"/>
                  </a:cubicBezTo>
                  <a:cubicBezTo>
                    <a:pt x="0" y="89"/>
                    <a:pt x="0" y="90"/>
                    <a:pt x="0" y="90"/>
                  </a:cubicBezTo>
                  <a:cubicBezTo>
                    <a:pt x="0" y="628"/>
                    <a:pt x="434" y="1065"/>
                    <a:pt x="971" y="1071"/>
                  </a:cubicBezTo>
                  <a:cubicBezTo>
                    <a:pt x="892" y="833"/>
                    <a:pt x="892" y="833"/>
                    <a:pt x="892" y="833"/>
                  </a:cubicBezTo>
                  <a:lnTo>
                    <a:pt x="973" y="589"/>
                  </a:lnTo>
                  <a:close/>
                </a:path>
              </a:pathLst>
            </a:custGeom>
            <a:solidFill>
              <a:schemeClr val="accent3"/>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72" name="Freeform 6"/>
            <p:cNvSpPr>
              <a:spLocks/>
            </p:cNvSpPr>
            <p:nvPr/>
          </p:nvSpPr>
          <p:spPr bwMode="gray">
            <a:xfrm>
              <a:off x="2691" y="2165"/>
              <a:ext cx="2147" cy="1953"/>
            </a:xfrm>
            <a:custGeom>
              <a:avLst/>
              <a:gdLst>
                <a:gd name="T0" fmla="*/ 1652 w 1072"/>
                <a:gd name="T1" fmla="*/ 164 h 975"/>
                <a:gd name="T2" fmla="*/ 1182 w 1072"/>
                <a:gd name="T3" fmla="*/ 8 h 975"/>
                <a:gd name="T4" fmla="*/ 180 w 1072"/>
                <a:gd name="T5" fmla="*/ 988 h 975"/>
                <a:gd name="T6" fmla="*/ 180 w 1072"/>
                <a:gd name="T7" fmla="*/ 988 h 975"/>
                <a:gd name="T8" fmla="*/ 162 w 1072"/>
                <a:gd name="T9" fmla="*/ 988 h 975"/>
                <a:gd name="T10" fmla="*/ 0 w 1072"/>
                <a:gd name="T11" fmla="*/ 1476 h 975"/>
                <a:gd name="T12" fmla="*/ 158 w 1072"/>
                <a:gd name="T13" fmla="*/ 1953 h 975"/>
                <a:gd name="T14" fmla="*/ 180 w 1072"/>
                <a:gd name="T15" fmla="*/ 1953 h 975"/>
                <a:gd name="T16" fmla="*/ 180 w 1072"/>
                <a:gd name="T17" fmla="*/ 1953 h 975"/>
                <a:gd name="T18" fmla="*/ 2147 w 1072"/>
                <a:gd name="T19" fmla="*/ 0 h 975"/>
                <a:gd name="T20" fmla="*/ 1652 w 1072"/>
                <a:gd name="T21" fmla="*/ 164 h 9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72"/>
                <a:gd name="T34" fmla="*/ 0 h 975"/>
                <a:gd name="T35" fmla="*/ 1072 w 1072"/>
                <a:gd name="T36" fmla="*/ 975 h 9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72" h="975">
                  <a:moveTo>
                    <a:pt x="825" y="82"/>
                  </a:moveTo>
                  <a:cubicBezTo>
                    <a:pt x="590" y="4"/>
                    <a:pt x="590" y="4"/>
                    <a:pt x="590" y="4"/>
                  </a:cubicBezTo>
                  <a:cubicBezTo>
                    <a:pt x="584" y="275"/>
                    <a:pt x="362" y="493"/>
                    <a:pt x="90" y="493"/>
                  </a:cubicBezTo>
                  <a:cubicBezTo>
                    <a:pt x="90" y="493"/>
                    <a:pt x="90" y="493"/>
                    <a:pt x="90" y="493"/>
                  </a:cubicBezTo>
                  <a:cubicBezTo>
                    <a:pt x="87" y="493"/>
                    <a:pt x="84" y="493"/>
                    <a:pt x="81" y="493"/>
                  </a:cubicBezTo>
                  <a:cubicBezTo>
                    <a:pt x="0" y="737"/>
                    <a:pt x="0" y="737"/>
                    <a:pt x="0" y="737"/>
                  </a:cubicBezTo>
                  <a:cubicBezTo>
                    <a:pt x="79" y="975"/>
                    <a:pt x="79" y="975"/>
                    <a:pt x="79" y="975"/>
                  </a:cubicBezTo>
                  <a:cubicBezTo>
                    <a:pt x="83" y="975"/>
                    <a:pt x="86" y="975"/>
                    <a:pt x="90" y="975"/>
                  </a:cubicBezTo>
                  <a:cubicBezTo>
                    <a:pt x="90" y="975"/>
                    <a:pt x="90" y="975"/>
                    <a:pt x="90" y="975"/>
                  </a:cubicBezTo>
                  <a:cubicBezTo>
                    <a:pt x="630" y="975"/>
                    <a:pt x="1068" y="539"/>
                    <a:pt x="1072" y="0"/>
                  </a:cubicBezTo>
                  <a:lnTo>
                    <a:pt x="825" y="82"/>
                  </a:lnTo>
                  <a:close/>
                </a:path>
              </a:pathLst>
            </a:custGeom>
            <a:solidFill>
              <a:schemeClr val="accent6"/>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73" name="Freeform 7"/>
            <p:cNvSpPr>
              <a:spLocks/>
            </p:cNvSpPr>
            <p:nvPr/>
          </p:nvSpPr>
          <p:spPr bwMode="gray">
            <a:xfrm>
              <a:off x="2885" y="194"/>
              <a:ext cx="1953" cy="2145"/>
            </a:xfrm>
            <a:custGeom>
              <a:avLst/>
              <a:gdLst>
                <a:gd name="T0" fmla="*/ 1953 w 975"/>
                <a:gd name="T1" fmla="*/ 1965 h 1071"/>
                <a:gd name="T2" fmla="*/ 4 w 975"/>
                <a:gd name="T3" fmla="*/ 0 h 1071"/>
                <a:gd name="T4" fmla="*/ 162 w 975"/>
                <a:gd name="T5" fmla="*/ 477 h 1071"/>
                <a:gd name="T6" fmla="*/ 0 w 975"/>
                <a:gd name="T7" fmla="*/ 965 h 1071"/>
                <a:gd name="T8" fmla="*/ 988 w 975"/>
                <a:gd name="T9" fmla="*/ 1965 h 1071"/>
                <a:gd name="T10" fmla="*/ 988 w 975"/>
                <a:gd name="T11" fmla="*/ 1967 h 1071"/>
                <a:gd name="T12" fmla="*/ 988 w 975"/>
                <a:gd name="T13" fmla="*/ 1989 h 1071"/>
                <a:gd name="T14" fmla="*/ 1458 w 975"/>
                <a:gd name="T15" fmla="*/ 2145 h 1071"/>
                <a:gd name="T16" fmla="*/ 1953 w 975"/>
                <a:gd name="T17" fmla="*/ 1981 h 1071"/>
                <a:gd name="T18" fmla="*/ 1953 w 975"/>
                <a:gd name="T19" fmla="*/ 1967 h 1071"/>
                <a:gd name="T20" fmla="*/ 1953 w 975"/>
                <a:gd name="T21" fmla="*/ 1965 h 107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75"/>
                <a:gd name="T34" fmla="*/ 0 h 1071"/>
                <a:gd name="T35" fmla="*/ 975 w 975"/>
                <a:gd name="T36" fmla="*/ 1071 h 107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75" h="1071">
                  <a:moveTo>
                    <a:pt x="975" y="981"/>
                  </a:moveTo>
                  <a:cubicBezTo>
                    <a:pt x="974" y="442"/>
                    <a:pt x="540" y="5"/>
                    <a:pt x="2" y="0"/>
                  </a:cubicBezTo>
                  <a:cubicBezTo>
                    <a:pt x="81" y="238"/>
                    <a:pt x="81" y="238"/>
                    <a:pt x="81" y="238"/>
                  </a:cubicBezTo>
                  <a:cubicBezTo>
                    <a:pt x="0" y="482"/>
                    <a:pt x="0" y="482"/>
                    <a:pt x="0" y="482"/>
                  </a:cubicBezTo>
                  <a:cubicBezTo>
                    <a:pt x="272" y="486"/>
                    <a:pt x="492" y="708"/>
                    <a:pt x="493" y="981"/>
                  </a:cubicBezTo>
                  <a:cubicBezTo>
                    <a:pt x="493" y="981"/>
                    <a:pt x="493" y="982"/>
                    <a:pt x="493" y="982"/>
                  </a:cubicBezTo>
                  <a:cubicBezTo>
                    <a:pt x="493" y="986"/>
                    <a:pt x="493" y="989"/>
                    <a:pt x="493" y="993"/>
                  </a:cubicBezTo>
                  <a:cubicBezTo>
                    <a:pt x="728" y="1071"/>
                    <a:pt x="728" y="1071"/>
                    <a:pt x="728" y="1071"/>
                  </a:cubicBezTo>
                  <a:cubicBezTo>
                    <a:pt x="975" y="989"/>
                    <a:pt x="975" y="989"/>
                    <a:pt x="975" y="989"/>
                  </a:cubicBezTo>
                  <a:cubicBezTo>
                    <a:pt x="975" y="987"/>
                    <a:pt x="975" y="984"/>
                    <a:pt x="975" y="982"/>
                  </a:cubicBezTo>
                  <a:cubicBezTo>
                    <a:pt x="975" y="982"/>
                    <a:pt x="975" y="981"/>
                    <a:pt x="975" y="981"/>
                  </a:cubicBezTo>
                  <a:close/>
                </a:path>
              </a:pathLst>
            </a:custGeom>
            <a:solidFill>
              <a:schemeClr val="accent1"/>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grpSp>
      <p:grpSp>
        <p:nvGrpSpPr>
          <p:cNvPr id="78" name="Group 3"/>
          <p:cNvGrpSpPr>
            <a:grpSpLocks/>
          </p:cNvGrpSpPr>
          <p:nvPr/>
        </p:nvGrpSpPr>
        <p:grpSpPr bwMode="gray">
          <a:xfrm>
            <a:off x="6884504" y="1758862"/>
            <a:ext cx="1476624" cy="1476631"/>
            <a:chOff x="1266" y="1299"/>
            <a:chExt cx="3183" cy="3186"/>
          </a:xfrm>
          <a:solidFill>
            <a:schemeClr val="bg2">
              <a:lumMod val="60000"/>
              <a:lumOff val="40000"/>
            </a:schemeClr>
          </a:solidFill>
        </p:grpSpPr>
        <p:sp>
          <p:nvSpPr>
            <p:cNvPr id="99" name="Freeform 4"/>
            <p:cNvSpPr>
              <a:spLocks/>
            </p:cNvSpPr>
            <p:nvPr/>
          </p:nvSpPr>
          <p:spPr bwMode="gray">
            <a:xfrm>
              <a:off x="1346" y="1299"/>
              <a:ext cx="1660" cy="1327"/>
            </a:xfrm>
            <a:custGeom>
              <a:avLst/>
              <a:gdLst>
                <a:gd name="T0" fmla="*/ 1531 w 1018"/>
                <a:gd name="T1" fmla="*/ 0 h 813"/>
                <a:gd name="T2" fmla="*/ 1517 w 1018"/>
                <a:gd name="T3" fmla="*/ 0 h 813"/>
                <a:gd name="T4" fmla="*/ 1513 w 1018"/>
                <a:gd name="T5" fmla="*/ 0 h 813"/>
                <a:gd name="T6" fmla="*/ 0 w 1018"/>
                <a:gd name="T7" fmla="*/ 1087 h 813"/>
                <a:gd name="T8" fmla="*/ 422 w 1018"/>
                <a:gd name="T9" fmla="*/ 1089 h 813"/>
                <a:gd name="T10" fmla="*/ 752 w 1018"/>
                <a:gd name="T11" fmla="*/ 1327 h 813"/>
                <a:gd name="T12" fmla="*/ 1513 w 1018"/>
                <a:gd name="T13" fmla="*/ 790 h 813"/>
                <a:gd name="T14" fmla="*/ 1517 w 1018"/>
                <a:gd name="T15" fmla="*/ 790 h 813"/>
                <a:gd name="T16" fmla="*/ 1536 w 1018"/>
                <a:gd name="T17" fmla="*/ 790 h 813"/>
                <a:gd name="T18" fmla="*/ 1660 w 1018"/>
                <a:gd name="T19" fmla="*/ 402 h 813"/>
                <a:gd name="T20" fmla="*/ 1531 w 1018"/>
                <a:gd name="T21" fmla="*/ 0 h 8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18"/>
                <a:gd name="T34" fmla="*/ 0 h 813"/>
                <a:gd name="T35" fmla="*/ 1018 w 1018"/>
                <a:gd name="T36" fmla="*/ 813 h 8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18" h="813">
                  <a:moveTo>
                    <a:pt x="939" y="0"/>
                  </a:moveTo>
                  <a:cubicBezTo>
                    <a:pt x="936" y="0"/>
                    <a:pt x="933" y="0"/>
                    <a:pt x="930" y="0"/>
                  </a:cubicBezTo>
                  <a:cubicBezTo>
                    <a:pt x="929" y="0"/>
                    <a:pt x="929" y="0"/>
                    <a:pt x="928" y="0"/>
                  </a:cubicBezTo>
                  <a:cubicBezTo>
                    <a:pt x="497" y="1"/>
                    <a:pt x="131" y="279"/>
                    <a:pt x="0" y="666"/>
                  </a:cubicBezTo>
                  <a:cubicBezTo>
                    <a:pt x="259" y="667"/>
                    <a:pt x="259" y="667"/>
                    <a:pt x="259" y="667"/>
                  </a:cubicBezTo>
                  <a:cubicBezTo>
                    <a:pt x="461" y="813"/>
                    <a:pt x="461" y="813"/>
                    <a:pt x="461" y="813"/>
                  </a:cubicBezTo>
                  <a:cubicBezTo>
                    <a:pt x="530" y="622"/>
                    <a:pt x="713" y="485"/>
                    <a:pt x="928" y="484"/>
                  </a:cubicBezTo>
                  <a:cubicBezTo>
                    <a:pt x="929" y="484"/>
                    <a:pt x="929" y="484"/>
                    <a:pt x="930" y="484"/>
                  </a:cubicBezTo>
                  <a:cubicBezTo>
                    <a:pt x="934" y="484"/>
                    <a:pt x="938" y="484"/>
                    <a:pt x="942" y="484"/>
                  </a:cubicBezTo>
                  <a:cubicBezTo>
                    <a:pt x="1018" y="246"/>
                    <a:pt x="1018" y="246"/>
                    <a:pt x="1018" y="246"/>
                  </a:cubicBezTo>
                  <a:lnTo>
                    <a:pt x="939" y="0"/>
                  </a:lnTo>
                  <a:close/>
                </a:path>
              </a:pathLst>
            </a:custGeom>
            <a:solidFill>
              <a:schemeClr val="accent4"/>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00" name="Freeform 5"/>
            <p:cNvSpPr>
              <a:spLocks/>
            </p:cNvSpPr>
            <p:nvPr/>
          </p:nvSpPr>
          <p:spPr bwMode="gray">
            <a:xfrm>
              <a:off x="1266" y="2376"/>
              <a:ext cx="1104" cy="1799"/>
            </a:xfrm>
            <a:custGeom>
              <a:avLst/>
              <a:gdLst>
                <a:gd name="T0" fmla="*/ 789 w 677"/>
                <a:gd name="T1" fmla="*/ 516 h 1102"/>
                <a:gd name="T2" fmla="*/ 830 w 677"/>
                <a:gd name="T3" fmla="*/ 261 h 1102"/>
                <a:gd name="T4" fmla="*/ 837 w 677"/>
                <a:gd name="T5" fmla="*/ 240 h 1102"/>
                <a:gd name="T6" fmla="*/ 507 w 677"/>
                <a:gd name="T7" fmla="*/ 2 h 1102"/>
                <a:gd name="T8" fmla="*/ 85 w 677"/>
                <a:gd name="T9" fmla="*/ 0 h 1102"/>
                <a:gd name="T10" fmla="*/ 80 w 677"/>
                <a:gd name="T11" fmla="*/ 18 h 1102"/>
                <a:gd name="T12" fmla="*/ 0 w 677"/>
                <a:gd name="T13" fmla="*/ 516 h 1102"/>
                <a:gd name="T14" fmla="*/ 643 w 677"/>
                <a:gd name="T15" fmla="*/ 1799 h 1102"/>
                <a:gd name="T16" fmla="*/ 773 w 677"/>
                <a:gd name="T17" fmla="*/ 1401 h 1102"/>
                <a:gd name="T18" fmla="*/ 1104 w 677"/>
                <a:gd name="T19" fmla="*/ 1157 h 1102"/>
                <a:gd name="T20" fmla="*/ 789 w 677"/>
                <a:gd name="T21" fmla="*/ 516 h 110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7"/>
                <a:gd name="T34" fmla="*/ 0 h 1102"/>
                <a:gd name="T35" fmla="*/ 677 w 677"/>
                <a:gd name="T36" fmla="*/ 1102 h 110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7" h="1102">
                  <a:moveTo>
                    <a:pt x="484" y="316"/>
                  </a:moveTo>
                  <a:cubicBezTo>
                    <a:pt x="484" y="262"/>
                    <a:pt x="493" y="209"/>
                    <a:pt x="509" y="160"/>
                  </a:cubicBezTo>
                  <a:cubicBezTo>
                    <a:pt x="510" y="156"/>
                    <a:pt x="512" y="151"/>
                    <a:pt x="513" y="147"/>
                  </a:cubicBezTo>
                  <a:cubicBezTo>
                    <a:pt x="311" y="1"/>
                    <a:pt x="311" y="1"/>
                    <a:pt x="311" y="1"/>
                  </a:cubicBezTo>
                  <a:cubicBezTo>
                    <a:pt x="52" y="0"/>
                    <a:pt x="52" y="0"/>
                    <a:pt x="52" y="0"/>
                  </a:cubicBezTo>
                  <a:cubicBezTo>
                    <a:pt x="51" y="4"/>
                    <a:pt x="50" y="7"/>
                    <a:pt x="49" y="11"/>
                  </a:cubicBezTo>
                  <a:cubicBezTo>
                    <a:pt x="17" y="107"/>
                    <a:pt x="0" y="209"/>
                    <a:pt x="0" y="316"/>
                  </a:cubicBezTo>
                  <a:cubicBezTo>
                    <a:pt x="0" y="638"/>
                    <a:pt x="155" y="923"/>
                    <a:pt x="394" y="1102"/>
                  </a:cubicBezTo>
                  <a:cubicBezTo>
                    <a:pt x="474" y="858"/>
                    <a:pt x="474" y="858"/>
                    <a:pt x="474" y="858"/>
                  </a:cubicBezTo>
                  <a:cubicBezTo>
                    <a:pt x="677" y="709"/>
                    <a:pt x="677" y="709"/>
                    <a:pt x="677" y="709"/>
                  </a:cubicBezTo>
                  <a:cubicBezTo>
                    <a:pt x="559" y="618"/>
                    <a:pt x="484" y="476"/>
                    <a:pt x="484" y="316"/>
                  </a:cubicBezTo>
                  <a:close/>
                </a:path>
              </a:pathLst>
            </a:custGeom>
            <a:solidFill>
              <a:schemeClr val="accent5"/>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01" name="Freeform 6"/>
            <p:cNvSpPr>
              <a:spLocks/>
            </p:cNvSpPr>
            <p:nvPr/>
          </p:nvSpPr>
          <p:spPr bwMode="gray">
            <a:xfrm>
              <a:off x="1899" y="3524"/>
              <a:ext cx="1882" cy="961"/>
            </a:xfrm>
            <a:custGeom>
              <a:avLst/>
              <a:gdLst>
                <a:gd name="T0" fmla="*/ 1546 w 1154"/>
                <a:gd name="T1" fmla="*/ 423 h 589"/>
                <a:gd name="T2" fmla="*/ 1417 w 1154"/>
                <a:gd name="T3" fmla="*/ 29 h 589"/>
                <a:gd name="T4" fmla="*/ 959 w 1154"/>
                <a:gd name="T5" fmla="*/ 171 h 589"/>
                <a:gd name="T6" fmla="*/ 478 w 1154"/>
                <a:gd name="T7" fmla="*/ 15 h 589"/>
                <a:gd name="T8" fmla="*/ 462 w 1154"/>
                <a:gd name="T9" fmla="*/ 0 h 589"/>
                <a:gd name="T10" fmla="*/ 130 w 1154"/>
                <a:gd name="T11" fmla="*/ 243 h 589"/>
                <a:gd name="T12" fmla="*/ 0 w 1154"/>
                <a:gd name="T13" fmla="*/ 641 h 589"/>
                <a:gd name="T14" fmla="*/ 15 w 1154"/>
                <a:gd name="T15" fmla="*/ 653 h 589"/>
                <a:gd name="T16" fmla="*/ 959 w 1154"/>
                <a:gd name="T17" fmla="*/ 961 h 589"/>
                <a:gd name="T18" fmla="*/ 1882 w 1154"/>
                <a:gd name="T19" fmla="*/ 669 h 589"/>
                <a:gd name="T20" fmla="*/ 1546 w 1154"/>
                <a:gd name="T21" fmla="*/ 423 h 5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54"/>
                <a:gd name="T34" fmla="*/ 0 h 589"/>
                <a:gd name="T35" fmla="*/ 1154 w 1154"/>
                <a:gd name="T36" fmla="*/ 589 h 5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54" h="589">
                  <a:moveTo>
                    <a:pt x="948" y="259"/>
                  </a:moveTo>
                  <a:cubicBezTo>
                    <a:pt x="869" y="18"/>
                    <a:pt x="869" y="18"/>
                    <a:pt x="869" y="18"/>
                  </a:cubicBezTo>
                  <a:cubicBezTo>
                    <a:pt x="789" y="73"/>
                    <a:pt x="692" y="105"/>
                    <a:pt x="588" y="105"/>
                  </a:cubicBezTo>
                  <a:cubicBezTo>
                    <a:pt x="478" y="105"/>
                    <a:pt x="376" y="69"/>
                    <a:pt x="293" y="9"/>
                  </a:cubicBezTo>
                  <a:cubicBezTo>
                    <a:pt x="290" y="6"/>
                    <a:pt x="286" y="3"/>
                    <a:pt x="283" y="0"/>
                  </a:cubicBezTo>
                  <a:cubicBezTo>
                    <a:pt x="80" y="149"/>
                    <a:pt x="80" y="149"/>
                    <a:pt x="80" y="149"/>
                  </a:cubicBezTo>
                  <a:cubicBezTo>
                    <a:pt x="0" y="393"/>
                    <a:pt x="0" y="393"/>
                    <a:pt x="0" y="393"/>
                  </a:cubicBezTo>
                  <a:cubicBezTo>
                    <a:pt x="3" y="396"/>
                    <a:pt x="6" y="398"/>
                    <a:pt x="9" y="400"/>
                  </a:cubicBezTo>
                  <a:cubicBezTo>
                    <a:pt x="171" y="519"/>
                    <a:pt x="371" y="589"/>
                    <a:pt x="588" y="589"/>
                  </a:cubicBezTo>
                  <a:cubicBezTo>
                    <a:pt x="799" y="589"/>
                    <a:pt x="994" y="523"/>
                    <a:pt x="1154" y="410"/>
                  </a:cubicBezTo>
                  <a:lnTo>
                    <a:pt x="948" y="259"/>
                  </a:lnTo>
                  <a:close/>
                </a:path>
              </a:pathLst>
            </a:custGeom>
            <a:solidFill>
              <a:schemeClr val="accent3"/>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02" name="Freeform 7"/>
            <p:cNvSpPr>
              <a:spLocks/>
            </p:cNvSpPr>
            <p:nvPr/>
          </p:nvSpPr>
          <p:spPr bwMode="gray">
            <a:xfrm>
              <a:off x="3306" y="2412"/>
              <a:ext cx="1143" cy="1791"/>
            </a:xfrm>
            <a:custGeom>
              <a:avLst/>
              <a:gdLst>
                <a:gd name="T0" fmla="*/ 1070 w 701"/>
                <a:gd name="T1" fmla="*/ 0 h 1097"/>
                <a:gd name="T2" fmla="*/ 730 w 701"/>
                <a:gd name="T3" fmla="*/ 245 h 1097"/>
                <a:gd name="T4" fmla="*/ 320 w 701"/>
                <a:gd name="T5" fmla="*/ 248 h 1097"/>
                <a:gd name="T6" fmla="*/ 354 w 701"/>
                <a:gd name="T7" fmla="*/ 480 h 1097"/>
                <a:gd name="T8" fmla="*/ 16 w 701"/>
                <a:gd name="T9" fmla="*/ 1140 h 1097"/>
                <a:gd name="T10" fmla="*/ 0 w 701"/>
                <a:gd name="T11" fmla="*/ 1151 h 1097"/>
                <a:gd name="T12" fmla="*/ 129 w 701"/>
                <a:gd name="T13" fmla="*/ 1544 h 1097"/>
                <a:gd name="T14" fmla="*/ 465 w 701"/>
                <a:gd name="T15" fmla="*/ 1791 h 1097"/>
                <a:gd name="T16" fmla="*/ 481 w 701"/>
                <a:gd name="T17" fmla="*/ 1778 h 1097"/>
                <a:gd name="T18" fmla="*/ 1143 w 701"/>
                <a:gd name="T19" fmla="*/ 480 h 1097"/>
                <a:gd name="T20" fmla="*/ 1070 w 701"/>
                <a:gd name="T21" fmla="*/ 0 h 10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01"/>
                <a:gd name="T34" fmla="*/ 0 h 1097"/>
                <a:gd name="T35" fmla="*/ 701 w 701"/>
                <a:gd name="T36" fmla="*/ 1097 h 10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01" h="1097">
                  <a:moveTo>
                    <a:pt x="656" y="0"/>
                  </a:moveTo>
                  <a:cubicBezTo>
                    <a:pt x="448" y="150"/>
                    <a:pt x="448" y="150"/>
                    <a:pt x="448" y="150"/>
                  </a:cubicBezTo>
                  <a:cubicBezTo>
                    <a:pt x="196" y="152"/>
                    <a:pt x="196" y="152"/>
                    <a:pt x="196" y="152"/>
                  </a:cubicBezTo>
                  <a:cubicBezTo>
                    <a:pt x="210" y="197"/>
                    <a:pt x="217" y="244"/>
                    <a:pt x="217" y="294"/>
                  </a:cubicBezTo>
                  <a:cubicBezTo>
                    <a:pt x="217" y="460"/>
                    <a:pt x="136" y="607"/>
                    <a:pt x="10" y="698"/>
                  </a:cubicBezTo>
                  <a:cubicBezTo>
                    <a:pt x="7" y="700"/>
                    <a:pt x="3" y="703"/>
                    <a:pt x="0" y="705"/>
                  </a:cubicBezTo>
                  <a:cubicBezTo>
                    <a:pt x="79" y="946"/>
                    <a:pt x="79" y="946"/>
                    <a:pt x="79" y="946"/>
                  </a:cubicBezTo>
                  <a:cubicBezTo>
                    <a:pt x="285" y="1097"/>
                    <a:pt x="285" y="1097"/>
                    <a:pt x="285" y="1097"/>
                  </a:cubicBezTo>
                  <a:cubicBezTo>
                    <a:pt x="288" y="1094"/>
                    <a:pt x="292" y="1092"/>
                    <a:pt x="295" y="1089"/>
                  </a:cubicBezTo>
                  <a:cubicBezTo>
                    <a:pt x="541" y="911"/>
                    <a:pt x="701" y="621"/>
                    <a:pt x="701" y="294"/>
                  </a:cubicBezTo>
                  <a:cubicBezTo>
                    <a:pt x="701" y="192"/>
                    <a:pt x="685" y="93"/>
                    <a:pt x="656" y="0"/>
                  </a:cubicBezTo>
                  <a:close/>
                </a:path>
              </a:pathLst>
            </a:custGeom>
            <a:solidFill>
              <a:schemeClr val="accent6"/>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03" name="Freeform 8"/>
            <p:cNvSpPr>
              <a:spLocks/>
            </p:cNvSpPr>
            <p:nvPr/>
          </p:nvSpPr>
          <p:spPr bwMode="gray">
            <a:xfrm>
              <a:off x="2864" y="1299"/>
              <a:ext cx="1514" cy="1371"/>
            </a:xfrm>
            <a:custGeom>
              <a:avLst/>
              <a:gdLst>
                <a:gd name="T0" fmla="*/ 1509 w 928"/>
                <a:gd name="T1" fmla="*/ 1105 h 840"/>
                <a:gd name="T2" fmla="*/ 0 w 928"/>
                <a:gd name="T3" fmla="*/ 0 h 840"/>
                <a:gd name="T4" fmla="*/ 129 w 928"/>
                <a:gd name="T5" fmla="*/ 402 h 840"/>
                <a:gd name="T6" fmla="*/ 5 w 928"/>
                <a:gd name="T7" fmla="*/ 790 h 840"/>
                <a:gd name="T8" fmla="*/ 757 w 928"/>
                <a:gd name="T9" fmla="*/ 1350 h 840"/>
                <a:gd name="T10" fmla="*/ 764 w 928"/>
                <a:gd name="T11" fmla="*/ 1371 h 840"/>
                <a:gd name="T12" fmla="*/ 1175 w 928"/>
                <a:gd name="T13" fmla="*/ 1368 h 840"/>
                <a:gd name="T14" fmla="*/ 1514 w 928"/>
                <a:gd name="T15" fmla="*/ 1123 h 840"/>
                <a:gd name="T16" fmla="*/ 1509 w 928"/>
                <a:gd name="T17" fmla="*/ 1105 h 8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28"/>
                <a:gd name="T28" fmla="*/ 0 h 840"/>
                <a:gd name="T29" fmla="*/ 928 w 928"/>
                <a:gd name="T30" fmla="*/ 840 h 8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28" h="840">
                  <a:moveTo>
                    <a:pt x="925" y="677"/>
                  </a:moveTo>
                  <a:cubicBezTo>
                    <a:pt x="797" y="287"/>
                    <a:pt x="432" y="4"/>
                    <a:pt x="0" y="0"/>
                  </a:cubicBezTo>
                  <a:cubicBezTo>
                    <a:pt x="79" y="246"/>
                    <a:pt x="79" y="246"/>
                    <a:pt x="79" y="246"/>
                  </a:cubicBezTo>
                  <a:cubicBezTo>
                    <a:pt x="3" y="484"/>
                    <a:pt x="3" y="484"/>
                    <a:pt x="3" y="484"/>
                  </a:cubicBezTo>
                  <a:cubicBezTo>
                    <a:pt x="218" y="489"/>
                    <a:pt x="400" y="631"/>
                    <a:pt x="464" y="827"/>
                  </a:cubicBezTo>
                  <a:cubicBezTo>
                    <a:pt x="466" y="831"/>
                    <a:pt x="467" y="835"/>
                    <a:pt x="468" y="840"/>
                  </a:cubicBezTo>
                  <a:cubicBezTo>
                    <a:pt x="720" y="838"/>
                    <a:pt x="720" y="838"/>
                    <a:pt x="720" y="838"/>
                  </a:cubicBezTo>
                  <a:cubicBezTo>
                    <a:pt x="928" y="688"/>
                    <a:pt x="928" y="688"/>
                    <a:pt x="928" y="688"/>
                  </a:cubicBezTo>
                  <a:cubicBezTo>
                    <a:pt x="927" y="685"/>
                    <a:pt x="926" y="681"/>
                    <a:pt x="925" y="677"/>
                  </a:cubicBezTo>
                  <a:close/>
                </a:path>
              </a:pathLst>
            </a:custGeom>
            <a:solidFill>
              <a:schemeClr val="accent1"/>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grpSp>
      <p:grpSp>
        <p:nvGrpSpPr>
          <p:cNvPr id="104" name="Group 3"/>
          <p:cNvGrpSpPr>
            <a:grpSpLocks/>
          </p:cNvGrpSpPr>
          <p:nvPr/>
        </p:nvGrpSpPr>
        <p:grpSpPr bwMode="gray">
          <a:xfrm>
            <a:off x="2430271" y="2971682"/>
            <a:ext cx="1476836" cy="1476836"/>
            <a:chOff x="926" y="204"/>
            <a:chExt cx="3910" cy="3910"/>
          </a:xfrm>
          <a:solidFill>
            <a:schemeClr val="bg2">
              <a:lumMod val="60000"/>
              <a:lumOff val="40000"/>
            </a:schemeClr>
          </a:solidFill>
        </p:grpSpPr>
        <p:sp>
          <p:nvSpPr>
            <p:cNvPr id="105" name="Freeform 4"/>
            <p:cNvSpPr>
              <a:spLocks/>
            </p:cNvSpPr>
            <p:nvPr/>
          </p:nvSpPr>
          <p:spPr bwMode="gray">
            <a:xfrm>
              <a:off x="1190" y="204"/>
              <a:ext cx="1869" cy="1438"/>
            </a:xfrm>
            <a:custGeom>
              <a:avLst/>
              <a:gdLst>
                <a:gd name="T0" fmla="*/ 1709 w 933"/>
                <a:gd name="T1" fmla="*/ 0 h 718"/>
                <a:gd name="T2" fmla="*/ 1691 w 933"/>
                <a:gd name="T3" fmla="*/ 0 h 718"/>
                <a:gd name="T4" fmla="*/ 1689 w 933"/>
                <a:gd name="T5" fmla="*/ 0 h 718"/>
                <a:gd name="T6" fmla="*/ 0 w 933"/>
                <a:gd name="T7" fmla="*/ 963 h 718"/>
                <a:gd name="T8" fmla="*/ 511 w 933"/>
                <a:gd name="T9" fmla="*/ 1067 h 718"/>
                <a:gd name="T10" fmla="*/ 839 w 933"/>
                <a:gd name="T11" fmla="*/ 1438 h 718"/>
                <a:gd name="T12" fmla="*/ 1689 w 933"/>
                <a:gd name="T13" fmla="*/ 965 h 718"/>
                <a:gd name="T14" fmla="*/ 1691 w 933"/>
                <a:gd name="T15" fmla="*/ 965 h 718"/>
                <a:gd name="T16" fmla="*/ 1709 w 933"/>
                <a:gd name="T17" fmla="*/ 965 h 718"/>
                <a:gd name="T18" fmla="*/ 1869 w 933"/>
                <a:gd name="T19" fmla="*/ 481 h 718"/>
                <a:gd name="T20" fmla="*/ 1709 w 933"/>
                <a:gd name="T21" fmla="*/ 0 h 7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33"/>
                <a:gd name="T34" fmla="*/ 0 h 718"/>
                <a:gd name="T35" fmla="*/ 933 w 933"/>
                <a:gd name="T36" fmla="*/ 718 h 7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33" h="718">
                  <a:moveTo>
                    <a:pt x="853" y="0"/>
                  </a:moveTo>
                  <a:cubicBezTo>
                    <a:pt x="850" y="0"/>
                    <a:pt x="847" y="0"/>
                    <a:pt x="844" y="0"/>
                  </a:cubicBezTo>
                  <a:cubicBezTo>
                    <a:pt x="844" y="0"/>
                    <a:pt x="843" y="0"/>
                    <a:pt x="843" y="0"/>
                  </a:cubicBezTo>
                  <a:cubicBezTo>
                    <a:pt x="484" y="0"/>
                    <a:pt x="171" y="193"/>
                    <a:pt x="0" y="481"/>
                  </a:cubicBezTo>
                  <a:cubicBezTo>
                    <a:pt x="255" y="533"/>
                    <a:pt x="255" y="533"/>
                    <a:pt x="255" y="533"/>
                  </a:cubicBezTo>
                  <a:cubicBezTo>
                    <a:pt x="419" y="718"/>
                    <a:pt x="419" y="718"/>
                    <a:pt x="419" y="718"/>
                  </a:cubicBezTo>
                  <a:cubicBezTo>
                    <a:pt x="507" y="577"/>
                    <a:pt x="664" y="482"/>
                    <a:pt x="843" y="482"/>
                  </a:cubicBezTo>
                  <a:cubicBezTo>
                    <a:pt x="843" y="482"/>
                    <a:pt x="844" y="482"/>
                    <a:pt x="844" y="482"/>
                  </a:cubicBezTo>
                  <a:cubicBezTo>
                    <a:pt x="847" y="482"/>
                    <a:pt x="850" y="482"/>
                    <a:pt x="853" y="482"/>
                  </a:cubicBezTo>
                  <a:cubicBezTo>
                    <a:pt x="933" y="240"/>
                    <a:pt x="933" y="240"/>
                    <a:pt x="933" y="240"/>
                  </a:cubicBezTo>
                  <a:lnTo>
                    <a:pt x="853" y="0"/>
                  </a:lnTo>
                  <a:close/>
                </a:path>
              </a:pathLst>
            </a:custGeom>
            <a:solidFill>
              <a:schemeClr val="accent2"/>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06" name="Freeform 5"/>
            <p:cNvSpPr>
              <a:spLocks/>
            </p:cNvSpPr>
            <p:nvPr/>
          </p:nvSpPr>
          <p:spPr bwMode="gray">
            <a:xfrm>
              <a:off x="926" y="1144"/>
              <a:ext cx="1116" cy="1967"/>
            </a:xfrm>
            <a:custGeom>
              <a:avLst/>
              <a:gdLst>
                <a:gd name="T0" fmla="*/ 1116 w 557"/>
                <a:gd name="T1" fmla="*/ 475 h 982"/>
                <a:gd name="T2" fmla="*/ 787 w 557"/>
                <a:gd name="T3" fmla="*/ 104 h 982"/>
                <a:gd name="T4" fmla="*/ 276 w 557"/>
                <a:gd name="T5" fmla="*/ 0 h 982"/>
                <a:gd name="T6" fmla="*/ 268 w 557"/>
                <a:gd name="T7" fmla="*/ 12 h 982"/>
                <a:gd name="T8" fmla="*/ 0 w 557"/>
                <a:gd name="T9" fmla="*/ 1004 h 982"/>
                <a:gd name="T10" fmla="*/ 252 w 557"/>
                <a:gd name="T11" fmla="*/ 1967 h 982"/>
                <a:gd name="T12" fmla="*/ 589 w 557"/>
                <a:gd name="T13" fmla="*/ 1586 h 982"/>
                <a:gd name="T14" fmla="*/ 1088 w 557"/>
                <a:gd name="T15" fmla="*/ 1484 h 982"/>
                <a:gd name="T16" fmla="*/ 966 w 557"/>
                <a:gd name="T17" fmla="*/ 1004 h 982"/>
                <a:gd name="T18" fmla="*/ 1104 w 557"/>
                <a:gd name="T19" fmla="*/ 495 h 982"/>
                <a:gd name="T20" fmla="*/ 1116 w 557"/>
                <a:gd name="T21" fmla="*/ 475 h 9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7"/>
                <a:gd name="T34" fmla="*/ 0 h 982"/>
                <a:gd name="T35" fmla="*/ 557 w 557"/>
                <a:gd name="T36" fmla="*/ 982 h 9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7" h="982">
                  <a:moveTo>
                    <a:pt x="557" y="237"/>
                  </a:moveTo>
                  <a:cubicBezTo>
                    <a:pt x="393" y="52"/>
                    <a:pt x="393" y="52"/>
                    <a:pt x="393" y="52"/>
                  </a:cubicBezTo>
                  <a:cubicBezTo>
                    <a:pt x="138" y="0"/>
                    <a:pt x="138" y="0"/>
                    <a:pt x="138" y="0"/>
                  </a:cubicBezTo>
                  <a:cubicBezTo>
                    <a:pt x="136" y="2"/>
                    <a:pt x="135" y="4"/>
                    <a:pt x="134" y="6"/>
                  </a:cubicBezTo>
                  <a:cubicBezTo>
                    <a:pt x="49" y="152"/>
                    <a:pt x="0" y="321"/>
                    <a:pt x="0" y="501"/>
                  </a:cubicBezTo>
                  <a:cubicBezTo>
                    <a:pt x="0" y="676"/>
                    <a:pt x="46" y="840"/>
                    <a:pt x="126" y="982"/>
                  </a:cubicBezTo>
                  <a:cubicBezTo>
                    <a:pt x="294" y="792"/>
                    <a:pt x="294" y="792"/>
                    <a:pt x="294" y="792"/>
                  </a:cubicBezTo>
                  <a:cubicBezTo>
                    <a:pt x="543" y="741"/>
                    <a:pt x="543" y="741"/>
                    <a:pt x="543" y="741"/>
                  </a:cubicBezTo>
                  <a:cubicBezTo>
                    <a:pt x="504" y="670"/>
                    <a:pt x="482" y="588"/>
                    <a:pt x="482" y="501"/>
                  </a:cubicBezTo>
                  <a:cubicBezTo>
                    <a:pt x="482" y="408"/>
                    <a:pt x="507" y="322"/>
                    <a:pt x="551" y="247"/>
                  </a:cubicBezTo>
                  <a:cubicBezTo>
                    <a:pt x="553" y="244"/>
                    <a:pt x="555" y="241"/>
                    <a:pt x="557" y="237"/>
                  </a:cubicBezTo>
                  <a:close/>
                </a:path>
              </a:pathLst>
            </a:custGeom>
            <a:solidFill>
              <a:schemeClr val="accent4"/>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07" name="Freeform 6"/>
            <p:cNvSpPr>
              <a:spLocks/>
            </p:cNvSpPr>
            <p:nvPr/>
          </p:nvSpPr>
          <p:spPr bwMode="gray">
            <a:xfrm>
              <a:off x="1178" y="2628"/>
              <a:ext cx="1693" cy="1486"/>
            </a:xfrm>
            <a:custGeom>
              <a:avLst/>
              <a:gdLst>
                <a:gd name="T0" fmla="*/ 1529 w 845"/>
                <a:gd name="T1" fmla="*/ 995 h 742"/>
                <a:gd name="T2" fmla="*/ 1687 w 845"/>
                <a:gd name="T3" fmla="*/ 521 h 742"/>
                <a:gd name="T4" fmla="*/ 845 w 845"/>
                <a:gd name="T5" fmla="*/ 18 h 742"/>
                <a:gd name="T6" fmla="*/ 835 w 845"/>
                <a:gd name="T7" fmla="*/ 0 h 742"/>
                <a:gd name="T8" fmla="*/ 337 w 845"/>
                <a:gd name="T9" fmla="*/ 102 h 742"/>
                <a:gd name="T10" fmla="*/ 0 w 845"/>
                <a:gd name="T11" fmla="*/ 483 h 742"/>
                <a:gd name="T12" fmla="*/ 10 w 845"/>
                <a:gd name="T13" fmla="*/ 501 h 742"/>
                <a:gd name="T14" fmla="*/ 1693 w 845"/>
                <a:gd name="T15" fmla="*/ 1486 h 742"/>
                <a:gd name="T16" fmla="*/ 1529 w 845"/>
                <a:gd name="T17" fmla="*/ 995 h 7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5"/>
                <a:gd name="T28" fmla="*/ 0 h 742"/>
                <a:gd name="T29" fmla="*/ 845 w 845"/>
                <a:gd name="T30" fmla="*/ 742 h 7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5" h="742">
                  <a:moveTo>
                    <a:pt x="763" y="497"/>
                  </a:moveTo>
                  <a:cubicBezTo>
                    <a:pt x="842" y="260"/>
                    <a:pt x="842" y="260"/>
                    <a:pt x="842" y="260"/>
                  </a:cubicBezTo>
                  <a:cubicBezTo>
                    <a:pt x="662" y="255"/>
                    <a:pt x="506" y="155"/>
                    <a:pt x="422" y="9"/>
                  </a:cubicBezTo>
                  <a:cubicBezTo>
                    <a:pt x="420" y="6"/>
                    <a:pt x="419" y="3"/>
                    <a:pt x="417" y="0"/>
                  </a:cubicBezTo>
                  <a:cubicBezTo>
                    <a:pt x="168" y="51"/>
                    <a:pt x="168" y="51"/>
                    <a:pt x="168" y="51"/>
                  </a:cubicBezTo>
                  <a:cubicBezTo>
                    <a:pt x="0" y="241"/>
                    <a:pt x="0" y="241"/>
                    <a:pt x="0" y="241"/>
                  </a:cubicBezTo>
                  <a:cubicBezTo>
                    <a:pt x="1" y="244"/>
                    <a:pt x="3" y="247"/>
                    <a:pt x="5" y="250"/>
                  </a:cubicBezTo>
                  <a:cubicBezTo>
                    <a:pt x="172" y="541"/>
                    <a:pt x="485" y="738"/>
                    <a:pt x="845" y="742"/>
                  </a:cubicBezTo>
                  <a:lnTo>
                    <a:pt x="763" y="497"/>
                  </a:lnTo>
                  <a:close/>
                </a:path>
              </a:pathLst>
            </a:custGeom>
            <a:solidFill>
              <a:schemeClr val="accent5"/>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08" name="Freeform 7"/>
            <p:cNvSpPr>
              <a:spLocks/>
            </p:cNvSpPr>
            <p:nvPr/>
          </p:nvSpPr>
          <p:spPr bwMode="gray">
            <a:xfrm>
              <a:off x="2695" y="2664"/>
              <a:ext cx="1885" cy="1450"/>
            </a:xfrm>
            <a:custGeom>
              <a:avLst/>
              <a:gdLst>
                <a:gd name="T0" fmla="*/ 1376 w 941"/>
                <a:gd name="T1" fmla="*/ 373 h 724"/>
                <a:gd name="T2" fmla="*/ 1046 w 941"/>
                <a:gd name="T3" fmla="*/ 0 h 724"/>
                <a:gd name="T4" fmla="*/ 186 w 941"/>
                <a:gd name="T5" fmla="*/ 485 h 724"/>
                <a:gd name="T6" fmla="*/ 182 w 941"/>
                <a:gd name="T7" fmla="*/ 485 h 724"/>
                <a:gd name="T8" fmla="*/ 158 w 941"/>
                <a:gd name="T9" fmla="*/ 485 h 724"/>
                <a:gd name="T10" fmla="*/ 0 w 941"/>
                <a:gd name="T11" fmla="*/ 959 h 724"/>
                <a:gd name="T12" fmla="*/ 164 w 941"/>
                <a:gd name="T13" fmla="*/ 1450 h 724"/>
                <a:gd name="T14" fmla="*/ 180 w 941"/>
                <a:gd name="T15" fmla="*/ 1450 h 724"/>
                <a:gd name="T16" fmla="*/ 186 w 941"/>
                <a:gd name="T17" fmla="*/ 1450 h 724"/>
                <a:gd name="T18" fmla="*/ 1885 w 941"/>
                <a:gd name="T19" fmla="*/ 477 h 724"/>
                <a:gd name="T20" fmla="*/ 1376 w 941"/>
                <a:gd name="T21" fmla="*/ 373 h 7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41"/>
                <a:gd name="T34" fmla="*/ 0 h 724"/>
                <a:gd name="T35" fmla="*/ 941 w 941"/>
                <a:gd name="T36" fmla="*/ 724 h 7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41" h="724">
                  <a:moveTo>
                    <a:pt x="687" y="186"/>
                  </a:moveTo>
                  <a:cubicBezTo>
                    <a:pt x="522" y="0"/>
                    <a:pt x="522" y="0"/>
                    <a:pt x="522" y="0"/>
                  </a:cubicBezTo>
                  <a:cubicBezTo>
                    <a:pt x="434" y="145"/>
                    <a:pt x="275" y="242"/>
                    <a:pt x="93" y="242"/>
                  </a:cubicBezTo>
                  <a:cubicBezTo>
                    <a:pt x="92" y="242"/>
                    <a:pt x="91" y="242"/>
                    <a:pt x="91" y="242"/>
                  </a:cubicBezTo>
                  <a:cubicBezTo>
                    <a:pt x="87" y="242"/>
                    <a:pt x="83" y="242"/>
                    <a:pt x="79" y="242"/>
                  </a:cubicBezTo>
                  <a:cubicBezTo>
                    <a:pt x="0" y="479"/>
                    <a:pt x="0" y="479"/>
                    <a:pt x="0" y="479"/>
                  </a:cubicBezTo>
                  <a:cubicBezTo>
                    <a:pt x="82" y="724"/>
                    <a:pt x="82" y="724"/>
                    <a:pt x="82" y="724"/>
                  </a:cubicBezTo>
                  <a:cubicBezTo>
                    <a:pt x="85" y="724"/>
                    <a:pt x="88" y="724"/>
                    <a:pt x="90" y="724"/>
                  </a:cubicBezTo>
                  <a:cubicBezTo>
                    <a:pt x="91" y="724"/>
                    <a:pt x="92" y="724"/>
                    <a:pt x="93" y="724"/>
                  </a:cubicBezTo>
                  <a:cubicBezTo>
                    <a:pt x="454" y="724"/>
                    <a:pt x="770" y="529"/>
                    <a:pt x="941" y="238"/>
                  </a:cubicBezTo>
                  <a:lnTo>
                    <a:pt x="687" y="186"/>
                  </a:lnTo>
                  <a:close/>
                </a:path>
              </a:pathLst>
            </a:custGeom>
            <a:solidFill>
              <a:schemeClr val="accent3"/>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09" name="Freeform 8"/>
            <p:cNvSpPr>
              <a:spLocks/>
            </p:cNvSpPr>
            <p:nvPr/>
          </p:nvSpPr>
          <p:spPr bwMode="gray">
            <a:xfrm>
              <a:off x="3728" y="1184"/>
              <a:ext cx="1108" cy="1969"/>
            </a:xfrm>
            <a:custGeom>
              <a:avLst/>
              <a:gdLst>
                <a:gd name="T0" fmla="*/ 850 w 553"/>
                <a:gd name="T1" fmla="*/ 0 h 983"/>
                <a:gd name="T2" fmla="*/ 503 w 553"/>
                <a:gd name="T3" fmla="*/ 391 h 983"/>
                <a:gd name="T4" fmla="*/ 18 w 553"/>
                <a:gd name="T5" fmla="*/ 491 h 983"/>
                <a:gd name="T6" fmla="*/ 142 w 553"/>
                <a:gd name="T7" fmla="*/ 975 h 983"/>
                <a:gd name="T8" fmla="*/ 10 w 553"/>
                <a:gd name="T9" fmla="*/ 1472 h 983"/>
                <a:gd name="T10" fmla="*/ 0 w 553"/>
                <a:gd name="T11" fmla="*/ 1492 h 983"/>
                <a:gd name="T12" fmla="*/ 331 w 553"/>
                <a:gd name="T13" fmla="*/ 1865 h 983"/>
                <a:gd name="T14" fmla="*/ 840 w 553"/>
                <a:gd name="T15" fmla="*/ 1969 h 983"/>
                <a:gd name="T16" fmla="*/ 848 w 553"/>
                <a:gd name="T17" fmla="*/ 1955 h 983"/>
                <a:gd name="T18" fmla="*/ 1108 w 553"/>
                <a:gd name="T19" fmla="*/ 975 h 983"/>
                <a:gd name="T20" fmla="*/ 850 w 553"/>
                <a:gd name="T21" fmla="*/ 0 h 9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3"/>
                <a:gd name="T34" fmla="*/ 0 h 983"/>
                <a:gd name="T35" fmla="*/ 553 w 553"/>
                <a:gd name="T36" fmla="*/ 983 h 9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3" h="983">
                  <a:moveTo>
                    <a:pt x="424" y="0"/>
                  </a:moveTo>
                  <a:cubicBezTo>
                    <a:pt x="251" y="195"/>
                    <a:pt x="251" y="195"/>
                    <a:pt x="251" y="195"/>
                  </a:cubicBezTo>
                  <a:cubicBezTo>
                    <a:pt x="9" y="245"/>
                    <a:pt x="9" y="245"/>
                    <a:pt x="9" y="245"/>
                  </a:cubicBezTo>
                  <a:cubicBezTo>
                    <a:pt x="48" y="317"/>
                    <a:pt x="71" y="399"/>
                    <a:pt x="71" y="487"/>
                  </a:cubicBezTo>
                  <a:cubicBezTo>
                    <a:pt x="71" y="577"/>
                    <a:pt x="47" y="662"/>
                    <a:pt x="5" y="735"/>
                  </a:cubicBezTo>
                  <a:cubicBezTo>
                    <a:pt x="3" y="738"/>
                    <a:pt x="1" y="741"/>
                    <a:pt x="0" y="745"/>
                  </a:cubicBezTo>
                  <a:cubicBezTo>
                    <a:pt x="165" y="931"/>
                    <a:pt x="165" y="931"/>
                    <a:pt x="165" y="931"/>
                  </a:cubicBezTo>
                  <a:cubicBezTo>
                    <a:pt x="419" y="983"/>
                    <a:pt x="419" y="983"/>
                    <a:pt x="419" y="983"/>
                  </a:cubicBezTo>
                  <a:cubicBezTo>
                    <a:pt x="420" y="981"/>
                    <a:pt x="421" y="978"/>
                    <a:pt x="423" y="976"/>
                  </a:cubicBezTo>
                  <a:cubicBezTo>
                    <a:pt x="506" y="832"/>
                    <a:pt x="553" y="665"/>
                    <a:pt x="553" y="487"/>
                  </a:cubicBezTo>
                  <a:cubicBezTo>
                    <a:pt x="553" y="310"/>
                    <a:pt x="506" y="144"/>
                    <a:pt x="424" y="0"/>
                  </a:cubicBezTo>
                  <a:close/>
                </a:path>
              </a:pathLst>
            </a:custGeom>
            <a:solidFill>
              <a:schemeClr val="accent6"/>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10" name="Freeform 9"/>
            <p:cNvSpPr>
              <a:spLocks/>
            </p:cNvSpPr>
            <p:nvPr/>
          </p:nvSpPr>
          <p:spPr bwMode="gray">
            <a:xfrm>
              <a:off x="2887" y="204"/>
              <a:ext cx="1691" cy="1482"/>
            </a:xfrm>
            <a:custGeom>
              <a:avLst/>
              <a:gdLst>
                <a:gd name="T0" fmla="*/ 1683 w 844"/>
                <a:gd name="T1" fmla="*/ 977 h 740"/>
                <a:gd name="T2" fmla="*/ 0 w 844"/>
                <a:gd name="T3" fmla="*/ 0 h 740"/>
                <a:gd name="T4" fmla="*/ 160 w 844"/>
                <a:gd name="T5" fmla="*/ 481 h 740"/>
                <a:gd name="T6" fmla="*/ 0 w 844"/>
                <a:gd name="T7" fmla="*/ 965 h 740"/>
                <a:gd name="T8" fmla="*/ 848 w 844"/>
                <a:gd name="T9" fmla="*/ 1460 h 740"/>
                <a:gd name="T10" fmla="*/ 860 w 844"/>
                <a:gd name="T11" fmla="*/ 1482 h 740"/>
                <a:gd name="T12" fmla="*/ 1344 w 844"/>
                <a:gd name="T13" fmla="*/ 1382 h 740"/>
                <a:gd name="T14" fmla="*/ 1691 w 844"/>
                <a:gd name="T15" fmla="*/ 991 h 740"/>
                <a:gd name="T16" fmla="*/ 1683 w 844"/>
                <a:gd name="T17" fmla="*/ 977 h 7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4"/>
                <a:gd name="T28" fmla="*/ 0 h 740"/>
                <a:gd name="T29" fmla="*/ 844 w 844"/>
                <a:gd name="T30" fmla="*/ 740 h 7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4" h="740">
                  <a:moveTo>
                    <a:pt x="840" y="488"/>
                  </a:moveTo>
                  <a:cubicBezTo>
                    <a:pt x="671" y="199"/>
                    <a:pt x="359" y="3"/>
                    <a:pt x="0" y="0"/>
                  </a:cubicBezTo>
                  <a:cubicBezTo>
                    <a:pt x="80" y="240"/>
                    <a:pt x="80" y="240"/>
                    <a:pt x="80" y="240"/>
                  </a:cubicBezTo>
                  <a:cubicBezTo>
                    <a:pt x="0" y="482"/>
                    <a:pt x="0" y="482"/>
                    <a:pt x="0" y="482"/>
                  </a:cubicBezTo>
                  <a:cubicBezTo>
                    <a:pt x="180" y="485"/>
                    <a:pt x="337" y="584"/>
                    <a:pt x="423" y="729"/>
                  </a:cubicBezTo>
                  <a:cubicBezTo>
                    <a:pt x="425" y="733"/>
                    <a:pt x="427" y="736"/>
                    <a:pt x="429" y="740"/>
                  </a:cubicBezTo>
                  <a:cubicBezTo>
                    <a:pt x="671" y="690"/>
                    <a:pt x="671" y="690"/>
                    <a:pt x="671" y="690"/>
                  </a:cubicBezTo>
                  <a:cubicBezTo>
                    <a:pt x="844" y="495"/>
                    <a:pt x="844" y="495"/>
                    <a:pt x="844" y="495"/>
                  </a:cubicBezTo>
                  <a:cubicBezTo>
                    <a:pt x="843" y="493"/>
                    <a:pt x="841" y="491"/>
                    <a:pt x="840" y="488"/>
                  </a:cubicBezTo>
                  <a:close/>
                </a:path>
              </a:pathLst>
            </a:custGeom>
            <a:solidFill>
              <a:schemeClr val="accent1"/>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grpSp>
      <p:grpSp>
        <p:nvGrpSpPr>
          <p:cNvPr id="111" name="Group 3"/>
          <p:cNvGrpSpPr>
            <a:grpSpLocks/>
          </p:cNvGrpSpPr>
          <p:nvPr/>
        </p:nvGrpSpPr>
        <p:grpSpPr bwMode="gray">
          <a:xfrm>
            <a:off x="4223254" y="2975462"/>
            <a:ext cx="1461727" cy="1460972"/>
            <a:chOff x="956" y="216"/>
            <a:chExt cx="3870" cy="3868"/>
          </a:xfrm>
          <a:solidFill>
            <a:schemeClr val="bg2">
              <a:lumMod val="60000"/>
              <a:lumOff val="40000"/>
            </a:schemeClr>
          </a:solidFill>
        </p:grpSpPr>
        <p:sp>
          <p:nvSpPr>
            <p:cNvPr id="112" name="Freeform 4"/>
            <p:cNvSpPr>
              <a:spLocks/>
            </p:cNvSpPr>
            <p:nvPr/>
          </p:nvSpPr>
          <p:spPr bwMode="gray">
            <a:xfrm>
              <a:off x="1377" y="216"/>
              <a:ext cx="1700" cy="1320"/>
            </a:xfrm>
            <a:custGeom>
              <a:avLst/>
              <a:gdLst>
                <a:gd name="T0" fmla="*/ 1540 w 849"/>
                <a:gd name="T1" fmla="*/ 0 h 659"/>
                <a:gd name="T2" fmla="*/ 1524 w 849"/>
                <a:gd name="T3" fmla="*/ 0 h 659"/>
                <a:gd name="T4" fmla="*/ 1520 w 849"/>
                <a:gd name="T5" fmla="*/ 0 h 659"/>
                <a:gd name="T6" fmla="*/ 0 w 849"/>
                <a:gd name="T7" fmla="*/ 723 h 659"/>
                <a:gd name="T8" fmla="*/ 489 w 849"/>
                <a:gd name="T9" fmla="*/ 903 h 659"/>
                <a:gd name="T10" fmla="*/ 759 w 849"/>
                <a:gd name="T11" fmla="*/ 1320 h 659"/>
                <a:gd name="T12" fmla="*/ 1520 w 849"/>
                <a:gd name="T13" fmla="*/ 965 h 659"/>
                <a:gd name="T14" fmla="*/ 1524 w 849"/>
                <a:gd name="T15" fmla="*/ 965 h 659"/>
                <a:gd name="T16" fmla="*/ 1540 w 849"/>
                <a:gd name="T17" fmla="*/ 965 h 659"/>
                <a:gd name="T18" fmla="*/ 1700 w 849"/>
                <a:gd name="T19" fmla="*/ 485 h 659"/>
                <a:gd name="T20" fmla="*/ 1540 w 849"/>
                <a:gd name="T21" fmla="*/ 0 h 6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49"/>
                <a:gd name="T34" fmla="*/ 0 h 659"/>
                <a:gd name="T35" fmla="*/ 849 w 849"/>
                <a:gd name="T36" fmla="*/ 659 h 6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49" h="659">
                  <a:moveTo>
                    <a:pt x="769" y="0"/>
                  </a:moveTo>
                  <a:cubicBezTo>
                    <a:pt x="766" y="0"/>
                    <a:pt x="763" y="0"/>
                    <a:pt x="761" y="0"/>
                  </a:cubicBezTo>
                  <a:cubicBezTo>
                    <a:pt x="760" y="0"/>
                    <a:pt x="760" y="0"/>
                    <a:pt x="759" y="0"/>
                  </a:cubicBezTo>
                  <a:cubicBezTo>
                    <a:pt x="453" y="1"/>
                    <a:pt x="180" y="141"/>
                    <a:pt x="0" y="361"/>
                  </a:cubicBezTo>
                  <a:cubicBezTo>
                    <a:pt x="244" y="451"/>
                    <a:pt x="244" y="451"/>
                    <a:pt x="244" y="451"/>
                  </a:cubicBezTo>
                  <a:cubicBezTo>
                    <a:pt x="379" y="659"/>
                    <a:pt x="379" y="659"/>
                    <a:pt x="379" y="659"/>
                  </a:cubicBezTo>
                  <a:cubicBezTo>
                    <a:pt x="471" y="551"/>
                    <a:pt x="607" y="483"/>
                    <a:pt x="759" y="482"/>
                  </a:cubicBezTo>
                  <a:cubicBezTo>
                    <a:pt x="760" y="482"/>
                    <a:pt x="760" y="482"/>
                    <a:pt x="761" y="482"/>
                  </a:cubicBezTo>
                  <a:cubicBezTo>
                    <a:pt x="764" y="482"/>
                    <a:pt x="766" y="482"/>
                    <a:pt x="769" y="482"/>
                  </a:cubicBezTo>
                  <a:cubicBezTo>
                    <a:pt x="849" y="242"/>
                    <a:pt x="849" y="242"/>
                    <a:pt x="849" y="242"/>
                  </a:cubicBezTo>
                  <a:lnTo>
                    <a:pt x="769" y="0"/>
                  </a:lnTo>
                  <a:close/>
                </a:path>
              </a:pathLst>
            </a:custGeom>
            <a:solidFill>
              <a:schemeClr val="tx2"/>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13" name="Freeform 5"/>
            <p:cNvSpPr>
              <a:spLocks/>
            </p:cNvSpPr>
            <p:nvPr/>
          </p:nvSpPr>
          <p:spPr bwMode="gray">
            <a:xfrm>
              <a:off x="956" y="917"/>
              <a:ext cx="1202" cy="1661"/>
            </a:xfrm>
            <a:custGeom>
              <a:avLst/>
              <a:gdLst>
                <a:gd name="T0" fmla="*/ 1202 w 600"/>
                <a:gd name="T1" fmla="*/ 597 h 829"/>
                <a:gd name="T2" fmla="*/ 932 w 600"/>
                <a:gd name="T3" fmla="*/ 180 h 829"/>
                <a:gd name="T4" fmla="*/ 443 w 600"/>
                <a:gd name="T5" fmla="*/ 0 h 829"/>
                <a:gd name="T6" fmla="*/ 433 w 600"/>
                <a:gd name="T7" fmla="*/ 12 h 829"/>
                <a:gd name="T8" fmla="*/ 0 w 600"/>
                <a:gd name="T9" fmla="*/ 1244 h 829"/>
                <a:gd name="T10" fmla="*/ 44 w 600"/>
                <a:gd name="T11" fmla="*/ 1661 h 829"/>
                <a:gd name="T12" fmla="*/ 483 w 600"/>
                <a:gd name="T13" fmla="*/ 1395 h 829"/>
                <a:gd name="T14" fmla="*/ 986 w 600"/>
                <a:gd name="T15" fmla="*/ 1445 h 829"/>
                <a:gd name="T16" fmla="*/ 966 w 600"/>
                <a:gd name="T17" fmla="*/ 1244 h 829"/>
                <a:gd name="T18" fmla="*/ 1188 w 600"/>
                <a:gd name="T19" fmla="*/ 615 h 829"/>
                <a:gd name="T20" fmla="*/ 1202 w 600"/>
                <a:gd name="T21" fmla="*/ 597 h 8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0"/>
                <a:gd name="T34" fmla="*/ 0 h 829"/>
                <a:gd name="T35" fmla="*/ 600 w 600"/>
                <a:gd name="T36" fmla="*/ 829 h 8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0" h="829">
                  <a:moveTo>
                    <a:pt x="600" y="298"/>
                  </a:moveTo>
                  <a:cubicBezTo>
                    <a:pt x="465" y="90"/>
                    <a:pt x="465" y="90"/>
                    <a:pt x="465" y="90"/>
                  </a:cubicBezTo>
                  <a:cubicBezTo>
                    <a:pt x="221" y="0"/>
                    <a:pt x="221" y="0"/>
                    <a:pt x="221" y="0"/>
                  </a:cubicBezTo>
                  <a:cubicBezTo>
                    <a:pt x="219" y="2"/>
                    <a:pt x="218" y="4"/>
                    <a:pt x="216" y="6"/>
                  </a:cubicBezTo>
                  <a:cubicBezTo>
                    <a:pt x="81" y="175"/>
                    <a:pt x="0" y="388"/>
                    <a:pt x="0" y="621"/>
                  </a:cubicBezTo>
                  <a:cubicBezTo>
                    <a:pt x="0" y="692"/>
                    <a:pt x="7" y="762"/>
                    <a:pt x="22" y="829"/>
                  </a:cubicBezTo>
                  <a:cubicBezTo>
                    <a:pt x="241" y="696"/>
                    <a:pt x="241" y="696"/>
                    <a:pt x="241" y="696"/>
                  </a:cubicBezTo>
                  <a:cubicBezTo>
                    <a:pt x="492" y="721"/>
                    <a:pt x="492" y="721"/>
                    <a:pt x="492" y="721"/>
                  </a:cubicBezTo>
                  <a:cubicBezTo>
                    <a:pt x="485" y="688"/>
                    <a:pt x="482" y="655"/>
                    <a:pt x="482" y="621"/>
                  </a:cubicBezTo>
                  <a:cubicBezTo>
                    <a:pt x="482" y="502"/>
                    <a:pt x="523" y="393"/>
                    <a:pt x="593" y="307"/>
                  </a:cubicBezTo>
                  <a:cubicBezTo>
                    <a:pt x="595" y="304"/>
                    <a:pt x="598" y="301"/>
                    <a:pt x="600" y="298"/>
                  </a:cubicBezTo>
                  <a:close/>
                </a:path>
              </a:pathLst>
            </a:custGeom>
            <a:solidFill>
              <a:schemeClr val="accent2"/>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14" name="Freeform 6"/>
            <p:cNvSpPr>
              <a:spLocks/>
            </p:cNvSpPr>
            <p:nvPr/>
          </p:nvSpPr>
          <p:spPr bwMode="gray">
            <a:xfrm>
              <a:off x="994" y="2275"/>
              <a:ext cx="1462" cy="1613"/>
            </a:xfrm>
            <a:custGeom>
              <a:avLst/>
              <a:gdLst>
                <a:gd name="T0" fmla="*/ 945 w 730"/>
                <a:gd name="T1" fmla="*/ 70 h 805"/>
                <a:gd name="T2" fmla="*/ 941 w 730"/>
                <a:gd name="T3" fmla="*/ 50 h 805"/>
                <a:gd name="T4" fmla="*/ 439 w 730"/>
                <a:gd name="T5" fmla="*/ 0 h 805"/>
                <a:gd name="T6" fmla="*/ 0 w 730"/>
                <a:gd name="T7" fmla="*/ 266 h 805"/>
                <a:gd name="T8" fmla="*/ 4 w 730"/>
                <a:gd name="T9" fmla="*/ 285 h 805"/>
                <a:gd name="T10" fmla="*/ 1047 w 730"/>
                <a:gd name="T11" fmla="*/ 1613 h 805"/>
                <a:gd name="T12" fmla="*/ 1116 w 730"/>
                <a:gd name="T13" fmla="*/ 1098 h 805"/>
                <a:gd name="T14" fmla="*/ 1462 w 730"/>
                <a:gd name="T15" fmla="*/ 739 h 805"/>
                <a:gd name="T16" fmla="*/ 945 w 730"/>
                <a:gd name="T17" fmla="*/ 70 h 8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0"/>
                <a:gd name="T28" fmla="*/ 0 h 805"/>
                <a:gd name="T29" fmla="*/ 730 w 730"/>
                <a:gd name="T30" fmla="*/ 805 h 80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0" h="805">
                  <a:moveTo>
                    <a:pt x="472" y="35"/>
                  </a:moveTo>
                  <a:cubicBezTo>
                    <a:pt x="471" y="32"/>
                    <a:pt x="470" y="28"/>
                    <a:pt x="470" y="25"/>
                  </a:cubicBezTo>
                  <a:cubicBezTo>
                    <a:pt x="219" y="0"/>
                    <a:pt x="219" y="0"/>
                    <a:pt x="219" y="0"/>
                  </a:cubicBezTo>
                  <a:cubicBezTo>
                    <a:pt x="0" y="133"/>
                    <a:pt x="0" y="133"/>
                    <a:pt x="0" y="133"/>
                  </a:cubicBezTo>
                  <a:cubicBezTo>
                    <a:pt x="1" y="136"/>
                    <a:pt x="1" y="139"/>
                    <a:pt x="2" y="142"/>
                  </a:cubicBezTo>
                  <a:cubicBezTo>
                    <a:pt x="68" y="433"/>
                    <a:pt x="263" y="675"/>
                    <a:pt x="523" y="805"/>
                  </a:cubicBezTo>
                  <a:cubicBezTo>
                    <a:pt x="557" y="548"/>
                    <a:pt x="557" y="548"/>
                    <a:pt x="557" y="548"/>
                  </a:cubicBezTo>
                  <a:cubicBezTo>
                    <a:pt x="730" y="369"/>
                    <a:pt x="730" y="369"/>
                    <a:pt x="730" y="369"/>
                  </a:cubicBezTo>
                  <a:cubicBezTo>
                    <a:pt x="601" y="302"/>
                    <a:pt x="505" y="181"/>
                    <a:pt x="472" y="35"/>
                  </a:cubicBezTo>
                  <a:close/>
                </a:path>
              </a:pathLst>
            </a:custGeom>
            <a:solidFill>
              <a:schemeClr val="accent4"/>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15" name="Freeform 7"/>
            <p:cNvSpPr>
              <a:spLocks/>
            </p:cNvSpPr>
            <p:nvPr/>
          </p:nvSpPr>
          <p:spPr bwMode="gray">
            <a:xfrm>
              <a:off x="2024" y="3006"/>
              <a:ext cx="1712" cy="1078"/>
            </a:xfrm>
            <a:custGeom>
              <a:avLst/>
              <a:gdLst>
                <a:gd name="T0" fmla="*/ 1366 w 855"/>
                <a:gd name="T1" fmla="*/ 531 h 538"/>
                <a:gd name="T2" fmla="*/ 1300 w 855"/>
                <a:gd name="T3" fmla="*/ 18 h 538"/>
                <a:gd name="T4" fmla="*/ 875 w 855"/>
                <a:gd name="T5" fmla="*/ 112 h 538"/>
                <a:gd name="T6" fmla="*/ 435 w 855"/>
                <a:gd name="T7" fmla="*/ 10 h 538"/>
                <a:gd name="T8" fmla="*/ 414 w 855"/>
                <a:gd name="T9" fmla="*/ 0 h 538"/>
                <a:gd name="T10" fmla="*/ 68 w 855"/>
                <a:gd name="T11" fmla="*/ 359 h 538"/>
                <a:gd name="T12" fmla="*/ 0 w 855"/>
                <a:gd name="T13" fmla="*/ 874 h 538"/>
                <a:gd name="T14" fmla="*/ 16 w 855"/>
                <a:gd name="T15" fmla="*/ 882 h 538"/>
                <a:gd name="T16" fmla="*/ 875 w 855"/>
                <a:gd name="T17" fmla="*/ 1078 h 538"/>
                <a:gd name="T18" fmla="*/ 1712 w 855"/>
                <a:gd name="T19" fmla="*/ 890 h 538"/>
                <a:gd name="T20" fmla="*/ 1366 w 855"/>
                <a:gd name="T21" fmla="*/ 531 h 5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55"/>
                <a:gd name="T34" fmla="*/ 0 h 538"/>
                <a:gd name="T35" fmla="*/ 855 w 855"/>
                <a:gd name="T36" fmla="*/ 538 h 5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55" h="538">
                  <a:moveTo>
                    <a:pt x="682" y="265"/>
                  </a:moveTo>
                  <a:cubicBezTo>
                    <a:pt x="649" y="9"/>
                    <a:pt x="649" y="9"/>
                    <a:pt x="649" y="9"/>
                  </a:cubicBezTo>
                  <a:cubicBezTo>
                    <a:pt x="584" y="39"/>
                    <a:pt x="512" y="56"/>
                    <a:pt x="437" y="56"/>
                  </a:cubicBezTo>
                  <a:cubicBezTo>
                    <a:pt x="358" y="56"/>
                    <a:pt x="283" y="38"/>
                    <a:pt x="217" y="5"/>
                  </a:cubicBezTo>
                  <a:cubicBezTo>
                    <a:pt x="214" y="4"/>
                    <a:pt x="210" y="2"/>
                    <a:pt x="207" y="0"/>
                  </a:cubicBezTo>
                  <a:cubicBezTo>
                    <a:pt x="34" y="179"/>
                    <a:pt x="34" y="179"/>
                    <a:pt x="34" y="179"/>
                  </a:cubicBezTo>
                  <a:cubicBezTo>
                    <a:pt x="0" y="436"/>
                    <a:pt x="0" y="436"/>
                    <a:pt x="0" y="436"/>
                  </a:cubicBezTo>
                  <a:cubicBezTo>
                    <a:pt x="3" y="437"/>
                    <a:pt x="5" y="438"/>
                    <a:pt x="8" y="440"/>
                  </a:cubicBezTo>
                  <a:cubicBezTo>
                    <a:pt x="137" y="503"/>
                    <a:pt x="283" y="538"/>
                    <a:pt x="437" y="538"/>
                  </a:cubicBezTo>
                  <a:cubicBezTo>
                    <a:pt x="586" y="538"/>
                    <a:pt x="728" y="504"/>
                    <a:pt x="855" y="444"/>
                  </a:cubicBezTo>
                  <a:lnTo>
                    <a:pt x="682" y="265"/>
                  </a:lnTo>
                  <a:close/>
                </a:path>
              </a:pathLst>
            </a:custGeom>
            <a:solidFill>
              <a:schemeClr val="accent5"/>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16" name="Freeform 8"/>
            <p:cNvSpPr>
              <a:spLocks/>
            </p:cNvSpPr>
            <p:nvPr/>
          </p:nvSpPr>
          <p:spPr bwMode="gray">
            <a:xfrm>
              <a:off x="3296" y="2361"/>
              <a:ext cx="1490" cy="1545"/>
            </a:xfrm>
            <a:custGeom>
              <a:avLst/>
              <a:gdLst>
                <a:gd name="T0" fmla="*/ 989 w 744"/>
                <a:gd name="T1" fmla="*/ 267 h 771"/>
                <a:gd name="T2" fmla="*/ 549 w 744"/>
                <a:gd name="T3" fmla="*/ 0 h 771"/>
                <a:gd name="T4" fmla="*/ 14 w 744"/>
                <a:gd name="T5" fmla="*/ 665 h 771"/>
                <a:gd name="T6" fmla="*/ 0 w 744"/>
                <a:gd name="T7" fmla="*/ 673 h 771"/>
                <a:gd name="T8" fmla="*/ 66 w 744"/>
                <a:gd name="T9" fmla="*/ 1186 h 771"/>
                <a:gd name="T10" fmla="*/ 413 w 744"/>
                <a:gd name="T11" fmla="*/ 1545 h 771"/>
                <a:gd name="T12" fmla="*/ 435 w 744"/>
                <a:gd name="T13" fmla="*/ 1537 h 771"/>
                <a:gd name="T14" fmla="*/ 1490 w 744"/>
                <a:gd name="T15" fmla="*/ 218 h 771"/>
                <a:gd name="T16" fmla="*/ 989 w 744"/>
                <a:gd name="T17" fmla="*/ 267 h 7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4"/>
                <a:gd name="T28" fmla="*/ 0 h 771"/>
                <a:gd name="T29" fmla="*/ 744 w 744"/>
                <a:gd name="T30" fmla="*/ 771 h 7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4" h="771">
                  <a:moveTo>
                    <a:pt x="494" y="133"/>
                  </a:moveTo>
                  <a:cubicBezTo>
                    <a:pt x="274" y="0"/>
                    <a:pt x="274" y="0"/>
                    <a:pt x="274" y="0"/>
                  </a:cubicBezTo>
                  <a:cubicBezTo>
                    <a:pt x="239" y="146"/>
                    <a:pt x="140" y="267"/>
                    <a:pt x="7" y="332"/>
                  </a:cubicBezTo>
                  <a:cubicBezTo>
                    <a:pt x="5" y="334"/>
                    <a:pt x="2" y="335"/>
                    <a:pt x="0" y="336"/>
                  </a:cubicBezTo>
                  <a:cubicBezTo>
                    <a:pt x="33" y="592"/>
                    <a:pt x="33" y="592"/>
                    <a:pt x="33" y="592"/>
                  </a:cubicBezTo>
                  <a:cubicBezTo>
                    <a:pt x="206" y="771"/>
                    <a:pt x="206" y="771"/>
                    <a:pt x="206" y="771"/>
                  </a:cubicBezTo>
                  <a:cubicBezTo>
                    <a:pt x="210" y="770"/>
                    <a:pt x="213" y="768"/>
                    <a:pt x="217" y="767"/>
                  </a:cubicBezTo>
                  <a:cubicBezTo>
                    <a:pt x="479" y="639"/>
                    <a:pt x="675" y="399"/>
                    <a:pt x="744" y="109"/>
                  </a:cubicBezTo>
                  <a:lnTo>
                    <a:pt x="494" y="133"/>
                  </a:lnTo>
                  <a:close/>
                </a:path>
              </a:pathLst>
            </a:custGeom>
            <a:solidFill>
              <a:schemeClr val="accent3"/>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17" name="Freeform 9"/>
            <p:cNvSpPr>
              <a:spLocks/>
            </p:cNvSpPr>
            <p:nvPr/>
          </p:nvSpPr>
          <p:spPr bwMode="gray">
            <a:xfrm>
              <a:off x="3654" y="945"/>
              <a:ext cx="1172" cy="1717"/>
            </a:xfrm>
            <a:custGeom>
              <a:avLst/>
              <a:gdLst>
                <a:gd name="T0" fmla="*/ 751 w 585"/>
                <a:gd name="T1" fmla="*/ 0 h 857"/>
                <a:gd name="T2" fmla="*/ 469 w 585"/>
                <a:gd name="T3" fmla="*/ 435 h 857"/>
                <a:gd name="T4" fmla="*/ 0 w 585"/>
                <a:gd name="T5" fmla="*/ 607 h 857"/>
                <a:gd name="T6" fmla="*/ 206 w 585"/>
                <a:gd name="T7" fmla="*/ 1216 h 857"/>
                <a:gd name="T8" fmla="*/ 182 w 585"/>
                <a:gd name="T9" fmla="*/ 1433 h 857"/>
                <a:gd name="T10" fmla="*/ 178 w 585"/>
                <a:gd name="T11" fmla="*/ 1451 h 857"/>
                <a:gd name="T12" fmla="*/ 619 w 585"/>
                <a:gd name="T13" fmla="*/ 1717 h 857"/>
                <a:gd name="T14" fmla="*/ 1120 w 585"/>
                <a:gd name="T15" fmla="*/ 1669 h 857"/>
                <a:gd name="T16" fmla="*/ 1124 w 585"/>
                <a:gd name="T17" fmla="*/ 1647 h 857"/>
                <a:gd name="T18" fmla="*/ 1172 w 585"/>
                <a:gd name="T19" fmla="*/ 1216 h 857"/>
                <a:gd name="T20" fmla="*/ 751 w 585"/>
                <a:gd name="T21" fmla="*/ 0 h 8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5"/>
                <a:gd name="T34" fmla="*/ 0 h 857"/>
                <a:gd name="T35" fmla="*/ 585 w 585"/>
                <a:gd name="T36" fmla="*/ 857 h 8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5" h="857">
                  <a:moveTo>
                    <a:pt x="375" y="0"/>
                  </a:moveTo>
                  <a:cubicBezTo>
                    <a:pt x="234" y="217"/>
                    <a:pt x="234" y="217"/>
                    <a:pt x="234" y="217"/>
                  </a:cubicBezTo>
                  <a:cubicBezTo>
                    <a:pt x="0" y="303"/>
                    <a:pt x="0" y="303"/>
                    <a:pt x="0" y="303"/>
                  </a:cubicBezTo>
                  <a:cubicBezTo>
                    <a:pt x="64" y="387"/>
                    <a:pt x="103" y="493"/>
                    <a:pt x="103" y="607"/>
                  </a:cubicBezTo>
                  <a:cubicBezTo>
                    <a:pt x="103" y="644"/>
                    <a:pt x="99" y="680"/>
                    <a:pt x="91" y="715"/>
                  </a:cubicBezTo>
                  <a:cubicBezTo>
                    <a:pt x="90" y="718"/>
                    <a:pt x="90" y="721"/>
                    <a:pt x="89" y="724"/>
                  </a:cubicBezTo>
                  <a:cubicBezTo>
                    <a:pt x="309" y="857"/>
                    <a:pt x="309" y="857"/>
                    <a:pt x="309" y="857"/>
                  </a:cubicBezTo>
                  <a:cubicBezTo>
                    <a:pt x="559" y="833"/>
                    <a:pt x="559" y="833"/>
                    <a:pt x="559" y="833"/>
                  </a:cubicBezTo>
                  <a:cubicBezTo>
                    <a:pt x="559" y="829"/>
                    <a:pt x="560" y="826"/>
                    <a:pt x="561" y="822"/>
                  </a:cubicBezTo>
                  <a:cubicBezTo>
                    <a:pt x="576" y="753"/>
                    <a:pt x="585" y="681"/>
                    <a:pt x="585" y="607"/>
                  </a:cubicBezTo>
                  <a:cubicBezTo>
                    <a:pt x="585" y="378"/>
                    <a:pt x="506" y="167"/>
                    <a:pt x="375" y="0"/>
                  </a:cubicBezTo>
                  <a:close/>
                </a:path>
              </a:pathLst>
            </a:custGeom>
            <a:solidFill>
              <a:schemeClr val="accent6"/>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18" name="Freeform 10"/>
            <p:cNvSpPr>
              <a:spLocks/>
            </p:cNvSpPr>
            <p:nvPr/>
          </p:nvSpPr>
          <p:spPr bwMode="gray">
            <a:xfrm>
              <a:off x="2895" y="216"/>
              <a:ext cx="1530" cy="1358"/>
            </a:xfrm>
            <a:custGeom>
              <a:avLst/>
              <a:gdLst>
                <a:gd name="T0" fmla="*/ 1518 w 764"/>
                <a:gd name="T1" fmla="*/ 737 h 678"/>
                <a:gd name="T2" fmla="*/ 0 w 764"/>
                <a:gd name="T3" fmla="*/ 0 h 678"/>
                <a:gd name="T4" fmla="*/ 160 w 764"/>
                <a:gd name="T5" fmla="*/ 485 h 678"/>
                <a:gd name="T6" fmla="*/ 0 w 764"/>
                <a:gd name="T7" fmla="*/ 965 h 678"/>
                <a:gd name="T8" fmla="*/ 765 w 764"/>
                <a:gd name="T9" fmla="*/ 1340 h 678"/>
                <a:gd name="T10" fmla="*/ 779 w 764"/>
                <a:gd name="T11" fmla="*/ 1358 h 678"/>
                <a:gd name="T12" fmla="*/ 1248 w 764"/>
                <a:gd name="T13" fmla="*/ 1186 h 678"/>
                <a:gd name="T14" fmla="*/ 1530 w 764"/>
                <a:gd name="T15" fmla="*/ 751 h 678"/>
                <a:gd name="T16" fmla="*/ 1518 w 764"/>
                <a:gd name="T17" fmla="*/ 737 h 6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4"/>
                <a:gd name="T28" fmla="*/ 0 h 678"/>
                <a:gd name="T29" fmla="*/ 764 w 764"/>
                <a:gd name="T30" fmla="*/ 678 h 6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4" h="678">
                  <a:moveTo>
                    <a:pt x="758" y="368"/>
                  </a:moveTo>
                  <a:cubicBezTo>
                    <a:pt x="580" y="146"/>
                    <a:pt x="307" y="3"/>
                    <a:pt x="0" y="0"/>
                  </a:cubicBezTo>
                  <a:cubicBezTo>
                    <a:pt x="80" y="242"/>
                    <a:pt x="80" y="242"/>
                    <a:pt x="80" y="242"/>
                  </a:cubicBezTo>
                  <a:cubicBezTo>
                    <a:pt x="0" y="482"/>
                    <a:pt x="0" y="482"/>
                    <a:pt x="0" y="482"/>
                  </a:cubicBezTo>
                  <a:cubicBezTo>
                    <a:pt x="154" y="485"/>
                    <a:pt x="292" y="557"/>
                    <a:pt x="382" y="669"/>
                  </a:cubicBezTo>
                  <a:cubicBezTo>
                    <a:pt x="384" y="672"/>
                    <a:pt x="386" y="675"/>
                    <a:pt x="389" y="678"/>
                  </a:cubicBezTo>
                  <a:cubicBezTo>
                    <a:pt x="623" y="592"/>
                    <a:pt x="623" y="592"/>
                    <a:pt x="623" y="592"/>
                  </a:cubicBezTo>
                  <a:cubicBezTo>
                    <a:pt x="764" y="375"/>
                    <a:pt x="764" y="375"/>
                    <a:pt x="764" y="375"/>
                  </a:cubicBezTo>
                  <a:cubicBezTo>
                    <a:pt x="762" y="373"/>
                    <a:pt x="760" y="371"/>
                    <a:pt x="758" y="368"/>
                  </a:cubicBezTo>
                  <a:close/>
                </a:path>
              </a:pathLst>
            </a:custGeom>
            <a:solidFill>
              <a:schemeClr val="accent1"/>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grpSp>
      <p:grpSp>
        <p:nvGrpSpPr>
          <p:cNvPr id="119" name="Group 3"/>
          <p:cNvGrpSpPr>
            <a:grpSpLocks/>
          </p:cNvGrpSpPr>
          <p:nvPr/>
        </p:nvGrpSpPr>
        <p:grpSpPr bwMode="gray">
          <a:xfrm>
            <a:off x="5997348" y="2975459"/>
            <a:ext cx="1465504" cy="1469281"/>
            <a:chOff x="936" y="214"/>
            <a:chExt cx="3880" cy="3890"/>
          </a:xfrm>
          <a:solidFill>
            <a:schemeClr val="bg2">
              <a:lumMod val="60000"/>
              <a:lumOff val="40000"/>
            </a:schemeClr>
          </a:solidFill>
        </p:grpSpPr>
        <p:sp>
          <p:nvSpPr>
            <p:cNvPr id="120" name="Freeform 4"/>
            <p:cNvSpPr>
              <a:spLocks/>
            </p:cNvSpPr>
            <p:nvPr/>
          </p:nvSpPr>
          <p:spPr bwMode="gray">
            <a:xfrm>
              <a:off x="1509" y="214"/>
              <a:ext cx="1560" cy="1244"/>
            </a:xfrm>
            <a:custGeom>
              <a:avLst/>
              <a:gdLst>
                <a:gd name="T0" fmla="*/ 1400 w 779"/>
                <a:gd name="T1" fmla="*/ 0 h 621"/>
                <a:gd name="T2" fmla="*/ 1382 w 779"/>
                <a:gd name="T3" fmla="*/ 0 h 621"/>
                <a:gd name="T4" fmla="*/ 1380 w 779"/>
                <a:gd name="T5" fmla="*/ 0 h 621"/>
                <a:gd name="T6" fmla="*/ 0 w 779"/>
                <a:gd name="T7" fmla="*/ 567 h 621"/>
                <a:gd name="T8" fmla="*/ 469 w 779"/>
                <a:gd name="T9" fmla="*/ 801 h 621"/>
                <a:gd name="T10" fmla="*/ 689 w 779"/>
                <a:gd name="T11" fmla="*/ 1244 h 621"/>
                <a:gd name="T12" fmla="*/ 1380 w 779"/>
                <a:gd name="T13" fmla="*/ 966 h 621"/>
                <a:gd name="T14" fmla="*/ 1382 w 779"/>
                <a:gd name="T15" fmla="*/ 966 h 621"/>
                <a:gd name="T16" fmla="*/ 1400 w 779"/>
                <a:gd name="T17" fmla="*/ 966 h 621"/>
                <a:gd name="T18" fmla="*/ 1560 w 779"/>
                <a:gd name="T19" fmla="*/ 481 h 621"/>
                <a:gd name="T20" fmla="*/ 1400 w 779"/>
                <a:gd name="T21" fmla="*/ 0 h 6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79"/>
                <a:gd name="T34" fmla="*/ 0 h 621"/>
                <a:gd name="T35" fmla="*/ 779 w 779"/>
                <a:gd name="T36" fmla="*/ 621 h 62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79" h="621">
                  <a:moveTo>
                    <a:pt x="699" y="0"/>
                  </a:moveTo>
                  <a:cubicBezTo>
                    <a:pt x="696" y="0"/>
                    <a:pt x="693" y="0"/>
                    <a:pt x="690" y="0"/>
                  </a:cubicBezTo>
                  <a:cubicBezTo>
                    <a:pt x="690" y="0"/>
                    <a:pt x="689" y="0"/>
                    <a:pt x="689" y="0"/>
                  </a:cubicBezTo>
                  <a:cubicBezTo>
                    <a:pt x="421" y="0"/>
                    <a:pt x="177" y="108"/>
                    <a:pt x="0" y="283"/>
                  </a:cubicBezTo>
                  <a:cubicBezTo>
                    <a:pt x="234" y="400"/>
                    <a:pt x="234" y="400"/>
                    <a:pt x="234" y="400"/>
                  </a:cubicBezTo>
                  <a:cubicBezTo>
                    <a:pt x="344" y="621"/>
                    <a:pt x="344" y="621"/>
                    <a:pt x="344" y="621"/>
                  </a:cubicBezTo>
                  <a:cubicBezTo>
                    <a:pt x="434" y="535"/>
                    <a:pt x="555" y="482"/>
                    <a:pt x="689" y="482"/>
                  </a:cubicBezTo>
                  <a:cubicBezTo>
                    <a:pt x="689" y="482"/>
                    <a:pt x="690" y="482"/>
                    <a:pt x="690" y="482"/>
                  </a:cubicBezTo>
                  <a:cubicBezTo>
                    <a:pt x="693" y="482"/>
                    <a:pt x="696" y="482"/>
                    <a:pt x="699" y="482"/>
                  </a:cubicBezTo>
                  <a:cubicBezTo>
                    <a:pt x="779" y="240"/>
                    <a:pt x="779" y="240"/>
                    <a:pt x="779" y="240"/>
                  </a:cubicBezTo>
                  <a:lnTo>
                    <a:pt x="699" y="0"/>
                  </a:lnTo>
                  <a:close/>
                </a:path>
              </a:pathLst>
            </a:custGeom>
            <a:solidFill>
              <a:srgbClr val="43B02A"/>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21" name="Freeform 5"/>
            <p:cNvSpPr>
              <a:spLocks/>
            </p:cNvSpPr>
            <p:nvPr/>
          </p:nvSpPr>
          <p:spPr bwMode="gray">
            <a:xfrm>
              <a:off x="936" y="774"/>
              <a:ext cx="1274" cy="1380"/>
            </a:xfrm>
            <a:custGeom>
              <a:avLst/>
              <a:gdLst>
                <a:gd name="T0" fmla="*/ 1054 w 636"/>
                <a:gd name="T1" fmla="*/ 234 h 689"/>
                <a:gd name="T2" fmla="*/ 585 w 636"/>
                <a:gd name="T3" fmla="*/ 0 h 689"/>
                <a:gd name="T4" fmla="*/ 575 w 636"/>
                <a:gd name="T5" fmla="*/ 10 h 689"/>
                <a:gd name="T6" fmla="*/ 0 w 636"/>
                <a:gd name="T7" fmla="*/ 1380 h 689"/>
                <a:gd name="T8" fmla="*/ 493 w 636"/>
                <a:gd name="T9" fmla="*/ 1216 h 689"/>
                <a:gd name="T10" fmla="*/ 966 w 636"/>
                <a:gd name="T11" fmla="*/ 1372 h 689"/>
                <a:gd name="T12" fmla="*/ 1258 w 636"/>
                <a:gd name="T13" fmla="*/ 693 h 689"/>
                <a:gd name="T14" fmla="*/ 1274 w 636"/>
                <a:gd name="T15" fmla="*/ 677 h 689"/>
                <a:gd name="T16" fmla="*/ 1054 w 636"/>
                <a:gd name="T17" fmla="*/ 234 h 6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6"/>
                <a:gd name="T28" fmla="*/ 0 h 689"/>
                <a:gd name="T29" fmla="*/ 636 w 636"/>
                <a:gd name="T30" fmla="*/ 689 h 68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6" h="689">
                  <a:moveTo>
                    <a:pt x="526" y="117"/>
                  </a:moveTo>
                  <a:cubicBezTo>
                    <a:pt x="292" y="0"/>
                    <a:pt x="292" y="0"/>
                    <a:pt x="292" y="0"/>
                  </a:cubicBezTo>
                  <a:cubicBezTo>
                    <a:pt x="290" y="2"/>
                    <a:pt x="289" y="4"/>
                    <a:pt x="287" y="5"/>
                  </a:cubicBezTo>
                  <a:cubicBezTo>
                    <a:pt x="112" y="181"/>
                    <a:pt x="3" y="422"/>
                    <a:pt x="0" y="689"/>
                  </a:cubicBezTo>
                  <a:cubicBezTo>
                    <a:pt x="246" y="607"/>
                    <a:pt x="246" y="607"/>
                    <a:pt x="246" y="607"/>
                  </a:cubicBezTo>
                  <a:cubicBezTo>
                    <a:pt x="482" y="685"/>
                    <a:pt x="482" y="685"/>
                    <a:pt x="482" y="685"/>
                  </a:cubicBezTo>
                  <a:cubicBezTo>
                    <a:pt x="486" y="553"/>
                    <a:pt x="541" y="434"/>
                    <a:pt x="628" y="346"/>
                  </a:cubicBezTo>
                  <a:cubicBezTo>
                    <a:pt x="631" y="343"/>
                    <a:pt x="633" y="341"/>
                    <a:pt x="636" y="338"/>
                  </a:cubicBezTo>
                  <a:lnTo>
                    <a:pt x="526" y="117"/>
                  </a:lnTo>
                  <a:close/>
                </a:path>
              </a:pathLst>
            </a:custGeom>
            <a:solidFill>
              <a:schemeClr val="tx2"/>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22" name="Freeform 6"/>
            <p:cNvSpPr>
              <a:spLocks/>
            </p:cNvSpPr>
            <p:nvPr/>
          </p:nvSpPr>
          <p:spPr bwMode="gray">
            <a:xfrm>
              <a:off x="936" y="1965"/>
              <a:ext cx="1238" cy="1552"/>
            </a:xfrm>
            <a:custGeom>
              <a:avLst/>
              <a:gdLst>
                <a:gd name="T0" fmla="*/ 966 w 618"/>
                <a:gd name="T1" fmla="*/ 184 h 775"/>
                <a:gd name="T2" fmla="*/ 966 w 618"/>
                <a:gd name="T3" fmla="*/ 180 h 775"/>
                <a:gd name="T4" fmla="*/ 966 w 618"/>
                <a:gd name="T5" fmla="*/ 156 h 775"/>
                <a:gd name="T6" fmla="*/ 493 w 618"/>
                <a:gd name="T7" fmla="*/ 0 h 775"/>
                <a:gd name="T8" fmla="*/ 0 w 618"/>
                <a:gd name="T9" fmla="*/ 164 h 775"/>
                <a:gd name="T10" fmla="*/ 0 w 618"/>
                <a:gd name="T11" fmla="*/ 180 h 775"/>
                <a:gd name="T12" fmla="*/ 0 w 618"/>
                <a:gd name="T13" fmla="*/ 184 h 775"/>
                <a:gd name="T14" fmla="*/ 555 w 618"/>
                <a:gd name="T15" fmla="*/ 1552 h 775"/>
                <a:gd name="T16" fmla="*/ 781 w 618"/>
                <a:gd name="T17" fmla="*/ 1099 h 775"/>
                <a:gd name="T18" fmla="*/ 1238 w 618"/>
                <a:gd name="T19" fmla="*/ 871 h 775"/>
                <a:gd name="T20" fmla="*/ 966 w 618"/>
                <a:gd name="T21" fmla="*/ 184 h 7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18"/>
                <a:gd name="T34" fmla="*/ 0 h 775"/>
                <a:gd name="T35" fmla="*/ 618 w 618"/>
                <a:gd name="T36" fmla="*/ 775 h 7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18" h="775">
                  <a:moveTo>
                    <a:pt x="482" y="92"/>
                  </a:moveTo>
                  <a:cubicBezTo>
                    <a:pt x="482" y="91"/>
                    <a:pt x="482" y="91"/>
                    <a:pt x="482" y="90"/>
                  </a:cubicBezTo>
                  <a:cubicBezTo>
                    <a:pt x="482" y="86"/>
                    <a:pt x="482" y="82"/>
                    <a:pt x="482" y="78"/>
                  </a:cubicBezTo>
                  <a:cubicBezTo>
                    <a:pt x="246" y="0"/>
                    <a:pt x="246" y="0"/>
                    <a:pt x="246" y="0"/>
                  </a:cubicBezTo>
                  <a:cubicBezTo>
                    <a:pt x="0" y="82"/>
                    <a:pt x="0" y="82"/>
                    <a:pt x="0" y="82"/>
                  </a:cubicBezTo>
                  <a:cubicBezTo>
                    <a:pt x="0" y="84"/>
                    <a:pt x="0" y="87"/>
                    <a:pt x="0" y="90"/>
                  </a:cubicBezTo>
                  <a:cubicBezTo>
                    <a:pt x="0" y="91"/>
                    <a:pt x="0" y="91"/>
                    <a:pt x="0" y="92"/>
                  </a:cubicBezTo>
                  <a:cubicBezTo>
                    <a:pt x="0" y="358"/>
                    <a:pt x="106" y="599"/>
                    <a:pt x="277" y="775"/>
                  </a:cubicBezTo>
                  <a:cubicBezTo>
                    <a:pt x="390" y="549"/>
                    <a:pt x="390" y="549"/>
                    <a:pt x="390" y="549"/>
                  </a:cubicBezTo>
                  <a:cubicBezTo>
                    <a:pt x="618" y="435"/>
                    <a:pt x="618" y="435"/>
                    <a:pt x="618" y="435"/>
                  </a:cubicBezTo>
                  <a:cubicBezTo>
                    <a:pt x="534" y="345"/>
                    <a:pt x="482" y="225"/>
                    <a:pt x="482" y="92"/>
                  </a:cubicBezTo>
                  <a:close/>
                </a:path>
              </a:pathLst>
            </a:custGeom>
            <a:solidFill>
              <a:schemeClr val="accent2"/>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23" name="Freeform 7"/>
            <p:cNvSpPr>
              <a:spLocks/>
            </p:cNvSpPr>
            <p:nvPr/>
          </p:nvSpPr>
          <p:spPr bwMode="gray">
            <a:xfrm>
              <a:off x="1479" y="2824"/>
              <a:ext cx="1384" cy="1280"/>
            </a:xfrm>
            <a:custGeom>
              <a:avLst/>
              <a:gdLst>
                <a:gd name="T0" fmla="*/ 1224 w 691"/>
                <a:gd name="T1" fmla="*/ 797 h 639"/>
                <a:gd name="T2" fmla="*/ 1384 w 691"/>
                <a:gd name="T3" fmla="*/ 314 h 639"/>
                <a:gd name="T4" fmla="*/ 697 w 691"/>
                <a:gd name="T5" fmla="*/ 14 h 639"/>
                <a:gd name="T6" fmla="*/ 683 w 691"/>
                <a:gd name="T7" fmla="*/ 0 h 639"/>
                <a:gd name="T8" fmla="*/ 226 w 691"/>
                <a:gd name="T9" fmla="*/ 228 h 639"/>
                <a:gd name="T10" fmla="*/ 0 w 691"/>
                <a:gd name="T11" fmla="*/ 681 h 639"/>
                <a:gd name="T12" fmla="*/ 14 w 691"/>
                <a:gd name="T13" fmla="*/ 697 h 639"/>
                <a:gd name="T14" fmla="*/ 1384 w 691"/>
                <a:gd name="T15" fmla="*/ 1280 h 639"/>
                <a:gd name="T16" fmla="*/ 1224 w 691"/>
                <a:gd name="T17" fmla="*/ 797 h 6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1"/>
                <a:gd name="T28" fmla="*/ 0 h 639"/>
                <a:gd name="T29" fmla="*/ 691 w 691"/>
                <a:gd name="T30" fmla="*/ 639 h 6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1" h="639">
                  <a:moveTo>
                    <a:pt x="611" y="398"/>
                  </a:moveTo>
                  <a:cubicBezTo>
                    <a:pt x="691" y="157"/>
                    <a:pt x="691" y="157"/>
                    <a:pt x="691" y="157"/>
                  </a:cubicBezTo>
                  <a:cubicBezTo>
                    <a:pt x="557" y="153"/>
                    <a:pt x="436" y="96"/>
                    <a:pt x="348" y="7"/>
                  </a:cubicBezTo>
                  <a:cubicBezTo>
                    <a:pt x="346" y="5"/>
                    <a:pt x="343" y="2"/>
                    <a:pt x="341" y="0"/>
                  </a:cubicBezTo>
                  <a:cubicBezTo>
                    <a:pt x="113" y="114"/>
                    <a:pt x="113" y="114"/>
                    <a:pt x="113" y="114"/>
                  </a:cubicBezTo>
                  <a:cubicBezTo>
                    <a:pt x="0" y="340"/>
                    <a:pt x="0" y="340"/>
                    <a:pt x="0" y="340"/>
                  </a:cubicBezTo>
                  <a:cubicBezTo>
                    <a:pt x="2" y="343"/>
                    <a:pt x="5" y="345"/>
                    <a:pt x="7" y="348"/>
                  </a:cubicBezTo>
                  <a:cubicBezTo>
                    <a:pt x="182" y="524"/>
                    <a:pt x="424" y="635"/>
                    <a:pt x="691" y="639"/>
                  </a:cubicBezTo>
                  <a:lnTo>
                    <a:pt x="611" y="398"/>
                  </a:lnTo>
                  <a:close/>
                </a:path>
              </a:pathLst>
            </a:custGeom>
            <a:solidFill>
              <a:schemeClr val="accent4"/>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24" name="Freeform 8"/>
            <p:cNvSpPr>
              <a:spLocks/>
            </p:cNvSpPr>
            <p:nvPr/>
          </p:nvSpPr>
          <p:spPr bwMode="gray">
            <a:xfrm>
              <a:off x="2683" y="2862"/>
              <a:ext cx="1562" cy="1242"/>
            </a:xfrm>
            <a:custGeom>
              <a:avLst/>
              <a:gdLst>
                <a:gd name="T0" fmla="*/ 1107 w 780"/>
                <a:gd name="T1" fmla="*/ 453 h 620"/>
                <a:gd name="T2" fmla="*/ 879 w 780"/>
                <a:gd name="T3" fmla="*/ 0 h 620"/>
                <a:gd name="T4" fmla="*/ 188 w 780"/>
                <a:gd name="T5" fmla="*/ 276 h 620"/>
                <a:gd name="T6" fmla="*/ 180 w 780"/>
                <a:gd name="T7" fmla="*/ 276 h 620"/>
                <a:gd name="T8" fmla="*/ 160 w 780"/>
                <a:gd name="T9" fmla="*/ 276 h 620"/>
                <a:gd name="T10" fmla="*/ 0 w 780"/>
                <a:gd name="T11" fmla="*/ 759 h 620"/>
                <a:gd name="T12" fmla="*/ 160 w 780"/>
                <a:gd name="T13" fmla="*/ 1242 h 620"/>
                <a:gd name="T14" fmla="*/ 180 w 780"/>
                <a:gd name="T15" fmla="*/ 1242 h 620"/>
                <a:gd name="T16" fmla="*/ 188 w 780"/>
                <a:gd name="T17" fmla="*/ 1242 h 620"/>
                <a:gd name="T18" fmla="*/ 1562 w 780"/>
                <a:gd name="T19" fmla="*/ 681 h 620"/>
                <a:gd name="T20" fmla="*/ 1107 w 780"/>
                <a:gd name="T21" fmla="*/ 453 h 6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80"/>
                <a:gd name="T34" fmla="*/ 0 h 620"/>
                <a:gd name="T35" fmla="*/ 780 w 780"/>
                <a:gd name="T36" fmla="*/ 620 h 62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80" h="620">
                  <a:moveTo>
                    <a:pt x="553" y="226"/>
                  </a:moveTo>
                  <a:cubicBezTo>
                    <a:pt x="439" y="0"/>
                    <a:pt x="439" y="0"/>
                    <a:pt x="439" y="0"/>
                  </a:cubicBezTo>
                  <a:cubicBezTo>
                    <a:pt x="350" y="85"/>
                    <a:pt x="228" y="138"/>
                    <a:pt x="94" y="138"/>
                  </a:cubicBezTo>
                  <a:cubicBezTo>
                    <a:pt x="93" y="138"/>
                    <a:pt x="91" y="138"/>
                    <a:pt x="90" y="138"/>
                  </a:cubicBezTo>
                  <a:cubicBezTo>
                    <a:pt x="87" y="138"/>
                    <a:pt x="83" y="138"/>
                    <a:pt x="80" y="138"/>
                  </a:cubicBezTo>
                  <a:cubicBezTo>
                    <a:pt x="0" y="379"/>
                    <a:pt x="0" y="379"/>
                    <a:pt x="0" y="379"/>
                  </a:cubicBezTo>
                  <a:cubicBezTo>
                    <a:pt x="80" y="620"/>
                    <a:pt x="80" y="620"/>
                    <a:pt x="80" y="620"/>
                  </a:cubicBezTo>
                  <a:cubicBezTo>
                    <a:pt x="83" y="620"/>
                    <a:pt x="87" y="620"/>
                    <a:pt x="90" y="620"/>
                  </a:cubicBezTo>
                  <a:cubicBezTo>
                    <a:pt x="91" y="620"/>
                    <a:pt x="93" y="620"/>
                    <a:pt x="94" y="620"/>
                  </a:cubicBezTo>
                  <a:cubicBezTo>
                    <a:pt x="361" y="620"/>
                    <a:pt x="603" y="513"/>
                    <a:pt x="780" y="340"/>
                  </a:cubicBezTo>
                  <a:lnTo>
                    <a:pt x="553" y="226"/>
                  </a:lnTo>
                  <a:close/>
                </a:path>
              </a:pathLst>
            </a:custGeom>
            <a:solidFill>
              <a:schemeClr val="accent5"/>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25" name="Freeform 9"/>
            <p:cNvSpPr>
              <a:spLocks/>
            </p:cNvSpPr>
            <p:nvPr/>
          </p:nvSpPr>
          <p:spPr bwMode="gray">
            <a:xfrm>
              <a:off x="3540" y="2165"/>
              <a:ext cx="1276" cy="1388"/>
            </a:xfrm>
            <a:custGeom>
              <a:avLst/>
              <a:gdLst>
                <a:gd name="T0" fmla="*/ 781 w 637"/>
                <a:gd name="T1" fmla="*/ 164 h 693"/>
                <a:gd name="T2" fmla="*/ 310 w 637"/>
                <a:gd name="T3" fmla="*/ 8 h 693"/>
                <a:gd name="T4" fmla="*/ 16 w 637"/>
                <a:gd name="T5" fmla="*/ 693 h 693"/>
                <a:gd name="T6" fmla="*/ 0 w 637"/>
                <a:gd name="T7" fmla="*/ 707 h 693"/>
                <a:gd name="T8" fmla="*/ 228 w 637"/>
                <a:gd name="T9" fmla="*/ 1160 h 693"/>
                <a:gd name="T10" fmla="*/ 683 w 637"/>
                <a:gd name="T11" fmla="*/ 1388 h 693"/>
                <a:gd name="T12" fmla="*/ 697 w 637"/>
                <a:gd name="T13" fmla="*/ 1374 h 693"/>
                <a:gd name="T14" fmla="*/ 1276 w 637"/>
                <a:gd name="T15" fmla="*/ 0 h 693"/>
                <a:gd name="T16" fmla="*/ 781 w 637"/>
                <a:gd name="T17" fmla="*/ 164 h 6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7"/>
                <a:gd name="T28" fmla="*/ 0 h 693"/>
                <a:gd name="T29" fmla="*/ 637 w 637"/>
                <a:gd name="T30" fmla="*/ 693 h 69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7" h="693">
                  <a:moveTo>
                    <a:pt x="390" y="82"/>
                  </a:moveTo>
                  <a:cubicBezTo>
                    <a:pt x="155" y="4"/>
                    <a:pt x="155" y="4"/>
                    <a:pt x="155" y="4"/>
                  </a:cubicBezTo>
                  <a:cubicBezTo>
                    <a:pt x="151" y="137"/>
                    <a:pt x="96" y="258"/>
                    <a:pt x="8" y="346"/>
                  </a:cubicBezTo>
                  <a:cubicBezTo>
                    <a:pt x="5" y="348"/>
                    <a:pt x="3" y="350"/>
                    <a:pt x="0" y="353"/>
                  </a:cubicBezTo>
                  <a:cubicBezTo>
                    <a:pt x="114" y="579"/>
                    <a:pt x="114" y="579"/>
                    <a:pt x="114" y="579"/>
                  </a:cubicBezTo>
                  <a:cubicBezTo>
                    <a:pt x="341" y="693"/>
                    <a:pt x="341" y="693"/>
                    <a:pt x="341" y="693"/>
                  </a:cubicBezTo>
                  <a:cubicBezTo>
                    <a:pt x="344" y="691"/>
                    <a:pt x="346" y="689"/>
                    <a:pt x="348" y="686"/>
                  </a:cubicBezTo>
                  <a:cubicBezTo>
                    <a:pt x="525" y="511"/>
                    <a:pt x="635" y="268"/>
                    <a:pt x="637" y="0"/>
                  </a:cubicBezTo>
                  <a:lnTo>
                    <a:pt x="390" y="82"/>
                  </a:lnTo>
                  <a:close/>
                </a:path>
              </a:pathLst>
            </a:custGeom>
            <a:solidFill>
              <a:schemeClr val="accent3"/>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26" name="Freeform 10"/>
            <p:cNvSpPr>
              <a:spLocks/>
            </p:cNvSpPr>
            <p:nvPr/>
          </p:nvSpPr>
          <p:spPr bwMode="gray">
            <a:xfrm>
              <a:off x="3568" y="779"/>
              <a:ext cx="1248" cy="1562"/>
            </a:xfrm>
            <a:custGeom>
              <a:avLst/>
              <a:gdLst>
                <a:gd name="T0" fmla="*/ 683 w 623"/>
                <a:gd name="T1" fmla="*/ 0 h 780"/>
                <a:gd name="T2" fmla="*/ 457 w 623"/>
                <a:gd name="T3" fmla="*/ 455 h 780"/>
                <a:gd name="T4" fmla="*/ 0 w 623"/>
                <a:gd name="T5" fmla="*/ 683 h 780"/>
                <a:gd name="T6" fmla="*/ 282 w 623"/>
                <a:gd name="T7" fmla="*/ 1380 h 780"/>
                <a:gd name="T8" fmla="*/ 282 w 623"/>
                <a:gd name="T9" fmla="*/ 1382 h 780"/>
                <a:gd name="T10" fmla="*/ 282 w 623"/>
                <a:gd name="T11" fmla="*/ 1406 h 780"/>
                <a:gd name="T12" fmla="*/ 753 w 623"/>
                <a:gd name="T13" fmla="*/ 1562 h 780"/>
                <a:gd name="T14" fmla="*/ 1248 w 623"/>
                <a:gd name="T15" fmla="*/ 1398 h 780"/>
                <a:gd name="T16" fmla="*/ 1248 w 623"/>
                <a:gd name="T17" fmla="*/ 1382 h 780"/>
                <a:gd name="T18" fmla="*/ 1248 w 623"/>
                <a:gd name="T19" fmla="*/ 1380 h 780"/>
                <a:gd name="T20" fmla="*/ 683 w 623"/>
                <a:gd name="T21" fmla="*/ 0 h 7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3"/>
                <a:gd name="T34" fmla="*/ 0 h 780"/>
                <a:gd name="T35" fmla="*/ 623 w 623"/>
                <a:gd name="T36" fmla="*/ 780 h 78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3" h="780">
                  <a:moveTo>
                    <a:pt x="341" y="0"/>
                  </a:moveTo>
                  <a:cubicBezTo>
                    <a:pt x="228" y="227"/>
                    <a:pt x="228" y="227"/>
                    <a:pt x="228" y="227"/>
                  </a:cubicBezTo>
                  <a:cubicBezTo>
                    <a:pt x="0" y="341"/>
                    <a:pt x="0" y="341"/>
                    <a:pt x="0" y="341"/>
                  </a:cubicBezTo>
                  <a:cubicBezTo>
                    <a:pt x="87" y="431"/>
                    <a:pt x="141" y="554"/>
                    <a:pt x="141" y="689"/>
                  </a:cubicBezTo>
                  <a:cubicBezTo>
                    <a:pt x="141" y="689"/>
                    <a:pt x="141" y="690"/>
                    <a:pt x="141" y="690"/>
                  </a:cubicBezTo>
                  <a:cubicBezTo>
                    <a:pt x="141" y="694"/>
                    <a:pt x="141" y="698"/>
                    <a:pt x="141" y="702"/>
                  </a:cubicBezTo>
                  <a:cubicBezTo>
                    <a:pt x="376" y="780"/>
                    <a:pt x="376" y="780"/>
                    <a:pt x="376" y="780"/>
                  </a:cubicBezTo>
                  <a:cubicBezTo>
                    <a:pt x="623" y="698"/>
                    <a:pt x="623" y="698"/>
                    <a:pt x="623" y="698"/>
                  </a:cubicBezTo>
                  <a:cubicBezTo>
                    <a:pt x="623" y="695"/>
                    <a:pt x="623" y="693"/>
                    <a:pt x="623" y="690"/>
                  </a:cubicBezTo>
                  <a:cubicBezTo>
                    <a:pt x="623" y="690"/>
                    <a:pt x="623" y="689"/>
                    <a:pt x="623" y="689"/>
                  </a:cubicBezTo>
                  <a:cubicBezTo>
                    <a:pt x="623" y="421"/>
                    <a:pt x="515" y="178"/>
                    <a:pt x="341" y="0"/>
                  </a:cubicBezTo>
                  <a:close/>
                </a:path>
              </a:pathLst>
            </a:custGeom>
            <a:solidFill>
              <a:schemeClr val="accent6"/>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27" name="Freeform 11"/>
            <p:cNvSpPr>
              <a:spLocks/>
            </p:cNvSpPr>
            <p:nvPr/>
          </p:nvSpPr>
          <p:spPr bwMode="gray">
            <a:xfrm>
              <a:off x="2889" y="214"/>
              <a:ext cx="1384" cy="1270"/>
            </a:xfrm>
            <a:custGeom>
              <a:avLst/>
              <a:gdLst>
                <a:gd name="T0" fmla="*/ 1370 w 691"/>
                <a:gd name="T1" fmla="*/ 573 h 634"/>
                <a:gd name="T2" fmla="*/ 0 w 691"/>
                <a:gd name="T3" fmla="*/ 0 h 634"/>
                <a:gd name="T4" fmla="*/ 160 w 691"/>
                <a:gd name="T5" fmla="*/ 481 h 634"/>
                <a:gd name="T6" fmla="*/ 0 w 691"/>
                <a:gd name="T7" fmla="*/ 966 h 634"/>
                <a:gd name="T8" fmla="*/ 687 w 691"/>
                <a:gd name="T9" fmla="*/ 1256 h 634"/>
                <a:gd name="T10" fmla="*/ 701 w 691"/>
                <a:gd name="T11" fmla="*/ 1270 h 634"/>
                <a:gd name="T12" fmla="*/ 1158 w 691"/>
                <a:gd name="T13" fmla="*/ 1042 h 634"/>
                <a:gd name="T14" fmla="*/ 1384 w 691"/>
                <a:gd name="T15" fmla="*/ 587 h 634"/>
                <a:gd name="T16" fmla="*/ 1370 w 691"/>
                <a:gd name="T17" fmla="*/ 573 h 6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1"/>
                <a:gd name="T28" fmla="*/ 0 h 634"/>
                <a:gd name="T29" fmla="*/ 691 w 691"/>
                <a:gd name="T30" fmla="*/ 634 h 6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1" h="634">
                  <a:moveTo>
                    <a:pt x="684" y="286"/>
                  </a:moveTo>
                  <a:cubicBezTo>
                    <a:pt x="508" y="111"/>
                    <a:pt x="267" y="3"/>
                    <a:pt x="0" y="0"/>
                  </a:cubicBezTo>
                  <a:cubicBezTo>
                    <a:pt x="80" y="240"/>
                    <a:pt x="80" y="240"/>
                    <a:pt x="80" y="240"/>
                  </a:cubicBezTo>
                  <a:cubicBezTo>
                    <a:pt x="0" y="482"/>
                    <a:pt x="0" y="482"/>
                    <a:pt x="0" y="482"/>
                  </a:cubicBezTo>
                  <a:cubicBezTo>
                    <a:pt x="134" y="484"/>
                    <a:pt x="255" y="539"/>
                    <a:pt x="343" y="627"/>
                  </a:cubicBezTo>
                  <a:cubicBezTo>
                    <a:pt x="345" y="629"/>
                    <a:pt x="348" y="632"/>
                    <a:pt x="350" y="634"/>
                  </a:cubicBezTo>
                  <a:cubicBezTo>
                    <a:pt x="578" y="520"/>
                    <a:pt x="578" y="520"/>
                    <a:pt x="578" y="520"/>
                  </a:cubicBezTo>
                  <a:cubicBezTo>
                    <a:pt x="691" y="293"/>
                    <a:pt x="691" y="293"/>
                    <a:pt x="691" y="293"/>
                  </a:cubicBezTo>
                  <a:cubicBezTo>
                    <a:pt x="689" y="291"/>
                    <a:pt x="686" y="289"/>
                    <a:pt x="684" y="286"/>
                  </a:cubicBezTo>
                  <a:close/>
                </a:path>
              </a:pathLst>
            </a:custGeom>
            <a:solidFill>
              <a:schemeClr val="accent1"/>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grpSp>
      <p:grpSp>
        <p:nvGrpSpPr>
          <p:cNvPr id="128" name="Group 3"/>
          <p:cNvGrpSpPr>
            <a:grpSpLocks/>
          </p:cNvGrpSpPr>
          <p:nvPr/>
        </p:nvGrpSpPr>
        <p:grpSpPr bwMode="gray">
          <a:xfrm>
            <a:off x="3333183" y="4190636"/>
            <a:ext cx="1454174" cy="1456485"/>
            <a:chOff x="957" y="219"/>
            <a:chExt cx="3850" cy="3862"/>
          </a:xfrm>
          <a:solidFill>
            <a:schemeClr val="bg2">
              <a:lumMod val="60000"/>
              <a:lumOff val="40000"/>
            </a:schemeClr>
          </a:solidFill>
        </p:grpSpPr>
        <p:sp>
          <p:nvSpPr>
            <p:cNvPr id="129" name="Freeform 4"/>
            <p:cNvSpPr>
              <a:spLocks/>
            </p:cNvSpPr>
            <p:nvPr/>
          </p:nvSpPr>
          <p:spPr bwMode="gray">
            <a:xfrm>
              <a:off x="1632" y="219"/>
              <a:ext cx="1424" cy="1184"/>
            </a:xfrm>
            <a:custGeom>
              <a:avLst/>
              <a:gdLst>
                <a:gd name="T0" fmla="*/ 1264 w 711"/>
                <a:gd name="T1" fmla="*/ 0 h 590"/>
                <a:gd name="T2" fmla="*/ 1248 w 711"/>
                <a:gd name="T3" fmla="*/ 0 h 590"/>
                <a:gd name="T4" fmla="*/ 1244 w 711"/>
                <a:gd name="T5" fmla="*/ 0 h 590"/>
                <a:gd name="T6" fmla="*/ 0 w 711"/>
                <a:gd name="T7" fmla="*/ 448 h 590"/>
                <a:gd name="T8" fmla="*/ 441 w 711"/>
                <a:gd name="T9" fmla="*/ 720 h 590"/>
                <a:gd name="T10" fmla="*/ 625 w 711"/>
                <a:gd name="T11" fmla="*/ 1184 h 590"/>
                <a:gd name="T12" fmla="*/ 1244 w 711"/>
                <a:gd name="T13" fmla="*/ 967 h 590"/>
                <a:gd name="T14" fmla="*/ 1248 w 711"/>
                <a:gd name="T15" fmla="*/ 967 h 590"/>
                <a:gd name="T16" fmla="*/ 1264 w 711"/>
                <a:gd name="T17" fmla="*/ 967 h 590"/>
                <a:gd name="T18" fmla="*/ 1424 w 711"/>
                <a:gd name="T19" fmla="*/ 482 h 590"/>
                <a:gd name="T20" fmla="*/ 1264 w 711"/>
                <a:gd name="T21" fmla="*/ 0 h 59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1"/>
                <a:gd name="T34" fmla="*/ 0 h 590"/>
                <a:gd name="T35" fmla="*/ 711 w 711"/>
                <a:gd name="T36" fmla="*/ 590 h 59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1" h="590">
                  <a:moveTo>
                    <a:pt x="631" y="0"/>
                  </a:moveTo>
                  <a:cubicBezTo>
                    <a:pt x="629" y="0"/>
                    <a:pt x="626" y="0"/>
                    <a:pt x="623" y="0"/>
                  </a:cubicBezTo>
                  <a:cubicBezTo>
                    <a:pt x="623" y="0"/>
                    <a:pt x="622" y="0"/>
                    <a:pt x="621" y="0"/>
                  </a:cubicBezTo>
                  <a:cubicBezTo>
                    <a:pt x="385" y="0"/>
                    <a:pt x="169" y="84"/>
                    <a:pt x="0" y="223"/>
                  </a:cubicBezTo>
                  <a:cubicBezTo>
                    <a:pt x="220" y="359"/>
                    <a:pt x="220" y="359"/>
                    <a:pt x="220" y="359"/>
                  </a:cubicBezTo>
                  <a:cubicBezTo>
                    <a:pt x="312" y="590"/>
                    <a:pt x="312" y="590"/>
                    <a:pt x="312" y="590"/>
                  </a:cubicBezTo>
                  <a:cubicBezTo>
                    <a:pt x="397" y="523"/>
                    <a:pt x="504" y="482"/>
                    <a:pt x="621" y="482"/>
                  </a:cubicBezTo>
                  <a:cubicBezTo>
                    <a:pt x="622" y="482"/>
                    <a:pt x="623" y="482"/>
                    <a:pt x="623" y="482"/>
                  </a:cubicBezTo>
                  <a:cubicBezTo>
                    <a:pt x="626" y="482"/>
                    <a:pt x="628" y="482"/>
                    <a:pt x="631" y="482"/>
                  </a:cubicBezTo>
                  <a:cubicBezTo>
                    <a:pt x="711" y="240"/>
                    <a:pt x="711" y="240"/>
                    <a:pt x="711" y="240"/>
                  </a:cubicBezTo>
                  <a:lnTo>
                    <a:pt x="631" y="0"/>
                  </a:lnTo>
                  <a:close/>
                </a:path>
              </a:pathLst>
            </a:custGeom>
            <a:solidFill>
              <a:schemeClr val="tx1"/>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30" name="Freeform 5"/>
            <p:cNvSpPr>
              <a:spLocks/>
            </p:cNvSpPr>
            <p:nvPr/>
          </p:nvSpPr>
          <p:spPr bwMode="gray">
            <a:xfrm>
              <a:off x="977" y="644"/>
              <a:ext cx="1310" cy="1322"/>
            </a:xfrm>
            <a:custGeom>
              <a:avLst/>
              <a:gdLst>
                <a:gd name="T0" fmla="*/ 1126 w 654"/>
                <a:gd name="T1" fmla="*/ 273 h 659"/>
                <a:gd name="T2" fmla="*/ 685 w 654"/>
                <a:gd name="T3" fmla="*/ 0 h 659"/>
                <a:gd name="T4" fmla="*/ 671 w 654"/>
                <a:gd name="T5" fmla="*/ 10 h 659"/>
                <a:gd name="T6" fmla="*/ 0 w 654"/>
                <a:gd name="T7" fmla="*/ 1162 h 659"/>
                <a:gd name="T8" fmla="*/ 515 w 654"/>
                <a:gd name="T9" fmla="*/ 1085 h 659"/>
                <a:gd name="T10" fmla="*/ 951 w 654"/>
                <a:gd name="T11" fmla="*/ 1322 h 659"/>
                <a:gd name="T12" fmla="*/ 1292 w 654"/>
                <a:gd name="T13" fmla="*/ 752 h 659"/>
                <a:gd name="T14" fmla="*/ 1310 w 654"/>
                <a:gd name="T15" fmla="*/ 736 h 659"/>
                <a:gd name="T16" fmla="*/ 1126 w 654"/>
                <a:gd name="T17" fmla="*/ 273 h 6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4"/>
                <a:gd name="T28" fmla="*/ 0 h 659"/>
                <a:gd name="T29" fmla="*/ 654 w 654"/>
                <a:gd name="T30" fmla="*/ 659 h 6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4" h="659">
                  <a:moveTo>
                    <a:pt x="562" y="136"/>
                  </a:moveTo>
                  <a:cubicBezTo>
                    <a:pt x="342" y="0"/>
                    <a:pt x="342" y="0"/>
                    <a:pt x="342" y="0"/>
                  </a:cubicBezTo>
                  <a:cubicBezTo>
                    <a:pt x="340" y="2"/>
                    <a:pt x="337" y="4"/>
                    <a:pt x="335" y="5"/>
                  </a:cubicBezTo>
                  <a:cubicBezTo>
                    <a:pt x="164" y="149"/>
                    <a:pt x="42" y="350"/>
                    <a:pt x="0" y="579"/>
                  </a:cubicBezTo>
                  <a:cubicBezTo>
                    <a:pt x="257" y="541"/>
                    <a:pt x="257" y="541"/>
                    <a:pt x="257" y="541"/>
                  </a:cubicBezTo>
                  <a:cubicBezTo>
                    <a:pt x="475" y="659"/>
                    <a:pt x="475" y="659"/>
                    <a:pt x="475" y="659"/>
                  </a:cubicBezTo>
                  <a:cubicBezTo>
                    <a:pt x="498" y="546"/>
                    <a:pt x="560" y="446"/>
                    <a:pt x="645" y="375"/>
                  </a:cubicBezTo>
                  <a:cubicBezTo>
                    <a:pt x="648" y="372"/>
                    <a:pt x="651" y="370"/>
                    <a:pt x="654" y="367"/>
                  </a:cubicBezTo>
                  <a:lnTo>
                    <a:pt x="562" y="136"/>
                  </a:lnTo>
                  <a:close/>
                </a:path>
              </a:pathLst>
            </a:custGeom>
            <a:solidFill>
              <a:srgbClr val="43B02A"/>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31" name="Freeform 6"/>
            <p:cNvSpPr>
              <a:spLocks/>
            </p:cNvSpPr>
            <p:nvPr/>
          </p:nvSpPr>
          <p:spPr bwMode="gray">
            <a:xfrm>
              <a:off x="957" y="1732"/>
              <a:ext cx="1090" cy="1392"/>
            </a:xfrm>
            <a:custGeom>
              <a:avLst/>
              <a:gdLst>
                <a:gd name="T0" fmla="*/ 966 w 544"/>
                <a:gd name="T1" fmla="*/ 437 h 694"/>
                <a:gd name="T2" fmla="*/ 982 w 544"/>
                <a:gd name="T3" fmla="*/ 261 h 694"/>
                <a:gd name="T4" fmla="*/ 986 w 544"/>
                <a:gd name="T5" fmla="*/ 237 h 694"/>
                <a:gd name="T6" fmla="*/ 549 w 544"/>
                <a:gd name="T7" fmla="*/ 0 h 694"/>
                <a:gd name="T8" fmla="*/ 34 w 544"/>
                <a:gd name="T9" fmla="*/ 76 h 694"/>
                <a:gd name="T10" fmla="*/ 30 w 544"/>
                <a:gd name="T11" fmla="*/ 92 h 694"/>
                <a:gd name="T12" fmla="*/ 0 w 544"/>
                <a:gd name="T13" fmla="*/ 437 h 694"/>
                <a:gd name="T14" fmla="*/ 248 w 544"/>
                <a:gd name="T15" fmla="*/ 1392 h 694"/>
                <a:gd name="T16" fmla="*/ 575 w 544"/>
                <a:gd name="T17" fmla="*/ 1023 h 694"/>
                <a:gd name="T18" fmla="*/ 1090 w 544"/>
                <a:gd name="T19" fmla="*/ 917 h 694"/>
                <a:gd name="T20" fmla="*/ 966 w 544"/>
                <a:gd name="T21" fmla="*/ 437 h 6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4"/>
                <a:gd name="T34" fmla="*/ 0 h 694"/>
                <a:gd name="T35" fmla="*/ 544 w 544"/>
                <a:gd name="T36" fmla="*/ 694 h 6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4" h="694">
                  <a:moveTo>
                    <a:pt x="482" y="218"/>
                  </a:moveTo>
                  <a:cubicBezTo>
                    <a:pt x="482" y="188"/>
                    <a:pt x="485" y="158"/>
                    <a:pt x="490" y="130"/>
                  </a:cubicBezTo>
                  <a:cubicBezTo>
                    <a:pt x="491" y="126"/>
                    <a:pt x="492" y="122"/>
                    <a:pt x="492" y="118"/>
                  </a:cubicBezTo>
                  <a:cubicBezTo>
                    <a:pt x="274" y="0"/>
                    <a:pt x="274" y="0"/>
                    <a:pt x="274" y="0"/>
                  </a:cubicBezTo>
                  <a:cubicBezTo>
                    <a:pt x="17" y="38"/>
                    <a:pt x="17" y="38"/>
                    <a:pt x="17" y="38"/>
                  </a:cubicBezTo>
                  <a:cubicBezTo>
                    <a:pt x="16" y="41"/>
                    <a:pt x="16" y="43"/>
                    <a:pt x="15" y="46"/>
                  </a:cubicBezTo>
                  <a:cubicBezTo>
                    <a:pt x="6" y="102"/>
                    <a:pt x="0" y="159"/>
                    <a:pt x="0" y="218"/>
                  </a:cubicBezTo>
                  <a:cubicBezTo>
                    <a:pt x="0" y="390"/>
                    <a:pt x="45" y="553"/>
                    <a:pt x="124" y="694"/>
                  </a:cubicBezTo>
                  <a:cubicBezTo>
                    <a:pt x="287" y="510"/>
                    <a:pt x="287" y="510"/>
                    <a:pt x="287" y="510"/>
                  </a:cubicBezTo>
                  <a:cubicBezTo>
                    <a:pt x="544" y="457"/>
                    <a:pt x="544" y="457"/>
                    <a:pt x="544" y="457"/>
                  </a:cubicBezTo>
                  <a:cubicBezTo>
                    <a:pt x="505" y="386"/>
                    <a:pt x="482" y="304"/>
                    <a:pt x="482" y="218"/>
                  </a:cubicBezTo>
                  <a:close/>
                </a:path>
              </a:pathLst>
            </a:custGeom>
            <a:solidFill>
              <a:schemeClr val="tx2"/>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32" name="Freeform 7"/>
            <p:cNvSpPr>
              <a:spLocks/>
            </p:cNvSpPr>
            <p:nvPr/>
          </p:nvSpPr>
          <p:spPr bwMode="gray">
            <a:xfrm>
              <a:off x="1183" y="2603"/>
              <a:ext cx="1354" cy="1364"/>
            </a:xfrm>
            <a:custGeom>
              <a:avLst/>
              <a:gdLst>
                <a:gd name="T0" fmla="*/ 847 w 676"/>
                <a:gd name="T1" fmla="*/ 14 h 680"/>
                <a:gd name="T2" fmla="*/ 841 w 676"/>
                <a:gd name="T3" fmla="*/ 0 h 680"/>
                <a:gd name="T4" fmla="*/ 326 w 676"/>
                <a:gd name="T5" fmla="*/ 106 h 680"/>
                <a:gd name="T6" fmla="*/ 0 w 676"/>
                <a:gd name="T7" fmla="*/ 475 h 680"/>
                <a:gd name="T8" fmla="*/ 12 w 676"/>
                <a:gd name="T9" fmla="*/ 497 h 680"/>
                <a:gd name="T10" fmla="*/ 1026 w 676"/>
                <a:gd name="T11" fmla="*/ 1364 h 680"/>
                <a:gd name="T12" fmla="*/ 1040 w 676"/>
                <a:gd name="T13" fmla="*/ 850 h 680"/>
                <a:gd name="T14" fmla="*/ 1354 w 676"/>
                <a:gd name="T15" fmla="*/ 453 h 680"/>
                <a:gd name="T16" fmla="*/ 847 w 676"/>
                <a:gd name="T17" fmla="*/ 14 h 6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6"/>
                <a:gd name="T28" fmla="*/ 0 h 680"/>
                <a:gd name="T29" fmla="*/ 676 w 676"/>
                <a:gd name="T30" fmla="*/ 680 h 6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6" h="680">
                  <a:moveTo>
                    <a:pt x="423" y="7"/>
                  </a:moveTo>
                  <a:cubicBezTo>
                    <a:pt x="422" y="5"/>
                    <a:pt x="421" y="2"/>
                    <a:pt x="420" y="0"/>
                  </a:cubicBezTo>
                  <a:cubicBezTo>
                    <a:pt x="163" y="53"/>
                    <a:pt x="163" y="53"/>
                    <a:pt x="163" y="53"/>
                  </a:cubicBezTo>
                  <a:cubicBezTo>
                    <a:pt x="0" y="237"/>
                    <a:pt x="0" y="237"/>
                    <a:pt x="0" y="237"/>
                  </a:cubicBezTo>
                  <a:cubicBezTo>
                    <a:pt x="2" y="241"/>
                    <a:pt x="4" y="244"/>
                    <a:pt x="6" y="248"/>
                  </a:cubicBezTo>
                  <a:cubicBezTo>
                    <a:pt x="118" y="445"/>
                    <a:pt x="297" y="599"/>
                    <a:pt x="512" y="680"/>
                  </a:cubicBezTo>
                  <a:cubicBezTo>
                    <a:pt x="519" y="424"/>
                    <a:pt x="519" y="424"/>
                    <a:pt x="519" y="424"/>
                  </a:cubicBezTo>
                  <a:cubicBezTo>
                    <a:pt x="676" y="226"/>
                    <a:pt x="676" y="226"/>
                    <a:pt x="676" y="226"/>
                  </a:cubicBezTo>
                  <a:cubicBezTo>
                    <a:pt x="569" y="184"/>
                    <a:pt x="479" y="106"/>
                    <a:pt x="423" y="7"/>
                  </a:cubicBezTo>
                  <a:close/>
                </a:path>
              </a:pathLst>
            </a:custGeom>
            <a:solidFill>
              <a:schemeClr val="accent2"/>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33" name="Freeform 8"/>
            <p:cNvSpPr>
              <a:spLocks/>
            </p:cNvSpPr>
            <p:nvPr/>
          </p:nvSpPr>
          <p:spPr bwMode="gray">
            <a:xfrm>
              <a:off x="2183" y="3044"/>
              <a:ext cx="1350" cy="1037"/>
            </a:xfrm>
            <a:custGeom>
              <a:avLst/>
              <a:gdLst>
                <a:gd name="T0" fmla="*/ 1032 w 674"/>
                <a:gd name="T1" fmla="*/ 522 h 517"/>
                <a:gd name="T2" fmla="*/ 1018 w 674"/>
                <a:gd name="T3" fmla="*/ 16 h 517"/>
                <a:gd name="T4" fmla="*/ 693 w 674"/>
                <a:gd name="T5" fmla="*/ 70 h 517"/>
                <a:gd name="T6" fmla="*/ 349 w 674"/>
                <a:gd name="T7" fmla="*/ 8 h 517"/>
                <a:gd name="T8" fmla="*/ 328 w 674"/>
                <a:gd name="T9" fmla="*/ 0 h 517"/>
                <a:gd name="T10" fmla="*/ 14 w 674"/>
                <a:gd name="T11" fmla="*/ 397 h 517"/>
                <a:gd name="T12" fmla="*/ 0 w 674"/>
                <a:gd name="T13" fmla="*/ 911 h 517"/>
                <a:gd name="T14" fmla="*/ 18 w 674"/>
                <a:gd name="T15" fmla="*/ 917 h 517"/>
                <a:gd name="T16" fmla="*/ 693 w 674"/>
                <a:gd name="T17" fmla="*/ 1037 h 517"/>
                <a:gd name="T18" fmla="*/ 1350 w 674"/>
                <a:gd name="T19" fmla="*/ 923 h 517"/>
                <a:gd name="T20" fmla="*/ 1032 w 674"/>
                <a:gd name="T21" fmla="*/ 522 h 5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4"/>
                <a:gd name="T34" fmla="*/ 0 h 517"/>
                <a:gd name="T35" fmla="*/ 674 w 674"/>
                <a:gd name="T36" fmla="*/ 517 h 5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4" h="517">
                  <a:moveTo>
                    <a:pt x="515" y="260"/>
                  </a:moveTo>
                  <a:cubicBezTo>
                    <a:pt x="508" y="8"/>
                    <a:pt x="508" y="8"/>
                    <a:pt x="508" y="8"/>
                  </a:cubicBezTo>
                  <a:cubicBezTo>
                    <a:pt x="457" y="25"/>
                    <a:pt x="403" y="35"/>
                    <a:pt x="346" y="35"/>
                  </a:cubicBezTo>
                  <a:cubicBezTo>
                    <a:pt x="286" y="35"/>
                    <a:pt x="228" y="24"/>
                    <a:pt x="174" y="4"/>
                  </a:cubicBezTo>
                  <a:cubicBezTo>
                    <a:pt x="171" y="3"/>
                    <a:pt x="167" y="2"/>
                    <a:pt x="164" y="0"/>
                  </a:cubicBezTo>
                  <a:cubicBezTo>
                    <a:pt x="7" y="198"/>
                    <a:pt x="7" y="198"/>
                    <a:pt x="7" y="198"/>
                  </a:cubicBezTo>
                  <a:cubicBezTo>
                    <a:pt x="0" y="454"/>
                    <a:pt x="0" y="454"/>
                    <a:pt x="0" y="454"/>
                  </a:cubicBezTo>
                  <a:cubicBezTo>
                    <a:pt x="3" y="455"/>
                    <a:pt x="6" y="456"/>
                    <a:pt x="9" y="457"/>
                  </a:cubicBezTo>
                  <a:cubicBezTo>
                    <a:pt x="114" y="496"/>
                    <a:pt x="228" y="517"/>
                    <a:pt x="346" y="517"/>
                  </a:cubicBezTo>
                  <a:cubicBezTo>
                    <a:pt x="461" y="517"/>
                    <a:pt x="572" y="497"/>
                    <a:pt x="674" y="460"/>
                  </a:cubicBezTo>
                  <a:lnTo>
                    <a:pt x="515" y="260"/>
                  </a:lnTo>
                  <a:close/>
                </a:path>
              </a:pathLst>
            </a:custGeom>
            <a:solidFill>
              <a:schemeClr val="accent4"/>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34" name="Freeform 9"/>
            <p:cNvSpPr>
              <a:spLocks/>
            </p:cNvSpPr>
            <p:nvPr/>
          </p:nvSpPr>
          <p:spPr bwMode="gray">
            <a:xfrm>
              <a:off x="3187" y="2629"/>
              <a:ext cx="1370" cy="1338"/>
            </a:xfrm>
            <a:custGeom>
              <a:avLst/>
              <a:gdLst>
                <a:gd name="T0" fmla="*/ 871 w 684"/>
                <a:gd name="T1" fmla="*/ 381 h 667"/>
                <a:gd name="T2" fmla="*/ 533 w 684"/>
                <a:gd name="T3" fmla="*/ 0 h 667"/>
                <a:gd name="T4" fmla="*/ 20 w 684"/>
                <a:gd name="T5" fmla="*/ 423 h 667"/>
                <a:gd name="T6" fmla="*/ 0 w 684"/>
                <a:gd name="T7" fmla="*/ 431 h 667"/>
                <a:gd name="T8" fmla="*/ 14 w 684"/>
                <a:gd name="T9" fmla="*/ 937 h 667"/>
                <a:gd name="T10" fmla="*/ 332 w 684"/>
                <a:gd name="T11" fmla="*/ 1338 h 667"/>
                <a:gd name="T12" fmla="*/ 351 w 684"/>
                <a:gd name="T13" fmla="*/ 1332 h 667"/>
                <a:gd name="T14" fmla="*/ 1370 w 684"/>
                <a:gd name="T15" fmla="*/ 483 h 667"/>
                <a:gd name="T16" fmla="*/ 871 w 684"/>
                <a:gd name="T17" fmla="*/ 381 h 6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84"/>
                <a:gd name="T28" fmla="*/ 0 h 667"/>
                <a:gd name="T29" fmla="*/ 684 w 684"/>
                <a:gd name="T30" fmla="*/ 667 h 6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84" h="667">
                  <a:moveTo>
                    <a:pt x="435" y="190"/>
                  </a:moveTo>
                  <a:cubicBezTo>
                    <a:pt x="266" y="0"/>
                    <a:pt x="266" y="0"/>
                    <a:pt x="266" y="0"/>
                  </a:cubicBezTo>
                  <a:cubicBezTo>
                    <a:pt x="208" y="97"/>
                    <a:pt x="118" y="172"/>
                    <a:pt x="10" y="211"/>
                  </a:cubicBezTo>
                  <a:cubicBezTo>
                    <a:pt x="7" y="212"/>
                    <a:pt x="3" y="214"/>
                    <a:pt x="0" y="215"/>
                  </a:cubicBezTo>
                  <a:cubicBezTo>
                    <a:pt x="7" y="467"/>
                    <a:pt x="7" y="467"/>
                    <a:pt x="7" y="467"/>
                  </a:cubicBezTo>
                  <a:cubicBezTo>
                    <a:pt x="166" y="667"/>
                    <a:pt x="166" y="667"/>
                    <a:pt x="166" y="667"/>
                  </a:cubicBezTo>
                  <a:cubicBezTo>
                    <a:pt x="169" y="666"/>
                    <a:pt x="172" y="665"/>
                    <a:pt x="175" y="664"/>
                  </a:cubicBezTo>
                  <a:cubicBezTo>
                    <a:pt x="390" y="586"/>
                    <a:pt x="569" y="435"/>
                    <a:pt x="684" y="241"/>
                  </a:cubicBezTo>
                  <a:lnTo>
                    <a:pt x="435" y="190"/>
                  </a:lnTo>
                  <a:close/>
                </a:path>
              </a:pathLst>
            </a:custGeom>
            <a:solidFill>
              <a:schemeClr val="accent5"/>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35" name="Freeform 10"/>
            <p:cNvSpPr>
              <a:spLocks/>
            </p:cNvSpPr>
            <p:nvPr/>
          </p:nvSpPr>
          <p:spPr bwMode="gray">
            <a:xfrm>
              <a:off x="3697" y="1816"/>
              <a:ext cx="1110" cy="1330"/>
            </a:xfrm>
            <a:custGeom>
              <a:avLst/>
              <a:gdLst>
                <a:gd name="T0" fmla="*/ 1084 w 554"/>
                <a:gd name="T1" fmla="*/ 0 h 663"/>
                <a:gd name="T2" fmla="*/ 629 w 554"/>
                <a:gd name="T3" fmla="*/ 247 h 663"/>
                <a:gd name="T4" fmla="*/ 132 w 554"/>
                <a:gd name="T5" fmla="*/ 173 h 663"/>
                <a:gd name="T6" fmla="*/ 144 w 554"/>
                <a:gd name="T7" fmla="*/ 329 h 663"/>
                <a:gd name="T8" fmla="*/ 10 w 554"/>
                <a:gd name="T9" fmla="*/ 830 h 663"/>
                <a:gd name="T10" fmla="*/ 0 w 554"/>
                <a:gd name="T11" fmla="*/ 847 h 663"/>
                <a:gd name="T12" fmla="*/ 339 w 554"/>
                <a:gd name="T13" fmla="*/ 1228 h 663"/>
                <a:gd name="T14" fmla="*/ 838 w 554"/>
                <a:gd name="T15" fmla="*/ 1330 h 663"/>
                <a:gd name="T16" fmla="*/ 848 w 554"/>
                <a:gd name="T17" fmla="*/ 1314 h 663"/>
                <a:gd name="T18" fmla="*/ 1110 w 554"/>
                <a:gd name="T19" fmla="*/ 329 h 663"/>
                <a:gd name="T20" fmla="*/ 1084 w 554"/>
                <a:gd name="T21" fmla="*/ 0 h 6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4"/>
                <a:gd name="T34" fmla="*/ 0 h 663"/>
                <a:gd name="T35" fmla="*/ 554 w 554"/>
                <a:gd name="T36" fmla="*/ 663 h 6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4" h="663">
                  <a:moveTo>
                    <a:pt x="541" y="0"/>
                  </a:moveTo>
                  <a:cubicBezTo>
                    <a:pt x="314" y="123"/>
                    <a:pt x="314" y="123"/>
                    <a:pt x="314" y="123"/>
                  </a:cubicBezTo>
                  <a:cubicBezTo>
                    <a:pt x="66" y="86"/>
                    <a:pt x="66" y="86"/>
                    <a:pt x="66" y="86"/>
                  </a:cubicBezTo>
                  <a:cubicBezTo>
                    <a:pt x="70" y="112"/>
                    <a:pt x="72" y="137"/>
                    <a:pt x="72" y="164"/>
                  </a:cubicBezTo>
                  <a:cubicBezTo>
                    <a:pt x="72" y="255"/>
                    <a:pt x="48" y="340"/>
                    <a:pt x="5" y="414"/>
                  </a:cubicBezTo>
                  <a:cubicBezTo>
                    <a:pt x="4" y="417"/>
                    <a:pt x="2" y="419"/>
                    <a:pt x="0" y="422"/>
                  </a:cubicBezTo>
                  <a:cubicBezTo>
                    <a:pt x="169" y="612"/>
                    <a:pt x="169" y="612"/>
                    <a:pt x="169" y="612"/>
                  </a:cubicBezTo>
                  <a:cubicBezTo>
                    <a:pt x="418" y="663"/>
                    <a:pt x="418" y="663"/>
                    <a:pt x="418" y="663"/>
                  </a:cubicBezTo>
                  <a:cubicBezTo>
                    <a:pt x="420" y="660"/>
                    <a:pt x="421" y="658"/>
                    <a:pt x="423" y="655"/>
                  </a:cubicBezTo>
                  <a:cubicBezTo>
                    <a:pt x="507" y="510"/>
                    <a:pt x="554" y="342"/>
                    <a:pt x="554" y="164"/>
                  </a:cubicBezTo>
                  <a:cubicBezTo>
                    <a:pt x="554" y="108"/>
                    <a:pt x="550" y="53"/>
                    <a:pt x="541" y="0"/>
                  </a:cubicBezTo>
                  <a:close/>
                </a:path>
              </a:pathLst>
            </a:custGeom>
            <a:solidFill>
              <a:schemeClr val="accent3"/>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36" name="Freeform 11"/>
            <p:cNvSpPr>
              <a:spLocks/>
            </p:cNvSpPr>
            <p:nvPr/>
          </p:nvSpPr>
          <p:spPr bwMode="gray">
            <a:xfrm>
              <a:off x="3503" y="657"/>
              <a:ext cx="1278" cy="1414"/>
            </a:xfrm>
            <a:custGeom>
              <a:avLst/>
              <a:gdLst>
                <a:gd name="T0" fmla="*/ 1274 w 638"/>
                <a:gd name="T1" fmla="*/ 1151 h 705"/>
                <a:gd name="T2" fmla="*/ 619 w 638"/>
                <a:gd name="T3" fmla="*/ 0 h 705"/>
                <a:gd name="T4" fmla="*/ 429 w 638"/>
                <a:gd name="T5" fmla="*/ 479 h 705"/>
                <a:gd name="T6" fmla="*/ 0 w 638"/>
                <a:gd name="T7" fmla="*/ 744 h 705"/>
                <a:gd name="T8" fmla="*/ 325 w 638"/>
                <a:gd name="T9" fmla="*/ 1318 h 705"/>
                <a:gd name="T10" fmla="*/ 327 w 638"/>
                <a:gd name="T11" fmla="*/ 1340 h 705"/>
                <a:gd name="T12" fmla="*/ 823 w 638"/>
                <a:gd name="T13" fmla="*/ 1414 h 705"/>
                <a:gd name="T14" fmla="*/ 1278 w 638"/>
                <a:gd name="T15" fmla="*/ 1167 h 705"/>
                <a:gd name="T16" fmla="*/ 1274 w 638"/>
                <a:gd name="T17" fmla="*/ 1151 h 7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8"/>
                <a:gd name="T28" fmla="*/ 0 h 705"/>
                <a:gd name="T29" fmla="*/ 638 w 638"/>
                <a:gd name="T30" fmla="*/ 705 h 70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8" h="705">
                  <a:moveTo>
                    <a:pt x="636" y="574"/>
                  </a:moveTo>
                  <a:cubicBezTo>
                    <a:pt x="596" y="346"/>
                    <a:pt x="477" y="145"/>
                    <a:pt x="309" y="0"/>
                  </a:cubicBezTo>
                  <a:cubicBezTo>
                    <a:pt x="214" y="239"/>
                    <a:pt x="214" y="239"/>
                    <a:pt x="214" y="239"/>
                  </a:cubicBezTo>
                  <a:cubicBezTo>
                    <a:pt x="0" y="371"/>
                    <a:pt x="0" y="371"/>
                    <a:pt x="0" y="371"/>
                  </a:cubicBezTo>
                  <a:cubicBezTo>
                    <a:pt x="83" y="444"/>
                    <a:pt x="141" y="544"/>
                    <a:pt x="162" y="657"/>
                  </a:cubicBezTo>
                  <a:cubicBezTo>
                    <a:pt x="162" y="661"/>
                    <a:pt x="163" y="665"/>
                    <a:pt x="163" y="668"/>
                  </a:cubicBezTo>
                  <a:cubicBezTo>
                    <a:pt x="411" y="705"/>
                    <a:pt x="411" y="705"/>
                    <a:pt x="411" y="705"/>
                  </a:cubicBezTo>
                  <a:cubicBezTo>
                    <a:pt x="638" y="582"/>
                    <a:pt x="638" y="582"/>
                    <a:pt x="638" y="582"/>
                  </a:cubicBezTo>
                  <a:cubicBezTo>
                    <a:pt x="637" y="579"/>
                    <a:pt x="637" y="576"/>
                    <a:pt x="636" y="574"/>
                  </a:cubicBezTo>
                  <a:close/>
                </a:path>
              </a:pathLst>
            </a:custGeom>
            <a:solidFill>
              <a:schemeClr val="accent6"/>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37" name="Freeform 12"/>
            <p:cNvSpPr>
              <a:spLocks/>
            </p:cNvSpPr>
            <p:nvPr/>
          </p:nvSpPr>
          <p:spPr bwMode="gray">
            <a:xfrm>
              <a:off x="2896" y="219"/>
              <a:ext cx="1266" cy="1218"/>
            </a:xfrm>
            <a:custGeom>
              <a:avLst/>
              <a:gdLst>
                <a:gd name="T0" fmla="*/ 1252 w 632"/>
                <a:gd name="T1" fmla="*/ 462 h 607"/>
                <a:gd name="T2" fmla="*/ 0 w 632"/>
                <a:gd name="T3" fmla="*/ 0 h 607"/>
                <a:gd name="T4" fmla="*/ 160 w 632"/>
                <a:gd name="T5" fmla="*/ 482 h 607"/>
                <a:gd name="T6" fmla="*/ 0 w 632"/>
                <a:gd name="T7" fmla="*/ 967 h 607"/>
                <a:gd name="T8" fmla="*/ 631 w 632"/>
                <a:gd name="T9" fmla="*/ 1204 h 607"/>
                <a:gd name="T10" fmla="*/ 647 w 632"/>
                <a:gd name="T11" fmla="*/ 1218 h 607"/>
                <a:gd name="T12" fmla="*/ 1076 w 632"/>
                <a:gd name="T13" fmla="*/ 953 h 607"/>
                <a:gd name="T14" fmla="*/ 1266 w 632"/>
                <a:gd name="T15" fmla="*/ 474 h 607"/>
                <a:gd name="T16" fmla="*/ 1252 w 632"/>
                <a:gd name="T17" fmla="*/ 462 h 6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2"/>
                <a:gd name="T28" fmla="*/ 0 h 607"/>
                <a:gd name="T29" fmla="*/ 632 w 632"/>
                <a:gd name="T30" fmla="*/ 607 h 6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2" h="607">
                  <a:moveTo>
                    <a:pt x="625" y="230"/>
                  </a:moveTo>
                  <a:cubicBezTo>
                    <a:pt x="456" y="88"/>
                    <a:pt x="238" y="1"/>
                    <a:pt x="0" y="0"/>
                  </a:cubicBezTo>
                  <a:cubicBezTo>
                    <a:pt x="80" y="240"/>
                    <a:pt x="80" y="240"/>
                    <a:pt x="80" y="240"/>
                  </a:cubicBezTo>
                  <a:cubicBezTo>
                    <a:pt x="0" y="482"/>
                    <a:pt x="0" y="482"/>
                    <a:pt x="0" y="482"/>
                  </a:cubicBezTo>
                  <a:cubicBezTo>
                    <a:pt x="120" y="483"/>
                    <a:pt x="230" y="527"/>
                    <a:pt x="315" y="600"/>
                  </a:cubicBezTo>
                  <a:cubicBezTo>
                    <a:pt x="318" y="602"/>
                    <a:pt x="321" y="604"/>
                    <a:pt x="323" y="607"/>
                  </a:cubicBezTo>
                  <a:cubicBezTo>
                    <a:pt x="537" y="475"/>
                    <a:pt x="537" y="475"/>
                    <a:pt x="537" y="475"/>
                  </a:cubicBezTo>
                  <a:cubicBezTo>
                    <a:pt x="632" y="236"/>
                    <a:pt x="632" y="236"/>
                    <a:pt x="632" y="236"/>
                  </a:cubicBezTo>
                  <a:cubicBezTo>
                    <a:pt x="630" y="234"/>
                    <a:pt x="627" y="232"/>
                    <a:pt x="625" y="230"/>
                  </a:cubicBezTo>
                  <a:close/>
                </a:path>
              </a:pathLst>
            </a:custGeom>
            <a:solidFill>
              <a:schemeClr val="accent1"/>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grpSp>
      <p:grpSp>
        <p:nvGrpSpPr>
          <p:cNvPr id="138" name="Group 137"/>
          <p:cNvGrpSpPr>
            <a:grpSpLocks/>
          </p:cNvGrpSpPr>
          <p:nvPr/>
        </p:nvGrpSpPr>
        <p:grpSpPr bwMode="gray">
          <a:xfrm>
            <a:off x="5111035" y="4188383"/>
            <a:ext cx="1458368" cy="1465503"/>
            <a:chOff x="945" y="216"/>
            <a:chExt cx="3867" cy="3880"/>
          </a:xfrm>
          <a:solidFill>
            <a:schemeClr val="bg2">
              <a:lumMod val="60000"/>
              <a:lumOff val="40000"/>
            </a:schemeClr>
          </a:solidFill>
        </p:grpSpPr>
        <p:sp>
          <p:nvSpPr>
            <p:cNvPr id="139" name="Freeform 4"/>
            <p:cNvSpPr>
              <a:spLocks/>
            </p:cNvSpPr>
            <p:nvPr/>
          </p:nvSpPr>
          <p:spPr bwMode="gray">
            <a:xfrm>
              <a:off x="1750" y="216"/>
              <a:ext cx="1312" cy="1142"/>
            </a:xfrm>
            <a:custGeom>
              <a:avLst/>
              <a:gdLst>
                <a:gd name="T0" fmla="*/ 1152 w 654"/>
                <a:gd name="T1" fmla="*/ 0 h 570"/>
                <a:gd name="T2" fmla="*/ 1137 w 654"/>
                <a:gd name="T3" fmla="*/ 0 h 570"/>
                <a:gd name="T4" fmla="*/ 1131 w 654"/>
                <a:gd name="T5" fmla="*/ 0 h 570"/>
                <a:gd name="T6" fmla="*/ 0 w 654"/>
                <a:gd name="T7" fmla="*/ 361 h 570"/>
                <a:gd name="T8" fmla="*/ 411 w 654"/>
                <a:gd name="T9" fmla="*/ 657 h 570"/>
                <a:gd name="T10" fmla="*/ 568 w 654"/>
                <a:gd name="T11" fmla="*/ 1142 h 570"/>
                <a:gd name="T12" fmla="*/ 1131 w 654"/>
                <a:gd name="T13" fmla="*/ 966 h 570"/>
                <a:gd name="T14" fmla="*/ 1137 w 654"/>
                <a:gd name="T15" fmla="*/ 966 h 570"/>
                <a:gd name="T16" fmla="*/ 1152 w 654"/>
                <a:gd name="T17" fmla="*/ 966 h 570"/>
                <a:gd name="T18" fmla="*/ 1312 w 654"/>
                <a:gd name="T19" fmla="*/ 485 h 570"/>
                <a:gd name="T20" fmla="*/ 1152 w 654"/>
                <a:gd name="T21" fmla="*/ 0 h 57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4"/>
                <a:gd name="T34" fmla="*/ 0 h 570"/>
                <a:gd name="T35" fmla="*/ 654 w 654"/>
                <a:gd name="T36" fmla="*/ 570 h 57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4" h="570">
                  <a:moveTo>
                    <a:pt x="574" y="0"/>
                  </a:moveTo>
                  <a:cubicBezTo>
                    <a:pt x="571" y="0"/>
                    <a:pt x="569" y="0"/>
                    <a:pt x="567" y="0"/>
                  </a:cubicBezTo>
                  <a:cubicBezTo>
                    <a:pt x="566" y="0"/>
                    <a:pt x="565" y="0"/>
                    <a:pt x="564" y="0"/>
                  </a:cubicBezTo>
                  <a:cubicBezTo>
                    <a:pt x="354" y="0"/>
                    <a:pt x="159" y="67"/>
                    <a:pt x="0" y="180"/>
                  </a:cubicBezTo>
                  <a:cubicBezTo>
                    <a:pt x="205" y="328"/>
                    <a:pt x="205" y="328"/>
                    <a:pt x="205" y="328"/>
                  </a:cubicBezTo>
                  <a:cubicBezTo>
                    <a:pt x="283" y="570"/>
                    <a:pt x="283" y="570"/>
                    <a:pt x="283" y="570"/>
                  </a:cubicBezTo>
                  <a:cubicBezTo>
                    <a:pt x="363" y="515"/>
                    <a:pt x="459" y="482"/>
                    <a:pt x="564" y="482"/>
                  </a:cubicBezTo>
                  <a:cubicBezTo>
                    <a:pt x="565" y="482"/>
                    <a:pt x="566" y="482"/>
                    <a:pt x="567" y="482"/>
                  </a:cubicBezTo>
                  <a:cubicBezTo>
                    <a:pt x="570" y="482"/>
                    <a:pt x="572" y="482"/>
                    <a:pt x="574" y="482"/>
                  </a:cubicBezTo>
                  <a:cubicBezTo>
                    <a:pt x="654" y="242"/>
                    <a:pt x="654" y="242"/>
                    <a:pt x="654" y="242"/>
                  </a:cubicBezTo>
                  <a:lnTo>
                    <a:pt x="574" y="0"/>
                  </a:lnTo>
                  <a:close/>
                </a:path>
              </a:pathLst>
            </a:custGeom>
            <a:solidFill>
              <a:schemeClr val="accent3">
                <a:lumMod val="50000"/>
              </a:schemeClr>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40" name="Freeform 5"/>
            <p:cNvSpPr>
              <a:spLocks/>
            </p:cNvSpPr>
            <p:nvPr/>
          </p:nvSpPr>
          <p:spPr bwMode="gray">
            <a:xfrm>
              <a:off x="1045" y="567"/>
              <a:ext cx="1298" cy="1270"/>
            </a:xfrm>
            <a:custGeom>
              <a:avLst/>
              <a:gdLst>
                <a:gd name="T0" fmla="*/ 1142 w 647"/>
                <a:gd name="T1" fmla="*/ 296 h 634"/>
                <a:gd name="T2" fmla="*/ 730 w 647"/>
                <a:gd name="T3" fmla="*/ 0 h 634"/>
                <a:gd name="T4" fmla="*/ 712 w 647"/>
                <a:gd name="T5" fmla="*/ 12 h 634"/>
                <a:gd name="T6" fmla="*/ 0 w 647"/>
                <a:gd name="T7" fmla="*/ 980 h 634"/>
                <a:gd name="T8" fmla="*/ 522 w 647"/>
                <a:gd name="T9" fmla="*/ 976 h 634"/>
                <a:gd name="T10" fmla="*/ 923 w 647"/>
                <a:gd name="T11" fmla="*/ 1270 h 634"/>
                <a:gd name="T12" fmla="*/ 1282 w 647"/>
                <a:gd name="T13" fmla="*/ 793 h 634"/>
                <a:gd name="T14" fmla="*/ 1298 w 647"/>
                <a:gd name="T15" fmla="*/ 781 h 634"/>
                <a:gd name="T16" fmla="*/ 1142 w 647"/>
                <a:gd name="T17" fmla="*/ 296 h 6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47"/>
                <a:gd name="T28" fmla="*/ 0 h 634"/>
                <a:gd name="T29" fmla="*/ 647 w 647"/>
                <a:gd name="T30" fmla="*/ 634 h 6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47" h="634">
                  <a:moveTo>
                    <a:pt x="569" y="148"/>
                  </a:moveTo>
                  <a:cubicBezTo>
                    <a:pt x="364" y="0"/>
                    <a:pt x="364" y="0"/>
                    <a:pt x="364" y="0"/>
                  </a:cubicBezTo>
                  <a:cubicBezTo>
                    <a:pt x="361" y="2"/>
                    <a:pt x="358" y="4"/>
                    <a:pt x="355" y="6"/>
                  </a:cubicBezTo>
                  <a:cubicBezTo>
                    <a:pt x="192" y="125"/>
                    <a:pt x="66" y="293"/>
                    <a:pt x="0" y="489"/>
                  </a:cubicBezTo>
                  <a:cubicBezTo>
                    <a:pt x="260" y="487"/>
                    <a:pt x="260" y="487"/>
                    <a:pt x="260" y="487"/>
                  </a:cubicBezTo>
                  <a:cubicBezTo>
                    <a:pt x="460" y="634"/>
                    <a:pt x="460" y="634"/>
                    <a:pt x="460" y="634"/>
                  </a:cubicBezTo>
                  <a:cubicBezTo>
                    <a:pt x="494" y="538"/>
                    <a:pt x="557" y="455"/>
                    <a:pt x="639" y="396"/>
                  </a:cubicBezTo>
                  <a:cubicBezTo>
                    <a:pt x="641" y="394"/>
                    <a:pt x="644" y="392"/>
                    <a:pt x="647" y="390"/>
                  </a:cubicBezTo>
                  <a:lnTo>
                    <a:pt x="569" y="148"/>
                  </a:lnTo>
                  <a:close/>
                </a:path>
              </a:pathLst>
            </a:custGeom>
            <a:solidFill>
              <a:schemeClr val="tx1"/>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41" name="Freeform 6"/>
            <p:cNvSpPr>
              <a:spLocks/>
            </p:cNvSpPr>
            <p:nvPr/>
          </p:nvSpPr>
          <p:spPr bwMode="gray">
            <a:xfrm>
              <a:off x="945" y="1540"/>
              <a:ext cx="1025" cy="1218"/>
            </a:xfrm>
            <a:custGeom>
              <a:avLst/>
              <a:gdLst>
                <a:gd name="T0" fmla="*/ 1025 w 511"/>
                <a:gd name="T1" fmla="*/ 294 h 608"/>
                <a:gd name="T2" fmla="*/ 624 w 511"/>
                <a:gd name="T3" fmla="*/ 0 h 608"/>
                <a:gd name="T4" fmla="*/ 102 w 511"/>
                <a:gd name="T5" fmla="*/ 4 h 608"/>
                <a:gd name="T6" fmla="*/ 98 w 511"/>
                <a:gd name="T7" fmla="*/ 18 h 608"/>
                <a:gd name="T8" fmla="*/ 0 w 511"/>
                <a:gd name="T9" fmla="*/ 631 h 608"/>
                <a:gd name="T10" fmla="*/ 90 w 511"/>
                <a:gd name="T11" fmla="*/ 1218 h 608"/>
                <a:gd name="T12" fmla="*/ 505 w 511"/>
                <a:gd name="T13" fmla="*/ 913 h 608"/>
                <a:gd name="T14" fmla="*/ 1009 w 511"/>
                <a:gd name="T15" fmla="*/ 916 h 608"/>
                <a:gd name="T16" fmla="*/ 967 w 511"/>
                <a:gd name="T17" fmla="*/ 631 h 608"/>
                <a:gd name="T18" fmla="*/ 1017 w 511"/>
                <a:gd name="T19" fmla="*/ 317 h 608"/>
                <a:gd name="T20" fmla="*/ 1025 w 511"/>
                <a:gd name="T21" fmla="*/ 294 h 6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1"/>
                <a:gd name="T34" fmla="*/ 0 h 608"/>
                <a:gd name="T35" fmla="*/ 511 w 511"/>
                <a:gd name="T36" fmla="*/ 608 h 6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1" h="608">
                  <a:moveTo>
                    <a:pt x="511" y="147"/>
                  </a:moveTo>
                  <a:cubicBezTo>
                    <a:pt x="311" y="0"/>
                    <a:pt x="311" y="0"/>
                    <a:pt x="311" y="0"/>
                  </a:cubicBezTo>
                  <a:cubicBezTo>
                    <a:pt x="51" y="2"/>
                    <a:pt x="51" y="2"/>
                    <a:pt x="51" y="2"/>
                  </a:cubicBezTo>
                  <a:cubicBezTo>
                    <a:pt x="50" y="4"/>
                    <a:pt x="49" y="7"/>
                    <a:pt x="49" y="9"/>
                  </a:cubicBezTo>
                  <a:cubicBezTo>
                    <a:pt x="17" y="105"/>
                    <a:pt x="0" y="208"/>
                    <a:pt x="0" y="315"/>
                  </a:cubicBezTo>
                  <a:cubicBezTo>
                    <a:pt x="0" y="417"/>
                    <a:pt x="16" y="516"/>
                    <a:pt x="45" y="608"/>
                  </a:cubicBezTo>
                  <a:cubicBezTo>
                    <a:pt x="252" y="456"/>
                    <a:pt x="252" y="456"/>
                    <a:pt x="252" y="456"/>
                  </a:cubicBezTo>
                  <a:cubicBezTo>
                    <a:pt x="503" y="457"/>
                    <a:pt x="503" y="457"/>
                    <a:pt x="503" y="457"/>
                  </a:cubicBezTo>
                  <a:cubicBezTo>
                    <a:pt x="489" y="412"/>
                    <a:pt x="482" y="364"/>
                    <a:pt x="482" y="315"/>
                  </a:cubicBezTo>
                  <a:cubicBezTo>
                    <a:pt x="482" y="260"/>
                    <a:pt x="491" y="207"/>
                    <a:pt x="507" y="158"/>
                  </a:cubicBezTo>
                  <a:cubicBezTo>
                    <a:pt x="508" y="154"/>
                    <a:pt x="510" y="151"/>
                    <a:pt x="511" y="147"/>
                  </a:cubicBezTo>
                  <a:close/>
                </a:path>
              </a:pathLst>
            </a:custGeom>
            <a:solidFill>
              <a:srgbClr val="43B02A"/>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42" name="Freeform 7"/>
            <p:cNvSpPr>
              <a:spLocks/>
            </p:cNvSpPr>
            <p:nvPr/>
          </p:nvSpPr>
          <p:spPr bwMode="gray">
            <a:xfrm>
              <a:off x="1033" y="2443"/>
              <a:ext cx="1276" cy="1298"/>
            </a:xfrm>
            <a:custGeom>
              <a:avLst/>
              <a:gdLst>
                <a:gd name="T0" fmla="*/ 925 w 636"/>
                <a:gd name="T1" fmla="*/ 24 h 648"/>
                <a:gd name="T2" fmla="*/ 919 w 636"/>
                <a:gd name="T3" fmla="*/ 2 h 648"/>
                <a:gd name="T4" fmla="*/ 415 w 636"/>
                <a:gd name="T5" fmla="*/ 0 h 648"/>
                <a:gd name="T6" fmla="*/ 0 w 636"/>
                <a:gd name="T7" fmla="*/ 304 h 648"/>
                <a:gd name="T8" fmla="*/ 6 w 636"/>
                <a:gd name="T9" fmla="*/ 322 h 648"/>
                <a:gd name="T10" fmla="*/ 708 w 636"/>
                <a:gd name="T11" fmla="*/ 1298 h 648"/>
                <a:gd name="T12" fmla="*/ 865 w 636"/>
                <a:gd name="T13" fmla="*/ 809 h 648"/>
                <a:gd name="T14" fmla="*/ 1276 w 636"/>
                <a:gd name="T15" fmla="*/ 515 h 648"/>
                <a:gd name="T16" fmla="*/ 925 w 636"/>
                <a:gd name="T17" fmla="*/ 24 h 6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6"/>
                <a:gd name="T28" fmla="*/ 0 h 648"/>
                <a:gd name="T29" fmla="*/ 636 w 636"/>
                <a:gd name="T30" fmla="*/ 648 h 6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6" h="648">
                  <a:moveTo>
                    <a:pt x="461" y="12"/>
                  </a:moveTo>
                  <a:cubicBezTo>
                    <a:pt x="460" y="8"/>
                    <a:pt x="459" y="5"/>
                    <a:pt x="458" y="1"/>
                  </a:cubicBezTo>
                  <a:cubicBezTo>
                    <a:pt x="207" y="0"/>
                    <a:pt x="207" y="0"/>
                    <a:pt x="207" y="0"/>
                  </a:cubicBezTo>
                  <a:cubicBezTo>
                    <a:pt x="0" y="152"/>
                    <a:pt x="0" y="152"/>
                    <a:pt x="0" y="152"/>
                  </a:cubicBezTo>
                  <a:cubicBezTo>
                    <a:pt x="1" y="155"/>
                    <a:pt x="2" y="158"/>
                    <a:pt x="3" y="161"/>
                  </a:cubicBezTo>
                  <a:cubicBezTo>
                    <a:pt x="66" y="358"/>
                    <a:pt x="190" y="528"/>
                    <a:pt x="353" y="648"/>
                  </a:cubicBezTo>
                  <a:cubicBezTo>
                    <a:pt x="431" y="404"/>
                    <a:pt x="431" y="404"/>
                    <a:pt x="431" y="404"/>
                  </a:cubicBezTo>
                  <a:cubicBezTo>
                    <a:pt x="636" y="257"/>
                    <a:pt x="636" y="257"/>
                    <a:pt x="636" y="257"/>
                  </a:cubicBezTo>
                  <a:cubicBezTo>
                    <a:pt x="555" y="196"/>
                    <a:pt x="493" y="111"/>
                    <a:pt x="461" y="12"/>
                  </a:cubicBezTo>
                  <a:close/>
                </a:path>
              </a:pathLst>
            </a:custGeom>
            <a:solidFill>
              <a:schemeClr val="tx2"/>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43" name="Freeform 8"/>
            <p:cNvSpPr>
              <a:spLocks/>
            </p:cNvSpPr>
            <p:nvPr/>
          </p:nvSpPr>
          <p:spPr bwMode="gray">
            <a:xfrm>
              <a:off x="1703" y="2926"/>
              <a:ext cx="1154" cy="1168"/>
            </a:xfrm>
            <a:custGeom>
              <a:avLst/>
              <a:gdLst>
                <a:gd name="T0" fmla="*/ 989 w 575"/>
                <a:gd name="T1" fmla="*/ 673 h 583"/>
                <a:gd name="T2" fmla="*/ 1146 w 575"/>
                <a:gd name="T3" fmla="*/ 202 h 583"/>
                <a:gd name="T4" fmla="*/ 584 w 575"/>
                <a:gd name="T5" fmla="*/ 14 h 583"/>
                <a:gd name="T6" fmla="*/ 568 w 575"/>
                <a:gd name="T7" fmla="*/ 0 h 583"/>
                <a:gd name="T8" fmla="*/ 157 w 575"/>
                <a:gd name="T9" fmla="*/ 295 h 583"/>
                <a:gd name="T10" fmla="*/ 0 w 575"/>
                <a:gd name="T11" fmla="*/ 783 h 583"/>
                <a:gd name="T12" fmla="*/ 16 w 575"/>
                <a:gd name="T13" fmla="*/ 795 h 583"/>
                <a:gd name="T14" fmla="*/ 1154 w 575"/>
                <a:gd name="T15" fmla="*/ 1168 h 583"/>
                <a:gd name="T16" fmla="*/ 989 w 575"/>
                <a:gd name="T17" fmla="*/ 673 h 5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5"/>
                <a:gd name="T28" fmla="*/ 0 h 583"/>
                <a:gd name="T29" fmla="*/ 575 w 575"/>
                <a:gd name="T30" fmla="*/ 583 h 5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5" h="583">
                  <a:moveTo>
                    <a:pt x="493" y="336"/>
                  </a:moveTo>
                  <a:cubicBezTo>
                    <a:pt x="571" y="101"/>
                    <a:pt x="571" y="101"/>
                    <a:pt x="571" y="101"/>
                  </a:cubicBezTo>
                  <a:cubicBezTo>
                    <a:pt x="466" y="99"/>
                    <a:pt x="370" y="64"/>
                    <a:pt x="291" y="7"/>
                  </a:cubicBezTo>
                  <a:cubicBezTo>
                    <a:pt x="288" y="5"/>
                    <a:pt x="285" y="3"/>
                    <a:pt x="283" y="0"/>
                  </a:cubicBezTo>
                  <a:cubicBezTo>
                    <a:pt x="78" y="147"/>
                    <a:pt x="78" y="147"/>
                    <a:pt x="78" y="147"/>
                  </a:cubicBezTo>
                  <a:cubicBezTo>
                    <a:pt x="0" y="391"/>
                    <a:pt x="0" y="391"/>
                    <a:pt x="0" y="391"/>
                  </a:cubicBezTo>
                  <a:cubicBezTo>
                    <a:pt x="3" y="393"/>
                    <a:pt x="5" y="395"/>
                    <a:pt x="8" y="397"/>
                  </a:cubicBezTo>
                  <a:cubicBezTo>
                    <a:pt x="167" y="513"/>
                    <a:pt x="363" y="581"/>
                    <a:pt x="575" y="583"/>
                  </a:cubicBezTo>
                  <a:lnTo>
                    <a:pt x="493" y="336"/>
                  </a:lnTo>
                  <a:close/>
                </a:path>
              </a:pathLst>
            </a:custGeom>
            <a:solidFill>
              <a:schemeClr val="accent2"/>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44" name="Freeform 9"/>
            <p:cNvSpPr>
              <a:spLocks/>
            </p:cNvSpPr>
            <p:nvPr/>
          </p:nvSpPr>
          <p:spPr bwMode="gray">
            <a:xfrm>
              <a:off x="2686" y="2952"/>
              <a:ext cx="1322" cy="1144"/>
            </a:xfrm>
            <a:custGeom>
              <a:avLst/>
              <a:gdLst>
                <a:gd name="T0" fmla="*/ 907 w 659"/>
                <a:gd name="T1" fmla="*/ 485 h 571"/>
                <a:gd name="T2" fmla="*/ 752 w 659"/>
                <a:gd name="T3" fmla="*/ 0 h 571"/>
                <a:gd name="T4" fmla="*/ 183 w 659"/>
                <a:gd name="T5" fmla="*/ 178 h 571"/>
                <a:gd name="T6" fmla="*/ 181 w 659"/>
                <a:gd name="T7" fmla="*/ 178 h 571"/>
                <a:gd name="T8" fmla="*/ 156 w 659"/>
                <a:gd name="T9" fmla="*/ 176 h 571"/>
                <a:gd name="T10" fmla="*/ 0 w 659"/>
                <a:gd name="T11" fmla="*/ 647 h 571"/>
                <a:gd name="T12" fmla="*/ 164 w 659"/>
                <a:gd name="T13" fmla="*/ 1142 h 571"/>
                <a:gd name="T14" fmla="*/ 181 w 659"/>
                <a:gd name="T15" fmla="*/ 1144 h 571"/>
                <a:gd name="T16" fmla="*/ 183 w 659"/>
                <a:gd name="T17" fmla="*/ 1144 h 571"/>
                <a:gd name="T18" fmla="*/ 1322 w 659"/>
                <a:gd name="T19" fmla="*/ 781 h 571"/>
                <a:gd name="T20" fmla="*/ 907 w 659"/>
                <a:gd name="T21" fmla="*/ 485 h 57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9"/>
                <a:gd name="T34" fmla="*/ 0 h 571"/>
                <a:gd name="T35" fmla="*/ 659 w 659"/>
                <a:gd name="T36" fmla="*/ 571 h 57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9" h="571">
                  <a:moveTo>
                    <a:pt x="452" y="242"/>
                  </a:moveTo>
                  <a:cubicBezTo>
                    <a:pt x="375" y="0"/>
                    <a:pt x="375" y="0"/>
                    <a:pt x="375" y="0"/>
                  </a:cubicBezTo>
                  <a:cubicBezTo>
                    <a:pt x="295" y="56"/>
                    <a:pt x="197" y="89"/>
                    <a:pt x="91" y="89"/>
                  </a:cubicBezTo>
                  <a:cubicBezTo>
                    <a:pt x="91" y="89"/>
                    <a:pt x="90" y="89"/>
                    <a:pt x="90" y="89"/>
                  </a:cubicBezTo>
                  <a:cubicBezTo>
                    <a:pt x="86" y="89"/>
                    <a:pt x="82" y="88"/>
                    <a:pt x="78" y="88"/>
                  </a:cubicBezTo>
                  <a:cubicBezTo>
                    <a:pt x="0" y="323"/>
                    <a:pt x="0" y="323"/>
                    <a:pt x="0" y="323"/>
                  </a:cubicBezTo>
                  <a:cubicBezTo>
                    <a:pt x="82" y="570"/>
                    <a:pt x="82" y="570"/>
                    <a:pt x="82" y="570"/>
                  </a:cubicBezTo>
                  <a:cubicBezTo>
                    <a:pt x="84" y="570"/>
                    <a:pt x="87" y="571"/>
                    <a:pt x="90" y="571"/>
                  </a:cubicBezTo>
                  <a:cubicBezTo>
                    <a:pt x="90" y="571"/>
                    <a:pt x="91" y="571"/>
                    <a:pt x="91" y="571"/>
                  </a:cubicBezTo>
                  <a:cubicBezTo>
                    <a:pt x="303" y="571"/>
                    <a:pt x="499" y="504"/>
                    <a:pt x="659" y="390"/>
                  </a:cubicBezTo>
                  <a:lnTo>
                    <a:pt x="452" y="242"/>
                  </a:lnTo>
                  <a:close/>
                </a:path>
              </a:pathLst>
            </a:custGeom>
            <a:solidFill>
              <a:schemeClr val="accent4"/>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45" name="Freeform 10"/>
            <p:cNvSpPr>
              <a:spLocks/>
            </p:cNvSpPr>
            <p:nvPr/>
          </p:nvSpPr>
          <p:spPr bwMode="gray">
            <a:xfrm>
              <a:off x="3419" y="2476"/>
              <a:ext cx="1296" cy="1277"/>
            </a:xfrm>
            <a:custGeom>
              <a:avLst/>
              <a:gdLst>
                <a:gd name="T0" fmla="*/ 798 w 646"/>
                <a:gd name="T1" fmla="*/ 308 h 638"/>
                <a:gd name="T2" fmla="*/ 379 w 646"/>
                <a:gd name="T3" fmla="*/ 0 h 638"/>
                <a:gd name="T4" fmla="*/ 18 w 646"/>
                <a:gd name="T5" fmla="*/ 484 h 638"/>
                <a:gd name="T6" fmla="*/ 0 w 646"/>
                <a:gd name="T7" fmla="*/ 496 h 638"/>
                <a:gd name="T8" fmla="*/ 154 w 646"/>
                <a:gd name="T9" fmla="*/ 981 h 638"/>
                <a:gd name="T10" fmla="*/ 570 w 646"/>
                <a:gd name="T11" fmla="*/ 1277 h 638"/>
                <a:gd name="T12" fmla="*/ 586 w 646"/>
                <a:gd name="T13" fmla="*/ 1265 h 638"/>
                <a:gd name="T14" fmla="*/ 1296 w 646"/>
                <a:gd name="T15" fmla="*/ 306 h 638"/>
                <a:gd name="T16" fmla="*/ 798 w 646"/>
                <a:gd name="T17" fmla="*/ 308 h 6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46"/>
                <a:gd name="T28" fmla="*/ 0 h 638"/>
                <a:gd name="T29" fmla="*/ 646 w 646"/>
                <a:gd name="T30" fmla="*/ 638 h 6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46" h="638">
                  <a:moveTo>
                    <a:pt x="398" y="154"/>
                  </a:moveTo>
                  <a:cubicBezTo>
                    <a:pt x="189" y="0"/>
                    <a:pt x="189" y="0"/>
                    <a:pt x="189" y="0"/>
                  </a:cubicBezTo>
                  <a:cubicBezTo>
                    <a:pt x="155" y="98"/>
                    <a:pt x="91" y="182"/>
                    <a:pt x="9" y="242"/>
                  </a:cubicBezTo>
                  <a:cubicBezTo>
                    <a:pt x="6" y="244"/>
                    <a:pt x="3" y="246"/>
                    <a:pt x="0" y="248"/>
                  </a:cubicBezTo>
                  <a:cubicBezTo>
                    <a:pt x="77" y="490"/>
                    <a:pt x="77" y="490"/>
                    <a:pt x="77" y="490"/>
                  </a:cubicBezTo>
                  <a:cubicBezTo>
                    <a:pt x="284" y="638"/>
                    <a:pt x="284" y="638"/>
                    <a:pt x="284" y="638"/>
                  </a:cubicBezTo>
                  <a:cubicBezTo>
                    <a:pt x="287" y="636"/>
                    <a:pt x="289" y="634"/>
                    <a:pt x="292" y="632"/>
                  </a:cubicBezTo>
                  <a:cubicBezTo>
                    <a:pt x="455" y="514"/>
                    <a:pt x="580" y="347"/>
                    <a:pt x="646" y="153"/>
                  </a:cubicBezTo>
                  <a:lnTo>
                    <a:pt x="398" y="154"/>
                  </a:lnTo>
                  <a:close/>
                </a:path>
              </a:pathLst>
            </a:custGeom>
            <a:solidFill>
              <a:schemeClr val="accent5"/>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46" name="Freeform 11"/>
            <p:cNvSpPr>
              <a:spLocks/>
            </p:cNvSpPr>
            <p:nvPr/>
          </p:nvSpPr>
          <p:spPr bwMode="gray">
            <a:xfrm>
              <a:off x="3791" y="1572"/>
              <a:ext cx="1021" cy="1224"/>
            </a:xfrm>
            <a:custGeom>
              <a:avLst/>
              <a:gdLst>
                <a:gd name="T0" fmla="*/ 931 w 509"/>
                <a:gd name="T1" fmla="*/ 0 h 611"/>
                <a:gd name="T2" fmla="*/ 530 w 509"/>
                <a:gd name="T3" fmla="*/ 294 h 611"/>
                <a:gd name="T4" fmla="*/ 10 w 509"/>
                <a:gd name="T5" fmla="*/ 292 h 611"/>
                <a:gd name="T6" fmla="*/ 54 w 509"/>
                <a:gd name="T7" fmla="*/ 589 h 611"/>
                <a:gd name="T8" fmla="*/ 4 w 509"/>
                <a:gd name="T9" fmla="*/ 899 h 611"/>
                <a:gd name="T10" fmla="*/ 0 w 509"/>
                <a:gd name="T11" fmla="*/ 915 h 611"/>
                <a:gd name="T12" fmla="*/ 419 w 509"/>
                <a:gd name="T13" fmla="*/ 1224 h 611"/>
                <a:gd name="T14" fmla="*/ 917 w 509"/>
                <a:gd name="T15" fmla="*/ 1222 h 611"/>
                <a:gd name="T16" fmla="*/ 925 w 509"/>
                <a:gd name="T17" fmla="*/ 1198 h 611"/>
                <a:gd name="T18" fmla="*/ 1021 w 509"/>
                <a:gd name="T19" fmla="*/ 589 h 611"/>
                <a:gd name="T20" fmla="*/ 931 w 509"/>
                <a:gd name="T21" fmla="*/ 0 h 6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09"/>
                <a:gd name="T34" fmla="*/ 0 h 611"/>
                <a:gd name="T35" fmla="*/ 509 w 509"/>
                <a:gd name="T36" fmla="*/ 611 h 6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09" h="611">
                  <a:moveTo>
                    <a:pt x="464" y="0"/>
                  </a:moveTo>
                  <a:cubicBezTo>
                    <a:pt x="264" y="147"/>
                    <a:pt x="264" y="147"/>
                    <a:pt x="264" y="147"/>
                  </a:cubicBezTo>
                  <a:cubicBezTo>
                    <a:pt x="5" y="146"/>
                    <a:pt x="5" y="146"/>
                    <a:pt x="5" y="146"/>
                  </a:cubicBezTo>
                  <a:cubicBezTo>
                    <a:pt x="19" y="192"/>
                    <a:pt x="27" y="242"/>
                    <a:pt x="27" y="294"/>
                  </a:cubicBezTo>
                  <a:cubicBezTo>
                    <a:pt x="27" y="348"/>
                    <a:pt x="18" y="400"/>
                    <a:pt x="2" y="449"/>
                  </a:cubicBezTo>
                  <a:cubicBezTo>
                    <a:pt x="1" y="452"/>
                    <a:pt x="1" y="454"/>
                    <a:pt x="0" y="457"/>
                  </a:cubicBezTo>
                  <a:cubicBezTo>
                    <a:pt x="209" y="611"/>
                    <a:pt x="209" y="611"/>
                    <a:pt x="209" y="611"/>
                  </a:cubicBezTo>
                  <a:cubicBezTo>
                    <a:pt x="457" y="610"/>
                    <a:pt x="457" y="610"/>
                    <a:pt x="457" y="610"/>
                  </a:cubicBezTo>
                  <a:cubicBezTo>
                    <a:pt x="458" y="606"/>
                    <a:pt x="460" y="602"/>
                    <a:pt x="461" y="598"/>
                  </a:cubicBezTo>
                  <a:cubicBezTo>
                    <a:pt x="492" y="502"/>
                    <a:pt x="509" y="400"/>
                    <a:pt x="509" y="294"/>
                  </a:cubicBezTo>
                  <a:cubicBezTo>
                    <a:pt x="509" y="191"/>
                    <a:pt x="493" y="93"/>
                    <a:pt x="464" y="0"/>
                  </a:cubicBezTo>
                  <a:close/>
                </a:path>
              </a:pathLst>
            </a:custGeom>
            <a:solidFill>
              <a:schemeClr val="accent3"/>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60" name="Freeform 12"/>
            <p:cNvSpPr>
              <a:spLocks/>
            </p:cNvSpPr>
            <p:nvPr/>
          </p:nvSpPr>
          <p:spPr bwMode="gray">
            <a:xfrm>
              <a:off x="3450" y="581"/>
              <a:ext cx="1272" cy="1288"/>
            </a:xfrm>
            <a:custGeom>
              <a:avLst/>
              <a:gdLst>
                <a:gd name="T0" fmla="*/ 1266 w 634"/>
                <a:gd name="T1" fmla="*/ 972 h 643"/>
                <a:gd name="T2" fmla="*/ 564 w 634"/>
                <a:gd name="T3" fmla="*/ 0 h 643"/>
                <a:gd name="T4" fmla="*/ 407 w 634"/>
                <a:gd name="T5" fmla="*/ 495 h 643"/>
                <a:gd name="T6" fmla="*/ 0 w 634"/>
                <a:gd name="T7" fmla="*/ 785 h 643"/>
                <a:gd name="T8" fmla="*/ 345 w 634"/>
                <a:gd name="T9" fmla="*/ 1270 h 643"/>
                <a:gd name="T10" fmla="*/ 351 w 634"/>
                <a:gd name="T11" fmla="*/ 1286 h 643"/>
                <a:gd name="T12" fmla="*/ 871 w 634"/>
                <a:gd name="T13" fmla="*/ 1288 h 643"/>
                <a:gd name="T14" fmla="*/ 1272 w 634"/>
                <a:gd name="T15" fmla="*/ 994 h 643"/>
                <a:gd name="T16" fmla="*/ 1266 w 634"/>
                <a:gd name="T17" fmla="*/ 972 h 6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4"/>
                <a:gd name="T28" fmla="*/ 0 h 643"/>
                <a:gd name="T29" fmla="*/ 634 w 634"/>
                <a:gd name="T30" fmla="*/ 643 h 6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4" h="643">
                  <a:moveTo>
                    <a:pt x="631" y="485"/>
                  </a:moveTo>
                  <a:cubicBezTo>
                    <a:pt x="567" y="289"/>
                    <a:pt x="443" y="120"/>
                    <a:pt x="281" y="0"/>
                  </a:cubicBezTo>
                  <a:cubicBezTo>
                    <a:pt x="203" y="247"/>
                    <a:pt x="203" y="247"/>
                    <a:pt x="203" y="247"/>
                  </a:cubicBezTo>
                  <a:cubicBezTo>
                    <a:pt x="0" y="392"/>
                    <a:pt x="0" y="392"/>
                    <a:pt x="0" y="392"/>
                  </a:cubicBezTo>
                  <a:cubicBezTo>
                    <a:pt x="80" y="453"/>
                    <a:pt x="141" y="537"/>
                    <a:pt x="172" y="634"/>
                  </a:cubicBezTo>
                  <a:cubicBezTo>
                    <a:pt x="173" y="637"/>
                    <a:pt x="174" y="639"/>
                    <a:pt x="175" y="642"/>
                  </a:cubicBezTo>
                  <a:cubicBezTo>
                    <a:pt x="434" y="643"/>
                    <a:pt x="434" y="643"/>
                    <a:pt x="434" y="643"/>
                  </a:cubicBezTo>
                  <a:cubicBezTo>
                    <a:pt x="634" y="496"/>
                    <a:pt x="634" y="496"/>
                    <a:pt x="634" y="496"/>
                  </a:cubicBezTo>
                  <a:cubicBezTo>
                    <a:pt x="633" y="492"/>
                    <a:pt x="632" y="489"/>
                    <a:pt x="631" y="485"/>
                  </a:cubicBezTo>
                  <a:close/>
                </a:path>
              </a:pathLst>
            </a:custGeom>
            <a:solidFill>
              <a:schemeClr val="accent6"/>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sp>
          <p:nvSpPr>
            <p:cNvPr id="161" name="Freeform 13"/>
            <p:cNvSpPr>
              <a:spLocks/>
            </p:cNvSpPr>
            <p:nvPr/>
          </p:nvSpPr>
          <p:spPr bwMode="gray">
            <a:xfrm>
              <a:off x="2885" y="216"/>
              <a:ext cx="1158" cy="1170"/>
            </a:xfrm>
            <a:custGeom>
              <a:avLst/>
              <a:gdLst>
                <a:gd name="T0" fmla="*/ 1144 w 577"/>
                <a:gd name="T1" fmla="*/ 375 h 584"/>
                <a:gd name="T2" fmla="*/ 0 w 577"/>
                <a:gd name="T3" fmla="*/ 0 h 584"/>
                <a:gd name="T4" fmla="*/ 161 w 577"/>
                <a:gd name="T5" fmla="*/ 485 h 584"/>
                <a:gd name="T6" fmla="*/ 0 w 577"/>
                <a:gd name="T7" fmla="*/ 966 h 584"/>
                <a:gd name="T8" fmla="*/ 576 w 577"/>
                <a:gd name="T9" fmla="*/ 1156 h 584"/>
                <a:gd name="T10" fmla="*/ 594 w 577"/>
                <a:gd name="T11" fmla="*/ 1170 h 584"/>
                <a:gd name="T12" fmla="*/ 1001 w 577"/>
                <a:gd name="T13" fmla="*/ 880 h 584"/>
                <a:gd name="T14" fmla="*/ 1158 w 577"/>
                <a:gd name="T15" fmla="*/ 385 h 584"/>
                <a:gd name="T16" fmla="*/ 1144 w 577"/>
                <a:gd name="T17" fmla="*/ 375 h 5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7"/>
                <a:gd name="T28" fmla="*/ 0 h 584"/>
                <a:gd name="T29" fmla="*/ 577 w 577"/>
                <a:gd name="T30" fmla="*/ 584 h 5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7" h="584">
                  <a:moveTo>
                    <a:pt x="570" y="187"/>
                  </a:moveTo>
                  <a:cubicBezTo>
                    <a:pt x="410" y="70"/>
                    <a:pt x="213" y="1"/>
                    <a:pt x="0" y="0"/>
                  </a:cubicBezTo>
                  <a:cubicBezTo>
                    <a:pt x="80" y="242"/>
                    <a:pt x="80" y="242"/>
                    <a:pt x="80" y="242"/>
                  </a:cubicBezTo>
                  <a:cubicBezTo>
                    <a:pt x="0" y="482"/>
                    <a:pt x="0" y="482"/>
                    <a:pt x="0" y="482"/>
                  </a:cubicBezTo>
                  <a:cubicBezTo>
                    <a:pt x="108" y="483"/>
                    <a:pt x="206" y="518"/>
                    <a:pt x="287" y="577"/>
                  </a:cubicBezTo>
                  <a:cubicBezTo>
                    <a:pt x="290" y="579"/>
                    <a:pt x="293" y="582"/>
                    <a:pt x="296" y="584"/>
                  </a:cubicBezTo>
                  <a:cubicBezTo>
                    <a:pt x="499" y="439"/>
                    <a:pt x="499" y="439"/>
                    <a:pt x="499" y="439"/>
                  </a:cubicBezTo>
                  <a:cubicBezTo>
                    <a:pt x="577" y="192"/>
                    <a:pt x="577" y="192"/>
                    <a:pt x="577" y="192"/>
                  </a:cubicBezTo>
                  <a:cubicBezTo>
                    <a:pt x="575" y="190"/>
                    <a:pt x="573" y="189"/>
                    <a:pt x="570" y="187"/>
                  </a:cubicBezTo>
                  <a:close/>
                </a:path>
              </a:pathLst>
            </a:custGeom>
            <a:solidFill>
              <a:schemeClr val="accent1"/>
            </a:solidFill>
            <a:ln w="9525">
              <a:noFill/>
              <a:miter lim="800000"/>
              <a:headEnd/>
              <a:tailEnd/>
            </a:ln>
          </p:spPr>
          <p:txBody>
            <a:bodyPr lIns="36116" tIns="36116" rIns="36116" bIns="36116" anchor="ctr" anchorCtr="0"/>
            <a:lstStyle/>
            <a:p>
              <a:pPr algn="ctr" eaLnBrk="0" hangingPunct="0">
                <a:spcBef>
                  <a:spcPts val="325"/>
                </a:spcBef>
              </a:pPr>
              <a:endParaRPr lang="en-US" sz="1463" dirty="0"/>
            </a:p>
          </p:txBody>
        </p:sp>
      </p:grpSp>
    </p:spTree>
    <p:extLst>
      <p:ext uri="{BB962C8B-B14F-4D97-AF65-F5344CB8AC3E}">
        <p14:creationId xmlns:p14="http://schemas.microsoft.com/office/powerpoint/2010/main" val="520969877"/>
      </p:ext>
    </p:extLst>
  </p:cSld>
  <p:clrMapOvr>
    <a:masterClrMapping/>
  </p:clrMapOvr>
  <p:transition>
    <p:fade/>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Process ending in a closed loop</a:t>
            </a:r>
            <a:endParaRPr lang="en-US" dirty="0"/>
          </a:p>
        </p:txBody>
      </p:sp>
      <p:sp>
        <p:nvSpPr>
          <p:cNvPr id="676865" name="Title 1"/>
          <p:cNvSpPr>
            <a:spLocks noGrp="1"/>
          </p:cNvSpPr>
          <p:nvPr>
            <p:ph type="title"/>
          </p:nvPr>
        </p:nvSpPr>
        <p:spPr/>
        <p:txBody>
          <a:bodyPr/>
          <a:lstStyle/>
          <a:p>
            <a:r>
              <a:rPr lang="en-US"/>
              <a:t>Circles</a:t>
            </a:r>
            <a:endParaRPr lang="en-US" dirty="0"/>
          </a:p>
        </p:txBody>
      </p:sp>
      <p:sp>
        <p:nvSpPr>
          <p:cNvPr id="3" name="Content Placeholder 2">
            <a:extLst>
              <a:ext uri="{FF2B5EF4-FFF2-40B4-BE49-F238E27FC236}">
                <a16:creationId xmlns:a16="http://schemas.microsoft.com/office/drawing/2014/main" id="{94659B31-A39C-FA7E-5BFC-13D1E802569F}"/>
              </a:ext>
            </a:extLst>
          </p:cNvPr>
          <p:cNvSpPr>
            <a:spLocks noGrp="1"/>
          </p:cNvSpPr>
          <p:nvPr>
            <p:ph idx="1"/>
          </p:nvPr>
        </p:nvSpPr>
        <p:spPr/>
        <p:txBody>
          <a:bodyPr/>
          <a:lstStyle/>
          <a:p>
            <a:r>
              <a:rPr lang="en-US" dirty="0"/>
              <a:t>Chart title</a:t>
            </a:r>
          </a:p>
        </p:txBody>
      </p:sp>
      <p:sp>
        <p:nvSpPr>
          <p:cNvPr id="24" name="Freeform 2"/>
          <p:cNvSpPr>
            <a:spLocks/>
          </p:cNvSpPr>
          <p:nvPr/>
        </p:nvSpPr>
        <p:spPr bwMode="blackWhite">
          <a:xfrm>
            <a:off x="6002545" y="3092575"/>
            <a:ext cx="1078323" cy="1463794"/>
          </a:xfrm>
          <a:custGeom>
            <a:avLst/>
            <a:gdLst>
              <a:gd name="T0" fmla="*/ 461616 w 852"/>
              <a:gd name="T1" fmla="*/ 1873218 h 1157"/>
              <a:gd name="T2" fmla="*/ 1493670 w 852"/>
              <a:gd name="T3" fmla="*/ 1852152 h 1157"/>
              <a:gd name="T4" fmla="*/ 1172469 w 852"/>
              <a:gd name="T5" fmla="*/ 1672284 h 1157"/>
              <a:gd name="T6" fmla="*/ 1233901 w 852"/>
              <a:gd name="T7" fmla="*/ 1552372 h 1157"/>
              <a:gd name="T8" fmla="*/ 1286557 w 852"/>
              <a:gd name="T9" fmla="*/ 1429219 h 1157"/>
              <a:gd name="T10" fmla="*/ 1330437 w 852"/>
              <a:gd name="T11" fmla="*/ 1302826 h 1157"/>
              <a:gd name="T12" fmla="*/ 1360275 w 852"/>
              <a:gd name="T13" fmla="*/ 1171571 h 1157"/>
              <a:gd name="T14" fmla="*/ 1386603 w 852"/>
              <a:gd name="T15" fmla="*/ 1040316 h 1157"/>
              <a:gd name="T16" fmla="*/ 1400645 w 852"/>
              <a:gd name="T17" fmla="*/ 909061 h 1157"/>
              <a:gd name="T18" fmla="*/ 1405910 w 852"/>
              <a:gd name="T19" fmla="*/ 774566 h 1157"/>
              <a:gd name="T20" fmla="*/ 1400645 w 852"/>
              <a:gd name="T21" fmla="*/ 640070 h 1157"/>
              <a:gd name="T22" fmla="*/ 1384848 w 852"/>
              <a:gd name="T23" fmla="*/ 508815 h 1157"/>
              <a:gd name="T24" fmla="*/ 1360275 w 852"/>
              <a:gd name="T25" fmla="*/ 377560 h 1157"/>
              <a:gd name="T26" fmla="*/ 1326926 w 852"/>
              <a:gd name="T27" fmla="*/ 247926 h 1157"/>
              <a:gd name="T28" fmla="*/ 1281291 w 852"/>
              <a:gd name="T29" fmla="*/ 121532 h 1157"/>
              <a:gd name="T30" fmla="*/ 1230391 w 852"/>
              <a:gd name="T31" fmla="*/ 0 h 1157"/>
              <a:gd name="T32" fmla="*/ 956581 w 852"/>
              <a:gd name="T33" fmla="*/ 479647 h 1157"/>
              <a:gd name="T34" fmla="*/ 365080 w 852"/>
              <a:gd name="T35" fmla="*/ 471545 h 1157"/>
              <a:gd name="T36" fmla="*/ 389653 w 852"/>
              <a:gd name="T37" fmla="*/ 559048 h 1157"/>
              <a:gd name="T38" fmla="*/ 405450 w 852"/>
              <a:gd name="T39" fmla="*/ 651413 h 1157"/>
              <a:gd name="T40" fmla="*/ 412470 w 852"/>
              <a:gd name="T41" fmla="*/ 743777 h 1157"/>
              <a:gd name="T42" fmla="*/ 410715 w 852"/>
              <a:gd name="T43" fmla="*/ 832901 h 1157"/>
              <a:gd name="T44" fmla="*/ 401939 w 852"/>
              <a:gd name="T45" fmla="*/ 925266 h 1157"/>
              <a:gd name="T46" fmla="*/ 380877 w 852"/>
              <a:gd name="T47" fmla="*/ 1016010 h 1157"/>
              <a:gd name="T48" fmla="*/ 356304 w 852"/>
              <a:gd name="T49" fmla="*/ 1106754 h 1157"/>
              <a:gd name="T50" fmla="*/ 317690 w 852"/>
              <a:gd name="T51" fmla="*/ 1189396 h 1157"/>
              <a:gd name="T52" fmla="*/ 0 w 852"/>
              <a:gd name="T53" fmla="*/ 1017630 h 1157"/>
              <a:gd name="T54" fmla="*/ 461616 w 852"/>
              <a:gd name="T55" fmla="*/ 1873218 h 115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52"/>
              <a:gd name="T85" fmla="*/ 0 h 1157"/>
              <a:gd name="T86" fmla="*/ 852 w 852"/>
              <a:gd name="T87" fmla="*/ 1157 h 115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52" h="1157">
                <a:moveTo>
                  <a:pt x="263" y="1156"/>
                </a:moveTo>
                <a:lnTo>
                  <a:pt x="851" y="1143"/>
                </a:lnTo>
                <a:lnTo>
                  <a:pt x="668" y="1032"/>
                </a:lnTo>
                <a:lnTo>
                  <a:pt x="703" y="958"/>
                </a:lnTo>
                <a:lnTo>
                  <a:pt x="733" y="882"/>
                </a:lnTo>
                <a:lnTo>
                  <a:pt x="758" y="804"/>
                </a:lnTo>
                <a:lnTo>
                  <a:pt x="775" y="723"/>
                </a:lnTo>
                <a:lnTo>
                  <a:pt x="790" y="642"/>
                </a:lnTo>
                <a:lnTo>
                  <a:pt x="798" y="561"/>
                </a:lnTo>
                <a:lnTo>
                  <a:pt x="801" y="478"/>
                </a:lnTo>
                <a:lnTo>
                  <a:pt x="798" y="395"/>
                </a:lnTo>
                <a:lnTo>
                  <a:pt x="789" y="314"/>
                </a:lnTo>
                <a:lnTo>
                  <a:pt x="775" y="233"/>
                </a:lnTo>
                <a:lnTo>
                  <a:pt x="756" y="153"/>
                </a:lnTo>
                <a:lnTo>
                  <a:pt x="730" y="75"/>
                </a:lnTo>
                <a:lnTo>
                  <a:pt x="701" y="0"/>
                </a:lnTo>
                <a:lnTo>
                  <a:pt x="545" y="296"/>
                </a:lnTo>
                <a:lnTo>
                  <a:pt x="208" y="291"/>
                </a:lnTo>
                <a:lnTo>
                  <a:pt x="222" y="345"/>
                </a:lnTo>
                <a:lnTo>
                  <a:pt x="231" y="402"/>
                </a:lnTo>
                <a:lnTo>
                  <a:pt x="235" y="459"/>
                </a:lnTo>
                <a:lnTo>
                  <a:pt x="234" y="514"/>
                </a:lnTo>
                <a:lnTo>
                  <a:pt x="229" y="571"/>
                </a:lnTo>
                <a:lnTo>
                  <a:pt x="217" y="627"/>
                </a:lnTo>
                <a:lnTo>
                  <a:pt x="203" y="683"/>
                </a:lnTo>
                <a:lnTo>
                  <a:pt x="181" y="734"/>
                </a:lnTo>
                <a:lnTo>
                  <a:pt x="0" y="628"/>
                </a:lnTo>
                <a:lnTo>
                  <a:pt x="263" y="1156"/>
                </a:lnTo>
              </a:path>
            </a:pathLst>
          </a:custGeom>
          <a:solidFill>
            <a:schemeClr val="accent1"/>
          </a:solidFill>
          <a:ln w="12700" cap="rnd">
            <a:noFill/>
            <a:round/>
            <a:headEnd/>
            <a:tailEnd/>
          </a:ln>
        </p:spPr>
        <p:txBody>
          <a:bodyPr/>
          <a:lstStyle/>
          <a:p>
            <a:pPr algn="ctr" eaLnBrk="1" hangingPunct="1">
              <a:spcBef>
                <a:spcPct val="20000"/>
              </a:spcBef>
              <a:buClr>
                <a:schemeClr val="bg1"/>
              </a:buClr>
              <a:defRPr/>
            </a:pPr>
            <a:endParaRPr lang="en-GB" sz="1000" dirty="0">
              <a:solidFill>
                <a:srgbClr val="FFFFFF"/>
              </a:solidFill>
              <a:latin typeface="Aptos" panose="020B0004020202020204" pitchFamily="34" charset="0"/>
              <a:cs typeface="Arial" pitchFamily="34" charset="0"/>
            </a:endParaRPr>
          </a:p>
        </p:txBody>
      </p:sp>
      <p:sp>
        <p:nvSpPr>
          <p:cNvPr id="25" name="Freeform 3"/>
          <p:cNvSpPr>
            <a:spLocks/>
          </p:cNvSpPr>
          <p:nvPr/>
        </p:nvSpPr>
        <p:spPr bwMode="blackWhite">
          <a:xfrm>
            <a:off x="5612719" y="2197690"/>
            <a:ext cx="1401797" cy="1214688"/>
          </a:xfrm>
          <a:custGeom>
            <a:avLst/>
            <a:gdLst>
              <a:gd name="T0" fmla="*/ 2147483647 w 1109"/>
              <a:gd name="T1" fmla="*/ 2147483647 h 962"/>
              <a:gd name="T2" fmla="*/ 2147483647 w 1109"/>
              <a:gd name="T3" fmla="*/ 2147483647 h 962"/>
              <a:gd name="T4" fmla="*/ 2147483647 w 1109"/>
              <a:gd name="T5" fmla="*/ 2147483647 h 962"/>
              <a:gd name="T6" fmla="*/ 2147483647 w 1109"/>
              <a:gd name="T7" fmla="*/ 2147483647 h 962"/>
              <a:gd name="T8" fmla="*/ 2147483647 w 1109"/>
              <a:gd name="T9" fmla="*/ 2147483647 h 962"/>
              <a:gd name="T10" fmla="*/ 2147483647 w 1109"/>
              <a:gd name="T11" fmla="*/ 2147483647 h 962"/>
              <a:gd name="T12" fmla="*/ 2147483647 w 1109"/>
              <a:gd name="T13" fmla="*/ 2147483647 h 962"/>
              <a:gd name="T14" fmla="*/ 2147483647 w 1109"/>
              <a:gd name="T15" fmla="*/ 2147483647 h 962"/>
              <a:gd name="T16" fmla="*/ 2147483647 w 1109"/>
              <a:gd name="T17" fmla="*/ 2147483647 h 962"/>
              <a:gd name="T18" fmla="*/ 2147483647 w 1109"/>
              <a:gd name="T19" fmla="*/ 2147483647 h 962"/>
              <a:gd name="T20" fmla="*/ 2147483647 w 1109"/>
              <a:gd name="T21" fmla="*/ 2147483647 h 962"/>
              <a:gd name="T22" fmla="*/ 2147483647 w 1109"/>
              <a:gd name="T23" fmla="*/ 2147483647 h 962"/>
              <a:gd name="T24" fmla="*/ 2147483647 w 1109"/>
              <a:gd name="T25" fmla="*/ 2147483647 h 962"/>
              <a:gd name="T26" fmla="*/ 2147483647 w 1109"/>
              <a:gd name="T27" fmla="*/ 2147483647 h 962"/>
              <a:gd name="T28" fmla="*/ 2147483647 w 1109"/>
              <a:gd name="T29" fmla="*/ 2147483647 h 962"/>
              <a:gd name="T30" fmla="*/ 2147483647 w 1109"/>
              <a:gd name="T31" fmla="*/ 2147483647 h 962"/>
              <a:gd name="T32" fmla="*/ 2147483647 w 1109"/>
              <a:gd name="T33" fmla="*/ 2147483647 h 962"/>
              <a:gd name="T34" fmla="*/ 2147483647 w 1109"/>
              <a:gd name="T35" fmla="*/ 2147483647 h 962"/>
              <a:gd name="T36" fmla="*/ 2147483647 w 1109"/>
              <a:gd name="T37" fmla="*/ 2147483647 h 962"/>
              <a:gd name="T38" fmla="*/ 0 w 1109"/>
              <a:gd name="T39" fmla="*/ 0 h 962"/>
              <a:gd name="T40" fmla="*/ 2147483647 w 1109"/>
              <a:gd name="T41" fmla="*/ 2147483647 h 962"/>
              <a:gd name="T42" fmla="*/ 2147483647 w 1109"/>
              <a:gd name="T43" fmla="*/ 2147483647 h 962"/>
              <a:gd name="T44" fmla="*/ 2147483647 w 1109"/>
              <a:gd name="T45" fmla="*/ 2147483647 h 962"/>
              <a:gd name="T46" fmla="*/ 2147483647 w 1109"/>
              <a:gd name="T47" fmla="*/ 2147483647 h 962"/>
              <a:gd name="T48" fmla="*/ 2147483647 w 1109"/>
              <a:gd name="T49" fmla="*/ 2147483647 h 962"/>
              <a:gd name="T50" fmla="*/ 2147483647 w 1109"/>
              <a:gd name="T51" fmla="*/ 2147483647 h 962"/>
              <a:gd name="T52" fmla="*/ 2147483647 w 1109"/>
              <a:gd name="T53" fmla="*/ 2147483647 h 962"/>
              <a:gd name="T54" fmla="*/ 2147483647 w 1109"/>
              <a:gd name="T55" fmla="*/ 2147483647 h 962"/>
              <a:gd name="T56" fmla="*/ 2147483647 w 1109"/>
              <a:gd name="T57" fmla="*/ 2147483647 h 962"/>
              <a:gd name="T58" fmla="*/ 2147483647 w 1109"/>
              <a:gd name="T59" fmla="*/ 2147483647 h 962"/>
              <a:gd name="T60" fmla="*/ 2147483647 w 1109"/>
              <a:gd name="T61" fmla="*/ 2147483647 h 96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9"/>
              <a:gd name="T94" fmla="*/ 0 h 962"/>
              <a:gd name="T95" fmla="*/ 1109 w 1109"/>
              <a:gd name="T96" fmla="*/ 962 h 962"/>
              <a:gd name="connsiteX0" fmla="*/ 2218 w 9991"/>
              <a:gd name="connsiteY0" fmla="*/ 9969 h 9990"/>
              <a:gd name="connsiteX1" fmla="*/ 7565 w 9991"/>
              <a:gd name="connsiteY1" fmla="*/ 9990 h 9990"/>
              <a:gd name="connsiteX2" fmla="*/ 8422 w 9991"/>
              <a:gd name="connsiteY2" fmla="*/ 8170 h 9990"/>
              <a:gd name="connsiteX3" fmla="*/ 9225 w 9991"/>
              <a:gd name="connsiteY3" fmla="*/ 6351 h 9990"/>
              <a:gd name="connsiteX4" fmla="*/ 9991 w 9991"/>
              <a:gd name="connsiteY4" fmla="*/ 4459 h 9990"/>
              <a:gd name="connsiteX5" fmla="*/ 8386 w 9991"/>
              <a:gd name="connsiteY5" fmla="*/ 5603 h 9990"/>
              <a:gd name="connsiteX6" fmla="*/ 7980 w 9991"/>
              <a:gd name="connsiteY6" fmla="*/ 4896 h 9990"/>
              <a:gd name="connsiteX7" fmla="*/ 7547 w 9991"/>
              <a:gd name="connsiteY7" fmla="*/ 4220 h 9990"/>
              <a:gd name="connsiteX8" fmla="*/ 7060 w 9991"/>
              <a:gd name="connsiteY8" fmla="*/ 3576 h 9990"/>
              <a:gd name="connsiteX9" fmla="*/ 6528 w 9991"/>
              <a:gd name="connsiteY9" fmla="*/ 2983 h 9990"/>
              <a:gd name="connsiteX10" fmla="*/ 5978 w 9991"/>
              <a:gd name="connsiteY10" fmla="*/ 2443 h 9990"/>
              <a:gd name="connsiteX11" fmla="*/ 5392 w 9991"/>
              <a:gd name="connsiteY11" fmla="*/ 1954 h 9990"/>
              <a:gd name="connsiteX12" fmla="*/ 4779 w 9991"/>
              <a:gd name="connsiteY12" fmla="*/ 1507 h 9990"/>
              <a:gd name="connsiteX13" fmla="*/ 4148 w 9991"/>
              <a:gd name="connsiteY13" fmla="*/ 1112 h 9990"/>
              <a:gd name="connsiteX14" fmla="*/ 3490 w 9991"/>
              <a:gd name="connsiteY14" fmla="*/ 780 h 9990"/>
              <a:gd name="connsiteX15" fmla="*/ 2804 w 9991"/>
              <a:gd name="connsiteY15" fmla="*/ 499 h 9990"/>
              <a:gd name="connsiteX16" fmla="*/ 2128 w 9991"/>
              <a:gd name="connsiteY16" fmla="*/ 281 h 9990"/>
              <a:gd name="connsiteX17" fmla="*/ 1425 w 9991"/>
              <a:gd name="connsiteY17" fmla="*/ 125 h 9990"/>
              <a:gd name="connsiteX18" fmla="*/ 712 w 9991"/>
              <a:gd name="connsiteY18" fmla="*/ 21 h 9990"/>
              <a:gd name="connsiteX19" fmla="*/ 0 w 9991"/>
              <a:gd name="connsiteY19" fmla="*/ 0 h 9990"/>
              <a:gd name="connsiteX20" fmla="*/ 1894 w 9991"/>
              <a:gd name="connsiteY20" fmla="*/ 2879 h 9990"/>
              <a:gd name="connsiteX21" fmla="*/ 625 w 9991"/>
              <a:gd name="connsiteY21" fmla="*/ 6191 h 9990"/>
              <a:gd name="connsiteX22" fmla="*/ 1208 w 9991"/>
              <a:gd name="connsiteY22" fmla="*/ 6383 h 9990"/>
              <a:gd name="connsiteX23" fmla="*/ 1677 w 9991"/>
              <a:gd name="connsiteY23" fmla="*/ 6559 h 9990"/>
              <a:gd name="connsiteX24" fmla="*/ 2128 w 9991"/>
              <a:gd name="connsiteY24" fmla="*/ 6798 h 9990"/>
              <a:gd name="connsiteX25" fmla="*/ 2552 w 9991"/>
              <a:gd name="connsiteY25" fmla="*/ 7079 h 9990"/>
              <a:gd name="connsiteX26" fmla="*/ 2958 w 9991"/>
              <a:gd name="connsiteY26" fmla="*/ 7432 h 9990"/>
              <a:gd name="connsiteX27" fmla="*/ 3336 w 9991"/>
              <a:gd name="connsiteY27" fmla="*/ 7817 h 9990"/>
              <a:gd name="connsiteX28" fmla="*/ 3679 w 9991"/>
              <a:gd name="connsiteY28" fmla="*/ 8233 h 9990"/>
              <a:gd name="connsiteX29" fmla="*/ 4022 w 9991"/>
              <a:gd name="connsiteY29" fmla="*/ 8701 h 9990"/>
              <a:gd name="connsiteX30" fmla="*/ 2218 w 9991"/>
              <a:gd name="connsiteY30" fmla="*/ 9969 h 9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991" h="9990">
                <a:moveTo>
                  <a:pt x="2218" y="9969"/>
                </a:moveTo>
                <a:lnTo>
                  <a:pt x="7565" y="9990"/>
                </a:lnTo>
                <a:lnTo>
                  <a:pt x="8422" y="8170"/>
                </a:lnTo>
                <a:lnTo>
                  <a:pt x="9225" y="6351"/>
                </a:lnTo>
                <a:lnTo>
                  <a:pt x="9991" y="4459"/>
                </a:lnTo>
                <a:lnTo>
                  <a:pt x="8386" y="5603"/>
                </a:lnTo>
                <a:lnTo>
                  <a:pt x="7980" y="4896"/>
                </a:lnTo>
                <a:lnTo>
                  <a:pt x="7547" y="4220"/>
                </a:lnTo>
                <a:lnTo>
                  <a:pt x="7060" y="3576"/>
                </a:lnTo>
                <a:lnTo>
                  <a:pt x="6528" y="2983"/>
                </a:lnTo>
                <a:lnTo>
                  <a:pt x="5978" y="2443"/>
                </a:lnTo>
                <a:lnTo>
                  <a:pt x="5392" y="1954"/>
                </a:lnTo>
                <a:lnTo>
                  <a:pt x="4779" y="1507"/>
                </a:lnTo>
                <a:lnTo>
                  <a:pt x="4148" y="1112"/>
                </a:lnTo>
                <a:lnTo>
                  <a:pt x="3490" y="780"/>
                </a:lnTo>
                <a:lnTo>
                  <a:pt x="2804" y="499"/>
                </a:lnTo>
                <a:lnTo>
                  <a:pt x="2128" y="281"/>
                </a:lnTo>
                <a:lnTo>
                  <a:pt x="1425" y="125"/>
                </a:lnTo>
                <a:lnTo>
                  <a:pt x="712" y="21"/>
                </a:lnTo>
                <a:lnTo>
                  <a:pt x="0" y="0"/>
                </a:lnTo>
                <a:lnTo>
                  <a:pt x="1894" y="2879"/>
                </a:lnTo>
                <a:lnTo>
                  <a:pt x="625" y="6191"/>
                </a:lnTo>
                <a:lnTo>
                  <a:pt x="1208" y="6383"/>
                </a:lnTo>
                <a:lnTo>
                  <a:pt x="1677" y="6559"/>
                </a:lnTo>
                <a:lnTo>
                  <a:pt x="2128" y="6798"/>
                </a:lnTo>
                <a:lnTo>
                  <a:pt x="2552" y="7079"/>
                </a:lnTo>
                <a:lnTo>
                  <a:pt x="2958" y="7432"/>
                </a:lnTo>
                <a:lnTo>
                  <a:pt x="3336" y="7817"/>
                </a:lnTo>
                <a:lnTo>
                  <a:pt x="3679" y="8233"/>
                </a:lnTo>
                <a:lnTo>
                  <a:pt x="4022" y="8701"/>
                </a:lnTo>
                <a:lnTo>
                  <a:pt x="2218" y="9969"/>
                </a:lnTo>
              </a:path>
            </a:pathLst>
          </a:custGeom>
          <a:solidFill>
            <a:schemeClr val="accent1"/>
          </a:solidFill>
          <a:ln w="12700" cap="rnd">
            <a:noFill/>
            <a:round/>
            <a:headEnd/>
            <a:tailEnd/>
          </a:ln>
        </p:spPr>
        <p:txBody>
          <a:bodyPr/>
          <a:lstStyle/>
          <a:p>
            <a:pPr algn="ctr" eaLnBrk="1" hangingPunct="1">
              <a:spcBef>
                <a:spcPct val="20000"/>
              </a:spcBef>
              <a:buClr>
                <a:schemeClr val="bg1"/>
              </a:buClr>
            </a:pPr>
            <a:endParaRPr lang="en-GB" sz="1000" dirty="0">
              <a:solidFill>
                <a:srgbClr val="FFFFFF"/>
              </a:solidFill>
              <a:latin typeface="Aptos" panose="020B0004020202020204" pitchFamily="34" charset="0"/>
              <a:cs typeface="Arial" pitchFamily="34" charset="0"/>
            </a:endParaRPr>
          </a:p>
        </p:txBody>
      </p:sp>
      <p:sp>
        <p:nvSpPr>
          <p:cNvPr id="26" name="Freeform 4"/>
          <p:cNvSpPr>
            <a:spLocks/>
          </p:cNvSpPr>
          <p:nvPr/>
        </p:nvSpPr>
        <p:spPr bwMode="blackWhite">
          <a:xfrm>
            <a:off x="2825137" y="1949361"/>
            <a:ext cx="3011916" cy="1343912"/>
          </a:xfrm>
          <a:custGeom>
            <a:avLst/>
            <a:gdLst>
              <a:gd name="T0" fmla="*/ 0 w 2206"/>
              <a:gd name="T1" fmla="*/ 2147483647 h 1099"/>
              <a:gd name="T2" fmla="*/ 2147483647 w 2206"/>
              <a:gd name="T3" fmla="*/ 2147483647 h 1099"/>
              <a:gd name="T4" fmla="*/ 2147483647 w 2206"/>
              <a:gd name="T5" fmla="*/ 2147483647 h 1099"/>
              <a:gd name="T6" fmla="*/ 2147483647 w 2206"/>
              <a:gd name="T7" fmla="*/ 2147483647 h 1099"/>
              <a:gd name="T8" fmla="*/ 2147483647 w 2206"/>
              <a:gd name="T9" fmla="*/ 2147483647 h 1099"/>
              <a:gd name="T10" fmla="*/ 2147483647 w 2206"/>
              <a:gd name="T11" fmla="*/ 2147483647 h 1099"/>
              <a:gd name="T12" fmla="*/ 2147483647 w 2206"/>
              <a:gd name="T13" fmla="*/ 2147483647 h 1099"/>
              <a:gd name="T14" fmla="*/ 2147483647 w 2206"/>
              <a:gd name="T15" fmla="*/ 2147483647 h 1099"/>
              <a:gd name="T16" fmla="*/ 2147483647 w 2206"/>
              <a:gd name="T17" fmla="*/ 2147483647 h 1099"/>
              <a:gd name="T18" fmla="*/ 2147483647 w 2206"/>
              <a:gd name="T19" fmla="*/ 2147483647 h 1099"/>
              <a:gd name="T20" fmla="*/ 2147483647 w 2206"/>
              <a:gd name="T21" fmla="*/ 2147483647 h 1099"/>
              <a:gd name="T22" fmla="*/ 2147483647 w 2206"/>
              <a:gd name="T23" fmla="*/ 2147483647 h 1099"/>
              <a:gd name="T24" fmla="*/ 2147483647 w 2206"/>
              <a:gd name="T25" fmla="*/ 2147483647 h 1099"/>
              <a:gd name="T26" fmla="*/ 2147483647 w 2206"/>
              <a:gd name="T27" fmla="*/ 2147483647 h 1099"/>
              <a:gd name="T28" fmla="*/ 2147483647 w 2206"/>
              <a:gd name="T29" fmla="*/ 0 h 1099"/>
              <a:gd name="T30" fmla="*/ 2147483647 w 2206"/>
              <a:gd name="T31" fmla="*/ 2147483647 h 1099"/>
              <a:gd name="T32" fmla="*/ 0 w 2206"/>
              <a:gd name="T33" fmla="*/ 2147483647 h 1099"/>
              <a:gd name="T34" fmla="*/ 0 w 2206"/>
              <a:gd name="T35" fmla="*/ 2147483647 h 109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06"/>
              <a:gd name="T55" fmla="*/ 0 h 1099"/>
              <a:gd name="T56" fmla="*/ 2206 w 2206"/>
              <a:gd name="T57" fmla="*/ 1099 h 1099"/>
              <a:gd name="connsiteX0" fmla="*/ 0 w 2205"/>
              <a:gd name="connsiteY0" fmla="*/ 864 h 1098"/>
              <a:gd name="connsiteX1" fmla="*/ 1339 w 2205"/>
              <a:gd name="connsiteY1" fmla="*/ 864 h 1098"/>
              <a:gd name="connsiteX2" fmla="*/ 1191 w 2205"/>
              <a:gd name="connsiteY2" fmla="*/ 1011 h 1098"/>
              <a:gd name="connsiteX3" fmla="*/ 1552 w 2205"/>
              <a:gd name="connsiteY3" fmla="*/ 1098 h 1098"/>
              <a:gd name="connsiteX4" fmla="*/ 1587 w 2205"/>
              <a:gd name="connsiteY4" fmla="*/ 1045 h 1098"/>
              <a:gd name="connsiteX5" fmla="*/ 1625 w 2205"/>
              <a:gd name="connsiteY5" fmla="*/ 996 h 1098"/>
              <a:gd name="connsiteX6" fmla="*/ 1666 w 2205"/>
              <a:gd name="connsiteY6" fmla="*/ 948 h 1098"/>
              <a:gd name="connsiteX7" fmla="*/ 1711 w 2205"/>
              <a:gd name="connsiteY7" fmla="*/ 906 h 1098"/>
              <a:gd name="connsiteX8" fmla="*/ 1754 w 2205"/>
              <a:gd name="connsiteY8" fmla="*/ 872 h 1098"/>
              <a:gd name="connsiteX9" fmla="*/ 1800 w 2205"/>
              <a:gd name="connsiteY9" fmla="*/ 845 h 1098"/>
              <a:gd name="connsiteX10" fmla="*/ 1850 w 2205"/>
              <a:gd name="connsiteY10" fmla="*/ 822 h 1098"/>
              <a:gd name="connsiteX11" fmla="*/ 1900 w 2205"/>
              <a:gd name="connsiteY11" fmla="*/ 803 h 1098"/>
              <a:gd name="connsiteX12" fmla="*/ 1953 w 2205"/>
              <a:gd name="connsiteY12" fmla="*/ 790 h 1098"/>
              <a:gd name="connsiteX13" fmla="*/ 1983 w 2205"/>
              <a:gd name="connsiteY13" fmla="*/ 1013 h 1098"/>
              <a:gd name="connsiteX14" fmla="*/ 2205 w 2205"/>
              <a:gd name="connsiteY14" fmla="*/ 471 h 1098"/>
              <a:gd name="connsiteX15" fmla="*/ 1872 w 2205"/>
              <a:gd name="connsiteY15" fmla="*/ 0 h 1098"/>
              <a:gd name="connsiteX16" fmla="*/ 1873 w 2205"/>
              <a:gd name="connsiteY16" fmla="*/ 196 h 1098"/>
              <a:gd name="connsiteX17" fmla="*/ 0 w 2205"/>
              <a:gd name="connsiteY17" fmla="*/ 196 h 1098"/>
              <a:gd name="connsiteX18" fmla="*/ 0 w 2205"/>
              <a:gd name="connsiteY18" fmla="*/ 864 h 1098"/>
              <a:gd name="connsiteX0" fmla="*/ 0 w 2205"/>
              <a:gd name="connsiteY0" fmla="*/ 864 h 1098"/>
              <a:gd name="connsiteX1" fmla="*/ 881 w 2205"/>
              <a:gd name="connsiteY1" fmla="*/ 864 h 1098"/>
              <a:gd name="connsiteX2" fmla="*/ 1191 w 2205"/>
              <a:gd name="connsiteY2" fmla="*/ 1011 h 1098"/>
              <a:gd name="connsiteX3" fmla="*/ 1552 w 2205"/>
              <a:gd name="connsiteY3" fmla="*/ 1098 h 1098"/>
              <a:gd name="connsiteX4" fmla="*/ 1587 w 2205"/>
              <a:gd name="connsiteY4" fmla="*/ 1045 h 1098"/>
              <a:gd name="connsiteX5" fmla="*/ 1625 w 2205"/>
              <a:gd name="connsiteY5" fmla="*/ 996 h 1098"/>
              <a:gd name="connsiteX6" fmla="*/ 1666 w 2205"/>
              <a:gd name="connsiteY6" fmla="*/ 948 h 1098"/>
              <a:gd name="connsiteX7" fmla="*/ 1711 w 2205"/>
              <a:gd name="connsiteY7" fmla="*/ 906 h 1098"/>
              <a:gd name="connsiteX8" fmla="*/ 1754 w 2205"/>
              <a:gd name="connsiteY8" fmla="*/ 872 h 1098"/>
              <a:gd name="connsiteX9" fmla="*/ 1800 w 2205"/>
              <a:gd name="connsiteY9" fmla="*/ 845 h 1098"/>
              <a:gd name="connsiteX10" fmla="*/ 1850 w 2205"/>
              <a:gd name="connsiteY10" fmla="*/ 822 h 1098"/>
              <a:gd name="connsiteX11" fmla="*/ 1900 w 2205"/>
              <a:gd name="connsiteY11" fmla="*/ 803 h 1098"/>
              <a:gd name="connsiteX12" fmla="*/ 1953 w 2205"/>
              <a:gd name="connsiteY12" fmla="*/ 790 h 1098"/>
              <a:gd name="connsiteX13" fmla="*/ 1983 w 2205"/>
              <a:gd name="connsiteY13" fmla="*/ 1013 h 1098"/>
              <a:gd name="connsiteX14" fmla="*/ 2205 w 2205"/>
              <a:gd name="connsiteY14" fmla="*/ 471 h 1098"/>
              <a:gd name="connsiteX15" fmla="*/ 1872 w 2205"/>
              <a:gd name="connsiteY15" fmla="*/ 0 h 1098"/>
              <a:gd name="connsiteX16" fmla="*/ 1873 w 2205"/>
              <a:gd name="connsiteY16" fmla="*/ 196 h 1098"/>
              <a:gd name="connsiteX17" fmla="*/ 0 w 2205"/>
              <a:gd name="connsiteY17" fmla="*/ 196 h 1098"/>
              <a:gd name="connsiteX18" fmla="*/ 0 w 2205"/>
              <a:gd name="connsiteY18" fmla="*/ 864 h 1098"/>
              <a:gd name="connsiteX0" fmla="*/ 0 w 2205"/>
              <a:gd name="connsiteY0" fmla="*/ 864 h 1098"/>
              <a:gd name="connsiteX1" fmla="*/ 881 w 2205"/>
              <a:gd name="connsiteY1" fmla="*/ 864 h 1098"/>
              <a:gd name="connsiteX2" fmla="*/ 760 w 2205"/>
              <a:gd name="connsiteY2" fmla="*/ 787 h 1098"/>
              <a:gd name="connsiteX3" fmla="*/ 1552 w 2205"/>
              <a:gd name="connsiteY3" fmla="*/ 1098 h 1098"/>
              <a:gd name="connsiteX4" fmla="*/ 1587 w 2205"/>
              <a:gd name="connsiteY4" fmla="*/ 1045 h 1098"/>
              <a:gd name="connsiteX5" fmla="*/ 1625 w 2205"/>
              <a:gd name="connsiteY5" fmla="*/ 996 h 1098"/>
              <a:gd name="connsiteX6" fmla="*/ 1666 w 2205"/>
              <a:gd name="connsiteY6" fmla="*/ 948 h 1098"/>
              <a:gd name="connsiteX7" fmla="*/ 1711 w 2205"/>
              <a:gd name="connsiteY7" fmla="*/ 906 h 1098"/>
              <a:gd name="connsiteX8" fmla="*/ 1754 w 2205"/>
              <a:gd name="connsiteY8" fmla="*/ 872 h 1098"/>
              <a:gd name="connsiteX9" fmla="*/ 1800 w 2205"/>
              <a:gd name="connsiteY9" fmla="*/ 845 h 1098"/>
              <a:gd name="connsiteX10" fmla="*/ 1850 w 2205"/>
              <a:gd name="connsiteY10" fmla="*/ 822 h 1098"/>
              <a:gd name="connsiteX11" fmla="*/ 1900 w 2205"/>
              <a:gd name="connsiteY11" fmla="*/ 803 h 1098"/>
              <a:gd name="connsiteX12" fmla="*/ 1953 w 2205"/>
              <a:gd name="connsiteY12" fmla="*/ 790 h 1098"/>
              <a:gd name="connsiteX13" fmla="*/ 1983 w 2205"/>
              <a:gd name="connsiteY13" fmla="*/ 1013 h 1098"/>
              <a:gd name="connsiteX14" fmla="*/ 2205 w 2205"/>
              <a:gd name="connsiteY14" fmla="*/ 471 h 1098"/>
              <a:gd name="connsiteX15" fmla="*/ 1872 w 2205"/>
              <a:gd name="connsiteY15" fmla="*/ 0 h 1098"/>
              <a:gd name="connsiteX16" fmla="*/ 1873 w 2205"/>
              <a:gd name="connsiteY16" fmla="*/ 196 h 1098"/>
              <a:gd name="connsiteX17" fmla="*/ 0 w 2205"/>
              <a:gd name="connsiteY17" fmla="*/ 196 h 1098"/>
              <a:gd name="connsiteX18" fmla="*/ 0 w 2205"/>
              <a:gd name="connsiteY18" fmla="*/ 864 h 1098"/>
              <a:gd name="connsiteX0" fmla="*/ 0 w 2205"/>
              <a:gd name="connsiteY0" fmla="*/ 864 h 1063"/>
              <a:gd name="connsiteX1" fmla="*/ 881 w 2205"/>
              <a:gd name="connsiteY1" fmla="*/ 864 h 1063"/>
              <a:gd name="connsiteX2" fmla="*/ 760 w 2205"/>
              <a:gd name="connsiteY2" fmla="*/ 787 h 1063"/>
              <a:gd name="connsiteX3" fmla="*/ 1419 w 2205"/>
              <a:gd name="connsiteY3" fmla="*/ 805 h 1063"/>
              <a:gd name="connsiteX4" fmla="*/ 1587 w 2205"/>
              <a:gd name="connsiteY4" fmla="*/ 1045 h 1063"/>
              <a:gd name="connsiteX5" fmla="*/ 1625 w 2205"/>
              <a:gd name="connsiteY5" fmla="*/ 996 h 1063"/>
              <a:gd name="connsiteX6" fmla="*/ 1666 w 2205"/>
              <a:gd name="connsiteY6" fmla="*/ 948 h 1063"/>
              <a:gd name="connsiteX7" fmla="*/ 1711 w 2205"/>
              <a:gd name="connsiteY7" fmla="*/ 906 h 1063"/>
              <a:gd name="connsiteX8" fmla="*/ 1754 w 2205"/>
              <a:gd name="connsiteY8" fmla="*/ 872 h 1063"/>
              <a:gd name="connsiteX9" fmla="*/ 1800 w 2205"/>
              <a:gd name="connsiteY9" fmla="*/ 845 h 1063"/>
              <a:gd name="connsiteX10" fmla="*/ 1850 w 2205"/>
              <a:gd name="connsiteY10" fmla="*/ 822 h 1063"/>
              <a:gd name="connsiteX11" fmla="*/ 1900 w 2205"/>
              <a:gd name="connsiteY11" fmla="*/ 803 h 1063"/>
              <a:gd name="connsiteX12" fmla="*/ 1953 w 2205"/>
              <a:gd name="connsiteY12" fmla="*/ 790 h 1063"/>
              <a:gd name="connsiteX13" fmla="*/ 1983 w 2205"/>
              <a:gd name="connsiteY13" fmla="*/ 1013 h 1063"/>
              <a:gd name="connsiteX14" fmla="*/ 2205 w 2205"/>
              <a:gd name="connsiteY14" fmla="*/ 471 h 1063"/>
              <a:gd name="connsiteX15" fmla="*/ 1872 w 2205"/>
              <a:gd name="connsiteY15" fmla="*/ 0 h 1063"/>
              <a:gd name="connsiteX16" fmla="*/ 1873 w 2205"/>
              <a:gd name="connsiteY16" fmla="*/ 196 h 1063"/>
              <a:gd name="connsiteX17" fmla="*/ 0 w 2205"/>
              <a:gd name="connsiteY17" fmla="*/ 196 h 1063"/>
              <a:gd name="connsiteX18" fmla="*/ 0 w 2205"/>
              <a:gd name="connsiteY18" fmla="*/ 864 h 1063"/>
              <a:gd name="connsiteX0" fmla="*/ 0 w 2205"/>
              <a:gd name="connsiteY0" fmla="*/ 864 h 1063"/>
              <a:gd name="connsiteX1" fmla="*/ 881 w 2205"/>
              <a:gd name="connsiteY1" fmla="*/ 864 h 1063"/>
              <a:gd name="connsiteX2" fmla="*/ 760 w 2205"/>
              <a:gd name="connsiteY2" fmla="*/ 787 h 1063"/>
              <a:gd name="connsiteX3" fmla="*/ 1419 w 2205"/>
              <a:gd name="connsiteY3" fmla="*/ 805 h 1063"/>
              <a:gd name="connsiteX4" fmla="*/ 1587 w 2205"/>
              <a:gd name="connsiteY4" fmla="*/ 1045 h 1063"/>
              <a:gd name="connsiteX5" fmla="*/ 1625 w 2205"/>
              <a:gd name="connsiteY5" fmla="*/ 996 h 1063"/>
              <a:gd name="connsiteX6" fmla="*/ 1666 w 2205"/>
              <a:gd name="connsiteY6" fmla="*/ 948 h 1063"/>
              <a:gd name="connsiteX7" fmla="*/ 1711 w 2205"/>
              <a:gd name="connsiteY7" fmla="*/ 906 h 1063"/>
              <a:gd name="connsiteX8" fmla="*/ 1754 w 2205"/>
              <a:gd name="connsiteY8" fmla="*/ 872 h 1063"/>
              <a:gd name="connsiteX9" fmla="*/ 1800 w 2205"/>
              <a:gd name="connsiteY9" fmla="*/ 845 h 1063"/>
              <a:gd name="connsiteX10" fmla="*/ 1850 w 2205"/>
              <a:gd name="connsiteY10" fmla="*/ 822 h 1063"/>
              <a:gd name="connsiteX11" fmla="*/ 1900 w 2205"/>
              <a:gd name="connsiteY11" fmla="*/ 803 h 1063"/>
              <a:gd name="connsiteX12" fmla="*/ 1953 w 2205"/>
              <a:gd name="connsiteY12" fmla="*/ 790 h 1063"/>
              <a:gd name="connsiteX13" fmla="*/ 1983 w 2205"/>
              <a:gd name="connsiteY13" fmla="*/ 1013 h 1063"/>
              <a:gd name="connsiteX14" fmla="*/ 2205 w 2205"/>
              <a:gd name="connsiteY14" fmla="*/ 471 h 1063"/>
              <a:gd name="connsiteX15" fmla="*/ 1872 w 2205"/>
              <a:gd name="connsiteY15" fmla="*/ 0 h 1063"/>
              <a:gd name="connsiteX16" fmla="*/ 1873 w 2205"/>
              <a:gd name="connsiteY16" fmla="*/ 196 h 1063"/>
              <a:gd name="connsiteX17" fmla="*/ 0 w 2205"/>
              <a:gd name="connsiteY17" fmla="*/ 196 h 1063"/>
              <a:gd name="connsiteX18" fmla="*/ 0 w 2205"/>
              <a:gd name="connsiteY18" fmla="*/ 864 h 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5" h="1063">
                <a:moveTo>
                  <a:pt x="0" y="864"/>
                </a:moveTo>
                <a:lnTo>
                  <a:pt x="881" y="864"/>
                </a:lnTo>
                <a:cubicBezTo>
                  <a:pt x="881" y="869"/>
                  <a:pt x="760" y="782"/>
                  <a:pt x="760" y="787"/>
                </a:cubicBezTo>
                <a:cubicBezTo>
                  <a:pt x="983" y="797"/>
                  <a:pt x="1199" y="799"/>
                  <a:pt x="1419" y="805"/>
                </a:cubicBezTo>
                <a:cubicBezTo>
                  <a:pt x="1431" y="787"/>
                  <a:pt x="1575" y="1063"/>
                  <a:pt x="1587" y="1045"/>
                </a:cubicBezTo>
                <a:cubicBezTo>
                  <a:pt x="1600" y="1029"/>
                  <a:pt x="1612" y="1012"/>
                  <a:pt x="1625" y="996"/>
                </a:cubicBezTo>
                <a:cubicBezTo>
                  <a:pt x="1639" y="980"/>
                  <a:pt x="1652" y="964"/>
                  <a:pt x="1666" y="948"/>
                </a:cubicBezTo>
                <a:lnTo>
                  <a:pt x="1711" y="906"/>
                </a:lnTo>
                <a:lnTo>
                  <a:pt x="1754" y="872"/>
                </a:lnTo>
                <a:cubicBezTo>
                  <a:pt x="1769" y="863"/>
                  <a:pt x="1785" y="854"/>
                  <a:pt x="1800" y="845"/>
                </a:cubicBezTo>
                <a:cubicBezTo>
                  <a:pt x="1817" y="837"/>
                  <a:pt x="1833" y="830"/>
                  <a:pt x="1850" y="822"/>
                </a:cubicBezTo>
                <a:cubicBezTo>
                  <a:pt x="1867" y="816"/>
                  <a:pt x="1883" y="809"/>
                  <a:pt x="1900" y="803"/>
                </a:cubicBezTo>
                <a:cubicBezTo>
                  <a:pt x="1918" y="799"/>
                  <a:pt x="1935" y="794"/>
                  <a:pt x="1953" y="790"/>
                </a:cubicBezTo>
                <a:cubicBezTo>
                  <a:pt x="1963" y="864"/>
                  <a:pt x="1973" y="939"/>
                  <a:pt x="1983" y="1013"/>
                </a:cubicBezTo>
                <a:lnTo>
                  <a:pt x="2205" y="471"/>
                </a:lnTo>
                <a:lnTo>
                  <a:pt x="1872" y="0"/>
                </a:lnTo>
                <a:cubicBezTo>
                  <a:pt x="1872" y="65"/>
                  <a:pt x="1873" y="131"/>
                  <a:pt x="1873" y="196"/>
                </a:cubicBezTo>
                <a:lnTo>
                  <a:pt x="0" y="196"/>
                </a:lnTo>
                <a:lnTo>
                  <a:pt x="0" y="864"/>
                </a:lnTo>
              </a:path>
            </a:pathLst>
          </a:custGeom>
          <a:solidFill>
            <a:schemeClr val="accent1"/>
          </a:solidFill>
          <a:ln w="12700" cap="rnd">
            <a:noFill/>
            <a:round/>
            <a:headEnd/>
            <a:tailEnd/>
          </a:ln>
        </p:spPr>
        <p:txBody>
          <a:bodyPr/>
          <a:lstStyle/>
          <a:p>
            <a:pPr algn="ctr" eaLnBrk="1" hangingPunct="1">
              <a:spcBef>
                <a:spcPct val="20000"/>
              </a:spcBef>
              <a:buClr>
                <a:schemeClr val="bg1"/>
              </a:buClr>
            </a:pPr>
            <a:endParaRPr lang="en-GB" sz="1000" dirty="0">
              <a:solidFill>
                <a:srgbClr val="FFFFFF"/>
              </a:solidFill>
              <a:latin typeface="Aptos" panose="020B0004020202020204" pitchFamily="34" charset="0"/>
              <a:cs typeface="Arial" pitchFamily="34" charset="0"/>
            </a:endParaRPr>
          </a:p>
        </p:txBody>
      </p:sp>
      <p:sp>
        <p:nvSpPr>
          <p:cNvPr id="27" name="Freeform 5"/>
          <p:cNvSpPr>
            <a:spLocks/>
          </p:cNvSpPr>
          <p:nvPr/>
        </p:nvSpPr>
        <p:spPr bwMode="blackWhite">
          <a:xfrm>
            <a:off x="5329517" y="4167180"/>
            <a:ext cx="1410497" cy="1339847"/>
          </a:xfrm>
          <a:custGeom>
            <a:avLst/>
            <a:gdLst>
              <a:gd name="T0" fmla="*/ 0 w 1115"/>
              <a:gd name="T1" fmla="*/ 857233 h 1059"/>
              <a:gd name="T2" fmla="*/ 489786 w 1115"/>
              <a:gd name="T3" fmla="*/ 1714467 h 1059"/>
              <a:gd name="T4" fmla="*/ 489786 w 1115"/>
              <a:gd name="T5" fmla="*/ 1320690 h 1059"/>
              <a:gd name="T6" fmla="*/ 619693 w 1115"/>
              <a:gd name="T7" fmla="*/ 1309347 h 1059"/>
              <a:gd name="T8" fmla="*/ 753111 w 1115"/>
              <a:gd name="T9" fmla="*/ 1288280 h 1059"/>
              <a:gd name="T10" fmla="*/ 881263 w 1115"/>
              <a:gd name="T11" fmla="*/ 1259112 h 1059"/>
              <a:gd name="T12" fmla="*/ 1005904 w 1115"/>
              <a:gd name="T13" fmla="*/ 1221841 h 1059"/>
              <a:gd name="T14" fmla="*/ 1128789 w 1115"/>
              <a:gd name="T15" fmla="*/ 1176467 h 1059"/>
              <a:gd name="T16" fmla="*/ 1249919 w 1115"/>
              <a:gd name="T17" fmla="*/ 1122992 h 1059"/>
              <a:gd name="T18" fmla="*/ 1365782 w 1115"/>
              <a:gd name="T19" fmla="*/ 1061413 h 1059"/>
              <a:gd name="T20" fmla="*/ 1479890 w 1115"/>
              <a:gd name="T21" fmla="*/ 993353 h 1059"/>
              <a:gd name="T22" fmla="*/ 1581709 w 1115"/>
              <a:gd name="T23" fmla="*/ 913950 h 1059"/>
              <a:gd name="T24" fmla="*/ 1687039 w 1115"/>
              <a:gd name="T25" fmla="*/ 831306 h 1059"/>
              <a:gd name="T26" fmla="*/ 1781836 w 1115"/>
              <a:gd name="T27" fmla="*/ 738938 h 1059"/>
              <a:gd name="T28" fmla="*/ 1874878 w 1115"/>
              <a:gd name="T29" fmla="*/ 640089 h 1059"/>
              <a:gd name="T30" fmla="*/ 1955631 w 1115"/>
              <a:gd name="T31" fmla="*/ 539619 h 1059"/>
              <a:gd name="T32" fmla="*/ 1362271 w 1115"/>
              <a:gd name="T33" fmla="*/ 570408 h 1059"/>
              <a:gd name="T34" fmla="*/ 1093679 w 1115"/>
              <a:gd name="T35" fmla="*/ 58337 h 1059"/>
              <a:gd name="T36" fmla="*/ 1037503 w 1115"/>
              <a:gd name="T37" fmla="*/ 111813 h 1059"/>
              <a:gd name="T38" fmla="*/ 977816 w 1115"/>
              <a:gd name="T39" fmla="*/ 158807 h 1059"/>
              <a:gd name="T40" fmla="*/ 905840 w 1115"/>
              <a:gd name="T41" fmla="*/ 207421 h 1059"/>
              <a:gd name="T42" fmla="*/ 828598 w 1115"/>
              <a:gd name="T43" fmla="*/ 254415 h 1059"/>
              <a:gd name="T44" fmla="*/ 746089 w 1115"/>
              <a:gd name="T45" fmla="*/ 288445 h 1059"/>
              <a:gd name="T46" fmla="*/ 665336 w 1115"/>
              <a:gd name="T47" fmla="*/ 319234 h 1059"/>
              <a:gd name="T48" fmla="*/ 579316 w 1115"/>
              <a:gd name="T49" fmla="*/ 341921 h 1059"/>
              <a:gd name="T50" fmla="*/ 489786 w 1115"/>
              <a:gd name="T51" fmla="*/ 356505 h 1059"/>
              <a:gd name="T52" fmla="*/ 489786 w 1115"/>
              <a:gd name="T53" fmla="*/ 0 h 1059"/>
              <a:gd name="T54" fmla="*/ 0 w 1115"/>
              <a:gd name="T55" fmla="*/ 857233 h 10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15"/>
              <a:gd name="T85" fmla="*/ 0 h 1059"/>
              <a:gd name="T86" fmla="*/ 1115 w 1115"/>
              <a:gd name="T87" fmla="*/ 1059 h 10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15" h="1059">
                <a:moveTo>
                  <a:pt x="0" y="529"/>
                </a:moveTo>
                <a:lnTo>
                  <a:pt x="279" y="1058"/>
                </a:lnTo>
                <a:lnTo>
                  <a:pt x="279" y="815"/>
                </a:lnTo>
                <a:lnTo>
                  <a:pt x="353" y="808"/>
                </a:lnTo>
                <a:lnTo>
                  <a:pt x="429" y="795"/>
                </a:lnTo>
                <a:lnTo>
                  <a:pt x="502" y="777"/>
                </a:lnTo>
                <a:lnTo>
                  <a:pt x="573" y="754"/>
                </a:lnTo>
                <a:lnTo>
                  <a:pt x="643" y="726"/>
                </a:lnTo>
                <a:lnTo>
                  <a:pt x="712" y="693"/>
                </a:lnTo>
                <a:lnTo>
                  <a:pt x="778" y="655"/>
                </a:lnTo>
                <a:lnTo>
                  <a:pt x="843" y="613"/>
                </a:lnTo>
                <a:lnTo>
                  <a:pt x="901" y="564"/>
                </a:lnTo>
                <a:lnTo>
                  <a:pt x="961" y="513"/>
                </a:lnTo>
                <a:lnTo>
                  <a:pt x="1015" y="456"/>
                </a:lnTo>
                <a:lnTo>
                  <a:pt x="1068" y="395"/>
                </a:lnTo>
                <a:lnTo>
                  <a:pt x="1114" y="333"/>
                </a:lnTo>
                <a:lnTo>
                  <a:pt x="776" y="352"/>
                </a:lnTo>
                <a:lnTo>
                  <a:pt x="623" y="36"/>
                </a:lnTo>
                <a:lnTo>
                  <a:pt x="591" y="69"/>
                </a:lnTo>
                <a:lnTo>
                  <a:pt x="557" y="98"/>
                </a:lnTo>
                <a:lnTo>
                  <a:pt x="516" y="128"/>
                </a:lnTo>
                <a:lnTo>
                  <a:pt x="472" y="157"/>
                </a:lnTo>
                <a:lnTo>
                  <a:pt x="425" y="178"/>
                </a:lnTo>
                <a:lnTo>
                  <a:pt x="379" y="197"/>
                </a:lnTo>
                <a:lnTo>
                  <a:pt x="330" y="211"/>
                </a:lnTo>
                <a:lnTo>
                  <a:pt x="279" y="220"/>
                </a:lnTo>
                <a:lnTo>
                  <a:pt x="279" y="0"/>
                </a:lnTo>
                <a:lnTo>
                  <a:pt x="0" y="529"/>
                </a:lnTo>
              </a:path>
            </a:pathLst>
          </a:custGeom>
          <a:solidFill>
            <a:schemeClr val="accent1"/>
          </a:solidFill>
          <a:ln w="12700" cap="rnd">
            <a:noFill/>
            <a:round/>
            <a:headEnd/>
            <a:tailEnd/>
          </a:ln>
        </p:spPr>
        <p:txBody>
          <a:bodyPr/>
          <a:lstStyle/>
          <a:p>
            <a:pPr algn="ctr" eaLnBrk="1" hangingPunct="1">
              <a:spcBef>
                <a:spcPct val="20000"/>
              </a:spcBef>
              <a:buClr>
                <a:schemeClr val="bg1"/>
              </a:buClr>
              <a:defRPr/>
            </a:pPr>
            <a:endParaRPr lang="en-GB" sz="1100" dirty="0">
              <a:solidFill>
                <a:srgbClr val="FFFFFF"/>
              </a:solidFill>
              <a:latin typeface="Aptos" panose="020B0004020202020204" pitchFamily="34" charset="0"/>
              <a:cs typeface="Arial" pitchFamily="34" charset="0"/>
            </a:endParaRPr>
          </a:p>
        </p:txBody>
      </p:sp>
      <p:sp>
        <p:nvSpPr>
          <p:cNvPr id="28" name="Freeform 7"/>
          <p:cNvSpPr>
            <a:spLocks/>
          </p:cNvSpPr>
          <p:nvPr/>
        </p:nvSpPr>
        <p:spPr bwMode="blackWhite">
          <a:xfrm rot="120000">
            <a:off x="3949566" y="3000765"/>
            <a:ext cx="1224545" cy="1374416"/>
          </a:xfrm>
          <a:custGeom>
            <a:avLst/>
            <a:gdLst>
              <a:gd name="T0" fmla="*/ 2147483647 w 866"/>
              <a:gd name="T1" fmla="*/ 0 h 1055"/>
              <a:gd name="T2" fmla="*/ 0 w 866"/>
              <a:gd name="T3" fmla="*/ 2147483647 h 1055"/>
              <a:gd name="T4" fmla="*/ 2147483647 w 866"/>
              <a:gd name="T5" fmla="*/ 2147483647 h 1055"/>
              <a:gd name="T6" fmla="*/ 2147483647 w 866"/>
              <a:gd name="T7" fmla="*/ 2147483647 h 1055"/>
              <a:gd name="T8" fmla="*/ 2147483647 w 866"/>
              <a:gd name="T9" fmla="*/ 2147483647 h 1055"/>
              <a:gd name="T10" fmla="*/ 2147483647 w 866"/>
              <a:gd name="T11" fmla="*/ 2147483647 h 1055"/>
              <a:gd name="T12" fmla="*/ 2147483647 w 866"/>
              <a:gd name="T13" fmla="*/ 2147483647 h 1055"/>
              <a:gd name="T14" fmla="*/ 2147483647 w 866"/>
              <a:gd name="T15" fmla="*/ 2147483647 h 1055"/>
              <a:gd name="T16" fmla="*/ 2147483647 w 866"/>
              <a:gd name="T17" fmla="*/ 2147483647 h 1055"/>
              <a:gd name="T18" fmla="*/ 2147483647 w 866"/>
              <a:gd name="T19" fmla="*/ 2147483647 h 1055"/>
              <a:gd name="T20" fmla="*/ 2147483647 w 866"/>
              <a:gd name="T21" fmla="*/ 2147483647 h 1055"/>
              <a:gd name="T22" fmla="*/ 2147483647 w 866"/>
              <a:gd name="T23" fmla="*/ 2147483647 h 1055"/>
              <a:gd name="T24" fmla="*/ 2147483647 w 866"/>
              <a:gd name="T25" fmla="*/ 2147483647 h 1055"/>
              <a:gd name="T26" fmla="*/ 2147483647 w 866"/>
              <a:gd name="T27" fmla="*/ 2147483647 h 1055"/>
              <a:gd name="T28" fmla="*/ 2147483647 w 866"/>
              <a:gd name="T29" fmla="*/ 2147483647 h 1055"/>
              <a:gd name="T30" fmla="*/ 2147483647 w 866"/>
              <a:gd name="T31" fmla="*/ 2147483647 h 1055"/>
              <a:gd name="T32" fmla="*/ 2147483647 w 866"/>
              <a:gd name="T33" fmla="*/ 2147483647 h 1055"/>
              <a:gd name="T34" fmla="*/ 2147483647 w 866"/>
              <a:gd name="T35" fmla="*/ 2147483647 h 1055"/>
              <a:gd name="T36" fmla="*/ 2147483647 w 866"/>
              <a:gd name="T37" fmla="*/ 2147483647 h 1055"/>
              <a:gd name="T38" fmla="*/ 2147483647 w 866"/>
              <a:gd name="T39" fmla="*/ 2147483647 h 1055"/>
              <a:gd name="T40" fmla="*/ 2147483647 w 866"/>
              <a:gd name="T41" fmla="*/ 2147483647 h 1055"/>
              <a:gd name="T42" fmla="*/ 2147483647 w 866"/>
              <a:gd name="T43" fmla="*/ 2147483647 h 1055"/>
              <a:gd name="T44" fmla="*/ 2147483647 w 866"/>
              <a:gd name="T45" fmla="*/ 2147483647 h 1055"/>
              <a:gd name="T46" fmla="*/ 2147483647 w 866"/>
              <a:gd name="T47" fmla="*/ 2147483647 h 1055"/>
              <a:gd name="T48" fmla="*/ 2147483647 w 866"/>
              <a:gd name="T49" fmla="*/ 2147483647 h 1055"/>
              <a:gd name="T50" fmla="*/ 2147483647 w 866"/>
              <a:gd name="T51" fmla="*/ 0 h 105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66"/>
              <a:gd name="T79" fmla="*/ 0 h 1055"/>
              <a:gd name="T80" fmla="*/ 866 w 866"/>
              <a:gd name="T81" fmla="*/ 1055 h 1055"/>
              <a:gd name="connsiteX0" fmla="*/ 571 w 865"/>
              <a:gd name="connsiteY0" fmla="*/ 0 h 1125"/>
              <a:gd name="connsiteX1" fmla="*/ 0 w 865"/>
              <a:gd name="connsiteY1" fmla="*/ 1 h 1125"/>
              <a:gd name="connsiteX2" fmla="*/ 178 w 865"/>
              <a:gd name="connsiteY2" fmla="*/ 111 h 1125"/>
              <a:gd name="connsiteX3" fmla="*/ 153 w 865"/>
              <a:gd name="connsiteY3" fmla="*/ 187 h 1125"/>
              <a:gd name="connsiteX4" fmla="*/ 130 w 865"/>
              <a:gd name="connsiteY4" fmla="*/ 264 h 1125"/>
              <a:gd name="connsiteX5" fmla="*/ 113 w 865"/>
              <a:gd name="connsiteY5" fmla="*/ 343 h 1125"/>
              <a:gd name="connsiteX6" fmla="*/ 100 w 865"/>
              <a:gd name="connsiteY6" fmla="*/ 423 h 1125"/>
              <a:gd name="connsiteX7" fmla="*/ 94 w 865"/>
              <a:gd name="connsiteY7" fmla="*/ 504 h 1125"/>
              <a:gd name="connsiteX8" fmla="*/ 93 w 865"/>
              <a:gd name="connsiteY8" fmla="*/ 583 h 1125"/>
              <a:gd name="connsiteX9" fmla="*/ 95 w 865"/>
              <a:gd name="connsiteY9" fmla="*/ 664 h 1125"/>
              <a:gd name="connsiteX10" fmla="*/ 104 w 865"/>
              <a:gd name="connsiteY10" fmla="*/ 744 h 1125"/>
              <a:gd name="connsiteX11" fmla="*/ 118 w 865"/>
              <a:gd name="connsiteY11" fmla="*/ 824 h 1125"/>
              <a:gd name="connsiteX12" fmla="*/ 136 w 865"/>
              <a:gd name="connsiteY12" fmla="*/ 903 h 1125"/>
              <a:gd name="connsiteX13" fmla="*/ 159 w 865"/>
              <a:gd name="connsiteY13" fmla="*/ 979 h 1125"/>
              <a:gd name="connsiteX14" fmla="*/ 227 w 865"/>
              <a:gd name="connsiteY14" fmla="*/ 1125 h 1125"/>
              <a:gd name="connsiteX15" fmla="*/ 412 w 865"/>
              <a:gd name="connsiteY15" fmla="*/ 766 h 1125"/>
              <a:gd name="connsiteX16" fmla="*/ 702 w 865"/>
              <a:gd name="connsiteY16" fmla="*/ 816 h 1125"/>
              <a:gd name="connsiteX17" fmla="*/ 681 w 865"/>
              <a:gd name="connsiteY17" fmla="*/ 760 h 1125"/>
              <a:gd name="connsiteX18" fmla="*/ 666 w 865"/>
              <a:gd name="connsiteY18" fmla="*/ 705 h 1125"/>
              <a:gd name="connsiteX19" fmla="*/ 658 w 865"/>
              <a:gd name="connsiteY19" fmla="*/ 647 h 1125"/>
              <a:gd name="connsiteX20" fmla="*/ 652 w 865"/>
              <a:gd name="connsiteY20" fmla="*/ 588 h 1125"/>
              <a:gd name="connsiteX21" fmla="*/ 652 w 865"/>
              <a:gd name="connsiteY21" fmla="*/ 529 h 1125"/>
              <a:gd name="connsiteX22" fmla="*/ 660 w 865"/>
              <a:gd name="connsiteY22" fmla="*/ 470 h 1125"/>
              <a:gd name="connsiteX23" fmla="*/ 672 w 865"/>
              <a:gd name="connsiteY23" fmla="*/ 413 h 1125"/>
              <a:gd name="connsiteX24" fmla="*/ 865 w 865"/>
              <a:gd name="connsiteY24" fmla="*/ 531 h 1125"/>
              <a:gd name="connsiteX25" fmla="*/ 571 w 865"/>
              <a:gd name="connsiteY25" fmla="*/ 0 h 1125"/>
              <a:gd name="connsiteX0" fmla="*/ 571 w 865"/>
              <a:gd name="connsiteY0" fmla="*/ 0 h 1125"/>
              <a:gd name="connsiteX1" fmla="*/ 0 w 865"/>
              <a:gd name="connsiteY1" fmla="*/ 1 h 1125"/>
              <a:gd name="connsiteX2" fmla="*/ 178 w 865"/>
              <a:gd name="connsiteY2" fmla="*/ 111 h 1125"/>
              <a:gd name="connsiteX3" fmla="*/ 153 w 865"/>
              <a:gd name="connsiteY3" fmla="*/ 187 h 1125"/>
              <a:gd name="connsiteX4" fmla="*/ 130 w 865"/>
              <a:gd name="connsiteY4" fmla="*/ 264 h 1125"/>
              <a:gd name="connsiteX5" fmla="*/ 113 w 865"/>
              <a:gd name="connsiteY5" fmla="*/ 343 h 1125"/>
              <a:gd name="connsiteX6" fmla="*/ 100 w 865"/>
              <a:gd name="connsiteY6" fmla="*/ 423 h 1125"/>
              <a:gd name="connsiteX7" fmla="*/ 94 w 865"/>
              <a:gd name="connsiteY7" fmla="*/ 504 h 1125"/>
              <a:gd name="connsiteX8" fmla="*/ 93 w 865"/>
              <a:gd name="connsiteY8" fmla="*/ 583 h 1125"/>
              <a:gd name="connsiteX9" fmla="*/ 95 w 865"/>
              <a:gd name="connsiteY9" fmla="*/ 664 h 1125"/>
              <a:gd name="connsiteX10" fmla="*/ 104 w 865"/>
              <a:gd name="connsiteY10" fmla="*/ 744 h 1125"/>
              <a:gd name="connsiteX11" fmla="*/ 118 w 865"/>
              <a:gd name="connsiteY11" fmla="*/ 824 h 1125"/>
              <a:gd name="connsiteX12" fmla="*/ 136 w 865"/>
              <a:gd name="connsiteY12" fmla="*/ 903 h 1125"/>
              <a:gd name="connsiteX13" fmla="*/ 159 w 865"/>
              <a:gd name="connsiteY13" fmla="*/ 979 h 1125"/>
              <a:gd name="connsiteX14" fmla="*/ 227 w 865"/>
              <a:gd name="connsiteY14" fmla="*/ 1125 h 1125"/>
              <a:gd name="connsiteX15" fmla="*/ 460 w 865"/>
              <a:gd name="connsiteY15" fmla="*/ 766 h 1125"/>
              <a:gd name="connsiteX16" fmla="*/ 702 w 865"/>
              <a:gd name="connsiteY16" fmla="*/ 816 h 1125"/>
              <a:gd name="connsiteX17" fmla="*/ 681 w 865"/>
              <a:gd name="connsiteY17" fmla="*/ 760 h 1125"/>
              <a:gd name="connsiteX18" fmla="*/ 666 w 865"/>
              <a:gd name="connsiteY18" fmla="*/ 705 h 1125"/>
              <a:gd name="connsiteX19" fmla="*/ 658 w 865"/>
              <a:gd name="connsiteY19" fmla="*/ 647 h 1125"/>
              <a:gd name="connsiteX20" fmla="*/ 652 w 865"/>
              <a:gd name="connsiteY20" fmla="*/ 588 h 1125"/>
              <a:gd name="connsiteX21" fmla="*/ 652 w 865"/>
              <a:gd name="connsiteY21" fmla="*/ 529 h 1125"/>
              <a:gd name="connsiteX22" fmla="*/ 660 w 865"/>
              <a:gd name="connsiteY22" fmla="*/ 470 h 1125"/>
              <a:gd name="connsiteX23" fmla="*/ 672 w 865"/>
              <a:gd name="connsiteY23" fmla="*/ 413 h 1125"/>
              <a:gd name="connsiteX24" fmla="*/ 865 w 865"/>
              <a:gd name="connsiteY24" fmla="*/ 531 h 1125"/>
              <a:gd name="connsiteX25" fmla="*/ 571 w 865"/>
              <a:gd name="connsiteY25" fmla="*/ 0 h 1125"/>
              <a:gd name="connsiteX0" fmla="*/ 571 w 865"/>
              <a:gd name="connsiteY0" fmla="*/ 0 h 1125"/>
              <a:gd name="connsiteX1" fmla="*/ 0 w 865"/>
              <a:gd name="connsiteY1" fmla="*/ 1 h 1125"/>
              <a:gd name="connsiteX2" fmla="*/ 178 w 865"/>
              <a:gd name="connsiteY2" fmla="*/ 111 h 1125"/>
              <a:gd name="connsiteX3" fmla="*/ 153 w 865"/>
              <a:gd name="connsiteY3" fmla="*/ 187 h 1125"/>
              <a:gd name="connsiteX4" fmla="*/ 130 w 865"/>
              <a:gd name="connsiteY4" fmla="*/ 264 h 1125"/>
              <a:gd name="connsiteX5" fmla="*/ 113 w 865"/>
              <a:gd name="connsiteY5" fmla="*/ 343 h 1125"/>
              <a:gd name="connsiteX6" fmla="*/ 100 w 865"/>
              <a:gd name="connsiteY6" fmla="*/ 423 h 1125"/>
              <a:gd name="connsiteX7" fmla="*/ 94 w 865"/>
              <a:gd name="connsiteY7" fmla="*/ 504 h 1125"/>
              <a:gd name="connsiteX8" fmla="*/ 93 w 865"/>
              <a:gd name="connsiteY8" fmla="*/ 583 h 1125"/>
              <a:gd name="connsiteX9" fmla="*/ 95 w 865"/>
              <a:gd name="connsiteY9" fmla="*/ 664 h 1125"/>
              <a:gd name="connsiteX10" fmla="*/ 104 w 865"/>
              <a:gd name="connsiteY10" fmla="*/ 744 h 1125"/>
              <a:gd name="connsiteX11" fmla="*/ 118 w 865"/>
              <a:gd name="connsiteY11" fmla="*/ 824 h 1125"/>
              <a:gd name="connsiteX12" fmla="*/ 136 w 865"/>
              <a:gd name="connsiteY12" fmla="*/ 903 h 1125"/>
              <a:gd name="connsiteX13" fmla="*/ 159 w 865"/>
              <a:gd name="connsiteY13" fmla="*/ 979 h 1125"/>
              <a:gd name="connsiteX14" fmla="*/ 227 w 865"/>
              <a:gd name="connsiteY14" fmla="*/ 1125 h 1125"/>
              <a:gd name="connsiteX15" fmla="*/ 460 w 865"/>
              <a:gd name="connsiteY15" fmla="*/ 766 h 1125"/>
              <a:gd name="connsiteX16" fmla="*/ 557 w 865"/>
              <a:gd name="connsiteY16" fmla="*/ 786 h 1125"/>
              <a:gd name="connsiteX17" fmla="*/ 702 w 865"/>
              <a:gd name="connsiteY17" fmla="*/ 816 h 1125"/>
              <a:gd name="connsiteX18" fmla="*/ 681 w 865"/>
              <a:gd name="connsiteY18" fmla="*/ 760 h 1125"/>
              <a:gd name="connsiteX19" fmla="*/ 666 w 865"/>
              <a:gd name="connsiteY19" fmla="*/ 705 h 1125"/>
              <a:gd name="connsiteX20" fmla="*/ 658 w 865"/>
              <a:gd name="connsiteY20" fmla="*/ 647 h 1125"/>
              <a:gd name="connsiteX21" fmla="*/ 652 w 865"/>
              <a:gd name="connsiteY21" fmla="*/ 588 h 1125"/>
              <a:gd name="connsiteX22" fmla="*/ 652 w 865"/>
              <a:gd name="connsiteY22" fmla="*/ 529 h 1125"/>
              <a:gd name="connsiteX23" fmla="*/ 660 w 865"/>
              <a:gd name="connsiteY23" fmla="*/ 470 h 1125"/>
              <a:gd name="connsiteX24" fmla="*/ 672 w 865"/>
              <a:gd name="connsiteY24" fmla="*/ 413 h 1125"/>
              <a:gd name="connsiteX25" fmla="*/ 865 w 865"/>
              <a:gd name="connsiteY25" fmla="*/ 531 h 1125"/>
              <a:gd name="connsiteX26" fmla="*/ 571 w 865"/>
              <a:gd name="connsiteY26" fmla="*/ 0 h 1125"/>
              <a:gd name="connsiteX0" fmla="*/ 571 w 865"/>
              <a:gd name="connsiteY0" fmla="*/ 0 h 1125"/>
              <a:gd name="connsiteX1" fmla="*/ 0 w 865"/>
              <a:gd name="connsiteY1" fmla="*/ 1 h 1125"/>
              <a:gd name="connsiteX2" fmla="*/ 178 w 865"/>
              <a:gd name="connsiteY2" fmla="*/ 111 h 1125"/>
              <a:gd name="connsiteX3" fmla="*/ 153 w 865"/>
              <a:gd name="connsiteY3" fmla="*/ 187 h 1125"/>
              <a:gd name="connsiteX4" fmla="*/ 130 w 865"/>
              <a:gd name="connsiteY4" fmla="*/ 264 h 1125"/>
              <a:gd name="connsiteX5" fmla="*/ 113 w 865"/>
              <a:gd name="connsiteY5" fmla="*/ 343 h 1125"/>
              <a:gd name="connsiteX6" fmla="*/ 100 w 865"/>
              <a:gd name="connsiteY6" fmla="*/ 423 h 1125"/>
              <a:gd name="connsiteX7" fmla="*/ 94 w 865"/>
              <a:gd name="connsiteY7" fmla="*/ 504 h 1125"/>
              <a:gd name="connsiteX8" fmla="*/ 93 w 865"/>
              <a:gd name="connsiteY8" fmla="*/ 583 h 1125"/>
              <a:gd name="connsiteX9" fmla="*/ 95 w 865"/>
              <a:gd name="connsiteY9" fmla="*/ 664 h 1125"/>
              <a:gd name="connsiteX10" fmla="*/ 104 w 865"/>
              <a:gd name="connsiteY10" fmla="*/ 744 h 1125"/>
              <a:gd name="connsiteX11" fmla="*/ 118 w 865"/>
              <a:gd name="connsiteY11" fmla="*/ 824 h 1125"/>
              <a:gd name="connsiteX12" fmla="*/ 136 w 865"/>
              <a:gd name="connsiteY12" fmla="*/ 903 h 1125"/>
              <a:gd name="connsiteX13" fmla="*/ 159 w 865"/>
              <a:gd name="connsiteY13" fmla="*/ 979 h 1125"/>
              <a:gd name="connsiteX14" fmla="*/ 227 w 865"/>
              <a:gd name="connsiteY14" fmla="*/ 1125 h 1125"/>
              <a:gd name="connsiteX15" fmla="*/ 460 w 865"/>
              <a:gd name="connsiteY15" fmla="*/ 766 h 1125"/>
              <a:gd name="connsiteX16" fmla="*/ 557 w 865"/>
              <a:gd name="connsiteY16" fmla="*/ 786 h 1125"/>
              <a:gd name="connsiteX17" fmla="*/ 702 w 865"/>
              <a:gd name="connsiteY17" fmla="*/ 816 h 1125"/>
              <a:gd name="connsiteX18" fmla="*/ 681 w 865"/>
              <a:gd name="connsiteY18" fmla="*/ 760 h 1125"/>
              <a:gd name="connsiteX19" fmla="*/ 666 w 865"/>
              <a:gd name="connsiteY19" fmla="*/ 705 h 1125"/>
              <a:gd name="connsiteX20" fmla="*/ 658 w 865"/>
              <a:gd name="connsiteY20" fmla="*/ 647 h 1125"/>
              <a:gd name="connsiteX21" fmla="*/ 652 w 865"/>
              <a:gd name="connsiteY21" fmla="*/ 588 h 1125"/>
              <a:gd name="connsiteX22" fmla="*/ 652 w 865"/>
              <a:gd name="connsiteY22" fmla="*/ 529 h 1125"/>
              <a:gd name="connsiteX23" fmla="*/ 660 w 865"/>
              <a:gd name="connsiteY23" fmla="*/ 470 h 1125"/>
              <a:gd name="connsiteX24" fmla="*/ 672 w 865"/>
              <a:gd name="connsiteY24" fmla="*/ 413 h 1125"/>
              <a:gd name="connsiteX25" fmla="*/ 865 w 865"/>
              <a:gd name="connsiteY25" fmla="*/ 531 h 1125"/>
              <a:gd name="connsiteX26" fmla="*/ 571 w 865"/>
              <a:gd name="connsiteY26" fmla="*/ 0 h 1125"/>
              <a:gd name="connsiteX0" fmla="*/ 571 w 865"/>
              <a:gd name="connsiteY0" fmla="*/ 0 h 1125"/>
              <a:gd name="connsiteX1" fmla="*/ 0 w 865"/>
              <a:gd name="connsiteY1" fmla="*/ 1 h 1125"/>
              <a:gd name="connsiteX2" fmla="*/ 178 w 865"/>
              <a:gd name="connsiteY2" fmla="*/ 111 h 1125"/>
              <a:gd name="connsiteX3" fmla="*/ 153 w 865"/>
              <a:gd name="connsiteY3" fmla="*/ 187 h 1125"/>
              <a:gd name="connsiteX4" fmla="*/ 130 w 865"/>
              <a:gd name="connsiteY4" fmla="*/ 264 h 1125"/>
              <a:gd name="connsiteX5" fmla="*/ 113 w 865"/>
              <a:gd name="connsiteY5" fmla="*/ 343 h 1125"/>
              <a:gd name="connsiteX6" fmla="*/ 100 w 865"/>
              <a:gd name="connsiteY6" fmla="*/ 423 h 1125"/>
              <a:gd name="connsiteX7" fmla="*/ 94 w 865"/>
              <a:gd name="connsiteY7" fmla="*/ 504 h 1125"/>
              <a:gd name="connsiteX8" fmla="*/ 93 w 865"/>
              <a:gd name="connsiteY8" fmla="*/ 583 h 1125"/>
              <a:gd name="connsiteX9" fmla="*/ 95 w 865"/>
              <a:gd name="connsiteY9" fmla="*/ 664 h 1125"/>
              <a:gd name="connsiteX10" fmla="*/ 104 w 865"/>
              <a:gd name="connsiteY10" fmla="*/ 744 h 1125"/>
              <a:gd name="connsiteX11" fmla="*/ 118 w 865"/>
              <a:gd name="connsiteY11" fmla="*/ 824 h 1125"/>
              <a:gd name="connsiteX12" fmla="*/ 136 w 865"/>
              <a:gd name="connsiteY12" fmla="*/ 903 h 1125"/>
              <a:gd name="connsiteX13" fmla="*/ 159 w 865"/>
              <a:gd name="connsiteY13" fmla="*/ 979 h 1125"/>
              <a:gd name="connsiteX14" fmla="*/ 227 w 865"/>
              <a:gd name="connsiteY14" fmla="*/ 1125 h 1125"/>
              <a:gd name="connsiteX15" fmla="*/ 460 w 865"/>
              <a:gd name="connsiteY15" fmla="*/ 766 h 1125"/>
              <a:gd name="connsiteX16" fmla="*/ 557 w 865"/>
              <a:gd name="connsiteY16" fmla="*/ 786 h 1125"/>
              <a:gd name="connsiteX17" fmla="*/ 702 w 865"/>
              <a:gd name="connsiteY17" fmla="*/ 816 h 1125"/>
              <a:gd name="connsiteX18" fmla="*/ 681 w 865"/>
              <a:gd name="connsiteY18" fmla="*/ 760 h 1125"/>
              <a:gd name="connsiteX19" fmla="*/ 666 w 865"/>
              <a:gd name="connsiteY19" fmla="*/ 705 h 1125"/>
              <a:gd name="connsiteX20" fmla="*/ 658 w 865"/>
              <a:gd name="connsiteY20" fmla="*/ 647 h 1125"/>
              <a:gd name="connsiteX21" fmla="*/ 652 w 865"/>
              <a:gd name="connsiteY21" fmla="*/ 588 h 1125"/>
              <a:gd name="connsiteX22" fmla="*/ 652 w 865"/>
              <a:gd name="connsiteY22" fmla="*/ 529 h 1125"/>
              <a:gd name="connsiteX23" fmla="*/ 660 w 865"/>
              <a:gd name="connsiteY23" fmla="*/ 470 h 1125"/>
              <a:gd name="connsiteX24" fmla="*/ 672 w 865"/>
              <a:gd name="connsiteY24" fmla="*/ 413 h 1125"/>
              <a:gd name="connsiteX25" fmla="*/ 865 w 865"/>
              <a:gd name="connsiteY25" fmla="*/ 531 h 1125"/>
              <a:gd name="connsiteX26" fmla="*/ 571 w 865"/>
              <a:gd name="connsiteY26" fmla="*/ 0 h 1125"/>
              <a:gd name="connsiteX0" fmla="*/ 571 w 865"/>
              <a:gd name="connsiteY0" fmla="*/ 0 h 1125"/>
              <a:gd name="connsiteX1" fmla="*/ 0 w 865"/>
              <a:gd name="connsiteY1" fmla="*/ 1 h 1125"/>
              <a:gd name="connsiteX2" fmla="*/ 178 w 865"/>
              <a:gd name="connsiteY2" fmla="*/ 111 h 1125"/>
              <a:gd name="connsiteX3" fmla="*/ 153 w 865"/>
              <a:gd name="connsiteY3" fmla="*/ 187 h 1125"/>
              <a:gd name="connsiteX4" fmla="*/ 130 w 865"/>
              <a:gd name="connsiteY4" fmla="*/ 264 h 1125"/>
              <a:gd name="connsiteX5" fmla="*/ 113 w 865"/>
              <a:gd name="connsiteY5" fmla="*/ 343 h 1125"/>
              <a:gd name="connsiteX6" fmla="*/ 100 w 865"/>
              <a:gd name="connsiteY6" fmla="*/ 423 h 1125"/>
              <a:gd name="connsiteX7" fmla="*/ 94 w 865"/>
              <a:gd name="connsiteY7" fmla="*/ 504 h 1125"/>
              <a:gd name="connsiteX8" fmla="*/ 93 w 865"/>
              <a:gd name="connsiteY8" fmla="*/ 583 h 1125"/>
              <a:gd name="connsiteX9" fmla="*/ 95 w 865"/>
              <a:gd name="connsiteY9" fmla="*/ 664 h 1125"/>
              <a:gd name="connsiteX10" fmla="*/ 104 w 865"/>
              <a:gd name="connsiteY10" fmla="*/ 744 h 1125"/>
              <a:gd name="connsiteX11" fmla="*/ 118 w 865"/>
              <a:gd name="connsiteY11" fmla="*/ 824 h 1125"/>
              <a:gd name="connsiteX12" fmla="*/ 136 w 865"/>
              <a:gd name="connsiteY12" fmla="*/ 903 h 1125"/>
              <a:gd name="connsiteX13" fmla="*/ 159 w 865"/>
              <a:gd name="connsiteY13" fmla="*/ 979 h 1125"/>
              <a:gd name="connsiteX14" fmla="*/ 227 w 865"/>
              <a:gd name="connsiteY14" fmla="*/ 1125 h 1125"/>
              <a:gd name="connsiteX15" fmla="*/ 460 w 865"/>
              <a:gd name="connsiteY15" fmla="*/ 766 h 1125"/>
              <a:gd name="connsiteX16" fmla="*/ 702 w 865"/>
              <a:gd name="connsiteY16" fmla="*/ 816 h 1125"/>
              <a:gd name="connsiteX17" fmla="*/ 681 w 865"/>
              <a:gd name="connsiteY17" fmla="*/ 760 h 1125"/>
              <a:gd name="connsiteX18" fmla="*/ 666 w 865"/>
              <a:gd name="connsiteY18" fmla="*/ 705 h 1125"/>
              <a:gd name="connsiteX19" fmla="*/ 658 w 865"/>
              <a:gd name="connsiteY19" fmla="*/ 647 h 1125"/>
              <a:gd name="connsiteX20" fmla="*/ 652 w 865"/>
              <a:gd name="connsiteY20" fmla="*/ 588 h 1125"/>
              <a:gd name="connsiteX21" fmla="*/ 652 w 865"/>
              <a:gd name="connsiteY21" fmla="*/ 529 h 1125"/>
              <a:gd name="connsiteX22" fmla="*/ 660 w 865"/>
              <a:gd name="connsiteY22" fmla="*/ 470 h 1125"/>
              <a:gd name="connsiteX23" fmla="*/ 672 w 865"/>
              <a:gd name="connsiteY23" fmla="*/ 413 h 1125"/>
              <a:gd name="connsiteX24" fmla="*/ 865 w 865"/>
              <a:gd name="connsiteY24" fmla="*/ 531 h 1125"/>
              <a:gd name="connsiteX25" fmla="*/ 571 w 865"/>
              <a:gd name="connsiteY25" fmla="*/ 0 h 1125"/>
              <a:gd name="connsiteX0" fmla="*/ 571 w 865"/>
              <a:gd name="connsiteY0" fmla="*/ 0 h 1125"/>
              <a:gd name="connsiteX1" fmla="*/ 0 w 865"/>
              <a:gd name="connsiteY1" fmla="*/ 1 h 1125"/>
              <a:gd name="connsiteX2" fmla="*/ 178 w 865"/>
              <a:gd name="connsiteY2" fmla="*/ 111 h 1125"/>
              <a:gd name="connsiteX3" fmla="*/ 153 w 865"/>
              <a:gd name="connsiteY3" fmla="*/ 187 h 1125"/>
              <a:gd name="connsiteX4" fmla="*/ 130 w 865"/>
              <a:gd name="connsiteY4" fmla="*/ 264 h 1125"/>
              <a:gd name="connsiteX5" fmla="*/ 113 w 865"/>
              <a:gd name="connsiteY5" fmla="*/ 343 h 1125"/>
              <a:gd name="connsiteX6" fmla="*/ 100 w 865"/>
              <a:gd name="connsiteY6" fmla="*/ 423 h 1125"/>
              <a:gd name="connsiteX7" fmla="*/ 94 w 865"/>
              <a:gd name="connsiteY7" fmla="*/ 504 h 1125"/>
              <a:gd name="connsiteX8" fmla="*/ 93 w 865"/>
              <a:gd name="connsiteY8" fmla="*/ 583 h 1125"/>
              <a:gd name="connsiteX9" fmla="*/ 95 w 865"/>
              <a:gd name="connsiteY9" fmla="*/ 664 h 1125"/>
              <a:gd name="connsiteX10" fmla="*/ 104 w 865"/>
              <a:gd name="connsiteY10" fmla="*/ 744 h 1125"/>
              <a:gd name="connsiteX11" fmla="*/ 118 w 865"/>
              <a:gd name="connsiteY11" fmla="*/ 824 h 1125"/>
              <a:gd name="connsiteX12" fmla="*/ 136 w 865"/>
              <a:gd name="connsiteY12" fmla="*/ 903 h 1125"/>
              <a:gd name="connsiteX13" fmla="*/ 159 w 865"/>
              <a:gd name="connsiteY13" fmla="*/ 979 h 1125"/>
              <a:gd name="connsiteX14" fmla="*/ 227 w 865"/>
              <a:gd name="connsiteY14" fmla="*/ 1125 h 1125"/>
              <a:gd name="connsiteX15" fmla="*/ 460 w 865"/>
              <a:gd name="connsiteY15" fmla="*/ 766 h 1125"/>
              <a:gd name="connsiteX16" fmla="*/ 702 w 865"/>
              <a:gd name="connsiteY16" fmla="*/ 816 h 1125"/>
              <a:gd name="connsiteX17" fmla="*/ 681 w 865"/>
              <a:gd name="connsiteY17" fmla="*/ 760 h 1125"/>
              <a:gd name="connsiteX18" fmla="*/ 666 w 865"/>
              <a:gd name="connsiteY18" fmla="*/ 705 h 1125"/>
              <a:gd name="connsiteX19" fmla="*/ 658 w 865"/>
              <a:gd name="connsiteY19" fmla="*/ 647 h 1125"/>
              <a:gd name="connsiteX20" fmla="*/ 652 w 865"/>
              <a:gd name="connsiteY20" fmla="*/ 588 h 1125"/>
              <a:gd name="connsiteX21" fmla="*/ 652 w 865"/>
              <a:gd name="connsiteY21" fmla="*/ 529 h 1125"/>
              <a:gd name="connsiteX22" fmla="*/ 660 w 865"/>
              <a:gd name="connsiteY22" fmla="*/ 470 h 1125"/>
              <a:gd name="connsiteX23" fmla="*/ 672 w 865"/>
              <a:gd name="connsiteY23" fmla="*/ 413 h 1125"/>
              <a:gd name="connsiteX24" fmla="*/ 865 w 865"/>
              <a:gd name="connsiteY24" fmla="*/ 531 h 1125"/>
              <a:gd name="connsiteX25" fmla="*/ 571 w 865"/>
              <a:gd name="connsiteY25" fmla="*/ 0 h 1125"/>
              <a:gd name="connsiteX0" fmla="*/ 571 w 887"/>
              <a:gd name="connsiteY0" fmla="*/ 0 h 1125"/>
              <a:gd name="connsiteX1" fmla="*/ 0 w 887"/>
              <a:gd name="connsiteY1" fmla="*/ 1 h 1125"/>
              <a:gd name="connsiteX2" fmla="*/ 178 w 887"/>
              <a:gd name="connsiteY2" fmla="*/ 111 h 1125"/>
              <a:gd name="connsiteX3" fmla="*/ 153 w 887"/>
              <a:gd name="connsiteY3" fmla="*/ 187 h 1125"/>
              <a:gd name="connsiteX4" fmla="*/ 130 w 887"/>
              <a:gd name="connsiteY4" fmla="*/ 264 h 1125"/>
              <a:gd name="connsiteX5" fmla="*/ 113 w 887"/>
              <a:gd name="connsiteY5" fmla="*/ 343 h 1125"/>
              <a:gd name="connsiteX6" fmla="*/ 100 w 887"/>
              <a:gd name="connsiteY6" fmla="*/ 423 h 1125"/>
              <a:gd name="connsiteX7" fmla="*/ 94 w 887"/>
              <a:gd name="connsiteY7" fmla="*/ 504 h 1125"/>
              <a:gd name="connsiteX8" fmla="*/ 93 w 887"/>
              <a:gd name="connsiteY8" fmla="*/ 583 h 1125"/>
              <a:gd name="connsiteX9" fmla="*/ 95 w 887"/>
              <a:gd name="connsiteY9" fmla="*/ 664 h 1125"/>
              <a:gd name="connsiteX10" fmla="*/ 104 w 887"/>
              <a:gd name="connsiteY10" fmla="*/ 744 h 1125"/>
              <a:gd name="connsiteX11" fmla="*/ 118 w 887"/>
              <a:gd name="connsiteY11" fmla="*/ 824 h 1125"/>
              <a:gd name="connsiteX12" fmla="*/ 136 w 887"/>
              <a:gd name="connsiteY12" fmla="*/ 903 h 1125"/>
              <a:gd name="connsiteX13" fmla="*/ 159 w 887"/>
              <a:gd name="connsiteY13" fmla="*/ 979 h 1125"/>
              <a:gd name="connsiteX14" fmla="*/ 227 w 887"/>
              <a:gd name="connsiteY14" fmla="*/ 1125 h 1125"/>
              <a:gd name="connsiteX15" fmla="*/ 460 w 887"/>
              <a:gd name="connsiteY15" fmla="*/ 766 h 1125"/>
              <a:gd name="connsiteX16" fmla="*/ 702 w 887"/>
              <a:gd name="connsiteY16" fmla="*/ 816 h 1125"/>
              <a:gd name="connsiteX17" fmla="*/ 681 w 887"/>
              <a:gd name="connsiteY17" fmla="*/ 760 h 1125"/>
              <a:gd name="connsiteX18" fmla="*/ 666 w 887"/>
              <a:gd name="connsiteY18" fmla="*/ 705 h 1125"/>
              <a:gd name="connsiteX19" fmla="*/ 658 w 887"/>
              <a:gd name="connsiteY19" fmla="*/ 647 h 1125"/>
              <a:gd name="connsiteX20" fmla="*/ 652 w 887"/>
              <a:gd name="connsiteY20" fmla="*/ 588 h 1125"/>
              <a:gd name="connsiteX21" fmla="*/ 652 w 887"/>
              <a:gd name="connsiteY21" fmla="*/ 529 h 1125"/>
              <a:gd name="connsiteX22" fmla="*/ 660 w 887"/>
              <a:gd name="connsiteY22" fmla="*/ 470 h 1125"/>
              <a:gd name="connsiteX23" fmla="*/ 672 w 887"/>
              <a:gd name="connsiteY23" fmla="*/ 413 h 1125"/>
              <a:gd name="connsiteX24" fmla="*/ 887 w 887"/>
              <a:gd name="connsiteY24" fmla="*/ 508 h 1125"/>
              <a:gd name="connsiteX25" fmla="*/ 571 w 887"/>
              <a:gd name="connsiteY25" fmla="*/ 0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87" h="1125">
                <a:moveTo>
                  <a:pt x="571" y="0"/>
                </a:moveTo>
                <a:lnTo>
                  <a:pt x="0" y="1"/>
                </a:lnTo>
                <a:lnTo>
                  <a:pt x="178" y="111"/>
                </a:lnTo>
                <a:cubicBezTo>
                  <a:pt x="170" y="136"/>
                  <a:pt x="161" y="162"/>
                  <a:pt x="153" y="187"/>
                </a:cubicBezTo>
                <a:cubicBezTo>
                  <a:pt x="145" y="213"/>
                  <a:pt x="138" y="238"/>
                  <a:pt x="130" y="264"/>
                </a:cubicBezTo>
                <a:cubicBezTo>
                  <a:pt x="124" y="290"/>
                  <a:pt x="119" y="317"/>
                  <a:pt x="113" y="343"/>
                </a:cubicBezTo>
                <a:cubicBezTo>
                  <a:pt x="109" y="370"/>
                  <a:pt x="104" y="396"/>
                  <a:pt x="100" y="423"/>
                </a:cubicBezTo>
                <a:lnTo>
                  <a:pt x="94" y="504"/>
                </a:lnTo>
                <a:cubicBezTo>
                  <a:pt x="94" y="530"/>
                  <a:pt x="93" y="557"/>
                  <a:pt x="93" y="583"/>
                </a:cubicBezTo>
                <a:cubicBezTo>
                  <a:pt x="94" y="610"/>
                  <a:pt x="94" y="637"/>
                  <a:pt x="95" y="664"/>
                </a:cubicBezTo>
                <a:cubicBezTo>
                  <a:pt x="98" y="691"/>
                  <a:pt x="101" y="717"/>
                  <a:pt x="104" y="744"/>
                </a:cubicBezTo>
                <a:cubicBezTo>
                  <a:pt x="109" y="771"/>
                  <a:pt x="113" y="797"/>
                  <a:pt x="118" y="824"/>
                </a:cubicBezTo>
                <a:cubicBezTo>
                  <a:pt x="124" y="850"/>
                  <a:pt x="130" y="877"/>
                  <a:pt x="136" y="903"/>
                </a:cubicBezTo>
                <a:cubicBezTo>
                  <a:pt x="144" y="928"/>
                  <a:pt x="151" y="954"/>
                  <a:pt x="159" y="979"/>
                </a:cubicBezTo>
                <a:cubicBezTo>
                  <a:pt x="182" y="1028"/>
                  <a:pt x="204" y="1076"/>
                  <a:pt x="227" y="1125"/>
                </a:cubicBezTo>
                <a:lnTo>
                  <a:pt x="460" y="766"/>
                </a:lnTo>
                <a:lnTo>
                  <a:pt x="702" y="816"/>
                </a:lnTo>
                <a:cubicBezTo>
                  <a:pt x="695" y="797"/>
                  <a:pt x="688" y="779"/>
                  <a:pt x="681" y="760"/>
                </a:cubicBezTo>
                <a:cubicBezTo>
                  <a:pt x="676" y="742"/>
                  <a:pt x="671" y="723"/>
                  <a:pt x="666" y="705"/>
                </a:cubicBezTo>
                <a:cubicBezTo>
                  <a:pt x="663" y="686"/>
                  <a:pt x="661" y="666"/>
                  <a:pt x="658" y="647"/>
                </a:cubicBezTo>
                <a:cubicBezTo>
                  <a:pt x="656" y="627"/>
                  <a:pt x="654" y="608"/>
                  <a:pt x="652" y="588"/>
                </a:cubicBezTo>
                <a:lnTo>
                  <a:pt x="652" y="529"/>
                </a:lnTo>
                <a:cubicBezTo>
                  <a:pt x="655" y="509"/>
                  <a:pt x="657" y="490"/>
                  <a:pt x="660" y="470"/>
                </a:cubicBezTo>
                <a:lnTo>
                  <a:pt x="672" y="413"/>
                </a:lnTo>
                <a:lnTo>
                  <a:pt x="887" y="508"/>
                </a:lnTo>
                <a:lnTo>
                  <a:pt x="571" y="0"/>
                </a:lnTo>
              </a:path>
            </a:pathLst>
          </a:custGeom>
          <a:solidFill>
            <a:schemeClr val="accent1"/>
          </a:solidFill>
          <a:ln w="57150" cap="rnd">
            <a:noFill/>
            <a:miter lim="800000"/>
            <a:headEnd/>
            <a:tailEnd/>
          </a:ln>
        </p:spPr>
        <p:txBody>
          <a:bodyPr/>
          <a:lstStyle/>
          <a:p>
            <a:pPr algn="ctr" eaLnBrk="1" hangingPunct="1">
              <a:spcBef>
                <a:spcPct val="20000"/>
              </a:spcBef>
              <a:buClr>
                <a:schemeClr val="bg1"/>
              </a:buClr>
              <a:defRPr/>
            </a:pPr>
            <a:endParaRPr lang="en-GB" sz="1000" dirty="0">
              <a:ln cap="flat">
                <a:noFill/>
                <a:round/>
              </a:ln>
              <a:solidFill>
                <a:srgbClr val="FFFFFF"/>
              </a:solidFill>
              <a:latin typeface="Aptos" panose="020B0004020202020204" pitchFamily="34" charset="0"/>
              <a:cs typeface="Arial" pitchFamily="34" charset="0"/>
            </a:endParaRPr>
          </a:p>
        </p:txBody>
      </p:sp>
      <p:sp>
        <p:nvSpPr>
          <p:cNvPr id="29" name="Rectangle 8"/>
          <p:cNvSpPr>
            <a:spLocks noChangeArrowheads="1"/>
          </p:cNvSpPr>
          <p:nvPr/>
        </p:nvSpPr>
        <p:spPr bwMode="blackWhite">
          <a:xfrm>
            <a:off x="4231142" y="2570178"/>
            <a:ext cx="226023" cy="146194"/>
          </a:xfrm>
          <a:prstGeom prst="rect">
            <a:avLst/>
          </a:prstGeom>
          <a:noFill/>
          <a:ln w="9525">
            <a:noFill/>
            <a:miter lim="800000"/>
            <a:headEnd/>
            <a:tailEnd/>
          </a:ln>
        </p:spPr>
        <p:txBody>
          <a:bodyPr wrap="none" lIns="0" tIns="0" rIns="0" bIns="0" anchor="ctr">
            <a:spAutoFit/>
          </a:bodyPr>
          <a:lstStyle/>
          <a:p>
            <a:pPr algn="ctr" defTabSz="639779">
              <a:lnSpc>
                <a:spcPct val="95000"/>
              </a:lnSpc>
              <a:spcBef>
                <a:spcPct val="80000"/>
              </a:spcBef>
              <a:buClr>
                <a:schemeClr val="bg1"/>
              </a:buClr>
            </a:pPr>
            <a:r>
              <a:rPr lang="en-GB" sz="1000" dirty="0">
                <a:latin typeface="Aptos" panose="020B0004020202020204" pitchFamily="34" charset="0"/>
                <a:cs typeface="Arial" pitchFamily="34" charset="0"/>
              </a:rPr>
              <a:t>Text</a:t>
            </a:r>
          </a:p>
        </p:txBody>
      </p:sp>
      <p:sp>
        <p:nvSpPr>
          <p:cNvPr id="30" name="Rectangle 9"/>
          <p:cNvSpPr>
            <a:spLocks noChangeArrowheads="1"/>
          </p:cNvSpPr>
          <p:nvPr/>
        </p:nvSpPr>
        <p:spPr bwMode="blackWhite">
          <a:xfrm>
            <a:off x="6143617" y="2778405"/>
            <a:ext cx="226023" cy="146194"/>
          </a:xfrm>
          <a:prstGeom prst="rect">
            <a:avLst/>
          </a:prstGeom>
          <a:noFill/>
          <a:ln w="9525">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GB" sz="1000" dirty="0">
                <a:latin typeface="Aptos" panose="020B0004020202020204" pitchFamily="34" charset="0"/>
                <a:cs typeface="Arial" pitchFamily="34" charset="0"/>
              </a:rPr>
              <a:t>Text</a:t>
            </a:r>
          </a:p>
        </p:txBody>
      </p:sp>
      <p:sp>
        <p:nvSpPr>
          <p:cNvPr id="31" name="Rectangle 10"/>
          <p:cNvSpPr>
            <a:spLocks noChangeArrowheads="1"/>
          </p:cNvSpPr>
          <p:nvPr/>
        </p:nvSpPr>
        <p:spPr bwMode="blackWhite">
          <a:xfrm>
            <a:off x="6517931" y="3825742"/>
            <a:ext cx="226023" cy="146194"/>
          </a:xfrm>
          <a:prstGeom prst="rect">
            <a:avLst/>
          </a:prstGeom>
          <a:noFill/>
          <a:ln w="9525">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GB" sz="1000" dirty="0">
                <a:latin typeface="Aptos" panose="020B0004020202020204" pitchFamily="34" charset="0"/>
                <a:cs typeface="Arial" pitchFamily="34" charset="0"/>
              </a:rPr>
              <a:t>Text</a:t>
            </a:r>
          </a:p>
        </p:txBody>
      </p:sp>
      <p:sp>
        <p:nvSpPr>
          <p:cNvPr id="32" name="Rectangle 11"/>
          <p:cNvSpPr>
            <a:spLocks noChangeArrowheads="1"/>
          </p:cNvSpPr>
          <p:nvPr/>
        </p:nvSpPr>
        <p:spPr bwMode="blackWhite">
          <a:xfrm>
            <a:off x="5839950" y="4694599"/>
            <a:ext cx="226023" cy="146194"/>
          </a:xfrm>
          <a:prstGeom prst="rect">
            <a:avLst/>
          </a:prstGeom>
          <a:noFill/>
          <a:ln w="9525">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GB" sz="1000" dirty="0">
                <a:latin typeface="Aptos" panose="020B0004020202020204" pitchFamily="34" charset="0"/>
                <a:cs typeface="Arial" pitchFamily="34" charset="0"/>
              </a:rPr>
              <a:t>Text</a:t>
            </a:r>
          </a:p>
        </p:txBody>
      </p:sp>
      <p:sp>
        <p:nvSpPr>
          <p:cNvPr id="33" name="Rectangle 13"/>
          <p:cNvSpPr>
            <a:spLocks noChangeArrowheads="1"/>
          </p:cNvSpPr>
          <p:nvPr/>
        </p:nvSpPr>
        <p:spPr bwMode="blackWhite">
          <a:xfrm>
            <a:off x="4376674" y="3471259"/>
            <a:ext cx="226023" cy="146194"/>
          </a:xfrm>
          <a:prstGeom prst="rect">
            <a:avLst/>
          </a:prstGeom>
          <a:noFill/>
          <a:ln w="9525">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GB" sz="1000" dirty="0">
                <a:latin typeface="Aptos" panose="020B0004020202020204" pitchFamily="34" charset="0"/>
                <a:cs typeface="Arial" pitchFamily="34" charset="0"/>
              </a:rPr>
              <a:t>Text</a:t>
            </a:r>
          </a:p>
        </p:txBody>
      </p:sp>
      <p:sp>
        <p:nvSpPr>
          <p:cNvPr id="34" name="Freeform 6"/>
          <p:cNvSpPr>
            <a:spLocks/>
          </p:cNvSpPr>
          <p:nvPr/>
        </p:nvSpPr>
        <p:spPr bwMode="blackWhite">
          <a:xfrm>
            <a:off x="4130967" y="3999855"/>
            <a:ext cx="1342326" cy="1196072"/>
          </a:xfrm>
          <a:custGeom>
            <a:avLst/>
            <a:gdLst>
              <a:gd name="T0" fmla="*/ 2147483647 w 1061"/>
              <a:gd name="T1" fmla="*/ 0 h 946"/>
              <a:gd name="T2" fmla="*/ 0 w 1061"/>
              <a:gd name="T3" fmla="*/ 2147483647 h 946"/>
              <a:gd name="T4" fmla="*/ 2147483647 w 1061"/>
              <a:gd name="T5" fmla="*/ 2147483647 h 946"/>
              <a:gd name="T6" fmla="*/ 2147483647 w 1061"/>
              <a:gd name="T7" fmla="*/ 2147483647 h 946"/>
              <a:gd name="T8" fmla="*/ 2147483647 w 1061"/>
              <a:gd name="T9" fmla="*/ 2147483647 h 946"/>
              <a:gd name="T10" fmla="*/ 2147483647 w 1061"/>
              <a:gd name="T11" fmla="*/ 2147483647 h 946"/>
              <a:gd name="T12" fmla="*/ 2147483647 w 1061"/>
              <a:gd name="T13" fmla="*/ 2147483647 h 946"/>
              <a:gd name="T14" fmla="*/ 2147483647 w 1061"/>
              <a:gd name="T15" fmla="*/ 2147483647 h 946"/>
              <a:gd name="T16" fmla="*/ 2147483647 w 1061"/>
              <a:gd name="T17" fmla="*/ 2147483647 h 946"/>
              <a:gd name="T18" fmla="*/ 2147483647 w 1061"/>
              <a:gd name="T19" fmla="*/ 2147483647 h 946"/>
              <a:gd name="T20" fmla="*/ 2147483647 w 1061"/>
              <a:gd name="T21" fmla="*/ 2147483647 h 946"/>
              <a:gd name="T22" fmla="*/ 2147483647 w 1061"/>
              <a:gd name="T23" fmla="*/ 2147483647 h 946"/>
              <a:gd name="T24" fmla="*/ 2147483647 w 1061"/>
              <a:gd name="T25" fmla="*/ 2147483647 h 946"/>
              <a:gd name="T26" fmla="*/ 2147483647 w 1061"/>
              <a:gd name="T27" fmla="*/ 2147483647 h 946"/>
              <a:gd name="T28" fmla="*/ 2147483647 w 1061"/>
              <a:gd name="T29" fmla="*/ 2147483647 h 946"/>
              <a:gd name="T30" fmla="*/ 2147483647 w 1061"/>
              <a:gd name="T31" fmla="*/ 2147483647 h 946"/>
              <a:gd name="T32" fmla="*/ 2147483647 w 1061"/>
              <a:gd name="T33" fmla="*/ 2147483647 h 946"/>
              <a:gd name="T34" fmla="*/ 2147483647 w 1061"/>
              <a:gd name="T35" fmla="*/ 2147483647 h 946"/>
              <a:gd name="T36" fmla="*/ 2147483647 w 1061"/>
              <a:gd name="T37" fmla="*/ 2147483647 h 946"/>
              <a:gd name="T38" fmla="*/ 2147483647 w 1061"/>
              <a:gd name="T39" fmla="*/ 2147483647 h 946"/>
              <a:gd name="T40" fmla="*/ 2147483647 w 1061"/>
              <a:gd name="T41" fmla="*/ 2147483647 h 946"/>
              <a:gd name="T42" fmla="*/ 2147483647 w 1061"/>
              <a:gd name="T43" fmla="*/ 2147483647 h 946"/>
              <a:gd name="T44" fmla="*/ 2147483647 w 1061"/>
              <a:gd name="T45" fmla="*/ 2147483647 h 946"/>
              <a:gd name="T46" fmla="*/ 2147483647 w 1061"/>
              <a:gd name="T47" fmla="*/ 2147483647 h 946"/>
              <a:gd name="T48" fmla="*/ 2147483647 w 1061"/>
              <a:gd name="T49" fmla="*/ 2147483647 h 946"/>
              <a:gd name="T50" fmla="*/ 2147483647 w 1061"/>
              <a:gd name="T51" fmla="*/ 0 h 9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61"/>
              <a:gd name="T79" fmla="*/ 0 h 946"/>
              <a:gd name="T80" fmla="*/ 1061 w 1061"/>
              <a:gd name="T81" fmla="*/ 946 h 9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61" h="946">
                <a:moveTo>
                  <a:pt x="372" y="0"/>
                </a:moveTo>
                <a:lnTo>
                  <a:pt x="0" y="477"/>
                </a:lnTo>
                <a:lnTo>
                  <a:pt x="207" y="395"/>
                </a:lnTo>
                <a:lnTo>
                  <a:pt x="252" y="466"/>
                </a:lnTo>
                <a:lnTo>
                  <a:pt x="302" y="531"/>
                </a:lnTo>
                <a:lnTo>
                  <a:pt x="354" y="592"/>
                </a:lnTo>
                <a:lnTo>
                  <a:pt x="410" y="649"/>
                </a:lnTo>
                <a:lnTo>
                  <a:pt x="471" y="703"/>
                </a:lnTo>
                <a:lnTo>
                  <a:pt x="535" y="751"/>
                </a:lnTo>
                <a:lnTo>
                  <a:pt x="602" y="795"/>
                </a:lnTo>
                <a:lnTo>
                  <a:pt x="670" y="833"/>
                </a:lnTo>
                <a:lnTo>
                  <a:pt x="745" y="867"/>
                </a:lnTo>
                <a:lnTo>
                  <a:pt x="818" y="894"/>
                </a:lnTo>
                <a:lnTo>
                  <a:pt x="894" y="917"/>
                </a:lnTo>
                <a:lnTo>
                  <a:pt x="970" y="934"/>
                </a:lnTo>
                <a:lnTo>
                  <a:pt x="1048" y="945"/>
                </a:lnTo>
                <a:lnTo>
                  <a:pt x="896" y="669"/>
                </a:lnTo>
                <a:lnTo>
                  <a:pt x="1060" y="347"/>
                </a:lnTo>
                <a:lnTo>
                  <a:pt x="1004" y="334"/>
                </a:lnTo>
                <a:lnTo>
                  <a:pt x="951" y="315"/>
                </a:lnTo>
                <a:lnTo>
                  <a:pt x="898" y="290"/>
                </a:lnTo>
                <a:lnTo>
                  <a:pt x="850" y="260"/>
                </a:lnTo>
                <a:lnTo>
                  <a:pt x="802" y="223"/>
                </a:lnTo>
                <a:lnTo>
                  <a:pt x="761" y="184"/>
                </a:lnTo>
                <a:lnTo>
                  <a:pt x="938" y="113"/>
                </a:lnTo>
                <a:lnTo>
                  <a:pt x="372" y="0"/>
                </a:lnTo>
              </a:path>
            </a:pathLst>
          </a:custGeom>
          <a:solidFill>
            <a:schemeClr val="accent1"/>
          </a:solidFill>
          <a:ln w="12700" cap="rnd">
            <a:noFill/>
            <a:round/>
            <a:headEnd/>
            <a:tailEnd/>
          </a:ln>
        </p:spPr>
        <p:txBody>
          <a:bodyPr/>
          <a:lstStyle/>
          <a:p>
            <a:pPr algn="ctr" eaLnBrk="1" hangingPunct="1">
              <a:spcBef>
                <a:spcPct val="20000"/>
              </a:spcBef>
              <a:buClr>
                <a:schemeClr val="bg1"/>
              </a:buClr>
              <a:defRPr/>
            </a:pPr>
            <a:endParaRPr lang="en-GB" sz="1000" dirty="0">
              <a:solidFill>
                <a:srgbClr val="002776"/>
              </a:solidFill>
              <a:latin typeface="Aptos" panose="020B0004020202020204" pitchFamily="34" charset="0"/>
              <a:cs typeface="Arial" pitchFamily="34" charset="0"/>
            </a:endParaRPr>
          </a:p>
        </p:txBody>
      </p:sp>
      <p:sp>
        <p:nvSpPr>
          <p:cNvPr id="35" name="Rectangle 12"/>
          <p:cNvSpPr>
            <a:spLocks noChangeArrowheads="1"/>
          </p:cNvSpPr>
          <p:nvPr/>
        </p:nvSpPr>
        <p:spPr bwMode="blackWhite">
          <a:xfrm>
            <a:off x="4797571" y="4462821"/>
            <a:ext cx="226023" cy="146194"/>
          </a:xfrm>
          <a:prstGeom prst="rect">
            <a:avLst/>
          </a:prstGeom>
          <a:noFill/>
          <a:ln w="9525">
            <a:noFill/>
            <a:miter lim="800000"/>
            <a:headEnd/>
            <a:tailEnd/>
          </a:ln>
        </p:spPr>
        <p:txBody>
          <a:bodyPr wrap="none" lIns="0" tIns="0" rIns="0" bIns="0" anchor="ctr" anchorCtr="1">
            <a:spAutoFit/>
          </a:bodyPr>
          <a:lstStyle/>
          <a:p>
            <a:pPr algn="ctr" defTabSz="639779">
              <a:lnSpc>
                <a:spcPct val="95000"/>
              </a:lnSpc>
              <a:spcBef>
                <a:spcPct val="80000"/>
              </a:spcBef>
              <a:buClr>
                <a:schemeClr val="bg1"/>
              </a:buClr>
            </a:pPr>
            <a:r>
              <a:rPr lang="en-GB" sz="1000" dirty="0">
                <a:latin typeface="Aptos" panose="020B0004020202020204" pitchFamily="34" charset="0"/>
                <a:cs typeface="Arial" pitchFamily="34" charset="0"/>
              </a:rPr>
              <a:t>Text</a:t>
            </a:r>
          </a:p>
        </p:txBody>
      </p:sp>
    </p:spTree>
    <p:extLst>
      <p:ext uri="{BB962C8B-B14F-4D97-AF65-F5344CB8AC3E}">
        <p14:creationId xmlns:p14="http://schemas.microsoft.com/office/powerpoint/2010/main" val="919114659"/>
      </p:ext>
    </p:extLst>
  </p:cSld>
  <p:clrMapOvr>
    <a:masterClrMapping/>
  </p:clrMapOvr>
  <p:transition>
    <p:fade/>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 Placeholder 19"/>
          <p:cNvSpPr>
            <a:spLocks noGrp="1"/>
          </p:cNvSpPr>
          <p:nvPr>
            <p:ph type="body" sz="quarter" idx="13"/>
          </p:nvPr>
        </p:nvSpPr>
        <p:spPr/>
        <p:txBody>
          <a:bodyPr/>
          <a:lstStyle/>
          <a:p>
            <a:r>
              <a:rPr lang="en-US"/>
              <a:t>Subtitle runs here</a:t>
            </a:r>
            <a:endParaRPr lang="en-US" dirty="0"/>
          </a:p>
        </p:txBody>
      </p:sp>
      <p:sp>
        <p:nvSpPr>
          <p:cNvPr id="677889" name="Title 1"/>
          <p:cNvSpPr>
            <a:spLocks noGrp="1"/>
          </p:cNvSpPr>
          <p:nvPr>
            <p:ph type="title"/>
          </p:nvPr>
        </p:nvSpPr>
        <p:spPr/>
        <p:txBody>
          <a:bodyPr/>
          <a:lstStyle/>
          <a:p>
            <a:r>
              <a:rPr lang="en-US"/>
              <a:t>Venn diagram</a:t>
            </a:r>
            <a:endParaRPr lang="en-US" dirty="0"/>
          </a:p>
        </p:txBody>
      </p:sp>
      <p:sp>
        <p:nvSpPr>
          <p:cNvPr id="17" name="Freeform 18"/>
          <p:cNvSpPr>
            <a:spLocks/>
          </p:cNvSpPr>
          <p:nvPr/>
        </p:nvSpPr>
        <p:spPr bwMode="auto">
          <a:xfrm>
            <a:off x="2908215" y="1959382"/>
            <a:ext cx="2048272" cy="2359125"/>
          </a:xfrm>
          <a:custGeom>
            <a:avLst/>
            <a:gdLst>
              <a:gd name="T0" fmla="*/ 600 w 720"/>
              <a:gd name="T1" fmla="*/ 493 h 829"/>
              <a:gd name="T2" fmla="*/ 594 w 720"/>
              <a:gd name="T3" fmla="*/ 423 h 829"/>
              <a:gd name="T4" fmla="*/ 720 w 720"/>
              <a:gd name="T5" fmla="*/ 122 h 829"/>
              <a:gd name="T6" fmla="*/ 423 w 720"/>
              <a:gd name="T7" fmla="*/ 0 h 829"/>
              <a:gd name="T8" fmla="*/ 0 w 720"/>
              <a:gd name="T9" fmla="*/ 423 h 829"/>
              <a:gd name="T10" fmla="*/ 303 w 720"/>
              <a:gd name="T11" fmla="*/ 829 h 829"/>
              <a:gd name="T12" fmla="*/ 600 w 720"/>
              <a:gd name="T13" fmla="*/ 493 h 829"/>
            </a:gdLst>
            <a:ahLst/>
            <a:cxnLst>
              <a:cxn ang="0">
                <a:pos x="T0" y="T1"/>
              </a:cxn>
              <a:cxn ang="0">
                <a:pos x="T2" y="T3"/>
              </a:cxn>
              <a:cxn ang="0">
                <a:pos x="T4" y="T5"/>
              </a:cxn>
              <a:cxn ang="0">
                <a:pos x="T6" y="T7"/>
              </a:cxn>
              <a:cxn ang="0">
                <a:pos x="T8" y="T9"/>
              </a:cxn>
              <a:cxn ang="0">
                <a:pos x="T10" y="T11"/>
              </a:cxn>
              <a:cxn ang="0">
                <a:pos x="T12" y="T13"/>
              </a:cxn>
            </a:cxnLst>
            <a:rect l="0" t="0" r="r" b="b"/>
            <a:pathLst>
              <a:path w="720" h="829">
                <a:moveTo>
                  <a:pt x="600" y="493"/>
                </a:moveTo>
                <a:cubicBezTo>
                  <a:pt x="596" y="470"/>
                  <a:pt x="594" y="447"/>
                  <a:pt x="594" y="423"/>
                </a:cubicBezTo>
                <a:cubicBezTo>
                  <a:pt x="594" y="305"/>
                  <a:pt x="642" y="199"/>
                  <a:pt x="720" y="122"/>
                </a:cubicBezTo>
                <a:cubicBezTo>
                  <a:pt x="644" y="47"/>
                  <a:pt x="539" y="0"/>
                  <a:pt x="423" y="0"/>
                </a:cubicBezTo>
                <a:cubicBezTo>
                  <a:pt x="189" y="0"/>
                  <a:pt x="0" y="190"/>
                  <a:pt x="0" y="423"/>
                </a:cubicBezTo>
                <a:cubicBezTo>
                  <a:pt x="0" y="615"/>
                  <a:pt x="128" y="777"/>
                  <a:pt x="303" y="829"/>
                </a:cubicBezTo>
                <a:cubicBezTo>
                  <a:pt x="329" y="669"/>
                  <a:pt x="446" y="539"/>
                  <a:pt x="600" y="493"/>
                </a:cubicBezTo>
                <a:close/>
              </a:path>
            </a:pathLst>
          </a:custGeom>
          <a:solidFill>
            <a:srgbClr val="DDEFE8"/>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latin typeface="Aptos" panose="020B0004020202020204" pitchFamily="34" charset="0"/>
            </a:endParaRPr>
          </a:p>
        </p:txBody>
      </p:sp>
      <p:sp>
        <p:nvSpPr>
          <p:cNvPr id="18" name="Freeform 19"/>
          <p:cNvSpPr>
            <a:spLocks/>
          </p:cNvSpPr>
          <p:nvPr/>
        </p:nvSpPr>
        <p:spPr bwMode="auto">
          <a:xfrm>
            <a:off x="4949132" y="1956557"/>
            <a:ext cx="2052141" cy="2359125"/>
          </a:xfrm>
          <a:custGeom>
            <a:avLst/>
            <a:gdLst>
              <a:gd name="T0" fmla="*/ 721 w 721"/>
              <a:gd name="T1" fmla="*/ 423 h 829"/>
              <a:gd name="T2" fmla="*/ 297 w 721"/>
              <a:gd name="T3" fmla="*/ 0 h 829"/>
              <a:gd name="T4" fmla="*/ 0 w 721"/>
              <a:gd name="T5" fmla="*/ 122 h 829"/>
              <a:gd name="T6" fmla="*/ 126 w 721"/>
              <a:gd name="T7" fmla="*/ 423 h 829"/>
              <a:gd name="T8" fmla="*/ 121 w 721"/>
              <a:gd name="T9" fmla="*/ 493 h 829"/>
              <a:gd name="T10" fmla="*/ 418 w 721"/>
              <a:gd name="T11" fmla="*/ 829 h 829"/>
              <a:gd name="T12" fmla="*/ 721 w 721"/>
              <a:gd name="T13" fmla="*/ 423 h 829"/>
            </a:gdLst>
            <a:ahLst/>
            <a:cxnLst>
              <a:cxn ang="0">
                <a:pos x="T0" y="T1"/>
              </a:cxn>
              <a:cxn ang="0">
                <a:pos x="T2" y="T3"/>
              </a:cxn>
              <a:cxn ang="0">
                <a:pos x="T4" y="T5"/>
              </a:cxn>
              <a:cxn ang="0">
                <a:pos x="T6" y="T7"/>
              </a:cxn>
              <a:cxn ang="0">
                <a:pos x="T8" y="T9"/>
              </a:cxn>
              <a:cxn ang="0">
                <a:pos x="T10" y="T11"/>
              </a:cxn>
              <a:cxn ang="0">
                <a:pos x="T12" y="T13"/>
              </a:cxn>
            </a:cxnLst>
            <a:rect l="0" t="0" r="r" b="b"/>
            <a:pathLst>
              <a:path w="721" h="829">
                <a:moveTo>
                  <a:pt x="721" y="423"/>
                </a:moveTo>
                <a:cubicBezTo>
                  <a:pt x="721" y="190"/>
                  <a:pt x="531" y="0"/>
                  <a:pt x="297" y="0"/>
                </a:cubicBezTo>
                <a:cubicBezTo>
                  <a:pt x="182" y="0"/>
                  <a:pt x="77" y="47"/>
                  <a:pt x="0" y="122"/>
                </a:cubicBezTo>
                <a:cubicBezTo>
                  <a:pt x="78" y="199"/>
                  <a:pt x="126" y="305"/>
                  <a:pt x="126" y="423"/>
                </a:cubicBezTo>
                <a:cubicBezTo>
                  <a:pt x="126" y="447"/>
                  <a:pt x="124" y="470"/>
                  <a:pt x="121" y="493"/>
                </a:cubicBezTo>
                <a:cubicBezTo>
                  <a:pt x="274" y="539"/>
                  <a:pt x="391" y="669"/>
                  <a:pt x="418" y="829"/>
                </a:cubicBezTo>
                <a:cubicBezTo>
                  <a:pt x="593" y="777"/>
                  <a:pt x="721" y="615"/>
                  <a:pt x="721" y="423"/>
                </a:cubicBezTo>
                <a:close/>
              </a:path>
            </a:pathLst>
          </a:custGeom>
          <a:solidFill>
            <a:srgbClr val="DDEFE8"/>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latin typeface="Aptos" panose="020B0004020202020204" pitchFamily="34" charset="0"/>
            </a:endParaRPr>
          </a:p>
        </p:txBody>
      </p:sp>
      <p:sp>
        <p:nvSpPr>
          <p:cNvPr id="19" name="Freeform 20"/>
          <p:cNvSpPr>
            <a:spLocks/>
          </p:cNvSpPr>
          <p:nvPr/>
        </p:nvSpPr>
        <p:spPr bwMode="auto">
          <a:xfrm>
            <a:off x="4593587" y="2298657"/>
            <a:ext cx="714210" cy="1062995"/>
          </a:xfrm>
          <a:custGeom>
            <a:avLst/>
            <a:gdLst>
              <a:gd name="T0" fmla="*/ 0 w 252"/>
              <a:gd name="T1" fmla="*/ 301 h 371"/>
              <a:gd name="T2" fmla="*/ 6 w 252"/>
              <a:gd name="T3" fmla="*/ 371 h 371"/>
              <a:gd name="T4" fmla="*/ 126 w 252"/>
              <a:gd name="T5" fmla="*/ 354 h 371"/>
              <a:gd name="T6" fmla="*/ 247 w 252"/>
              <a:gd name="T7" fmla="*/ 371 h 371"/>
              <a:gd name="T8" fmla="*/ 252 w 252"/>
              <a:gd name="T9" fmla="*/ 301 h 371"/>
              <a:gd name="T10" fmla="*/ 126 w 252"/>
              <a:gd name="T11" fmla="*/ 0 h 371"/>
              <a:gd name="T12" fmla="*/ 0 w 252"/>
              <a:gd name="T13" fmla="*/ 301 h 371"/>
            </a:gdLst>
            <a:ahLst/>
            <a:cxnLst>
              <a:cxn ang="0">
                <a:pos x="T0" y="T1"/>
              </a:cxn>
              <a:cxn ang="0">
                <a:pos x="T2" y="T3"/>
              </a:cxn>
              <a:cxn ang="0">
                <a:pos x="T4" y="T5"/>
              </a:cxn>
              <a:cxn ang="0">
                <a:pos x="T6" y="T7"/>
              </a:cxn>
              <a:cxn ang="0">
                <a:pos x="T8" y="T9"/>
              </a:cxn>
              <a:cxn ang="0">
                <a:pos x="T10" y="T11"/>
              </a:cxn>
              <a:cxn ang="0">
                <a:pos x="T12" y="T13"/>
              </a:cxn>
            </a:cxnLst>
            <a:rect l="0" t="0" r="r" b="b"/>
            <a:pathLst>
              <a:path w="252" h="371">
                <a:moveTo>
                  <a:pt x="0" y="301"/>
                </a:moveTo>
                <a:cubicBezTo>
                  <a:pt x="0" y="325"/>
                  <a:pt x="2" y="348"/>
                  <a:pt x="6" y="371"/>
                </a:cubicBezTo>
                <a:cubicBezTo>
                  <a:pt x="44" y="360"/>
                  <a:pt x="84" y="354"/>
                  <a:pt x="126" y="354"/>
                </a:cubicBezTo>
                <a:cubicBezTo>
                  <a:pt x="168" y="354"/>
                  <a:pt x="209" y="360"/>
                  <a:pt x="247" y="371"/>
                </a:cubicBezTo>
                <a:cubicBezTo>
                  <a:pt x="250" y="348"/>
                  <a:pt x="252" y="325"/>
                  <a:pt x="252" y="301"/>
                </a:cubicBezTo>
                <a:cubicBezTo>
                  <a:pt x="252" y="183"/>
                  <a:pt x="204" y="77"/>
                  <a:pt x="126" y="0"/>
                </a:cubicBezTo>
                <a:cubicBezTo>
                  <a:pt x="48" y="77"/>
                  <a:pt x="0" y="183"/>
                  <a:pt x="0" y="301"/>
                </a:cubicBezTo>
                <a:close/>
              </a:path>
            </a:pathLst>
          </a:custGeom>
          <a:solidFill>
            <a:srgbClr val="9DD4CF"/>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latin typeface="Aptos" panose="020B0004020202020204" pitchFamily="34" charset="0"/>
            </a:endParaRPr>
          </a:p>
        </p:txBody>
      </p:sp>
      <p:sp>
        <p:nvSpPr>
          <p:cNvPr id="21" name="Freeform 21"/>
          <p:cNvSpPr>
            <a:spLocks/>
          </p:cNvSpPr>
          <p:nvPr/>
        </p:nvSpPr>
        <p:spPr bwMode="auto">
          <a:xfrm>
            <a:off x="3745707" y="4008837"/>
            <a:ext cx="2410718" cy="1698725"/>
          </a:xfrm>
          <a:custGeom>
            <a:avLst/>
            <a:gdLst>
              <a:gd name="T0" fmla="*/ 423 w 847"/>
              <a:gd name="T1" fmla="*/ 0 h 597"/>
              <a:gd name="T2" fmla="*/ 126 w 847"/>
              <a:gd name="T3" fmla="*/ 122 h 597"/>
              <a:gd name="T4" fmla="*/ 6 w 847"/>
              <a:gd name="T5" fmla="*/ 104 h 597"/>
              <a:gd name="T6" fmla="*/ 0 w 847"/>
              <a:gd name="T7" fmla="*/ 174 h 597"/>
              <a:gd name="T8" fmla="*/ 423 w 847"/>
              <a:gd name="T9" fmla="*/ 597 h 597"/>
              <a:gd name="T10" fmla="*/ 847 w 847"/>
              <a:gd name="T11" fmla="*/ 174 h 597"/>
              <a:gd name="T12" fmla="*/ 841 w 847"/>
              <a:gd name="T13" fmla="*/ 104 h 597"/>
              <a:gd name="T14" fmla="*/ 720 w 847"/>
              <a:gd name="T15" fmla="*/ 122 h 597"/>
              <a:gd name="T16" fmla="*/ 423 w 847"/>
              <a:gd name="T17" fmla="*/ 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7" h="597">
                <a:moveTo>
                  <a:pt x="423" y="0"/>
                </a:moveTo>
                <a:cubicBezTo>
                  <a:pt x="347" y="75"/>
                  <a:pt x="242" y="122"/>
                  <a:pt x="126" y="122"/>
                </a:cubicBezTo>
                <a:cubicBezTo>
                  <a:pt x="84" y="122"/>
                  <a:pt x="44" y="116"/>
                  <a:pt x="6" y="104"/>
                </a:cubicBezTo>
                <a:cubicBezTo>
                  <a:pt x="2" y="127"/>
                  <a:pt x="0" y="150"/>
                  <a:pt x="0" y="174"/>
                </a:cubicBezTo>
                <a:cubicBezTo>
                  <a:pt x="0" y="408"/>
                  <a:pt x="189" y="597"/>
                  <a:pt x="423" y="597"/>
                </a:cubicBezTo>
                <a:cubicBezTo>
                  <a:pt x="657" y="597"/>
                  <a:pt x="847" y="408"/>
                  <a:pt x="847" y="174"/>
                </a:cubicBezTo>
                <a:cubicBezTo>
                  <a:pt x="847" y="150"/>
                  <a:pt x="845" y="127"/>
                  <a:pt x="841" y="104"/>
                </a:cubicBezTo>
                <a:cubicBezTo>
                  <a:pt x="803" y="116"/>
                  <a:pt x="762" y="122"/>
                  <a:pt x="720" y="122"/>
                </a:cubicBezTo>
                <a:cubicBezTo>
                  <a:pt x="605" y="122"/>
                  <a:pt x="500" y="75"/>
                  <a:pt x="423" y="0"/>
                </a:cubicBezTo>
                <a:close/>
              </a:path>
            </a:pathLst>
          </a:custGeom>
          <a:solidFill>
            <a:srgbClr val="DDEFE8"/>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latin typeface="Aptos" panose="020B0004020202020204" pitchFamily="34" charset="0"/>
            </a:endParaRPr>
          </a:p>
        </p:txBody>
      </p:sp>
      <p:sp>
        <p:nvSpPr>
          <p:cNvPr id="22" name="Freeform 22"/>
          <p:cNvSpPr>
            <a:spLocks/>
          </p:cNvSpPr>
          <p:nvPr/>
        </p:nvSpPr>
        <p:spPr bwMode="auto">
          <a:xfrm>
            <a:off x="3767005" y="3352968"/>
            <a:ext cx="1186656" cy="1013194"/>
          </a:xfrm>
          <a:custGeom>
            <a:avLst/>
            <a:gdLst>
              <a:gd name="T0" fmla="*/ 417 w 417"/>
              <a:gd name="T1" fmla="*/ 232 h 354"/>
              <a:gd name="T2" fmla="*/ 297 w 417"/>
              <a:gd name="T3" fmla="*/ 0 h 354"/>
              <a:gd name="T4" fmla="*/ 0 w 417"/>
              <a:gd name="T5" fmla="*/ 336 h 354"/>
              <a:gd name="T6" fmla="*/ 120 w 417"/>
              <a:gd name="T7" fmla="*/ 354 h 354"/>
              <a:gd name="T8" fmla="*/ 417 w 417"/>
              <a:gd name="T9" fmla="*/ 232 h 354"/>
            </a:gdLst>
            <a:ahLst/>
            <a:cxnLst>
              <a:cxn ang="0">
                <a:pos x="T0" y="T1"/>
              </a:cxn>
              <a:cxn ang="0">
                <a:pos x="T2" y="T3"/>
              </a:cxn>
              <a:cxn ang="0">
                <a:pos x="T4" y="T5"/>
              </a:cxn>
              <a:cxn ang="0">
                <a:pos x="T6" y="T7"/>
              </a:cxn>
              <a:cxn ang="0">
                <a:pos x="T8" y="T9"/>
              </a:cxn>
            </a:cxnLst>
            <a:rect l="0" t="0" r="r" b="b"/>
            <a:pathLst>
              <a:path w="417" h="354">
                <a:moveTo>
                  <a:pt x="417" y="232"/>
                </a:moveTo>
                <a:cubicBezTo>
                  <a:pt x="355" y="171"/>
                  <a:pt x="312" y="90"/>
                  <a:pt x="297" y="0"/>
                </a:cubicBezTo>
                <a:cubicBezTo>
                  <a:pt x="143" y="46"/>
                  <a:pt x="26" y="176"/>
                  <a:pt x="0" y="336"/>
                </a:cubicBezTo>
                <a:cubicBezTo>
                  <a:pt x="38" y="348"/>
                  <a:pt x="78" y="354"/>
                  <a:pt x="120" y="354"/>
                </a:cubicBezTo>
                <a:cubicBezTo>
                  <a:pt x="236" y="354"/>
                  <a:pt x="341" y="307"/>
                  <a:pt x="417" y="232"/>
                </a:cubicBezTo>
                <a:close/>
              </a:path>
            </a:pathLst>
          </a:custGeom>
          <a:solidFill>
            <a:srgbClr val="9DD4CF"/>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latin typeface="Aptos" panose="020B0004020202020204" pitchFamily="34" charset="0"/>
            </a:endParaRPr>
          </a:p>
        </p:txBody>
      </p:sp>
      <p:sp>
        <p:nvSpPr>
          <p:cNvPr id="23" name="Freeform 23"/>
          <p:cNvSpPr>
            <a:spLocks/>
          </p:cNvSpPr>
          <p:nvPr/>
        </p:nvSpPr>
        <p:spPr bwMode="auto">
          <a:xfrm>
            <a:off x="4947350" y="3355796"/>
            <a:ext cx="1192110" cy="1007545"/>
          </a:xfrm>
          <a:custGeom>
            <a:avLst/>
            <a:gdLst>
              <a:gd name="T0" fmla="*/ 121 w 418"/>
              <a:gd name="T1" fmla="*/ 0 h 354"/>
              <a:gd name="T2" fmla="*/ 0 w 418"/>
              <a:gd name="T3" fmla="*/ 232 h 354"/>
              <a:gd name="T4" fmla="*/ 297 w 418"/>
              <a:gd name="T5" fmla="*/ 354 h 354"/>
              <a:gd name="T6" fmla="*/ 418 w 418"/>
              <a:gd name="T7" fmla="*/ 336 h 354"/>
              <a:gd name="T8" fmla="*/ 121 w 418"/>
              <a:gd name="T9" fmla="*/ 0 h 354"/>
            </a:gdLst>
            <a:ahLst/>
            <a:cxnLst>
              <a:cxn ang="0">
                <a:pos x="T0" y="T1"/>
              </a:cxn>
              <a:cxn ang="0">
                <a:pos x="T2" y="T3"/>
              </a:cxn>
              <a:cxn ang="0">
                <a:pos x="T4" y="T5"/>
              </a:cxn>
              <a:cxn ang="0">
                <a:pos x="T6" y="T7"/>
              </a:cxn>
              <a:cxn ang="0">
                <a:pos x="T8" y="T9"/>
              </a:cxn>
            </a:cxnLst>
            <a:rect l="0" t="0" r="r" b="b"/>
            <a:pathLst>
              <a:path w="418" h="354">
                <a:moveTo>
                  <a:pt x="121" y="0"/>
                </a:moveTo>
                <a:cubicBezTo>
                  <a:pt x="106" y="90"/>
                  <a:pt x="62" y="171"/>
                  <a:pt x="0" y="232"/>
                </a:cubicBezTo>
                <a:cubicBezTo>
                  <a:pt x="77" y="307"/>
                  <a:pt x="182" y="354"/>
                  <a:pt x="297" y="354"/>
                </a:cubicBezTo>
                <a:cubicBezTo>
                  <a:pt x="339" y="354"/>
                  <a:pt x="380" y="348"/>
                  <a:pt x="418" y="336"/>
                </a:cubicBezTo>
                <a:cubicBezTo>
                  <a:pt x="391" y="176"/>
                  <a:pt x="274" y="46"/>
                  <a:pt x="121" y="0"/>
                </a:cubicBezTo>
                <a:close/>
              </a:path>
            </a:pathLst>
          </a:custGeom>
          <a:solidFill>
            <a:srgbClr val="9DD4CF"/>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latin typeface="Aptos" panose="020B0004020202020204" pitchFamily="34" charset="0"/>
            </a:endParaRPr>
          </a:p>
        </p:txBody>
      </p:sp>
      <p:sp>
        <p:nvSpPr>
          <p:cNvPr id="24" name="Freeform 24"/>
          <p:cNvSpPr>
            <a:spLocks/>
          </p:cNvSpPr>
          <p:nvPr/>
        </p:nvSpPr>
        <p:spPr bwMode="auto">
          <a:xfrm>
            <a:off x="4608613" y="3308071"/>
            <a:ext cx="684907" cy="713455"/>
          </a:xfrm>
          <a:custGeom>
            <a:avLst/>
            <a:gdLst>
              <a:gd name="T0" fmla="*/ 0 w 241"/>
              <a:gd name="T1" fmla="*/ 17 h 249"/>
              <a:gd name="T2" fmla="*/ 120 w 241"/>
              <a:gd name="T3" fmla="*/ 249 h 249"/>
              <a:gd name="T4" fmla="*/ 241 w 241"/>
              <a:gd name="T5" fmla="*/ 17 h 249"/>
              <a:gd name="T6" fmla="*/ 120 w 241"/>
              <a:gd name="T7" fmla="*/ 0 h 249"/>
              <a:gd name="T8" fmla="*/ 0 w 241"/>
              <a:gd name="T9" fmla="*/ 17 h 249"/>
            </a:gdLst>
            <a:ahLst/>
            <a:cxnLst>
              <a:cxn ang="0">
                <a:pos x="T0" y="T1"/>
              </a:cxn>
              <a:cxn ang="0">
                <a:pos x="T2" y="T3"/>
              </a:cxn>
              <a:cxn ang="0">
                <a:pos x="T4" y="T5"/>
              </a:cxn>
              <a:cxn ang="0">
                <a:pos x="T6" y="T7"/>
              </a:cxn>
              <a:cxn ang="0">
                <a:pos x="T8" y="T9"/>
              </a:cxn>
            </a:cxnLst>
            <a:rect l="0" t="0" r="r" b="b"/>
            <a:pathLst>
              <a:path w="241" h="249">
                <a:moveTo>
                  <a:pt x="0" y="17"/>
                </a:moveTo>
                <a:cubicBezTo>
                  <a:pt x="15" y="107"/>
                  <a:pt x="58" y="188"/>
                  <a:pt x="120" y="249"/>
                </a:cubicBezTo>
                <a:cubicBezTo>
                  <a:pt x="182" y="188"/>
                  <a:pt x="226" y="107"/>
                  <a:pt x="241" y="17"/>
                </a:cubicBezTo>
                <a:cubicBezTo>
                  <a:pt x="203" y="6"/>
                  <a:pt x="162" y="0"/>
                  <a:pt x="120" y="0"/>
                </a:cubicBezTo>
                <a:cubicBezTo>
                  <a:pt x="78" y="0"/>
                  <a:pt x="38" y="6"/>
                  <a:pt x="0" y="17"/>
                </a:cubicBezTo>
                <a:close/>
              </a:path>
            </a:pathLst>
          </a:custGeom>
          <a:solidFill>
            <a:schemeClr val="tx1"/>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latin typeface="Aptos" panose="020B0004020202020204" pitchFamily="34" charset="0"/>
            </a:endParaRPr>
          </a:p>
        </p:txBody>
      </p:sp>
      <p:sp>
        <p:nvSpPr>
          <p:cNvPr id="25" name="Rectangle 24"/>
          <p:cNvSpPr/>
          <p:nvPr/>
        </p:nvSpPr>
        <p:spPr bwMode="gray">
          <a:xfrm>
            <a:off x="5834461" y="2924775"/>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26" name="Rectangle 25"/>
          <p:cNvSpPr/>
          <p:nvPr/>
        </p:nvSpPr>
        <p:spPr bwMode="gray">
          <a:xfrm>
            <a:off x="3845522" y="2924775"/>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27" name="Rectangle 26"/>
          <p:cNvSpPr/>
          <p:nvPr/>
        </p:nvSpPr>
        <p:spPr bwMode="gray">
          <a:xfrm>
            <a:off x="4838054" y="4681543"/>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28" name="Rectangle 27"/>
          <p:cNvSpPr/>
          <p:nvPr/>
        </p:nvSpPr>
        <p:spPr bwMode="gray">
          <a:xfrm>
            <a:off x="4838055" y="3505206"/>
            <a:ext cx="226024" cy="153888"/>
          </a:xfrm>
          <a:prstGeom prst="rect">
            <a:avLst/>
          </a:prstGeom>
        </p:spPr>
        <p:txBody>
          <a:bodyPr wrap="none" lIns="0" tIns="0" rIns="0" bIns="0" anchor="ctr">
            <a:spAutoFit/>
          </a:bodyPr>
          <a:lstStyle/>
          <a:p>
            <a:pPr algn="ctr"/>
            <a:r>
              <a:rPr lang="en-US" sz="1000" dirty="0">
                <a:solidFill>
                  <a:schemeClr val="bg1"/>
                </a:solidFill>
                <a:latin typeface="Aptos" panose="020B0004020202020204" pitchFamily="34" charset="0"/>
                <a:cs typeface="Arial" pitchFamily="34" charset="0"/>
              </a:rPr>
              <a:t>Text</a:t>
            </a:r>
          </a:p>
        </p:txBody>
      </p:sp>
      <p:sp>
        <p:nvSpPr>
          <p:cNvPr id="2" name="Rectangle 1">
            <a:extLst>
              <a:ext uri="{FF2B5EF4-FFF2-40B4-BE49-F238E27FC236}">
                <a16:creationId xmlns:a16="http://schemas.microsoft.com/office/drawing/2014/main" id="{00B52A58-0978-1688-72B9-CAE62E8AEA29}"/>
              </a:ext>
            </a:extLst>
          </p:cNvPr>
          <p:cNvSpPr>
            <a:spLocks noChangeArrowheads="1"/>
          </p:cNvSpPr>
          <p:nvPr/>
        </p:nvSpPr>
        <p:spPr bwMode="auto">
          <a:xfrm>
            <a:off x="6721991" y="345992"/>
            <a:ext cx="2818384" cy="496275"/>
          </a:xfrm>
          <a:prstGeom prst="rect">
            <a:avLst/>
          </a:prstGeom>
          <a:solidFill>
            <a:schemeClr val="bg1"/>
          </a:solidFill>
          <a:ln w="6350" algn="ctr">
            <a:solidFill>
              <a:srgbClr val="00A3E0"/>
            </a:solidFill>
            <a:miter lim="800000"/>
            <a:headEnd/>
            <a:tailEnd/>
          </a:ln>
        </p:spPr>
        <p:txBody>
          <a:bodyPr tIns="91440" bIns="91440">
            <a:noAutofit/>
          </a:bodyPr>
          <a:lstStyle/>
          <a:p>
            <a:pPr>
              <a:defRPr/>
            </a:pPr>
            <a:r>
              <a:rPr lang="en-US" sz="1000" b="1" dirty="0">
                <a:latin typeface="Aptos" panose="020B0004020202020204" pitchFamily="34" charset="0"/>
                <a:ea typeface="ＭＳ Ｐゴシック" pitchFamily="50" charset="-128"/>
              </a:rPr>
              <a:t>Tip! </a:t>
            </a:r>
            <a:r>
              <a:rPr lang="en-US" sz="1000" dirty="0">
                <a:latin typeface="Aptos" panose="020B0004020202020204" pitchFamily="34" charset="0"/>
                <a:ea typeface="ＭＳ Ｐゴシック" pitchFamily="50" charset="-128"/>
              </a:rPr>
              <a:t>Hold the Shift key when resizing the pieces or group to retain the shape proportions</a:t>
            </a:r>
          </a:p>
        </p:txBody>
      </p:sp>
    </p:spTree>
    <p:extLst>
      <p:ext uri="{BB962C8B-B14F-4D97-AF65-F5344CB8AC3E}">
        <p14:creationId xmlns:p14="http://schemas.microsoft.com/office/powerpoint/2010/main" val="2360525819"/>
      </p:ext>
    </p:extLst>
  </p:cSld>
  <p:clrMapOvr>
    <a:masterClrMapping/>
  </p:clrMapOvr>
  <p:transition>
    <p:fade/>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dirty="0"/>
              <a:t>Subtitle runs here</a:t>
            </a:r>
          </a:p>
        </p:txBody>
      </p:sp>
      <p:sp>
        <p:nvSpPr>
          <p:cNvPr id="678913" name="Title 1"/>
          <p:cNvSpPr>
            <a:spLocks noGrp="1"/>
          </p:cNvSpPr>
          <p:nvPr>
            <p:ph type="title"/>
          </p:nvPr>
        </p:nvSpPr>
        <p:spPr/>
        <p:txBody>
          <a:bodyPr/>
          <a:lstStyle/>
          <a:p>
            <a:r>
              <a:rPr lang="en-US"/>
              <a:t>Venn diagrams</a:t>
            </a:r>
            <a:endParaRPr lang="en-US" dirty="0"/>
          </a:p>
        </p:txBody>
      </p:sp>
      <p:sp>
        <p:nvSpPr>
          <p:cNvPr id="58" name="Oval 1"/>
          <p:cNvSpPr/>
          <p:nvPr/>
        </p:nvSpPr>
        <p:spPr bwMode="gray">
          <a:xfrm>
            <a:off x="3534092" y="1746342"/>
            <a:ext cx="459202" cy="895533"/>
          </a:xfrm>
          <a:custGeom>
            <a:avLst/>
            <a:gdLst/>
            <a:ahLst/>
            <a:cxnLst/>
            <a:rect l="l" t="t" r="r" b="b"/>
            <a:pathLst>
              <a:path w="1099056" h="2173122">
                <a:moveTo>
                  <a:pt x="549528" y="0"/>
                </a:moveTo>
                <a:cubicBezTo>
                  <a:pt x="883279" y="245150"/>
                  <a:pt x="1099056" y="640657"/>
                  <a:pt x="1099056" y="1086561"/>
                </a:cubicBezTo>
                <a:cubicBezTo>
                  <a:pt x="1099056" y="1532465"/>
                  <a:pt x="883279" y="1927972"/>
                  <a:pt x="549528" y="2173122"/>
                </a:cubicBezTo>
                <a:cubicBezTo>
                  <a:pt x="215777" y="1927972"/>
                  <a:pt x="0" y="1532465"/>
                  <a:pt x="0" y="1086561"/>
                </a:cubicBezTo>
                <a:cubicBezTo>
                  <a:pt x="0" y="640657"/>
                  <a:pt x="215777" y="245150"/>
                  <a:pt x="549528" y="0"/>
                </a:cubicBezTo>
                <a:close/>
              </a:path>
            </a:pathLst>
          </a:custGeom>
          <a:solidFill>
            <a:schemeClr val="accent1"/>
          </a:solidFill>
          <a:ln w="19050" algn="ctr">
            <a:noFill/>
            <a:miter lim="800000"/>
            <a:headEnd/>
            <a:tailEnd/>
          </a:ln>
        </p:spPr>
        <p:txBody>
          <a:bodyPr wrap="none" lIns="36116" tIns="36116" rIns="36116" bIns="36116" rtlCol="0" anchor="ctr"/>
          <a:lstStyle/>
          <a:p>
            <a:pPr algn="ctr">
              <a:buFont typeface="Wingdings 2" pitchFamily="18" charset="2"/>
              <a:buNone/>
            </a:pPr>
            <a:endParaRPr lang="en-US" sz="1000" dirty="0">
              <a:solidFill>
                <a:schemeClr val="tx2"/>
              </a:solidFill>
              <a:latin typeface="Aptos" panose="020B0004020202020204" pitchFamily="34" charset="0"/>
            </a:endParaRPr>
          </a:p>
        </p:txBody>
      </p:sp>
      <p:sp>
        <p:nvSpPr>
          <p:cNvPr id="63" name="Oval 15"/>
          <p:cNvSpPr/>
          <p:nvPr/>
        </p:nvSpPr>
        <p:spPr bwMode="gray">
          <a:xfrm>
            <a:off x="3762966" y="1636730"/>
            <a:ext cx="888301" cy="1114758"/>
          </a:xfrm>
          <a:custGeom>
            <a:avLst/>
            <a:gdLst/>
            <a:ahLst/>
            <a:cxnLst/>
            <a:rect l="l" t="t" r="r" b="b"/>
            <a:pathLst>
              <a:path w="2155572" h="2705100">
                <a:moveTo>
                  <a:pt x="803022" y="0"/>
                </a:moveTo>
                <a:cubicBezTo>
                  <a:pt x="1550015" y="0"/>
                  <a:pt x="2155572" y="605557"/>
                  <a:pt x="2155572" y="1352550"/>
                </a:cubicBezTo>
                <a:cubicBezTo>
                  <a:pt x="2155572" y="2099543"/>
                  <a:pt x="1550015" y="2705100"/>
                  <a:pt x="803022" y="2705100"/>
                </a:cubicBezTo>
                <a:cubicBezTo>
                  <a:pt x="501933" y="2705100"/>
                  <a:pt x="223823" y="2606719"/>
                  <a:pt x="0" y="2439111"/>
                </a:cubicBezTo>
                <a:cubicBezTo>
                  <a:pt x="333751" y="2193961"/>
                  <a:pt x="549528" y="1798454"/>
                  <a:pt x="549528" y="1352550"/>
                </a:cubicBezTo>
                <a:cubicBezTo>
                  <a:pt x="549528" y="906646"/>
                  <a:pt x="333751" y="511139"/>
                  <a:pt x="0" y="265989"/>
                </a:cubicBezTo>
                <a:cubicBezTo>
                  <a:pt x="223823" y="98381"/>
                  <a:pt x="501933" y="0"/>
                  <a:pt x="803022" y="0"/>
                </a:cubicBezTo>
                <a:close/>
              </a:path>
            </a:pathLst>
          </a:custGeom>
          <a:solidFill>
            <a:schemeClr val="accent2"/>
          </a:solidFill>
          <a:ln w="19050" algn="ctr">
            <a:noFill/>
            <a:miter lim="800000"/>
            <a:headEnd/>
            <a:tailEnd/>
          </a:ln>
        </p:spPr>
        <p:txBody>
          <a:bodyPr wrap="none" lIns="36116" tIns="36116" rIns="36116" bIns="36116" rtlCol="0" anchor="ctr"/>
          <a:lstStyle/>
          <a:p>
            <a:pPr algn="ctr">
              <a:buFont typeface="Wingdings 2" pitchFamily="18" charset="2"/>
              <a:buNone/>
            </a:pPr>
            <a:endParaRPr lang="en-US" sz="1000" dirty="0">
              <a:solidFill>
                <a:schemeClr val="tx2"/>
              </a:solidFill>
              <a:latin typeface="Aptos" panose="020B0004020202020204" pitchFamily="34" charset="0"/>
            </a:endParaRPr>
          </a:p>
        </p:txBody>
      </p:sp>
      <p:sp>
        <p:nvSpPr>
          <p:cNvPr id="64" name="Oval 16"/>
          <p:cNvSpPr/>
          <p:nvPr/>
        </p:nvSpPr>
        <p:spPr bwMode="gray">
          <a:xfrm>
            <a:off x="2876120" y="1636730"/>
            <a:ext cx="888300" cy="1114758"/>
          </a:xfrm>
          <a:custGeom>
            <a:avLst/>
            <a:gdLst/>
            <a:ahLst/>
            <a:cxnLst/>
            <a:rect l="l" t="t" r="r" b="b"/>
            <a:pathLst>
              <a:path w="2155572" h="2705100">
                <a:moveTo>
                  <a:pt x="1352550" y="0"/>
                </a:moveTo>
                <a:cubicBezTo>
                  <a:pt x="1653639" y="0"/>
                  <a:pt x="1931749" y="98381"/>
                  <a:pt x="2155572" y="265990"/>
                </a:cubicBezTo>
                <a:cubicBezTo>
                  <a:pt x="1821821" y="511139"/>
                  <a:pt x="1606044" y="906646"/>
                  <a:pt x="1606044" y="1352550"/>
                </a:cubicBezTo>
                <a:cubicBezTo>
                  <a:pt x="1606044" y="1798455"/>
                  <a:pt x="1821821" y="2193961"/>
                  <a:pt x="2155572" y="2439111"/>
                </a:cubicBezTo>
                <a:cubicBezTo>
                  <a:pt x="1931749" y="2606719"/>
                  <a:pt x="1653639" y="2705100"/>
                  <a:pt x="1352550" y="2705100"/>
                </a:cubicBezTo>
                <a:cubicBezTo>
                  <a:pt x="605557" y="2705100"/>
                  <a:pt x="0" y="2099543"/>
                  <a:pt x="0" y="1352550"/>
                </a:cubicBezTo>
                <a:cubicBezTo>
                  <a:pt x="0" y="605557"/>
                  <a:pt x="605557" y="0"/>
                  <a:pt x="1352550" y="0"/>
                </a:cubicBezTo>
                <a:close/>
              </a:path>
            </a:pathLst>
          </a:custGeom>
          <a:solidFill>
            <a:srgbClr val="C4D600"/>
          </a:solidFill>
          <a:ln w="19050" algn="ctr">
            <a:noFill/>
            <a:miter lim="800000"/>
            <a:headEnd/>
            <a:tailEnd/>
          </a:ln>
        </p:spPr>
        <p:txBody>
          <a:bodyPr wrap="none" lIns="36116" tIns="36116" rIns="36116" bIns="36116" rtlCol="0" anchor="ctr"/>
          <a:lstStyle/>
          <a:p>
            <a:pPr algn="ctr">
              <a:buFont typeface="Wingdings 2" pitchFamily="18" charset="2"/>
              <a:buNone/>
            </a:pPr>
            <a:endParaRPr lang="en-US" sz="1000" dirty="0">
              <a:solidFill>
                <a:schemeClr val="tx2"/>
              </a:solidFill>
              <a:latin typeface="Aptos" panose="020B0004020202020204" pitchFamily="34" charset="0"/>
            </a:endParaRPr>
          </a:p>
        </p:txBody>
      </p:sp>
      <p:sp>
        <p:nvSpPr>
          <p:cNvPr id="65" name="Rectangle 64"/>
          <p:cNvSpPr/>
          <p:nvPr/>
        </p:nvSpPr>
        <p:spPr bwMode="gray">
          <a:xfrm>
            <a:off x="3101759" y="2117166"/>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66" name="Rectangle 65"/>
          <p:cNvSpPr/>
          <p:nvPr/>
        </p:nvSpPr>
        <p:spPr bwMode="gray">
          <a:xfrm>
            <a:off x="4180970" y="2117166"/>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67" name="Freeform 8"/>
          <p:cNvSpPr>
            <a:spLocks/>
          </p:cNvSpPr>
          <p:nvPr/>
        </p:nvSpPr>
        <p:spPr bwMode="gray">
          <a:xfrm>
            <a:off x="3217283" y="3186026"/>
            <a:ext cx="334328" cy="785443"/>
          </a:xfrm>
          <a:custGeom>
            <a:avLst/>
            <a:gdLst/>
            <a:ahLst/>
            <a:cxnLst>
              <a:cxn ang="0">
                <a:pos x="70" y="0"/>
              </a:cxn>
              <a:cxn ang="0">
                <a:pos x="0" y="169"/>
              </a:cxn>
              <a:cxn ang="0">
                <a:pos x="70" y="338"/>
              </a:cxn>
              <a:cxn ang="0">
                <a:pos x="139" y="169"/>
              </a:cxn>
              <a:cxn ang="0">
                <a:pos x="70" y="0"/>
              </a:cxn>
            </a:cxnLst>
            <a:rect l="0" t="0" r="r" b="b"/>
            <a:pathLst>
              <a:path w="139" h="338">
                <a:moveTo>
                  <a:pt x="70" y="0"/>
                </a:moveTo>
                <a:cubicBezTo>
                  <a:pt x="27" y="44"/>
                  <a:pt x="0" y="103"/>
                  <a:pt x="0" y="169"/>
                </a:cubicBezTo>
                <a:cubicBezTo>
                  <a:pt x="0" y="235"/>
                  <a:pt x="27" y="294"/>
                  <a:pt x="70" y="338"/>
                </a:cubicBezTo>
                <a:cubicBezTo>
                  <a:pt x="113" y="294"/>
                  <a:pt x="139" y="235"/>
                  <a:pt x="139" y="169"/>
                </a:cubicBezTo>
                <a:cubicBezTo>
                  <a:pt x="139" y="103"/>
                  <a:pt x="113" y="44"/>
                  <a:pt x="70" y="0"/>
                </a:cubicBezTo>
              </a:path>
            </a:pathLst>
          </a:custGeom>
          <a:solidFill>
            <a:schemeClr val="tx2">
              <a:lumMod val="5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68" name="Freeform 6"/>
          <p:cNvSpPr>
            <a:spLocks/>
          </p:cNvSpPr>
          <p:nvPr/>
        </p:nvSpPr>
        <p:spPr bwMode="gray">
          <a:xfrm>
            <a:off x="2431635" y="3021364"/>
            <a:ext cx="954525" cy="1114758"/>
          </a:xfrm>
          <a:custGeom>
            <a:avLst/>
            <a:gdLst/>
            <a:ahLst/>
            <a:cxnLst>
              <a:cxn ang="0">
                <a:pos x="411" y="71"/>
              </a:cxn>
              <a:cxn ang="0">
                <a:pos x="240" y="0"/>
              </a:cxn>
              <a:cxn ang="0">
                <a:pos x="0" y="240"/>
              </a:cxn>
              <a:cxn ang="0">
                <a:pos x="240" y="480"/>
              </a:cxn>
              <a:cxn ang="0">
                <a:pos x="411" y="409"/>
              </a:cxn>
              <a:cxn ang="0">
                <a:pos x="341" y="240"/>
              </a:cxn>
              <a:cxn ang="0">
                <a:pos x="411" y="71"/>
              </a:cxn>
            </a:cxnLst>
            <a:rect l="0" t="0" r="r" b="b"/>
            <a:pathLst>
              <a:path w="411" h="480">
                <a:moveTo>
                  <a:pt x="411" y="71"/>
                </a:moveTo>
                <a:cubicBezTo>
                  <a:pt x="367" y="27"/>
                  <a:pt x="307" y="0"/>
                  <a:pt x="240" y="0"/>
                </a:cubicBezTo>
                <a:cubicBezTo>
                  <a:pt x="107" y="0"/>
                  <a:pt x="0" y="107"/>
                  <a:pt x="0" y="240"/>
                </a:cubicBezTo>
                <a:cubicBezTo>
                  <a:pt x="0" y="373"/>
                  <a:pt x="107" y="480"/>
                  <a:pt x="240" y="480"/>
                </a:cubicBezTo>
                <a:cubicBezTo>
                  <a:pt x="307" y="480"/>
                  <a:pt x="367" y="453"/>
                  <a:pt x="411" y="409"/>
                </a:cubicBezTo>
                <a:cubicBezTo>
                  <a:pt x="368" y="365"/>
                  <a:pt x="341" y="306"/>
                  <a:pt x="341" y="240"/>
                </a:cubicBezTo>
                <a:cubicBezTo>
                  <a:pt x="341" y="174"/>
                  <a:pt x="368" y="115"/>
                  <a:pt x="411" y="71"/>
                </a:cubicBezTo>
              </a:path>
            </a:pathLst>
          </a:custGeom>
          <a:solidFill>
            <a:schemeClr val="tx2"/>
          </a:solidFill>
          <a:ln w="9525">
            <a:noFill/>
            <a:round/>
            <a:headEnd/>
            <a:tailEnd/>
          </a:ln>
          <a:effectLst/>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69" name="Freeform 7"/>
          <p:cNvSpPr>
            <a:spLocks/>
          </p:cNvSpPr>
          <p:nvPr/>
        </p:nvSpPr>
        <p:spPr bwMode="gray">
          <a:xfrm>
            <a:off x="3387002" y="3021364"/>
            <a:ext cx="792324" cy="1114758"/>
          </a:xfrm>
          <a:custGeom>
            <a:avLst/>
            <a:gdLst/>
            <a:ahLst/>
            <a:cxnLst>
              <a:cxn ang="0">
                <a:pos x="170" y="0"/>
              </a:cxn>
              <a:cxn ang="0">
                <a:pos x="0" y="71"/>
              </a:cxn>
              <a:cxn ang="0">
                <a:pos x="69" y="240"/>
              </a:cxn>
              <a:cxn ang="0">
                <a:pos x="69" y="240"/>
              </a:cxn>
              <a:cxn ang="0">
                <a:pos x="69" y="240"/>
              </a:cxn>
              <a:cxn ang="0">
                <a:pos x="69" y="240"/>
              </a:cxn>
              <a:cxn ang="0">
                <a:pos x="69" y="240"/>
              </a:cxn>
              <a:cxn ang="0">
                <a:pos x="0" y="409"/>
              </a:cxn>
              <a:cxn ang="0">
                <a:pos x="170" y="480"/>
              </a:cxn>
              <a:cxn ang="0">
                <a:pos x="341" y="409"/>
              </a:cxn>
              <a:cxn ang="0">
                <a:pos x="272" y="240"/>
              </a:cxn>
              <a:cxn ang="0">
                <a:pos x="272" y="240"/>
              </a:cxn>
              <a:cxn ang="0">
                <a:pos x="272" y="240"/>
              </a:cxn>
              <a:cxn ang="0">
                <a:pos x="272" y="240"/>
              </a:cxn>
              <a:cxn ang="0">
                <a:pos x="272" y="240"/>
              </a:cxn>
              <a:cxn ang="0">
                <a:pos x="341" y="71"/>
              </a:cxn>
              <a:cxn ang="0">
                <a:pos x="170" y="0"/>
              </a:cxn>
            </a:cxnLst>
            <a:rect l="0" t="0" r="r" b="b"/>
            <a:pathLst>
              <a:path w="341" h="480">
                <a:moveTo>
                  <a:pt x="170" y="0"/>
                </a:moveTo>
                <a:cubicBezTo>
                  <a:pt x="104" y="0"/>
                  <a:pt x="43" y="27"/>
                  <a:pt x="0" y="71"/>
                </a:cubicBezTo>
                <a:cubicBezTo>
                  <a:pt x="43" y="115"/>
                  <a:pt x="69" y="174"/>
                  <a:pt x="69" y="240"/>
                </a:cubicBezTo>
                <a:cubicBezTo>
                  <a:pt x="69" y="240"/>
                  <a:pt x="69" y="240"/>
                  <a:pt x="69" y="240"/>
                </a:cubicBezTo>
                <a:cubicBezTo>
                  <a:pt x="69" y="240"/>
                  <a:pt x="69" y="240"/>
                  <a:pt x="69" y="240"/>
                </a:cubicBezTo>
                <a:cubicBezTo>
                  <a:pt x="69" y="240"/>
                  <a:pt x="69" y="240"/>
                  <a:pt x="69" y="240"/>
                </a:cubicBezTo>
                <a:cubicBezTo>
                  <a:pt x="69" y="240"/>
                  <a:pt x="69" y="240"/>
                  <a:pt x="69" y="240"/>
                </a:cubicBezTo>
                <a:cubicBezTo>
                  <a:pt x="69" y="306"/>
                  <a:pt x="43" y="365"/>
                  <a:pt x="0" y="409"/>
                </a:cubicBezTo>
                <a:cubicBezTo>
                  <a:pt x="43" y="453"/>
                  <a:pt x="104" y="480"/>
                  <a:pt x="170" y="480"/>
                </a:cubicBezTo>
                <a:cubicBezTo>
                  <a:pt x="237" y="480"/>
                  <a:pt x="297" y="453"/>
                  <a:pt x="341" y="409"/>
                </a:cubicBezTo>
                <a:cubicBezTo>
                  <a:pt x="298" y="365"/>
                  <a:pt x="272" y="306"/>
                  <a:pt x="272" y="240"/>
                </a:cubicBezTo>
                <a:cubicBezTo>
                  <a:pt x="272" y="240"/>
                  <a:pt x="272" y="240"/>
                  <a:pt x="272" y="240"/>
                </a:cubicBezTo>
                <a:cubicBezTo>
                  <a:pt x="272" y="240"/>
                  <a:pt x="272" y="240"/>
                  <a:pt x="272" y="240"/>
                </a:cubicBezTo>
                <a:cubicBezTo>
                  <a:pt x="272" y="240"/>
                  <a:pt x="272" y="240"/>
                  <a:pt x="272" y="240"/>
                </a:cubicBezTo>
                <a:cubicBezTo>
                  <a:pt x="272" y="240"/>
                  <a:pt x="272" y="240"/>
                  <a:pt x="272" y="240"/>
                </a:cubicBezTo>
                <a:cubicBezTo>
                  <a:pt x="272" y="174"/>
                  <a:pt x="298" y="115"/>
                  <a:pt x="341" y="71"/>
                </a:cubicBezTo>
                <a:cubicBezTo>
                  <a:pt x="297" y="27"/>
                  <a:pt x="237" y="0"/>
                  <a:pt x="170" y="0"/>
                </a:cubicBezTo>
              </a:path>
            </a:pathLst>
          </a:custGeom>
          <a:solidFill>
            <a:schemeClr val="tx2">
              <a:lumMod val="75000"/>
            </a:schemeClr>
          </a:solidFill>
          <a:ln w="9525">
            <a:noFill/>
            <a:round/>
            <a:headEnd/>
            <a:tailEnd/>
          </a:ln>
          <a:effectLst/>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70" name="Freeform 10"/>
          <p:cNvSpPr>
            <a:spLocks/>
          </p:cNvSpPr>
          <p:nvPr/>
        </p:nvSpPr>
        <p:spPr bwMode="gray">
          <a:xfrm>
            <a:off x="4178203" y="3021364"/>
            <a:ext cx="954525" cy="1114758"/>
          </a:xfrm>
          <a:custGeom>
            <a:avLst/>
            <a:gdLst/>
            <a:ahLst/>
            <a:cxnLst>
              <a:cxn ang="0">
                <a:pos x="171" y="0"/>
              </a:cxn>
              <a:cxn ang="0">
                <a:pos x="0" y="71"/>
              </a:cxn>
              <a:cxn ang="0">
                <a:pos x="69" y="240"/>
              </a:cxn>
              <a:cxn ang="0">
                <a:pos x="69" y="240"/>
              </a:cxn>
              <a:cxn ang="0">
                <a:pos x="69" y="240"/>
              </a:cxn>
              <a:cxn ang="0">
                <a:pos x="69" y="240"/>
              </a:cxn>
              <a:cxn ang="0">
                <a:pos x="69" y="240"/>
              </a:cxn>
              <a:cxn ang="0">
                <a:pos x="0" y="409"/>
              </a:cxn>
              <a:cxn ang="0">
                <a:pos x="171" y="480"/>
              </a:cxn>
              <a:cxn ang="0">
                <a:pos x="411" y="240"/>
              </a:cxn>
              <a:cxn ang="0">
                <a:pos x="171" y="0"/>
              </a:cxn>
            </a:cxnLst>
            <a:rect l="0" t="0" r="r" b="b"/>
            <a:pathLst>
              <a:path w="411" h="480">
                <a:moveTo>
                  <a:pt x="171" y="0"/>
                </a:moveTo>
                <a:cubicBezTo>
                  <a:pt x="104" y="0"/>
                  <a:pt x="44" y="27"/>
                  <a:pt x="0" y="71"/>
                </a:cubicBezTo>
                <a:cubicBezTo>
                  <a:pt x="43" y="115"/>
                  <a:pt x="69" y="174"/>
                  <a:pt x="69" y="240"/>
                </a:cubicBezTo>
                <a:cubicBezTo>
                  <a:pt x="69" y="240"/>
                  <a:pt x="69" y="240"/>
                  <a:pt x="69" y="240"/>
                </a:cubicBezTo>
                <a:cubicBezTo>
                  <a:pt x="69" y="240"/>
                  <a:pt x="69" y="240"/>
                  <a:pt x="69" y="240"/>
                </a:cubicBezTo>
                <a:cubicBezTo>
                  <a:pt x="69" y="240"/>
                  <a:pt x="69" y="240"/>
                  <a:pt x="69" y="240"/>
                </a:cubicBezTo>
                <a:cubicBezTo>
                  <a:pt x="69" y="240"/>
                  <a:pt x="69" y="240"/>
                  <a:pt x="69" y="240"/>
                </a:cubicBezTo>
                <a:cubicBezTo>
                  <a:pt x="69" y="306"/>
                  <a:pt x="43" y="365"/>
                  <a:pt x="0" y="409"/>
                </a:cubicBezTo>
                <a:cubicBezTo>
                  <a:pt x="44" y="453"/>
                  <a:pt x="104" y="480"/>
                  <a:pt x="171" y="480"/>
                </a:cubicBezTo>
                <a:cubicBezTo>
                  <a:pt x="303" y="480"/>
                  <a:pt x="411" y="373"/>
                  <a:pt x="411" y="240"/>
                </a:cubicBezTo>
                <a:cubicBezTo>
                  <a:pt x="411" y="107"/>
                  <a:pt x="303" y="0"/>
                  <a:pt x="171" y="0"/>
                </a:cubicBezTo>
              </a:path>
            </a:pathLst>
          </a:custGeom>
          <a:solidFill>
            <a:schemeClr val="bg2">
              <a:lumMod val="40000"/>
              <a:lumOff val="60000"/>
            </a:schemeClr>
          </a:solidFill>
          <a:ln w="9525">
            <a:noFill/>
            <a:round/>
            <a:headEnd/>
            <a:tailEnd/>
          </a:ln>
          <a:effectLst/>
        </p:spPr>
        <p:txBody>
          <a:bodyPr vert="horz" wrap="square" lIns="36116" tIns="36116" rIns="36116" bIns="36116" numCol="1" anchor="ctr" anchorCtr="0" compatLnSpc="1">
            <a:prstTxWarp prst="textNoShape">
              <a:avLst/>
            </a:prstTxWarp>
          </a:bodyPr>
          <a:lstStyle/>
          <a:p>
            <a:endParaRPr lang="en-US" sz="1000" dirty="0">
              <a:solidFill>
                <a:schemeClr val="bg1"/>
              </a:solidFill>
              <a:latin typeface="Aptos" panose="020B0004020202020204" pitchFamily="34" charset="0"/>
            </a:endParaRPr>
          </a:p>
        </p:txBody>
      </p:sp>
      <p:sp>
        <p:nvSpPr>
          <p:cNvPr id="71" name="Freeform 11"/>
          <p:cNvSpPr>
            <a:spLocks/>
          </p:cNvSpPr>
          <p:nvPr/>
        </p:nvSpPr>
        <p:spPr bwMode="gray">
          <a:xfrm>
            <a:off x="4018534" y="3186026"/>
            <a:ext cx="320469" cy="785443"/>
          </a:xfrm>
          <a:custGeom>
            <a:avLst/>
            <a:gdLst/>
            <a:ahLst/>
            <a:cxnLst>
              <a:cxn ang="0">
                <a:pos x="69" y="0"/>
              </a:cxn>
              <a:cxn ang="0">
                <a:pos x="69" y="0"/>
              </a:cxn>
              <a:cxn ang="0">
                <a:pos x="69" y="0"/>
              </a:cxn>
              <a:cxn ang="0">
                <a:pos x="0" y="169"/>
              </a:cxn>
              <a:cxn ang="0">
                <a:pos x="69" y="338"/>
              </a:cxn>
              <a:cxn ang="0">
                <a:pos x="138" y="169"/>
              </a:cxn>
              <a:cxn ang="0">
                <a:pos x="69" y="0"/>
              </a:cxn>
              <a:cxn ang="0">
                <a:pos x="69" y="0"/>
              </a:cxn>
              <a:cxn ang="0">
                <a:pos x="69" y="0"/>
              </a:cxn>
            </a:cxnLst>
            <a:rect l="0" t="0" r="r" b="b"/>
            <a:pathLst>
              <a:path w="138" h="338">
                <a:moveTo>
                  <a:pt x="69" y="0"/>
                </a:moveTo>
                <a:cubicBezTo>
                  <a:pt x="69" y="0"/>
                  <a:pt x="69" y="0"/>
                  <a:pt x="69" y="0"/>
                </a:cubicBezTo>
                <a:cubicBezTo>
                  <a:pt x="69" y="0"/>
                  <a:pt x="69" y="0"/>
                  <a:pt x="69" y="0"/>
                </a:cubicBezTo>
                <a:cubicBezTo>
                  <a:pt x="26" y="44"/>
                  <a:pt x="0" y="103"/>
                  <a:pt x="0" y="169"/>
                </a:cubicBezTo>
                <a:cubicBezTo>
                  <a:pt x="0" y="235"/>
                  <a:pt x="26" y="294"/>
                  <a:pt x="69" y="338"/>
                </a:cubicBezTo>
                <a:cubicBezTo>
                  <a:pt x="112" y="294"/>
                  <a:pt x="138" y="235"/>
                  <a:pt x="138" y="169"/>
                </a:cubicBezTo>
                <a:cubicBezTo>
                  <a:pt x="138" y="103"/>
                  <a:pt x="112" y="44"/>
                  <a:pt x="69" y="0"/>
                </a:cubicBezTo>
                <a:cubicBezTo>
                  <a:pt x="69" y="0"/>
                  <a:pt x="69" y="0"/>
                  <a:pt x="69" y="0"/>
                </a:cubicBezTo>
                <a:cubicBezTo>
                  <a:pt x="69" y="0"/>
                  <a:pt x="69" y="0"/>
                  <a:pt x="69" y="0"/>
                </a:cubicBezTo>
              </a:path>
            </a:pathLst>
          </a:custGeom>
          <a:solidFill>
            <a:schemeClr val="tx2">
              <a:lumMod val="5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72" name="Rectangle 71"/>
          <p:cNvSpPr/>
          <p:nvPr/>
        </p:nvSpPr>
        <p:spPr bwMode="gray">
          <a:xfrm>
            <a:off x="3644775" y="3501801"/>
            <a:ext cx="226024" cy="153888"/>
          </a:xfrm>
          <a:prstGeom prst="rect">
            <a:avLst/>
          </a:prstGeom>
        </p:spPr>
        <p:txBody>
          <a:bodyPr wrap="none" lIns="0" tIns="0" rIns="0" bIns="0" anchor="ctr">
            <a:spAutoFit/>
          </a:bodyPr>
          <a:lstStyle/>
          <a:p>
            <a:pPr algn="ctr"/>
            <a:r>
              <a:rPr lang="en-US" sz="1000" dirty="0">
                <a:solidFill>
                  <a:schemeClr val="bg1"/>
                </a:solidFill>
                <a:latin typeface="Aptos" panose="020B0004020202020204" pitchFamily="34" charset="0"/>
                <a:cs typeface="Arial" pitchFamily="34" charset="0"/>
              </a:rPr>
              <a:t>Text</a:t>
            </a:r>
          </a:p>
        </p:txBody>
      </p:sp>
      <p:sp>
        <p:nvSpPr>
          <p:cNvPr id="73" name="Rectangle 72"/>
          <p:cNvSpPr/>
          <p:nvPr/>
        </p:nvSpPr>
        <p:spPr bwMode="gray">
          <a:xfrm>
            <a:off x="2761460" y="3501801"/>
            <a:ext cx="226024" cy="153888"/>
          </a:xfrm>
          <a:prstGeom prst="rect">
            <a:avLst/>
          </a:prstGeom>
        </p:spPr>
        <p:txBody>
          <a:bodyPr wrap="none" lIns="0" tIns="0" rIns="0" bIns="0" anchor="ctr">
            <a:spAutoFit/>
          </a:bodyPr>
          <a:lstStyle/>
          <a:p>
            <a:pPr algn="ctr"/>
            <a:r>
              <a:rPr lang="en-US" sz="1000" dirty="0">
                <a:solidFill>
                  <a:schemeClr val="bg1"/>
                </a:solidFill>
                <a:latin typeface="Aptos" panose="020B0004020202020204" pitchFamily="34" charset="0"/>
                <a:cs typeface="Arial" pitchFamily="34" charset="0"/>
              </a:rPr>
              <a:t>Text</a:t>
            </a:r>
          </a:p>
        </p:txBody>
      </p:sp>
      <p:sp>
        <p:nvSpPr>
          <p:cNvPr id="74" name="Rectangle 73"/>
          <p:cNvSpPr/>
          <p:nvPr/>
        </p:nvSpPr>
        <p:spPr bwMode="gray">
          <a:xfrm>
            <a:off x="4559797" y="3501801"/>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75" name="Freeform 23"/>
          <p:cNvSpPr>
            <a:spLocks/>
          </p:cNvSpPr>
          <p:nvPr/>
        </p:nvSpPr>
        <p:spPr bwMode="gray">
          <a:xfrm>
            <a:off x="2005114" y="4387822"/>
            <a:ext cx="956346" cy="1114758"/>
          </a:xfrm>
          <a:custGeom>
            <a:avLst/>
            <a:gdLst/>
            <a:ahLst/>
            <a:cxnLst>
              <a:cxn ang="0">
                <a:pos x="347" y="240"/>
              </a:cxn>
              <a:cxn ang="0">
                <a:pos x="413" y="406"/>
              </a:cxn>
              <a:cxn ang="0">
                <a:pos x="240" y="480"/>
              </a:cxn>
              <a:cxn ang="0">
                <a:pos x="0" y="240"/>
              </a:cxn>
              <a:cxn ang="0">
                <a:pos x="240" y="0"/>
              </a:cxn>
              <a:cxn ang="0">
                <a:pos x="413" y="75"/>
              </a:cxn>
              <a:cxn ang="0">
                <a:pos x="347" y="240"/>
              </a:cxn>
            </a:cxnLst>
            <a:rect l="0" t="0" r="r" b="b"/>
            <a:pathLst>
              <a:path w="413" h="480">
                <a:moveTo>
                  <a:pt x="347" y="240"/>
                </a:moveTo>
                <a:cubicBezTo>
                  <a:pt x="347" y="304"/>
                  <a:pt x="372" y="363"/>
                  <a:pt x="413" y="406"/>
                </a:cubicBezTo>
                <a:cubicBezTo>
                  <a:pt x="370" y="452"/>
                  <a:pt x="308" y="480"/>
                  <a:pt x="240" y="480"/>
                </a:cubicBezTo>
                <a:cubicBezTo>
                  <a:pt x="107" y="480"/>
                  <a:pt x="0" y="373"/>
                  <a:pt x="0" y="240"/>
                </a:cubicBezTo>
                <a:cubicBezTo>
                  <a:pt x="0" y="108"/>
                  <a:pt x="107" y="0"/>
                  <a:pt x="240" y="0"/>
                </a:cubicBezTo>
                <a:cubicBezTo>
                  <a:pt x="308" y="0"/>
                  <a:pt x="370" y="29"/>
                  <a:pt x="413" y="75"/>
                </a:cubicBezTo>
                <a:cubicBezTo>
                  <a:pt x="372" y="118"/>
                  <a:pt x="347" y="176"/>
                  <a:pt x="347" y="240"/>
                </a:cubicBezTo>
              </a:path>
            </a:pathLst>
          </a:custGeom>
          <a:solidFill>
            <a:srgbClr val="62B5E5"/>
          </a:solidFill>
          <a:ln w="9525">
            <a:noFill/>
            <a:round/>
            <a:headEnd/>
            <a:tailEnd/>
          </a:ln>
          <a:effectLst/>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76" name="Freeform 24"/>
          <p:cNvSpPr>
            <a:spLocks/>
          </p:cNvSpPr>
          <p:nvPr/>
        </p:nvSpPr>
        <p:spPr bwMode="gray">
          <a:xfrm>
            <a:off x="2957783" y="4387822"/>
            <a:ext cx="805755" cy="1114758"/>
          </a:xfrm>
          <a:custGeom>
            <a:avLst/>
            <a:gdLst/>
            <a:ahLst/>
            <a:cxnLst>
              <a:cxn ang="0">
                <a:pos x="174" y="0"/>
              </a:cxn>
              <a:cxn ang="0">
                <a:pos x="0" y="75"/>
              </a:cxn>
              <a:cxn ang="0">
                <a:pos x="67" y="240"/>
              </a:cxn>
              <a:cxn ang="0">
                <a:pos x="67" y="240"/>
              </a:cxn>
              <a:cxn ang="0">
                <a:pos x="67" y="240"/>
              </a:cxn>
              <a:cxn ang="0">
                <a:pos x="67" y="240"/>
              </a:cxn>
              <a:cxn ang="0">
                <a:pos x="67" y="240"/>
              </a:cxn>
              <a:cxn ang="0">
                <a:pos x="0" y="406"/>
              </a:cxn>
              <a:cxn ang="0">
                <a:pos x="174" y="480"/>
              </a:cxn>
              <a:cxn ang="0">
                <a:pos x="348" y="406"/>
              </a:cxn>
              <a:cxn ang="0">
                <a:pos x="282" y="240"/>
              </a:cxn>
              <a:cxn ang="0">
                <a:pos x="282" y="240"/>
              </a:cxn>
              <a:cxn ang="0">
                <a:pos x="282" y="240"/>
              </a:cxn>
              <a:cxn ang="0">
                <a:pos x="282" y="240"/>
              </a:cxn>
              <a:cxn ang="0">
                <a:pos x="282" y="240"/>
              </a:cxn>
              <a:cxn ang="0">
                <a:pos x="348" y="75"/>
              </a:cxn>
              <a:cxn ang="0">
                <a:pos x="174" y="0"/>
              </a:cxn>
            </a:cxnLst>
            <a:rect l="0" t="0" r="r" b="b"/>
            <a:pathLst>
              <a:path w="348" h="480">
                <a:moveTo>
                  <a:pt x="174" y="0"/>
                </a:moveTo>
                <a:cubicBezTo>
                  <a:pt x="106" y="0"/>
                  <a:pt x="44" y="29"/>
                  <a:pt x="0" y="75"/>
                </a:cubicBezTo>
                <a:cubicBezTo>
                  <a:pt x="41" y="118"/>
                  <a:pt x="67" y="176"/>
                  <a:pt x="67" y="240"/>
                </a:cubicBezTo>
                <a:cubicBezTo>
                  <a:pt x="67" y="240"/>
                  <a:pt x="67" y="240"/>
                  <a:pt x="67" y="240"/>
                </a:cubicBezTo>
                <a:cubicBezTo>
                  <a:pt x="67" y="240"/>
                  <a:pt x="67" y="240"/>
                  <a:pt x="67" y="240"/>
                </a:cubicBezTo>
                <a:cubicBezTo>
                  <a:pt x="67" y="240"/>
                  <a:pt x="67" y="240"/>
                  <a:pt x="67" y="240"/>
                </a:cubicBezTo>
                <a:cubicBezTo>
                  <a:pt x="67" y="240"/>
                  <a:pt x="67" y="240"/>
                  <a:pt x="67" y="240"/>
                </a:cubicBezTo>
                <a:cubicBezTo>
                  <a:pt x="67" y="304"/>
                  <a:pt x="41" y="363"/>
                  <a:pt x="0" y="406"/>
                </a:cubicBezTo>
                <a:cubicBezTo>
                  <a:pt x="44" y="452"/>
                  <a:pt x="106" y="480"/>
                  <a:pt x="174" y="480"/>
                </a:cubicBezTo>
                <a:cubicBezTo>
                  <a:pt x="243" y="480"/>
                  <a:pt x="304" y="452"/>
                  <a:pt x="348" y="406"/>
                </a:cubicBezTo>
                <a:cubicBezTo>
                  <a:pt x="307" y="363"/>
                  <a:pt x="282" y="304"/>
                  <a:pt x="282" y="240"/>
                </a:cubicBezTo>
                <a:cubicBezTo>
                  <a:pt x="282" y="240"/>
                  <a:pt x="282" y="240"/>
                  <a:pt x="282" y="240"/>
                </a:cubicBezTo>
                <a:cubicBezTo>
                  <a:pt x="282" y="240"/>
                  <a:pt x="282" y="240"/>
                  <a:pt x="282" y="240"/>
                </a:cubicBezTo>
                <a:cubicBezTo>
                  <a:pt x="282" y="240"/>
                  <a:pt x="282" y="240"/>
                  <a:pt x="282" y="240"/>
                </a:cubicBezTo>
                <a:cubicBezTo>
                  <a:pt x="282" y="240"/>
                  <a:pt x="282" y="240"/>
                  <a:pt x="282" y="240"/>
                </a:cubicBezTo>
                <a:cubicBezTo>
                  <a:pt x="282" y="176"/>
                  <a:pt x="307" y="118"/>
                  <a:pt x="348" y="75"/>
                </a:cubicBezTo>
                <a:cubicBezTo>
                  <a:pt x="304" y="29"/>
                  <a:pt x="243" y="0"/>
                  <a:pt x="174" y="0"/>
                </a:cubicBezTo>
              </a:path>
            </a:pathLst>
          </a:custGeom>
          <a:solidFill>
            <a:srgbClr val="0076A8"/>
          </a:solidFill>
          <a:ln w="9525">
            <a:noFill/>
            <a:round/>
            <a:headEnd/>
            <a:tailEnd/>
          </a:ln>
          <a:effectLst/>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77" name="Freeform 25"/>
          <p:cNvSpPr>
            <a:spLocks/>
          </p:cNvSpPr>
          <p:nvPr/>
        </p:nvSpPr>
        <p:spPr bwMode="gray">
          <a:xfrm>
            <a:off x="2799888" y="4555154"/>
            <a:ext cx="319469" cy="780098"/>
          </a:xfrm>
          <a:custGeom>
            <a:avLst/>
            <a:gdLst/>
            <a:ahLst/>
            <a:cxnLst>
              <a:cxn ang="0">
                <a:pos x="66" y="0"/>
              </a:cxn>
              <a:cxn ang="0">
                <a:pos x="0" y="165"/>
              </a:cxn>
              <a:cxn ang="0">
                <a:pos x="66" y="331"/>
              </a:cxn>
              <a:cxn ang="0">
                <a:pos x="133" y="165"/>
              </a:cxn>
              <a:cxn ang="0">
                <a:pos x="66" y="0"/>
              </a:cxn>
            </a:cxnLst>
            <a:rect l="0" t="0" r="r" b="b"/>
            <a:pathLst>
              <a:path w="133" h="331">
                <a:moveTo>
                  <a:pt x="66" y="0"/>
                </a:moveTo>
                <a:cubicBezTo>
                  <a:pt x="25" y="43"/>
                  <a:pt x="0" y="101"/>
                  <a:pt x="0" y="165"/>
                </a:cubicBezTo>
                <a:cubicBezTo>
                  <a:pt x="0" y="229"/>
                  <a:pt x="25" y="288"/>
                  <a:pt x="66" y="331"/>
                </a:cubicBezTo>
                <a:cubicBezTo>
                  <a:pt x="107" y="288"/>
                  <a:pt x="133" y="229"/>
                  <a:pt x="133" y="165"/>
                </a:cubicBezTo>
                <a:cubicBezTo>
                  <a:pt x="133" y="101"/>
                  <a:pt x="107" y="43"/>
                  <a:pt x="66" y="0"/>
                </a:cubicBezTo>
              </a:path>
            </a:pathLst>
          </a:custGeom>
          <a:solidFill>
            <a:schemeClr val="tx1"/>
          </a:solidFill>
          <a:ln w="9525">
            <a:noFill/>
            <a:round/>
            <a:headEnd/>
            <a:tailEnd/>
          </a:ln>
          <a:effectLst/>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78" name="Freeform 27"/>
          <p:cNvSpPr>
            <a:spLocks/>
          </p:cNvSpPr>
          <p:nvPr/>
        </p:nvSpPr>
        <p:spPr bwMode="gray">
          <a:xfrm>
            <a:off x="3759862" y="4387822"/>
            <a:ext cx="805755" cy="1114758"/>
          </a:xfrm>
          <a:custGeom>
            <a:avLst/>
            <a:gdLst/>
            <a:ahLst/>
            <a:cxnLst>
              <a:cxn ang="0">
                <a:pos x="174" y="0"/>
              </a:cxn>
              <a:cxn ang="0">
                <a:pos x="0" y="75"/>
              </a:cxn>
              <a:cxn ang="0">
                <a:pos x="66" y="240"/>
              </a:cxn>
              <a:cxn ang="0">
                <a:pos x="66" y="240"/>
              </a:cxn>
              <a:cxn ang="0">
                <a:pos x="66" y="240"/>
              </a:cxn>
              <a:cxn ang="0">
                <a:pos x="66" y="240"/>
              </a:cxn>
              <a:cxn ang="0">
                <a:pos x="66" y="240"/>
              </a:cxn>
              <a:cxn ang="0">
                <a:pos x="0" y="406"/>
              </a:cxn>
              <a:cxn ang="0">
                <a:pos x="174" y="480"/>
              </a:cxn>
              <a:cxn ang="0">
                <a:pos x="348" y="406"/>
              </a:cxn>
              <a:cxn ang="0">
                <a:pos x="281" y="240"/>
              </a:cxn>
              <a:cxn ang="0">
                <a:pos x="281" y="240"/>
              </a:cxn>
              <a:cxn ang="0">
                <a:pos x="281" y="240"/>
              </a:cxn>
              <a:cxn ang="0">
                <a:pos x="281" y="240"/>
              </a:cxn>
              <a:cxn ang="0">
                <a:pos x="281" y="240"/>
              </a:cxn>
              <a:cxn ang="0">
                <a:pos x="348" y="75"/>
              </a:cxn>
              <a:cxn ang="0">
                <a:pos x="174" y="0"/>
              </a:cxn>
            </a:cxnLst>
            <a:rect l="0" t="0" r="r" b="b"/>
            <a:pathLst>
              <a:path w="348" h="480">
                <a:moveTo>
                  <a:pt x="174" y="0"/>
                </a:moveTo>
                <a:cubicBezTo>
                  <a:pt x="105" y="0"/>
                  <a:pt x="44" y="29"/>
                  <a:pt x="0" y="75"/>
                </a:cubicBezTo>
                <a:cubicBezTo>
                  <a:pt x="41" y="118"/>
                  <a:pt x="66" y="176"/>
                  <a:pt x="66" y="240"/>
                </a:cubicBezTo>
                <a:cubicBezTo>
                  <a:pt x="66" y="240"/>
                  <a:pt x="66" y="240"/>
                  <a:pt x="66" y="240"/>
                </a:cubicBezTo>
                <a:cubicBezTo>
                  <a:pt x="66" y="240"/>
                  <a:pt x="66" y="240"/>
                  <a:pt x="66" y="240"/>
                </a:cubicBezTo>
                <a:cubicBezTo>
                  <a:pt x="66" y="240"/>
                  <a:pt x="66" y="240"/>
                  <a:pt x="66" y="240"/>
                </a:cubicBezTo>
                <a:cubicBezTo>
                  <a:pt x="66" y="240"/>
                  <a:pt x="66" y="240"/>
                  <a:pt x="66" y="240"/>
                </a:cubicBezTo>
                <a:cubicBezTo>
                  <a:pt x="66" y="304"/>
                  <a:pt x="41" y="363"/>
                  <a:pt x="0" y="406"/>
                </a:cubicBezTo>
                <a:cubicBezTo>
                  <a:pt x="44" y="452"/>
                  <a:pt x="105" y="480"/>
                  <a:pt x="174" y="480"/>
                </a:cubicBezTo>
                <a:cubicBezTo>
                  <a:pt x="242" y="480"/>
                  <a:pt x="304" y="452"/>
                  <a:pt x="348" y="406"/>
                </a:cubicBezTo>
                <a:cubicBezTo>
                  <a:pt x="307" y="363"/>
                  <a:pt x="281" y="304"/>
                  <a:pt x="281" y="240"/>
                </a:cubicBezTo>
                <a:cubicBezTo>
                  <a:pt x="281" y="240"/>
                  <a:pt x="281" y="240"/>
                  <a:pt x="281" y="240"/>
                </a:cubicBezTo>
                <a:cubicBezTo>
                  <a:pt x="281" y="240"/>
                  <a:pt x="281" y="240"/>
                  <a:pt x="281" y="240"/>
                </a:cubicBezTo>
                <a:cubicBezTo>
                  <a:pt x="281" y="240"/>
                  <a:pt x="281" y="240"/>
                  <a:pt x="281" y="240"/>
                </a:cubicBezTo>
                <a:cubicBezTo>
                  <a:pt x="281" y="240"/>
                  <a:pt x="281" y="240"/>
                  <a:pt x="281" y="240"/>
                </a:cubicBezTo>
                <a:cubicBezTo>
                  <a:pt x="281" y="176"/>
                  <a:pt x="307" y="118"/>
                  <a:pt x="348" y="75"/>
                </a:cubicBezTo>
                <a:cubicBezTo>
                  <a:pt x="304" y="29"/>
                  <a:pt x="242" y="0"/>
                  <a:pt x="174" y="0"/>
                </a:cubicBezTo>
              </a:path>
            </a:pathLst>
          </a:custGeom>
          <a:solidFill>
            <a:schemeClr val="accent1">
              <a:lumMod val="60000"/>
              <a:lumOff val="40000"/>
            </a:schemeClr>
          </a:solidFill>
          <a:ln w="9525">
            <a:solidFill>
              <a:srgbClr val="6FC2B4"/>
            </a:solidFill>
            <a:round/>
            <a:headEnd/>
            <a:tailEnd/>
          </a:ln>
          <a:effectLst/>
        </p:spPr>
        <p:txBody>
          <a:bodyPr vert="horz" wrap="square" lIns="36116" tIns="36116" rIns="36116" bIns="36116" numCol="1" anchor="ctr" anchorCtr="0" compatLnSpc="1">
            <a:prstTxWarp prst="textNoShape">
              <a:avLst/>
            </a:prstTxWarp>
          </a:bodyPr>
          <a:lstStyle/>
          <a:p>
            <a:endParaRPr lang="en-US" sz="1000" dirty="0">
              <a:solidFill>
                <a:schemeClr val="bg1"/>
              </a:solidFill>
              <a:latin typeface="Aptos" panose="020B0004020202020204" pitchFamily="34" charset="0"/>
            </a:endParaRPr>
          </a:p>
        </p:txBody>
      </p:sp>
      <p:sp>
        <p:nvSpPr>
          <p:cNvPr id="79" name="Freeform 28"/>
          <p:cNvSpPr>
            <a:spLocks/>
          </p:cNvSpPr>
          <p:nvPr/>
        </p:nvSpPr>
        <p:spPr bwMode="gray">
          <a:xfrm>
            <a:off x="3601967" y="4555154"/>
            <a:ext cx="319469" cy="780098"/>
          </a:xfrm>
          <a:custGeom>
            <a:avLst/>
            <a:gdLst/>
            <a:ahLst/>
            <a:cxnLst>
              <a:cxn ang="0">
                <a:pos x="66" y="0"/>
              </a:cxn>
              <a:cxn ang="0">
                <a:pos x="66" y="0"/>
              </a:cxn>
              <a:cxn ang="0">
                <a:pos x="66" y="0"/>
              </a:cxn>
              <a:cxn ang="0">
                <a:pos x="0" y="165"/>
              </a:cxn>
              <a:cxn ang="0">
                <a:pos x="66" y="331"/>
              </a:cxn>
              <a:cxn ang="0">
                <a:pos x="132" y="165"/>
              </a:cxn>
              <a:cxn ang="0">
                <a:pos x="66" y="0"/>
              </a:cxn>
              <a:cxn ang="0">
                <a:pos x="66" y="0"/>
              </a:cxn>
              <a:cxn ang="0">
                <a:pos x="66" y="0"/>
              </a:cxn>
            </a:cxnLst>
            <a:rect l="0" t="0" r="r" b="b"/>
            <a:pathLst>
              <a:path w="132" h="331">
                <a:moveTo>
                  <a:pt x="66" y="0"/>
                </a:moveTo>
                <a:cubicBezTo>
                  <a:pt x="66" y="0"/>
                  <a:pt x="66" y="0"/>
                  <a:pt x="66" y="0"/>
                </a:cubicBezTo>
                <a:cubicBezTo>
                  <a:pt x="66" y="0"/>
                  <a:pt x="66" y="0"/>
                  <a:pt x="66" y="0"/>
                </a:cubicBezTo>
                <a:cubicBezTo>
                  <a:pt x="25" y="43"/>
                  <a:pt x="0" y="101"/>
                  <a:pt x="0" y="165"/>
                </a:cubicBezTo>
                <a:cubicBezTo>
                  <a:pt x="0" y="229"/>
                  <a:pt x="25" y="288"/>
                  <a:pt x="66" y="331"/>
                </a:cubicBezTo>
                <a:cubicBezTo>
                  <a:pt x="107" y="288"/>
                  <a:pt x="132" y="229"/>
                  <a:pt x="132" y="165"/>
                </a:cubicBezTo>
                <a:cubicBezTo>
                  <a:pt x="132" y="101"/>
                  <a:pt x="107" y="43"/>
                  <a:pt x="66" y="0"/>
                </a:cubicBezTo>
                <a:cubicBezTo>
                  <a:pt x="66" y="0"/>
                  <a:pt x="66" y="0"/>
                  <a:pt x="66" y="0"/>
                </a:cubicBezTo>
                <a:cubicBezTo>
                  <a:pt x="66" y="0"/>
                  <a:pt x="66" y="0"/>
                  <a:pt x="66" y="0"/>
                </a:cubicBezTo>
              </a:path>
            </a:pathLst>
          </a:custGeom>
          <a:solidFill>
            <a:schemeClr val="tx1"/>
          </a:solidFill>
          <a:ln w="9525">
            <a:noFill/>
            <a:round/>
            <a:headEnd/>
            <a:tailEnd/>
          </a:ln>
          <a:effectLst/>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80" name="Freeform 29"/>
          <p:cNvSpPr>
            <a:spLocks/>
          </p:cNvSpPr>
          <p:nvPr/>
        </p:nvSpPr>
        <p:spPr bwMode="gray">
          <a:xfrm>
            <a:off x="4561944" y="4387822"/>
            <a:ext cx="956346" cy="1114758"/>
          </a:xfrm>
          <a:custGeom>
            <a:avLst/>
            <a:gdLst/>
            <a:ahLst/>
            <a:cxnLst>
              <a:cxn ang="0">
                <a:pos x="413" y="240"/>
              </a:cxn>
              <a:cxn ang="0">
                <a:pos x="173" y="480"/>
              </a:cxn>
              <a:cxn ang="0">
                <a:pos x="0" y="406"/>
              </a:cxn>
              <a:cxn ang="0">
                <a:pos x="66" y="240"/>
              </a:cxn>
              <a:cxn ang="0">
                <a:pos x="0" y="75"/>
              </a:cxn>
              <a:cxn ang="0">
                <a:pos x="173" y="0"/>
              </a:cxn>
              <a:cxn ang="0">
                <a:pos x="413" y="240"/>
              </a:cxn>
            </a:cxnLst>
            <a:rect l="0" t="0" r="r" b="b"/>
            <a:pathLst>
              <a:path w="413" h="480">
                <a:moveTo>
                  <a:pt x="413" y="240"/>
                </a:moveTo>
                <a:cubicBezTo>
                  <a:pt x="413" y="373"/>
                  <a:pt x="306" y="480"/>
                  <a:pt x="173" y="480"/>
                </a:cubicBezTo>
                <a:cubicBezTo>
                  <a:pt x="105" y="480"/>
                  <a:pt x="43" y="452"/>
                  <a:pt x="0" y="406"/>
                </a:cubicBezTo>
                <a:cubicBezTo>
                  <a:pt x="41" y="363"/>
                  <a:pt x="66" y="304"/>
                  <a:pt x="66" y="240"/>
                </a:cubicBezTo>
                <a:cubicBezTo>
                  <a:pt x="66" y="176"/>
                  <a:pt x="41" y="118"/>
                  <a:pt x="0" y="75"/>
                </a:cubicBezTo>
                <a:cubicBezTo>
                  <a:pt x="43" y="29"/>
                  <a:pt x="105" y="0"/>
                  <a:pt x="173" y="0"/>
                </a:cubicBezTo>
                <a:cubicBezTo>
                  <a:pt x="306" y="0"/>
                  <a:pt x="413" y="108"/>
                  <a:pt x="413" y="240"/>
                </a:cubicBezTo>
              </a:path>
            </a:pathLst>
          </a:custGeom>
          <a:solidFill>
            <a:schemeClr val="accent1"/>
          </a:solidFill>
          <a:ln w="9525">
            <a:noFill/>
            <a:round/>
            <a:headEnd/>
            <a:tailEnd/>
          </a:ln>
          <a:effectLst/>
        </p:spPr>
        <p:txBody>
          <a:bodyPr vert="horz" wrap="square" lIns="36116" tIns="36116" rIns="36116" bIns="36116" numCol="1" anchor="ctr" anchorCtr="0" compatLnSpc="1">
            <a:prstTxWarp prst="textNoShape">
              <a:avLst/>
            </a:prstTxWarp>
          </a:bodyPr>
          <a:lstStyle/>
          <a:p>
            <a:endParaRPr lang="en-US" sz="1000" dirty="0">
              <a:solidFill>
                <a:schemeClr val="bg1"/>
              </a:solidFill>
              <a:latin typeface="Aptos" panose="020B0004020202020204" pitchFamily="34" charset="0"/>
            </a:endParaRPr>
          </a:p>
        </p:txBody>
      </p:sp>
      <p:sp>
        <p:nvSpPr>
          <p:cNvPr id="81" name="Freeform 30"/>
          <p:cNvSpPr>
            <a:spLocks/>
          </p:cNvSpPr>
          <p:nvPr/>
        </p:nvSpPr>
        <p:spPr bwMode="gray">
          <a:xfrm>
            <a:off x="4404046" y="4555154"/>
            <a:ext cx="319469" cy="780098"/>
          </a:xfrm>
          <a:custGeom>
            <a:avLst/>
            <a:gdLst/>
            <a:ahLst/>
            <a:cxnLst>
              <a:cxn ang="0">
                <a:pos x="67" y="0"/>
              </a:cxn>
              <a:cxn ang="0">
                <a:pos x="67" y="0"/>
              </a:cxn>
              <a:cxn ang="0">
                <a:pos x="67" y="0"/>
              </a:cxn>
              <a:cxn ang="0">
                <a:pos x="0" y="165"/>
              </a:cxn>
              <a:cxn ang="0">
                <a:pos x="67" y="331"/>
              </a:cxn>
              <a:cxn ang="0">
                <a:pos x="133" y="165"/>
              </a:cxn>
              <a:cxn ang="0">
                <a:pos x="67" y="0"/>
              </a:cxn>
              <a:cxn ang="0">
                <a:pos x="67" y="0"/>
              </a:cxn>
              <a:cxn ang="0">
                <a:pos x="67" y="0"/>
              </a:cxn>
            </a:cxnLst>
            <a:rect l="0" t="0" r="r" b="b"/>
            <a:pathLst>
              <a:path w="133" h="331">
                <a:moveTo>
                  <a:pt x="67" y="0"/>
                </a:moveTo>
                <a:cubicBezTo>
                  <a:pt x="67" y="0"/>
                  <a:pt x="67" y="0"/>
                  <a:pt x="67" y="0"/>
                </a:cubicBezTo>
                <a:cubicBezTo>
                  <a:pt x="67" y="0"/>
                  <a:pt x="67" y="0"/>
                  <a:pt x="67" y="0"/>
                </a:cubicBezTo>
                <a:cubicBezTo>
                  <a:pt x="26" y="43"/>
                  <a:pt x="0" y="101"/>
                  <a:pt x="0" y="165"/>
                </a:cubicBezTo>
                <a:cubicBezTo>
                  <a:pt x="0" y="229"/>
                  <a:pt x="26" y="288"/>
                  <a:pt x="67" y="331"/>
                </a:cubicBezTo>
                <a:cubicBezTo>
                  <a:pt x="108" y="288"/>
                  <a:pt x="133" y="229"/>
                  <a:pt x="133" y="165"/>
                </a:cubicBezTo>
                <a:cubicBezTo>
                  <a:pt x="133" y="101"/>
                  <a:pt x="108" y="43"/>
                  <a:pt x="67" y="0"/>
                </a:cubicBezTo>
                <a:cubicBezTo>
                  <a:pt x="67" y="0"/>
                  <a:pt x="67" y="0"/>
                  <a:pt x="67" y="0"/>
                </a:cubicBezTo>
                <a:cubicBezTo>
                  <a:pt x="67" y="0"/>
                  <a:pt x="67" y="0"/>
                  <a:pt x="67" y="0"/>
                </a:cubicBezTo>
              </a:path>
            </a:pathLst>
          </a:custGeom>
          <a:solidFill>
            <a:schemeClr val="tx1"/>
          </a:solidFill>
          <a:ln w="9525">
            <a:noFill/>
            <a:round/>
            <a:headEnd/>
            <a:tailEnd/>
          </a:ln>
          <a:effectLst/>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82" name="Rectangle 81"/>
          <p:cNvSpPr/>
          <p:nvPr/>
        </p:nvSpPr>
        <p:spPr bwMode="gray">
          <a:xfrm>
            <a:off x="2317072" y="4868258"/>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83" name="Rectangle 82"/>
          <p:cNvSpPr/>
          <p:nvPr/>
        </p:nvSpPr>
        <p:spPr bwMode="gray">
          <a:xfrm>
            <a:off x="3245302" y="4868258"/>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84" name="Rectangle 83"/>
          <p:cNvSpPr/>
          <p:nvPr/>
        </p:nvSpPr>
        <p:spPr bwMode="gray">
          <a:xfrm>
            <a:off x="4038351" y="4868258"/>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85" name="Rectangle 84"/>
          <p:cNvSpPr/>
          <p:nvPr/>
        </p:nvSpPr>
        <p:spPr bwMode="gray">
          <a:xfrm>
            <a:off x="4930534" y="4868258"/>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86" name="Freeform 3"/>
          <p:cNvSpPr>
            <a:spLocks/>
          </p:cNvSpPr>
          <p:nvPr/>
        </p:nvSpPr>
        <p:spPr bwMode="gray">
          <a:xfrm>
            <a:off x="6395540" y="1559581"/>
            <a:ext cx="1179393" cy="815808"/>
          </a:xfrm>
          <a:custGeom>
            <a:avLst/>
            <a:gdLst>
              <a:gd name="T0" fmla="*/ 1019015 w 741"/>
              <a:gd name="T1" fmla="*/ 1501775 h 497"/>
              <a:gd name="T2" fmla="*/ 1129844 w 741"/>
              <a:gd name="T3" fmla="*/ 1577975 h 497"/>
              <a:gd name="T4" fmla="*/ 1794820 w 741"/>
              <a:gd name="T5" fmla="*/ 1349375 h 497"/>
              <a:gd name="T6" fmla="*/ 2228902 w 741"/>
              <a:gd name="T7" fmla="*/ 1441450 h 497"/>
              <a:gd name="T8" fmla="*/ 1683991 w 741"/>
              <a:gd name="T9" fmla="*/ 314325 h 497"/>
              <a:gd name="T10" fmla="*/ 169323 w 741"/>
              <a:gd name="T11" fmla="*/ 733425 h 497"/>
              <a:gd name="T12" fmla="*/ 30786 w 741"/>
              <a:gd name="T13" fmla="*/ 1441450 h 497"/>
              <a:gd name="T14" fmla="*/ 1019015 w 741"/>
              <a:gd name="T15" fmla="*/ 1501775 h 497"/>
              <a:gd name="T16" fmla="*/ 0 60000 65536"/>
              <a:gd name="T17" fmla="*/ 0 60000 65536"/>
              <a:gd name="T18" fmla="*/ 0 60000 65536"/>
              <a:gd name="T19" fmla="*/ 0 60000 65536"/>
              <a:gd name="T20" fmla="*/ 0 60000 65536"/>
              <a:gd name="T21" fmla="*/ 0 60000 65536"/>
              <a:gd name="T22" fmla="*/ 0 60000 65536"/>
              <a:gd name="T23" fmla="*/ 0 60000 65536"/>
              <a:gd name="T24" fmla="*/ 0 w 741"/>
              <a:gd name="T25" fmla="*/ 0 h 497"/>
              <a:gd name="T26" fmla="*/ 741 w 741"/>
              <a:gd name="T27" fmla="*/ 497 h 4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41" h="497">
                <a:moveTo>
                  <a:pt x="331" y="473"/>
                </a:moveTo>
                <a:cubicBezTo>
                  <a:pt x="343" y="481"/>
                  <a:pt x="355" y="488"/>
                  <a:pt x="367" y="497"/>
                </a:cubicBezTo>
                <a:cubicBezTo>
                  <a:pt x="427" y="452"/>
                  <a:pt x="502" y="425"/>
                  <a:pt x="583" y="425"/>
                </a:cubicBezTo>
                <a:cubicBezTo>
                  <a:pt x="633" y="425"/>
                  <a:pt x="681" y="435"/>
                  <a:pt x="724" y="454"/>
                </a:cubicBezTo>
                <a:cubicBezTo>
                  <a:pt x="741" y="315"/>
                  <a:pt x="676" y="173"/>
                  <a:pt x="547" y="99"/>
                </a:cubicBezTo>
                <a:cubicBezTo>
                  <a:pt x="375" y="0"/>
                  <a:pt x="155" y="59"/>
                  <a:pt x="55" y="231"/>
                </a:cubicBezTo>
                <a:cubicBezTo>
                  <a:pt x="15" y="301"/>
                  <a:pt x="0" y="379"/>
                  <a:pt x="10" y="454"/>
                </a:cubicBezTo>
                <a:cubicBezTo>
                  <a:pt x="110" y="411"/>
                  <a:pt x="229" y="414"/>
                  <a:pt x="331" y="473"/>
                </a:cubicBezTo>
                <a:close/>
              </a:path>
            </a:pathLst>
          </a:custGeom>
          <a:solidFill>
            <a:srgbClr val="62B5E5"/>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87" name="Freeform 4"/>
          <p:cNvSpPr>
            <a:spLocks/>
          </p:cNvSpPr>
          <p:nvPr/>
        </p:nvSpPr>
        <p:spPr bwMode="gray">
          <a:xfrm>
            <a:off x="5984394" y="2301034"/>
            <a:ext cx="998011" cy="1176931"/>
          </a:xfrm>
          <a:custGeom>
            <a:avLst/>
            <a:gdLst>
              <a:gd name="T0" fmla="*/ 1487054 w 627"/>
              <a:gd name="T1" fmla="*/ 1050925 h 717"/>
              <a:gd name="T2" fmla="*/ 1493212 w 627"/>
              <a:gd name="T3" fmla="*/ 914400 h 717"/>
              <a:gd name="T4" fmla="*/ 1376218 w 627"/>
              <a:gd name="T5" fmla="*/ 854075 h 717"/>
              <a:gd name="T6" fmla="*/ 831273 w 627"/>
              <a:gd name="T7" fmla="*/ 0 h 717"/>
              <a:gd name="T8" fmla="*/ 304800 w 627"/>
              <a:gd name="T9" fmla="*/ 479425 h 717"/>
              <a:gd name="T10" fmla="*/ 711200 w 627"/>
              <a:gd name="T11" fmla="*/ 2041525 h 717"/>
              <a:gd name="T12" fmla="*/ 1930400 w 627"/>
              <a:gd name="T13" fmla="*/ 1965325 h 717"/>
              <a:gd name="T14" fmla="*/ 1487054 w 627"/>
              <a:gd name="T15" fmla="*/ 1050925 h 717"/>
              <a:gd name="T16" fmla="*/ 0 60000 65536"/>
              <a:gd name="T17" fmla="*/ 0 60000 65536"/>
              <a:gd name="T18" fmla="*/ 0 60000 65536"/>
              <a:gd name="T19" fmla="*/ 0 60000 65536"/>
              <a:gd name="T20" fmla="*/ 0 60000 65536"/>
              <a:gd name="T21" fmla="*/ 0 60000 65536"/>
              <a:gd name="T22" fmla="*/ 0 60000 65536"/>
              <a:gd name="T23" fmla="*/ 0 60000 65536"/>
              <a:gd name="T24" fmla="*/ 0 w 627"/>
              <a:gd name="T25" fmla="*/ 0 h 717"/>
              <a:gd name="T26" fmla="*/ 627 w 627"/>
              <a:gd name="T27" fmla="*/ 717 h 7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27" h="717">
                <a:moveTo>
                  <a:pt x="483" y="331"/>
                </a:moveTo>
                <a:cubicBezTo>
                  <a:pt x="483" y="316"/>
                  <a:pt x="484" y="302"/>
                  <a:pt x="485" y="288"/>
                </a:cubicBezTo>
                <a:cubicBezTo>
                  <a:pt x="472" y="282"/>
                  <a:pt x="460" y="276"/>
                  <a:pt x="447" y="269"/>
                </a:cubicBezTo>
                <a:cubicBezTo>
                  <a:pt x="345" y="210"/>
                  <a:pt x="283" y="109"/>
                  <a:pt x="270" y="0"/>
                </a:cubicBezTo>
                <a:cubicBezTo>
                  <a:pt x="200" y="30"/>
                  <a:pt x="140" y="81"/>
                  <a:pt x="99" y="151"/>
                </a:cubicBezTo>
                <a:cubicBezTo>
                  <a:pt x="0" y="323"/>
                  <a:pt x="59" y="543"/>
                  <a:pt x="231" y="643"/>
                </a:cubicBezTo>
                <a:cubicBezTo>
                  <a:pt x="360" y="717"/>
                  <a:pt x="515" y="703"/>
                  <a:pt x="627" y="619"/>
                </a:cubicBezTo>
                <a:cubicBezTo>
                  <a:pt x="539" y="553"/>
                  <a:pt x="483" y="449"/>
                  <a:pt x="483" y="331"/>
                </a:cubicBezTo>
                <a:close/>
              </a:path>
            </a:pathLst>
          </a:custGeom>
          <a:solidFill>
            <a:srgbClr val="6FC2B4"/>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88" name="Freeform 5"/>
          <p:cNvSpPr>
            <a:spLocks/>
          </p:cNvSpPr>
          <p:nvPr/>
        </p:nvSpPr>
        <p:spPr bwMode="gray">
          <a:xfrm>
            <a:off x="6411822" y="2231139"/>
            <a:ext cx="568767" cy="543324"/>
          </a:xfrm>
          <a:custGeom>
            <a:avLst/>
            <a:gdLst>
              <a:gd name="T0" fmla="*/ 545446 w 357"/>
              <a:gd name="T1" fmla="*/ 990600 h 331"/>
              <a:gd name="T2" fmla="*/ 662547 w 357"/>
              <a:gd name="T3" fmla="*/ 1050925 h 331"/>
              <a:gd name="T4" fmla="*/ 1100137 w 357"/>
              <a:gd name="T5" fmla="*/ 273050 h 331"/>
              <a:gd name="T6" fmla="*/ 989199 w 357"/>
              <a:gd name="T7" fmla="*/ 196850 h 331"/>
              <a:gd name="T8" fmla="*/ 0 w 357"/>
              <a:gd name="T9" fmla="*/ 136525 h 331"/>
              <a:gd name="T10" fmla="*/ 545446 w 357"/>
              <a:gd name="T11" fmla="*/ 990600 h 331"/>
              <a:gd name="T12" fmla="*/ 0 60000 65536"/>
              <a:gd name="T13" fmla="*/ 0 60000 65536"/>
              <a:gd name="T14" fmla="*/ 0 60000 65536"/>
              <a:gd name="T15" fmla="*/ 0 60000 65536"/>
              <a:gd name="T16" fmla="*/ 0 60000 65536"/>
              <a:gd name="T17" fmla="*/ 0 60000 65536"/>
              <a:gd name="T18" fmla="*/ 0 w 357"/>
              <a:gd name="T19" fmla="*/ 0 h 331"/>
              <a:gd name="T20" fmla="*/ 357 w 357"/>
              <a:gd name="T21" fmla="*/ 331 h 331"/>
            </a:gdLst>
            <a:ahLst/>
            <a:cxnLst>
              <a:cxn ang="T12">
                <a:pos x="T0" y="T1"/>
              </a:cxn>
              <a:cxn ang="T13">
                <a:pos x="T2" y="T3"/>
              </a:cxn>
              <a:cxn ang="T14">
                <a:pos x="T4" y="T5"/>
              </a:cxn>
              <a:cxn ang="T15">
                <a:pos x="T6" y="T7"/>
              </a:cxn>
              <a:cxn ang="T16">
                <a:pos x="T8" y="T9"/>
              </a:cxn>
              <a:cxn ang="T17">
                <a:pos x="T10" y="T11"/>
              </a:cxn>
            </a:cxnLst>
            <a:rect l="T18" t="T19" r="T20" b="T21"/>
            <a:pathLst>
              <a:path w="357" h="331">
                <a:moveTo>
                  <a:pt x="177" y="312"/>
                </a:moveTo>
                <a:cubicBezTo>
                  <a:pt x="190" y="319"/>
                  <a:pt x="202" y="325"/>
                  <a:pt x="215" y="331"/>
                </a:cubicBezTo>
                <a:cubicBezTo>
                  <a:pt x="227" y="231"/>
                  <a:pt x="280" y="143"/>
                  <a:pt x="357" y="86"/>
                </a:cubicBezTo>
                <a:cubicBezTo>
                  <a:pt x="345" y="77"/>
                  <a:pt x="333" y="70"/>
                  <a:pt x="321" y="62"/>
                </a:cubicBezTo>
                <a:cubicBezTo>
                  <a:pt x="219" y="3"/>
                  <a:pt x="100" y="0"/>
                  <a:pt x="0" y="43"/>
                </a:cubicBezTo>
                <a:cubicBezTo>
                  <a:pt x="13" y="152"/>
                  <a:pt x="75" y="253"/>
                  <a:pt x="177" y="312"/>
                </a:cubicBezTo>
                <a:close/>
              </a:path>
            </a:pathLst>
          </a:custGeom>
          <a:solidFill>
            <a:schemeClr val="accent5">
              <a:lumMod val="5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89" name="Freeform 6"/>
          <p:cNvSpPr>
            <a:spLocks/>
          </p:cNvSpPr>
          <p:nvPr/>
        </p:nvSpPr>
        <p:spPr bwMode="gray">
          <a:xfrm>
            <a:off x="6979211" y="2298640"/>
            <a:ext cx="916758" cy="1134252"/>
          </a:xfrm>
          <a:custGeom>
            <a:avLst/>
            <a:gdLst>
              <a:gd name="T0" fmla="*/ 1099038 w 576"/>
              <a:gd name="T1" fmla="*/ 0 h 691"/>
              <a:gd name="T2" fmla="*/ 960504 w 576"/>
              <a:gd name="T3" fmla="*/ 434975 h 691"/>
              <a:gd name="T4" fmla="*/ 434074 w 576"/>
              <a:gd name="T5" fmla="*/ 914400 h 691"/>
              <a:gd name="T6" fmla="*/ 295540 w 576"/>
              <a:gd name="T7" fmla="*/ 1622425 h 691"/>
              <a:gd name="T8" fmla="*/ 0 w 576"/>
              <a:gd name="T9" fmla="*/ 1965325 h 691"/>
              <a:gd name="T10" fmla="*/ 664964 w 576"/>
              <a:gd name="T11" fmla="*/ 2193925 h 691"/>
              <a:gd name="T12" fmla="*/ 1773238 w 576"/>
              <a:gd name="T13" fmla="*/ 1050925 h 691"/>
              <a:gd name="T14" fmla="*/ 1099038 w 576"/>
              <a:gd name="T15" fmla="*/ 0 h 691"/>
              <a:gd name="T16" fmla="*/ 0 60000 65536"/>
              <a:gd name="T17" fmla="*/ 0 60000 65536"/>
              <a:gd name="T18" fmla="*/ 0 60000 65536"/>
              <a:gd name="T19" fmla="*/ 0 60000 65536"/>
              <a:gd name="T20" fmla="*/ 0 60000 65536"/>
              <a:gd name="T21" fmla="*/ 0 60000 65536"/>
              <a:gd name="T22" fmla="*/ 0 60000 65536"/>
              <a:gd name="T23" fmla="*/ 0 60000 65536"/>
              <a:gd name="T24" fmla="*/ 0 w 576"/>
              <a:gd name="T25" fmla="*/ 0 h 691"/>
              <a:gd name="T26" fmla="*/ 576 w 576"/>
              <a:gd name="T27" fmla="*/ 691 h 6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76" h="691">
                <a:moveTo>
                  <a:pt x="357" y="0"/>
                </a:moveTo>
                <a:cubicBezTo>
                  <a:pt x="352" y="47"/>
                  <a:pt x="337" y="93"/>
                  <a:pt x="312" y="137"/>
                </a:cubicBezTo>
                <a:cubicBezTo>
                  <a:pt x="271" y="207"/>
                  <a:pt x="211" y="258"/>
                  <a:pt x="141" y="288"/>
                </a:cubicBezTo>
                <a:cubicBezTo>
                  <a:pt x="150" y="363"/>
                  <a:pt x="136" y="441"/>
                  <a:pt x="96" y="511"/>
                </a:cubicBezTo>
                <a:cubicBezTo>
                  <a:pt x="71" y="555"/>
                  <a:pt x="38" y="591"/>
                  <a:pt x="0" y="619"/>
                </a:cubicBezTo>
                <a:cubicBezTo>
                  <a:pt x="60" y="664"/>
                  <a:pt x="135" y="691"/>
                  <a:pt x="216" y="691"/>
                </a:cubicBezTo>
                <a:cubicBezTo>
                  <a:pt x="415" y="691"/>
                  <a:pt x="576" y="530"/>
                  <a:pt x="576" y="331"/>
                </a:cubicBezTo>
                <a:cubicBezTo>
                  <a:pt x="576" y="182"/>
                  <a:pt x="486" y="55"/>
                  <a:pt x="357" y="0"/>
                </a:cubicBezTo>
                <a:close/>
              </a:path>
            </a:pathLst>
          </a:custGeom>
          <a:solidFill>
            <a:srgbClr val="00A3E0"/>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90" name="Freeform 7"/>
          <p:cNvSpPr>
            <a:spLocks/>
          </p:cNvSpPr>
          <p:nvPr/>
        </p:nvSpPr>
        <p:spPr bwMode="gray">
          <a:xfrm>
            <a:off x="6979212" y="2251727"/>
            <a:ext cx="567946" cy="520344"/>
          </a:xfrm>
          <a:custGeom>
            <a:avLst/>
            <a:gdLst>
              <a:gd name="T0" fmla="*/ 0 w 357"/>
              <a:gd name="T1" fmla="*/ 228600 h 317"/>
              <a:gd name="T2" fmla="*/ 433881 w 357"/>
              <a:gd name="T3" fmla="*/ 1006475 h 317"/>
              <a:gd name="T4" fmla="*/ 960077 w 357"/>
              <a:gd name="T5" fmla="*/ 527050 h 317"/>
              <a:gd name="T6" fmla="*/ 1098550 w 357"/>
              <a:gd name="T7" fmla="*/ 92075 h 317"/>
              <a:gd name="T8" fmla="*/ 664669 w 357"/>
              <a:gd name="T9" fmla="*/ 0 h 317"/>
              <a:gd name="T10" fmla="*/ 0 w 357"/>
              <a:gd name="T11" fmla="*/ 228600 h 317"/>
              <a:gd name="T12" fmla="*/ 0 60000 65536"/>
              <a:gd name="T13" fmla="*/ 0 60000 65536"/>
              <a:gd name="T14" fmla="*/ 0 60000 65536"/>
              <a:gd name="T15" fmla="*/ 0 60000 65536"/>
              <a:gd name="T16" fmla="*/ 0 60000 65536"/>
              <a:gd name="T17" fmla="*/ 0 60000 65536"/>
              <a:gd name="T18" fmla="*/ 0 w 357"/>
              <a:gd name="T19" fmla="*/ 0 h 317"/>
              <a:gd name="T20" fmla="*/ 357 w 357"/>
              <a:gd name="T21" fmla="*/ 317 h 317"/>
            </a:gdLst>
            <a:ahLst/>
            <a:cxnLst>
              <a:cxn ang="T12">
                <a:pos x="T0" y="T1"/>
              </a:cxn>
              <a:cxn ang="T13">
                <a:pos x="T2" y="T3"/>
              </a:cxn>
              <a:cxn ang="T14">
                <a:pos x="T4" y="T5"/>
              </a:cxn>
              <a:cxn ang="T15">
                <a:pos x="T6" y="T7"/>
              </a:cxn>
              <a:cxn ang="T16">
                <a:pos x="T8" y="T9"/>
              </a:cxn>
              <a:cxn ang="T17">
                <a:pos x="T10" y="T11"/>
              </a:cxn>
            </a:cxnLst>
            <a:rect l="T18" t="T19" r="T20" b="T21"/>
            <a:pathLst>
              <a:path w="357" h="317">
                <a:moveTo>
                  <a:pt x="0" y="72"/>
                </a:moveTo>
                <a:cubicBezTo>
                  <a:pt x="80" y="132"/>
                  <a:pt x="130" y="222"/>
                  <a:pt x="141" y="317"/>
                </a:cubicBezTo>
                <a:cubicBezTo>
                  <a:pt x="211" y="287"/>
                  <a:pt x="271" y="236"/>
                  <a:pt x="312" y="166"/>
                </a:cubicBezTo>
                <a:cubicBezTo>
                  <a:pt x="337" y="122"/>
                  <a:pt x="352" y="76"/>
                  <a:pt x="357" y="29"/>
                </a:cubicBezTo>
                <a:cubicBezTo>
                  <a:pt x="314" y="10"/>
                  <a:pt x="266" y="0"/>
                  <a:pt x="216" y="0"/>
                </a:cubicBezTo>
                <a:cubicBezTo>
                  <a:pt x="135" y="0"/>
                  <a:pt x="60" y="27"/>
                  <a:pt x="0" y="72"/>
                </a:cubicBezTo>
                <a:close/>
              </a:path>
            </a:pathLst>
          </a:custGeom>
          <a:solidFill>
            <a:schemeClr val="accent6">
              <a:lumMod val="5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91" name="Freeform 8"/>
          <p:cNvSpPr>
            <a:spLocks/>
          </p:cNvSpPr>
          <p:nvPr/>
        </p:nvSpPr>
        <p:spPr bwMode="gray">
          <a:xfrm>
            <a:off x="6751566" y="2769665"/>
            <a:ext cx="466217" cy="549783"/>
          </a:xfrm>
          <a:custGeom>
            <a:avLst/>
            <a:gdLst>
              <a:gd name="T0" fmla="*/ 738673 w 294"/>
              <a:gd name="T1" fmla="*/ 708025 h 331"/>
              <a:gd name="T2" fmla="*/ 877175 w 294"/>
              <a:gd name="T3" fmla="*/ 0 h 331"/>
              <a:gd name="T4" fmla="*/ 6156 w 294"/>
              <a:gd name="T5" fmla="*/ 0 h 331"/>
              <a:gd name="T6" fmla="*/ 0 w 294"/>
              <a:gd name="T7" fmla="*/ 136525 h 331"/>
              <a:gd name="T8" fmla="*/ 443204 w 294"/>
              <a:gd name="T9" fmla="*/ 1050925 h 331"/>
              <a:gd name="T10" fmla="*/ 738673 w 294"/>
              <a:gd name="T11" fmla="*/ 708025 h 331"/>
              <a:gd name="T12" fmla="*/ 0 60000 65536"/>
              <a:gd name="T13" fmla="*/ 0 60000 65536"/>
              <a:gd name="T14" fmla="*/ 0 60000 65536"/>
              <a:gd name="T15" fmla="*/ 0 60000 65536"/>
              <a:gd name="T16" fmla="*/ 0 60000 65536"/>
              <a:gd name="T17" fmla="*/ 0 60000 65536"/>
              <a:gd name="T18" fmla="*/ 0 w 294"/>
              <a:gd name="T19" fmla="*/ 0 h 331"/>
              <a:gd name="T20" fmla="*/ 294 w 294"/>
              <a:gd name="T21" fmla="*/ 331 h 331"/>
            </a:gdLst>
            <a:ahLst/>
            <a:cxnLst>
              <a:cxn ang="T12">
                <a:pos x="T0" y="T1"/>
              </a:cxn>
              <a:cxn ang="T13">
                <a:pos x="T2" y="T3"/>
              </a:cxn>
              <a:cxn ang="T14">
                <a:pos x="T4" y="T5"/>
              </a:cxn>
              <a:cxn ang="T15">
                <a:pos x="T6" y="T7"/>
              </a:cxn>
              <a:cxn ang="T16">
                <a:pos x="T8" y="T9"/>
              </a:cxn>
              <a:cxn ang="T17">
                <a:pos x="T10" y="T11"/>
              </a:cxn>
            </a:cxnLst>
            <a:rect l="T18" t="T19" r="T20" b="T21"/>
            <a:pathLst>
              <a:path w="294" h="331">
                <a:moveTo>
                  <a:pt x="240" y="223"/>
                </a:moveTo>
                <a:cubicBezTo>
                  <a:pt x="280" y="153"/>
                  <a:pt x="294" y="75"/>
                  <a:pt x="285" y="0"/>
                </a:cubicBezTo>
                <a:cubicBezTo>
                  <a:pt x="197" y="38"/>
                  <a:pt x="95" y="40"/>
                  <a:pt x="2" y="0"/>
                </a:cubicBezTo>
                <a:cubicBezTo>
                  <a:pt x="1" y="14"/>
                  <a:pt x="0" y="28"/>
                  <a:pt x="0" y="43"/>
                </a:cubicBezTo>
                <a:cubicBezTo>
                  <a:pt x="0" y="161"/>
                  <a:pt x="56" y="265"/>
                  <a:pt x="144" y="331"/>
                </a:cubicBezTo>
                <a:cubicBezTo>
                  <a:pt x="182" y="303"/>
                  <a:pt x="215" y="267"/>
                  <a:pt x="240" y="223"/>
                </a:cubicBezTo>
                <a:close/>
              </a:path>
            </a:pathLst>
          </a:custGeom>
          <a:solidFill>
            <a:schemeClr val="accent6">
              <a:lumMod val="5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92" name="Freeform 9"/>
          <p:cNvSpPr>
            <a:spLocks/>
          </p:cNvSpPr>
          <p:nvPr/>
        </p:nvSpPr>
        <p:spPr bwMode="gray">
          <a:xfrm>
            <a:off x="6754466" y="2366817"/>
            <a:ext cx="450870" cy="472848"/>
          </a:xfrm>
          <a:custGeom>
            <a:avLst/>
            <a:gdLst>
              <a:gd name="T0" fmla="*/ 436512 w 283"/>
              <a:gd name="T1" fmla="*/ 0 h 285"/>
              <a:gd name="T2" fmla="*/ 0 w 283"/>
              <a:gd name="T3" fmla="*/ 777875 h 285"/>
              <a:gd name="T4" fmla="*/ 869950 w 283"/>
              <a:gd name="T5" fmla="*/ 777875 h 285"/>
              <a:gd name="T6" fmla="*/ 436512 w 283"/>
              <a:gd name="T7" fmla="*/ 0 h 285"/>
              <a:gd name="T8" fmla="*/ 0 60000 65536"/>
              <a:gd name="T9" fmla="*/ 0 60000 65536"/>
              <a:gd name="T10" fmla="*/ 0 60000 65536"/>
              <a:gd name="T11" fmla="*/ 0 60000 65536"/>
              <a:gd name="T12" fmla="*/ 0 w 283"/>
              <a:gd name="T13" fmla="*/ 0 h 285"/>
              <a:gd name="T14" fmla="*/ 283 w 283"/>
              <a:gd name="T15" fmla="*/ 285 h 285"/>
            </a:gdLst>
            <a:ahLst/>
            <a:cxnLst>
              <a:cxn ang="T8">
                <a:pos x="T0" y="T1"/>
              </a:cxn>
              <a:cxn ang="T9">
                <a:pos x="T2" y="T3"/>
              </a:cxn>
              <a:cxn ang="T10">
                <a:pos x="T4" y="T5"/>
              </a:cxn>
              <a:cxn ang="T11">
                <a:pos x="T6" y="T7"/>
              </a:cxn>
            </a:cxnLst>
            <a:rect l="T12" t="T13" r="T14" b="T15"/>
            <a:pathLst>
              <a:path w="283" h="285">
                <a:moveTo>
                  <a:pt x="142" y="0"/>
                </a:moveTo>
                <a:cubicBezTo>
                  <a:pt x="65" y="57"/>
                  <a:pt x="12" y="145"/>
                  <a:pt x="0" y="245"/>
                </a:cubicBezTo>
                <a:cubicBezTo>
                  <a:pt x="93" y="285"/>
                  <a:pt x="195" y="283"/>
                  <a:pt x="283" y="245"/>
                </a:cubicBezTo>
                <a:cubicBezTo>
                  <a:pt x="272" y="150"/>
                  <a:pt x="222" y="60"/>
                  <a:pt x="142" y="0"/>
                </a:cubicBezTo>
                <a:close/>
              </a:path>
            </a:pathLst>
          </a:custGeom>
          <a:solidFill>
            <a:schemeClr val="tx1"/>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93" name="Rectangle 92"/>
          <p:cNvSpPr/>
          <p:nvPr/>
        </p:nvSpPr>
        <p:spPr bwMode="gray">
          <a:xfrm>
            <a:off x="6869048" y="1893018"/>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94" name="Rectangle 93"/>
          <p:cNvSpPr/>
          <p:nvPr/>
        </p:nvSpPr>
        <p:spPr bwMode="gray">
          <a:xfrm>
            <a:off x="6869049" y="2579573"/>
            <a:ext cx="226024" cy="153888"/>
          </a:xfrm>
          <a:prstGeom prst="rect">
            <a:avLst/>
          </a:prstGeom>
        </p:spPr>
        <p:txBody>
          <a:bodyPr wrap="none" lIns="0" tIns="0" rIns="0" bIns="0" anchor="ctr">
            <a:spAutoFit/>
          </a:bodyPr>
          <a:lstStyle/>
          <a:p>
            <a:pPr algn="ctr"/>
            <a:r>
              <a:rPr lang="en-US" sz="1000" dirty="0">
                <a:solidFill>
                  <a:schemeClr val="bg1"/>
                </a:solidFill>
                <a:latin typeface="Aptos" panose="020B0004020202020204" pitchFamily="34" charset="0"/>
                <a:cs typeface="Arial" pitchFamily="34" charset="0"/>
              </a:rPr>
              <a:t>Text</a:t>
            </a:r>
          </a:p>
        </p:txBody>
      </p:sp>
      <p:sp>
        <p:nvSpPr>
          <p:cNvPr id="95" name="Rectangle 94"/>
          <p:cNvSpPr/>
          <p:nvPr/>
        </p:nvSpPr>
        <p:spPr bwMode="gray">
          <a:xfrm>
            <a:off x="7407524" y="2839834"/>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96" name="Rectangle 95"/>
          <p:cNvSpPr/>
          <p:nvPr/>
        </p:nvSpPr>
        <p:spPr bwMode="gray">
          <a:xfrm>
            <a:off x="6326086" y="2839834"/>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97" name="Freeform 51"/>
          <p:cNvSpPr>
            <a:spLocks/>
          </p:cNvSpPr>
          <p:nvPr/>
        </p:nvSpPr>
        <p:spPr bwMode="gray">
          <a:xfrm>
            <a:off x="6376709" y="3554204"/>
            <a:ext cx="1125131" cy="527890"/>
          </a:xfrm>
          <a:custGeom>
            <a:avLst/>
            <a:gdLst/>
            <a:ahLst/>
            <a:cxnLst>
              <a:cxn ang="0">
                <a:pos x="95" y="207"/>
              </a:cxn>
              <a:cxn ang="0">
                <a:pos x="0" y="222"/>
              </a:cxn>
              <a:cxn ang="0">
                <a:pos x="302" y="0"/>
              </a:cxn>
              <a:cxn ang="0">
                <a:pos x="605" y="222"/>
              </a:cxn>
              <a:cxn ang="0">
                <a:pos x="510" y="207"/>
              </a:cxn>
              <a:cxn ang="0">
                <a:pos x="302" y="284"/>
              </a:cxn>
              <a:cxn ang="0">
                <a:pos x="95" y="207"/>
              </a:cxn>
            </a:cxnLst>
            <a:rect l="0" t="0" r="r" b="b"/>
            <a:pathLst>
              <a:path w="605" h="284">
                <a:moveTo>
                  <a:pt x="95" y="207"/>
                </a:moveTo>
                <a:cubicBezTo>
                  <a:pt x="62" y="207"/>
                  <a:pt x="30" y="212"/>
                  <a:pt x="0" y="222"/>
                </a:cubicBezTo>
                <a:cubicBezTo>
                  <a:pt x="41" y="93"/>
                  <a:pt x="161" y="0"/>
                  <a:pt x="302" y="0"/>
                </a:cubicBezTo>
                <a:cubicBezTo>
                  <a:pt x="444" y="0"/>
                  <a:pt x="564" y="93"/>
                  <a:pt x="605" y="222"/>
                </a:cubicBezTo>
                <a:cubicBezTo>
                  <a:pt x="575" y="212"/>
                  <a:pt x="543" y="207"/>
                  <a:pt x="510" y="207"/>
                </a:cubicBezTo>
                <a:cubicBezTo>
                  <a:pt x="430" y="207"/>
                  <a:pt x="358" y="236"/>
                  <a:pt x="302" y="284"/>
                </a:cubicBezTo>
                <a:cubicBezTo>
                  <a:pt x="247" y="236"/>
                  <a:pt x="174" y="207"/>
                  <a:pt x="95" y="207"/>
                </a:cubicBezTo>
                <a:close/>
              </a:path>
            </a:pathLst>
          </a:custGeom>
          <a:solidFill>
            <a:schemeClr val="accent1">
              <a:lumMod val="60000"/>
              <a:lumOff val="4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98" name="Freeform 52"/>
          <p:cNvSpPr>
            <a:spLocks/>
          </p:cNvSpPr>
          <p:nvPr/>
        </p:nvSpPr>
        <p:spPr bwMode="gray">
          <a:xfrm>
            <a:off x="6376709" y="4960538"/>
            <a:ext cx="1125131" cy="527890"/>
          </a:xfrm>
          <a:custGeom>
            <a:avLst/>
            <a:gdLst/>
            <a:ahLst/>
            <a:cxnLst>
              <a:cxn ang="0">
                <a:pos x="510" y="78"/>
              </a:cxn>
              <a:cxn ang="0">
                <a:pos x="605" y="63"/>
              </a:cxn>
              <a:cxn ang="0">
                <a:pos x="302" y="284"/>
              </a:cxn>
              <a:cxn ang="0">
                <a:pos x="0" y="63"/>
              </a:cxn>
              <a:cxn ang="0">
                <a:pos x="95" y="78"/>
              </a:cxn>
              <a:cxn ang="0">
                <a:pos x="302" y="0"/>
              </a:cxn>
              <a:cxn ang="0">
                <a:pos x="510" y="78"/>
              </a:cxn>
            </a:cxnLst>
            <a:rect l="0" t="0" r="r" b="b"/>
            <a:pathLst>
              <a:path w="605" h="284">
                <a:moveTo>
                  <a:pt x="510" y="78"/>
                </a:moveTo>
                <a:cubicBezTo>
                  <a:pt x="543" y="78"/>
                  <a:pt x="575" y="73"/>
                  <a:pt x="605" y="63"/>
                </a:cubicBezTo>
                <a:cubicBezTo>
                  <a:pt x="564" y="191"/>
                  <a:pt x="444" y="284"/>
                  <a:pt x="302" y="284"/>
                </a:cubicBezTo>
                <a:cubicBezTo>
                  <a:pt x="161" y="284"/>
                  <a:pt x="41" y="191"/>
                  <a:pt x="0" y="63"/>
                </a:cubicBezTo>
                <a:cubicBezTo>
                  <a:pt x="30" y="73"/>
                  <a:pt x="62" y="78"/>
                  <a:pt x="95" y="78"/>
                </a:cubicBezTo>
                <a:cubicBezTo>
                  <a:pt x="174" y="78"/>
                  <a:pt x="247" y="49"/>
                  <a:pt x="302" y="0"/>
                </a:cubicBezTo>
                <a:cubicBezTo>
                  <a:pt x="358" y="49"/>
                  <a:pt x="430" y="78"/>
                  <a:pt x="510" y="78"/>
                </a:cubicBezTo>
                <a:close/>
              </a:path>
            </a:pathLst>
          </a:custGeom>
          <a:solidFill>
            <a:schemeClr val="accent5">
              <a:lumMod val="60000"/>
              <a:lumOff val="4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99" name="Freeform 53"/>
          <p:cNvSpPr>
            <a:spLocks/>
          </p:cNvSpPr>
          <p:nvPr/>
        </p:nvSpPr>
        <p:spPr bwMode="gray">
          <a:xfrm>
            <a:off x="7372187" y="3967047"/>
            <a:ext cx="528706" cy="1124316"/>
          </a:xfrm>
          <a:custGeom>
            <a:avLst/>
            <a:gdLst/>
            <a:ahLst/>
            <a:cxnLst>
              <a:cxn ang="0">
                <a:pos x="62" y="605"/>
              </a:cxn>
              <a:cxn ang="0">
                <a:pos x="77" y="509"/>
              </a:cxn>
              <a:cxn ang="0">
                <a:pos x="0" y="302"/>
              </a:cxn>
              <a:cxn ang="0">
                <a:pos x="77" y="96"/>
              </a:cxn>
              <a:cxn ang="0">
                <a:pos x="62" y="0"/>
              </a:cxn>
              <a:cxn ang="0">
                <a:pos x="284" y="302"/>
              </a:cxn>
              <a:cxn ang="0">
                <a:pos x="62" y="605"/>
              </a:cxn>
            </a:cxnLst>
            <a:rect l="0" t="0" r="r" b="b"/>
            <a:pathLst>
              <a:path w="284" h="605">
                <a:moveTo>
                  <a:pt x="62" y="605"/>
                </a:moveTo>
                <a:cubicBezTo>
                  <a:pt x="71" y="575"/>
                  <a:pt x="77" y="543"/>
                  <a:pt x="77" y="509"/>
                </a:cubicBezTo>
                <a:cubicBezTo>
                  <a:pt x="77" y="430"/>
                  <a:pt x="48" y="358"/>
                  <a:pt x="0" y="302"/>
                </a:cubicBezTo>
                <a:cubicBezTo>
                  <a:pt x="48" y="247"/>
                  <a:pt x="77" y="175"/>
                  <a:pt x="77" y="96"/>
                </a:cubicBezTo>
                <a:cubicBezTo>
                  <a:pt x="77" y="62"/>
                  <a:pt x="71" y="30"/>
                  <a:pt x="62" y="0"/>
                </a:cubicBezTo>
                <a:cubicBezTo>
                  <a:pt x="191" y="40"/>
                  <a:pt x="284" y="160"/>
                  <a:pt x="284" y="302"/>
                </a:cubicBezTo>
                <a:cubicBezTo>
                  <a:pt x="284" y="444"/>
                  <a:pt x="191" y="565"/>
                  <a:pt x="62" y="605"/>
                </a:cubicBezTo>
                <a:close/>
              </a:path>
            </a:pathLst>
          </a:custGeom>
          <a:solidFill>
            <a:schemeClr val="accent6">
              <a:lumMod val="60000"/>
              <a:lumOff val="4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100" name="Freeform 54"/>
          <p:cNvSpPr>
            <a:spLocks/>
          </p:cNvSpPr>
          <p:nvPr/>
        </p:nvSpPr>
        <p:spPr bwMode="gray">
          <a:xfrm>
            <a:off x="6931154" y="3938491"/>
            <a:ext cx="591530" cy="589899"/>
          </a:xfrm>
          <a:custGeom>
            <a:avLst/>
            <a:gdLst/>
            <a:ahLst/>
            <a:cxnLst>
              <a:cxn ang="0">
                <a:pos x="208" y="0"/>
              </a:cxn>
              <a:cxn ang="0">
                <a:pos x="303" y="15"/>
              </a:cxn>
              <a:cxn ang="0">
                <a:pos x="318" y="111"/>
              </a:cxn>
              <a:cxn ang="0">
                <a:pos x="241" y="317"/>
              </a:cxn>
              <a:cxn ang="0">
                <a:pos x="95" y="221"/>
              </a:cxn>
              <a:cxn ang="0">
                <a:pos x="0" y="77"/>
              </a:cxn>
              <a:cxn ang="0">
                <a:pos x="208" y="0"/>
              </a:cxn>
            </a:cxnLst>
            <a:rect l="0" t="0" r="r" b="b"/>
            <a:pathLst>
              <a:path w="318" h="317">
                <a:moveTo>
                  <a:pt x="208" y="0"/>
                </a:moveTo>
                <a:cubicBezTo>
                  <a:pt x="241" y="0"/>
                  <a:pt x="273" y="5"/>
                  <a:pt x="303" y="15"/>
                </a:cubicBezTo>
                <a:cubicBezTo>
                  <a:pt x="312" y="45"/>
                  <a:pt x="318" y="77"/>
                  <a:pt x="318" y="111"/>
                </a:cubicBezTo>
                <a:cubicBezTo>
                  <a:pt x="318" y="190"/>
                  <a:pt x="289" y="262"/>
                  <a:pt x="241" y="317"/>
                </a:cubicBezTo>
                <a:cubicBezTo>
                  <a:pt x="203" y="273"/>
                  <a:pt x="153" y="239"/>
                  <a:pt x="95" y="221"/>
                </a:cubicBezTo>
                <a:cubicBezTo>
                  <a:pt x="78" y="165"/>
                  <a:pt x="44" y="115"/>
                  <a:pt x="0" y="77"/>
                </a:cubicBezTo>
                <a:cubicBezTo>
                  <a:pt x="56" y="29"/>
                  <a:pt x="128" y="0"/>
                  <a:pt x="208" y="0"/>
                </a:cubicBezTo>
                <a:close/>
              </a:path>
            </a:pathLst>
          </a:custGeom>
          <a:solidFill>
            <a:schemeClr val="accent1">
              <a:lumMod val="5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101" name="Freeform 55"/>
          <p:cNvSpPr>
            <a:spLocks/>
          </p:cNvSpPr>
          <p:nvPr/>
        </p:nvSpPr>
        <p:spPr bwMode="gray">
          <a:xfrm>
            <a:off x="6931154" y="4521492"/>
            <a:ext cx="591530" cy="590715"/>
          </a:xfrm>
          <a:custGeom>
            <a:avLst/>
            <a:gdLst/>
            <a:ahLst/>
            <a:cxnLst>
              <a:cxn ang="0">
                <a:pos x="318" y="207"/>
              </a:cxn>
              <a:cxn ang="0">
                <a:pos x="303" y="303"/>
              </a:cxn>
              <a:cxn ang="0">
                <a:pos x="208" y="318"/>
              </a:cxn>
              <a:cxn ang="0">
                <a:pos x="0" y="240"/>
              </a:cxn>
              <a:cxn ang="0">
                <a:pos x="95" y="96"/>
              </a:cxn>
              <a:cxn ang="0">
                <a:pos x="241" y="0"/>
              </a:cxn>
              <a:cxn ang="0">
                <a:pos x="318" y="207"/>
              </a:cxn>
            </a:cxnLst>
            <a:rect l="0" t="0" r="r" b="b"/>
            <a:pathLst>
              <a:path w="318" h="318">
                <a:moveTo>
                  <a:pt x="318" y="207"/>
                </a:moveTo>
                <a:cubicBezTo>
                  <a:pt x="318" y="241"/>
                  <a:pt x="312" y="273"/>
                  <a:pt x="303" y="303"/>
                </a:cubicBezTo>
                <a:cubicBezTo>
                  <a:pt x="273" y="313"/>
                  <a:pt x="241" y="318"/>
                  <a:pt x="208" y="318"/>
                </a:cubicBezTo>
                <a:cubicBezTo>
                  <a:pt x="128" y="318"/>
                  <a:pt x="56" y="289"/>
                  <a:pt x="0" y="240"/>
                </a:cubicBezTo>
                <a:cubicBezTo>
                  <a:pt x="44" y="203"/>
                  <a:pt x="78" y="153"/>
                  <a:pt x="95" y="96"/>
                </a:cubicBezTo>
                <a:cubicBezTo>
                  <a:pt x="153" y="79"/>
                  <a:pt x="203" y="45"/>
                  <a:pt x="241" y="0"/>
                </a:cubicBezTo>
                <a:cubicBezTo>
                  <a:pt x="289" y="56"/>
                  <a:pt x="318" y="128"/>
                  <a:pt x="318" y="207"/>
                </a:cubicBezTo>
                <a:close/>
              </a:path>
            </a:pathLst>
          </a:custGeom>
          <a:solidFill>
            <a:schemeClr val="accent3">
              <a:lumMod val="75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102" name="Freeform 56"/>
          <p:cNvSpPr>
            <a:spLocks/>
          </p:cNvSpPr>
          <p:nvPr/>
        </p:nvSpPr>
        <p:spPr bwMode="gray">
          <a:xfrm>
            <a:off x="7109657" y="4348248"/>
            <a:ext cx="270879" cy="357366"/>
          </a:xfrm>
          <a:custGeom>
            <a:avLst/>
            <a:gdLst/>
            <a:ahLst/>
            <a:cxnLst>
              <a:cxn ang="0">
                <a:pos x="146" y="96"/>
              </a:cxn>
              <a:cxn ang="0">
                <a:pos x="0" y="192"/>
              </a:cxn>
              <a:cxn ang="0">
                <a:pos x="15" y="96"/>
              </a:cxn>
              <a:cxn ang="0">
                <a:pos x="0" y="0"/>
              </a:cxn>
              <a:cxn ang="0">
                <a:pos x="146" y="96"/>
              </a:cxn>
            </a:cxnLst>
            <a:rect l="0" t="0" r="r" b="b"/>
            <a:pathLst>
              <a:path w="146" h="192">
                <a:moveTo>
                  <a:pt x="146" y="96"/>
                </a:moveTo>
                <a:cubicBezTo>
                  <a:pt x="108" y="141"/>
                  <a:pt x="58" y="175"/>
                  <a:pt x="0" y="192"/>
                </a:cubicBezTo>
                <a:cubicBezTo>
                  <a:pt x="10" y="162"/>
                  <a:pt x="15" y="130"/>
                  <a:pt x="15" y="96"/>
                </a:cubicBezTo>
                <a:cubicBezTo>
                  <a:pt x="15" y="63"/>
                  <a:pt x="10" y="31"/>
                  <a:pt x="0" y="0"/>
                </a:cubicBezTo>
                <a:cubicBezTo>
                  <a:pt x="58" y="18"/>
                  <a:pt x="108" y="52"/>
                  <a:pt x="146" y="96"/>
                </a:cubicBezTo>
                <a:close/>
              </a:path>
            </a:pathLst>
          </a:custGeom>
          <a:solidFill>
            <a:schemeClr val="accent5">
              <a:lumMod val="50000"/>
            </a:schemeClr>
          </a:solidFill>
          <a:ln w="9525">
            <a:noFill/>
            <a:round/>
            <a:headEnd/>
            <a:tailEnd/>
          </a:ln>
        </p:spPr>
        <p:txBody>
          <a:bodyPr vert="horz" wrap="square" lIns="0" tIns="0" rIns="0" bIns="0"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103" name="Freeform 57"/>
          <p:cNvSpPr>
            <a:spLocks/>
          </p:cNvSpPr>
          <p:nvPr/>
        </p:nvSpPr>
        <p:spPr bwMode="gray">
          <a:xfrm>
            <a:off x="5965796" y="3965113"/>
            <a:ext cx="527890" cy="1124316"/>
          </a:xfrm>
          <a:custGeom>
            <a:avLst/>
            <a:gdLst/>
            <a:ahLst/>
            <a:cxnLst>
              <a:cxn ang="0">
                <a:pos x="207" y="509"/>
              </a:cxn>
              <a:cxn ang="0">
                <a:pos x="222" y="605"/>
              </a:cxn>
              <a:cxn ang="0">
                <a:pos x="0" y="302"/>
              </a:cxn>
              <a:cxn ang="0">
                <a:pos x="222" y="0"/>
              </a:cxn>
              <a:cxn ang="0">
                <a:pos x="207" y="96"/>
              </a:cxn>
              <a:cxn ang="0">
                <a:pos x="284" y="302"/>
              </a:cxn>
              <a:cxn ang="0">
                <a:pos x="207" y="509"/>
              </a:cxn>
            </a:cxnLst>
            <a:rect l="0" t="0" r="r" b="b"/>
            <a:pathLst>
              <a:path w="284" h="605">
                <a:moveTo>
                  <a:pt x="207" y="509"/>
                </a:moveTo>
                <a:cubicBezTo>
                  <a:pt x="207" y="543"/>
                  <a:pt x="212" y="575"/>
                  <a:pt x="222" y="605"/>
                </a:cubicBezTo>
                <a:cubicBezTo>
                  <a:pt x="93" y="565"/>
                  <a:pt x="0" y="444"/>
                  <a:pt x="0" y="302"/>
                </a:cubicBezTo>
                <a:cubicBezTo>
                  <a:pt x="0" y="160"/>
                  <a:pt x="93" y="40"/>
                  <a:pt x="222" y="0"/>
                </a:cubicBezTo>
                <a:cubicBezTo>
                  <a:pt x="212" y="30"/>
                  <a:pt x="207" y="62"/>
                  <a:pt x="207" y="96"/>
                </a:cubicBezTo>
                <a:cubicBezTo>
                  <a:pt x="207" y="175"/>
                  <a:pt x="236" y="247"/>
                  <a:pt x="284" y="302"/>
                </a:cubicBezTo>
                <a:cubicBezTo>
                  <a:pt x="236" y="358"/>
                  <a:pt x="207" y="430"/>
                  <a:pt x="207" y="509"/>
                </a:cubicBezTo>
                <a:close/>
              </a:path>
            </a:pathLst>
          </a:custGeom>
          <a:solidFill>
            <a:schemeClr val="accent3">
              <a:lumMod val="60000"/>
              <a:lumOff val="4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104" name="Freeform 58"/>
          <p:cNvSpPr>
            <a:spLocks/>
          </p:cNvSpPr>
          <p:nvPr/>
        </p:nvSpPr>
        <p:spPr bwMode="gray">
          <a:xfrm>
            <a:off x="6348965" y="3938491"/>
            <a:ext cx="589082" cy="589899"/>
          </a:xfrm>
          <a:custGeom>
            <a:avLst/>
            <a:gdLst/>
            <a:ahLst/>
            <a:cxnLst>
              <a:cxn ang="0">
                <a:pos x="0" y="111"/>
              </a:cxn>
              <a:cxn ang="0">
                <a:pos x="15" y="15"/>
              </a:cxn>
              <a:cxn ang="0">
                <a:pos x="110" y="0"/>
              </a:cxn>
              <a:cxn ang="0">
                <a:pos x="317" y="77"/>
              </a:cxn>
              <a:cxn ang="0">
                <a:pos x="222" y="221"/>
              </a:cxn>
              <a:cxn ang="0">
                <a:pos x="77" y="317"/>
              </a:cxn>
              <a:cxn ang="0">
                <a:pos x="0" y="111"/>
              </a:cxn>
            </a:cxnLst>
            <a:rect l="0" t="0" r="r" b="b"/>
            <a:pathLst>
              <a:path w="317" h="317">
                <a:moveTo>
                  <a:pt x="0" y="111"/>
                </a:moveTo>
                <a:cubicBezTo>
                  <a:pt x="0" y="77"/>
                  <a:pt x="5" y="45"/>
                  <a:pt x="15" y="15"/>
                </a:cubicBezTo>
                <a:cubicBezTo>
                  <a:pt x="45" y="5"/>
                  <a:pt x="77" y="0"/>
                  <a:pt x="110" y="0"/>
                </a:cubicBezTo>
                <a:cubicBezTo>
                  <a:pt x="189" y="0"/>
                  <a:pt x="262" y="29"/>
                  <a:pt x="317" y="77"/>
                </a:cubicBezTo>
                <a:cubicBezTo>
                  <a:pt x="274" y="115"/>
                  <a:pt x="240" y="165"/>
                  <a:pt x="222" y="221"/>
                </a:cubicBezTo>
                <a:cubicBezTo>
                  <a:pt x="165" y="239"/>
                  <a:pt x="115" y="273"/>
                  <a:pt x="77" y="317"/>
                </a:cubicBezTo>
                <a:cubicBezTo>
                  <a:pt x="29" y="262"/>
                  <a:pt x="0" y="190"/>
                  <a:pt x="0" y="111"/>
                </a:cubicBezTo>
                <a:close/>
              </a:path>
            </a:pathLst>
          </a:custGeom>
          <a:solidFill>
            <a:schemeClr val="accent5">
              <a:lumMod val="75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105" name="Freeform 59"/>
          <p:cNvSpPr>
            <a:spLocks/>
          </p:cNvSpPr>
          <p:nvPr/>
        </p:nvSpPr>
        <p:spPr bwMode="gray">
          <a:xfrm>
            <a:off x="6348965" y="4521492"/>
            <a:ext cx="589082" cy="590715"/>
          </a:xfrm>
          <a:custGeom>
            <a:avLst/>
            <a:gdLst/>
            <a:ahLst/>
            <a:cxnLst>
              <a:cxn ang="0">
                <a:pos x="110" y="318"/>
              </a:cxn>
              <a:cxn ang="0">
                <a:pos x="15" y="303"/>
              </a:cxn>
              <a:cxn ang="0">
                <a:pos x="0" y="207"/>
              </a:cxn>
              <a:cxn ang="0">
                <a:pos x="77" y="0"/>
              </a:cxn>
              <a:cxn ang="0">
                <a:pos x="222" y="96"/>
              </a:cxn>
              <a:cxn ang="0">
                <a:pos x="317" y="240"/>
              </a:cxn>
              <a:cxn ang="0">
                <a:pos x="110" y="318"/>
              </a:cxn>
            </a:cxnLst>
            <a:rect l="0" t="0" r="r" b="b"/>
            <a:pathLst>
              <a:path w="317" h="318">
                <a:moveTo>
                  <a:pt x="110" y="318"/>
                </a:moveTo>
                <a:cubicBezTo>
                  <a:pt x="77" y="318"/>
                  <a:pt x="45" y="313"/>
                  <a:pt x="15" y="303"/>
                </a:cubicBezTo>
                <a:cubicBezTo>
                  <a:pt x="5" y="273"/>
                  <a:pt x="0" y="241"/>
                  <a:pt x="0" y="207"/>
                </a:cubicBezTo>
                <a:cubicBezTo>
                  <a:pt x="0" y="128"/>
                  <a:pt x="29" y="56"/>
                  <a:pt x="77" y="0"/>
                </a:cubicBezTo>
                <a:cubicBezTo>
                  <a:pt x="115" y="45"/>
                  <a:pt x="165" y="79"/>
                  <a:pt x="222" y="96"/>
                </a:cubicBezTo>
                <a:cubicBezTo>
                  <a:pt x="240" y="153"/>
                  <a:pt x="274" y="203"/>
                  <a:pt x="317" y="240"/>
                </a:cubicBezTo>
                <a:cubicBezTo>
                  <a:pt x="262" y="289"/>
                  <a:pt x="189" y="318"/>
                  <a:pt x="110" y="318"/>
                </a:cubicBezTo>
                <a:close/>
              </a:path>
            </a:pathLst>
          </a:custGeom>
          <a:solidFill>
            <a:schemeClr val="accent3"/>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106" name="Freeform 60"/>
          <p:cNvSpPr>
            <a:spLocks/>
          </p:cNvSpPr>
          <p:nvPr/>
        </p:nvSpPr>
        <p:spPr bwMode="gray">
          <a:xfrm>
            <a:off x="6491748" y="4348248"/>
            <a:ext cx="270065" cy="357366"/>
          </a:xfrm>
          <a:custGeom>
            <a:avLst/>
            <a:gdLst/>
            <a:ahLst/>
            <a:cxnLst>
              <a:cxn ang="0">
                <a:pos x="130" y="96"/>
              </a:cxn>
              <a:cxn ang="0">
                <a:pos x="145" y="192"/>
              </a:cxn>
              <a:cxn ang="0">
                <a:pos x="0" y="96"/>
              </a:cxn>
              <a:cxn ang="0">
                <a:pos x="145" y="0"/>
              </a:cxn>
              <a:cxn ang="0">
                <a:pos x="130" y="96"/>
              </a:cxn>
            </a:cxnLst>
            <a:rect l="0" t="0" r="r" b="b"/>
            <a:pathLst>
              <a:path w="145" h="192">
                <a:moveTo>
                  <a:pt x="130" y="96"/>
                </a:moveTo>
                <a:cubicBezTo>
                  <a:pt x="130" y="130"/>
                  <a:pt x="136" y="162"/>
                  <a:pt x="145" y="192"/>
                </a:cubicBezTo>
                <a:cubicBezTo>
                  <a:pt x="88" y="175"/>
                  <a:pt x="38" y="141"/>
                  <a:pt x="0" y="96"/>
                </a:cubicBezTo>
                <a:cubicBezTo>
                  <a:pt x="38" y="52"/>
                  <a:pt x="88" y="18"/>
                  <a:pt x="145" y="0"/>
                </a:cubicBezTo>
                <a:cubicBezTo>
                  <a:pt x="136" y="31"/>
                  <a:pt x="130" y="63"/>
                  <a:pt x="130" y="96"/>
                </a:cubicBezTo>
                <a:close/>
              </a:path>
            </a:pathLst>
          </a:custGeom>
          <a:solidFill>
            <a:schemeClr val="accent3">
              <a:lumMod val="5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107" name="Freeform 61"/>
          <p:cNvSpPr>
            <a:spLocks/>
          </p:cNvSpPr>
          <p:nvPr/>
        </p:nvSpPr>
        <p:spPr bwMode="gray">
          <a:xfrm>
            <a:off x="6754158" y="4084299"/>
            <a:ext cx="358137" cy="270269"/>
          </a:xfrm>
          <a:custGeom>
            <a:avLst/>
            <a:gdLst/>
            <a:ahLst/>
            <a:cxnLst>
              <a:cxn ang="0">
                <a:pos x="95" y="130"/>
              </a:cxn>
              <a:cxn ang="0">
                <a:pos x="0" y="144"/>
              </a:cxn>
              <a:cxn ang="0">
                <a:pos x="95" y="0"/>
              </a:cxn>
              <a:cxn ang="0">
                <a:pos x="190" y="144"/>
              </a:cxn>
              <a:cxn ang="0">
                <a:pos x="95" y="130"/>
              </a:cxn>
            </a:cxnLst>
            <a:rect l="0" t="0" r="r" b="b"/>
            <a:pathLst>
              <a:path w="190" h="144">
                <a:moveTo>
                  <a:pt x="95" y="130"/>
                </a:moveTo>
                <a:cubicBezTo>
                  <a:pt x="62" y="130"/>
                  <a:pt x="30" y="135"/>
                  <a:pt x="0" y="144"/>
                </a:cubicBezTo>
                <a:cubicBezTo>
                  <a:pt x="18" y="88"/>
                  <a:pt x="52" y="38"/>
                  <a:pt x="95" y="0"/>
                </a:cubicBezTo>
                <a:cubicBezTo>
                  <a:pt x="139" y="38"/>
                  <a:pt x="173" y="88"/>
                  <a:pt x="190" y="144"/>
                </a:cubicBezTo>
                <a:cubicBezTo>
                  <a:pt x="160" y="135"/>
                  <a:pt x="128" y="130"/>
                  <a:pt x="95" y="130"/>
                </a:cubicBezTo>
                <a:close/>
              </a:path>
            </a:pathLst>
          </a:custGeom>
          <a:solidFill>
            <a:schemeClr val="accent2">
              <a:lumMod val="50000"/>
            </a:schemeClr>
          </a:solidFill>
          <a:ln w="9525">
            <a:noFill/>
            <a:round/>
            <a:headEnd/>
            <a:tailEnd/>
          </a:ln>
        </p:spPr>
        <p:txBody>
          <a:bodyPr vert="horz" wrap="square" lIns="0" tIns="0" rIns="0" bIns="0"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109" name="Freeform 63"/>
          <p:cNvSpPr>
            <a:spLocks/>
          </p:cNvSpPr>
          <p:nvPr/>
        </p:nvSpPr>
        <p:spPr bwMode="gray">
          <a:xfrm>
            <a:off x="6730922" y="4319294"/>
            <a:ext cx="408769" cy="419295"/>
          </a:xfrm>
          <a:custGeom>
            <a:avLst/>
            <a:gdLst/>
            <a:ahLst/>
            <a:cxnLst>
              <a:cxn ang="0">
                <a:pos x="220" y="110"/>
              </a:cxn>
              <a:cxn ang="0">
                <a:pos x="205" y="206"/>
              </a:cxn>
              <a:cxn ang="0">
                <a:pos x="110" y="221"/>
              </a:cxn>
              <a:cxn ang="0">
                <a:pos x="15" y="206"/>
              </a:cxn>
              <a:cxn ang="0">
                <a:pos x="0" y="110"/>
              </a:cxn>
              <a:cxn ang="0">
                <a:pos x="15" y="14"/>
              </a:cxn>
              <a:cxn ang="0">
                <a:pos x="110" y="0"/>
              </a:cxn>
              <a:cxn ang="0">
                <a:pos x="205" y="14"/>
              </a:cxn>
              <a:cxn ang="0">
                <a:pos x="220" y="110"/>
              </a:cxn>
            </a:cxnLst>
            <a:rect l="0" t="0" r="r" b="b"/>
            <a:pathLst>
              <a:path w="220" h="221">
                <a:moveTo>
                  <a:pt x="220" y="110"/>
                </a:moveTo>
                <a:cubicBezTo>
                  <a:pt x="220" y="144"/>
                  <a:pt x="215" y="176"/>
                  <a:pt x="205" y="206"/>
                </a:cubicBezTo>
                <a:cubicBezTo>
                  <a:pt x="175" y="216"/>
                  <a:pt x="143" y="221"/>
                  <a:pt x="110" y="221"/>
                </a:cubicBezTo>
                <a:cubicBezTo>
                  <a:pt x="77" y="221"/>
                  <a:pt x="45" y="216"/>
                  <a:pt x="15" y="206"/>
                </a:cubicBezTo>
                <a:cubicBezTo>
                  <a:pt x="6" y="176"/>
                  <a:pt x="0" y="144"/>
                  <a:pt x="0" y="110"/>
                </a:cubicBezTo>
                <a:cubicBezTo>
                  <a:pt x="0" y="77"/>
                  <a:pt x="6" y="45"/>
                  <a:pt x="15" y="14"/>
                </a:cubicBezTo>
                <a:cubicBezTo>
                  <a:pt x="45" y="5"/>
                  <a:pt x="77" y="0"/>
                  <a:pt x="110" y="0"/>
                </a:cubicBezTo>
                <a:cubicBezTo>
                  <a:pt x="143" y="0"/>
                  <a:pt x="175" y="5"/>
                  <a:pt x="205" y="14"/>
                </a:cubicBezTo>
                <a:cubicBezTo>
                  <a:pt x="215" y="45"/>
                  <a:pt x="220" y="77"/>
                  <a:pt x="220" y="110"/>
                </a:cubicBezTo>
                <a:close/>
              </a:path>
            </a:pathLst>
          </a:custGeom>
          <a:solidFill>
            <a:schemeClr val="bg2">
              <a:lumMod val="1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112" name="Rectangle 111"/>
          <p:cNvSpPr/>
          <p:nvPr/>
        </p:nvSpPr>
        <p:spPr bwMode="gray">
          <a:xfrm>
            <a:off x="6826262" y="4451448"/>
            <a:ext cx="226024" cy="153888"/>
          </a:xfrm>
          <a:prstGeom prst="rect">
            <a:avLst/>
          </a:prstGeom>
        </p:spPr>
        <p:txBody>
          <a:bodyPr wrap="none" lIns="0" tIns="0" rIns="0" bIns="0" anchor="ctr">
            <a:spAutoFit/>
          </a:bodyPr>
          <a:lstStyle/>
          <a:p>
            <a:pPr algn="ctr"/>
            <a:r>
              <a:rPr lang="en-US" sz="1000" dirty="0">
                <a:solidFill>
                  <a:schemeClr val="bg1"/>
                </a:solidFill>
                <a:latin typeface="Aptos" panose="020B0004020202020204" pitchFamily="34" charset="0"/>
                <a:cs typeface="Arial" pitchFamily="34" charset="0"/>
              </a:rPr>
              <a:t>Text</a:t>
            </a:r>
          </a:p>
        </p:txBody>
      </p:sp>
      <p:sp>
        <p:nvSpPr>
          <p:cNvPr id="108" name="Freeform 62"/>
          <p:cNvSpPr>
            <a:spLocks/>
          </p:cNvSpPr>
          <p:nvPr/>
        </p:nvSpPr>
        <p:spPr bwMode="gray">
          <a:xfrm>
            <a:off x="6756732" y="4707078"/>
            <a:ext cx="356779" cy="267617"/>
          </a:xfrm>
          <a:custGeom>
            <a:avLst/>
            <a:gdLst/>
            <a:ahLst/>
            <a:cxnLst>
              <a:cxn ang="0">
                <a:pos x="95" y="15"/>
              </a:cxn>
              <a:cxn ang="0">
                <a:pos x="190" y="0"/>
              </a:cxn>
              <a:cxn ang="0">
                <a:pos x="95" y="144"/>
              </a:cxn>
              <a:cxn ang="0">
                <a:pos x="0" y="0"/>
              </a:cxn>
              <a:cxn ang="0">
                <a:pos x="95" y="15"/>
              </a:cxn>
            </a:cxnLst>
            <a:rect l="0" t="0" r="r" b="b"/>
            <a:pathLst>
              <a:path w="190" h="144">
                <a:moveTo>
                  <a:pt x="95" y="15"/>
                </a:moveTo>
                <a:cubicBezTo>
                  <a:pt x="128" y="15"/>
                  <a:pt x="160" y="10"/>
                  <a:pt x="190" y="0"/>
                </a:cubicBezTo>
                <a:cubicBezTo>
                  <a:pt x="173" y="57"/>
                  <a:pt x="139" y="107"/>
                  <a:pt x="95" y="144"/>
                </a:cubicBezTo>
                <a:cubicBezTo>
                  <a:pt x="52" y="107"/>
                  <a:pt x="18" y="57"/>
                  <a:pt x="0" y="0"/>
                </a:cubicBezTo>
                <a:cubicBezTo>
                  <a:pt x="30" y="10"/>
                  <a:pt x="62" y="15"/>
                  <a:pt x="95" y="15"/>
                </a:cubicBezTo>
                <a:close/>
              </a:path>
            </a:pathLst>
          </a:custGeom>
          <a:solidFill>
            <a:schemeClr val="accent3">
              <a:lumMod val="50000"/>
            </a:schemeClr>
          </a:solidFill>
          <a:ln w="9525">
            <a:noFill/>
            <a:round/>
            <a:headEnd/>
            <a:tailEnd/>
          </a:ln>
        </p:spPr>
        <p:txBody>
          <a:bodyPr vert="horz" wrap="square" lIns="36116" tIns="36116" rIns="36116" bIns="36116" numCol="1" anchor="ctr" anchorCtr="0" compatLnSpc="1">
            <a:prstTxWarp prst="textNoShape">
              <a:avLst/>
            </a:prstTxWarp>
          </a:bodyPr>
          <a:lstStyle/>
          <a:p>
            <a:endParaRPr lang="en-US" sz="1000" dirty="0">
              <a:solidFill>
                <a:schemeClr val="tx2"/>
              </a:solidFill>
              <a:latin typeface="Aptos" panose="020B0004020202020204" pitchFamily="34" charset="0"/>
            </a:endParaRPr>
          </a:p>
        </p:txBody>
      </p:sp>
      <p:sp>
        <p:nvSpPr>
          <p:cNvPr id="110" name="Rectangle 109"/>
          <p:cNvSpPr/>
          <p:nvPr/>
        </p:nvSpPr>
        <p:spPr bwMode="gray">
          <a:xfrm>
            <a:off x="6826261" y="3718900"/>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111" name="Rectangle 110"/>
          <p:cNvSpPr/>
          <p:nvPr/>
        </p:nvSpPr>
        <p:spPr bwMode="gray">
          <a:xfrm>
            <a:off x="6826261" y="5207133"/>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113" name="Rectangle 112"/>
          <p:cNvSpPr/>
          <p:nvPr/>
        </p:nvSpPr>
        <p:spPr bwMode="gray">
          <a:xfrm>
            <a:off x="7548130" y="4451448"/>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114" name="Rectangle 113"/>
          <p:cNvSpPr/>
          <p:nvPr/>
        </p:nvSpPr>
        <p:spPr bwMode="gray">
          <a:xfrm>
            <a:off x="6069786" y="4451448"/>
            <a:ext cx="226024" cy="153888"/>
          </a:xfrm>
          <a:prstGeom prst="rect">
            <a:avLst/>
          </a:prstGeom>
        </p:spPr>
        <p:txBody>
          <a:bodyPr wrap="none" lIns="0" tIns="0" rIns="0" bIns="0" anchor="ctr">
            <a:spAutoFit/>
          </a:bodyPr>
          <a:lstStyle/>
          <a:p>
            <a:pPr algn="ctr"/>
            <a:r>
              <a:rPr lang="en-US" sz="1000" dirty="0">
                <a:latin typeface="Aptos" panose="020B0004020202020204" pitchFamily="34" charset="0"/>
                <a:cs typeface="Arial" pitchFamily="34" charset="0"/>
              </a:rPr>
              <a:t>Text</a:t>
            </a:r>
          </a:p>
        </p:txBody>
      </p:sp>
      <p:sp>
        <p:nvSpPr>
          <p:cNvPr id="2" name="Rectangle 1">
            <a:extLst>
              <a:ext uri="{FF2B5EF4-FFF2-40B4-BE49-F238E27FC236}">
                <a16:creationId xmlns:a16="http://schemas.microsoft.com/office/drawing/2014/main" id="{FE7780D7-6CC4-03B2-19DA-3A50A323EBA6}"/>
              </a:ext>
            </a:extLst>
          </p:cNvPr>
          <p:cNvSpPr>
            <a:spLocks noChangeArrowheads="1"/>
          </p:cNvSpPr>
          <p:nvPr/>
        </p:nvSpPr>
        <p:spPr bwMode="auto">
          <a:xfrm>
            <a:off x="6721991" y="345992"/>
            <a:ext cx="2818384" cy="496275"/>
          </a:xfrm>
          <a:prstGeom prst="rect">
            <a:avLst/>
          </a:prstGeom>
          <a:solidFill>
            <a:schemeClr val="bg1"/>
          </a:solidFill>
          <a:ln w="6350" algn="ctr">
            <a:solidFill>
              <a:srgbClr val="00A3E0"/>
            </a:solidFill>
            <a:miter lim="800000"/>
            <a:headEnd/>
            <a:tailEnd/>
          </a:ln>
        </p:spPr>
        <p:txBody>
          <a:bodyPr tIns="91440" bIns="91440">
            <a:noAutofit/>
          </a:bodyPr>
          <a:lstStyle/>
          <a:p>
            <a:pPr>
              <a:defRPr/>
            </a:pPr>
            <a:r>
              <a:rPr lang="en-US" sz="1000" b="1" dirty="0">
                <a:latin typeface="Aptos" panose="020B0004020202020204" pitchFamily="34" charset="0"/>
                <a:ea typeface="ＭＳ Ｐゴシック" pitchFamily="50" charset="-128"/>
              </a:rPr>
              <a:t>Tip! </a:t>
            </a:r>
            <a:r>
              <a:rPr lang="en-US" sz="1000" dirty="0">
                <a:latin typeface="Aptos" panose="020B0004020202020204" pitchFamily="34" charset="0"/>
                <a:ea typeface="ＭＳ Ｐゴシック" pitchFamily="50" charset="-128"/>
              </a:rPr>
              <a:t>Hold the Shift key when resizing the pieces or group to retain the shape proportions</a:t>
            </a:r>
          </a:p>
        </p:txBody>
      </p:sp>
    </p:spTree>
    <p:extLst>
      <p:ext uri="{BB962C8B-B14F-4D97-AF65-F5344CB8AC3E}">
        <p14:creationId xmlns:p14="http://schemas.microsoft.com/office/powerpoint/2010/main" val="143455004"/>
      </p:ext>
    </p:extLst>
  </p:cSld>
  <p:clrMapOvr>
    <a:masterClrMapping/>
  </p:clrMapOvr>
  <p:transition>
    <p:fade/>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 Placeholder 13"/>
          <p:cNvSpPr>
            <a:spLocks noGrp="1"/>
          </p:cNvSpPr>
          <p:nvPr>
            <p:ph type="body" sz="quarter" idx="13"/>
          </p:nvPr>
        </p:nvSpPr>
        <p:spPr/>
        <p:txBody>
          <a:bodyPr/>
          <a:lstStyle/>
          <a:p>
            <a:r>
              <a:rPr lang="en-US"/>
              <a:t>Eggs</a:t>
            </a:r>
            <a:endParaRPr lang="en-US" dirty="0"/>
          </a:p>
        </p:txBody>
      </p:sp>
      <p:sp>
        <p:nvSpPr>
          <p:cNvPr id="690177" name="Title 1"/>
          <p:cNvSpPr>
            <a:spLocks noGrp="1"/>
          </p:cNvSpPr>
          <p:nvPr>
            <p:ph type="title"/>
          </p:nvPr>
        </p:nvSpPr>
        <p:spPr/>
        <p:txBody>
          <a:bodyPr/>
          <a:lstStyle/>
          <a:p>
            <a:r>
              <a:rPr lang="en-US"/>
              <a:t>Spheres</a:t>
            </a:r>
            <a:endParaRPr lang="en-US" dirty="0"/>
          </a:p>
        </p:txBody>
      </p:sp>
      <p:sp>
        <p:nvSpPr>
          <p:cNvPr id="2" name="Content Placeholder 1">
            <a:extLst>
              <a:ext uri="{FF2B5EF4-FFF2-40B4-BE49-F238E27FC236}">
                <a16:creationId xmlns:a16="http://schemas.microsoft.com/office/drawing/2014/main" id="{1316E1E2-3DA3-D6FF-0418-3BEF7C5094F7}"/>
              </a:ext>
            </a:extLst>
          </p:cNvPr>
          <p:cNvSpPr>
            <a:spLocks noGrp="1"/>
          </p:cNvSpPr>
          <p:nvPr>
            <p:ph idx="1"/>
          </p:nvPr>
        </p:nvSpPr>
        <p:spPr/>
        <p:txBody>
          <a:bodyPr/>
          <a:lstStyle/>
          <a:p>
            <a:r>
              <a:rPr lang="en-US" dirty="0"/>
              <a:t>Chart title</a:t>
            </a:r>
          </a:p>
        </p:txBody>
      </p:sp>
      <p:grpSp>
        <p:nvGrpSpPr>
          <p:cNvPr id="4" name="Group 3"/>
          <p:cNvGrpSpPr/>
          <p:nvPr/>
        </p:nvGrpSpPr>
        <p:grpSpPr>
          <a:xfrm>
            <a:off x="875066" y="2229217"/>
            <a:ext cx="8351540" cy="3237860"/>
            <a:chOff x="389016" y="1955799"/>
            <a:chExt cx="8346934" cy="3985059"/>
          </a:xfrm>
        </p:grpSpPr>
        <p:sp>
          <p:nvSpPr>
            <p:cNvPr id="12" name="Freeform 6"/>
            <p:cNvSpPr>
              <a:spLocks/>
            </p:cNvSpPr>
            <p:nvPr/>
          </p:nvSpPr>
          <p:spPr bwMode="auto">
            <a:xfrm>
              <a:off x="389016" y="1955800"/>
              <a:ext cx="2921674" cy="3985058"/>
            </a:xfrm>
            <a:custGeom>
              <a:avLst/>
              <a:gdLst>
                <a:gd name="T0" fmla="*/ 828 w 828"/>
                <a:gd name="T1" fmla="*/ 260 h 1159"/>
                <a:gd name="T2" fmla="*/ 451 w 828"/>
                <a:gd name="T3" fmla="*/ 0 h 1159"/>
                <a:gd name="T4" fmla="*/ 0 w 828"/>
                <a:gd name="T5" fmla="*/ 579 h 1159"/>
                <a:gd name="T6" fmla="*/ 451 w 828"/>
                <a:gd name="T7" fmla="*/ 1159 h 1159"/>
                <a:gd name="T8" fmla="*/ 828 w 828"/>
                <a:gd name="T9" fmla="*/ 899 h 1159"/>
                <a:gd name="T10" fmla="*/ 755 w 828"/>
                <a:gd name="T11" fmla="*/ 579 h 1159"/>
                <a:gd name="T12" fmla="*/ 828 w 828"/>
                <a:gd name="T13" fmla="*/ 260 h 1159"/>
              </a:gdLst>
              <a:ahLst/>
              <a:cxnLst>
                <a:cxn ang="0">
                  <a:pos x="T0" y="T1"/>
                </a:cxn>
                <a:cxn ang="0">
                  <a:pos x="T2" y="T3"/>
                </a:cxn>
                <a:cxn ang="0">
                  <a:pos x="T4" y="T5"/>
                </a:cxn>
                <a:cxn ang="0">
                  <a:pos x="T6" y="T7"/>
                </a:cxn>
                <a:cxn ang="0">
                  <a:pos x="T8" y="T9"/>
                </a:cxn>
                <a:cxn ang="0">
                  <a:pos x="T10" y="T11"/>
                </a:cxn>
                <a:cxn ang="0">
                  <a:pos x="T12" y="T13"/>
                </a:cxn>
              </a:cxnLst>
              <a:rect l="0" t="0" r="r" b="b"/>
              <a:pathLst>
                <a:path w="828" h="1159">
                  <a:moveTo>
                    <a:pt x="828" y="260"/>
                  </a:moveTo>
                  <a:cubicBezTo>
                    <a:pt x="747" y="103"/>
                    <a:pt x="608" y="0"/>
                    <a:pt x="451" y="0"/>
                  </a:cubicBezTo>
                  <a:cubicBezTo>
                    <a:pt x="202" y="0"/>
                    <a:pt x="0" y="259"/>
                    <a:pt x="0" y="579"/>
                  </a:cubicBezTo>
                  <a:cubicBezTo>
                    <a:pt x="0" y="899"/>
                    <a:pt x="202" y="1159"/>
                    <a:pt x="451" y="1159"/>
                  </a:cubicBezTo>
                  <a:cubicBezTo>
                    <a:pt x="608" y="1159"/>
                    <a:pt x="747" y="1055"/>
                    <a:pt x="828" y="899"/>
                  </a:cubicBezTo>
                  <a:cubicBezTo>
                    <a:pt x="782" y="807"/>
                    <a:pt x="755" y="697"/>
                    <a:pt x="755" y="579"/>
                  </a:cubicBezTo>
                  <a:cubicBezTo>
                    <a:pt x="755" y="461"/>
                    <a:pt x="782" y="352"/>
                    <a:pt x="828" y="260"/>
                  </a:cubicBezTo>
                  <a:close/>
                </a:path>
              </a:pathLst>
            </a:custGeom>
            <a:solidFill>
              <a:schemeClr val="accent5"/>
            </a:solidFill>
            <a:ln w="12700">
              <a:noFill/>
              <a:round/>
              <a:headEnd type="none" w="sm" len="sm"/>
              <a:tailEnd type="none" w="med" len="lg"/>
            </a:ln>
          </p:spPr>
          <p:txBody>
            <a:bodyPr vert="horz" wrap="square" lIns="72231" tIns="72231" rIns="72231" bIns="72231" anchor="ctr" anchorCtr="0"/>
            <a:lstStyle/>
            <a:p>
              <a:pPr algn="ctr"/>
              <a:r>
                <a:rPr lang="en-GB" altLang="ja-JP" sz="1200" dirty="0">
                  <a:solidFill>
                    <a:schemeClr val="bg1"/>
                  </a:solidFill>
                  <a:latin typeface="Aptos" panose="020B0004020202020204" pitchFamily="34" charset="0"/>
                  <a:ea typeface="ＭＳ Ｐゴシック" charset="-128"/>
                  <a:cs typeface="Arial" pitchFamily="34" charset="0"/>
                </a:rPr>
                <a:t>Text</a:t>
              </a:r>
            </a:p>
          </p:txBody>
        </p:sp>
        <p:sp>
          <p:nvSpPr>
            <p:cNvPr id="13" name="Freeform 7"/>
            <p:cNvSpPr>
              <a:spLocks/>
            </p:cNvSpPr>
            <p:nvPr/>
          </p:nvSpPr>
          <p:spPr bwMode="auto">
            <a:xfrm>
              <a:off x="5814277" y="1955800"/>
              <a:ext cx="2921673" cy="3985058"/>
            </a:xfrm>
            <a:custGeom>
              <a:avLst/>
              <a:gdLst>
                <a:gd name="T0" fmla="*/ 365 w 807"/>
                <a:gd name="T1" fmla="*/ 0 h 1159"/>
                <a:gd name="T2" fmla="*/ 0 w 807"/>
                <a:gd name="T3" fmla="*/ 251 h 1159"/>
                <a:gd name="T4" fmla="*/ 78 w 807"/>
                <a:gd name="T5" fmla="*/ 579 h 1159"/>
                <a:gd name="T6" fmla="*/ 0 w 807"/>
                <a:gd name="T7" fmla="*/ 908 h 1159"/>
                <a:gd name="T8" fmla="*/ 365 w 807"/>
                <a:gd name="T9" fmla="*/ 1159 h 1159"/>
                <a:gd name="T10" fmla="*/ 807 w 807"/>
                <a:gd name="T11" fmla="*/ 579 h 1159"/>
                <a:gd name="T12" fmla="*/ 365 w 807"/>
                <a:gd name="T13" fmla="*/ 0 h 1159"/>
              </a:gdLst>
              <a:ahLst/>
              <a:cxnLst>
                <a:cxn ang="0">
                  <a:pos x="T0" y="T1"/>
                </a:cxn>
                <a:cxn ang="0">
                  <a:pos x="T2" y="T3"/>
                </a:cxn>
                <a:cxn ang="0">
                  <a:pos x="T4" y="T5"/>
                </a:cxn>
                <a:cxn ang="0">
                  <a:pos x="T6" y="T7"/>
                </a:cxn>
                <a:cxn ang="0">
                  <a:pos x="T8" y="T9"/>
                </a:cxn>
                <a:cxn ang="0">
                  <a:pos x="T10" y="T11"/>
                </a:cxn>
                <a:cxn ang="0">
                  <a:pos x="T12" y="T13"/>
                </a:cxn>
              </a:cxnLst>
              <a:rect l="0" t="0" r="r" b="b"/>
              <a:pathLst>
                <a:path w="807" h="1159">
                  <a:moveTo>
                    <a:pt x="365" y="0"/>
                  </a:moveTo>
                  <a:cubicBezTo>
                    <a:pt x="213" y="0"/>
                    <a:pt x="80" y="99"/>
                    <a:pt x="0" y="251"/>
                  </a:cubicBezTo>
                  <a:cubicBezTo>
                    <a:pt x="49" y="344"/>
                    <a:pt x="78" y="457"/>
                    <a:pt x="78" y="579"/>
                  </a:cubicBezTo>
                  <a:cubicBezTo>
                    <a:pt x="78" y="701"/>
                    <a:pt x="49" y="815"/>
                    <a:pt x="0" y="908"/>
                  </a:cubicBezTo>
                  <a:cubicBezTo>
                    <a:pt x="80" y="1059"/>
                    <a:pt x="213" y="1159"/>
                    <a:pt x="365" y="1159"/>
                  </a:cubicBezTo>
                  <a:cubicBezTo>
                    <a:pt x="609" y="1159"/>
                    <a:pt x="807" y="899"/>
                    <a:pt x="807" y="579"/>
                  </a:cubicBezTo>
                  <a:cubicBezTo>
                    <a:pt x="807" y="259"/>
                    <a:pt x="609" y="0"/>
                    <a:pt x="365" y="0"/>
                  </a:cubicBezTo>
                  <a:close/>
                </a:path>
              </a:pathLst>
            </a:custGeom>
            <a:solidFill>
              <a:schemeClr val="accent6"/>
            </a:solidFill>
            <a:ln w="12700">
              <a:noFill/>
              <a:round/>
              <a:headEnd type="none" w="sm" len="sm"/>
              <a:tailEnd type="none" w="med" len="lg"/>
            </a:ln>
          </p:spPr>
          <p:txBody>
            <a:bodyPr vert="horz" wrap="square" lIns="72231" tIns="72231" rIns="72231" bIns="72231" anchor="ctr" anchorCtr="0"/>
            <a:lstStyle/>
            <a:p>
              <a:pPr algn="ctr"/>
              <a:r>
                <a:rPr lang="en-GB" altLang="ja-JP" sz="1200" dirty="0">
                  <a:solidFill>
                    <a:schemeClr val="bg1"/>
                  </a:solidFill>
                  <a:latin typeface="Aptos" panose="020B0004020202020204" pitchFamily="34" charset="0"/>
                  <a:ea typeface="ＭＳ Ｐゴシック" charset="-128"/>
                  <a:cs typeface="Arial" pitchFamily="34" charset="0"/>
                </a:rPr>
                <a:t>Text</a:t>
              </a:r>
            </a:p>
          </p:txBody>
        </p:sp>
        <p:sp>
          <p:nvSpPr>
            <p:cNvPr id="15" name="Freeform 8"/>
            <p:cNvSpPr>
              <a:spLocks/>
            </p:cNvSpPr>
            <p:nvPr/>
          </p:nvSpPr>
          <p:spPr bwMode="auto">
            <a:xfrm>
              <a:off x="3303213" y="1955799"/>
              <a:ext cx="2532888" cy="3985058"/>
            </a:xfrm>
            <a:custGeom>
              <a:avLst/>
              <a:gdLst>
                <a:gd name="T0" fmla="*/ 734 w 734"/>
                <a:gd name="T1" fmla="*/ 251 h 1159"/>
                <a:gd name="T2" fmla="*/ 369 w 734"/>
                <a:gd name="T3" fmla="*/ 0 h 1159"/>
                <a:gd name="T4" fmla="*/ 0 w 734"/>
                <a:gd name="T5" fmla="*/ 260 h 1159"/>
                <a:gd name="T6" fmla="*/ 74 w 734"/>
                <a:gd name="T7" fmla="*/ 579 h 1159"/>
                <a:gd name="T8" fmla="*/ 0 w 734"/>
                <a:gd name="T9" fmla="*/ 899 h 1159"/>
                <a:gd name="T10" fmla="*/ 369 w 734"/>
                <a:gd name="T11" fmla="*/ 1159 h 1159"/>
                <a:gd name="T12" fmla="*/ 734 w 734"/>
                <a:gd name="T13" fmla="*/ 908 h 1159"/>
                <a:gd name="T14" fmla="*/ 656 w 734"/>
                <a:gd name="T15" fmla="*/ 579 h 1159"/>
                <a:gd name="T16" fmla="*/ 734 w 734"/>
                <a:gd name="T17" fmla="*/ 251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1159">
                  <a:moveTo>
                    <a:pt x="734" y="251"/>
                  </a:moveTo>
                  <a:cubicBezTo>
                    <a:pt x="654" y="99"/>
                    <a:pt x="521" y="0"/>
                    <a:pt x="369" y="0"/>
                  </a:cubicBezTo>
                  <a:cubicBezTo>
                    <a:pt x="215" y="0"/>
                    <a:pt x="79" y="103"/>
                    <a:pt x="0" y="260"/>
                  </a:cubicBezTo>
                  <a:cubicBezTo>
                    <a:pt x="47" y="352"/>
                    <a:pt x="74" y="461"/>
                    <a:pt x="74" y="579"/>
                  </a:cubicBezTo>
                  <a:cubicBezTo>
                    <a:pt x="74" y="697"/>
                    <a:pt x="47" y="807"/>
                    <a:pt x="0" y="899"/>
                  </a:cubicBezTo>
                  <a:cubicBezTo>
                    <a:pt x="79" y="1055"/>
                    <a:pt x="215" y="1159"/>
                    <a:pt x="369" y="1159"/>
                  </a:cubicBezTo>
                  <a:cubicBezTo>
                    <a:pt x="521" y="1159"/>
                    <a:pt x="654" y="1059"/>
                    <a:pt x="734" y="908"/>
                  </a:cubicBezTo>
                  <a:cubicBezTo>
                    <a:pt x="685" y="815"/>
                    <a:pt x="656" y="701"/>
                    <a:pt x="656" y="579"/>
                  </a:cubicBezTo>
                  <a:cubicBezTo>
                    <a:pt x="656" y="457"/>
                    <a:pt x="685" y="344"/>
                    <a:pt x="734" y="251"/>
                  </a:cubicBezTo>
                  <a:close/>
                </a:path>
              </a:pathLst>
            </a:custGeom>
            <a:solidFill>
              <a:schemeClr val="accent3"/>
            </a:solidFill>
            <a:ln w="12700">
              <a:noFill/>
              <a:round/>
              <a:headEnd type="none" w="sm" len="sm"/>
              <a:tailEnd type="none" w="med" len="lg"/>
            </a:ln>
          </p:spPr>
          <p:txBody>
            <a:bodyPr vert="horz" wrap="square" lIns="72231" tIns="72231" rIns="72231" bIns="72231" anchor="ctr" anchorCtr="0"/>
            <a:lstStyle/>
            <a:p>
              <a:pPr algn="ctr"/>
              <a:r>
                <a:rPr lang="en-GB" altLang="ja-JP" sz="1200" dirty="0">
                  <a:solidFill>
                    <a:schemeClr val="bg1"/>
                  </a:solidFill>
                  <a:latin typeface="Aptos" panose="020B0004020202020204" pitchFamily="34" charset="0"/>
                  <a:ea typeface="ＭＳ Ｐゴシック" charset="-128"/>
                  <a:cs typeface="Arial" pitchFamily="34" charset="0"/>
                </a:rPr>
                <a:t>Text</a:t>
              </a:r>
            </a:p>
          </p:txBody>
        </p:sp>
        <p:sp>
          <p:nvSpPr>
            <p:cNvPr id="16" name="Freeform 9"/>
            <p:cNvSpPr>
              <a:spLocks/>
            </p:cNvSpPr>
            <p:nvPr/>
          </p:nvSpPr>
          <p:spPr bwMode="auto">
            <a:xfrm>
              <a:off x="3032631" y="2845948"/>
              <a:ext cx="548640" cy="2197353"/>
            </a:xfrm>
            <a:custGeom>
              <a:avLst/>
              <a:gdLst>
                <a:gd name="T0" fmla="*/ 73 w 147"/>
                <a:gd name="T1" fmla="*/ 0 h 639"/>
                <a:gd name="T2" fmla="*/ 0 w 147"/>
                <a:gd name="T3" fmla="*/ 319 h 639"/>
                <a:gd name="T4" fmla="*/ 73 w 147"/>
                <a:gd name="T5" fmla="*/ 639 h 639"/>
                <a:gd name="T6" fmla="*/ 147 w 147"/>
                <a:gd name="T7" fmla="*/ 319 h 639"/>
                <a:gd name="T8" fmla="*/ 73 w 147"/>
                <a:gd name="T9" fmla="*/ 0 h 639"/>
              </a:gdLst>
              <a:ahLst/>
              <a:cxnLst>
                <a:cxn ang="0">
                  <a:pos x="T0" y="T1"/>
                </a:cxn>
                <a:cxn ang="0">
                  <a:pos x="T2" y="T3"/>
                </a:cxn>
                <a:cxn ang="0">
                  <a:pos x="T4" y="T5"/>
                </a:cxn>
                <a:cxn ang="0">
                  <a:pos x="T6" y="T7"/>
                </a:cxn>
                <a:cxn ang="0">
                  <a:pos x="T8" y="T9"/>
                </a:cxn>
              </a:cxnLst>
              <a:rect l="0" t="0" r="r" b="b"/>
              <a:pathLst>
                <a:path w="147" h="639">
                  <a:moveTo>
                    <a:pt x="73" y="0"/>
                  </a:moveTo>
                  <a:cubicBezTo>
                    <a:pt x="27" y="92"/>
                    <a:pt x="0" y="201"/>
                    <a:pt x="0" y="319"/>
                  </a:cubicBezTo>
                  <a:cubicBezTo>
                    <a:pt x="0" y="437"/>
                    <a:pt x="27" y="547"/>
                    <a:pt x="73" y="639"/>
                  </a:cubicBezTo>
                  <a:cubicBezTo>
                    <a:pt x="120" y="547"/>
                    <a:pt x="147" y="437"/>
                    <a:pt x="147" y="319"/>
                  </a:cubicBezTo>
                  <a:cubicBezTo>
                    <a:pt x="147" y="201"/>
                    <a:pt x="120" y="92"/>
                    <a:pt x="73" y="0"/>
                  </a:cubicBezTo>
                  <a:close/>
                </a:path>
              </a:pathLst>
            </a:custGeom>
            <a:solidFill>
              <a:schemeClr val="accent5">
                <a:lumMod val="75000"/>
              </a:schemeClr>
            </a:solidFill>
            <a:ln w="9525">
              <a:noFill/>
              <a:round/>
              <a:headEnd/>
              <a:tailEnd/>
            </a:ln>
            <a:effectLst/>
          </p:spPr>
          <p:txBody>
            <a:bodyPr vert="horz" wrap="square" lIns="72231" tIns="72231" rIns="72231" bIns="72231" numCol="1" anchor="ctr" anchorCtr="0" compatLnSpc="1">
              <a:prstTxWarp prst="textNoShape">
                <a:avLst/>
              </a:prstTxWarp>
            </a:bodyPr>
            <a:lstStyle/>
            <a:p>
              <a:pPr algn="ctr"/>
              <a:endParaRPr lang="en-US" sz="1200" dirty="0">
                <a:solidFill>
                  <a:schemeClr val="bg1"/>
                </a:solidFill>
                <a:latin typeface="Aptos" panose="020B0004020202020204" pitchFamily="34" charset="0"/>
              </a:endParaRPr>
            </a:p>
          </p:txBody>
        </p:sp>
        <p:sp>
          <p:nvSpPr>
            <p:cNvPr id="17" name="Freeform 10"/>
            <p:cNvSpPr>
              <a:spLocks/>
            </p:cNvSpPr>
            <p:nvPr/>
          </p:nvSpPr>
          <p:spPr bwMode="auto">
            <a:xfrm>
              <a:off x="5558044" y="2815097"/>
              <a:ext cx="548640" cy="2259057"/>
            </a:xfrm>
            <a:custGeom>
              <a:avLst/>
              <a:gdLst>
                <a:gd name="T0" fmla="*/ 78 w 156"/>
                <a:gd name="T1" fmla="*/ 0 h 657"/>
                <a:gd name="T2" fmla="*/ 0 w 156"/>
                <a:gd name="T3" fmla="*/ 328 h 657"/>
                <a:gd name="T4" fmla="*/ 78 w 156"/>
                <a:gd name="T5" fmla="*/ 657 h 657"/>
                <a:gd name="T6" fmla="*/ 156 w 156"/>
                <a:gd name="T7" fmla="*/ 328 h 657"/>
                <a:gd name="T8" fmla="*/ 78 w 156"/>
                <a:gd name="T9" fmla="*/ 0 h 657"/>
              </a:gdLst>
              <a:ahLst/>
              <a:cxnLst>
                <a:cxn ang="0">
                  <a:pos x="T0" y="T1"/>
                </a:cxn>
                <a:cxn ang="0">
                  <a:pos x="T2" y="T3"/>
                </a:cxn>
                <a:cxn ang="0">
                  <a:pos x="T4" y="T5"/>
                </a:cxn>
                <a:cxn ang="0">
                  <a:pos x="T6" y="T7"/>
                </a:cxn>
                <a:cxn ang="0">
                  <a:pos x="T8" y="T9"/>
                </a:cxn>
              </a:cxnLst>
              <a:rect l="0" t="0" r="r" b="b"/>
              <a:pathLst>
                <a:path w="156" h="657">
                  <a:moveTo>
                    <a:pt x="78" y="0"/>
                  </a:moveTo>
                  <a:cubicBezTo>
                    <a:pt x="29" y="93"/>
                    <a:pt x="0" y="206"/>
                    <a:pt x="0" y="328"/>
                  </a:cubicBezTo>
                  <a:cubicBezTo>
                    <a:pt x="0" y="450"/>
                    <a:pt x="29" y="564"/>
                    <a:pt x="78" y="657"/>
                  </a:cubicBezTo>
                  <a:cubicBezTo>
                    <a:pt x="127" y="564"/>
                    <a:pt x="156" y="450"/>
                    <a:pt x="156" y="328"/>
                  </a:cubicBezTo>
                  <a:cubicBezTo>
                    <a:pt x="156" y="206"/>
                    <a:pt x="127" y="93"/>
                    <a:pt x="78" y="0"/>
                  </a:cubicBezTo>
                  <a:close/>
                </a:path>
              </a:pathLst>
            </a:custGeom>
            <a:solidFill>
              <a:schemeClr val="accent3">
                <a:lumMod val="75000"/>
              </a:schemeClr>
            </a:solidFill>
            <a:ln w="9525">
              <a:noFill/>
              <a:round/>
              <a:headEnd/>
              <a:tailEnd/>
            </a:ln>
            <a:effectLst/>
          </p:spPr>
          <p:txBody>
            <a:bodyPr vert="horz" wrap="square" lIns="72231" tIns="72231" rIns="72231" bIns="72231" numCol="1" anchor="ctr" anchorCtr="0" compatLnSpc="1">
              <a:prstTxWarp prst="textNoShape">
                <a:avLst/>
              </a:prstTxWarp>
            </a:bodyPr>
            <a:lstStyle/>
            <a:p>
              <a:pPr algn="ctr"/>
              <a:endParaRPr lang="en-US" sz="1200" dirty="0">
                <a:solidFill>
                  <a:schemeClr val="bg1"/>
                </a:solidFill>
                <a:latin typeface="Aptos" panose="020B0004020202020204" pitchFamily="34" charset="0"/>
              </a:endParaRPr>
            </a:p>
          </p:txBody>
        </p:sp>
      </p:grpSp>
    </p:spTree>
    <p:extLst>
      <p:ext uri="{BB962C8B-B14F-4D97-AF65-F5344CB8AC3E}">
        <p14:creationId xmlns:p14="http://schemas.microsoft.com/office/powerpoint/2010/main" val="1722602875"/>
      </p:ext>
    </p:extLst>
  </p:cSld>
  <p:clrMapOvr>
    <a:masterClrMapping/>
  </p:clrMapOvr>
  <p:transition>
    <p:fade/>
  </p:transition>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 Placeholder 14"/>
          <p:cNvSpPr>
            <a:spLocks noGrp="1"/>
          </p:cNvSpPr>
          <p:nvPr>
            <p:ph sz="quarter" idx="10"/>
          </p:nvPr>
        </p:nvSpPr>
        <p:spPr/>
        <p:txBody>
          <a:bodyPr/>
          <a:lstStyle/>
          <a:p>
            <a:pPr lvl="1"/>
            <a:r>
              <a:rPr lang="en-GB" dirty="0"/>
              <a:t>This is a level 1 bullet. This is dummy text it is not here to be read</a:t>
            </a:r>
          </a:p>
          <a:p>
            <a:pPr lvl="1"/>
            <a:r>
              <a:rPr lang="en-GB" dirty="0"/>
              <a:t>This is a level 1 bullet. This is dummy text it is not here to be read</a:t>
            </a:r>
          </a:p>
          <a:p>
            <a:pPr lvl="1"/>
            <a:r>
              <a:rPr lang="en-GB" dirty="0"/>
              <a:t>This is a level 1 bullet. This is dummy text it is not here to be read</a:t>
            </a:r>
          </a:p>
          <a:p>
            <a:pPr lvl="2"/>
            <a:r>
              <a:rPr lang="en-GB" dirty="0"/>
              <a:t>This is a level 2 bullet</a:t>
            </a:r>
          </a:p>
          <a:p>
            <a:pPr lvl="2"/>
            <a:r>
              <a:rPr lang="en-GB" dirty="0"/>
              <a:t>This is a level 2 bullet</a:t>
            </a:r>
          </a:p>
          <a:p>
            <a:pPr lvl="2"/>
            <a:r>
              <a:rPr lang="en-GB" dirty="0"/>
              <a:t>This is a level 2 bullet</a:t>
            </a:r>
          </a:p>
        </p:txBody>
      </p:sp>
      <p:sp>
        <p:nvSpPr>
          <p:cNvPr id="679937" name="Title 1"/>
          <p:cNvSpPr>
            <a:spLocks noGrp="1"/>
          </p:cNvSpPr>
          <p:nvPr>
            <p:ph type="title"/>
          </p:nvPr>
        </p:nvSpPr>
        <p:spPr/>
        <p:txBody>
          <a:bodyPr/>
          <a:lstStyle/>
          <a:p>
            <a:r>
              <a:rPr lang="en-US"/>
              <a:t>Spheres </a:t>
            </a:r>
            <a:endParaRPr lang="en-US" dirty="0"/>
          </a:p>
        </p:txBody>
      </p:sp>
      <p:sp>
        <p:nvSpPr>
          <p:cNvPr id="3" name="Text Placeholder 2">
            <a:extLst>
              <a:ext uri="{FF2B5EF4-FFF2-40B4-BE49-F238E27FC236}">
                <a16:creationId xmlns:a16="http://schemas.microsoft.com/office/drawing/2014/main" id="{26AA5223-E706-4AEC-8A3D-D0AFB1E245F7}"/>
              </a:ext>
            </a:extLst>
          </p:cNvPr>
          <p:cNvSpPr>
            <a:spLocks noGrp="1"/>
          </p:cNvSpPr>
          <p:nvPr>
            <p:ph type="body" sz="quarter" idx="13"/>
          </p:nvPr>
        </p:nvSpPr>
        <p:spPr/>
        <p:txBody>
          <a:bodyPr>
            <a:normAutofit/>
          </a:bodyPr>
          <a:lstStyle/>
          <a:p>
            <a:r>
              <a:rPr lang="en-US" sz="1800" dirty="0"/>
              <a:t>Blades</a:t>
            </a:r>
          </a:p>
        </p:txBody>
      </p:sp>
      <p:grpSp>
        <p:nvGrpSpPr>
          <p:cNvPr id="16" name="Group 15"/>
          <p:cNvGrpSpPr/>
          <p:nvPr/>
        </p:nvGrpSpPr>
        <p:grpSpPr bwMode="gray">
          <a:xfrm>
            <a:off x="5523184" y="1719072"/>
            <a:ext cx="3701025" cy="3960671"/>
            <a:chOff x="2473036" y="1584329"/>
            <a:chExt cx="4186238" cy="4479925"/>
          </a:xfrm>
        </p:grpSpPr>
        <p:sp>
          <p:nvSpPr>
            <p:cNvPr id="17" name="Freeform 4"/>
            <p:cNvSpPr>
              <a:spLocks/>
            </p:cNvSpPr>
            <p:nvPr/>
          </p:nvSpPr>
          <p:spPr bwMode="gray">
            <a:xfrm>
              <a:off x="2473036" y="2727215"/>
              <a:ext cx="2520915" cy="1141333"/>
            </a:xfrm>
            <a:custGeom>
              <a:avLst/>
              <a:gdLst>
                <a:gd name="T0" fmla="*/ 15642060 w 1136"/>
                <a:gd name="T1" fmla="*/ 5102294 h 491"/>
                <a:gd name="T2" fmla="*/ 15442507 w 1136"/>
                <a:gd name="T3" fmla="*/ 4270120 h 491"/>
                <a:gd name="T4" fmla="*/ 15069848 w 1136"/>
                <a:gd name="T5" fmla="*/ 3479787 h 491"/>
                <a:gd name="T6" fmla="*/ 14519275 w 1136"/>
                <a:gd name="T7" fmla="*/ 2717349 h 491"/>
                <a:gd name="T8" fmla="*/ 13853297 w 1136"/>
                <a:gd name="T9" fmla="*/ 2024646 h 491"/>
                <a:gd name="T10" fmla="*/ 13033448 w 1136"/>
                <a:gd name="T11" fmla="*/ 1434221 h 491"/>
                <a:gd name="T12" fmla="*/ 12105407 w 1136"/>
                <a:gd name="T13" fmla="*/ 911207 h 491"/>
                <a:gd name="T14" fmla="*/ 11098026 w 1136"/>
                <a:gd name="T15" fmla="*/ 516041 h 491"/>
                <a:gd name="T16" fmla="*/ 10006496 w 1136"/>
                <a:gd name="T17" fmla="*/ 218504 h 491"/>
                <a:gd name="T18" fmla="*/ 8871688 w 1136"/>
                <a:gd name="T19" fmla="*/ 44166 h 491"/>
                <a:gd name="T20" fmla="*/ 7729668 w 1136"/>
                <a:gd name="T21" fmla="*/ 0 h 491"/>
                <a:gd name="T22" fmla="*/ 6556394 w 1136"/>
                <a:gd name="T23" fmla="*/ 65086 h 491"/>
                <a:gd name="T24" fmla="*/ 5445630 w 1136"/>
                <a:gd name="T25" fmla="*/ 281265 h 491"/>
                <a:gd name="T26" fmla="*/ 4363716 w 1136"/>
                <a:gd name="T27" fmla="*/ 595074 h 491"/>
                <a:gd name="T28" fmla="*/ 3353931 w 1136"/>
                <a:gd name="T29" fmla="*/ 1029757 h 491"/>
                <a:gd name="T30" fmla="*/ 2471571 w 1136"/>
                <a:gd name="T31" fmla="*/ 1569042 h 491"/>
                <a:gd name="T32" fmla="*/ 1690189 w 1136"/>
                <a:gd name="T33" fmla="*/ 2182712 h 491"/>
                <a:gd name="T34" fmla="*/ 1038637 w 1136"/>
                <a:gd name="T35" fmla="*/ 2884714 h 491"/>
                <a:gd name="T36" fmla="*/ 536148 w 1136"/>
                <a:gd name="T37" fmla="*/ 3640178 h 491"/>
                <a:gd name="T38" fmla="*/ 197149 w 1136"/>
                <a:gd name="T39" fmla="*/ 4458405 h 491"/>
                <a:gd name="T40" fmla="*/ 28851 w 1136"/>
                <a:gd name="T41" fmla="*/ 5302202 h 491"/>
                <a:gd name="T42" fmla="*/ 7854689 w 1136"/>
                <a:gd name="T43" fmla="*/ 5722937 h 491"/>
                <a:gd name="T44" fmla="*/ 8999113 w 1136"/>
                <a:gd name="T45" fmla="*/ 5448646 h 491"/>
                <a:gd name="T46" fmla="*/ 9376580 w 1136"/>
                <a:gd name="T47" fmla="*/ 4958175 h 491"/>
                <a:gd name="T48" fmla="*/ 9898305 w 1136"/>
                <a:gd name="T49" fmla="*/ 4537438 h 491"/>
                <a:gd name="T50" fmla="*/ 10513793 w 1136"/>
                <a:gd name="T51" fmla="*/ 4209682 h 491"/>
                <a:gd name="T52" fmla="*/ 11213430 w 1136"/>
                <a:gd name="T53" fmla="*/ 3970258 h 491"/>
                <a:gd name="T54" fmla="*/ 11941918 w 1136"/>
                <a:gd name="T55" fmla="*/ 3849384 h 491"/>
                <a:gd name="T56" fmla="*/ 12699257 w 1136"/>
                <a:gd name="T57" fmla="*/ 3849384 h 491"/>
                <a:gd name="T58" fmla="*/ 13461405 w 1136"/>
                <a:gd name="T59" fmla="*/ 3974907 h 491"/>
                <a:gd name="T60" fmla="*/ 14161041 w 1136"/>
                <a:gd name="T61" fmla="*/ 4223630 h 491"/>
                <a:gd name="T62" fmla="*/ 14790955 w 1136"/>
                <a:gd name="T63" fmla="*/ 4579279 h 491"/>
                <a:gd name="T64" fmla="*/ 15295848 w 1136"/>
                <a:gd name="T65" fmla="*/ 5006989 h 491"/>
                <a:gd name="T66" fmla="*/ 15682932 w 1136"/>
                <a:gd name="T67" fmla="*/ 5523030 h 4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36"/>
                <a:gd name="T103" fmla="*/ 0 h 491"/>
                <a:gd name="T104" fmla="*/ 1136 w 1136"/>
                <a:gd name="T105" fmla="*/ 491 h 49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36" h="491">
                  <a:moveTo>
                    <a:pt x="1135" y="473"/>
                  </a:moveTo>
                  <a:lnTo>
                    <a:pt x="1132" y="437"/>
                  </a:lnTo>
                  <a:lnTo>
                    <a:pt x="1126" y="401"/>
                  </a:lnTo>
                  <a:lnTo>
                    <a:pt x="1117" y="366"/>
                  </a:lnTo>
                  <a:lnTo>
                    <a:pt x="1104" y="331"/>
                  </a:lnTo>
                  <a:lnTo>
                    <a:pt x="1090" y="298"/>
                  </a:lnTo>
                  <a:lnTo>
                    <a:pt x="1072" y="264"/>
                  </a:lnTo>
                  <a:lnTo>
                    <a:pt x="1051" y="233"/>
                  </a:lnTo>
                  <a:lnTo>
                    <a:pt x="1027" y="203"/>
                  </a:lnTo>
                  <a:lnTo>
                    <a:pt x="1002" y="174"/>
                  </a:lnTo>
                  <a:lnTo>
                    <a:pt x="974" y="148"/>
                  </a:lnTo>
                  <a:lnTo>
                    <a:pt x="943" y="123"/>
                  </a:lnTo>
                  <a:lnTo>
                    <a:pt x="911" y="99"/>
                  </a:lnTo>
                  <a:lnTo>
                    <a:pt x="876" y="78"/>
                  </a:lnTo>
                  <a:lnTo>
                    <a:pt x="840" y="60"/>
                  </a:lnTo>
                  <a:lnTo>
                    <a:pt x="803" y="44"/>
                  </a:lnTo>
                  <a:lnTo>
                    <a:pt x="764" y="30"/>
                  </a:lnTo>
                  <a:lnTo>
                    <a:pt x="724" y="19"/>
                  </a:lnTo>
                  <a:lnTo>
                    <a:pt x="683" y="10"/>
                  </a:lnTo>
                  <a:lnTo>
                    <a:pt x="642" y="4"/>
                  </a:lnTo>
                  <a:lnTo>
                    <a:pt x="600" y="1"/>
                  </a:lnTo>
                  <a:lnTo>
                    <a:pt x="559" y="0"/>
                  </a:lnTo>
                  <a:lnTo>
                    <a:pt x="517" y="2"/>
                  </a:lnTo>
                  <a:lnTo>
                    <a:pt x="474" y="6"/>
                  </a:lnTo>
                  <a:lnTo>
                    <a:pt x="433" y="14"/>
                  </a:lnTo>
                  <a:lnTo>
                    <a:pt x="394" y="24"/>
                  </a:lnTo>
                  <a:lnTo>
                    <a:pt x="354" y="37"/>
                  </a:lnTo>
                  <a:lnTo>
                    <a:pt x="316" y="51"/>
                  </a:lnTo>
                  <a:lnTo>
                    <a:pt x="279" y="68"/>
                  </a:lnTo>
                  <a:lnTo>
                    <a:pt x="243" y="88"/>
                  </a:lnTo>
                  <a:lnTo>
                    <a:pt x="210" y="110"/>
                  </a:lnTo>
                  <a:lnTo>
                    <a:pt x="179" y="134"/>
                  </a:lnTo>
                  <a:lnTo>
                    <a:pt x="149" y="159"/>
                  </a:lnTo>
                  <a:lnTo>
                    <a:pt x="122" y="187"/>
                  </a:lnTo>
                  <a:lnTo>
                    <a:pt x="97" y="217"/>
                  </a:lnTo>
                  <a:lnTo>
                    <a:pt x="75" y="247"/>
                  </a:lnTo>
                  <a:lnTo>
                    <a:pt x="56" y="280"/>
                  </a:lnTo>
                  <a:lnTo>
                    <a:pt x="39" y="312"/>
                  </a:lnTo>
                  <a:lnTo>
                    <a:pt x="25" y="347"/>
                  </a:lnTo>
                  <a:lnTo>
                    <a:pt x="14" y="382"/>
                  </a:lnTo>
                  <a:lnTo>
                    <a:pt x="7" y="417"/>
                  </a:lnTo>
                  <a:lnTo>
                    <a:pt x="2" y="454"/>
                  </a:lnTo>
                  <a:lnTo>
                    <a:pt x="0" y="490"/>
                  </a:lnTo>
                  <a:lnTo>
                    <a:pt x="568" y="490"/>
                  </a:lnTo>
                  <a:lnTo>
                    <a:pt x="640" y="490"/>
                  </a:lnTo>
                  <a:lnTo>
                    <a:pt x="651" y="467"/>
                  </a:lnTo>
                  <a:lnTo>
                    <a:pt x="664" y="445"/>
                  </a:lnTo>
                  <a:lnTo>
                    <a:pt x="679" y="425"/>
                  </a:lnTo>
                  <a:lnTo>
                    <a:pt x="696" y="406"/>
                  </a:lnTo>
                  <a:lnTo>
                    <a:pt x="716" y="389"/>
                  </a:lnTo>
                  <a:lnTo>
                    <a:pt x="738" y="374"/>
                  </a:lnTo>
                  <a:lnTo>
                    <a:pt x="761" y="361"/>
                  </a:lnTo>
                  <a:lnTo>
                    <a:pt x="785" y="350"/>
                  </a:lnTo>
                  <a:lnTo>
                    <a:pt x="811" y="340"/>
                  </a:lnTo>
                  <a:lnTo>
                    <a:pt x="837" y="334"/>
                  </a:lnTo>
                  <a:lnTo>
                    <a:pt x="864" y="330"/>
                  </a:lnTo>
                  <a:lnTo>
                    <a:pt x="891" y="330"/>
                  </a:lnTo>
                  <a:lnTo>
                    <a:pt x="919" y="330"/>
                  </a:lnTo>
                  <a:lnTo>
                    <a:pt x="947" y="335"/>
                  </a:lnTo>
                  <a:lnTo>
                    <a:pt x="974" y="341"/>
                  </a:lnTo>
                  <a:lnTo>
                    <a:pt x="1000" y="351"/>
                  </a:lnTo>
                  <a:lnTo>
                    <a:pt x="1025" y="362"/>
                  </a:lnTo>
                  <a:lnTo>
                    <a:pt x="1048" y="375"/>
                  </a:lnTo>
                  <a:lnTo>
                    <a:pt x="1070" y="392"/>
                  </a:lnTo>
                  <a:lnTo>
                    <a:pt x="1090" y="410"/>
                  </a:lnTo>
                  <a:lnTo>
                    <a:pt x="1107" y="429"/>
                  </a:lnTo>
                  <a:lnTo>
                    <a:pt x="1122" y="451"/>
                  </a:lnTo>
                  <a:lnTo>
                    <a:pt x="1135" y="473"/>
                  </a:lnTo>
                </a:path>
              </a:pathLst>
            </a:custGeom>
            <a:solidFill>
              <a:schemeClr val="accent2"/>
            </a:solidFill>
            <a:ln w="19050" cap="rnd">
              <a:solidFill>
                <a:schemeClr val="bg1"/>
              </a:solidFill>
              <a:round/>
              <a:headEnd/>
              <a:tailEnd/>
            </a:ln>
          </p:spPr>
          <p:txBody>
            <a:bodyPr lIns="0" tIns="0" rIns="0" bIns="0"/>
            <a:lstStyle/>
            <a:p>
              <a:pPr eaLnBrk="1" hangingPunct="1">
                <a:spcBef>
                  <a:spcPct val="20000"/>
                </a:spcBef>
              </a:pPr>
              <a:endParaRPr lang="en-GB" sz="1300" dirty="0">
                <a:latin typeface="Aptos" panose="020B0004020202020204" pitchFamily="34" charset="0"/>
                <a:cs typeface="Arial" pitchFamily="34" charset="0"/>
              </a:endParaRPr>
            </a:p>
          </p:txBody>
        </p:sp>
        <p:sp>
          <p:nvSpPr>
            <p:cNvPr id="18" name="Freeform 5"/>
            <p:cNvSpPr>
              <a:spLocks/>
            </p:cNvSpPr>
            <p:nvPr/>
          </p:nvSpPr>
          <p:spPr bwMode="gray">
            <a:xfrm>
              <a:off x="3540734" y="3425990"/>
              <a:ext cx="1094928" cy="2638264"/>
            </a:xfrm>
            <a:custGeom>
              <a:avLst/>
              <a:gdLst>
                <a:gd name="T0" fmla="*/ 6090193 w 493"/>
                <a:gd name="T1" fmla="*/ 30245 h 1134"/>
                <a:gd name="T2" fmla="*/ 5096416 w 493"/>
                <a:gd name="T3" fmla="*/ 209386 h 1134"/>
                <a:gd name="T4" fmla="*/ 4150763 w 493"/>
                <a:gd name="T5" fmla="*/ 523465 h 1134"/>
                <a:gd name="T6" fmla="*/ 3250830 w 493"/>
                <a:gd name="T7" fmla="*/ 986441 h 1134"/>
                <a:gd name="T8" fmla="*/ 2447145 w 493"/>
                <a:gd name="T9" fmla="*/ 1554110 h 1134"/>
                <a:gd name="T10" fmla="*/ 1710836 w 493"/>
                <a:gd name="T11" fmla="*/ 2233451 h 1134"/>
                <a:gd name="T12" fmla="*/ 1111683 w 493"/>
                <a:gd name="T13" fmla="*/ 3029118 h 1134"/>
                <a:gd name="T14" fmla="*/ 623216 w 493"/>
                <a:gd name="T15" fmla="*/ 3889927 h 1134"/>
                <a:gd name="T16" fmla="*/ 276718 w 493"/>
                <a:gd name="T17" fmla="*/ 4820532 h 1134"/>
                <a:gd name="T18" fmla="*/ 69781 w 493"/>
                <a:gd name="T19" fmla="*/ 5765095 h 1134"/>
                <a:gd name="T20" fmla="*/ 0 w 493"/>
                <a:gd name="T21" fmla="*/ 6751536 h 1134"/>
                <a:gd name="T22" fmla="*/ 96250 w 493"/>
                <a:gd name="T23" fmla="*/ 7724017 h 1134"/>
                <a:gd name="T24" fmla="*/ 346499 w 493"/>
                <a:gd name="T25" fmla="*/ 8687192 h 1134"/>
                <a:gd name="T26" fmla="*/ 726684 w 493"/>
                <a:gd name="T27" fmla="*/ 9592207 h 1134"/>
                <a:gd name="T28" fmla="*/ 1236807 w 493"/>
                <a:gd name="T29" fmla="*/ 10429751 h 1134"/>
                <a:gd name="T30" fmla="*/ 1872054 w 493"/>
                <a:gd name="T31" fmla="*/ 11195173 h 1134"/>
                <a:gd name="T32" fmla="*/ 2605958 w 493"/>
                <a:gd name="T33" fmla="*/ 11855902 h 1134"/>
                <a:gd name="T34" fmla="*/ 3457766 w 493"/>
                <a:gd name="T35" fmla="*/ 12402632 h 1134"/>
                <a:gd name="T36" fmla="*/ 4362512 w 493"/>
                <a:gd name="T37" fmla="*/ 12842342 h 1134"/>
                <a:gd name="T38" fmla="*/ 5329821 w 493"/>
                <a:gd name="T39" fmla="*/ 13123850 h 1134"/>
                <a:gd name="T40" fmla="*/ 6316379 w 493"/>
                <a:gd name="T41" fmla="*/ 13265767 h 1134"/>
                <a:gd name="T42" fmla="*/ 6824095 w 493"/>
                <a:gd name="T43" fmla="*/ 6637537 h 1134"/>
                <a:gd name="T44" fmla="*/ 6496847 w 493"/>
                <a:gd name="T45" fmla="*/ 5672035 h 1134"/>
                <a:gd name="T46" fmla="*/ 5909725 w 493"/>
                <a:gd name="T47" fmla="*/ 5343997 h 1134"/>
                <a:gd name="T48" fmla="*/ 5426071 w 493"/>
                <a:gd name="T49" fmla="*/ 4897307 h 1134"/>
                <a:gd name="T50" fmla="*/ 5021823 w 493"/>
                <a:gd name="T51" fmla="*/ 4380820 h 1134"/>
                <a:gd name="T52" fmla="*/ 4742698 w 493"/>
                <a:gd name="T53" fmla="*/ 3796866 h 1134"/>
                <a:gd name="T54" fmla="*/ 4605542 w 493"/>
                <a:gd name="T55" fmla="*/ 3175688 h 1134"/>
                <a:gd name="T56" fmla="*/ 4605542 w 493"/>
                <a:gd name="T57" fmla="*/ 2517285 h 1134"/>
                <a:gd name="T58" fmla="*/ 4761948 w 493"/>
                <a:gd name="T59" fmla="*/ 1886801 h 1134"/>
                <a:gd name="T60" fmla="*/ 5038666 w 493"/>
                <a:gd name="T61" fmla="*/ 1288887 h 1134"/>
                <a:gd name="T62" fmla="*/ 5454946 w 493"/>
                <a:gd name="T63" fmla="*/ 756116 h 1134"/>
                <a:gd name="T64" fmla="*/ 5981912 w 493"/>
                <a:gd name="T65" fmla="*/ 328038 h 1134"/>
                <a:gd name="T66" fmla="*/ 6593097 w 493"/>
                <a:gd name="T67" fmla="*/ 0 h 1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93"/>
                <a:gd name="T103" fmla="*/ 0 h 1134"/>
                <a:gd name="T104" fmla="*/ 493 w 493"/>
                <a:gd name="T105" fmla="*/ 1134 h 11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93" h="1134">
                  <a:moveTo>
                    <a:pt x="475" y="0"/>
                  </a:moveTo>
                  <a:lnTo>
                    <a:pt x="439" y="3"/>
                  </a:lnTo>
                  <a:lnTo>
                    <a:pt x="403" y="9"/>
                  </a:lnTo>
                  <a:lnTo>
                    <a:pt x="367" y="18"/>
                  </a:lnTo>
                  <a:lnTo>
                    <a:pt x="333" y="30"/>
                  </a:lnTo>
                  <a:lnTo>
                    <a:pt x="299" y="45"/>
                  </a:lnTo>
                  <a:lnTo>
                    <a:pt x="266" y="63"/>
                  </a:lnTo>
                  <a:lnTo>
                    <a:pt x="234" y="84"/>
                  </a:lnTo>
                  <a:lnTo>
                    <a:pt x="204" y="107"/>
                  </a:lnTo>
                  <a:lnTo>
                    <a:pt x="176" y="133"/>
                  </a:lnTo>
                  <a:lnTo>
                    <a:pt x="148" y="161"/>
                  </a:lnTo>
                  <a:lnTo>
                    <a:pt x="123" y="191"/>
                  </a:lnTo>
                  <a:lnTo>
                    <a:pt x="101" y="224"/>
                  </a:lnTo>
                  <a:lnTo>
                    <a:pt x="80" y="258"/>
                  </a:lnTo>
                  <a:lnTo>
                    <a:pt x="61" y="294"/>
                  </a:lnTo>
                  <a:lnTo>
                    <a:pt x="45" y="332"/>
                  </a:lnTo>
                  <a:lnTo>
                    <a:pt x="31" y="370"/>
                  </a:lnTo>
                  <a:lnTo>
                    <a:pt x="20" y="411"/>
                  </a:lnTo>
                  <a:lnTo>
                    <a:pt x="11" y="451"/>
                  </a:lnTo>
                  <a:lnTo>
                    <a:pt x="5" y="492"/>
                  </a:lnTo>
                  <a:lnTo>
                    <a:pt x="1" y="534"/>
                  </a:lnTo>
                  <a:lnTo>
                    <a:pt x="0" y="576"/>
                  </a:lnTo>
                  <a:lnTo>
                    <a:pt x="3" y="617"/>
                  </a:lnTo>
                  <a:lnTo>
                    <a:pt x="7" y="659"/>
                  </a:lnTo>
                  <a:lnTo>
                    <a:pt x="14" y="701"/>
                  </a:lnTo>
                  <a:lnTo>
                    <a:pt x="25" y="741"/>
                  </a:lnTo>
                  <a:lnTo>
                    <a:pt x="37" y="780"/>
                  </a:lnTo>
                  <a:lnTo>
                    <a:pt x="52" y="818"/>
                  </a:lnTo>
                  <a:lnTo>
                    <a:pt x="69" y="855"/>
                  </a:lnTo>
                  <a:lnTo>
                    <a:pt x="89" y="890"/>
                  </a:lnTo>
                  <a:lnTo>
                    <a:pt x="111" y="924"/>
                  </a:lnTo>
                  <a:lnTo>
                    <a:pt x="135" y="955"/>
                  </a:lnTo>
                  <a:lnTo>
                    <a:pt x="161" y="984"/>
                  </a:lnTo>
                  <a:lnTo>
                    <a:pt x="188" y="1011"/>
                  </a:lnTo>
                  <a:lnTo>
                    <a:pt x="218" y="1036"/>
                  </a:lnTo>
                  <a:lnTo>
                    <a:pt x="249" y="1058"/>
                  </a:lnTo>
                  <a:lnTo>
                    <a:pt x="281" y="1078"/>
                  </a:lnTo>
                  <a:lnTo>
                    <a:pt x="314" y="1095"/>
                  </a:lnTo>
                  <a:lnTo>
                    <a:pt x="349" y="1108"/>
                  </a:lnTo>
                  <a:lnTo>
                    <a:pt x="384" y="1119"/>
                  </a:lnTo>
                  <a:lnTo>
                    <a:pt x="419" y="1126"/>
                  </a:lnTo>
                  <a:lnTo>
                    <a:pt x="455" y="1131"/>
                  </a:lnTo>
                  <a:lnTo>
                    <a:pt x="492" y="1133"/>
                  </a:lnTo>
                  <a:lnTo>
                    <a:pt x="492" y="566"/>
                  </a:lnTo>
                  <a:lnTo>
                    <a:pt x="492" y="494"/>
                  </a:lnTo>
                  <a:lnTo>
                    <a:pt x="468" y="484"/>
                  </a:lnTo>
                  <a:lnTo>
                    <a:pt x="447" y="470"/>
                  </a:lnTo>
                  <a:lnTo>
                    <a:pt x="426" y="456"/>
                  </a:lnTo>
                  <a:lnTo>
                    <a:pt x="408" y="438"/>
                  </a:lnTo>
                  <a:lnTo>
                    <a:pt x="391" y="418"/>
                  </a:lnTo>
                  <a:lnTo>
                    <a:pt x="375" y="397"/>
                  </a:lnTo>
                  <a:lnTo>
                    <a:pt x="362" y="374"/>
                  </a:lnTo>
                  <a:lnTo>
                    <a:pt x="351" y="349"/>
                  </a:lnTo>
                  <a:lnTo>
                    <a:pt x="342" y="324"/>
                  </a:lnTo>
                  <a:lnTo>
                    <a:pt x="336" y="298"/>
                  </a:lnTo>
                  <a:lnTo>
                    <a:pt x="332" y="271"/>
                  </a:lnTo>
                  <a:lnTo>
                    <a:pt x="331" y="243"/>
                  </a:lnTo>
                  <a:lnTo>
                    <a:pt x="332" y="215"/>
                  </a:lnTo>
                  <a:lnTo>
                    <a:pt x="336" y="188"/>
                  </a:lnTo>
                  <a:lnTo>
                    <a:pt x="343" y="161"/>
                  </a:lnTo>
                  <a:lnTo>
                    <a:pt x="352" y="135"/>
                  </a:lnTo>
                  <a:lnTo>
                    <a:pt x="363" y="110"/>
                  </a:lnTo>
                  <a:lnTo>
                    <a:pt x="377" y="86"/>
                  </a:lnTo>
                  <a:lnTo>
                    <a:pt x="393" y="65"/>
                  </a:lnTo>
                  <a:lnTo>
                    <a:pt x="412" y="45"/>
                  </a:lnTo>
                  <a:lnTo>
                    <a:pt x="431" y="28"/>
                  </a:lnTo>
                  <a:lnTo>
                    <a:pt x="452" y="12"/>
                  </a:lnTo>
                  <a:lnTo>
                    <a:pt x="475" y="0"/>
                  </a:lnTo>
                </a:path>
              </a:pathLst>
            </a:custGeom>
            <a:solidFill>
              <a:schemeClr val="accent5"/>
            </a:solidFill>
            <a:ln w="19050" cap="rnd">
              <a:solidFill>
                <a:schemeClr val="bg1"/>
              </a:solidFill>
              <a:round/>
              <a:headEnd/>
              <a:tailEnd/>
            </a:ln>
          </p:spPr>
          <p:txBody>
            <a:bodyPr lIns="0" tIns="0" rIns="0" bIns="0"/>
            <a:lstStyle/>
            <a:p>
              <a:pPr eaLnBrk="1" hangingPunct="1">
                <a:spcBef>
                  <a:spcPct val="20000"/>
                </a:spcBef>
              </a:pPr>
              <a:endParaRPr lang="en-GB" sz="1300" dirty="0">
                <a:latin typeface="Aptos" panose="020B0004020202020204" pitchFamily="34" charset="0"/>
                <a:cs typeface="Arial" pitchFamily="34" charset="0"/>
              </a:endParaRPr>
            </a:p>
          </p:txBody>
        </p:sp>
        <p:sp>
          <p:nvSpPr>
            <p:cNvPr id="19" name="Freeform 6"/>
            <p:cNvSpPr>
              <a:spLocks/>
            </p:cNvSpPr>
            <p:nvPr/>
          </p:nvSpPr>
          <p:spPr bwMode="gray">
            <a:xfrm>
              <a:off x="4138359" y="3811092"/>
              <a:ext cx="2520915" cy="1142886"/>
            </a:xfrm>
            <a:custGeom>
              <a:avLst/>
              <a:gdLst>
                <a:gd name="T0" fmla="*/ 45681 w 1136"/>
                <a:gd name="T1" fmla="*/ 616833 h 491"/>
                <a:gd name="T2" fmla="*/ 250042 w 1136"/>
                <a:gd name="T3" fmla="*/ 1466432 h 491"/>
                <a:gd name="T4" fmla="*/ 622701 w 1136"/>
                <a:gd name="T5" fmla="*/ 2264823 h 491"/>
                <a:gd name="T6" fmla="*/ 1158849 w 1136"/>
                <a:gd name="T7" fmla="*/ 3018988 h 491"/>
                <a:gd name="T8" fmla="*/ 1839252 w 1136"/>
                <a:gd name="T9" fmla="*/ 3719617 h 491"/>
                <a:gd name="T10" fmla="*/ 2649485 w 1136"/>
                <a:gd name="T11" fmla="*/ 4327139 h 491"/>
                <a:gd name="T12" fmla="*/ 3582335 w 1136"/>
                <a:gd name="T13" fmla="*/ 4843882 h 491"/>
                <a:gd name="T14" fmla="*/ 4589716 w 1136"/>
                <a:gd name="T15" fmla="*/ 5251225 h 491"/>
                <a:gd name="T16" fmla="*/ 5676438 w 1136"/>
                <a:gd name="T17" fmla="*/ 5546839 h 491"/>
                <a:gd name="T18" fmla="*/ 6808840 w 1136"/>
                <a:gd name="T19" fmla="*/ 5714431 h 491"/>
                <a:gd name="T20" fmla="*/ 7960477 w 1136"/>
                <a:gd name="T21" fmla="*/ 5763312 h 491"/>
                <a:gd name="T22" fmla="*/ 9121730 w 1136"/>
                <a:gd name="T23" fmla="*/ 5691154 h 491"/>
                <a:gd name="T24" fmla="*/ 10237304 w 1136"/>
                <a:gd name="T25" fmla="*/ 5483992 h 491"/>
                <a:gd name="T26" fmla="*/ 11316813 w 1136"/>
                <a:gd name="T27" fmla="*/ 5169756 h 491"/>
                <a:gd name="T28" fmla="*/ 12326598 w 1136"/>
                <a:gd name="T29" fmla="*/ 4727498 h 491"/>
                <a:gd name="T30" fmla="*/ 13211362 w 1136"/>
                <a:gd name="T31" fmla="*/ 4194462 h 491"/>
                <a:gd name="T32" fmla="*/ 14002361 w 1136"/>
                <a:gd name="T33" fmla="*/ 3561335 h 491"/>
                <a:gd name="T34" fmla="*/ 14649104 w 1136"/>
                <a:gd name="T35" fmla="*/ 2853724 h 491"/>
                <a:gd name="T36" fmla="*/ 15149189 w 1136"/>
                <a:gd name="T37" fmla="*/ 2092575 h 491"/>
                <a:gd name="T38" fmla="*/ 15495401 w 1136"/>
                <a:gd name="T39" fmla="*/ 1270908 h 491"/>
                <a:gd name="T40" fmla="*/ 15654081 w 1136"/>
                <a:gd name="T41" fmla="*/ 428291 h 491"/>
                <a:gd name="T42" fmla="*/ 7840264 w 1136"/>
                <a:gd name="T43" fmla="*/ 0 h 491"/>
                <a:gd name="T44" fmla="*/ 6686224 w 1136"/>
                <a:gd name="T45" fmla="*/ 253716 h 491"/>
                <a:gd name="T46" fmla="*/ 6294331 w 1136"/>
                <a:gd name="T47" fmla="*/ 726233 h 491"/>
                <a:gd name="T48" fmla="*/ 5748566 w 1136"/>
                <a:gd name="T49" fmla="*/ 1112626 h 491"/>
                <a:gd name="T50" fmla="*/ 5125865 w 1136"/>
                <a:gd name="T51" fmla="*/ 1396602 h 491"/>
                <a:gd name="T52" fmla="*/ 4414206 w 1136"/>
                <a:gd name="T53" fmla="*/ 1573505 h 491"/>
                <a:gd name="T54" fmla="*/ 3707356 w 1136"/>
                <a:gd name="T55" fmla="*/ 1622386 h 491"/>
                <a:gd name="T56" fmla="*/ 2899528 w 1136"/>
                <a:gd name="T57" fmla="*/ 1634025 h 491"/>
                <a:gd name="T58" fmla="*/ 2125358 w 1136"/>
                <a:gd name="T59" fmla="*/ 1510658 h 491"/>
                <a:gd name="T60" fmla="*/ 1396870 w 1136"/>
                <a:gd name="T61" fmla="*/ 1270908 h 491"/>
                <a:gd name="T62" fmla="*/ 747722 w 1136"/>
                <a:gd name="T63" fmla="*/ 900808 h 491"/>
                <a:gd name="T64" fmla="*/ 223595 w 1136"/>
                <a:gd name="T65" fmla="*/ 453896 h 4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36"/>
                <a:gd name="T100" fmla="*/ 0 h 491"/>
                <a:gd name="T101" fmla="*/ 1136 w 1136"/>
                <a:gd name="T102" fmla="*/ 491 h 4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36" h="491">
                  <a:moveTo>
                    <a:pt x="0" y="17"/>
                  </a:moveTo>
                  <a:lnTo>
                    <a:pt x="3" y="53"/>
                  </a:lnTo>
                  <a:lnTo>
                    <a:pt x="9" y="89"/>
                  </a:lnTo>
                  <a:lnTo>
                    <a:pt x="18" y="125"/>
                  </a:lnTo>
                  <a:lnTo>
                    <a:pt x="31" y="159"/>
                  </a:lnTo>
                  <a:lnTo>
                    <a:pt x="45" y="193"/>
                  </a:lnTo>
                  <a:lnTo>
                    <a:pt x="63" y="226"/>
                  </a:lnTo>
                  <a:lnTo>
                    <a:pt x="84" y="257"/>
                  </a:lnTo>
                  <a:lnTo>
                    <a:pt x="108" y="287"/>
                  </a:lnTo>
                  <a:lnTo>
                    <a:pt x="133" y="316"/>
                  </a:lnTo>
                  <a:lnTo>
                    <a:pt x="161" y="343"/>
                  </a:lnTo>
                  <a:lnTo>
                    <a:pt x="192" y="368"/>
                  </a:lnTo>
                  <a:lnTo>
                    <a:pt x="224" y="391"/>
                  </a:lnTo>
                  <a:lnTo>
                    <a:pt x="259" y="412"/>
                  </a:lnTo>
                  <a:lnTo>
                    <a:pt x="295" y="430"/>
                  </a:lnTo>
                  <a:lnTo>
                    <a:pt x="332" y="447"/>
                  </a:lnTo>
                  <a:lnTo>
                    <a:pt x="371" y="460"/>
                  </a:lnTo>
                  <a:lnTo>
                    <a:pt x="411" y="472"/>
                  </a:lnTo>
                  <a:lnTo>
                    <a:pt x="452" y="480"/>
                  </a:lnTo>
                  <a:lnTo>
                    <a:pt x="493" y="486"/>
                  </a:lnTo>
                  <a:lnTo>
                    <a:pt x="534" y="489"/>
                  </a:lnTo>
                  <a:lnTo>
                    <a:pt x="576" y="490"/>
                  </a:lnTo>
                  <a:lnTo>
                    <a:pt x="618" y="489"/>
                  </a:lnTo>
                  <a:lnTo>
                    <a:pt x="660" y="484"/>
                  </a:lnTo>
                  <a:lnTo>
                    <a:pt x="701" y="476"/>
                  </a:lnTo>
                  <a:lnTo>
                    <a:pt x="741" y="467"/>
                  </a:lnTo>
                  <a:lnTo>
                    <a:pt x="781" y="454"/>
                  </a:lnTo>
                  <a:lnTo>
                    <a:pt x="819" y="440"/>
                  </a:lnTo>
                  <a:lnTo>
                    <a:pt x="856" y="422"/>
                  </a:lnTo>
                  <a:lnTo>
                    <a:pt x="892" y="402"/>
                  </a:lnTo>
                  <a:lnTo>
                    <a:pt x="925" y="381"/>
                  </a:lnTo>
                  <a:lnTo>
                    <a:pt x="956" y="357"/>
                  </a:lnTo>
                  <a:lnTo>
                    <a:pt x="986" y="331"/>
                  </a:lnTo>
                  <a:lnTo>
                    <a:pt x="1013" y="303"/>
                  </a:lnTo>
                  <a:lnTo>
                    <a:pt x="1038" y="274"/>
                  </a:lnTo>
                  <a:lnTo>
                    <a:pt x="1060" y="243"/>
                  </a:lnTo>
                  <a:lnTo>
                    <a:pt x="1079" y="211"/>
                  </a:lnTo>
                  <a:lnTo>
                    <a:pt x="1096" y="178"/>
                  </a:lnTo>
                  <a:lnTo>
                    <a:pt x="1110" y="143"/>
                  </a:lnTo>
                  <a:lnTo>
                    <a:pt x="1121" y="108"/>
                  </a:lnTo>
                  <a:lnTo>
                    <a:pt x="1128" y="73"/>
                  </a:lnTo>
                  <a:lnTo>
                    <a:pt x="1133" y="37"/>
                  </a:lnTo>
                  <a:lnTo>
                    <a:pt x="1135" y="0"/>
                  </a:lnTo>
                  <a:lnTo>
                    <a:pt x="567" y="0"/>
                  </a:lnTo>
                  <a:lnTo>
                    <a:pt x="495" y="0"/>
                  </a:lnTo>
                  <a:lnTo>
                    <a:pt x="484" y="22"/>
                  </a:lnTo>
                  <a:lnTo>
                    <a:pt x="470" y="43"/>
                  </a:lnTo>
                  <a:lnTo>
                    <a:pt x="455" y="62"/>
                  </a:lnTo>
                  <a:lnTo>
                    <a:pt x="436" y="80"/>
                  </a:lnTo>
                  <a:lnTo>
                    <a:pt x="416" y="95"/>
                  </a:lnTo>
                  <a:lnTo>
                    <a:pt x="394" y="108"/>
                  </a:lnTo>
                  <a:lnTo>
                    <a:pt x="371" y="119"/>
                  </a:lnTo>
                  <a:lnTo>
                    <a:pt x="346" y="128"/>
                  </a:lnTo>
                  <a:lnTo>
                    <a:pt x="320" y="134"/>
                  </a:lnTo>
                  <a:lnTo>
                    <a:pt x="295" y="137"/>
                  </a:lnTo>
                  <a:lnTo>
                    <a:pt x="268" y="138"/>
                  </a:lnTo>
                  <a:lnTo>
                    <a:pt x="238" y="140"/>
                  </a:lnTo>
                  <a:lnTo>
                    <a:pt x="210" y="139"/>
                  </a:lnTo>
                  <a:lnTo>
                    <a:pt x="181" y="136"/>
                  </a:lnTo>
                  <a:lnTo>
                    <a:pt x="154" y="129"/>
                  </a:lnTo>
                  <a:lnTo>
                    <a:pt x="126" y="119"/>
                  </a:lnTo>
                  <a:lnTo>
                    <a:pt x="101" y="108"/>
                  </a:lnTo>
                  <a:lnTo>
                    <a:pt x="76" y="94"/>
                  </a:lnTo>
                  <a:lnTo>
                    <a:pt x="54" y="77"/>
                  </a:lnTo>
                  <a:lnTo>
                    <a:pt x="34" y="60"/>
                  </a:lnTo>
                  <a:lnTo>
                    <a:pt x="16" y="39"/>
                  </a:lnTo>
                  <a:lnTo>
                    <a:pt x="0" y="17"/>
                  </a:lnTo>
                </a:path>
              </a:pathLst>
            </a:custGeom>
            <a:solidFill>
              <a:schemeClr val="accent4"/>
            </a:solidFill>
            <a:ln w="19050" cap="rnd">
              <a:solidFill>
                <a:schemeClr val="bg1"/>
              </a:solidFill>
              <a:round/>
              <a:headEnd/>
              <a:tailEnd/>
            </a:ln>
          </p:spPr>
          <p:txBody>
            <a:bodyPr lIns="0" tIns="0" rIns="0" bIns="0"/>
            <a:lstStyle/>
            <a:p>
              <a:pPr eaLnBrk="1" hangingPunct="1">
                <a:spcBef>
                  <a:spcPct val="20000"/>
                </a:spcBef>
              </a:pPr>
              <a:endParaRPr lang="en-GB" sz="1300" dirty="0">
                <a:latin typeface="Aptos" panose="020B0004020202020204" pitchFamily="34" charset="0"/>
                <a:cs typeface="Arial" pitchFamily="34" charset="0"/>
              </a:endParaRPr>
            </a:p>
          </p:txBody>
        </p:sp>
        <p:sp>
          <p:nvSpPr>
            <p:cNvPr id="20" name="Freeform 7"/>
            <p:cNvSpPr>
              <a:spLocks/>
            </p:cNvSpPr>
            <p:nvPr/>
          </p:nvSpPr>
          <p:spPr bwMode="gray">
            <a:xfrm>
              <a:off x="4503813" y="1584329"/>
              <a:ext cx="1100661" cy="2646028"/>
            </a:xfrm>
            <a:custGeom>
              <a:avLst/>
              <a:gdLst>
                <a:gd name="T0" fmla="*/ 778963 w 496"/>
                <a:gd name="T1" fmla="*/ 13318572 h 1137"/>
                <a:gd name="T2" fmla="*/ 1743051 w 496"/>
                <a:gd name="T3" fmla="*/ 13134724 h 1137"/>
                <a:gd name="T4" fmla="*/ 2668671 w 496"/>
                <a:gd name="T5" fmla="*/ 12832188 h 1137"/>
                <a:gd name="T6" fmla="*/ 3531781 w 496"/>
                <a:gd name="T7" fmla="*/ 12380711 h 1137"/>
                <a:gd name="T8" fmla="*/ 4358829 w 496"/>
                <a:gd name="T9" fmla="*/ 11840800 h 1137"/>
                <a:gd name="T10" fmla="*/ 5058454 w 496"/>
                <a:gd name="T11" fmla="*/ 11163585 h 1137"/>
                <a:gd name="T12" fmla="*/ 5676335 w 496"/>
                <a:gd name="T13" fmla="*/ 10411899 h 1137"/>
                <a:gd name="T14" fmla="*/ 6169198 w 496"/>
                <a:gd name="T15" fmla="*/ 9581089 h 1137"/>
                <a:gd name="T16" fmla="*/ 6525020 w 496"/>
                <a:gd name="T17" fmla="*/ 8687441 h 1137"/>
                <a:gd name="T18" fmla="*/ 6748612 w 496"/>
                <a:gd name="T19" fmla="*/ 7747252 h 1137"/>
                <a:gd name="T20" fmla="*/ 6835163 w 496"/>
                <a:gd name="T21" fmla="*/ 6783791 h 1137"/>
                <a:gd name="T22" fmla="*/ 6782270 w 496"/>
                <a:gd name="T23" fmla="*/ 5824985 h 1137"/>
                <a:gd name="T24" fmla="*/ 6577913 w 496"/>
                <a:gd name="T25" fmla="*/ 4882469 h 1137"/>
                <a:gd name="T26" fmla="*/ 6246132 w 496"/>
                <a:gd name="T27" fmla="*/ 3974859 h 1137"/>
                <a:gd name="T28" fmla="*/ 5774908 w 496"/>
                <a:gd name="T29" fmla="*/ 3125431 h 1137"/>
                <a:gd name="T30" fmla="*/ 5193090 w 496"/>
                <a:gd name="T31" fmla="*/ 2350473 h 1137"/>
                <a:gd name="T32" fmla="*/ 4512698 w 496"/>
                <a:gd name="T33" fmla="*/ 1666276 h 1137"/>
                <a:gd name="T34" fmla="*/ 3728926 w 496"/>
                <a:gd name="T35" fmla="*/ 1082148 h 1137"/>
                <a:gd name="T36" fmla="*/ 2865816 w 496"/>
                <a:gd name="T37" fmla="*/ 609727 h 1137"/>
                <a:gd name="T38" fmla="*/ 1947408 w 496"/>
                <a:gd name="T39" fmla="*/ 281591 h 1137"/>
                <a:gd name="T40" fmla="*/ 978513 w 496"/>
                <a:gd name="T41" fmla="*/ 76798 h 1137"/>
                <a:gd name="T42" fmla="*/ 0 w 496"/>
                <a:gd name="T43" fmla="*/ 0 h 1137"/>
                <a:gd name="T44" fmla="*/ 346206 w 496"/>
                <a:gd name="T45" fmla="*/ 7181743 h 1137"/>
                <a:gd name="T46" fmla="*/ 964087 w 496"/>
                <a:gd name="T47" fmla="*/ 7693727 h 1137"/>
                <a:gd name="T48" fmla="*/ 1493013 w 496"/>
                <a:gd name="T49" fmla="*/ 8289490 h 1137"/>
                <a:gd name="T50" fmla="*/ 1892112 w 496"/>
                <a:gd name="T51" fmla="*/ 8973687 h 1137"/>
                <a:gd name="T52" fmla="*/ 2163787 w 496"/>
                <a:gd name="T53" fmla="*/ 9723048 h 1137"/>
                <a:gd name="T54" fmla="*/ 2267168 w 496"/>
                <a:gd name="T55" fmla="*/ 10495678 h 1137"/>
                <a:gd name="T56" fmla="*/ 2197446 w 496"/>
                <a:gd name="T57" fmla="*/ 11140313 h 1137"/>
                <a:gd name="T58" fmla="*/ 1988280 w 496"/>
                <a:gd name="T59" fmla="*/ 11768657 h 1137"/>
                <a:gd name="T60" fmla="*/ 1642074 w 496"/>
                <a:gd name="T61" fmla="*/ 12329512 h 1137"/>
                <a:gd name="T62" fmla="*/ 1158828 w 496"/>
                <a:gd name="T63" fmla="*/ 12806588 h 1137"/>
                <a:gd name="T64" fmla="*/ 598648 w 496"/>
                <a:gd name="T65" fmla="*/ 13197558 h 11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96"/>
                <a:gd name="T100" fmla="*/ 0 h 1137"/>
                <a:gd name="T101" fmla="*/ 496 w 496"/>
                <a:gd name="T102" fmla="*/ 1137 h 11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96" h="1137">
                  <a:moveTo>
                    <a:pt x="20" y="1136"/>
                  </a:moveTo>
                  <a:lnTo>
                    <a:pt x="56" y="1134"/>
                  </a:lnTo>
                  <a:lnTo>
                    <a:pt x="91" y="1128"/>
                  </a:lnTo>
                  <a:lnTo>
                    <a:pt x="126" y="1119"/>
                  </a:lnTo>
                  <a:lnTo>
                    <a:pt x="160" y="1107"/>
                  </a:lnTo>
                  <a:lnTo>
                    <a:pt x="193" y="1093"/>
                  </a:lnTo>
                  <a:lnTo>
                    <a:pt x="225" y="1076"/>
                  </a:lnTo>
                  <a:lnTo>
                    <a:pt x="256" y="1055"/>
                  </a:lnTo>
                  <a:lnTo>
                    <a:pt x="287" y="1033"/>
                  </a:lnTo>
                  <a:lnTo>
                    <a:pt x="315" y="1008"/>
                  </a:lnTo>
                  <a:lnTo>
                    <a:pt x="341" y="981"/>
                  </a:lnTo>
                  <a:lnTo>
                    <a:pt x="366" y="951"/>
                  </a:lnTo>
                  <a:lnTo>
                    <a:pt x="390" y="920"/>
                  </a:lnTo>
                  <a:lnTo>
                    <a:pt x="411" y="887"/>
                  </a:lnTo>
                  <a:lnTo>
                    <a:pt x="429" y="852"/>
                  </a:lnTo>
                  <a:lnTo>
                    <a:pt x="446" y="816"/>
                  </a:lnTo>
                  <a:lnTo>
                    <a:pt x="460" y="779"/>
                  </a:lnTo>
                  <a:lnTo>
                    <a:pt x="472" y="740"/>
                  </a:lnTo>
                  <a:lnTo>
                    <a:pt x="481" y="700"/>
                  </a:lnTo>
                  <a:lnTo>
                    <a:pt x="488" y="660"/>
                  </a:lnTo>
                  <a:lnTo>
                    <a:pt x="492" y="619"/>
                  </a:lnTo>
                  <a:lnTo>
                    <a:pt x="495" y="578"/>
                  </a:lnTo>
                  <a:lnTo>
                    <a:pt x="494" y="537"/>
                  </a:lnTo>
                  <a:lnTo>
                    <a:pt x="491" y="496"/>
                  </a:lnTo>
                  <a:lnTo>
                    <a:pt x="485" y="456"/>
                  </a:lnTo>
                  <a:lnTo>
                    <a:pt x="476" y="416"/>
                  </a:lnTo>
                  <a:lnTo>
                    <a:pt x="465" y="377"/>
                  </a:lnTo>
                  <a:lnTo>
                    <a:pt x="452" y="339"/>
                  </a:lnTo>
                  <a:lnTo>
                    <a:pt x="436" y="302"/>
                  </a:lnTo>
                  <a:lnTo>
                    <a:pt x="418" y="266"/>
                  </a:lnTo>
                  <a:lnTo>
                    <a:pt x="399" y="232"/>
                  </a:lnTo>
                  <a:lnTo>
                    <a:pt x="376" y="200"/>
                  </a:lnTo>
                  <a:lnTo>
                    <a:pt x="352" y="170"/>
                  </a:lnTo>
                  <a:lnTo>
                    <a:pt x="327" y="142"/>
                  </a:lnTo>
                  <a:lnTo>
                    <a:pt x="299" y="115"/>
                  </a:lnTo>
                  <a:lnTo>
                    <a:pt x="270" y="92"/>
                  </a:lnTo>
                  <a:lnTo>
                    <a:pt x="239" y="71"/>
                  </a:lnTo>
                  <a:lnTo>
                    <a:pt x="207" y="52"/>
                  </a:lnTo>
                  <a:lnTo>
                    <a:pt x="175" y="37"/>
                  </a:lnTo>
                  <a:lnTo>
                    <a:pt x="141" y="24"/>
                  </a:lnTo>
                  <a:lnTo>
                    <a:pt x="106" y="14"/>
                  </a:lnTo>
                  <a:lnTo>
                    <a:pt x="71" y="7"/>
                  </a:lnTo>
                  <a:lnTo>
                    <a:pt x="36" y="2"/>
                  </a:lnTo>
                  <a:lnTo>
                    <a:pt x="0" y="0"/>
                  </a:lnTo>
                  <a:lnTo>
                    <a:pt x="0" y="594"/>
                  </a:lnTo>
                  <a:lnTo>
                    <a:pt x="25" y="612"/>
                  </a:lnTo>
                  <a:lnTo>
                    <a:pt x="49" y="632"/>
                  </a:lnTo>
                  <a:lnTo>
                    <a:pt x="70" y="655"/>
                  </a:lnTo>
                  <a:lnTo>
                    <a:pt x="91" y="680"/>
                  </a:lnTo>
                  <a:lnTo>
                    <a:pt x="108" y="706"/>
                  </a:lnTo>
                  <a:lnTo>
                    <a:pt x="124" y="735"/>
                  </a:lnTo>
                  <a:lnTo>
                    <a:pt x="137" y="765"/>
                  </a:lnTo>
                  <a:lnTo>
                    <a:pt x="148" y="796"/>
                  </a:lnTo>
                  <a:lnTo>
                    <a:pt x="156" y="828"/>
                  </a:lnTo>
                  <a:lnTo>
                    <a:pt x="161" y="860"/>
                  </a:lnTo>
                  <a:lnTo>
                    <a:pt x="164" y="894"/>
                  </a:lnTo>
                  <a:lnTo>
                    <a:pt x="164" y="921"/>
                  </a:lnTo>
                  <a:lnTo>
                    <a:pt x="159" y="949"/>
                  </a:lnTo>
                  <a:lnTo>
                    <a:pt x="153" y="976"/>
                  </a:lnTo>
                  <a:lnTo>
                    <a:pt x="144" y="1002"/>
                  </a:lnTo>
                  <a:lnTo>
                    <a:pt x="132" y="1027"/>
                  </a:lnTo>
                  <a:lnTo>
                    <a:pt x="119" y="1050"/>
                  </a:lnTo>
                  <a:lnTo>
                    <a:pt x="102" y="1072"/>
                  </a:lnTo>
                  <a:lnTo>
                    <a:pt x="84" y="1091"/>
                  </a:lnTo>
                  <a:lnTo>
                    <a:pt x="65" y="1109"/>
                  </a:lnTo>
                  <a:lnTo>
                    <a:pt x="43" y="1124"/>
                  </a:lnTo>
                  <a:lnTo>
                    <a:pt x="20" y="1136"/>
                  </a:lnTo>
                </a:path>
              </a:pathLst>
            </a:custGeom>
            <a:solidFill>
              <a:schemeClr val="accent1"/>
            </a:solidFill>
            <a:ln w="19050" cap="rnd">
              <a:solidFill>
                <a:schemeClr val="bg1"/>
              </a:solidFill>
              <a:round/>
              <a:headEnd/>
              <a:tailEnd/>
            </a:ln>
          </p:spPr>
          <p:txBody>
            <a:bodyPr lIns="0" tIns="0" rIns="0" bIns="0"/>
            <a:lstStyle/>
            <a:p>
              <a:pPr eaLnBrk="1" hangingPunct="1">
                <a:spcBef>
                  <a:spcPct val="20000"/>
                </a:spcBef>
              </a:pPr>
              <a:endParaRPr lang="en-GB" sz="1300" dirty="0">
                <a:latin typeface="Aptos" panose="020B0004020202020204" pitchFamily="34" charset="0"/>
                <a:cs typeface="Arial" pitchFamily="34" charset="0"/>
              </a:endParaRPr>
            </a:p>
          </p:txBody>
        </p:sp>
        <p:sp>
          <p:nvSpPr>
            <p:cNvPr id="21" name="Oval 8"/>
            <p:cNvSpPr>
              <a:spLocks noChangeArrowheads="1"/>
            </p:cNvSpPr>
            <p:nvPr/>
          </p:nvSpPr>
          <p:spPr bwMode="gray">
            <a:xfrm>
              <a:off x="4139031" y="3413129"/>
              <a:ext cx="832104" cy="828675"/>
            </a:xfrm>
            <a:prstGeom prst="ellipse">
              <a:avLst/>
            </a:prstGeom>
            <a:solidFill>
              <a:schemeClr val="tx1"/>
            </a:solidFill>
            <a:ln w="9525">
              <a:solidFill>
                <a:schemeClr val="bg1"/>
              </a:solidFill>
              <a:round/>
              <a:headEnd/>
              <a:tailEnd/>
            </a:ln>
          </p:spPr>
          <p:txBody>
            <a:bodyPr wrap="none" lIns="0" tIns="0" rIns="0" bIns="0" anchor="ctr"/>
            <a:lstStyle/>
            <a:p>
              <a:pPr eaLnBrk="1" hangingPunct="1">
                <a:spcBef>
                  <a:spcPct val="20000"/>
                </a:spcBef>
              </a:pPr>
              <a:endParaRPr lang="en-GB" sz="1300" dirty="0">
                <a:latin typeface="Aptos" panose="020B0004020202020204" pitchFamily="34" charset="0"/>
                <a:cs typeface="Arial" pitchFamily="34" charset="0"/>
              </a:endParaRPr>
            </a:p>
          </p:txBody>
        </p:sp>
        <p:sp>
          <p:nvSpPr>
            <p:cNvPr id="22" name="Rectangle 9"/>
            <p:cNvSpPr>
              <a:spLocks noChangeArrowheads="1"/>
            </p:cNvSpPr>
            <p:nvPr/>
          </p:nvSpPr>
          <p:spPr bwMode="gray">
            <a:xfrm rot="5400000">
              <a:off x="4431481" y="2792265"/>
              <a:ext cx="1233487" cy="230158"/>
            </a:xfrm>
            <a:prstGeom prst="rect">
              <a:avLst/>
            </a:prstGeom>
            <a:noFill/>
            <a:ln w="9525">
              <a:noFill/>
              <a:miter lim="800000"/>
              <a:headEnd/>
              <a:tailEnd/>
            </a:ln>
          </p:spPr>
          <p:txBody>
            <a:bodyPr lIns="0" tIns="0" rIns="0" bIns="0" anchor="ctr" anchorCtr="0">
              <a:spAutoFit/>
            </a:bodyPr>
            <a:lstStyle/>
            <a:p>
              <a:pPr algn="ctr" defTabSz="639779">
                <a:lnSpc>
                  <a:spcPct val="95000"/>
                </a:lnSpc>
                <a:spcBef>
                  <a:spcPct val="80000"/>
                </a:spcBef>
                <a:buClr>
                  <a:schemeClr val="tx2"/>
                </a:buClr>
              </a:pPr>
              <a:r>
                <a:rPr lang="en-GB" sz="1138" dirty="0">
                  <a:latin typeface="Aptos" panose="020B0004020202020204" pitchFamily="34" charset="0"/>
                  <a:cs typeface="Arial" pitchFamily="34" charset="0"/>
                </a:rPr>
                <a:t>Text</a:t>
              </a:r>
            </a:p>
          </p:txBody>
        </p:sp>
        <p:sp>
          <p:nvSpPr>
            <p:cNvPr id="23" name="Rectangle 10"/>
            <p:cNvSpPr>
              <a:spLocks noChangeArrowheads="1"/>
            </p:cNvSpPr>
            <p:nvPr/>
          </p:nvSpPr>
          <p:spPr bwMode="gray">
            <a:xfrm>
              <a:off x="4811249" y="4260812"/>
              <a:ext cx="1175136" cy="230158"/>
            </a:xfrm>
            <a:prstGeom prst="rect">
              <a:avLst/>
            </a:prstGeom>
            <a:noFill/>
            <a:ln w="9525">
              <a:noFill/>
              <a:miter lim="800000"/>
              <a:headEnd/>
              <a:tailEnd/>
            </a:ln>
          </p:spPr>
          <p:txBody>
            <a:bodyPr lIns="0" tIns="0" rIns="0" bIns="0" anchor="ctr" anchorCtr="0">
              <a:spAutoFit/>
            </a:bodyPr>
            <a:lstStyle/>
            <a:p>
              <a:pPr algn="ctr" defTabSz="639779">
                <a:lnSpc>
                  <a:spcPct val="95000"/>
                </a:lnSpc>
                <a:spcBef>
                  <a:spcPct val="80000"/>
                </a:spcBef>
                <a:buClr>
                  <a:schemeClr val="tx2"/>
                </a:buClr>
              </a:pPr>
              <a:r>
                <a:rPr lang="en-GB" sz="1138" dirty="0">
                  <a:latin typeface="Aptos" panose="020B0004020202020204" pitchFamily="34" charset="0"/>
                  <a:cs typeface="Arial" pitchFamily="34" charset="0"/>
                </a:rPr>
                <a:t>Text</a:t>
              </a:r>
            </a:p>
          </p:txBody>
        </p:sp>
        <p:sp>
          <p:nvSpPr>
            <p:cNvPr id="24" name="Rectangle 11"/>
            <p:cNvSpPr>
              <a:spLocks noChangeArrowheads="1"/>
            </p:cNvSpPr>
            <p:nvPr/>
          </p:nvSpPr>
          <p:spPr bwMode="gray">
            <a:xfrm rot="16200000" flipH="1">
              <a:off x="3471188" y="4630044"/>
              <a:ext cx="1228725" cy="230158"/>
            </a:xfrm>
            <a:prstGeom prst="rect">
              <a:avLst/>
            </a:prstGeom>
            <a:noFill/>
            <a:ln w="9525">
              <a:noFill/>
              <a:miter lim="800000"/>
              <a:headEnd/>
              <a:tailEnd/>
            </a:ln>
          </p:spPr>
          <p:txBody>
            <a:bodyPr lIns="0" tIns="0" rIns="0" bIns="0" anchor="ctr" anchorCtr="0">
              <a:spAutoFit/>
            </a:bodyPr>
            <a:lstStyle/>
            <a:p>
              <a:pPr algn="ctr" defTabSz="639779">
                <a:lnSpc>
                  <a:spcPct val="95000"/>
                </a:lnSpc>
                <a:spcBef>
                  <a:spcPct val="80000"/>
                </a:spcBef>
                <a:buClr>
                  <a:schemeClr val="tx2"/>
                </a:buClr>
              </a:pPr>
              <a:r>
                <a:rPr lang="en-GB" sz="1138" dirty="0">
                  <a:latin typeface="Aptos" panose="020B0004020202020204" pitchFamily="34" charset="0"/>
                  <a:cs typeface="Arial" pitchFamily="34" charset="0"/>
                </a:rPr>
                <a:t>Text</a:t>
              </a:r>
            </a:p>
          </p:txBody>
        </p:sp>
        <p:sp>
          <p:nvSpPr>
            <p:cNvPr id="25" name="Rectangle 12"/>
            <p:cNvSpPr>
              <a:spLocks noChangeArrowheads="1"/>
            </p:cNvSpPr>
            <p:nvPr/>
          </p:nvSpPr>
          <p:spPr bwMode="gray">
            <a:xfrm>
              <a:off x="3147392" y="3189247"/>
              <a:ext cx="1172205" cy="230158"/>
            </a:xfrm>
            <a:prstGeom prst="rect">
              <a:avLst/>
            </a:prstGeom>
            <a:noFill/>
            <a:ln w="9525">
              <a:noFill/>
              <a:miter lim="800000"/>
              <a:headEnd/>
              <a:tailEnd/>
            </a:ln>
          </p:spPr>
          <p:txBody>
            <a:bodyPr lIns="0" tIns="0" rIns="0" bIns="0" anchor="ctr" anchorCtr="0">
              <a:spAutoFit/>
            </a:bodyPr>
            <a:lstStyle/>
            <a:p>
              <a:pPr algn="ctr" defTabSz="639779">
                <a:lnSpc>
                  <a:spcPct val="95000"/>
                </a:lnSpc>
                <a:spcBef>
                  <a:spcPct val="80000"/>
                </a:spcBef>
                <a:buClr>
                  <a:schemeClr val="tx2"/>
                </a:buClr>
              </a:pPr>
              <a:r>
                <a:rPr lang="en-GB" sz="1138" dirty="0">
                  <a:solidFill>
                    <a:schemeClr val="bg1"/>
                  </a:solidFill>
                  <a:latin typeface="Aptos" panose="020B0004020202020204" pitchFamily="34" charset="0"/>
                  <a:cs typeface="Arial" pitchFamily="34" charset="0"/>
                </a:rPr>
                <a:t>Text</a:t>
              </a:r>
            </a:p>
          </p:txBody>
        </p:sp>
      </p:grpSp>
    </p:spTree>
    <p:extLst>
      <p:ext uri="{BB962C8B-B14F-4D97-AF65-F5344CB8AC3E}">
        <p14:creationId xmlns:p14="http://schemas.microsoft.com/office/powerpoint/2010/main" val="727679155"/>
      </p:ext>
    </p:extLst>
  </p:cSld>
  <p:clrMapOvr>
    <a:masterClrMapping/>
  </p:clrMapOvr>
  <p:transition>
    <p:fade/>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a:t>Sizes in</a:t>
            </a:r>
            <a:endParaRPr lang="en-US" dirty="0"/>
          </a:p>
        </p:txBody>
      </p:sp>
      <p:sp>
        <p:nvSpPr>
          <p:cNvPr id="680961" name="Title 1"/>
          <p:cNvSpPr>
            <a:spLocks noGrp="1"/>
          </p:cNvSpPr>
          <p:nvPr>
            <p:ph type="title"/>
          </p:nvPr>
        </p:nvSpPr>
        <p:spPr/>
        <p:txBody>
          <a:bodyPr/>
          <a:lstStyle/>
          <a:p>
            <a:r>
              <a:rPr lang="en-US"/>
              <a:t>Spheres</a:t>
            </a:r>
            <a:endParaRPr lang="en-US" dirty="0"/>
          </a:p>
        </p:txBody>
      </p:sp>
      <p:sp>
        <p:nvSpPr>
          <p:cNvPr id="2" name="Text Placeholder 1">
            <a:extLst>
              <a:ext uri="{FF2B5EF4-FFF2-40B4-BE49-F238E27FC236}">
                <a16:creationId xmlns:a16="http://schemas.microsoft.com/office/drawing/2014/main" id="{71767003-5B04-4038-8FE6-5FC5669C0846}"/>
              </a:ext>
            </a:extLst>
          </p:cNvPr>
          <p:cNvSpPr>
            <a:spLocks noGrp="1"/>
          </p:cNvSpPr>
          <p:nvPr>
            <p:ph idx="1"/>
          </p:nvPr>
        </p:nvSpPr>
        <p:spPr>
          <a:prstGeom prst="rect">
            <a:avLst/>
          </a:prstGeom>
        </p:spPr>
        <p:txBody>
          <a:bodyPr/>
          <a:lstStyle/>
          <a:p>
            <a:r>
              <a:rPr lang="en-US" dirty="0"/>
              <a:t>Chart title runs here</a:t>
            </a:r>
          </a:p>
          <a:p>
            <a:endParaRPr lang="en-US" dirty="0"/>
          </a:p>
        </p:txBody>
      </p:sp>
      <p:grpSp>
        <p:nvGrpSpPr>
          <p:cNvPr id="8" name="Group 7"/>
          <p:cNvGrpSpPr/>
          <p:nvPr/>
        </p:nvGrpSpPr>
        <p:grpSpPr>
          <a:xfrm>
            <a:off x="3288637" y="2342939"/>
            <a:ext cx="3328730" cy="3224376"/>
            <a:chOff x="2331062" y="1623053"/>
            <a:chExt cx="4456114" cy="4316414"/>
          </a:xfrm>
        </p:grpSpPr>
        <p:sp>
          <p:nvSpPr>
            <p:cNvPr id="4" name="Oval 2"/>
            <p:cNvSpPr>
              <a:spLocks noChangeArrowheads="1"/>
            </p:cNvSpPr>
            <p:nvPr/>
          </p:nvSpPr>
          <p:spPr bwMode="auto">
            <a:xfrm>
              <a:off x="2331062" y="1623053"/>
              <a:ext cx="4456114" cy="4316412"/>
            </a:xfrm>
            <a:prstGeom prst="ellipse">
              <a:avLst/>
            </a:prstGeom>
            <a:solidFill>
              <a:schemeClr val="accent6">
                <a:lumMod val="40000"/>
                <a:lumOff val="60000"/>
              </a:schemeClr>
            </a:solidFill>
            <a:ln w="12700">
              <a:noFill/>
              <a:round/>
              <a:headEnd/>
              <a:tailEnd/>
            </a:ln>
          </p:spPr>
          <p:txBody>
            <a:bodyPr wrap="none" lIns="74295" tIns="74295" rIns="74295" bIns="3042000" anchor="t"/>
            <a:lstStyle/>
            <a:p>
              <a:pPr algn="ctr">
                <a:defRPr/>
              </a:pPr>
              <a:r>
                <a:rPr lang="en-US" sz="1200" dirty="0">
                  <a:latin typeface="Aptos" panose="020B0004020202020204" pitchFamily="34" charset="0"/>
                </a:rPr>
                <a:t>Text</a:t>
              </a:r>
            </a:p>
          </p:txBody>
        </p:sp>
        <p:sp>
          <p:nvSpPr>
            <p:cNvPr id="5" name="Oval 3"/>
            <p:cNvSpPr>
              <a:spLocks noChangeArrowheads="1"/>
            </p:cNvSpPr>
            <p:nvPr/>
          </p:nvSpPr>
          <p:spPr bwMode="auto">
            <a:xfrm>
              <a:off x="2749368" y="2346952"/>
              <a:ext cx="3619501" cy="3592513"/>
            </a:xfrm>
            <a:prstGeom prst="ellipse">
              <a:avLst/>
            </a:prstGeom>
            <a:solidFill>
              <a:schemeClr val="accent6">
                <a:lumMod val="60000"/>
                <a:lumOff val="40000"/>
              </a:schemeClr>
            </a:solidFill>
            <a:ln w="12700">
              <a:noFill/>
              <a:round/>
              <a:headEnd/>
              <a:tailEnd/>
            </a:ln>
          </p:spPr>
          <p:txBody>
            <a:bodyPr wrap="none" lIns="74295" tIns="74295" rIns="74295" bIns="2574000" anchor="t"/>
            <a:lstStyle/>
            <a:p>
              <a:pPr algn="ctr">
                <a:defRPr/>
              </a:pPr>
              <a:r>
                <a:rPr lang="en-US" sz="1200" dirty="0">
                  <a:latin typeface="Aptos" panose="020B0004020202020204" pitchFamily="34" charset="0"/>
                </a:rPr>
                <a:t>Text</a:t>
              </a:r>
            </a:p>
          </p:txBody>
        </p:sp>
        <p:sp>
          <p:nvSpPr>
            <p:cNvPr id="6" name="Oval 4"/>
            <p:cNvSpPr>
              <a:spLocks noChangeArrowheads="1"/>
            </p:cNvSpPr>
            <p:nvPr/>
          </p:nvSpPr>
          <p:spPr bwMode="auto">
            <a:xfrm>
              <a:off x="3025593" y="2950204"/>
              <a:ext cx="3067051" cy="2989262"/>
            </a:xfrm>
            <a:prstGeom prst="ellipse">
              <a:avLst/>
            </a:prstGeom>
            <a:solidFill>
              <a:schemeClr val="accent6"/>
            </a:solidFill>
            <a:ln w="12700">
              <a:noFill/>
              <a:round/>
              <a:headEnd/>
              <a:tailEnd/>
            </a:ln>
          </p:spPr>
          <p:txBody>
            <a:bodyPr wrap="none" lIns="74295" tIns="74295" rIns="74295" bIns="2047500" anchor="t"/>
            <a:lstStyle/>
            <a:p>
              <a:pPr algn="ctr">
                <a:defRPr/>
              </a:pPr>
              <a:r>
                <a:rPr lang="en-US" sz="1200" dirty="0">
                  <a:solidFill>
                    <a:schemeClr val="bg1"/>
                  </a:solidFill>
                  <a:latin typeface="Aptos" panose="020B0004020202020204" pitchFamily="34" charset="0"/>
                </a:rPr>
                <a:t>Text</a:t>
              </a:r>
            </a:p>
          </p:txBody>
        </p:sp>
        <p:sp>
          <p:nvSpPr>
            <p:cNvPr id="7" name="Oval 5"/>
            <p:cNvSpPr>
              <a:spLocks noChangeArrowheads="1"/>
            </p:cNvSpPr>
            <p:nvPr/>
          </p:nvSpPr>
          <p:spPr bwMode="auto">
            <a:xfrm>
              <a:off x="3349443" y="3578854"/>
              <a:ext cx="2419351" cy="2360613"/>
            </a:xfrm>
            <a:prstGeom prst="ellipse">
              <a:avLst/>
            </a:prstGeom>
            <a:solidFill>
              <a:schemeClr val="accent6">
                <a:lumMod val="75000"/>
              </a:schemeClr>
            </a:solidFill>
            <a:ln w="12700">
              <a:noFill/>
              <a:round/>
              <a:headEnd/>
              <a:tailEnd/>
            </a:ln>
          </p:spPr>
          <p:txBody>
            <a:bodyPr wrap="none" lIns="74295" tIns="74295" rIns="74295" bIns="1550250" anchor="t"/>
            <a:lstStyle/>
            <a:p>
              <a:pPr algn="ctr">
                <a:defRPr/>
              </a:pPr>
              <a:r>
                <a:rPr lang="en-US" sz="1200" dirty="0">
                  <a:solidFill>
                    <a:schemeClr val="bg1"/>
                  </a:solidFill>
                  <a:latin typeface="Aptos" panose="020B0004020202020204" pitchFamily="34" charset="0"/>
                </a:rPr>
                <a:t>Text</a:t>
              </a:r>
            </a:p>
          </p:txBody>
        </p:sp>
        <p:sp>
          <p:nvSpPr>
            <p:cNvPr id="680967" name="Oval 6"/>
            <p:cNvSpPr>
              <a:spLocks noChangeArrowheads="1"/>
            </p:cNvSpPr>
            <p:nvPr/>
          </p:nvSpPr>
          <p:spPr bwMode="auto">
            <a:xfrm>
              <a:off x="3681231" y="4209091"/>
              <a:ext cx="1755776" cy="1730374"/>
            </a:xfrm>
            <a:prstGeom prst="ellipse">
              <a:avLst/>
            </a:prstGeom>
            <a:solidFill>
              <a:schemeClr val="accent6">
                <a:lumMod val="50000"/>
              </a:schemeClr>
            </a:solidFill>
            <a:ln w="12700">
              <a:noFill/>
              <a:round/>
              <a:headEnd/>
              <a:tailEnd/>
            </a:ln>
          </p:spPr>
          <p:txBody>
            <a:bodyPr wrap="none" lIns="74295" tIns="74295" rIns="74295" bIns="1053000" anchor="t"/>
            <a:lstStyle/>
            <a:p>
              <a:pPr algn="ctr"/>
              <a:r>
                <a:rPr lang="en-US" sz="1200" dirty="0">
                  <a:solidFill>
                    <a:schemeClr val="bg1"/>
                  </a:solidFill>
                  <a:latin typeface="Aptos" panose="020B0004020202020204" pitchFamily="34" charset="0"/>
                </a:rPr>
                <a:t>Text</a:t>
              </a:r>
            </a:p>
          </p:txBody>
        </p:sp>
        <p:sp>
          <p:nvSpPr>
            <p:cNvPr id="680968" name="Oval 7"/>
            <p:cNvSpPr>
              <a:spLocks noChangeArrowheads="1"/>
            </p:cNvSpPr>
            <p:nvPr/>
          </p:nvSpPr>
          <p:spPr bwMode="auto">
            <a:xfrm>
              <a:off x="3957455" y="4769480"/>
              <a:ext cx="1203325" cy="1169987"/>
            </a:xfrm>
            <a:prstGeom prst="ellipse">
              <a:avLst/>
            </a:prstGeom>
            <a:solidFill>
              <a:schemeClr val="accent1"/>
            </a:solidFill>
            <a:ln w="12700">
              <a:noFill/>
              <a:round/>
              <a:headEnd/>
              <a:tailEnd/>
            </a:ln>
          </p:spPr>
          <p:txBody>
            <a:bodyPr wrap="none" lIns="74295" tIns="74295" rIns="74295" bIns="29250" anchor="ctr"/>
            <a:lstStyle/>
            <a:p>
              <a:pPr algn="ctr"/>
              <a:r>
                <a:rPr lang="en-US" sz="1200" dirty="0">
                  <a:latin typeface="Aptos" panose="020B0004020202020204" pitchFamily="34" charset="0"/>
                </a:rPr>
                <a:t>Text</a:t>
              </a:r>
            </a:p>
          </p:txBody>
        </p:sp>
      </p:grpSp>
      <p:sp>
        <p:nvSpPr>
          <p:cNvPr id="9" name="Rectangle 8">
            <a:extLst>
              <a:ext uri="{FF2B5EF4-FFF2-40B4-BE49-F238E27FC236}">
                <a16:creationId xmlns:a16="http://schemas.microsoft.com/office/drawing/2014/main" id="{5F38EDD3-391D-BE51-1B9A-C48887B143BA}"/>
              </a:ext>
            </a:extLst>
          </p:cNvPr>
          <p:cNvSpPr>
            <a:spLocks noChangeArrowheads="1"/>
          </p:cNvSpPr>
          <p:nvPr/>
        </p:nvSpPr>
        <p:spPr bwMode="auto">
          <a:xfrm>
            <a:off x="6721991" y="345992"/>
            <a:ext cx="2818384" cy="496275"/>
          </a:xfrm>
          <a:prstGeom prst="rect">
            <a:avLst/>
          </a:prstGeom>
          <a:solidFill>
            <a:schemeClr val="bg1"/>
          </a:solidFill>
          <a:ln w="6350" algn="ctr">
            <a:solidFill>
              <a:srgbClr val="00A3E0"/>
            </a:solidFill>
            <a:miter lim="800000"/>
            <a:headEnd/>
            <a:tailEnd/>
          </a:ln>
        </p:spPr>
        <p:txBody>
          <a:bodyPr tIns="91440" bIns="91440">
            <a:noAutofit/>
          </a:bodyPr>
          <a:lstStyle/>
          <a:p>
            <a:pPr>
              <a:defRPr/>
            </a:pPr>
            <a:r>
              <a:rPr lang="en-US" sz="1000" b="1" dirty="0">
                <a:latin typeface="Aptos" panose="020B0004020202020204" pitchFamily="34" charset="0"/>
                <a:ea typeface="ＭＳ Ｐゴシック" pitchFamily="50" charset="-128"/>
              </a:rPr>
              <a:t>Tip! </a:t>
            </a:r>
            <a:r>
              <a:rPr lang="en-US" sz="1000" dirty="0">
                <a:latin typeface="Aptos" panose="020B0004020202020204" pitchFamily="34" charset="0"/>
                <a:ea typeface="ＭＳ Ｐゴシック" pitchFamily="50" charset="-128"/>
              </a:rPr>
              <a:t>Hold the Shift key when resizing the pieces or group to retain the shape proportions</a:t>
            </a:r>
          </a:p>
        </p:txBody>
      </p:sp>
    </p:spTree>
    <p:extLst>
      <p:ext uri="{BB962C8B-B14F-4D97-AF65-F5344CB8AC3E}">
        <p14:creationId xmlns:p14="http://schemas.microsoft.com/office/powerpoint/2010/main" val="738827073"/>
      </p:ext>
    </p:extLst>
  </p:cSld>
  <p:clrMapOvr>
    <a:masterClrMapping/>
  </p:clrMapOvr>
  <p:transition>
    <p:fade/>
  </p:transition>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10F5834-7B1D-46B7-9DBD-4F59806E5873}"/>
              </a:ext>
            </a:extLst>
          </p:cNvPr>
          <p:cNvSpPr>
            <a:spLocks noGrp="1"/>
          </p:cNvSpPr>
          <p:nvPr>
            <p:ph sz="quarter" idx="10"/>
          </p:nvPr>
        </p:nvSpPr>
        <p:spPr/>
        <p:txBody>
          <a:bodyPr lIns="0"/>
          <a:lstStyle/>
          <a:p>
            <a:pPr>
              <a:spcAft>
                <a:spcPts val="0"/>
              </a:spcAft>
            </a:pPr>
            <a:r>
              <a:rPr lang="en-US" dirty="0"/>
              <a:t>Chart title</a:t>
            </a:r>
          </a:p>
        </p:txBody>
      </p:sp>
      <p:sp>
        <p:nvSpPr>
          <p:cNvPr id="5" name="Text Placeholder 4">
            <a:extLst>
              <a:ext uri="{FF2B5EF4-FFF2-40B4-BE49-F238E27FC236}">
                <a16:creationId xmlns:a16="http://schemas.microsoft.com/office/drawing/2014/main" id="{0E60F798-BFF5-457A-8FEE-956F867AA802}"/>
              </a:ext>
            </a:extLst>
          </p:cNvPr>
          <p:cNvSpPr>
            <a:spLocks noGrp="1"/>
          </p:cNvSpPr>
          <p:nvPr>
            <p:ph sz="quarter" idx="20"/>
          </p:nvPr>
        </p:nvSpPr>
        <p:spPr/>
        <p:txBody>
          <a:bodyPr>
            <a:normAutofit/>
          </a:bodyPr>
          <a:lstStyle/>
          <a:p>
            <a:pPr>
              <a:spcAft>
                <a:spcPts val="0"/>
              </a:spcAft>
            </a:pPr>
            <a:r>
              <a:rPr lang="en-US" dirty="0"/>
              <a:t>Chart title</a:t>
            </a:r>
          </a:p>
        </p:txBody>
      </p:sp>
      <p:sp>
        <p:nvSpPr>
          <p:cNvPr id="20" name="Text Placeholder 19"/>
          <p:cNvSpPr>
            <a:spLocks noGrp="1"/>
          </p:cNvSpPr>
          <p:nvPr>
            <p:ph type="body" sz="quarter" idx="13"/>
          </p:nvPr>
        </p:nvSpPr>
        <p:spPr/>
        <p:txBody>
          <a:bodyPr/>
          <a:lstStyle/>
          <a:p>
            <a:r>
              <a:rPr lang="en-US"/>
              <a:t>Spotlight and rollers</a:t>
            </a:r>
            <a:endParaRPr lang="en-US" dirty="0"/>
          </a:p>
        </p:txBody>
      </p:sp>
      <p:sp>
        <p:nvSpPr>
          <p:cNvPr id="681985" name="Title 1"/>
          <p:cNvSpPr>
            <a:spLocks noGrp="1"/>
          </p:cNvSpPr>
          <p:nvPr>
            <p:ph type="title"/>
          </p:nvPr>
        </p:nvSpPr>
        <p:spPr/>
        <p:txBody>
          <a:bodyPr/>
          <a:lstStyle/>
          <a:p>
            <a:r>
              <a:rPr lang="en-US"/>
              <a:t>Spheres </a:t>
            </a:r>
            <a:endParaRPr lang="en-US" dirty="0"/>
          </a:p>
        </p:txBody>
      </p:sp>
      <p:sp>
        <p:nvSpPr>
          <p:cNvPr id="36" name="Oval 12"/>
          <p:cNvSpPr>
            <a:spLocks noChangeArrowheads="1"/>
          </p:cNvSpPr>
          <p:nvPr/>
        </p:nvSpPr>
        <p:spPr bwMode="blackWhite">
          <a:xfrm>
            <a:off x="2209694" y="3547837"/>
            <a:ext cx="303903" cy="300533"/>
          </a:xfrm>
          <a:prstGeom prst="ellipse">
            <a:avLst/>
          </a:prstGeom>
          <a:solidFill>
            <a:schemeClr val="accent1"/>
          </a:solidFill>
          <a:ln w="12700">
            <a:solidFill>
              <a:schemeClr val="bg1"/>
            </a:solidFill>
            <a:round/>
            <a:headEnd/>
            <a:tailEnd/>
          </a:ln>
        </p:spPr>
        <p:txBody>
          <a:bodyPr wrap="none" lIns="72231" tIns="72231" rIns="72231" bIns="72231" anchor="ctr"/>
          <a:lstStyle/>
          <a:p>
            <a:pPr algn="ctr" eaLnBrk="1" hangingPunct="1">
              <a:spcBef>
                <a:spcPct val="20000"/>
              </a:spcBef>
            </a:pPr>
            <a:endParaRPr lang="en-GB" sz="1138" dirty="0">
              <a:solidFill>
                <a:srgbClr val="FFFFFF"/>
              </a:solidFill>
              <a:latin typeface="Aptos" panose="020B0004020202020204" pitchFamily="34" charset="0"/>
              <a:cs typeface="Arial" pitchFamily="34" charset="0"/>
            </a:endParaRPr>
          </a:p>
        </p:txBody>
      </p:sp>
      <p:sp>
        <p:nvSpPr>
          <p:cNvPr id="37" name="Oval 36"/>
          <p:cNvSpPr>
            <a:spLocks noChangeArrowheads="1"/>
          </p:cNvSpPr>
          <p:nvPr/>
        </p:nvSpPr>
        <p:spPr bwMode="blackWhite">
          <a:xfrm>
            <a:off x="5242879" y="2895768"/>
            <a:ext cx="817245" cy="817245"/>
          </a:xfrm>
          <a:prstGeom prst="ellipse">
            <a:avLst/>
          </a:prstGeom>
          <a:solidFill>
            <a:schemeClr val="accent2"/>
          </a:solidFill>
          <a:ln w="12700">
            <a:noFill/>
            <a:round/>
            <a:headEnd/>
            <a:tailEnd/>
          </a:ln>
        </p:spPr>
        <p:txBody>
          <a:bodyPr wrap="square" lIns="72231" tIns="72231" rIns="72231" bIns="72231" anchor="ctr"/>
          <a:lstStyle/>
          <a:p>
            <a:pPr algn="ctr" eaLnBrk="1" hangingPunct="1">
              <a:spcBef>
                <a:spcPct val="20000"/>
              </a:spcBef>
              <a:defRPr/>
            </a:pPr>
            <a:r>
              <a:rPr lang="en-GB" sz="1138" dirty="0">
                <a:latin typeface="Aptos" panose="020B0004020202020204" pitchFamily="34" charset="0"/>
                <a:cs typeface="Arial" pitchFamily="34" charset="0"/>
              </a:rPr>
              <a:t>Text</a:t>
            </a:r>
          </a:p>
        </p:txBody>
      </p:sp>
      <p:sp>
        <p:nvSpPr>
          <p:cNvPr id="38" name="Oval 37"/>
          <p:cNvSpPr>
            <a:spLocks noChangeArrowheads="1"/>
          </p:cNvSpPr>
          <p:nvPr/>
        </p:nvSpPr>
        <p:spPr bwMode="blackWhite">
          <a:xfrm>
            <a:off x="6236111" y="3758162"/>
            <a:ext cx="817245" cy="817245"/>
          </a:xfrm>
          <a:prstGeom prst="ellipse">
            <a:avLst/>
          </a:prstGeom>
          <a:solidFill>
            <a:schemeClr val="accent3"/>
          </a:solidFill>
          <a:ln w="12700">
            <a:noFill/>
            <a:round/>
            <a:headEnd/>
            <a:tailEnd/>
          </a:ln>
        </p:spPr>
        <p:txBody>
          <a:bodyPr wrap="square" lIns="72231" tIns="72231" rIns="72231" bIns="72231" anchor="ctr"/>
          <a:lstStyle/>
          <a:p>
            <a:pPr algn="ctr" eaLnBrk="1" hangingPunct="1">
              <a:spcBef>
                <a:spcPct val="20000"/>
              </a:spcBef>
              <a:defRPr/>
            </a:pPr>
            <a:r>
              <a:rPr lang="en-GB" sz="1138" dirty="0">
                <a:solidFill>
                  <a:schemeClr val="bg1"/>
                </a:solidFill>
                <a:latin typeface="Aptos" panose="020B0004020202020204" pitchFamily="34" charset="0"/>
                <a:cs typeface="Arial" pitchFamily="34" charset="0"/>
              </a:rPr>
              <a:t>Text</a:t>
            </a:r>
          </a:p>
        </p:txBody>
      </p:sp>
      <p:sp>
        <p:nvSpPr>
          <p:cNvPr id="39" name="Oval 38"/>
          <p:cNvSpPr>
            <a:spLocks noChangeArrowheads="1"/>
          </p:cNvSpPr>
          <p:nvPr/>
        </p:nvSpPr>
        <p:spPr bwMode="blackWhite">
          <a:xfrm>
            <a:off x="7216296" y="2483308"/>
            <a:ext cx="817245" cy="817245"/>
          </a:xfrm>
          <a:prstGeom prst="ellipse">
            <a:avLst/>
          </a:prstGeom>
          <a:solidFill>
            <a:schemeClr val="accent1"/>
          </a:solidFill>
          <a:ln w="12700">
            <a:noFill/>
            <a:round/>
            <a:headEnd/>
            <a:tailEnd/>
          </a:ln>
        </p:spPr>
        <p:txBody>
          <a:bodyPr wrap="square" lIns="72231" tIns="72231" rIns="72231" bIns="72231" anchor="ctr"/>
          <a:lstStyle/>
          <a:p>
            <a:pPr algn="ctr" eaLnBrk="1" hangingPunct="1">
              <a:spcBef>
                <a:spcPct val="20000"/>
              </a:spcBef>
              <a:defRPr/>
            </a:pPr>
            <a:r>
              <a:rPr lang="en-GB" sz="1138" dirty="0">
                <a:latin typeface="Aptos" panose="020B0004020202020204" pitchFamily="34" charset="0"/>
                <a:cs typeface="Arial" pitchFamily="34" charset="0"/>
              </a:rPr>
              <a:t>Text</a:t>
            </a:r>
          </a:p>
        </p:txBody>
      </p:sp>
      <p:grpSp>
        <p:nvGrpSpPr>
          <p:cNvPr id="32" name="Group 31"/>
          <p:cNvGrpSpPr/>
          <p:nvPr/>
        </p:nvGrpSpPr>
        <p:grpSpPr>
          <a:xfrm>
            <a:off x="5083942" y="2407665"/>
            <a:ext cx="3343302" cy="2231430"/>
            <a:chOff x="4665630" y="2359025"/>
            <a:chExt cx="4061685" cy="2746375"/>
          </a:xfrm>
        </p:grpSpPr>
        <p:sp>
          <p:nvSpPr>
            <p:cNvPr id="40" name="Arc 20"/>
            <p:cNvSpPr>
              <a:spLocks/>
            </p:cNvSpPr>
            <p:nvPr/>
          </p:nvSpPr>
          <p:spPr bwMode="auto">
            <a:xfrm>
              <a:off x="5380550" y="2867025"/>
              <a:ext cx="580769" cy="608013"/>
            </a:xfrm>
            <a:custGeom>
              <a:avLst/>
              <a:gdLst>
                <a:gd name="T0" fmla="*/ 0 w 21646"/>
                <a:gd name="T1" fmla="*/ 0 h 21600"/>
                <a:gd name="T2" fmla="*/ 0 w 21646"/>
                <a:gd name="T3" fmla="*/ 0 h 21600"/>
                <a:gd name="T4" fmla="*/ 0 w 21646"/>
                <a:gd name="T5" fmla="*/ 0 h 21600"/>
                <a:gd name="T6" fmla="*/ 0 60000 65536"/>
                <a:gd name="T7" fmla="*/ 0 60000 65536"/>
                <a:gd name="T8" fmla="*/ 0 60000 65536"/>
                <a:gd name="T9" fmla="*/ 0 w 21646"/>
                <a:gd name="T10" fmla="*/ 0 h 21600"/>
                <a:gd name="T11" fmla="*/ 21646 w 21646"/>
                <a:gd name="T12" fmla="*/ 21600 h 21600"/>
              </a:gdLst>
              <a:ahLst/>
              <a:cxnLst>
                <a:cxn ang="T6">
                  <a:pos x="T0" y="T1"/>
                </a:cxn>
                <a:cxn ang="T7">
                  <a:pos x="T2" y="T3"/>
                </a:cxn>
                <a:cxn ang="T8">
                  <a:pos x="T4" y="T5"/>
                </a:cxn>
              </a:cxnLst>
              <a:rect l="T9" t="T10" r="T11" b="T12"/>
              <a:pathLst>
                <a:path w="21646" h="21600" fill="none" extrusionOk="0">
                  <a:moveTo>
                    <a:pt x="0" y="0"/>
                  </a:moveTo>
                  <a:cubicBezTo>
                    <a:pt x="17" y="0"/>
                    <a:pt x="35" y="-1"/>
                    <a:pt x="53" y="0"/>
                  </a:cubicBezTo>
                  <a:cubicBezTo>
                    <a:pt x="11761" y="0"/>
                    <a:pt x="21337" y="9327"/>
                    <a:pt x="21645" y="21032"/>
                  </a:cubicBezTo>
                </a:path>
                <a:path w="21646" h="21600" stroke="0" extrusionOk="0">
                  <a:moveTo>
                    <a:pt x="0" y="0"/>
                  </a:moveTo>
                  <a:cubicBezTo>
                    <a:pt x="17" y="0"/>
                    <a:pt x="35" y="-1"/>
                    <a:pt x="53" y="0"/>
                  </a:cubicBezTo>
                  <a:cubicBezTo>
                    <a:pt x="11761" y="0"/>
                    <a:pt x="21337" y="9327"/>
                    <a:pt x="21645" y="21032"/>
                  </a:cubicBezTo>
                  <a:lnTo>
                    <a:pt x="53" y="21600"/>
                  </a:lnTo>
                  <a:close/>
                </a:path>
              </a:pathLst>
            </a:custGeom>
            <a:noFill/>
            <a:ln w="19050" cap="rnd">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sp>
          <p:nvSpPr>
            <p:cNvPr id="41" name="Line 21"/>
            <p:cNvSpPr>
              <a:spLocks noChangeShapeType="1"/>
            </p:cNvSpPr>
            <p:nvPr/>
          </p:nvSpPr>
          <p:spPr bwMode="auto">
            <a:xfrm flipH="1">
              <a:off x="4665630" y="2867025"/>
              <a:ext cx="726372" cy="0"/>
            </a:xfrm>
            <a:prstGeom prst="line">
              <a:avLst/>
            </a:prstGeom>
            <a:noFill/>
            <a:ln w="19050">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sp>
          <p:nvSpPr>
            <p:cNvPr id="42" name="Arc 22"/>
            <p:cNvSpPr>
              <a:spLocks/>
            </p:cNvSpPr>
            <p:nvPr/>
          </p:nvSpPr>
          <p:spPr bwMode="auto">
            <a:xfrm>
              <a:off x="5961319" y="4506913"/>
              <a:ext cx="1188720" cy="598487"/>
            </a:xfrm>
            <a:custGeom>
              <a:avLst/>
              <a:gdLst>
                <a:gd name="T0" fmla="*/ 0 w 43200"/>
                <a:gd name="T1" fmla="*/ 0 h 21705"/>
                <a:gd name="T2" fmla="*/ 0 w 43200"/>
                <a:gd name="T3" fmla="*/ 0 h 21705"/>
                <a:gd name="T4" fmla="*/ 0 w 43200"/>
                <a:gd name="T5" fmla="*/ 0 h 21705"/>
                <a:gd name="T6" fmla="*/ 0 60000 65536"/>
                <a:gd name="T7" fmla="*/ 0 60000 65536"/>
                <a:gd name="T8" fmla="*/ 0 60000 65536"/>
                <a:gd name="T9" fmla="*/ 0 w 43200"/>
                <a:gd name="T10" fmla="*/ 0 h 21705"/>
                <a:gd name="T11" fmla="*/ 43200 w 43200"/>
                <a:gd name="T12" fmla="*/ 21705 h 21705"/>
              </a:gdLst>
              <a:ahLst/>
              <a:cxnLst>
                <a:cxn ang="T6">
                  <a:pos x="T0" y="T1"/>
                </a:cxn>
                <a:cxn ang="T7">
                  <a:pos x="T2" y="T3"/>
                </a:cxn>
                <a:cxn ang="T8">
                  <a:pos x="T4" y="T5"/>
                </a:cxn>
              </a:cxnLst>
              <a:rect l="T9" t="T10" r="T11" b="T12"/>
              <a:pathLst>
                <a:path w="43200" h="21705" fill="none" extrusionOk="0">
                  <a:moveTo>
                    <a:pt x="43199" y="53"/>
                  </a:moveTo>
                  <a:cubicBezTo>
                    <a:pt x="43199" y="70"/>
                    <a:pt x="43200" y="87"/>
                    <a:pt x="43200" y="105"/>
                  </a:cubicBezTo>
                  <a:cubicBezTo>
                    <a:pt x="43200" y="12034"/>
                    <a:pt x="33529" y="21705"/>
                    <a:pt x="21600" y="21705"/>
                  </a:cubicBezTo>
                  <a:cubicBezTo>
                    <a:pt x="9670" y="21705"/>
                    <a:pt x="0" y="12034"/>
                    <a:pt x="0" y="105"/>
                  </a:cubicBezTo>
                  <a:cubicBezTo>
                    <a:pt x="-1" y="70"/>
                    <a:pt x="0" y="35"/>
                    <a:pt x="0" y="0"/>
                  </a:cubicBezTo>
                </a:path>
                <a:path w="43200" h="21705" stroke="0" extrusionOk="0">
                  <a:moveTo>
                    <a:pt x="43199" y="53"/>
                  </a:moveTo>
                  <a:cubicBezTo>
                    <a:pt x="43199" y="70"/>
                    <a:pt x="43200" y="87"/>
                    <a:pt x="43200" y="105"/>
                  </a:cubicBezTo>
                  <a:cubicBezTo>
                    <a:pt x="43200" y="12034"/>
                    <a:pt x="33529" y="21705"/>
                    <a:pt x="21600" y="21705"/>
                  </a:cubicBezTo>
                  <a:cubicBezTo>
                    <a:pt x="9670" y="21705"/>
                    <a:pt x="0" y="12034"/>
                    <a:pt x="0" y="105"/>
                  </a:cubicBezTo>
                  <a:cubicBezTo>
                    <a:pt x="-1" y="70"/>
                    <a:pt x="0" y="35"/>
                    <a:pt x="0" y="0"/>
                  </a:cubicBezTo>
                  <a:lnTo>
                    <a:pt x="21600" y="105"/>
                  </a:lnTo>
                  <a:close/>
                </a:path>
              </a:pathLst>
            </a:custGeom>
            <a:noFill/>
            <a:ln w="19050" cap="rnd">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sp>
          <p:nvSpPr>
            <p:cNvPr id="43" name="Line 23"/>
            <p:cNvSpPr>
              <a:spLocks noChangeShapeType="1"/>
            </p:cNvSpPr>
            <p:nvPr/>
          </p:nvSpPr>
          <p:spPr bwMode="auto">
            <a:xfrm flipV="1">
              <a:off x="5961319" y="3455011"/>
              <a:ext cx="0" cy="1073150"/>
            </a:xfrm>
            <a:prstGeom prst="line">
              <a:avLst/>
            </a:prstGeom>
            <a:noFill/>
            <a:ln w="19050">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sp>
          <p:nvSpPr>
            <p:cNvPr id="44" name="Line 24"/>
            <p:cNvSpPr>
              <a:spLocks noChangeShapeType="1"/>
            </p:cNvSpPr>
            <p:nvPr/>
          </p:nvSpPr>
          <p:spPr bwMode="auto">
            <a:xfrm flipV="1">
              <a:off x="7150039" y="2962275"/>
              <a:ext cx="0" cy="1565275"/>
            </a:xfrm>
            <a:prstGeom prst="line">
              <a:avLst/>
            </a:prstGeom>
            <a:noFill/>
            <a:ln w="19050">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sp>
          <p:nvSpPr>
            <p:cNvPr id="45" name="Arc 25"/>
            <p:cNvSpPr>
              <a:spLocks/>
            </p:cNvSpPr>
            <p:nvPr/>
          </p:nvSpPr>
          <p:spPr bwMode="auto">
            <a:xfrm>
              <a:off x="7150039" y="2359025"/>
              <a:ext cx="580770" cy="60483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0" y="21548"/>
                  </a:moveTo>
                  <a:cubicBezTo>
                    <a:pt x="28" y="9659"/>
                    <a:pt x="9658" y="29"/>
                    <a:pt x="21547" y="0"/>
                  </a:cubicBezTo>
                </a:path>
                <a:path w="21600" h="21600" stroke="0" extrusionOk="0">
                  <a:moveTo>
                    <a:pt x="0" y="21548"/>
                  </a:moveTo>
                  <a:cubicBezTo>
                    <a:pt x="28" y="9659"/>
                    <a:pt x="9658" y="29"/>
                    <a:pt x="21547" y="0"/>
                  </a:cubicBezTo>
                  <a:lnTo>
                    <a:pt x="21600" y="21600"/>
                  </a:lnTo>
                  <a:close/>
                </a:path>
              </a:pathLst>
            </a:custGeom>
            <a:noFill/>
            <a:ln w="19050" cap="rnd">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sp>
          <p:nvSpPr>
            <p:cNvPr id="46" name="Line 26"/>
            <p:cNvSpPr>
              <a:spLocks noChangeShapeType="1"/>
            </p:cNvSpPr>
            <p:nvPr/>
          </p:nvSpPr>
          <p:spPr bwMode="auto">
            <a:xfrm flipH="1">
              <a:off x="7717920" y="2359025"/>
              <a:ext cx="1009395" cy="0"/>
            </a:xfrm>
            <a:prstGeom prst="line">
              <a:avLst/>
            </a:prstGeom>
            <a:noFill/>
            <a:ln w="19050">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grpSp>
      <p:grpSp>
        <p:nvGrpSpPr>
          <p:cNvPr id="47" name="Group 46"/>
          <p:cNvGrpSpPr/>
          <p:nvPr/>
        </p:nvGrpSpPr>
        <p:grpSpPr>
          <a:xfrm>
            <a:off x="1788909" y="3905764"/>
            <a:ext cx="1141820" cy="885789"/>
            <a:chOff x="1592131" y="4003675"/>
            <a:chExt cx="1405317" cy="1090202"/>
          </a:xfrm>
        </p:grpSpPr>
        <p:sp>
          <p:nvSpPr>
            <p:cNvPr id="48" name="Line 7"/>
            <p:cNvSpPr>
              <a:spLocks noChangeShapeType="1"/>
            </p:cNvSpPr>
            <p:nvPr/>
          </p:nvSpPr>
          <p:spPr bwMode="blackWhite">
            <a:xfrm>
              <a:off x="2408401" y="4003675"/>
              <a:ext cx="589047" cy="1090202"/>
            </a:xfrm>
            <a:prstGeom prst="line">
              <a:avLst/>
            </a:prstGeom>
            <a:noFill/>
            <a:ln w="9525">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sp>
          <p:nvSpPr>
            <p:cNvPr id="49" name="Line 7"/>
            <p:cNvSpPr>
              <a:spLocks noChangeShapeType="1"/>
            </p:cNvSpPr>
            <p:nvPr/>
          </p:nvSpPr>
          <p:spPr bwMode="blackWhite">
            <a:xfrm flipH="1">
              <a:off x="1592131" y="4003675"/>
              <a:ext cx="589047" cy="1090202"/>
            </a:xfrm>
            <a:prstGeom prst="line">
              <a:avLst/>
            </a:prstGeom>
            <a:noFill/>
            <a:ln w="9525">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grpSp>
      <p:grpSp>
        <p:nvGrpSpPr>
          <p:cNvPr id="50" name="Group 49"/>
          <p:cNvGrpSpPr/>
          <p:nvPr/>
        </p:nvGrpSpPr>
        <p:grpSpPr>
          <a:xfrm flipV="1">
            <a:off x="1788909" y="2601072"/>
            <a:ext cx="1141820" cy="885789"/>
            <a:chOff x="1592131" y="4003675"/>
            <a:chExt cx="1405317" cy="1090202"/>
          </a:xfrm>
        </p:grpSpPr>
        <p:sp>
          <p:nvSpPr>
            <p:cNvPr id="51" name="Line 7"/>
            <p:cNvSpPr>
              <a:spLocks noChangeShapeType="1"/>
            </p:cNvSpPr>
            <p:nvPr/>
          </p:nvSpPr>
          <p:spPr bwMode="blackWhite">
            <a:xfrm>
              <a:off x="2408401" y="4003675"/>
              <a:ext cx="589047" cy="1090202"/>
            </a:xfrm>
            <a:prstGeom prst="line">
              <a:avLst/>
            </a:prstGeom>
            <a:noFill/>
            <a:ln w="9525">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sp>
          <p:nvSpPr>
            <p:cNvPr id="52" name="Line 7"/>
            <p:cNvSpPr>
              <a:spLocks noChangeShapeType="1"/>
            </p:cNvSpPr>
            <p:nvPr/>
          </p:nvSpPr>
          <p:spPr bwMode="blackWhite">
            <a:xfrm flipH="1">
              <a:off x="1592131" y="4003675"/>
              <a:ext cx="589047" cy="1090202"/>
            </a:xfrm>
            <a:prstGeom prst="line">
              <a:avLst/>
            </a:prstGeom>
            <a:noFill/>
            <a:ln w="9525">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grpSp>
      <p:grpSp>
        <p:nvGrpSpPr>
          <p:cNvPr id="53" name="Group 52"/>
          <p:cNvGrpSpPr/>
          <p:nvPr/>
        </p:nvGrpSpPr>
        <p:grpSpPr>
          <a:xfrm>
            <a:off x="1248944" y="3146045"/>
            <a:ext cx="2219328" cy="443706"/>
            <a:chOff x="927561" y="3068638"/>
            <a:chExt cx="2731480" cy="546100"/>
          </a:xfrm>
        </p:grpSpPr>
        <p:sp>
          <p:nvSpPr>
            <p:cNvPr id="54" name="Line 10"/>
            <p:cNvSpPr>
              <a:spLocks noChangeShapeType="1"/>
            </p:cNvSpPr>
            <p:nvPr/>
          </p:nvSpPr>
          <p:spPr bwMode="blackWhite">
            <a:xfrm flipH="1" flipV="1">
              <a:off x="927561" y="3068638"/>
              <a:ext cx="1103405" cy="546100"/>
            </a:xfrm>
            <a:prstGeom prst="line">
              <a:avLst/>
            </a:prstGeom>
            <a:noFill/>
            <a:ln w="9525">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sp>
          <p:nvSpPr>
            <p:cNvPr id="55" name="Line 10"/>
            <p:cNvSpPr>
              <a:spLocks noChangeShapeType="1"/>
            </p:cNvSpPr>
            <p:nvPr/>
          </p:nvSpPr>
          <p:spPr bwMode="blackWhite">
            <a:xfrm flipV="1">
              <a:off x="2555636" y="3068638"/>
              <a:ext cx="1103405" cy="546100"/>
            </a:xfrm>
            <a:prstGeom prst="line">
              <a:avLst/>
            </a:prstGeom>
            <a:noFill/>
            <a:ln w="9525">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grpSp>
      <p:grpSp>
        <p:nvGrpSpPr>
          <p:cNvPr id="56" name="Group 55"/>
          <p:cNvGrpSpPr/>
          <p:nvPr/>
        </p:nvGrpSpPr>
        <p:grpSpPr>
          <a:xfrm flipV="1">
            <a:off x="1248944" y="3806691"/>
            <a:ext cx="2219328" cy="443706"/>
            <a:chOff x="927561" y="3068638"/>
            <a:chExt cx="2731480" cy="546100"/>
          </a:xfrm>
        </p:grpSpPr>
        <p:sp>
          <p:nvSpPr>
            <p:cNvPr id="57" name="Line 10"/>
            <p:cNvSpPr>
              <a:spLocks noChangeShapeType="1"/>
            </p:cNvSpPr>
            <p:nvPr/>
          </p:nvSpPr>
          <p:spPr bwMode="blackWhite">
            <a:xfrm flipH="1" flipV="1">
              <a:off x="927561" y="3068638"/>
              <a:ext cx="1103405" cy="546100"/>
            </a:xfrm>
            <a:prstGeom prst="line">
              <a:avLst/>
            </a:prstGeom>
            <a:noFill/>
            <a:ln w="9525">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sp>
          <p:nvSpPr>
            <p:cNvPr id="58" name="Line 10"/>
            <p:cNvSpPr>
              <a:spLocks noChangeShapeType="1"/>
            </p:cNvSpPr>
            <p:nvPr/>
          </p:nvSpPr>
          <p:spPr bwMode="blackWhite">
            <a:xfrm flipV="1">
              <a:off x="2555636" y="3068638"/>
              <a:ext cx="1103405" cy="546100"/>
            </a:xfrm>
            <a:prstGeom prst="line">
              <a:avLst/>
            </a:prstGeom>
            <a:noFill/>
            <a:ln w="9525">
              <a:solidFill>
                <a:schemeClr val="tx1"/>
              </a:solidFill>
              <a:round/>
              <a:headEnd type="none" w="sm" len="sm"/>
              <a:tailEnd type="none" w="sm" len="sm"/>
            </a:ln>
          </p:spPr>
          <p:txBody>
            <a:bodyPr wrap="none" anchor="ctr"/>
            <a:lstStyle/>
            <a:p>
              <a:pPr algn="ctr" eaLnBrk="1" hangingPunct="1">
                <a:spcBef>
                  <a:spcPct val="20000"/>
                </a:spcBef>
                <a:defRPr/>
              </a:pPr>
              <a:endParaRPr lang="en-GB" sz="1138" b="1" dirty="0">
                <a:solidFill>
                  <a:srgbClr val="FFFFFF"/>
                </a:solidFill>
                <a:latin typeface="Aptos" panose="020B0004020202020204" pitchFamily="34" charset="0"/>
                <a:cs typeface="Arial" pitchFamily="34" charset="0"/>
              </a:endParaRPr>
            </a:p>
          </p:txBody>
        </p:sp>
      </p:grpSp>
      <p:sp>
        <p:nvSpPr>
          <p:cNvPr id="59" name="Oval 58"/>
          <p:cNvSpPr>
            <a:spLocks noChangeArrowheads="1"/>
          </p:cNvSpPr>
          <p:nvPr/>
        </p:nvSpPr>
        <p:spPr bwMode="blackWhite">
          <a:xfrm>
            <a:off x="2861545" y="4193398"/>
            <a:ext cx="817245" cy="817245"/>
          </a:xfrm>
          <a:prstGeom prst="ellipse">
            <a:avLst/>
          </a:prstGeom>
          <a:solidFill>
            <a:schemeClr val="accent4"/>
          </a:solidFill>
          <a:ln w="12700">
            <a:noFill/>
            <a:round/>
            <a:headEnd/>
            <a:tailEnd/>
          </a:ln>
        </p:spPr>
        <p:txBody>
          <a:bodyPr wrap="square" lIns="72231" tIns="72231" rIns="72231" bIns="72231" anchor="ctr"/>
          <a:lstStyle/>
          <a:p>
            <a:pPr algn="ctr" eaLnBrk="1" hangingPunct="1">
              <a:spcBef>
                <a:spcPct val="20000"/>
              </a:spcBef>
              <a:defRPr/>
            </a:pPr>
            <a:r>
              <a:rPr lang="en-GB" sz="1138" dirty="0">
                <a:solidFill>
                  <a:srgbClr val="FFFFFF"/>
                </a:solidFill>
                <a:latin typeface="Aptos" panose="020B0004020202020204" pitchFamily="34" charset="0"/>
                <a:cs typeface="Arial" pitchFamily="34" charset="0"/>
              </a:rPr>
              <a:t>Text</a:t>
            </a:r>
          </a:p>
        </p:txBody>
      </p:sp>
      <p:sp>
        <p:nvSpPr>
          <p:cNvPr id="60" name="Oval 59"/>
          <p:cNvSpPr>
            <a:spLocks noChangeArrowheads="1"/>
          </p:cNvSpPr>
          <p:nvPr/>
        </p:nvSpPr>
        <p:spPr bwMode="blackWhite">
          <a:xfrm>
            <a:off x="1042267" y="2409545"/>
            <a:ext cx="817245" cy="817245"/>
          </a:xfrm>
          <a:prstGeom prst="ellipse">
            <a:avLst/>
          </a:prstGeom>
          <a:solidFill>
            <a:schemeClr val="accent1"/>
          </a:solidFill>
          <a:ln w="12700">
            <a:noFill/>
            <a:round/>
            <a:headEnd/>
            <a:tailEnd/>
          </a:ln>
        </p:spPr>
        <p:txBody>
          <a:bodyPr wrap="square" lIns="72231" tIns="72231" rIns="72231" bIns="72231" anchor="ctr"/>
          <a:lstStyle/>
          <a:p>
            <a:pPr algn="ctr" eaLnBrk="1" hangingPunct="1">
              <a:spcBef>
                <a:spcPct val="20000"/>
              </a:spcBef>
              <a:defRPr/>
            </a:pPr>
            <a:r>
              <a:rPr lang="en-GB" sz="1138" dirty="0">
                <a:latin typeface="Aptos" panose="020B0004020202020204" pitchFamily="34" charset="0"/>
                <a:cs typeface="Arial" pitchFamily="34" charset="0"/>
              </a:rPr>
              <a:t>Text</a:t>
            </a:r>
          </a:p>
        </p:txBody>
      </p:sp>
      <p:sp>
        <p:nvSpPr>
          <p:cNvPr id="61" name="Oval 60"/>
          <p:cNvSpPr>
            <a:spLocks noChangeArrowheads="1"/>
          </p:cNvSpPr>
          <p:nvPr/>
        </p:nvSpPr>
        <p:spPr bwMode="blackWhite">
          <a:xfrm>
            <a:off x="2861545" y="2409545"/>
            <a:ext cx="817245" cy="817245"/>
          </a:xfrm>
          <a:prstGeom prst="ellipse">
            <a:avLst/>
          </a:prstGeom>
          <a:solidFill>
            <a:schemeClr val="accent3"/>
          </a:solidFill>
          <a:ln w="12700">
            <a:noFill/>
            <a:round/>
            <a:headEnd/>
            <a:tailEnd/>
          </a:ln>
        </p:spPr>
        <p:txBody>
          <a:bodyPr wrap="square" lIns="72231" tIns="72231" rIns="72231" bIns="72231" anchor="ctr"/>
          <a:lstStyle/>
          <a:p>
            <a:pPr algn="ctr" eaLnBrk="1" hangingPunct="1">
              <a:spcBef>
                <a:spcPct val="20000"/>
              </a:spcBef>
              <a:defRPr/>
            </a:pPr>
            <a:r>
              <a:rPr lang="en-GB" sz="1138" dirty="0">
                <a:solidFill>
                  <a:schemeClr val="bg1"/>
                </a:solidFill>
                <a:latin typeface="Aptos" panose="020B0004020202020204" pitchFamily="34" charset="0"/>
                <a:cs typeface="Arial" pitchFamily="34" charset="0"/>
              </a:rPr>
              <a:t>Text</a:t>
            </a:r>
          </a:p>
        </p:txBody>
      </p:sp>
      <p:sp>
        <p:nvSpPr>
          <p:cNvPr id="62" name="Oval 61"/>
          <p:cNvSpPr>
            <a:spLocks noChangeArrowheads="1"/>
          </p:cNvSpPr>
          <p:nvPr/>
        </p:nvSpPr>
        <p:spPr bwMode="blackWhite">
          <a:xfrm>
            <a:off x="1042267" y="4193398"/>
            <a:ext cx="817245" cy="817245"/>
          </a:xfrm>
          <a:prstGeom prst="ellipse">
            <a:avLst/>
          </a:prstGeom>
          <a:solidFill>
            <a:schemeClr val="accent2"/>
          </a:solidFill>
          <a:ln w="12700">
            <a:noFill/>
            <a:round/>
            <a:headEnd/>
            <a:tailEnd/>
          </a:ln>
        </p:spPr>
        <p:txBody>
          <a:bodyPr wrap="square" lIns="72231" tIns="72231" rIns="72231" bIns="72231" anchor="ctr"/>
          <a:lstStyle/>
          <a:p>
            <a:pPr algn="ctr" eaLnBrk="1" hangingPunct="1">
              <a:spcBef>
                <a:spcPct val="20000"/>
              </a:spcBef>
              <a:defRPr/>
            </a:pPr>
            <a:r>
              <a:rPr lang="en-GB" sz="1138" dirty="0">
                <a:latin typeface="Aptos" panose="020B0004020202020204" pitchFamily="34" charset="0"/>
                <a:cs typeface="Arial" pitchFamily="34" charset="0"/>
              </a:rPr>
              <a:t>Text</a:t>
            </a:r>
          </a:p>
        </p:txBody>
      </p:sp>
    </p:spTree>
    <p:extLst>
      <p:ext uri="{BB962C8B-B14F-4D97-AF65-F5344CB8AC3E}">
        <p14:creationId xmlns:p14="http://schemas.microsoft.com/office/powerpoint/2010/main" val="1692450991"/>
      </p:ext>
    </p:extLst>
  </p:cSld>
  <p:clrMapOvr>
    <a:masterClrMapping/>
  </p:clrMapOvr>
  <p:transition>
    <p:fade/>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Visor</a:t>
            </a:r>
            <a:endParaRPr lang="en-US" dirty="0"/>
          </a:p>
        </p:txBody>
      </p:sp>
      <p:sp>
        <p:nvSpPr>
          <p:cNvPr id="683009" name="Title 1"/>
          <p:cNvSpPr>
            <a:spLocks noGrp="1"/>
          </p:cNvSpPr>
          <p:nvPr>
            <p:ph type="title"/>
          </p:nvPr>
        </p:nvSpPr>
        <p:spPr/>
        <p:txBody>
          <a:bodyPr/>
          <a:lstStyle/>
          <a:p>
            <a:r>
              <a:rPr lang="en-US"/>
              <a:t>Spheres</a:t>
            </a:r>
            <a:endParaRPr lang="en-US" dirty="0"/>
          </a:p>
        </p:txBody>
      </p:sp>
      <p:sp>
        <p:nvSpPr>
          <p:cNvPr id="2" name="Content Placeholder 1">
            <a:extLst>
              <a:ext uri="{FF2B5EF4-FFF2-40B4-BE49-F238E27FC236}">
                <a16:creationId xmlns:a16="http://schemas.microsoft.com/office/drawing/2014/main" id="{D6C48793-45AA-15D4-916D-87776C8A61D8}"/>
              </a:ext>
            </a:extLst>
          </p:cNvPr>
          <p:cNvSpPr>
            <a:spLocks noGrp="1"/>
          </p:cNvSpPr>
          <p:nvPr>
            <p:ph idx="1"/>
          </p:nvPr>
        </p:nvSpPr>
        <p:spPr/>
        <p:txBody>
          <a:bodyPr/>
          <a:lstStyle/>
          <a:p>
            <a:r>
              <a:rPr lang="en-US" dirty="0"/>
              <a:t>Chart title</a:t>
            </a:r>
          </a:p>
        </p:txBody>
      </p:sp>
      <p:grpSp>
        <p:nvGrpSpPr>
          <p:cNvPr id="15" name="Group 14"/>
          <p:cNvGrpSpPr/>
          <p:nvPr/>
        </p:nvGrpSpPr>
        <p:grpSpPr>
          <a:xfrm>
            <a:off x="3336032" y="2248796"/>
            <a:ext cx="3233944" cy="3233471"/>
            <a:chOff x="2393229" y="1593134"/>
            <a:chExt cx="4346576" cy="4345939"/>
          </a:xfrm>
          <a:solidFill>
            <a:schemeClr val="accent1"/>
          </a:solidFill>
        </p:grpSpPr>
        <p:sp>
          <p:nvSpPr>
            <p:cNvPr id="16" name="Oval 15"/>
            <p:cNvSpPr>
              <a:spLocks noChangeArrowheads="1"/>
            </p:cNvSpPr>
            <p:nvPr/>
          </p:nvSpPr>
          <p:spPr bwMode="auto">
            <a:xfrm>
              <a:off x="2393230" y="1593135"/>
              <a:ext cx="4346575" cy="4345938"/>
            </a:xfrm>
            <a:prstGeom prst="ellipse">
              <a:avLst/>
            </a:prstGeom>
            <a:solidFill>
              <a:schemeClr val="accent5"/>
            </a:solidFill>
            <a:ln w="12700">
              <a:solidFill>
                <a:schemeClr val="bg1"/>
              </a:solidFill>
              <a:round/>
              <a:headEnd/>
              <a:tailEnd/>
            </a:ln>
          </p:spPr>
          <p:txBody>
            <a:bodyPr wrap="none" lIns="70276" tIns="35138" rIns="70276" bIns="35138" anchor="ctr"/>
            <a:lstStyle/>
            <a:p>
              <a:pPr defTabSz="702982">
                <a:spcBef>
                  <a:spcPct val="20000"/>
                </a:spcBef>
                <a:defRPr/>
              </a:pPr>
              <a:endParaRPr lang="de-DE" sz="1381" b="1">
                <a:solidFill>
                  <a:srgbClr val="002776"/>
                </a:solidFill>
                <a:ea typeface="ＭＳ Ｐゴシック" pitchFamily="50" charset="-128"/>
                <a:cs typeface="Arial" pitchFamily="34" charset="0"/>
              </a:endParaRPr>
            </a:p>
          </p:txBody>
        </p:sp>
        <p:sp>
          <p:nvSpPr>
            <p:cNvPr id="22" name="Oval 21"/>
            <p:cNvSpPr>
              <a:spLocks noChangeArrowheads="1"/>
            </p:cNvSpPr>
            <p:nvPr/>
          </p:nvSpPr>
          <p:spPr bwMode="auto">
            <a:xfrm>
              <a:off x="2941711" y="2143044"/>
              <a:ext cx="3249613" cy="3246120"/>
            </a:xfrm>
            <a:prstGeom prst="ellipse">
              <a:avLst/>
            </a:prstGeom>
            <a:solidFill>
              <a:schemeClr val="tx1"/>
            </a:solidFill>
            <a:ln w="12700">
              <a:solidFill>
                <a:schemeClr val="bg1"/>
              </a:solidFill>
              <a:round/>
              <a:headEnd/>
              <a:tailEnd/>
            </a:ln>
          </p:spPr>
          <p:txBody>
            <a:bodyPr wrap="none" lIns="70276" tIns="35138" rIns="70276" bIns="35138" anchor="ctr"/>
            <a:lstStyle/>
            <a:p>
              <a:pPr eaLnBrk="1" hangingPunct="1">
                <a:spcBef>
                  <a:spcPct val="20000"/>
                </a:spcBef>
                <a:defRPr/>
              </a:pPr>
              <a:endParaRPr lang="en-GB" sz="894" b="1" dirty="0">
                <a:solidFill>
                  <a:srgbClr val="002776"/>
                </a:solidFill>
                <a:cs typeface="Arial" pitchFamily="34" charset="0"/>
              </a:endParaRPr>
            </a:p>
          </p:txBody>
        </p:sp>
        <p:sp>
          <p:nvSpPr>
            <p:cNvPr id="23" name="Oval 22"/>
            <p:cNvSpPr>
              <a:spLocks noChangeArrowheads="1"/>
            </p:cNvSpPr>
            <p:nvPr/>
          </p:nvSpPr>
          <p:spPr bwMode="auto">
            <a:xfrm>
              <a:off x="3500511" y="2700828"/>
              <a:ext cx="2132013" cy="2130552"/>
            </a:xfrm>
            <a:prstGeom prst="ellipse">
              <a:avLst/>
            </a:prstGeom>
            <a:solidFill>
              <a:srgbClr val="C4D600"/>
            </a:solidFill>
            <a:ln w="12700">
              <a:solidFill>
                <a:schemeClr val="bg1"/>
              </a:solidFill>
              <a:round/>
              <a:headEnd/>
              <a:tailEnd/>
            </a:ln>
          </p:spPr>
          <p:txBody>
            <a:bodyPr wrap="none" lIns="70276" tIns="35138" rIns="70276" bIns="35138" anchor="ctr"/>
            <a:lstStyle/>
            <a:p>
              <a:pPr eaLnBrk="1" hangingPunct="1">
                <a:spcBef>
                  <a:spcPct val="20000"/>
                </a:spcBef>
                <a:defRPr/>
              </a:pPr>
              <a:endParaRPr lang="en-GB" sz="894" b="1" dirty="0">
                <a:solidFill>
                  <a:srgbClr val="002776"/>
                </a:solidFill>
                <a:cs typeface="Arial" pitchFamily="34" charset="0"/>
              </a:endParaRPr>
            </a:p>
          </p:txBody>
        </p:sp>
        <p:sp>
          <p:nvSpPr>
            <p:cNvPr id="24" name="Oval 23"/>
            <p:cNvSpPr>
              <a:spLocks noChangeArrowheads="1"/>
            </p:cNvSpPr>
            <p:nvPr/>
          </p:nvSpPr>
          <p:spPr bwMode="auto">
            <a:xfrm>
              <a:off x="4075980" y="3276900"/>
              <a:ext cx="981075" cy="978408"/>
            </a:xfrm>
            <a:prstGeom prst="ellipse">
              <a:avLst/>
            </a:prstGeom>
            <a:solidFill>
              <a:schemeClr val="accent1"/>
            </a:solidFill>
            <a:ln w="12700">
              <a:solidFill>
                <a:schemeClr val="bg1"/>
              </a:solidFill>
              <a:round/>
              <a:headEnd/>
              <a:tailEnd/>
            </a:ln>
          </p:spPr>
          <p:txBody>
            <a:bodyPr wrap="none" lIns="70276" tIns="35138" rIns="70276" bIns="35138" anchor="ctr"/>
            <a:lstStyle/>
            <a:p>
              <a:pPr eaLnBrk="1" hangingPunct="1">
                <a:spcBef>
                  <a:spcPct val="20000"/>
                </a:spcBef>
                <a:defRPr/>
              </a:pPr>
              <a:endParaRPr lang="en-GB" sz="894" b="1" dirty="0">
                <a:solidFill>
                  <a:srgbClr val="002776"/>
                </a:solidFill>
                <a:cs typeface="Arial" pitchFamily="34" charset="0"/>
              </a:endParaRPr>
            </a:p>
          </p:txBody>
        </p:sp>
        <p:sp>
          <p:nvSpPr>
            <p:cNvPr id="25" name="Line 7"/>
            <p:cNvSpPr>
              <a:spLocks noChangeShapeType="1"/>
            </p:cNvSpPr>
            <p:nvPr/>
          </p:nvSpPr>
          <p:spPr bwMode="auto">
            <a:xfrm>
              <a:off x="5057309" y="3766104"/>
              <a:ext cx="1682496" cy="0"/>
            </a:xfrm>
            <a:prstGeom prst="line">
              <a:avLst/>
            </a:prstGeom>
            <a:grpFill/>
            <a:ln w="12700">
              <a:solidFill>
                <a:schemeClr val="bg1"/>
              </a:solidFill>
              <a:round/>
              <a:headEnd type="none" w="sm" len="sm"/>
              <a:tailEnd type="none" w="sm" len="sm"/>
            </a:ln>
          </p:spPr>
          <p:txBody>
            <a:bodyPr wrap="none" lIns="70276" tIns="35138" rIns="70276" bIns="35138" anchor="ctr"/>
            <a:lstStyle/>
            <a:p>
              <a:pPr eaLnBrk="1" hangingPunct="1">
                <a:spcBef>
                  <a:spcPct val="20000"/>
                </a:spcBef>
              </a:pPr>
              <a:endParaRPr lang="en-US" sz="894" b="1" dirty="0">
                <a:solidFill>
                  <a:srgbClr val="002776"/>
                </a:solidFill>
                <a:cs typeface="Arial" pitchFamily="34" charset="0"/>
              </a:endParaRPr>
            </a:p>
          </p:txBody>
        </p:sp>
        <p:sp>
          <p:nvSpPr>
            <p:cNvPr id="26" name="Line 8"/>
            <p:cNvSpPr>
              <a:spLocks noChangeShapeType="1"/>
            </p:cNvSpPr>
            <p:nvPr/>
          </p:nvSpPr>
          <p:spPr bwMode="auto">
            <a:xfrm>
              <a:off x="4566517" y="1593134"/>
              <a:ext cx="0" cy="1682496"/>
            </a:xfrm>
            <a:prstGeom prst="line">
              <a:avLst/>
            </a:prstGeom>
            <a:grpFill/>
            <a:ln w="12700">
              <a:solidFill>
                <a:schemeClr val="bg1"/>
              </a:solidFill>
              <a:round/>
              <a:headEnd type="none" w="sm" len="sm"/>
              <a:tailEnd type="none" w="sm" len="sm"/>
            </a:ln>
          </p:spPr>
          <p:txBody>
            <a:bodyPr wrap="none" lIns="70276" tIns="35138" rIns="70276" bIns="35138" anchor="ctr"/>
            <a:lstStyle/>
            <a:p>
              <a:pPr eaLnBrk="1" hangingPunct="1">
                <a:spcBef>
                  <a:spcPct val="20000"/>
                </a:spcBef>
              </a:pPr>
              <a:endParaRPr lang="en-US" sz="894" b="1" dirty="0">
                <a:solidFill>
                  <a:srgbClr val="002776"/>
                </a:solidFill>
                <a:cs typeface="Arial" pitchFamily="34" charset="0"/>
              </a:endParaRPr>
            </a:p>
          </p:txBody>
        </p:sp>
        <p:sp>
          <p:nvSpPr>
            <p:cNvPr id="27" name="Line 9"/>
            <p:cNvSpPr>
              <a:spLocks noChangeShapeType="1"/>
            </p:cNvSpPr>
            <p:nvPr/>
          </p:nvSpPr>
          <p:spPr bwMode="auto">
            <a:xfrm>
              <a:off x="2393229" y="3766104"/>
              <a:ext cx="1682496" cy="0"/>
            </a:xfrm>
            <a:prstGeom prst="line">
              <a:avLst/>
            </a:prstGeom>
            <a:grpFill/>
            <a:ln w="12700">
              <a:solidFill>
                <a:schemeClr val="bg1"/>
              </a:solidFill>
              <a:round/>
              <a:headEnd type="none" w="sm" len="sm"/>
              <a:tailEnd type="none" w="sm" len="sm"/>
            </a:ln>
          </p:spPr>
          <p:txBody>
            <a:bodyPr wrap="none" lIns="70276" tIns="35138" rIns="70276" bIns="35138" anchor="ctr"/>
            <a:lstStyle/>
            <a:p>
              <a:pPr eaLnBrk="1" hangingPunct="1">
                <a:spcBef>
                  <a:spcPct val="20000"/>
                </a:spcBef>
              </a:pPr>
              <a:endParaRPr lang="en-US" sz="894" b="1" dirty="0">
                <a:solidFill>
                  <a:srgbClr val="002776"/>
                </a:solidFill>
                <a:cs typeface="Arial" pitchFamily="34" charset="0"/>
              </a:endParaRPr>
            </a:p>
          </p:txBody>
        </p:sp>
        <p:sp>
          <p:nvSpPr>
            <p:cNvPr id="28" name="Line 10"/>
            <p:cNvSpPr>
              <a:spLocks noChangeShapeType="1"/>
            </p:cNvSpPr>
            <p:nvPr/>
          </p:nvSpPr>
          <p:spPr bwMode="auto">
            <a:xfrm>
              <a:off x="4566517" y="4256577"/>
              <a:ext cx="0" cy="1682496"/>
            </a:xfrm>
            <a:prstGeom prst="line">
              <a:avLst/>
            </a:prstGeom>
            <a:grpFill/>
            <a:ln w="12700">
              <a:solidFill>
                <a:schemeClr val="bg1"/>
              </a:solidFill>
              <a:round/>
              <a:headEnd type="none" w="sm" len="sm"/>
              <a:tailEnd type="none" w="sm" len="sm"/>
            </a:ln>
          </p:spPr>
          <p:txBody>
            <a:bodyPr wrap="none" lIns="70276" tIns="35138" rIns="70276" bIns="35138" anchor="ctr"/>
            <a:lstStyle/>
            <a:p>
              <a:pPr eaLnBrk="1" hangingPunct="1">
                <a:spcBef>
                  <a:spcPct val="20000"/>
                </a:spcBef>
              </a:pPr>
              <a:endParaRPr lang="en-US" sz="894" b="1" dirty="0">
                <a:solidFill>
                  <a:srgbClr val="002776"/>
                </a:solidFill>
                <a:cs typeface="Arial" pitchFamily="34" charset="0"/>
              </a:endParaRPr>
            </a:p>
          </p:txBody>
        </p:sp>
      </p:grpSp>
    </p:spTree>
    <p:extLst>
      <p:ext uri="{BB962C8B-B14F-4D97-AF65-F5344CB8AC3E}">
        <p14:creationId xmlns:p14="http://schemas.microsoft.com/office/powerpoint/2010/main" val="1012310224"/>
      </p:ext>
    </p:extLst>
  </p:cSld>
  <p:clrMapOvr>
    <a:masterClrMapping/>
  </p:clrMapOvr>
  <p:transition>
    <p:fade/>
  </p:transitio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a:t>Pieces</a:t>
            </a:r>
            <a:endParaRPr lang="en-US" dirty="0"/>
          </a:p>
        </p:txBody>
      </p:sp>
      <p:sp>
        <p:nvSpPr>
          <p:cNvPr id="686081" name="Title 1"/>
          <p:cNvSpPr>
            <a:spLocks noGrp="1"/>
          </p:cNvSpPr>
          <p:nvPr>
            <p:ph type="title"/>
          </p:nvPr>
        </p:nvSpPr>
        <p:spPr/>
        <p:txBody>
          <a:bodyPr/>
          <a:lstStyle/>
          <a:p>
            <a:r>
              <a:rPr lang="en-US"/>
              <a:t>Spheres </a:t>
            </a:r>
            <a:endParaRPr lang="en-US" dirty="0"/>
          </a:p>
        </p:txBody>
      </p:sp>
      <p:sp>
        <p:nvSpPr>
          <p:cNvPr id="2" name="Text Placeholder 1">
            <a:extLst>
              <a:ext uri="{FF2B5EF4-FFF2-40B4-BE49-F238E27FC236}">
                <a16:creationId xmlns:a16="http://schemas.microsoft.com/office/drawing/2014/main" id="{05E8A0AD-E574-4259-860B-D41A9CABD826}"/>
              </a:ext>
            </a:extLst>
          </p:cNvPr>
          <p:cNvSpPr>
            <a:spLocks noGrp="1"/>
          </p:cNvSpPr>
          <p:nvPr>
            <p:ph idx="1"/>
          </p:nvPr>
        </p:nvSpPr>
        <p:spPr>
          <a:prstGeom prst="rect">
            <a:avLst/>
          </a:prstGeom>
        </p:spPr>
        <p:txBody>
          <a:bodyPr/>
          <a:lstStyle/>
          <a:p>
            <a:r>
              <a:rPr lang="en-US" dirty="0"/>
              <a:t>Chart title</a:t>
            </a:r>
          </a:p>
          <a:p>
            <a:endParaRPr lang="en-US" dirty="0"/>
          </a:p>
        </p:txBody>
      </p:sp>
      <p:grpSp>
        <p:nvGrpSpPr>
          <p:cNvPr id="50" name="Group 3"/>
          <p:cNvGrpSpPr>
            <a:grpSpLocks/>
          </p:cNvGrpSpPr>
          <p:nvPr/>
        </p:nvGrpSpPr>
        <p:grpSpPr bwMode="auto">
          <a:xfrm>
            <a:off x="4952439" y="2248794"/>
            <a:ext cx="953989" cy="1619876"/>
            <a:chOff x="3356" y="1728"/>
            <a:chExt cx="678" cy="1153"/>
          </a:xfrm>
          <a:solidFill>
            <a:schemeClr val="accent1"/>
          </a:solidFill>
        </p:grpSpPr>
        <p:sp>
          <p:nvSpPr>
            <p:cNvPr id="78" name="Arc 4"/>
            <p:cNvSpPr>
              <a:spLocks/>
            </p:cNvSpPr>
            <p:nvPr/>
          </p:nvSpPr>
          <p:spPr bwMode="auto">
            <a:xfrm>
              <a:off x="3356" y="1728"/>
              <a:ext cx="677" cy="1152"/>
            </a:xfrm>
            <a:custGeom>
              <a:avLst/>
              <a:gdLst>
                <a:gd name="T0" fmla="*/ 0 w 12696"/>
                <a:gd name="T1" fmla="*/ 0 h 21600"/>
                <a:gd name="T2" fmla="*/ 0 w 12696"/>
                <a:gd name="T3" fmla="*/ 0 h 21600"/>
                <a:gd name="T4" fmla="*/ 0 w 12696"/>
                <a:gd name="T5" fmla="*/ 0 h 21600"/>
                <a:gd name="T6" fmla="*/ 0 60000 65536"/>
                <a:gd name="T7" fmla="*/ 0 60000 65536"/>
                <a:gd name="T8" fmla="*/ 0 60000 65536"/>
                <a:gd name="T9" fmla="*/ 0 w 12696"/>
                <a:gd name="T10" fmla="*/ 0 h 21600"/>
                <a:gd name="T11" fmla="*/ 12696 w 12696"/>
                <a:gd name="T12" fmla="*/ 21600 h 21600"/>
              </a:gdLst>
              <a:ahLst/>
              <a:cxnLst>
                <a:cxn ang="T6">
                  <a:pos x="T0" y="T1"/>
                </a:cxn>
                <a:cxn ang="T7">
                  <a:pos x="T2" y="T3"/>
                </a:cxn>
                <a:cxn ang="T8">
                  <a:pos x="T4" y="T5"/>
                </a:cxn>
              </a:cxnLst>
              <a:rect l="T9" t="T10" r="T11" b="T12"/>
              <a:pathLst>
                <a:path w="12696" h="21600" fill="none" extrusionOk="0">
                  <a:moveTo>
                    <a:pt x="-1" y="0"/>
                  </a:moveTo>
                  <a:cubicBezTo>
                    <a:pt x="4561" y="0"/>
                    <a:pt x="9005" y="1444"/>
                    <a:pt x="12695" y="4125"/>
                  </a:cubicBezTo>
                </a:path>
                <a:path w="12696" h="21600" stroke="0" extrusionOk="0">
                  <a:moveTo>
                    <a:pt x="-1" y="0"/>
                  </a:moveTo>
                  <a:cubicBezTo>
                    <a:pt x="4561" y="0"/>
                    <a:pt x="9005" y="1444"/>
                    <a:pt x="12695" y="4125"/>
                  </a:cubicBezTo>
                  <a:lnTo>
                    <a:pt x="0" y="21600"/>
                  </a:lnTo>
                  <a:close/>
                </a:path>
              </a:pathLst>
            </a:custGeom>
            <a:grpFill/>
            <a:ln w="12700">
              <a:solidFill>
                <a:schemeClr val="bg1"/>
              </a:solidFill>
              <a:round/>
              <a:headEnd/>
              <a:tailEnd/>
            </a:ln>
          </p:spPr>
          <p:txBody>
            <a:bodyPr lIns="36116" tIns="36116" rIns="222885" bIns="817245" anchor="ctr"/>
            <a:lstStyle/>
            <a:p>
              <a:pPr algn="ctr" eaLnBrk="1" hangingPunct="1">
                <a:spcBef>
                  <a:spcPct val="20000"/>
                </a:spcBef>
                <a:defRPr/>
              </a:pPr>
              <a:r>
                <a:rPr lang="en-GB" sz="975" dirty="0">
                  <a:cs typeface="Arial" pitchFamily="34" charset="0"/>
                </a:rPr>
                <a:t>Text</a:t>
              </a:r>
            </a:p>
          </p:txBody>
        </p:sp>
        <p:sp>
          <p:nvSpPr>
            <p:cNvPr id="79" name="Freeform 78"/>
            <p:cNvSpPr>
              <a:spLocks/>
            </p:cNvSpPr>
            <p:nvPr/>
          </p:nvSpPr>
          <p:spPr bwMode="auto">
            <a:xfrm>
              <a:off x="3356" y="1728"/>
              <a:ext cx="678" cy="1153"/>
            </a:xfrm>
            <a:custGeom>
              <a:avLst/>
              <a:gdLst>
                <a:gd name="T0" fmla="*/ 0 w 678"/>
                <a:gd name="T1" fmla="*/ 0 h 1153"/>
                <a:gd name="T2" fmla="*/ 0 w 678"/>
                <a:gd name="T3" fmla="*/ 1152 h 1153"/>
                <a:gd name="T4" fmla="*/ 677 w 678"/>
                <a:gd name="T5" fmla="*/ 220 h 1153"/>
                <a:gd name="T6" fmla="*/ 0 60000 65536"/>
                <a:gd name="T7" fmla="*/ 0 60000 65536"/>
                <a:gd name="T8" fmla="*/ 0 60000 65536"/>
                <a:gd name="T9" fmla="*/ 0 w 678"/>
                <a:gd name="T10" fmla="*/ 0 h 1153"/>
                <a:gd name="T11" fmla="*/ 678 w 678"/>
                <a:gd name="T12" fmla="*/ 1153 h 1153"/>
              </a:gdLst>
              <a:ahLst/>
              <a:cxnLst>
                <a:cxn ang="T6">
                  <a:pos x="T0" y="T1"/>
                </a:cxn>
                <a:cxn ang="T7">
                  <a:pos x="T2" y="T3"/>
                </a:cxn>
                <a:cxn ang="T8">
                  <a:pos x="T4" y="T5"/>
                </a:cxn>
              </a:cxnLst>
              <a:rect l="T9" t="T10" r="T11" b="T12"/>
              <a:pathLst>
                <a:path w="678" h="1153">
                  <a:moveTo>
                    <a:pt x="0" y="0"/>
                  </a:moveTo>
                  <a:lnTo>
                    <a:pt x="0" y="1152"/>
                  </a:lnTo>
                  <a:lnTo>
                    <a:pt x="677" y="220"/>
                  </a:lnTo>
                </a:path>
              </a:pathLst>
            </a:custGeom>
            <a:noFill/>
            <a:ln w="12700">
              <a:solidFill>
                <a:schemeClr val="bg1"/>
              </a:solidFill>
              <a:round/>
              <a:headEnd/>
              <a:tailEnd/>
            </a:ln>
          </p:spPr>
          <p:txBody>
            <a:bodyPr lIns="36116" tIns="36116" rIns="36116" bIns="36116" anchor="ctr"/>
            <a:lstStyle/>
            <a:p>
              <a:pPr algn="ctr" eaLnBrk="1" hangingPunct="1">
                <a:spcBef>
                  <a:spcPct val="20000"/>
                </a:spcBef>
                <a:defRPr/>
              </a:pPr>
              <a:endParaRPr lang="en-GB" sz="975" dirty="0">
                <a:cs typeface="Arial" pitchFamily="34" charset="0"/>
              </a:endParaRPr>
            </a:p>
          </p:txBody>
        </p:sp>
      </p:grpSp>
      <p:grpSp>
        <p:nvGrpSpPr>
          <p:cNvPr id="51" name="Group 6"/>
          <p:cNvGrpSpPr>
            <a:grpSpLocks/>
          </p:cNvGrpSpPr>
          <p:nvPr/>
        </p:nvGrpSpPr>
        <p:grpSpPr bwMode="auto">
          <a:xfrm>
            <a:off x="4952441" y="2558198"/>
            <a:ext cx="1541404" cy="1310474"/>
            <a:chOff x="3356" y="1948"/>
            <a:chExt cx="1097" cy="933"/>
          </a:xfrm>
          <a:solidFill>
            <a:schemeClr val="accent1"/>
          </a:solidFill>
        </p:grpSpPr>
        <p:sp>
          <p:nvSpPr>
            <p:cNvPr id="76" name="Arc 7"/>
            <p:cNvSpPr>
              <a:spLocks/>
            </p:cNvSpPr>
            <p:nvPr/>
          </p:nvSpPr>
          <p:spPr bwMode="auto">
            <a:xfrm>
              <a:off x="3356" y="1948"/>
              <a:ext cx="1096" cy="932"/>
            </a:xfrm>
            <a:custGeom>
              <a:avLst/>
              <a:gdLst>
                <a:gd name="T0" fmla="*/ 0 w 20543"/>
                <a:gd name="T1" fmla="*/ 0 h 17475"/>
                <a:gd name="T2" fmla="*/ 0 w 20543"/>
                <a:gd name="T3" fmla="*/ 0 h 17475"/>
                <a:gd name="T4" fmla="*/ 0 w 20543"/>
                <a:gd name="T5" fmla="*/ 0 h 17475"/>
                <a:gd name="T6" fmla="*/ 0 60000 65536"/>
                <a:gd name="T7" fmla="*/ 0 60000 65536"/>
                <a:gd name="T8" fmla="*/ 0 60000 65536"/>
                <a:gd name="T9" fmla="*/ 0 w 20543"/>
                <a:gd name="T10" fmla="*/ 0 h 17475"/>
                <a:gd name="T11" fmla="*/ 20543 w 20543"/>
                <a:gd name="T12" fmla="*/ 17475 h 17475"/>
              </a:gdLst>
              <a:ahLst/>
              <a:cxnLst>
                <a:cxn ang="T6">
                  <a:pos x="T0" y="T1"/>
                </a:cxn>
                <a:cxn ang="T7">
                  <a:pos x="T2" y="T3"/>
                </a:cxn>
                <a:cxn ang="T8">
                  <a:pos x="T4" y="T5"/>
                </a:cxn>
              </a:cxnLst>
              <a:rect l="T9" t="T10" r="T11" b="T12"/>
              <a:pathLst>
                <a:path w="20543" h="17475" fill="none" extrusionOk="0">
                  <a:moveTo>
                    <a:pt x="12695" y="0"/>
                  </a:moveTo>
                  <a:cubicBezTo>
                    <a:pt x="16386" y="2681"/>
                    <a:pt x="19133" y="6461"/>
                    <a:pt x="20542" y="10800"/>
                  </a:cubicBezTo>
                </a:path>
                <a:path w="20543" h="17475" stroke="0" extrusionOk="0">
                  <a:moveTo>
                    <a:pt x="12695" y="0"/>
                  </a:moveTo>
                  <a:cubicBezTo>
                    <a:pt x="16386" y="2681"/>
                    <a:pt x="19133" y="6461"/>
                    <a:pt x="20542" y="10800"/>
                  </a:cubicBezTo>
                  <a:lnTo>
                    <a:pt x="0" y="17475"/>
                  </a:lnTo>
                  <a:close/>
                </a:path>
              </a:pathLst>
            </a:custGeom>
            <a:grpFill/>
            <a:ln w="12700">
              <a:solidFill>
                <a:schemeClr val="bg1"/>
              </a:solidFill>
              <a:round/>
              <a:headEnd/>
              <a:tailEnd/>
            </a:ln>
          </p:spPr>
          <p:txBody>
            <a:bodyPr lIns="594360" tIns="36116" rIns="36116" bIns="222885" anchor="ctr"/>
            <a:lstStyle/>
            <a:p>
              <a:pPr algn="ctr" eaLnBrk="1" hangingPunct="1">
                <a:spcBef>
                  <a:spcPct val="20000"/>
                </a:spcBef>
                <a:defRPr/>
              </a:pPr>
              <a:r>
                <a:rPr lang="en-GB" sz="1200" dirty="0">
                  <a:cs typeface="Arial" pitchFamily="34" charset="0"/>
                </a:rPr>
                <a:t>Text</a:t>
              </a:r>
            </a:p>
          </p:txBody>
        </p:sp>
        <p:sp>
          <p:nvSpPr>
            <p:cNvPr id="77" name="Freeform 76"/>
            <p:cNvSpPr>
              <a:spLocks/>
            </p:cNvSpPr>
            <p:nvPr/>
          </p:nvSpPr>
          <p:spPr bwMode="auto">
            <a:xfrm>
              <a:off x="3356" y="1948"/>
              <a:ext cx="1097" cy="933"/>
            </a:xfrm>
            <a:custGeom>
              <a:avLst/>
              <a:gdLst>
                <a:gd name="T0" fmla="*/ 677 w 1097"/>
                <a:gd name="T1" fmla="*/ 0 h 933"/>
                <a:gd name="T2" fmla="*/ 0 w 1097"/>
                <a:gd name="T3" fmla="*/ 932 h 933"/>
                <a:gd name="T4" fmla="*/ 1096 w 1097"/>
                <a:gd name="T5" fmla="*/ 576 h 933"/>
                <a:gd name="T6" fmla="*/ 0 60000 65536"/>
                <a:gd name="T7" fmla="*/ 0 60000 65536"/>
                <a:gd name="T8" fmla="*/ 0 60000 65536"/>
                <a:gd name="T9" fmla="*/ 0 w 1097"/>
                <a:gd name="T10" fmla="*/ 0 h 933"/>
                <a:gd name="T11" fmla="*/ 1097 w 1097"/>
                <a:gd name="T12" fmla="*/ 933 h 933"/>
              </a:gdLst>
              <a:ahLst/>
              <a:cxnLst>
                <a:cxn ang="T6">
                  <a:pos x="T0" y="T1"/>
                </a:cxn>
                <a:cxn ang="T7">
                  <a:pos x="T2" y="T3"/>
                </a:cxn>
                <a:cxn ang="T8">
                  <a:pos x="T4" y="T5"/>
                </a:cxn>
              </a:cxnLst>
              <a:rect l="T9" t="T10" r="T11" b="T12"/>
              <a:pathLst>
                <a:path w="1097" h="933">
                  <a:moveTo>
                    <a:pt x="677" y="0"/>
                  </a:moveTo>
                  <a:lnTo>
                    <a:pt x="0" y="932"/>
                  </a:lnTo>
                  <a:lnTo>
                    <a:pt x="1096" y="576"/>
                  </a:lnTo>
                </a:path>
              </a:pathLst>
            </a:custGeom>
            <a:noFill/>
            <a:ln w="12700">
              <a:solidFill>
                <a:schemeClr val="bg1"/>
              </a:solidFill>
              <a:round/>
              <a:headEnd/>
              <a:tailEnd/>
            </a:ln>
          </p:spPr>
          <p:txBody>
            <a:bodyPr lIns="36116" tIns="36116" rIns="36116" bIns="36116" anchor="ctr"/>
            <a:lstStyle/>
            <a:p>
              <a:pPr algn="ctr" eaLnBrk="1" hangingPunct="1">
                <a:spcBef>
                  <a:spcPct val="20000"/>
                </a:spcBef>
                <a:defRPr/>
              </a:pPr>
              <a:endParaRPr lang="en-GB" sz="1200" dirty="0">
                <a:cs typeface="Arial" pitchFamily="34" charset="0"/>
              </a:endParaRPr>
            </a:p>
          </p:txBody>
        </p:sp>
      </p:grpSp>
      <p:grpSp>
        <p:nvGrpSpPr>
          <p:cNvPr id="52" name="Group 9"/>
          <p:cNvGrpSpPr>
            <a:grpSpLocks/>
          </p:cNvGrpSpPr>
          <p:nvPr/>
        </p:nvGrpSpPr>
        <p:grpSpPr bwMode="auto">
          <a:xfrm>
            <a:off x="4952443" y="3366451"/>
            <a:ext cx="1618754" cy="1002193"/>
            <a:chOff x="3356" y="2524"/>
            <a:chExt cx="1152" cy="713"/>
          </a:xfrm>
          <a:solidFill>
            <a:schemeClr val="accent1"/>
          </a:solidFill>
        </p:grpSpPr>
        <p:sp>
          <p:nvSpPr>
            <p:cNvPr id="74" name="Arc 10"/>
            <p:cNvSpPr>
              <a:spLocks/>
            </p:cNvSpPr>
            <p:nvPr/>
          </p:nvSpPr>
          <p:spPr bwMode="auto">
            <a:xfrm>
              <a:off x="3356" y="2524"/>
              <a:ext cx="1152" cy="712"/>
            </a:xfrm>
            <a:custGeom>
              <a:avLst/>
              <a:gdLst>
                <a:gd name="T0" fmla="*/ 0 w 21600"/>
                <a:gd name="T1" fmla="*/ 0 h 13350"/>
                <a:gd name="T2" fmla="*/ 0 w 21600"/>
                <a:gd name="T3" fmla="*/ 0 h 13350"/>
                <a:gd name="T4" fmla="*/ 0 w 21600"/>
                <a:gd name="T5" fmla="*/ 0 h 13350"/>
                <a:gd name="T6" fmla="*/ 0 60000 65536"/>
                <a:gd name="T7" fmla="*/ 0 60000 65536"/>
                <a:gd name="T8" fmla="*/ 0 60000 65536"/>
                <a:gd name="T9" fmla="*/ 0 w 21600"/>
                <a:gd name="T10" fmla="*/ 0 h 13350"/>
                <a:gd name="T11" fmla="*/ 21600 w 21600"/>
                <a:gd name="T12" fmla="*/ 13350 h 13350"/>
              </a:gdLst>
              <a:ahLst/>
              <a:cxnLst>
                <a:cxn ang="T6">
                  <a:pos x="T0" y="T1"/>
                </a:cxn>
                <a:cxn ang="T7">
                  <a:pos x="T2" y="T3"/>
                </a:cxn>
                <a:cxn ang="T8">
                  <a:pos x="T4" y="T5"/>
                </a:cxn>
              </a:cxnLst>
              <a:rect l="T9" t="T10" r="T11" b="T12"/>
              <a:pathLst>
                <a:path w="21600" h="13350" fill="none" extrusionOk="0">
                  <a:moveTo>
                    <a:pt x="20542" y="0"/>
                  </a:moveTo>
                  <a:cubicBezTo>
                    <a:pt x="21243" y="2155"/>
                    <a:pt x="21600" y="4408"/>
                    <a:pt x="21600" y="6675"/>
                  </a:cubicBezTo>
                  <a:cubicBezTo>
                    <a:pt x="21600" y="8941"/>
                    <a:pt x="21243" y="11194"/>
                    <a:pt x="20542" y="13349"/>
                  </a:cubicBezTo>
                </a:path>
                <a:path w="21600" h="13350" stroke="0" extrusionOk="0">
                  <a:moveTo>
                    <a:pt x="20542" y="0"/>
                  </a:moveTo>
                  <a:cubicBezTo>
                    <a:pt x="21243" y="2155"/>
                    <a:pt x="21600" y="4408"/>
                    <a:pt x="21600" y="6675"/>
                  </a:cubicBezTo>
                  <a:cubicBezTo>
                    <a:pt x="21600" y="8941"/>
                    <a:pt x="21243" y="11194"/>
                    <a:pt x="20542" y="13349"/>
                  </a:cubicBezTo>
                  <a:lnTo>
                    <a:pt x="0" y="6675"/>
                  </a:lnTo>
                  <a:close/>
                </a:path>
              </a:pathLst>
            </a:custGeom>
            <a:grpFill/>
            <a:ln w="12700">
              <a:solidFill>
                <a:schemeClr val="bg1"/>
              </a:solidFill>
              <a:round/>
              <a:headEnd/>
              <a:tailEnd/>
            </a:ln>
          </p:spPr>
          <p:txBody>
            <a:bodyPr lIns="891540" tIns="36116" rIns="36116" bIns="36116" anchor="ctr"/>
            <a:lstStyle/>
            <a:p>
              <a:pPr algn="ctr" eaLnBrk="1" hangingPunct="1">
                <a:spcBef>
                  <a:spcPct val="20000"/>
                </a:spcBef>
                <a:defRPr/>
              </a:pPr>
              <a:r>
                <a:rPr lang="en-GB" sz="1200" dirty="0">
                  <a:cs typeface="Arial" pitchFamily="34" charset="0"/>
                </a:rPr>
                <a:t>Text</a:t>
              </a:r>
            </a:p>
          </p:txBody>
        </p:sp>
        <p:sp>
          <p:nvSpPr>
            <p:cNvPr id="75" name="Freeform 74"/>
            <p:cNvSpPr>
              <a:spLocks/>
            </p:cNvSpPr>
            <p:nvPr/>
          </p:nvSpPr>
          <p:spPr bwMode="auto">
            <a:xfrm>
              <a:off x="3356" y="2524"/>
              <a:ext cx="1097" cy="713"/>
            </a:xfrm>
            <a:custGeom>
              <a:avLst/>
              <a:gdLst>
                <a:gd name="T0" fmla="*/ 1096 w 1097"/>
                <a:gd name="T1" fmla="*/ 0 h 713"/>
                <a:gd name="T2" fmla="*/ 0 w 1097"/>
                <a:gd name="T3" fmla="*/ 356 h 713"/>
                <a:gd name="T4" fmla="*/ 1096 w 1097"/>
                <a:gd name="T5" fmla="*/ 712 h 713"/>
                <a:gd name="T6" fmla="*/ 0 60000 65536"/>
                <a:gd name="T7" fmla="*/ 0 60000 65536"/>
                <a:gd name="T8" fmla="*/ 0 60000 65536"/>
                <a:gd name="T9" fmla="*/ 0 w 1097"/>
                <a:gd name="T10" fmla="*/ 0 h 713"/>
                <a:gd name="T11" fmla="*/ 1097 w 1097"/>
                <a:gd name="T12" fmla="*/ 713 h 713"/>
              </a:gdLst>
              <a:ahLst/>
              <a:cxnLst>
                <a:cxn ang="T6">
                  <a:pos x="T0" y="T1"/>
                </a:cxn>
                <a:cxn ang="T7">
                  <a:pos x="T2" y="T3"/>
                </a:cxn>
                <a:cxn ang="T8">
                  <a:pos x="T4" y="T5"/>
                </a:cxn>
              </a:cxnLst>
              <a:rect l="T9" t="T10" r="T11" b="T12"/>
              <a:pathLst>
                <a:path w="1097" h="713">
                  <a:moveTo>
                    <a:pt x="1096" y="0"/>
                  </a:moveTo>
                  <a:lnTo>
                    <a:pt x="0" y="356"/>
                  </a:lnTo>
                  <a:lnTo>
                    <a:pt x="1096" y="712"/>
                  </a:lnTo>
                </a:path>
              </a:pathLst>
            </a:custGeom>
            <a:noFill/>
            <a:ln w="12700">
              <a:solidFill>
                <a:schemeClr val="bg1"/>
              </a:solidFill>
              <a:round/>
              <a:headEnd/>
              <a:tailEnd/>
            </a:ln>
          </p:spPr>
          <p:txBody>
            <a:bodyPr lIns="36116" tIns="36116" rIns="36116" bIns="36116" anchor="ctr"/>
            <a:lstStyle/>
            <a:p>
              <a:pPr algn="ctr" eaLnBrk="1" hangingPunct="1">
                <a:spcBef>
                  <a:spcPct val="20000"/>
                </a:spcBef>
                <a:defRPr/>
              </a:pPr>
              <a:endParaRPr lang="en-GB" sz="1200" dirty="0">
                <a:cs typeface="Arial" pitchFamily="34" charset="0"/>
              </a:endParaRPr>
            </a:p>
          </p:txBody>
        </p:sp>
      </p:grpSp>
      <p:grpSp>
        <p:nvGrpSpPr>
          <p:cNvPr id="53" name="Group 12"/>
          <p:cNvGrpSpPr>
            <a:grpSpLocks/>
          </p:cNvGrpSpPr>
          <p:nvPr/>
        </p:nvGrpSpPr>
        <p:grpSpPr bwMode="auto">
          <a:xfrm>
            <a:off x="4952441" y="3866427"/>
            <a:ext cx="1541404" cy="1310473"/>
            <a:chOff x="3356" y="2880"/>
            <a:chExt cx="1097" cy="933"/>
          </a:xfrm>
          <a:solidFill>
            <a:schemeClr val="accent1"/>
          </a:solidFill>
        </p:grpSpPr>
        <p:sp>
          <p:nvSpPr>
            <p:cNvPr id="72" name="Arc 13"/>
            <p:cNvSpPr>
              <a:spLocks/>
            </p:cNvSpPr>
            <p:nvPr/>
          </p:nvSpPr>
          <p:spPr bwMode="auto">
            <a:xfrm>
              <a:off x="3356" y="2880"/>
              <a:ext cx="1096" cy="932"/>
            </a:xfrm>
            <a:custGeom>
              <a:avLst/>
              <a:gdLst>
                <a:gd name="T0" fmla="*/ 0 w 20543"/>
                <a:gd name="T1" fmla="*/ 0 h 17475"/>
                <a:gd name="T2" fmla="*/ 0 w 20543"/>
                <a:gd name="T3" fmla="*/ 0 h 17475"/>
                <a:gd name="T4" fmla="*/ 0 w 20543"/>
                <a:gd name="T5" fmla="*/ 0 h 17475"/>
                <a:gd name="T6" fmla="*/ 0 60000 65536"/>
                <a:gd name="T7" fmla="*/ 0 60000 65536"/>
                <a:gd name="T8" fmla="*/ 0 60000 65536"/>
                <a:gd name="T9" fmla="*/ 0 w 20543"/>
                <a:gd name="T10" fmla="*/ 0 h 17475"/>
                <a:gd name="T11" fmla="*/ 20543 w 20543"/>
                <a:gd name="T12" fmla="*/ 17475 h 17475"/>
              </a:gdLst>
              <a:ahLst/>
              <a:cxnLst>
                <a:cxn ang="T6">
                  <a:pos x="T0" y="T1"/>
                </a:cxn>
                <a:cxn ang="T7">
                  <a:pos x="T2" y="T3"/>
                </a:cxn>
                <a:cxn ang="T8">
                  <a:pos x="T4" y="T5"/>
                </a:cxn>
              </a:cxnLst>
              <a:rect l="T9" t="T10" r="T11" b="T12"/>
              <a:pathLst>
                <a:path w="20543" h="17475" fill="none" extrusionOk="0">
                  <a:moveTo>
                    <a:pt x="20542" y="6674"/>
                  </a:moveTo>
                  <a:cubicBezTo>
                    <a:pt x="19133" y="11013"/>
                    <a:pt x="16386" y="14793"/>
                    <a:pt x="12695" y="17474"/>
                  </a:cubicBezTo>
                </a:path>
                <a:path w="20543" h="17475" stroke="0" extrusionOk="0">
                  <a:moveTo>
                    <a:pt x="20542" y="6674"/>
                  </a:moveTo>
                  <a:cubicBezTo>
                    <a:pt x="19133" y="11013"/>
                    <a:pt x="16386" y="14793"/>
                    <a:pt x="12695" y="17474"/>
                  </a:cubicBezTo>
                  <a:lnTo>
                    <a:pt x="0" y="0"/>
                  </a:lnTo>
                  <a:close/>
                </a:path>
              </a:pathLst>
            </a:custGeom>
            <a:grpFill/>
            <a:ln w="12700">
              <a:solidFill>
                <a:schemeClr val="bg1"/>
              </a:solidFill>
              <a:round/>
              <a:headEnd/>
              <a:tailEnd/>
            </a:ln>
          </p:spPr>
          <p:txBody>
            <a:bodyPr lIns="594360" tIns="148590" rIns="36116" bIns="36116" anchor="ctr"/>
            <a:lstStyle/>
            <a:p>
              <a:pPr algn="ctr" eaLnBrk="1" hangingPunct="1">
                <a:spcBef>
                  <a:spcPct val="20000"/>
                </a:spcBef>
                <a:defRPr/>
              </a:pPr>
              <a:r>
                <a:rPr lang="en-GB" sz="1200" dirty="0">
                  <a:cs typeface="Arial" pitchFamily="34" charset="0"/>
                </a:rPr>
                <a:t>Text</a:t>
              </a:r>
            </a:p>
          </p:txBody>
        </p:sp>
        <p:sp>
          <p:nvSpPr>
            <p:cNvPr id="73" name="Freeform 72"/>
            <p:cNvSpPr>
              <a:spLocks/>
            </p:cNvSpPr>
            <p:nvPr/>
          </p:nvSpPr>
          <p:spPr bwMode="auto">
            <a:xfrm>
              <a:off x="3356" y="2880"/>
              <a:ext cx="1097" cy="933"/>
            </a:xfrm>
            <a:custGeom>
              <a:avLst/>
              <a:gdLst>
                <a:gd name="T0" fmla="*/ 1096 w 1097"/>
                <a:gd name="T1" fmla="*/ 356 h 933"/>
                <a:gd name="T2" fmla="*/ 0 w 1097"/>
                <a:gd name="T3" fmla="*/ 0 h 933"/>
                <a:gd name="T4" fmla="*/ 677 w 1097"/>
                <a:gd name="T5" fmla="*/ 932 h 933"/>
                <a:gd name="T6" fmla="*/ 0 60000 65536"/>
                <a:gd name="T7" fmla="*/ 0 60000 65536"/>
                <a:gd name="T8" fmla="*/ 0 60000 65536"/>
                <a:gd name="T9" fmla="*/ 0 w 1097"/>
                <a:gd name="T10" fmla="*/ 0 h 933"/>
                <a:gd name="T11" fmla="*/ 1097 w 1097"/>
                <a:gd name="T12" fmla="*/ 933 h 933"/>
              </a:gdLst>
              <a:ahLst/>
              <a:cxnLst>
                <a:cxn ang="T6">
                  <a:pos x="T0" y="T1"/>
                </a:cxn>
                <a:cxn ang="T7">
                  <a:pos x="T2" y="T3"/>
                </a:cxn>
                <a:cxn ang="T8">
                  <a:pos x="T4" y="T5"/>
                </a:cxn>
              </a:cxnLst>
              <a:rect l="T9" t="T10" r="T11" b="T12"/>
              <a:pathLst>
                <a:path w="1097" h="933">
                  <a:moveTo>
                    <a:pt x="1096" y="356"/>
                  </a:moveTo>
                  <a:lnTo>
                    <a:pt x="0" y="0"/>
                  </a:lnTo>
                  <a:lnTo>
                    <a:pt x="677" y="932"/>
                  </a:lnTo>
                </a:path>
              </a:pathLst>
            </a:custGeom>
            <a:noFill/>
            <a:ln w="12700">
              <a:solidFill>
                <a:schemeClr val="bg1"/>
              </a:solidFill>
              <a:round/>
              <a:headEnd/>
              <a:tailEnd/>
            </a:ln>
          </p:spPr>
          <p:txBody>
            <a:bodyPr lIns="36116" tIns="36116" rIns="36116" bIns="36116" anchor="ctr"/>
            <a:lstStyle/>
            <a:p>
              <a:pPr algn="ctr" eaLnBrk="1" hangingPunct="1">
                <a:spcBef>
                  <a:spcPct val="20000"/>
                </a:spcBef>
                <a:defRPr/>
              </a:pPr>
              <a:endParaRPr lang="en-GB" sz="1200" dirty="0">
                <a:cs typeface="Arial" pitchFamily="34" charset="0"/>
              </a:endParaRPr>
            </a:p>
          </p:txBody>
        </p:sp>
      </p:grpSp>
      <p:grpSp>
        <p:nvGrpSpPr>
          <p:cNvPr id="54" name="Group 15"/>
          <p:cNvGrpSpPr>
            <a:grpSpLocks/>
          </p:cNvGrpSpPr>
          <p:nvPr/>
        </p:nvGrpSpPr>
        <p:grpSpPr bwMode="auto">
          <a:xfrm>
            <a:off x="4952439" y="3866426"/>
            <a:ext cx="953989" cy="1619875"/>
            <a:chOff x="3356" y="2880"/>
            <a:chExt cx="678" cy="1153"/>
          </a:xfrm>
          <a:solidFill>
            <a:schemeClr val="accent1"/>
          </a:solidFill>
        </p:grpSpPr>
        <p:sp>
          <p:nvSpPr>
            <p:cNvPr id="70" name="Arc 16"/>
            <p:cNvSpPr>
              <a:spLocks/>
            </p:cNvSpPr>
            <p:nvPr/>
          </p:nvSpPr>
          <p:spPr bwMode="auto">
            <a:xfrm>
              <a:off x="3356" y="2880"/>
              <a:ext cx="677" cy="1152"/>
            </a:xfrm>
            <a:custGeom>
              <a:avLst/>
              <a:gdLst>
                <a:gd name="T0" fmla="*/ 0 w 12696"/>
                <a:gd name="T1" fmla="*/ 0 h 21600"/>
                <a:gd name="T2" fmla="*/ 0 w 12696"/>
                <a:gd name="T3" fmla="*/ 0 h 21600"/>
                <a:gd name="T4" fmla="*/ 0 w 12696"/>
                <a:gd name="T5" fmla="*/ 0 h 21600"/>
                <a:gd name="T6" fmla="*/ 0 60000 65536"/>
                <a:gd name="T7" fmla="*/ 0 60000 65536"/>
                <a:gd name="T8" fmla="*/ 0 60000 65536"/>
                <a:gd name="T9" fmla="*/ 0 w 12696"/>
                <a:gd name="T10" fmla="*/ 0 h 21600"/>
                <a:gd name="T11" fmla="*/ 12696 w 12696"/>
                <a:gd name="T12" fmla="*/ 21600 h 21600"/>
              </a:gdLst>
              <a:ahLst/>
              <a:cxnLst>
                <a:cxn ang="T6">
                  <a:pos x="T0" y="T1"/>
                </a:cxn>
                <a:cxn ang="T7">
                  <a:pos x="T2" y="T3"/>
                </a:cxn>
                <a:cxn ang="T8">
                  <a:pos x="T4" y="T5"/>
                </a:cxn>
              </a:cxnLst>
              <a:rect l="T9" t="T10" r="T11" b="T12"/>
              <a:pathLst>
                <a:path w="12696" h="21600" fill="none" extrusionOk="0">
                  <a:moveTo>
                    <a:pt x="12695" y="17474"/>
                  </a:moveTo>
                  <a:cubicBezTo>
                    <a:pt x="9005" y="20155"/>
                    <a:pt x="4561" y="21599"/>
                    <a:pt x="0" y="21600"/>
                  </a:cubicBezTo>
                </a:path>
                <a:path w="12696" h="21600" stroke="0" extrusionOk="0">
                  <a:moveTo>
                    <a:pt x="12695" y="17474"/>
                  </a:moveTo>
                  <a:cubicBezTo>
                    <a:pt x="9005" y="20155"/>
                    <a:pt x="4561" y="21599"/>
                    <a:pt x="0" y="21600"/>
                  </a:cubicBezTo>
                  <a:lnTo>
                    <a:pt x="0" y="0"/>
                  </a:lnTo>
                  <a:close/>
                </a:path>
              </a:pathLst>
            </a:custGeom>
            <a:grpFill/>
            <a:ln w="12700">
              <a:solidFill>
                <a:schemeClr val="bg1"/>
              </a:solidFill>
              <a:round/>
              <a:headEnd/>
              <a:tailEnd/>
            </a:ln>
          </p:spPr>
          <p:txBody>
            <a:bodyPr lIns="36116" tIns="817245" rIns="222885" bIns="36116" anchor="ctr"/>
            <a:lstStyle/>
            <a:p>
              <a:pPr algn="ctr" eaLnBrk="1" hangingPunct="1">
                <a:spcBef>
                  <a:spcPct val="20000"/>
                </a:spcBef>
                <a:defRPr/>
              </a:pPr>
              <a:r>
                <a:rPr lang="en-GB" sz="1200" dirty="0">
                  <a:cs typeface="Arial" pitchFamily="34" charset="0"/>
                </a:rPr>
                <a:t>Text</a:t>
              </a:r>
            </a:p>
          </p:txBody>
        </p:sp>
        <p:sp>
          <p:nvSpPr>
            <p:cNvPr id="71" name="Freeform 70"/>
            <p:cNvSpPr>
              <a:spLocks/>
            </p:cNvSpPr>
            <p:nvPr/>
          </p:nvSpPr>
          <p:spPr bwMode="auto">
            <a:xfrm>
              <a:off x="3356" y="2880"/>
              <a:ext cx="678" cy="1153"/>
            </a:xfrm>
            <a:custGeom>
              <a:avLst/>
              <a:gdLst>
                <a:gd name="T0" fmla="*/ 677 w 678"/>
                <a:gd name="T1" fmla="*/ 932 h 1153"/>
                <a:gd name="T2" fmla="*/ 0 w 678"/>
                <a:gd name="T3" fmla="*/ 0 h 1153"/>
                <a:gd name="T4" fmla="*/ 0 w 678"/>
                <a:gd name="T5" fmla="*/ 1152 h 1153"/>
                <a:gd name="T6" fmla="*/ 0 60000 65536"/>
                <a:gd name="T7" fmla="*/ 0 60000 65536"/>
                <a:gd name="T8" fmla="*/ 0 60000 65536"/>
                <a:gd name="T9" fmla="*/ 0 w 678"/>
                <a:gd name="T10" fmla="*/ 0 h 1153"/>
                <a:gd name="T11" fmla="*/ 678 w 678"/>
                <a:gd name="T12" fmla="*/ 1153 h 1153"/>
              </a:gdLst>
              <a:ahLst/>
              <a:cxnLst>
                <a:cxn ang="T6">
                  <a:pos x="T0" y="T1"/>
                </a:cxn>
                <a:cxn ang="T7">
                  <a:pos x="T2" y="T3"/>
                </a:cxn>
                <a:cxn ang="T8">
                  <a:pos x="T4" y="T5"/>
                </a:cxn>
              </a:cxnLst>
              <a:rect l="T9" t="T10" r="T11" b="T12"/>
              <a:pathLst>
                <a:path w="678" h="1153">
                  <a:moveTo>
                    <a:pt x="677" y="932"/>
                  </a:moveTo>
                  <a:lnTo>
                    <a:pt x="0" y="0"/>
                  </a:lnTo>
                  <a:lnTo>
                    <a:pt x="0" y="1152"/>
                  </a:lnTo>
                </a:path>
              </a:pathLst>
            </a:custGeom>
            <a:noFill/>
            <a:ln w="12700">
              <a:solidFill>
                <a:schemeClr val="bg1"/>
              </a:solidFill>
              <a:round/>
              <a:headEnd/>
              <a:tailEnd/>
            </a:ln>
          </p:spPr>
          <p:txBody>
            <a:bodyPr lIns="36116" tIns="36116" rIns="36116" bIns="36116" anchor="ctr"/>
            <a:lstStyle/>
            <a:p>
              <a:pPr algn="ctr" eaLnBrk="1" hangingPunct="1">
                <a:spcBef>
                  <a:spcPct val="20000"/>
                </a:spcBef>
                <a:defRPr/>
              </a:pPr>
              <a:endParaRPr lang="en-GB" sz="1200" dirty="0">
                <a:cs typeface="Arial" pitchFamily="34" charset="0"/>
              </a:endParaRPr>
            </a:p>
          </p:txBody>
        </p:sp>
      </p:grpSp>
      <p:grpSp>
        <p:nvGrpSpPr>
          <p:cNvPr id="55" name="Group 18"/>
          <p:cNvGrpSpPr>
            <a:grpSpLocks/>
          </p:cNvGrpSpPr>
          <p:nvPr/>
        </p:nvGrpSpPr>
        <p:grpSpPr bwMode="auto">
          <a:xfrm>
            <a:off x="4001819" y="3866426"/>
            <a:ext cx="951747" cy="1619875"/>
            <a:chOff x="2679" y="2880"/>
            <a:chExt cx="678" cy="1153"/>
          </a:xfrm>
          <a:solidFill>
            <a:schemeClr val="accent1"/>
          </a:solidFill>
        </p:grpSpPr>
        <p:sp>
          <p:nvSpPr>
            <p:cNvPr id="68" name="Arc 19"/>
            <p:cNvSpPr>
              <a:spLocks/>
            </p:cNvSpPr>
            <p:nvPr/>
          </p:nvSpPr>
          <p:spPr bwMode="auto">
            <a:xfrm>
              <a:off x="2679" y="2880"/>
              <a:ext cx="677" cy="1152"/>
            </a:xfrm>
            <a:custGeom>
              <a:avLst/>
              <a:gdLst>
                <a:gd name="T0" fmla="*/ 0 w 12696"/>
                <a:gd name="T1" fmla="*/ 0 h 21600"/>
                <a:gd name="T2" fmla="*/ 0 w 12696"/>
                <a:gd name="T3" fmla="*/ 0 h 21600"/>
                <a:gd name="T4" fmla="*/ 0 w 12696"/>
                <a:gd name="T5" fmla="*/ 0 h 21600"/>
                <a:gd name="T6" fmla="*/ 0 60000 65536"/>
                <a:gd name="T7" fmla="*/ 0 60000 65536"/>
                <a:gd name="T8" fmla="*/ 0 60000 65536"/>
                <a:gd name="T9" fmla="*/ 0 w 12696"/>
                <a:gd name="T10" fmla="*/ 0 h 21600"/>
                <a:gd name="T11" fmla="*/ 12696 w 12696"/>
                <a:gd name="T12" fmla="*/ 21600 h 21600"/>
              </a:gdLst>
              <a:ahLst/>
              <a:cxnLst>
                <a:cxn ang="T6">
                  <a:pos x="T0" y="T1"/>
                </a:cxn>
                <a:cxn ang="T7">
                  <a:pos x="T2" y="T3"/>
                </a:cxn>
                <a:cxn ang="T8">
                  <a:pos x="T4" y="T5"/>
                </a:cxn>
              </a:cxnLst>
              <a:rect l="T9" t="T10" r="T11" b="T12"/>
              <a:pathLst>
                <a:path w="12696" h="21600" fill="none" extrusionOk="0">
                  <a:moveTo>
                    <a:pt x="12696" y="21600"/>
                  </a:moveTo>
                  <a:cubicBezTo>
                    <a:pt x="8134" y="21600"/>
                    <a:pt x="3690" y="20155"/>
                    <a:pt x="0" y="17474"/>
                  </a:cubicBezTo>
                </a:path>
                <a:path w="12696" h="21600" stroke="0" extrusionOk="0">
                  <a:moveTo>
                    <a:pt x="12696" y="21600"/>
                  </a:moveTo>
                  <a:cubicBezTo>
                    <a:pt x="8134" y="21600"/>
                    <a:pt x="3690" y="20155"/>
                    <a:pt x="0" y="17474"/>
                  </a:cubicBezTo>
                  <a:lnTo>
                    <a:pt x="12696" y="0"/>
                  </a:lnTo>
                  <a:close/>
                </a:path>
              </a:pathLst>
            </a:custGeom>
            <a:grpFill/>
            <a:ln w="12700">
              <a:solidFill>
                <a:schemeClr val="bg1"/>
              </a:solidFill>
              <a:round/>
              <a:headEnd/>
              <a:tailEnd/>
            </a:ln>
          </p:spPr>
          <p:txBody>
            <a:bodyPr lIns="222885" tIns="817245" rIns="36116" bIns="36116" anchor="ctr"/>
            <a:lstStyle/>
            <a:p>
              <a:pPr algn="ctr" eaLnBrk="1" hangingPunct="1">
                <a:spcBef>
                  <a:spcPct val="20000"/>
                </a:spcBef>
                <a:defRPr/>
              </a:pPr>
              <a:r>
                <a:rPr lang="en-GB" sz="1200" dirty="0">
                  <a:cs typeface="Arial" pitchFamily="34" charset="0"/>
                </a:rPr>
                <a:t>Text</a:t>
              </a:r>
            </a:p>
          </p:txBody>
        </p:sp>
        <p:sp>
          <p:nvSpPr>
            <p:cNvPr id="69" name="Freeform 68"/>
            <p:cNvSpPr>
              <a:spLocks/>
            </p:cNvSpPr>
            <p:nvPr/>
          </p:nvSpPr>
          <p:spPr bwMode="auto">
            <a:xfrm>
              <a:off x="2679" y="2880"/>
              <a:ext cx="678" cy="1153"/>
            </a:xfrm>
            <a:custGeom>
              <a:avLst/>
              <a:gdLst>
                <a:gd name="T0" fmla="*/ 677 w 678"/>
                <a:gd name="T1" fmla="*/ 1152 h 1153"/>
                <a:gd name="T2" fmla="*/ 677 w 678"/>
                <a:gd name="T3" fmla="*/ 0 h 1153"/>
                <a:gd name="T4" fmla="*/ 0 w 678"/>
                <a:gd name="T5" fmla="*/ 932 h 1153"/>
                <a:gd name="T6" fmla="*/ 0 60000 65536"/>
                <a:gd name="T7" fmla="*/ 0 60000 65536"/>
                <a:gd name="T8" fmla="*/ 0 60000 65536"/>
                <a:gd name="T9" fmla="*/ 0 w 678"/>
                <a:gd name="T10" fmla="*/ 0 h 1153"/>
                <a:gd name="T11" fmla="*/ 678 w 678"/>
                <a:gd name="T12" fmla="*/ 1153 h 1153"/>
              </a:gdLst>
              <a:ahLst/>
              <a:cxnLst>
                <a:cxn ang="T6">
                  <a:pos x="T0" y="T1"/>
                </a:cxn>
                <a:cxn ang="T7">
                  <a:pos x="T2" y="T3"/>
                </a:cxn>
                <a:cxn ang="T8">
                  <a:pos x="T4" y="T5"/>
                </a:cxn>
              </a:cxnLst>
              <a:rect l="T9" t="T10" r="T11" b="T12"/>
              <a:pathLst>
                <a:path w="678" h="1153">
                  <a:moveTo>
                    <a:pt x="677" y="1152"/>
                  </a:moveTo>
                  <a:lnTo>
                    <a:pt x="677" y="0"/>
                  </a:lnTo>
                  <a:lnTo>
                    <a:pt x="0" y="932"/>
                  </a:lnTo>
                </a:path>
              </a:pathLst>
            </a:custGeom>
            <a:noFill/>
            <a:ln w="12700">
              <a:solidFill>
                <a:schemeClr val="bg1"/>
              </a:solidFill>
              <a:round/>
              <a:headEnd/>
              <a:tailEnd/>
            </a:ln>
          </p:spPr>
          <p:txBody>
            <a:bodyPr lIns="36116" tIns="36116" rIns="36116" bIns="36116" anchor="ctr"/>
            <a:lstStyle/>
            <a:p>
              <a:pPr algn="ctr" eaLnBrk="1" hangingPunct="1">
                <a:spcBef>
                  <a:spcPct val="20000"/>
                </a:spcBef>
                <a:defRPr/>
              </a:pPr>
              <a:endParaRPr lang="en-GB" sz="1200" dirty="0">
                <a:cs typeface="Arial" pitchFamily="34" charset="0"/>
              </a:endParaRPr>
            </a:p>
          </p:txBody>
        </p:sp>
      </p:grpSp>
      <p:grpSp>
        <p:nvGrpSpPr>
          <p:cNvPr id="56" name="Group 21"/>
          <p:cNvGrpSpPr>
            <a:grpSpLocks/>
          </p:cNvGrpSpPr>
          <p:nvPr/>
        </p:nvGrpSpPr>
        <p:grpSpPr bwMode="auto">
          <a:xfrm>
            <a:off x="3413279" y="3866427"/>
            <a:ext cx="1540282" cy="1310473"/>
            <a:chOff x="2260" y="2880"/>
            <a:chExt cx="1097" cy="933"/>
          </a:xfrm>
          <a:solidFill>
            <a:schemeClr val="accent1"/>
          </a:solidFill>
        </p:grpSpPr>
        <p:sp>
          <p:nvSpPr>
            <p:cNvPr id="66" name="Arc 22"/>
            <p:cNvSpPr>
              <a:spLocks/>
            </p:cNvSpPr>
            <p:nvPr/>
          </p:nvSpPr>
          <p:spPr bwMode="auto">
            <a:xfrm>
              <a:off x="2260" y="2880"/>
              <a:ext cx="1096" cy="932"/>
            </a:xfrm>
            <a:custGeom>
              <a:avLst/>
              <a:gdLst>
                <a:gd name="T0" fmla="*/ 0 w 20543"/>
                <a:gd name="T1" fmla="*/ 0 h 17475"/>
                <a:gd name="T2" fmla="*/ 0 w 20543"/>
                <a:gd name="T3" fmla="*/ 0 h 17475"/>
                <a:gd name="T4" fmla="*/ 0 w 20543"/>
                <a:gd name="T5" fmla="*/ 0 h 17475"/>
                <a:gd name="T6" fmla="*/ 0 60000 65536"/>
                <a:gd name="T7" fmla="*/ 0 60000 65536"/>
                <a:gd name="T8" fmla="*/ 0 60000 65536"/>
                <a:gd name="T9" fmla="*/ 0 w 20543"/>
                <a:gd name="T10" fmla="*/ 0 h 17475"/>
                <a:gd name="T11" fmla="*/ 20543 w 20543"/>
                <a:gd name="T12" fmla="*/ 17475 h 17475"/>
              </a:gdLst>
              <a:ahLst/>
              <a:cxnLst>
                <a:cxn ang="T6">
                  <a:pos x="T0" y="T1"/>
                </a:cxn>
                <a:cxn ang="T7">
                  <a:pos x="T2" y="T3"/>
                </a:cxn>
                <a:cxn ang="T8">
                  <a:pos x="T4" y="T5"/>
                </a:cxn>
              </a:cxnLst>
              <a:rect l="T9" t="T10" r="T11" b="T12"/>
              <a:pathLst>
                <a:path w="20543" h="17475" fill="none" extrusionOk="0">
                  <a:moveTo>
                    <a:pt x="7847" y="17474"/>
                  </a:moveTo>
                  <a:cubicBezTo>
                    <a:pt x="4156" y="14793"/>
                    <a:pt x="1409" y="11013"/>
                    <a:pt x="0" y="6674"/>
                  </a:cubicBezTo>
                </a:path>
                <a:path w="20543" h="17475" stroke="0" extrusionOk="0">
                  <a:moveTo>
                    <a:pt x="7847" y="17474"/>
                  </a:moveTo>
                  <a:cubicBezTo>
                    <a:pt x="4156" y="14793"/>
                    <a:pt x="1409" y="11013"/>
                    <a:pt x="0" y="6674"/>
                  </a:cubicBezTo>
                  <a:lnTo>
                    <a:pt x="20543" y="0"/>
                  </a:lnTo>
                  <a:close/>
                </a:path>
              </a:pathLst>
            </a:custGeom>
            <a:grpFill/>
            <a:ln w="12700">
              <a:solidFill>
                <a:schemeClr val="bg1"/>
              </a:solidFill>
              <a:round/>
              <a:headEnd/>
              <a:tailEnd/>
            </a:ln>
          </p:spPr>
          <p:txBody>
            <a:bodyPr lIns="37148" tIns="148590" rIns="594360" bIns="37148" anchor="ctr"/>
            <a:lstStyle/>
            <a:p>
              <a:pPr algn="ctr" eaLnBrk="1" hangingPunct="1">
                <a:spcBef>
                  <a:spcPct val="20000"/>
                </a:spcBef>
                <a:defRPr/>
              </a:pPr>
              <a:r>
                <a:rPr lang="en-GB" sz="1200" dirty="0">
                  <a:cs typeface="Arial" pitchFamily="34" charset="0"/>
                </a:rPr>
                <a:t>Text</a:t>
              </a:r>
            </a:p>
          </p:txBody>
        </p:sp>
        <p:sp>
          <p:nvSpPr>
            <p:cNvPr id="67" name="Freeform 66"/>
            <p:cNvSpPr>
              <a:spLocks/>
            </p:cNvSpPr>
            <p:nvPr/>
          </p:nvSpPr>
          <p:spPr bwMode="auto">
            <a:xfrm>
              <a:off x="2260" y="2880"/>
              <a:ext cx="1097" cy="933"/>
            </a:xfrm>
            <a:custGeom>
              <a:avLst/>
              <a:gdLst>
                <a:gd name="T0" fmla="*/ 419 w 1097"/>
                <a:gd name="T1" fmla="*/ 932 h 933"/>
                <a:gd name="T2" fmla="*/ 1096 w 1097"/>
                <a:gd name="T3" fmla="*/ 0 h 933"/>
                <a:gd name="T4" fmla="*/ 0 w 1097"/>
                <a:gd name="T5" fmla="*/ 356 h 933"/>
                <a:gd name="T6" fmla="*/ 0 60000 65536"/>
                <a:gd name="T7" fmla="*/ 0 60000 65536"/>
                <a:gd name="T8" fmla="*/ 0 60000 65536"/>
                <a:gd name="T9" fmla="*/ 0 w 1097"/>
                <a:gd name="T10" fmla="*/ 0 h 933"/>
                <a:gd name="T11" fmla="*/ 1097 w 1097"/>
                <a:gd name="T12" fmla="*/ 933 h 933"/>
              </a:gdLst>
              <a:ahLst/>
              <a:cxnLst>
                <a:cxn ang="T6">
                  <a:pos x="T0" y="T1"/>
                </a:cxn>
                <a:cxn ang="T7">
                  <a:pos x="T2" y="T3"/>
                </a:cxn>
                <a:cxn ang="T8">
                  <a:pos x="T4" y="T5"/>
                </a:cxn>
              </a:cxnLst>
              <a:rect l="T9" t="T10" r="T11" b="T12"/>
              <a:pathLst>
                <a:path w="1097" h="933">
                  <a:moveTo>
                    <a:pt x="419" y="932"/>
                  </a:moveTo>
                  <a:lnTo>
                    <a:pt x="1096" y="0"/>
                  </a:lnTo>
                  <a:lnTo>
                    <a:pt x="0" y="356"/>
                  </a:lnTo>
                </a:path>
              </a:pathLst>
            </a:custGeom>
            <a:noFill/>
            <a:ln w="12700">
              <a:solidFill>
                <a:schemeClr val="bg1"/>
              </a:solidFill>
              <a:round/>
              <a:headEnd/>
              <a:tailEnd/>
            </a:ln>
          </p:spPr>
          <p:txBody>
            <a:bodyPr lIns="36116" tIns="36116" rIns="36116" bIns="36116" anchor="ctr"/>
            <a:lstStyle/>
            <a:p>
              <a:pPr algn="ctr" eaLnBrk="1" hangingPunct="1">
                <a:spcBef>
                  <a:spcPct val="20000"/>
                </a:spcBef>
                <a:defRPr/>
              </a:pPr>
              <a:endParaRPr lang="en-GB" sz="1200" dirty="0">
                <a:cs typeface="Arial" pitchFamily="34" charset="0"/>
              </a:endParaRPr>
            </a:p>
          </p:txBody>
        </p:sp>
      </p:grpSp>
      <p:grpSp>
        <p:nvGrpSpPr>
          <p:cNvPr id="57" name="Group 24"/>
          <p:cNvGrpSpPr>
            <a:grpSpLocks/>
          </p:cNvGrpSpPr>
          <p:nvPr/>
        </p:nvGrpSpPr>
        <p:grpSpPr bwMode="auto">
          <a:xfrm>
            <a:off x="3334811" y="3366451"/>
            <a:ext cx="1618754" cy="1002193"/>
            <a:chOff x="2204" y="2524"/>
            <a:chExt cx="1153" cy="713"/>
          </a:xfrm>
          <a:solidFill>
            <a:schemeClr val="accent1"/>
          </a:solidFill>
        </p:grpSpPr>
        <p:sp>
          <p:nvSpPr>
            <p:cNvPr id="64" name="Arc 25"/>
            <p:cNvSpPr>
              <a:spLocks/>
            </p:cNvSpPr>
            <p:nvPr/>
          </p:nvSpPr>
          <p:spPr bwMode="auto">
            <a:xfrm>
              <a:off x="2204" y="2524"/>
              <a:ext cx="1152" cy="712"/>
            </a:xfrm>
            <a:custGeom>
              <a:avLst/>
              <a:gdLst>
                <a:gd name="T0" fmla="*/ 0 w 21600"/>
                <a:gd name="T1" fmla="*/ 0 h 13350"/>
                <a:gd name="T2" fmla="*/ 0 w 21600"/>
                <a:gd name="T3" fmla="*/ 0 h 13350"/>
                <a:gd name="T4" fmla="*/ 0 w 21600"/>
                <a:gd name="T5" fmla="*/ 0 h 13350"/>
                <a:gd name="T6" fmla="*/ 0 60000 65536"/>
                <a:gd name="T7" fmla="*/ 0 60000 65536"/>
                <a:gd name="T8" fmla="*/ 0 60000 65536"/>
                <a:gd name="T9" fmla="*/ 0 w 21600"/>
                <a:gd name="T10" fmla="*/ 0 h 13350"/>
                <a:gd name="T11" fmla="*/ 21600 w 21600"/>
                <a:gd name="T12" fmla="*/ 13350 h 13350"/>
              </a:gdLst>
              <a:ahLst/>
              <a:cxnLst>
                <a:cxn ang="T6">
                  <a:pos x="T0" y="T1"/>
                </a:cxn>
                <a:cxn ang="T7">
                  <a:pos x="T2" y="T3"/>
                </a:cxn>
                <a:cxn ang="T8">
                  <a:pos x="T4" y="T5"/>
                </a:cxn>
              </a:cxnLst>
              <a:rect l="T9" t="T10" r="T11" b="T12"/>
              <a:pathLst>
                <a:path w="21600" h="13350" fill="none" extrusionOk="0">
                  <a:moveTo>
                    <a:pt x="1057" y="13349"/>
                  </a:moveTo>
                  <a:cubicBezTo>
                    <a:pt x="356" y="11194"/>
                    <a:pt x="0" y="8941"/>
                    <a:pt x="0" y="6675"/>
                  </a:cubicBezTo>
                  <a:cubicBezTo>
                    <a:pt x="-1" y="4408"/>
                    <a:pt x="356" y="2155"/>
                    <a:pt x="1057" y="0"/>
                  </a:cubicBezTo>
                </a:path>
                <a:path w="21600" h="13350" stroke="0" extrusionOk="0">
                  <a:moveTo>
                    <a:pt x="1057" y="13349"/>
                  </a:moveTo>
                  <a:cubicBezTo>
                    <a:pt x="356" y="11194"/>
                    <a:pt x="0" y="8941"/>
                    <a:pt x="0" y="6675"/>
                  </a:cubicBezTo>
                  <a:cubicBezTo>
                    <a:pt x="-1" y="4408"/>
                    <a:pt x="356" y="2155"/>
                    <a:pt x="1057" y="0"/>
                  </a:cubicBezTo>
                  <a:lnTo>
                    <a:pt x="21600" y="6675"/>
                  </a:lnTo>
                  <a:close/>
                </a:path>
              </a:pathLst>
            </a:custGeom>
            <a:grpFill/>
            <a:ln w="12700">
              <a:solidFill>
                <a:schemeClr val="bg1"/>
              </a:solidFill>
              <a:round/>
              <a:headEnd/>
              <a:tailEnd/>
            </a:ln>
          </p:spPr>
          <p:txBody>
            <a:bodyPr lIns="36116" tIns="36116" rIns="891540" bIns="36116" anchor="ctr"/>
            <a:lstStyle/>
            <a:p>
              <a:pPr algn="ctr" eaLnBrk="1" hangingPunct="1">
                <a:spcBef>
                  <a:spcPct val="20000"/>
                </a:spcBef>
                <a:defRPr/>
              </a:pPr>
              <a:r>
                <a:rPr lang="en-GB" sz="1200" dirty="0">
                  <a:cs typeface="Arial" pitchFamily="34" charset="0"/>
                </a:rPr>
                <a:t>Text</a:t>
              </a:r>
            </a:p>
          </p:txBody>
        </p:sp>
        <p:sp>
          <p:nvSpPr>
            <p:cNvPr id="65" name="Freeform 64"/>
            <p:cNvSpPr>
              <a:spLocks/>
            </p:cNvSpPr>
            <p:nvPr/>
          </p:nvSpPr>
          <p:spPr bwMode="auto">
            <a:xfrm>
              <a:off x="2260" y="2524"/>
              <a:ext cx="1097" cy="713"/>
            </a:xfrm>
            <a:custGeom>
              <a:avLst/>
              <a:gdLst>
                <a:gd name="T0" fmla="*/ 0 w 1097"/>
                <a:gd name="T1" fmla="*/ 712 h 713"/>
                <a:gd name="T2" fmla="*/ 1096 w 1097"/>
                <a:gd name="T3" fmla="*/ 356 h 713"/>
                <a:gd name="T4" fmla="*/ 0 w 1097"/>
                <a:gd name="T5" fmla="*/ 0 h 713"/>
                <a:gd name="T6" fmla="*/ 0 60000 65536"/>
                <a:gd name="T7" fmla="*/ 0 60000 65536"/>
                <a:gd name="T8" fmla="*/ 0 60000 65536"/>
                <a:gd name="T9" fmla="*/ 0 w 1097"/>
                <a:gd name="T10" fmla="*/ 0 h 713"/>
                <a:gd name="T11" fmla="*/ 1097 w 1097"/>
                <a:gd name="T12" fmla="*/ 713 h 713"/>
              </a:gdLst>
              <a:ahLst/>
              <a:cxnLst>
                <a:cxn ang="T6">
                  <a:pos x="T0" y="T1"/>
                </a:cxn>
                <a:cxn ang="T7">
                  <a:pos x="T2" y="T3"/>
                </a:cxn>
                <a:cxn ang="T8">
                  <a:pos x="T4" y="T5"/>
                </a:cxn>
              </a:cxnLst>
              <a:rect l="T9" t="T10" r="T11" b="T12"/>
              <a:pathLst>
                <a:path w="1097" h="713">
                  <a:moveTo>
                    <a:pt x="0" y="712"/>
                  </a:moveTo>
                  <a:lnTo>
                    <a:pt x="1096" y="356"/>
                  </a:lnTo>
                  <a:lnTo>
                    <a:pt x="0" y="0"/>
                  </a:lnTo>
                </a:path>
              </a:pathLst>
            </a:custGeom>
            <a:noFill/>
            <a:ln w="12700">
              <a:solidFill>
                <a:schemeClr val="bg1"/>
              </a:solidFill>
              <a:round/>
              <a:headEnd/>
              <a:tailEnd/>
            </a:ln>
          </p:spPr>
          <p:txBody>
            <a:bodyPr lIns="36116" tIns="36116" rIns="36116" bIns="36116" anchor="ctr"/>
            <a:lstStyle/>
            <a:p>
              <a:pPr algn="ctr" eaLnBrk="1" hangingPunct="1">
                <a:spcBef>
                  <a:spcPct val="20000"/>
                </a:spcBef>
                <a:defRPr/>
              </a:pPr>
              <a:endParaRPr lang="en-GB" sz="1200" dirty="0">
                <a:cs typeface="Arial" pitchFamily="34" charset="0"/>
              </a:endParaRPr>
            </a:p>
          </p:txBody>
        </p:sp>
      </p:grpSp>
      <p:grpSp>
        <p:nvGrpSpPr>
          <p:cNvPr id="58" name="Group 27"/>
          <p:cNvGrpSpPr>
            <a:grpSpLocks/>
          </p:cNvGrpSpPr>
          <p:nvPr/>
        </p:nvGrpSpPr>
        <p:grpSpPr bwMode="auto">
          <a:xfrm>
            <a:off x="3413279" y="2558198"/>
            <a:ext cx="1540282" cy="1310474"/>
            <a:chOff x="2260" y="1948"/>
            <a:chExt cx="1097" cy="933"/>
          </a:xfrm>
          <a:solidFill>
            <a:schemeClr val="accent1"/>
          </a:solidFill>
        </p:grpSpPr>
        <p:sp>
          <p:nvSpPr>
            <p:cNvPr id="62" name="Arc 28"/>
            <p:cNvSpPr>
              <a:spLocks/>
            </p:cNvSpPr>
            <p:nvPr/>
          </p:nvSpPr>
          <p:spPr bwMode="auto">
            <a:xfrm>
              <a:off x="2260" y="1948"/>
              <a:ext cx="1096" cy="932"/>
            </a:xfrm>
            <a:custGeom>
              <a:avLst/>
              <a:gdLst>
                <a:gd name="T0" fmla="*/ 0 w 20543"/>
                <a:gd name="T1" fmla="*/ 0 h 17475"/>
                <a:gd name="T2" fmla="*/ 0 w 20543"/>
                <a:gd name="T3" fmla="*/ 0 h 17475"/>
                <a:gd name="T4" fmla="*/ 0 w 20543"/>
                <a:gd name="T5" fmla="*/ 0 h 17475"/>
                <a:gd name="T6" fmla="*/ 0 60000 65536"/>
                <a:gd name="T7" fmla="*/ 0 60000 65536"/>
                <a:gd name="T8" fmla="*/ 0 60000 65536"/>
                <a:gd name="T9" fmla="*/ 0 w 20543"/>
                <a:gd name="T10" fmla="*/ 0 h 17475"/>
                <a:gd name="T11" fmla="*/ 20543 w 20543"/>
                <a:gd name="T12" fmla="*/ 17475 h 17475"/>
              </a:gdLst>
              <a:ahLst/>
              <a:cxnLst>
                <a:cxn ang="T6">
                  <a:pos x="T0" y="T1"/>
                </a:cxn>
                <a:cxn ang="T7">
                  <a:pos x="T2" y="T3"/>
                </a:cxn>
                <a:cxn ang="T8">
                  <a:pos x="T4" y="T5"/>
                </a:cxn>
              </a:cxnLst>
              <a:rect l="T9" t="T10" r="T11" b="T12"/>
              <a:pathLst>
                <a:path w="20543" h="17475" fill="none" extrusionOk="0">
                  <a:moveTo>
                    <a:pt x="0" y="10800"/>
                  </a:moveTo>
                  <a:cubicBezTo>
                    <a:pt x="1409" y="6461"/>
                    <a:pt x="4156" y="2681"/>
                    <a:pt x="7847" y="0"/>
                  </a:cubicBezTo>
                </a:path>
                <a:path w="20543" h="17475" stroke="0" extrusionOk="0">
                  <a:moveTo>
                    <a:pt x="0" y="10800"/>
                  </a:moveTo>
                  <a:cubicBezTo>
                    <a:pt x="1409" y="6461"/>
                    <a:pt x="4156" y="2681"/>
                    <a:pt x="7847" y="0"/>
                  </a:cubicBezTo>
                  <a:lnTo>
                    <a:pt x="20543" y="17475"/>
                  </a:lnTo>
                  <a:close/>
                </a:path>
              </a:pathLst>
            </a:custGeom>
            <a:grpFill/>
            <a:ln w="12700">
              <a:solidFill>
                <a:schemeClr val="bg1"/>
              </a:solidFill>
              <a:round/>
              <a:headEnd/>
              <a:tailEnd/>
            </a:ln>
          </p:spPr>
          <p:txBody>
            <a:bodyPr lIns="37148" tIns="36116" rIns="594360" bIns="222885" anchor="ctr"/>
            <a:lstStyle/>
            <a:p>
              <a:pPr algn="ctr" eaLnBrk="1" hangingPunct="1">
                <a:spcBef>
                  <a:spcPct val="20000"/>
                </a:spcBef>
                <a:defRPr/>
              </a:pPr>
              <a:r>
                <a:rPr lang="en-GB" sz="1200" dirty="0">
                  <a:cs typeface="Arial" pitchFamily="34" charset="0"/>
                </a:rPr>
                <a:t>Text</a:t>
              </a:r>
            </a:p>
          </p:txBody>
        </p:sp>
        <p:sp>
          <p:nvSpPr>
            <p:cNvPr id="63" name="Freeform 62"/>
            <p:cNvSpPr>
              <a:spLocks/>
            </p:cNvSpPr>
            <p:nvPr/>
          </p:nvSpPr>
          <p:spPr bwMode="auto">
            <a:xfrm>
              <a:off x="2260" y="1948"/>
              <a:ext cx="1097" cy="933"/>
            </a:xfrm>
            <a:custGeom>
              <a:avLst/>
              <a:gdLst>
                <a:gd name="T0" fmla="*/ 0 w 1097"/>
                <a:gd name="T1" fmla="*/ 576 h 933"/>
                <a:gd name="T2" fmla="*/ 1096 w 1097"/>
                <a:gd name="T3" fmla="*/ 932 h 933"/>
                <a:gd name="T4" fmla="*/ 419 w 1097"/>
                <a:gd name="T5" fmla="*/ 0 h 933"/>
                <a:gd name="T6" fmla="*/ 0 60000 65536"/>
                <a:gd name="T7" fmla="*/ 0 60000 65536"/>
                <a:gd name="T8" fmla="*/ 0 60000 65536"/>
                <a:gd name="T9" fmla="*/ 0 w 1097"/>
                <a:gd name="T10" fmla="*/ 0 h 933"/>
                <a:gd name="T11" fmla="*/ 1097 w 1097"/>
                <a:gd name="T12" fmla="*/ 933 h 933"/>
              </a:gdLst>
              <a:ahLst/>
              <a:cxnLst>
                <a:cxn ang="T6">
                  <a:pos x="T0" y="T1"/>
                </a:cxn>
                <a:cxn ang="T7">
                  <a:pos x="T2" y="T3"/>
                </a:cxn>
                <a:cxn ang="T8">
                  <a:pos x="T4" y="T5"/>
                </a:cxn>
              </a:cxnLst>
              <a:rect l="T9" t="T10" r="T11" b="T12"/>
              <a:pathLst>
                <a:path w="1097" h="933">
                  <a:moveTo>
                    <a:pt x="0" y="576"/>
                  </a:moveTo>
                  <a:lnTo>
                    <a:pt x="1096" y="932"/>
                  </a:lnTo>
                  <a:lnTo>
                    <a:pt x="419" y="0"/>
                  </a:lnTo>
                </a:path>
              </a:pathLst>
            </a:custGeom>
            <a:noFill/>
            <a:ln w="12700">
              <a:solidFill>
                <a:schemeClr val="bg1"/>
              </a:solidFill>
              <a:round/>
              <a:headEnd/>
              <a:tailEnd/>
            </a:ln>
          </p:spPr>
          <p:txBody>
            <a:bodyPr lIns="36116" tIns="36116" rIns="36116" bIns="36116" anchor="ctr"/>
            <a:lstStyle/>
            <a:p>
              <a:pPr algn="ctr" eaLnBrk="1" hangingPunct="1">
                <a:spcBef>
                  <a:spcPct val="20000"/>
                </a:spcBef>
                <a:defRPr/>
              </a:pPr>
              <a:endParaRPr lang="en-GB" sz="1200" dirty="0">
                <a:cs typeface="Arial" pitchFamily="34" charset="0"/>
              </a:endParaRPr>
            </a:p>
          </p:txBody>
        </p:sp>
      </p:grpSp>
      <p:grpSp>
        <p:nvGrpSpPr>
          <p:cNvPr id="59" name="Group 30"/>
          <p:cNvGrpSpPr>
            <a:grpSpLocks/>
          </p:cNvGrpSpPr>
          <p:nvPr/>
        </p:nvGrpSpPr>
        <p:grpSpPr bwMode="auto">
          <a:xfrm>
            <a:off x="4001819" y="2248794"/>
            <a:ext cx="951747" cy="1619876"/>
            <a:chOff x="2679" y="1728"/>
            <a:chExt cx="678" cy="1153"/>
          </a:xfrm>
          <a:solidFill>
            <a:schemeClr val="accent1"/>
          </a:solidFill>
        </p:grpSpPr>
        <p:sp>
          <p:nvSpPr>
            <p:cNvPr id="60" name="Arc 31"/>
            <p:cNvSpPr>
              <a:spLocks/>
            </p:cNvSpPr>
            <p:nvPr/>
          </p:nvSpPr>
          <p:spPr bwMode="auto">
            <a:xfrm>
              <a:off x="2679" y="1728"/>
              <a:ext cx="677" cy="1152"/>
            </a:xfrm>
            <a:custGeom>
              <a:avLst/>
              <a:gdLst>
                <a:gd name="T0" fmla="*/ 0 w 12696"/>
                <a:gd name="T1" fmla="*/ 0 h 21600"/>
                <a:gd name="T2" fmla="*/ 0 w 12696"/>
                <a:gd name="T3" fmla="*/ 0 h 21600"/>
                <a:gd name="T4" fmla="*/ 0 w 12696"/>
                <a:gd name="T5" fmla="*/ 0 h 21600"/>
                <a:gd name="T6" fmla="*/ 0 60000 65536"/>
                <a:gd name="T7" fmla="*/ 0 60000 65536"/>
                <a:gd name="T8" fmla="*/ 0 60000 65536"/>
                <a:gd name="T9" fmla="*/ 0 w 12696"/>
                <a:gd name="T10" fmla="*/ 0 h 21600"/>
                <a:gd name="T11" fmla="*/ 12696 w 12696"/>
                <a:gd name="T12" fmla="*/ 21600 h 21600"/>
              </a:gdLst>
              <a:ahLst/>
              <a:cxnLst>
                <a:cxn ang="T6">
                  <a:pos x="T0" y="T1"/>
                </a:cxn>
                <a:cxn ang="T7">
                  <a:pos x="T2" y="T3"/>
                </a:cxn>
                <a:cxn ang="T8">
                  <a:pos x="T4" y="T5"/>
                </a:cxn>
              </a:cxnLst>
              <a:rect l="T9" t="T10" r="T11" b="T12"/>
              <a:pathLst>
                <a:path w="12696" h="21600" fill="none" extrusionOk="0">
                  <a:moveTo>
                    <a:pt x="0" y="4125"/>
                  </a:moveTo>
                  <a:cubicBezTo>
                    <a:pt x="3690" y="1444"/>
                    <a:pt x="8134" y="0"/>
                    <a:pt x="12695" y="0"/>
                  </a:cubicBezTo>
                </a:path>
                <a:path w="12696" h="21600" stroke="0" extrusionOk="0">
                  <a:moveTo>
                    <a:pt x="0" y="4125"/>
                  </a:moveTo>
                  <a:cubicBezTo>
                    <a:pt x="3690" y="1444"/>
                    <a:pt x="8134" y="0"/>
                    <a:pt x="12695" y="0"/>
                  </a:cubicBezTo>
                  <a:lnTo>
                    <a:pt x="12696" y="21600"/>
                  </a:lnTo>
                  <a:close/>
                </a:path>
              </a:pathLst>
            </a:custGeom>
            <a:grpFill/>
            <a:ln w="12700">
              <a:solidFill>
                <a:schemeClr val="bg1"/>
              </a:solidFill>
              <a:round/>
              <a:headEnd/>
              <a:tailEnd/>
            </a:ln>
          </p:spPr>
          <p:txBody>
            <a:bodyPr lIns="222885" tIns="37148" rIns="36116" bIns="817245" anchor="ctr"/>
            <a:lstStyle/>
            <a:p>
              <a:pPr algn="ctr" eaLnBrk="1" hangingPunct="1">
                <a:spcBef>
                  <a:spcPct val="20000"/>
                </a:spcBef>
                <a:defRPr/>
              </a:pPr>
              <a:r>
                <a:rPr lang="en-GB" sz="975" dirty="0">
                  <a:cs typeface="Arial" pitchFamily="34" charset="0"/>
                </a:rPr>
                <a:t>Text</a:t>
              </a:r>
            </a:p>
          </p:txBody>
        </p:sp>
        <p:sp>
          <p:nvSpPr>
            <p:cNvPr id="61" name="Freeform 60"/>
            <p:cNvSpPr>
              <a:spLocks/>
            </p:cNvSpPr>
            <p:nvPr/>
          </p:nvSpPr>
          <p:spPr bwMode="auto">
            <a:xfrm>
              <a:off x="2679" y="1728"/>
              <a:ext cx="678" cy="1153"/>
            </a:xfrm>
            <a:custGeom>
              <a:avLst/>
              <a:gdLst>
                <a:gd name="T0" fmla="*/ 0 w 678"/>
                <a:gd name="T1" fmla="*/ 220 h 1153"/>
                <a:gd name="T2" fmla="*/ 677 w 678"/>
                <a:gd name="T3" fmla="*/ 1152 h 1153"/>
                <a:gd name="T4" fmla="*/ 677 w 678"/>
                <a:gd name="T5" fmla="*/ 0 h 1153"/>
                <a:gd name="T6" fmla="*/ 0 60000 65536"/>
                <a:gd name="T7" fmla="*/ 0 60000 65536"/>
                <a:gd name="T8" fmla="*/ 0 60000 65536"/>
                <a:gd name="T9" fmla="*/ 0 w 678"/>
                <a:gd name="T10" fmla="*/ 0 h 1153"/>
                <a:gd name="T11" fmla="*/ 678 w 678"/>
                <a:gd name="T12" fmla="*/ 1153 h 1153"/>
              </a:gdLst>
              <a:ahLst/>
              <a:cxnLst>
                <a:cxn ang="T6">
                  <a:pos x="T0" y="T1"/>
                </a:cxn>
                <a:cxn ang="T7">
                  <a:pos x="T2" y="T3"/>
                </a:cxn>
                <a:cxn ang="T8">
                  <a:pos x="T4" y="T5"/>
                </a:cxn>
              </a:cxnLst>
              <a:rect l="T9" t="T10" r="T11" b="T12"/>
              <a:pathLst>
                <a:path w="678" h="1153">
                  <a:moveTo>
                    <a:pt x="0" y="220"/>
                  </a:moveTo>
                  <a:lnTo>
                    <a:pt x="677" y="1152"/>
                  </a:lnTo>
                  <a:lnTo>
                    <a:pt x="677" y="0"/>
                  </a:lnTo>
                </a:path>
              </a:pathLst>
            </a:custGeom>
            <a:noFill/>
            <a:ln w="12700">
              <a:solidFill>
                <a:schemeClr val="bg1"/>
              </a:solidFill>
              <a:round/>
              <a:headEnd/>
              <a:tailEnd/>
            </a:ln>
          </p:spPr>
          <p:txBody>
            <a:bodyPr lIns="36116" tIns="36116" rIns="36116" bIns="36116" anchor="ctr"/>
            <a:lstStyle/>
            <a:p>
              <a:pPr algn="ctr" eaLnBrk="1" hangingPunct="1">
                <a:spcBef>
                  <a:spcPct val="20000"/>
                </a:spcBef>
                <a:defRPr/>
              </a:pPr>
              <a:endParaRPr lang="en-GB" sz="975" dirty="0">
                <a:cs typeface="Arial" pitchFamily="34" charset="0"/>
              </a:endParaRPr>
            </a:p>
          </p:txBody>
        </p:sp>
      </p:grpSp>
      <p:sp>
        <p:nvSpPr>
          <p:cNvPr id="80" name="Oval 79"/>
          <p:cNvSpPr>
            <a:spLocks noChangeArrowheads="1"/>
          </p:cNvSpPr>
          <p:nvPr/>
        </p:nvSpPr>
        <p:spPr bwMode="auto">
          <a:xfrm>
            <a:off x="4142436" y="3057212"/>
            <a:ext cx="1618754" cy="1617633"/>
          </a:xfrm>
          <a:prstGeom prst="ellipse">
            <a:avLst/>
          </a:prstGeom>
          <a:solidFill>
            <a:schemeClr val="tx1"/>
          </a:solidFill>
          <a:ln w="57150">
            <a:solidFill>
              <a:schemeClr val="bg1"/>
            </a:solidFill>
            <a:round/>
            <a:headEnd/>
            <a:tailEnd/>
          </a:ln>
        </p:spPr>
        <p:txBody>
          <a:bodyPr lIns="36116" tIns="36116" rIns="36116" bIns="36116" anchor="ctr"/>
          <a:lstStyle/>
          <a:p>
            <a:pPr algn="ctr" eaLnBrk="1" hangingPunct="1">
              <a:lnSpc>
                <a:spcPct val="95000"/>
              </a:lnSpc>
              <a:spcBef>
                <a:spcPct val="20000"/>
              </a:spcBef>
              <a:spcAft>
                <a:spcPct val="37000"/>
              </a:spcAft>
              <a:defRPr/>
            </a:pPr>
            <a:r>
              <a:rPr lang="en-GB" sz="1200" dirty="0">
                <a:solidFill>
                  <a:schemeClr val="bg1"/>
                </a:solidFill>
                <a:ea typeface="ＭＳ Ｐゴシック" pitchFamily="50" charset="-128"/>
                <a:cs typeface="Arial" pitchFamily="34" charset="0"/>
              </a:rPr>
              <a:t>Text</a:t>
            </a:r>
          </a:p>
        </p:txBody>
      </p:sp>
    </p:spTree>
    <p:extLst>
      <p:ext uri="{BB962C8B-B14F-4D97-AF65-F5344CB8AC3E}">
        <p14:creationId xmlns:p14="http://schemas.microsoft.com/office/powerpoint/2010/main" val="4151701569"/>
      </p:ext>
    </p:extLst>
  </p:cSld>
  <p:clrMapOvr>
    <a:masterClrMapping/>
  </p:clrMapOvr>
  <p:transition>
    <p:fade/>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A1325557-87E0-4431-8D62-D514AA12D01C}"/>
              </a:ext>
            </a:extLst>
          </p:cNvPr>
          <p:cNvSpPr>
            <a:spLocks noGrp="1"/>
          </p:cNvSpPr>
          <p:nvPr>
            <p:ph sz="quarter" idx="10"/>
          </p:nvPr>
        </p:nvSpPr>
        <p:spPr/>
        <p:txBody>
          <a:bodyPr lIns="0"/>
          <a:lstStyle/>
          <a:p>
            <a:r>
              <a:rPr lang="en-US" dirty="0"/>
              <a:t>Chart title</a:t>
            </a:r>
          </a:p>
        </p:txBody>
      </p:sp>
      <p:sp>
        <p:nvSpPr>
          <p:cNvPr id="9" name="Text Placeholder 8">
            <a:extLst>
              <a:ext uri="{FF2B5EF4-FFF2-40B4-BE49-F238E27FC236}">
                <a16:creationId xmlns:a16="http://schemas.microsoft.com/office/drawing/2014/main" id="{989AD9BA-64EB-4F6A-B07E-38844AB7E1E4}"/>
              </a:ext>
            </a:extLst>
          </p:cNvPr>
          <p:cNvSpPr>
            <a:spLocks noGrp="1"/>
          </p:cNvSpPr>
          <p:nvPr>
            <p:ph sz="quarter" idx="20"/>
          </p:nvPr>
        </p:nvSpPr>
        <p:spPr/>
        <p:txBody>
          <a:bodyPr/>
          <a:lstStyle/>
          <a:p>
            <a:r>
              <a:rPr lang="en-US" sz="1200" dirty="0"/>
              <a:t>Chart title</a:t>
            </a:r>
          </a:p>
        </p:txBody>
      </p:sp>
      <p:sp>
        <p:nvSpPr>
          <p:cNvPr id="5" name="Text Placeholder 4"/>
          <p:cNvSpPr>
            <a:spLocks noGrp="1"/>
          </p:cNvSpPr>
          <p:nvPr>
            <p:ph type="body" sz="quarter" idx="13"/>
          </p:nvPr>
        </p:nvSpPr>
        <p:spPr/>
        <p:txBody>
          <a:bodyPr/>
          <a:lstStyle/>
          <a:p>
            <a:r>
              <a:rPr lang="en-US"/>
              <a:t>Matrices</a:t>
            </a:r>
            <a:endParaRPr lang="en-US" dirty="0"/>
          </a:p>
        </p:txBody>
      </p:sp>
      <p:sp>
        <p:nvSpPr>
          <p:cNvPr id="691201" name="Title 1"/>
          <p:cNvSpPr>
            <a:spLocks noGrp="1"/>
          </p:cNvSpPr>
          <p:nvPr>
            <p:ph type="title"/>
          </p:nvPr>
        </p:nvSpPr>
        <p:spPr/>
        <p:txBody>
          <a:bodyPr/>
          <a:lstStyle/>
          <a:p>
            <a:r>
              <a:rPr lang="en-US"/>
              <a:t>Boxes</a:t>
            </a:r>
            <a:endParaRPr lang="en-US" dirty="0"/>
          </a:p>
        </p:txBody>
      </p:sp>
      <p:grpSp>
        <p:nvGrpSpPr>
          <p:cNvPr id="2" name="Group 1">
            <a:extLst>
              <a:ext uri="{FF2B5EF4-FFF2-40B4-BE49-F238E27FC236}">
                <a16:creationId xmlns:a16="http://schemas.microsoft.com/office/drawing/2014/main" id="{8EB68819-1B5C-4341-A88E-73673E238A39}"/>
              </a:ext>
            </a:extLst>
          </p:cNvPr>
          <p:cNvGrpSpPr>
            <a:grpSpLocks noChangeAspect="1"/>
          </p:cNvGrpSpPr>
          <p:nvPr/>
        </p:nvGrpSpPr>
        <p:grpSpPr>
          <a:xfrm>
            <a:off x="422680" y="2288339"/>
            <a:ext cx="4086225" cy="3125527"/>
            <a:chOff x="1821827" y="2026695"/>
            <a:chExt cx="4104553" cy="3139547"/>
          </a:xfrm>
        </p:grpSpPr>
        <p:grpSp>
          <p:nvGrpSpPr>
            <p:cNvPr id="38" name="Group 3"/>
            <p:cNvGrpSpPr>
              <a:grpSpLocks/>
            </p:cNvGrpSpPr>
            <p:nvPr/>
          </p:nvGrpSpPr>
          <p:grpSpPr bwMode="auto">
            <a:xfrm>
              <a:off x="2634541" y="2026695"/>
              <a:ext cx="3291839" cy="2820988"/>
              <a:chOff x="470" y="1382"/>
              <a:chExt cx="2515" cy="1777"/>
            </a:xfrm>
            <a:solidFill>
              <a:schemeClr val="accent1"/>
            </a:solidFill>
          </p:grpSpPr>
          <p:sp>
            <p:nvSpPr>
              <p:cNvPr id="39" name="Rectangle 4"/>
              <p:cNvSpPr>
                <a:spLocks noChangeArrowheads="1"/>
              </p:cNvSpPr>
              <p:nvPr/>
            </p:nvSpPr>
            <p:spPr bwMode="auto">
              <a:xfrm>
                <a:off x="1727" y="2271"/>
                <a:ext cx="1258" cy="888"/>
              </a:xfrm>
              <a:prstGeom prst="rect">
                <a:avLst/>
              </a:prstGeom>
              <a:solidFill>
                <a:schemeClr val="accent3"/>
              </a:solidFill>
              <a:ln w="9525">
                <a:solidFill>
                  <a:schemeClr val="bg1"/>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sp>
            <p:nvSpPr>
              <p:cNvPr id="40" name="Rectangle 5"/>
              <p:cNvSpPr>
                <a:spLocks noChangeArrowheads="1"/>
              </p:cNvSpPr>
              <p:nvPr/>
            </p:nvSpPr>
            <p:spPr bwMode="auto">
              <a:xfrm>
                <a:off x="470" y="2271"/>
                <a:ext cx="1257" cy="888"/>
              </a:xfrm>
              <a:prstGeom prst="rect">
                <a:avLst/>
              </a:prstGeom>
              <a:solidFill>
                <a:schemeClr val="accent3"/>
              </a:solidFill>
              <a:ln w="9525" algn="ctr">
                <a:solidFill>
                  <a:schemeClr val="bg1"/>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sp>
            <p:nvSpPr>
              <p:cNvPr id="41" name="Rectangle 6"/>
              <p:cNvSpPr>
                <a:spLocks noChangeArrowheads="1"/>
              </p:cNvSpPr>
              <p:nvPr/>
            </p:nvSpPr>
            <p:spPr bwMode="auto">
              <a:xfrm>
                <a:off x="470" y="1382"/>
                <a:ext cx="1257" cy="888"/>
              </a:xfrm>
              <a:prstGeom prst="rect">
                <a:avLst/>
              </a:prstGeom>
              <a:solidFill>
                <a:schemeClr val="accent3"/>
              </a:solidFill>
              <a:ln w="9525" algn="ctr">
                <a:solidFill>
                  <a:srgbClr val="FFFFFF"/>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sp>
            <p:nvSpPr>
              <p:cNvPr id="42" name="Rectangle 7"/>
              <p:cNvSpPr>
                <a:spLocks noChangeArrowheads="1"/>
              </p:cNvSpPr>
              <p:nvPr/>
            </p:nvSpPr>
            <p:spPr bwMode="auto">
              <a:xfrm>
                <a:off x="1727" y="1382"/>
                <a:ext cx="1258" cy="888"/>
              </a:xfrm>
              <a:prstGeom prst="rect">
                <a:avLst/>
              </a:prstGeom>
              <a:solidFill>
                <a:schemeClr val="accent3"/>
              </a:solidFill>
              <a:ln w="9525" algn="ctr">
                <a:solidFill>
                  <a:srgbClr val="FFFFFF"/>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grpSp>
        <p:sp>
          <p:nvSpPr>
            <p:cNvPr id="43" name="Text Box 8"/>
            <p:cNvSpPr txBox="1">
              <a:spLocks noChangeAspect="1" noChangeArrowheads="1"/>
            </p:cNvSpPr>
            <p:nvPr/>
          </p:nvSpPr>
          <p:spPr bwMode="auto">
            <a:xfrm>
              <a:off x="1821827" y="3359901"/>
              <a:ext cx="671591" cy="154578"/>
            </a:xfrm>
            <a:prstGeom prst="rect">
              <a:avLst/>
            </a:prstGeom>
            <a:noFill/>
            <a:ln w="9525">
              <a:noFill/>
              <a:miter lim="800000"/>
              <a:headEnd/>
              <a:tailEnd/>
            </a:ln>
          </p:spPr>
          <p:txBody>
            <a:bodyPr wrap="square" lIns="0" tIns="0" rIns="0" bIns="0" anchor="ctr" anchorCtr="0">
              <a:spAutoFit/>
            </a:bodyPr>
            <a:lstStyle/>
            <a:p>
              <a:pPr algn="ctr" eaLnBrk="1" hangingPunct="1">
                <a:spcBef>
                  <a:spcPct val="20000"/>
                </a:spcBef>
              </a:pPr>
              <a:r>
                <a:rPr lang="en-GB" sz="1000" dirty="0">
                  <a:latin typeface="Aptos" panose="020B0004020202020204" pitchFamily="34" charset="0"/>
                  <a:ea typeface="ＭＳ Ｐゴシック" charset="-128"/>
                  <a:cs typeface="Arial" pitchFamily="34" charset="0"/>
                </a:rPr>
                <a:t>Vertical axis</a:t>
              </a:r>
            </a:p>
          </p:txBody>
        </p:sp>
        <p:sp>
          <p:nvSpPr>
            <p:cNvPr id="45" name="Text Box 9"/>
            <p:cNvSpPr txBox="1">
              <a:spLocks noChangeAspect="1" noChangeArrowheads="1"/>
            </p:cNvSpPr>
            <p:nvPr/>
          </p:nvSpPr>
          <p:spPr bwMode="auto">
            <a:xfrm>
              <a:off x="2337447" y="2072517"/>
              <a:ext cx="256021" cy="154578"/>
            </a:xfrm>
            <a:prstGeom prst="rect">
              <a:avLst/>
            </a:prstGeom>
            <a:noFill/>
            <a:ln w="9525">
              <a:noFill/>
              <a:miter lim="800000"/>
              <a:headEnd/>
              <a:tailEnd/>
            </a:ln>
          </p:spPr>
          <p:txBody>
            <a:bodyPr wrap="none" lIns="0" tIns="0" rIns="0" bIns="0" anchor="ctr" anchorCtr="0">
              <a:spAutoFit/>
            </a:bodyPr>
            <a:lstStyle/>
            <a:p>
              <a:pPr algn="r" eaLnBrk="1" hangingPunct="1">
                <a:spcBef>
                  <a:spcPct val="20000"/>
                </a:spcBef>
              </a:pPr>
              <a:r>
                <a:rPr lang="en-GB" sz="1000" i="1" dirty="0">
                  <a:latin typeface="Aptos" panose="020B0004020202020204" pitchFamily="34" charset="0"/>
                  <a:ea typeface="ＭＳ Ｐゴシック" charset="-128"/>
                  <a:cs typeface="Arial" pitchFamily="34" charset="0"/>
                </a:rPr>
                <a:t>High</a:t>
              </a:r>
            </a:p>
          </p:txBody>
        </p:sp>
        <p:sp>
          <p:nvSpPr>
            <p:cNvPr id="46" name="Text Box 10"/>
            <p:cNvSpPr txBox="1">
              <a:spLocks noChangeAspect="1" noChangeArrowheads="1"/>
            </p:cNvSpPr>
            <p:nvPr/>
          </p:nvSpPr>
          <p:spPr bwMode="auto">
            <a:xfrm>
              <a:off x="2627373" y="4903027"/>
              <a:ext cx="318819" cy="154578"/>
            </a:xfrm>
            <a:prstGeom prst="rect">
              <a:avLst/>
            </a:prstGeom>
            <a:noFill/>
            <a:ln w="9525">
              <a:noFill/>
              <a:miter lim="800000"/>
              <a:headEnd/>
              <a:tailEnd/>
            </a:ln>
          </p:spPr>
          <p:txBody>
            <a:bodyPr wrap="none" lIns="0" tIns="0" rIns="0" bIns="0" anchor="ctr" anchorCtr="0">
              <a:spAutoFit/>
            </a:bodyPr>
            <a:lstStyle/>
            <a:p>
              <a:pPr eaLnBrk="1" hangingPunct="1">
                <a:spcBef>
                  <a:spcPct val="20000"/>
                </a:spcBef>
              </a:pPr>
              <a:r>
                <a:rPr lang="en-GB" sz="1000" i="1" dirty="0">
                  <a:latin typeface="Aptos" panose="020B0004020202020204" pitchFamily="34" charset="0"/>
                  <a:ea typeface="ＭＳ Ｐゴシック" charset="-128"/>
                  <a:cs typeface="Arial" pitchFamily="34" charset="0"/>
                </a:rPr>
                <a:t>Small</a:t>
              </a:r>
            </a:p>
          </p:txBody>
        </p:sp>
        <p:sp>
          <p:nvSpPr>
            <p:cNvPr id="47" name="Text Box 11"/>
            <p:cNvSpPr txBox="1">
              <a:spLocks noChangeAspect="1" noChangeArrowheads="1"/>
            </p:cNvSpPr>
            <p:nvPr/>
          </p:nvSpPr>
          <p:spPr bwMode="auto">
            <a:xfrm>
              <a:off x="3758968" y="5011664"/>
              <a:ext cx="1042987" cy="154578"/>
            </a:xfrm>
            <a:prstGeom prst="rect">
              <a:avLst/>
            </a:prstGeom>
            <a:noFill/>
            <a:ln w="9525">
              <a:noFill/>
              <a:miter lim="800000"/>
              <a:headEnd/>
              <a:tailEnd/>
            </a:ln>
          </p:spPr>
          <p:txBody>
            <a:bodyPr lIns="0" tIns="0" rIns="0" bIns="0" anchor="ctr" anchorCtr="0">
              <a:spAutoFit/>
            </a:bodyPr>
            <a:lstStyle/>
            <a:p>
              <a:pPr algn="ctr" eaLnBrk="1" hangingPunct="1">
                <a:spcBef>
                  <a:spcPct val="20000"/>
                </a:spcBef>
              </a:pPr>
              <a:r>
                <a:rPr lang="en-GB" sz="1000" dirty="0">
                  <a:latin typeface="Aptos" panose="020B0004020202020204" pitchFamily="34" charset="0"/>
                  <a:ea typeface="ＭＳ Ｐゴシック" charset="-128"/>
                  <a:cs typeface="Arial" pitchFamily="34" charset="0"/>
                </a:rPr>
                <a:t>Horizontal axis</a:t>
              </a:r>
            </a:p>
          </p:txBody>
        </p:sp>
        <p:sp>
          <p:nvSpPr>
            <p:cNvPr id="48" name="Text Box 12"/>
            <p:cNvSpPr txBox="1">
              <a:spLocks noChangeAspect="1" noChangeArrowheads="1"/>
            </p:cNvSpPr>
            <p:nvPr/>
          </p:nvSpPr>
          <p:spPr bwMode="auto">
            <a:xfrm>
              <a:off x="2364825" y="4643024"/>
              <a:ext cx="228648" cy="154578"/>
            </a:xfrm>
            <a:prstGeom prst="rect">
              <a:avLst/>
            </a:prstGeom>
            <a:noFill/>
            <a:ln w="9525">
              <a:noFill/>
              <a:miter lim="800000"/>
              <a:headEnd/>
              <a:tailEnd/>
            </a:ln>
          </p:spPr>
          <p:txBody>
            <a:bodyPr wrap="none" lIns="0" tIns="0" rIns="0" bIns="0" anchor="ctr" anchorCtr="0">
              <a:spAutoFit/>
            </a:bodyPr>
            <a:lstStyle/>
            <a:p>
              <a:pPr algn="r" eaLnBrk="1" hangingPunct="1">
                <a:spcBef>
                  <a:spcPct val="20000"/>
                </a:spcBef>
              </a:pPr>
              <a:r>
                <a:rPr lang="en-GB" sz="1000" i="1" dirty="0">
                  <a:latin typeface="Aptos" panose="020B0004020202020204" pitchFamily="34" charset="0"/>
                  <a:ea typeface="ＭＳ Ｐゴシック" charset="-128"/>
                  <a:cs typeface="Arial" pitchFamily="34" charset="0"/>
                </a:rPr>
                <a:t>Low</a:t>
              </a:r>
            </a:p>
          </p:txBody>
        </p:sp>
        <p:sp>
          <p:nvSpPr>
            <p:cNvPr id="49" name="Text Box 13"/>
            <p:cNvSpPr txBox="1">
              <a:spLocks noChangeAspect="1" noChangeArrowheads="1"/>
            </p:cNvSpPr>
            <p:nvPr/>
          </p:nvSpPr>
          <p:spPr bwMode="auto">
            <a:xfrm>
              <a:off x="5618833" y="4903031"/>
              <a:ext cx="307547" cy="154578"/>
            </a:xfrm>
            <a:prstGeom prst="rect">
              <a:avLst/>
            </a:prstGeom>
            <a:noFill/>
            <a:ln w="9525">
              <a:noFill/>
              <a:miter lim="800000"/>
              <a:headEnd/>
              <a:tailEnd/>
            </a:ln>
          </p:spPr>
          <p:txBody>
            <a:bodyPr wrap="none" lIns="0" tIns="0" rIns="0" bIns="0" anchor="ctr" anchorCtr="0">
              <a:spAutoFit/>
            </a:bodyPr>
            <a:lstStyle/>
            <a:p>
              <a:pPr algn="r" eaLnBrk="1" hangingPunct="1">
                <a:spcBef>
                  <a:spcPct val="20000"/>
                </a:spcBef>
              </a:pPr>
              <a:r>
                <a:rPr lang="en-GB" sz="1000" i="1" dirty="0">
                  <a:latin typeface="Aptos" panose="020B0004020202020204" pitchFamily="34" charset="0"/>
                  <a:ea typeface="ＭＳ Ｐゴシック" charset="-128"/>
                  <a:cs typeface="Arial" pitchFamily="34" charset="0"/>
                </a:rPr>
                <a:t>Large</a:t>
              </a:r>
            </a:p>
          </p:txBody>
        </p:sp>
      </p:grpSp>
      <p:grpSp>
        <p:nvGrpSpPr>
          <p:cNvPr id="3" name="Group 2">
            <a:extLst>
              <a:ext uri="{FF2B5EF4-FFF2-40B4-BE49-F238E27FC236}">
                <a16:creationId xmlns:a16="http://schemas.microsoft.com/office/drawing/2014/main" id="{4844D706-E808-4334-B7DD-EE6FF52832B5}"/>
              </a:ext>
            </a:extLst>
          </p:cNvPr>
          <p:cNvGrpSpPr>
            <a:grpSpLocks/>
          </p:cNvGrpSpPr>
          <p:nvPr/>
        </p:nvGrpSpPr>
        <p:grpSpPr>
          <a:xfrm>
            <a:off x="5017468" y="2288338"/>
            <a:ext cx="4086225" cy="3127945"/>
            <a:chOff x="6165071" y="2025108"/>
            <a:chExt cx="4109229" cy="3132977"/>
          </a:xfrm>
        </p:grpSpPr>
        <p:grpSp>
          <p:nvGrpSpPr>
            <p:cNvPr id="50" name="Group 44"/>
            <p:cNvGrpSpPr>
              <a:grpSpLocks/>
            </p:cNvGrpSpPr>
            <p:nvPr/>
          </p:nvGrpSpPr>
          <p:grpSpPr bwMode="auto">
            <a:xfrm>
              <a:off x="6982460" y="2025108"/>
              <a:ext cx="3291840" cy="2822575"/>
              <a:chOff x="5505152" y="2133600"/>
              <a:chExt cx="3992563" cy="2881313"/>
            </a:xfrm>
            <a:solidFill>
              <a:schemeClr val="accent1"/>
            </a:solidFill>
          </p:grpSpPr>
          <p:sp>
            <p:nvSpPr>
              <p:cNvPr id="51" name="Rectangle 21"/>
              <p:cNvSpPr>
                <a:spLocks noChangeArrowheads="1"/>
              </p:cNvSpPr>
              <p:nvPr/>
            </p:nvSpPr>
            <p:spPr bwMode="auto">
              <a:xfrm>
                <a:off x="6834286" y="4040970"/>
                <a:ext cx="1330854" cy="973943"/>
              </a:xfrm>
              <a:prstGeom prst="rect">
                <a:avLst/>
              </a:prstGeom>
              <a:solidFill>
                <a:schemeClr val="accent3"/>
              </a:solidFill>
              <a:ln w="9525">
                <a:solidFill>
                  <a:schemeClr val="bg1"/>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sp>
            <p:nvSpPr>
              <p:cNvPr id="52" name="Rectangle 22"/>
              <p:cNvSpPr>
                <a:spLocks noChangeArrowheads="1"/>
              </p:cNvSpPr>
              <p:nvPr/>
            </p:nvSpPr>
            <p:spPr bwMode="auto">
              <a:xfrm>
                <a:off x="5505152" y="4040970"/>
                <a:ext cx="1329134" cy="973943"/>
              </a:xfrm>
              <a:prstGeom prst="rect">
                <a:avLst/>
              </a:prstGeom>
              <a:solidFill>
                <a:schemeClr val="accent3"/>
              </a:solidFill>
              <a:ln w="9525" algn="ctr">
                <a:solidFill>
                  <a:schemeClr val="bg1"/>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sp>
            <p:nvSpPr>
              <p:cNvPr id="53" name="Rectangle 23"/>
              <p:cNvSpPr>
                <a:spLocks noChangeArrowheads="1"/>
              </p:cNvSpPr>
              <p:nvPr/>
            </p:nvSpPr>
            <p:spPr bwMode="auto">
              <a:xfrm>
                <a:off x="5505152" y="3068649"/>
                <a:ext cx="1329134" cy="972322"/>
              </a:xfrm>
              <a:prstGeom prst="rect">
                <a:avLst/>
              </a:prstGeom>
              <a:solidFill>
                <a:schemeClr val="accent3"/>
              </a:solidFill>
              <a:ln w="9525" algn="ctr">
                <a:solidFill>
                  <a:schemeClr val="bg1"/>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sp>
            <p:nvSpPr>
              <p:cNvPr id="54" name="Rectangle 24"/>
              <p:cNvSpPr>
                <a:spLocks noChangeArrowheads="1"/>
              </p:cNvSpPr>
              <p:nvPr/>
            </p:nvSpPr>
            <p:spPr bwMode="auto">
              <a:xfrm>
                <a:off x="6834286" y="3068649"/>
                <a:ext cx="1330854" cy="972322"/>
              </a:xfrm>
              <a:prstGeom prst="rect">
                <a:avLst/>
              </a:prstGeom>
              <a:solidFill>
                <a:schemeClr val="accent3"/>
              </a:solidFill>
              <a:ln w="9525" algn="ctr">
                <a:solidFill>
                  <a:schemeClr val="bg1"/>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sp>
            <p:nvSpPr>
              <p:cNvPr id="55" name="Rectangle 25"/>
              <p:cNvSpPr>
                <a:spLocks noChangeArrowheads="1"/>
              </p:cNvSpPr>
              <p:nvPr/>
            </p:nvSpPr>
            <p:spPr bwMode="auto">
              <a:xfrm>
                <a:off x="5505152" y="2133600"/>
                <a:ext cx="1328738" cy="973138"/>
              </a:xfrm>
              <a:prstGeom prst="rect">
                <a:avLst/>
              </a:prstGeom>
              <a:solidFill>
                <a:schemeClr val="accent3"/>
              </a:solidFill>
              <a:ln w="9525" algn="ctr">
                <a:solidFill>
                  <a:schemeClr val="bg1"/>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sp>
            <p:nvSpPr>
              <p:cNvPr id="56" name="Rectangle 26"/>
              <p:cNvSpPr>
                <a:spLocks noChangeArrowheads="1"/>
              </p:cNvSpPr>
              <p:nvPr/>
            </p:nvSpPr>
            <p:spPr bwMode="auto">
              <a:xfrm>
                <a:off x="6833890" y="2133600"/>
                <a:ext cx="1331913" cy="973138"/>
              </a:xfrm>
              <a:prstGeom prst="rect">
                <a:avLst/>
              </a:prstGeom>
              <a:solidFill>
                <a:schemeClr val="accent3"/>
              </a:solidFill>
              <a:ln w="9525" algn="ctr">
                <a:solidFill>
                  <a:schemeClr val="bg1"/>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sp>
            <p:nvSpPr>
              <p:cNvPr id="57" name="Rectangle 27"/>
              <p:cNvSpPr>
                <a:spLocks noChangeArrowheads="1"/>
              </p:cNvSpPr>
              <p:nvPr/>
            </p:nvSpPr>
            <p:spPr bwMode="auto">
              <a:xfrm>
                <a:off x="8166861" y="4040970"/>
                <a:ext cx="1330854" cy="973943"/>
              </a:xfrm>
              <a:prstGeom prst="rect">
                <a:avLst/>
              </a:prstGeom>
              <a:solidFill>
                <a:schemeClr val="accent3"/>
              </a:solidFill>
              <a:ln w="9525">
                <a:solidFill>
                  <a:schemeClr val="bg1"/>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sp>
            <p:nvSpPr>
              <p:cNvPr id="58" name="Rectangle 28"/>
              <p:cNvSpPr>
                <a:spLocks noChangeArrowheads="1"/>
              </p:cNvSpPr>
              <p:nvPr/>
            </p:nvSpPr>
            <p:spPr bwMode="auto">
              <a:xfrm>
                <a:off x="8166861" y="3068649"/>
                <a:ext cx="1330854" cy="972322"/>
              </a:xfrm>
              <a:prstGeom prst="rect">
                <a:avLst/>
              </a:prstGeom>
              <a:solidFill>
                <a:schemeClr val="accent3"/>
              </a:solidFill>
              <a:ln w="9525" algn="ctr">
                <a:solidFill>
                  <a:schemeClr val="bg1"/>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sp>
            <p:nvSpPr>
              <p:cNvPr id="59" name="Rectangle 29"/>
              <p:cNvSpPr>
                <a:spLocks noChangeArrowheads="1"/>
              </p:cNvSpPr>
              <p:nvPr/>
            </p:nvSpPr>
            <p:spPr bwMode="auto">
              <a:xfrm>
                <a:off x="8166861" y="2133600"/>
                <a:ext cx="1330854" cy="973942"/>
              </a:xfrm>
              <a:prstGeom prst="rect">
                <a:avLst/>
              </a:prstGeom>
              <a:solidFill>
                <a:schemeClr val="accent3"/>
              </a:solidFill>
              <a:ln w="9525" algn="ctr">
                <a:solidFill>
                  <a:schemeClr val="bg1"/>
                </a:solidFill>
                <a:miter lim="800000"/>
                <a:headEnd/>
                <a:tailEnd/>
              </a:ln>
            </p:spPr>
            <p:txBody>
              <a:bodyPr lIns="72231" tIns="72231" rIns="72231" bIns="72231" anchor="ctr" anchorCtr="1"/>
              <a:lstStyle/>
              <a:p>
                <a:pPr algn="ctr" eaLnBrk="1" hangingPunct="1"/>
                <a:r>
                  <a:rPr lang="en-GB" altLang="ja-JP" sz="1000" b="1" dirty="0">
                    <a:solidFill>
                      <a:schemeClr val="bg1"/>
                    </a:solidFill>
                    <a:latin typeface="Aptos" panose="020B0004020202020204" pitchFamily="34" charset="0"/>
                    <a:ea typeface="ＭＳ Ｐゴシック" charset="-128"/>
                    <a:cs typeface="Arial" pitchFamily="34" charset="0"/>
                  </a:rPr>
                  <a:t>Title:</a:t>
                </a:r>
              </a:p>
              <a:p>
                <a:pPr algn="ctr" eaLnBrk="1" hangingPunct="1"/>
                <a:r>
                  <a:rPr lang="en-GB" altLang="ja-JP" sz="1000" dirty="0">
                    <a:solidFill>
                      <a:schemeClr val="bg1"/>
                    </a:solidFill>
                    <a:latin typeface="Aptos" panose="020B0004020202020204" pitchFamily="34" charset="0"/>
                    <a:ea typeface="ＭＳ Ｐゴシック" charset="-128"/>
                    <a:cs typeface="Arial" pitchFamily="34" charset="0"/>
                  </a:rPr>
                  <a:t>Text</a:t>
                </a:r>
                <a:r>
                  <a:rPr lang="en-GB" altLang="ja-JP" sz="1000" b="1" dirty="0">
                    <a:solidFill>
                      <a:schemeClr val="bg1"/>
                    </a:solidFill>
                    <a:latin typeface="Aptos" panose="020B0004020202020204" pitchFamily="34" charset="0"/>
                    <a:ea typeface="ＭＳ Ｐゴシック" charset="-128"/>
                    <a:cs typeface="Arial" pitchFamily="34" charset="0"/>
                  </a:rPr>
                  <a:t> </a:t>
                </a:r>
              </a:p>
            </p:txBody>
          </p:sp>
        </p:grpSp>
        <p:sp>
          <p:nvSpPr>
            <p:cNvPr id="60" name="Text Box 9"/>
            <p:cNvSpPr txBox="1">
              <a:spLocks noChangeAspect="1" noChangeArrowheads="1"/>
            </p:cNvSpPr>
            <p:nvPr/>
          </p:nvSpPr>
          <p:spPr bwMode="auto">
            <a:xfrm>
              <a:off x="6676666" y="2087024"/>
              <a:ext cx="256313" cy="154136"/>
            </a:xfrm>
            <a:prstGeom prst="rect">
              <a:avLst/>
            </a:prstGeom>
            <a:noFill/>
            <a:ln w="9525">
              <a:noFill/>
              <a:miter lim="800000"/>
              <a:headEnd/>
              <a:tailEnd/>
            </a:ln>
          </p:spPr>
          <p:txBody>
            <a:bodyPr wrap="none" lIns="0" tIns="0" rIns="0" bIns="0" anchor="ctr" anchorCtr="0">
              <a:spAutoFit/>
            </a:bodyPr>
            <a:lstStyle/>
            <a:p>
              <a:pPr algn="r" eaLnBrk="1" hangingPunct="1">
                <a:spcBef>
                  <a:spcPct val="20000"/>
                </a:spcBef>
              </a:pPr>
              <a:r>
                <a:rPr lang="en-GB" sz="1000" i="1" dirty="0">
                  <a:latin typeface="Aptos" panose="020B0004020202020204" pitchFamily="34" charset="0"/>
                  <a:ea typeface="ＭＳ Ｐゴシック" charset="-128"/>
                  <a:cs typeface="Arial" pitchFamily="34" charset="0"/>
                </a:rPr>
                <a:t>High</a:t>
              </a:r>
            </a:p>
          </p:txBody>
        </p:sp>
        <p:sp>
          <p:nvSpPr>
            <p:cNvPr id="61" name="Text Box 10"/>
            <p:cNvSpPr txBox="1">
              <a:spLocks noChangeAspect="1" noChangeArrowheads="1"/>
            </p:cNvSpPr>
            <p:nvPr/>
          </p:nvSpPr>
          <p:spPr bwMode="auto">
            <a:xfrm>
              <a:off x="6975293" y="4895311"/>
              <a:ext cx="319182" cy="154136"/>
            </a:xfrm>
            <a:prstGeom prst="rect">
              <a:avLst/>
            </a:prstGeom>
            <a:noFill/>
            <a:ln w="9525">
              <a:noFill/>
              <a:miter lim="800000"/>
              <a:headEnd/>
              <a:tailEnd/>
            </a:ln>
          </p:spPr>
          <p:txBody>
            <a:bodyPr wrap="none" lIns="0" tIns="0" rIns="0" bIns="0" anchor="ctr" anchorCtr="0">
              <a:spAutoFit/>
            </a:bodyPr>
            <a:lstStyle/>
            <a:p>
              <a:pPr eaLnBrk="1" hangingPunct="1">
                <a:spcBef>
                  <a:spcPct val="20000"/>
                </a:spcBef>
              </a:pPr>
              <a:r>
                <a:rPr lang="en-GB" sz="1000" i="1" dirty="0">
                  <a:latin typeface="Aptos" panose="020B0004020202020204" pitchFamily="34" charset="0"/>
                  <a:ea typeface="ＭＳ Ｐゴシック" charset="-128"/>
                  <a:cs typeface="Arial" pitchFamily="34" charset="0"/>
                </a:rPr>
                <a:t>Small</a:t>
              </a:r>
            </a:p>
          </p:txBody>
        </p:sp>
        <p:sp>
          <p:nvSpPr>
            <p:cNvPr id="62" name="Text Box 11"/>
            <p:cNvSpPr txBox="1">
              <a:spLocks noChangeAspect="1" noChangeArrowheads="1"/>
            </p:cNvSpPr>
            <p:nvPr/>
          </p:nvSpPr>
          <p:spPr bwMode="auto">
            <a:xfrm>
              <a:off x="8107680" y="5003949"/>
              <a:ext cx="1041400" cy="154136"/>
            </a:xfrm>
            <a:prstGeom prst="rect">
              <a:avLst/>
            </a:prstGeom>
            <a:noFill/>
            <a:ln w="9525">
              <a:noFill/>
              <a:miter lim="800000"/>
              <a:headEnd/>
              <a:tailEnd/>
            </a:ln>
          </p:spPr>
          <p:txBody>
            <a:bodyPr lIns="0" tIns="0" rIns="0" bIns="0" anchor="ctr" anchorCtr="0">
              <a:spAutoFit/>
            </a:bodyPr>
            <a:lstStyle/>
            <a:p>
              <a:pPr algn="ctr" eaLnBrk="1" hangingPunct="1">
                <a:spcBef>
                  <a:spcPct val="20000"/>
                </a:spcBef>
              </a:pPr>
              <a:r>
                <a:rPr lang="en-GB" sz="1000" dirty="0">
                  <a:latin typeface="Aptos" panose="020B0004020202020204" pitchFamily="34" charset="0"/>
                  <a:ea typeface="ＭＳ Ｐゴシック" charset="-128"/>
                  <a:cs typeface="Arial" pitchFamily="34" charset="0"/>
                </a:rPr>
                <a:t>Horizontal axis</a:t>
              </a:r>
            </a:p>
          </p:txBody>
        </p:sp>
        <p:sp>
          <p:nvSpPr>
            <p:cNvPr id="63" name="Text Box 12"/>
            <p:cNvSpPr txBox="1">
              <a:spLocks noChangeAspect="1" noChangeArrowheads="1"/>
            </p:cNvSpPr>
            <p:nvPr/>
          </p:nvSpPr>
          <p:spPr bwMode="auto">
            <a:xfrm>
              <a:off x="6704072" y="4657529"/>
              <a:ext cx="228908" cy="154136"/>
            </a:xfrm>
            <a:prstGeom prst="rect">
              <a:avLst/>
            </a:prstGeom>
            <a:noFill/>
            <a:ln w="9525">
              <a:noFill/>
              <a:miter lim="800000"/>
              <a:headEnd/>
              <a:tailEnd/>
            </a:ln>
          </p:spPr>
          <p:txBody>
            <a:bodyPr wrap="none" lIns="0" tIns="0" rIns="0" bIns="0" anchor="ctr" anchorCtr="0">
              <a:spAutoFit/>
            </a:bodyPr>
            <a:lstStyle/>
            <a:p>
              <a:pPr algn="r" eaLnBrk="1" hangingPunct="1">
                <a:spcBef>
                  <a:spcPct val="20000"/>
                </a:spcBef>
              </a:pPr>
              <a:r>
                <a:rPr lang="en-GB" sz="1000" i="1" dirty="0">
                  <a:latin typeface="Aptos" panose="020B0004020202020204" pitchFamily="34" charset="0"/>
                  <a:ea typeface="ＭＳ Ｐゴシック" charset="-128"/>
                  <a:cs typeface="Arial" pitchFamily="34" charset="0"/>
                </a:rPr>
                <a:t>Low</a:t>
              </a:r>
            </a:p>
          </p:txBody>
        </p:sp>
        <p:sp>
          <p:nvSpPr>
            <p:cNvPr id="64" name="Text Box 13"/>
            <p:cNvSpPr txBox="1">
              <a:spLocks noChangeAspect="1" noChangeArrowheads="1"/>
            </p:cNvSpPr>
            <p:nvPr/>
          </p:nvSpPr>
          <p:spPr bwMode="auto">
            <a:xfrm>
              <a:off x="9966402" y="4895311"/>
              <a:ext cx="307898" cy="154136"/>
            </a:xfrm>
            <a:prstGeom prst="rect">
              <a:avLst/>
            </a:prstGeom>
            <a:noFill/>
            <a:ln w="9525">
              <a:noFill/>
              <a:miter lim="800000"/>
              <a:headEnd/>
              <a:tailEnd/>
            </a:ln>
          </p:spPr>
          <p:txBody>
            <a:bodyPr wrap="none" lIns="0" tIns="0" rIns="0" bIns="0" anchor="ctr" anchorCtr="0">
              <a:spAutoFit/>
            </a:bodyPr>
            <a:lstStyle/>
            <a:p>
              <a:pPr algn="r" eaLnBrk="1" hangingPunct="1">
                <a:spcBef>
                  <a:spcPct val="20000"/>
                </a:spcBef>
              </a:pPr>
              <a:r>
                <a:rPr lang="en-GB" sz="1000" i="1" dirty="0">
                  <a:latin typeface="Aptos" panose="020B0004020202020204" pitchFamily="34" charset="0"/>
                  <a:ea typeface="ＭＳ Ｐゴシック" charset="-128"/>
                  <a:cs typeface="Arial" pitchFamily="34" charset="0"/>
                </a:rPr>
                <a:t>Large</a:t>
              </a:r>
            </a:p>
          </p:txBody>
        </p:sp>
        <p:sp>
          <p:nvSpPr>
            <p:cNvPr id="65" name="Text Box 8"/>
            <p:cNvSpPr txBox="1">
              <a:spLocks noChangeAspect="1" noChangeArrowheads="1"/>
            </p:cNvSpPr>
            <p:nvPr/>
          </p:nvSpPr>
          <p:spPr bwMode="auto">
            <a:xfrm>
              <a:off x="6165071" y="3359327"/>
              <a:ext cx="671591" cy="154136"/>
            </a:xfrm>
            <a:prstGeom prst="rect">
              <a:avLst/>
            </a:prstGeom>
            <a:noFill/>
            <a:ln w="9525">
              <a:noFill/>
              <a:miter lim="800000"/>
              <a:headEnd/>
              <a:tailEnd/>
            </a:ln>
          </p:spPr>
          <p:txBody>
            <a:bodyPr wrap="square" lIns="0" tIns="0" rIns="0" bIns="0" anchor="ctr" anchorCtr="0">
              <a:spAutoFit/>
            </a:bodyPr>
            <a:lstStyle/>
            <a:p>
              <a:pPr algn="ctr" eaLnBrk="1" hangingPunct="1">
                <a:spcBef>
                  <a:spcPct val="20000"/>
                </a:spcBef>
              </a:pPr>
              <a:r>
                <a:rPr lang="en-GB" sz="1000" dirty="0">
                  <a:latin typeface="Aptos" panose="020B0004020202020204" pitchFamily="34" charset="0"/>
                  <a:ea typeface="ＭＳ Ｐゴシック" charset="-128"/>
                  <a:cs typeface="Arial" pitchFamily="34" charset="0"/>
                </a:rPr>
                <a:t>Vertical axis</a:t>
              </a:r>
            </a:p>
          </p:txBody>
        </p:sp>
      </p:grpSp>
      <p:sp>
        <p:nvSpPr>
          <p:cNvPr id="6" name="Rectangle 5">
            <a:extLst>
              <a:ext uri="{FF2B5EF4-FFF2-40B4-BE49-F238E27FC236}">
                <a16:creationId xmlns:a16="http://schemas.microsoft.com/office/drawing/2014/main" id="{BEC801AD-A6A6-A137-6FB5-C435A10B91A9}"/>
              </a:ext>
            </a:extLst>
          </p:cNvPr>
          <p:cNvSpPr>
            <a:spLocks noChangeArrowheads="1"/>
          </p:cNvSpPr>
          <p:nvPr/>
        </p:nvSpPr>
        <p:spPr bwMode="auto">
          <a:xfrm>
            <a:off x="6971706" y="351162"/>
            <a:ext cx="2559344" cy="644823"/>
          </a:xfrm>
          <a:prstGeom prst="rect">
            <a:avLst/>
          </a:prstGeom>
          <a:solidFill>
            <a:schemeClr val="bg1"/>
          </a:solidFill>
          <a:ln w="6350" algn="ctr">
            <a:solidFill>
              <a:srgbClr val="00A3E0"/>
            </a:solidFill>
            <a:miter lim="800000"/>
            <a:headEnd/>
            <a:tailEnd/>
          </a:ln>
        </p:spPr>
        <p:txBody>
          <a:bodyPr tIns="91440" bIns="91440">
            <a:noAutofit/>
          </a:bodyPr>
          <a:lstStyle/>
          <a:p>
            <a:pPr>
              <a:defRPr/>
            </a:pPr>
            <a:r>
              <a:rPr lang="en-US" sz="1000" b="1" dirty="0">
                <a:ea typeface="ＭＳ Ｐゴシック" pitchFamily="50" charset="-128"/>
              </a:rPr>
              <a:t>Note:</a:t>
            </a:r>
          </a:p>
          <a:p>
            <a:pPr>
              <a:defRPr/>
            </a:pPr>
            <a:r>
              <a:rPr lang="en-US" sz="1000" dirty="0">
                <a:ea typeface="ＭＳ Ｐゴシック" pitchFamily="50" charset="-128"/>
              </a:rPr>
              <a:t>Group before changing the size of the matrix</a:t>
            </a:r>
          </a:p>
        </p:txBody>
      </p:sp>
    </p:spTree>
    <p:extLst>
      <p:ext uri="{BB962C8B-B14F-4D97-AF65-F5344CB8AC3E}">
        <p14:creationId xmlns:p14="http://schemas.microsoft.com/office/powerpoint/2010/main" val="1627899437"/>
      </p:ext>
    </p:extLst>
  </p:cSld>
  <p:clrMapOvr>
    <a:masterClrMapping/>
  </p:clrMapOvr>
  <p:transition>
    <p:fade/>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US"/>
              <a:t>Honeycomb</a:t>
            </a:r>
            <a:endParaRPr lang="en-US" dirty="0"/>
          </a:p>
        </p:txBody>
      </p:sp>
      <p:sp>
        <p:nvSpPr>
          <p:cNvPr id="692225" name="Title 1"/>
          <p:cNvSpPr>
            <a:spLocks noGrp="1"/>
          </p:cNvSpPr>
          <p:nvPr>
            <p:ph type="title"/>
          </p:nvPr>
        </p:nvSpPr>
        <p:spPr/>
        <p:txBody>
          <a:bodyPr/>
          <a:lstStyle/>
          <a:p>
            <a:r>
              <a:rPr lang="en-US"/>
              <a:t>Boxes</a:t>
            </a:r>
            <a:endParaRPr lang="en-US" dirty="0"/>
          </a:p>
        </p:txBody>
      </p:sp>
      <p:sp>
        <p:nvSpPr>
          <p:cNvPr id="2" name="Text Placeholder 1">
            <a:extLst>
              <a:ext uri="{FF2B5EF4-FFF2-40B4-BE49-F238E27FC236}">
                <a16:creationId xmlns:a16="http://schemas.microsoft.com/office/drawing/2014/main" id="{C88C7B64-491E-4089-A951-AD7A60244D0E}"/>
              </a:ext>
            </a:extLst>
          </p:cNvPr>
          <p:cNvSpPr>
            <a:spLocks noGrp="1"/>
          </p:cNvSpPr>
          <p:nvPr>
            <p:ph idx="4294967295"/>
          </p:nvPr>
        </p:nvSpPr>
        <p:spPr>
          <a:xfrm>
            <a:off x="0" y="1676400"/>
            <a:ext cx="8836025" cy="4681538"/>
          </a:xfrm>
        </p:spPr>
        <p:txBody>
          <a:bodyPr/>
          <a:lstStyle/>
          <a:p>
            <a:r>
              <a:rPr lang="en-US" dirty="0">
                <a:solidFill>
                  <a:sysClr val="window" lastClr="FFFFFF"/>
                </a:solidFill>
              </a:rPr>
              <a:t>Chart title</a:t>
            </a:r>
          </a:p>
          <a:p>
            <a:endParaRPr lang="en-US" dirty="0"/>
          </a:p>
        </p:txBody>
      </p:sp>
      <p:grpSp>
        <p:nvGrpSpPr>
          <p:cNvPr id="37" name="Group 36"/>
          <p:cNvGrpSpPr/>
          <p:nvPr/>
        </p:nvGrpSpPr>
        <p:grpSpPr>
          <a:xfrm>
            <a:off x="3342512" y="2248797"/>
            <a:ext cx="3220976" cy="3237508"/>
            <a:chOff x="2317464" y="1644984"/>
            <a:chExt cx="4477870" cy="4500852"/>
          </a:xfrm>
          <a:solidFill>
            <a:srgbClr val="75787B"/>
          </a:solidFill>
        </p:grpSpPr>
        <p:sp>
          <p:nvSpPr>
            <p:cNvPr id="38" name="Hexagon 37"/>
            <p:cNvSpPr/>
            <p:nvPr/>
          </p:nvSpPr>
          <p:spPr bwMode="gray">
            <a:xfrm>
              <a:off x="3714005" y="3169208"/>
              <a:ext cx="1684788" cy="1452403"/>
            </a:xfrm>
            <a:prstGeom prst="hexagon">
              <a:avLst/>
            </a:prstGeom>
            <a:solidFill>
              <a:srgbClr val="86BC25"/>
            </a:solidFill>
            <a:ln w="9525" cap="flat" cmpd="sng" algn="ctr">
              <a:noFill/>
              <a:prstDash val="solid"/>
            </a:ln>
            <a:effectLst/>
          </p:spPr>
          <p:txBody>
            <a:bodyPr lIns="72231" tIns="72231" rIns="72231" bIns="72231" rtlCol="0" anchor="ctr"/>
            <a:lstStyle/>
            <a:p>
              <a:pPr algn="ctr">
                <a:spcBef>
                  <a:spcPts val="325"/>
                </a:spcBef>
                <a:defRPr/>
              </a:pPr>
              <a:r>
                <a:rPr lang="en-US" sz="1200" kern="0" dirty="0">
                  <a:solidFill>
                    <a:prstClr val="black"/>
                  </a:solidFill>
                  <a:latin typeface="Aptos" panose="020B0004020202020204" pitchFamily="34" charset="0"/>
                  <a:cs typeface="Arial" pitchFamily="34" charset="0"/>
                </a:rPr>
                <a:t>Text</a:t>
              </a:r>
            </a:p>
          </p:txBody>
        </p:sp>
        <p:sp>
          <p:nvSpPr>
            <p:cNvPr id="39" name="Hexagon 38"/>
            <p:cNvSpPr/>
            <p:nvPr/>
          </p:nvSpPr>
          <p:spPr bwMode="gray">
            <a:xfrm>
              <a:off x="3714005" y="1644984"/>
              <a:ext cx="1684788" cy="1452403"/>
            </a:xfrm>
            <a:prstGeom prst="hexagon">
              <a:avLst/>
            </a:prstGeom>
            <a:noFill/>
            <a:ln w="9525" cap="flat" cmpd="sng" algn="ctr">
              <a:solidFill>
                <a:schemeClr val="tx1"/>
              </a:solidFill>
              <a:prstDash val="solid"/>
            </a:ln>
            <a:effectLst/>
          </p:spPr>
          <p:txBody>
            <a:bodyPr lIns="72231" tIns="72231" rIns="72231" bIns="72231" rtlCol="0" anchor="ctr"/>
            <a:lstStyle/>
            <a:p>
              <a:pPr algn="ctr">
                <a:defRPr/>
              </a:pPr>
              <a:r>
                <a:rPr lang="en-US" sz="1200" kern="0" dirty="0">
                  <a:solidFill>
                    <a:prstClr val="white"/>
                  </a:solidFill>
                  <a:latin typeface="Aptos" panose="020B0004020202020204" pitchFamily="34" charset="0"/>
                </a:rPr>
                <a:t>Text</a:t>
              </a:r>
            </a:p>
          </p:txBody>
        </p:sp>
        <p:sp>
          <p:nvSpPr>
            <p:cNvPr id="40" name="Hexagon 39"/>
            <p:cNvSpPr/>
            <p:nvPr/>
          </p:nvSpPr>
          <p:spPr bwMode="gray">
            <a:xfrm>
              <a:off x="3714005" y="4693433"/>
              <a:ext cx="1684788" cy="1452403"/>
            </a:xfrm>
            <a:prstGeom prst="hexagon">
              <a:avLst/>
            </a:prstGeom>
            <a:noFill/>
            <a:ln w="9525" cap="flat" cmpd="sng" algn="ctr">
              <a:solidFill>
                <a:schemeClr val="tx1"/>
              </a:solidFill>
              <a:prstDash val="solid"/>
            </a:ln>
            <a:effectLst/>
          </p:spPr>
          <p:txBody>
            <a:bodyPr lIns="72231" tIns="72231" rIns="72231" bIns="72231" rtlCol="0" anchor="ctr"/>
            <a:lstStyle/>
            <a:p>
              <a:pPr algn="ctr">
                <a:spcBef>
                  <a:spcPts val="325"/>
                </a:spcBef>
                <a:defRPr/>
              </a:pPr>
              <a:r>
                <a:rPr lang="en-US" sz="1200" kern="0" dirty="0">
                  <a:solidFill>
                    <a:prstClr val="white"/>
                  </a:solidFill>
                  <a:latin typeface="Aptos" panose="020B0004020202020204" pitchFamily="34" charset="0"/>
                  <a:cs typeface="Arial" pitchFamily="34" charset="0"/>
                </a:rPr>
                <a:t>Text</a:t>
              </a:r>
            </a:p>
          </p:txBody>
        </p:sp>
        <p:sp>
          <p:nvSpPr>
            <p:cNvPr id="41" name="Hexagon 40"/>
            <p:cNvSpPr/>
            <p:nvPr/>
          </p:nvSpPr>
          <p:spPr bwMode="gray">
            <a:xfrm>
              <a:off x="5110546" y="3927331"/>
              <a:ext cx="1684788" cy="1452403"/>
            </a:xfrm>
            <a:prstGeom prst="hexagon">
              <a:avLst/>
            </a:prstGeom>
            <a:noFill/>
            <a:ln w="9525" cap="flat" cmpd="sng" algn="ctr">
              <a:solidFill>
                <a:schemeClr val="tx1"/>
              </a:solidFill>
              <a:prstDash val="solid"/>
            </a:ln>
            <a:effectLst/>
          </p:spPr>
          <p:txBody>
            <a:bodyPr lIns="72231" tIns="72231" rIns="72231" bIns="72231" rtlCol="0" anchor="ctr"/>
            <a:lstStyle/>
            <a:p>
              <a:pPr algn="ctr">
                <a:spcBef>
                  <a:spcPts val="325"/>
                </a:spcBef>
                <a:defRPr/>
              </a:pPr>
              <a:r>
                <a:rPr lang="en-US" sz="1200" kern="0" dirty="0">
                  <a:solidFill>
                    <a:prstClr val="white"/>
                  </a:solidFill>
                  <a:latin typeface="Aptos" panose="020B0004020202020204" pitchFamily="34" charset="0"/>
                  <a:cs typeface="Arial" pitchFamily="34" charset="0"/>
                </a:rPr>
                <a:t>Text</a:t>
              </a:r>
            </a:p>
          </p:txBody>
        </p:sp>
        <p:sp>
          <p:nvSpPr>
            <p:cNvPr id="42" name="Hexagon 41"/>
            <p:cNvSpPr/>
            <p:nvPr/>
          </p:nvSpPr>
          <p:spPr bwMode="gray">
            <a:xfrm>
              <a:off x="5110546" y="2411086"/>
              <a:ext cx="1684788" cy="1452403"/>
            </a:xfrm>
            <a:prstGeom prst="hexagon">
              <a:avLst/>
            </a:prstGeom>
            <a:noFill/>
            <a:ln w="9525" cap="flat" cmpd="sng" algn="ctr">
              <a:solidFill>
                <a:schemeClr val="tx1"/>
              </a:solidFill>
              <a:prstDash val="solid"/>
            </a:ln>
            <a:effectLst/>
          </p:spPr>
          <p:txBody>
            <a:bodyPr lIns="72231" tIns="72231" rIns="72231" bIns="72231" rtlCol="0" anchor="ctr"/>
            <a:lstStyle/>
            <a:p>
              <a:pPr algn="ctr">
                <a:spcBef>
                  <a:spcPts val="325"/>
                </a:spcBef>
                <a:defRPr/>
              </a:pPr>
              <a:r>
                <a:rPr lang="en-US" sz="1200" kern="0" dirty="0">
                  <a:solidFill>
                    <a:prstClr val="white"/>
                  </a:solidFill>
                  <a:latin typeface="Aptos" panose="020B0004020202020204" pitchFamily="34" charset="0"/>
                  <a:cs typeface="Arial" pitchFamily="34" charset="0"/>
                </a:rPr>
                <a:t>Text</a:t>
              </a:r>
            </a:p>
          </p:txBody>
        </p:sp>
        <p:sp>
          <p:nvSpPr>
            <p:cNvPr id="43" name="Hexagon 42"/>
            <p:cNvSpPr/>
            <p:nvPr/>
          </p:nvSpPr>
          <p:spPr bwMode="gray">
            <a:xfrm>
              <a:off x="2317464" y="3927331"/>
              <a:ext cx="1684788" cy="1452403"/>
            </a:xfrm>
            <a:prstGeom prst="hexagon">
              <a:avLst/>
            </a:prstGeom>
            <a:noFill/>
            <a:ln w="9525" cap="flat" cmpd="sng" algn="ctr">
              <a:solidFill>
                <a:schemeClr val="tx1"/>
              </a:solidFill>
              <a:prstDash val="solid"/>
            </a:ln>
            <a:effectLst/>
          </p:spPr>
          <p:txBody>
            <a:bodyPr lIns="72231" tIns="72231" rIns="72231" bIns="72231" rtlCol="0" anchor="ctr"/>
            <a:lstStyle/>
            <a:p>
              <a:pPr algn="ctr">
                <a:spcBef>
                  <a:spcPts val="325"/>
                </a:spcBef>
                <a:defRPr/>
              </a:pPr>
              <a:r>
                <a:rPr lang="en-US" sz="1200" kern="0" dirty="0">
                  <a:solidFill>
                    <a:prstClr val="white"/>
                  </a:solidFill>
                  <a:latin typeface="Aptos" panose="020B0004020202020204" pitchFamily="34" charset="0"/>
                  <a:cs typeface="Arial" pitchFamily="34" charset="0"/>
                </a:rPr>
                <a:t>Text</a:t>
              </a:r>
            </a:p>
          </p:txBody>
        </p:sp>
        <p:sp>
          <p:nvSpPr>
            <p:cNvPr id="44" name="Hexagon 43"/>
            <p:cNvSpPr/>
            <p:nvPr/>
          </p:nvSpPr>
          <p:spPr bwMode="gray">
            <a:xfrm>
              <a:off x="2317464" y="2411086"/>
              <a:ext cx="1684788" cy="1452403"/>
            </a:xfrm>
            <a:prstGeom prst="hexagon">
              <a:avLst/>
            </a:prstGeom>
            <a:noFill/>
            <a:ln w="9525" cap="flat" cmpd="sng" algn="ctr">
              <a:solidFill>
                <a:schemeClr val="tx1"/>
              </a:solidFill>
              <a:prstDash val="solid"/>
            </a:ln>
            <a:effectLst/>
          </p:spPr>
          <p:txBody>
            <a:bodyPr lIns="72231" tIns="72231" rIns="72231" bIns="72231" rtlCol="0" anchor="ctr"/>
            <a:lstStyle/>
            <a:p>
              <a:pPr algn="ctr">
                <a:spcBef>
                  <a:spcPts val="325"/>
                </a:spcBef>
                <a:defRPr/>
              </a:pPr>
              <a:r>
                <a:rPr lang="en-US" sz="1200" kern="0" dirty="0">
                  <a:solidFill>
                    <a:prstClr val="white"/>
                  </a:solidFill>
                  <a:latin typeface="Aptos" panose="020B0004020202020204" pitchFamily="34" charset="0"/>
                  <a:cs typeface="Arial" pitchFamily="34" charset="0"/>
                </a:rPr>
                <a:t>Text</a:t>
              </a:r>
            </a:p>
          </p:txBody>
        </p:sp>
      </p:grpSp>
    </p:spTree>
    <p:extLst>
      <p:ext uri="{BB962C8B-B14F-4D97-AF65-F5344CB8AC3E}">
        <p14:creationId xmlns:p14="http://schemas.microsoft.com/office/powerpoint/2010/main" val="670652265"/>
      </p:ext>
    </p:extLst>
  </p:cSld>
  <p:clrMapOvr>
    <a:masterClrMapping/>
  </p:clrMapOvr>
  <p:transition>
    <p:fade/>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BF128C27-46AD-417E-A0DC-0D0BF620C3F3}"/>
              </a:ext>
            </a:extLst>
          </p:cNvPr>
          <p:cNvSpPr>
            <a:spLocks noGrp="1"/>
          </p:cNvSpPr>
          <p:nvPr>
            <p:ph sz="quarter" idx="10"/>
          </p:nvPr>
        </p:nvSpPr>
        <p:spPr/>
        <p:txBody>
          <a:bodyPr>
            <a:normAutofit/>
          </a:bodyPr>
          <a:lstStyle/>
          <a:p>
            <a:pPr>
              <a:spcAft>
                <a:spcPts val="0"/>
              </a:spcAft>
            </a:pPr>
            <a:r>
              <a:rPr lang="en-US" dirty="0"/>
              <a:t>Chart title</a:t>
            </a:r>
          </a:p>
        </p:txBody>
      </p:sp>
      <p:sp>
        <p:nvSpPr>
          <p:cNvPr id="8" name="Text Placeholder 7">
            <a:extLst>
              <a:ext uri="{FF2B5EF4-FFF2-40B4-BE49-F238E27FC236}">
                <a16:creationId xmlns:a16="http://schemas.microsoft.com/office/drawing/2014/main" id="{6166F7A9-27C4-48C0-B715-31489F66B406}"/>
              </a:ext>
            </a:extLst>
          </p:cNvPr>
          <p:cNvSpPr>
            <a:spLocks noGrp="1"/>
          </p:cNvSpPr>
          <p:nvPr>
            <p:ph sz="quarter" idx="20"/>
          </p:nvPr>
        </p:nvSpPr>
        <p:spPr/>
        <p:txBody>
          <a:bodyPr/>
          <a:lstStyle/>
          <a:p>
            <a:r>
              <a:rPr lang="en-US" dirty="0"/>
              <a:t>Chart title</a:t>
            </a:r>
          </a:p>
        </p:txBody>
      </p:sp>
      <p:sp>
        <p:nvSpPr>
          <p:cNvPr id="6" name="Text Placeholder 5"/>
          <p:cNvSpPr>
            <a:spLocks noGrp="1"/>
          </p:cNvSpPr>
          <p:nvPr>
            <p:ph type="body" sz="quarter" idx="13"/>
          </p:nvPr>
        </p:nvSpPr>
        <p:spPr/>
        <p:txBody>
          <a:bodyPr/>
          <a:lstStyle/>
          <a:p>
            <a:r>
              <a:rPr lang="en-US"/>
              <a:t>Basic</a:t>
            </a:r>
            <a:endParaRPr lang="en-US" dirty="0"/>
          </a:p>
        </p:txBody>
      </p:sp>
      <p:sp>
        <p:nvSpPr>
          <p:cNvPr id="693249" name="Title 1"/>
          <p:cNvSpPr>
            <a:spLocks noGrp="1"/>
          </p:cNvSpPr>
          <p:nvPr>
            <p:ph type="title"/>
          </p:nvPr>
        </p:nvSpPr>
        <p:spPr/>
        <p:txBody>
          <a:bodyPr/>
          <a:lstStyle/>
          <a:p>
            <a:r>
              <a:rPr lang="en-US"/>
              <a:t>Triangles </a:t>
            </a:r>
            <a:endParaRPr lang="en-US" dirty="0"/>
          </a:p>
        </p:txBody>
      </p:sp>
      <p:grpSp>
        <p:nvGrpSpPr>
          <p:cNvPr id="20" name="Group 19"/>
          <p:cNvGrpSpPr/>
          <p:nvPr/>
        </p:nvGrpSpPr>
        <p:grpSpPr>
          <a:xfrm>
            <a:off x="5465073" y="2260089"/>
            <a:ext cx="3322881" cy="2796697"/>
            <a:chOff x="4661544" y="1990336"/>
            <a:chExt cx="4089700" cy="3442089"/>
          </a:xfrm>
        </p:grpSpPr>
        <p:sp>
          <p:nvSpPr>
            <p:cNvPr id="21" name="AutoShape 3"/>
            <p:cNvSpPr>
              <a:spLocks noChangeArrowheads="1"/>
            </p:cNvSpPr>
            <p:nvPr/>
          </p:nvSpPr>
          <p:spPr bwMode="gray">
            <a:xfrm>
              <a:off x="4661544" y="3757341"/>
              <a:ext cx="2015944" cy="1675084"/>
            </a:xfrm>
            <a:prstGeom prst="triangle">
              <a:avLst>
                <a:gd name="adj" fmla="val 50000"/>
              </a:avLst>
            </a:prstGeom>
            <a:solidFill>
              <a:schemeClr val="accent5"/>
            </a:solidFill>
            <a:ln w="28575">
              <a:noFill/>
              <a:miter lim="800000"/>
              <a:headEnd/>
              <a:tailEnd/>
            </a:ln>
            <a:effectLst/>
          </p:spPr>
          <p:txBody>
            <a:bodyPr wrap="square" lIns="74295" tIns="74295" rIns="74295" bIns="74295" anchor="ctr"/>
            <a:lstStyle/>
            <a:p>
              <a:pPr algn="ctr"/>
              <a:r>
                <a:rPr lang="en-US" sz="1000" dirty="0">
                  <a:solidFill>
                    <a:schemeClr val="bg1"/>
                  </a:solidFill>
                  <a:latin typeface="Aptos" panose="020B0004020202020204" pitchFamily="34" charset="0"/>
                </a:rPr>
                <a:t>Text</a:t>
              </a:r>
            </a:p>
          </p:txBody>
        </p:sp>
        <p:sp>
          <p:nvSpPr>
            <p:cNvPr id="22" name="AutoShape 4"/>
            <p:cNvSpPr>
              <a:spLocks noChangeArrowheads="1"/>
            </p:cNvSpPr>
            <p:nvPr/>
          </p:nvSpPr>
          <p:spPr bwMode="gray">
            <a:xfrm>
              <a:off x="6735300" y="3757341"/>
              <a:ext cx="2015944" cy="1675084"/>
            </a:xfrm>
            <a:prstGeom prst="triangle">
              <a:avLst>
                <a:gd name="adj" fmla="val 50000"/>
              </a:avLst>
            </a:prstGeom>
            <a:solidFill>
              <a:schemeClr val="accent5"/>
            </a:solidFill>
            <a:ln w="28575">
              <a:noFill/>
              <a:miter lim="800000"/>
              <a:headEnd/>
              <a:tailEnd/>
            </a:ln>
            <a:effectLst/>
          </p:spPr>
          <p:txBody>
            <a:bodyPr wrap="square" lIns="74295" tIns="74295" rIns="74295" bIns="74295" anchor="ctr"/>
            <a:lstStyle/>
            <a:p>
              <a:pPr algn="ctr"/>
              <a:r>
                <a:rPr lang="en-US" sz="1000" dirty="0">
                  <a:solidFill>
                    <a:schemeClr val="bg1"/>
                  </a:solidFill>
                  <a:latin typeface="Aptos" panose="020B0004020202020204" pitchFamily="34" charset="0"/>
                </a:rPr>
                <a:t>Text</a:t>
              </a:r>
            </a:p>
          </p:txBody>
        </p:sp>
        <p:sp>
          <p:nvSpPr>
            <p:cNvPr id="25" name="AutoShape 5"/>
            <p:cNvSpPr>
              <a:spLocks noChangeArrowheads="1"/>
            </p:cNvSpPr>
            <p:nvPr/>
          </p:nvSpPr>
          <p:spPr bwMode="gray">
            <a:xfrm>
              <a:off x="5697625" y="1990336"/>
              <a:ext cx="2017537" cy="1675086"/>
            </a:xfrm>
            <a:prstGeom prst="triangle">
              <a:avLst>
                <a:gd name="adj" fmla="val 50000"/>
              </a:avLst>
            </a:prstGeom>
            <a:solidFill>
              <a:schemeClr val="accent5"/>
            </a:solidFill>
            <a:ln w="28575">
              <a:noFill/>
              <a:miter lim="800000"/>
              <a:headEnd/>
              <a:tailEnd/>
            </a:ln>
            <a:effectLst/>
          </p:spPr>
          <p:txBody>
            <a:bodyPr wrap="square" lIns="74295" tIns="74295" rIns="74295" bIns="74295" anchor="ctr"/>
            <a:lstStyle/>
            <a:p>
              <a:pPr algn="ctr"/>
              <a:r>
                <a:rPr lang="en-US" sz="1000" dirty="0">
                  <a:solidFill>
                    <a:schemeClr val="bg1"/>
                  </a:solidFill>
                  <a:latin typeface="Aptos" panose="020B0004020202020204" pitchFamily="34" charset="0"/>
                </a:rPr>
                <a:t>Text</a:t>
              </a:r>
            </a:p>
          </p:txBody>
        </p:sp>
        <p:sp>
          <p:nvSpPr>
            <p:cNvPr id="26" name="AutoShape 6"/>
            <p:cNvSpPr>
              <a:spLocks noChangeArrowheads="1"/>
            </p:cNvSpPr>
            <p:nvPr/>
          </p:nvSpPr>
          <p:spPr bwMode="gray">
            <a:xfrm flipV="1">
              <a:off x="5697625" y="3711170"/>
              <a:ext cx="2017537" cy="1675085"/>
            </a:xfrm>
            <a:prstGeom prst="triangle">
              <a:avLst>
                <a:gd name="adj" fmla="val 50000"/>
              </a:avLst>
            </a:prstGeom>
            <a:solidFill>
              <a:schemeClr val="accent1"/>
            </a:solidFill>
            <a:ln w="28575">
              <a:noFill/>
              <a:miter lim="800000"/>
              <a:headEnd/>
              <a:tailEnd/>
            </a:ln>
            <a:effectLst/>
          </p:spPr>
          <p:txBody>
            <a:bodyPr rot="10800000" wrap="square" lIns="74295" tIns="74295" rIns="74295" bIns="74295" anchor="ctr"/>
            <a:lstStyle/>
            <a:p>
              <a:pPr algn="ctr"/>
              <a:r>
                <a:rPr lang="en-US" sz="1000" dirty="0">
                  <a:latin typeface="Aptos" panose="020B0004020202020204" pitchFamily="34" charset="0"/>
                </a:rPr>
                <a:t>Text</a:t>
              </a:r>
            </a:p>
          </p:txBody>
        </p:sp>
      </p:grpSp>
      <p:grpSp>
        <p:nvGrpSpPr>
          <p:cNvPr id="7" name="Group 6"/>
          <p:cNvGrpSpPr/>
          <p:nvPr/>
        </p:nvGrpSpPr>
        <p:grpSpPr>
          <a:xfrm>
            <a:off x="908836" y="2248793"/>
            <a:ext cx="3345855" cy="2793492"/>
            <a:chOff x="1719374" y="1518851"/>
            <a:chExt cx="5698557" cy="4212470"/>
          </a:xfrm>
          <a:solidFill>
            <a:schemeClr val="accent1"/>
          </a:solidFill>
        </p:grpSpPr>
        <p:sp>
          <p:nvSpPr>
            <p:cNvPr id="27" name="Freeform 2"/>
            <p:cNvSpPr>
              <a:spLocks/>
            </p:cNvSpPr>
            <p:nvPr/>
          </p:nvSpPr>
          <p:spPr bwMode="blackWhite">
            <a:xfrm flipH="1">
              <a:off x="4592682" y="1518851"/>
              <a:ext cx="2825249" cy="4174305"/>
            </a:xfrm>
            <a:custGeom>
              <a:avLst/>
              <a:gdLst>
                <a:gd name="T0" fmla="*/ 0 w 760"/>
                <a:gd name="T1" fmla="*/ 2147483647 h 1516"/>
                <a:gd name="T2" fmla="*/ 2147483647 w 760"/>
                <a:gd name="T3" fmla="*/ 2147483647 h 1516"/>
                <a:gd name="T4" fmla="*/ 2147483647 w 760"/>
                <a:gd name="T5" fmla="*/ 0 h 1516"/>
                <a:gd name="T6" fmla="*/ 0 w 760"/>
                <a:gd name="T7" fmla="*/ 2147483647 h 1516"/>
                <a:gd name="T8" fmla="*/ 0 60000 65536"/>
                <a:gd name="T9" fmla="*/ 0 60000 65536"/>
                <a:gd name="T10" fmla="*/ 0 60000 65536"/>
                <a:gd name="T11" fmla="*/ 0 60000 65536"/>
                <a:gd name="T12" fmla="*/ 0 w 760"/>
                <a:gd name="T13" fmla="*/ 0 h 1516"/>
                <a:gd name="T14" fmla="*/ 760 w 760"/>
                <a:gd name="T15" fmla="*/ 1516 h 1516"/>
              </a:gdLst>
              <a:ahLst/>
              <a:cxnLst>
                <a:cxn ang="T8">
                  <a:pos x="T0" y="T1"/>
                </a:cxn>
                <a:cxn ang="T9">
                  <a:pos x="T2" y="T3"/>
                </a:cxn>
                <a:cxn ang="T10">
                  <a:pos x="T4" y="T5"/>
                </a:cxn>
                <a:cxn ang="T11">
                  <a:pos x="T6" y="T7"/>
                </a:cxn>
              </a:cxnLst>
              <a:rect l="T12" t="T13" r="T14" b="T15"/>
              <a:pathLst>
                <a:path w="760" h="1516">
                  <a:moveTo>
                    <a:pt x="0" y="1516"/>
                  </a:moveTo>
                  <a:lnTo>
                    <a:pt x="760" y="960"/>
                  </a:lnTo>
                  <a:lnTo>
                    <a:pt x="760" y="0"/>
                  </a:lnTo>
                  <a:lnTo>
                    <a:pt x="0" y="1516"/>
                  </a:lnTo>
                  <a:close/>
                </a:path>
              </a:pathLst>
            </a:custGeom>
            <a:solidFill>
              <a:schemeClr val="accent5"/>
            </a:solidFill>
            <a:ln w="12700">
              <a:noFill/>
              <a:round/>
              <a:headEnd/>
              <a:tailEnd/>
            </a:ln>
          </p:spPr>
          <p:txBody>
            <a:bodyPr wrap="none" lIns="37148" tIns="222885" rIns="1114425" bIns="36116" anchor="ctr">
              <a:noAutofit/>
            </a:bodyPr>
            <a:lstStyle/>
            <a:p>
              <a:pPr algn="ctr">
                <a:spcBef>
                  <a:spcPct val="20000"/>
                </a:spcBef>
              </a:pPr>
              <a:r>
                <a:rPr lang="en-GB" sz="1000" dirty="0">
                  <a:solidFill>
                    <a:schemeClr val="bg1"/>
                  </a:solidFill>
                  <a:latin typeface="Aptos" panose="020B0004020202020204" pitchFamily="34" charset="0"/>
                  <a:cs typeface="Arial" pitchFamily="34" charset="0"/>
                </a:rPr>
                <a:t>Text</a:t>
              </a:r>
            </a:p>
          </p:txBody>
        </p:sp>
        <p:sp>
          <p:nvSpPr>
            <p:cNvPr id="28" name="Freeform 2"/>
            <p:cNvSpPr>
              <a:spLocks/>
            </p:cNvSpPr>
            <p:nvPr/>
          </p:nvSpPr>
          <p:spPr bwMode="blackWhite">
            <a:xfrm>
              <a:off x="1719374" y="1518851"/>
              <a:ext cx="2825249" cy="4174305"/>
            </a:xfrm>
            <a:custGeom>
              <a:avLst/>
              <a:gdLst>
                <a:gd name="T0" fmla="*/ 0 w 760"/>
                <a:gd name="T1" fmla="*/ 2147483647 h 1516"/>
                <a:gd name="T2" fmla="*/ 2147483647 w 760"/>
                <a:gd name="T3" fmla="*/ 2147483647 h 1516"/>
                <a:gd name="T4" fmla="*/ 2147483647 w 760"/>
                <a:gd name="T5" fmla="*/ 0 h 1516"/>
                <a:gd name="T6" fmla="*/ 0 w 760"/>
                <a:gd name="T7" fmla="*/ 2147483647 h 1516"/>
                <a:gd name="T8" fmla="*/ 0 60000 65536"/>
                <a:gd name="T9" fmla="*/ 0 60000 65536"/>
                <a:gd name="T10" fmla="*/ 0 60000 65536"/>
                <a:gd name="T11" fmla="*/ 0 60000 65536"/>
                <a:gd name="T12" fmla="*/ 0 w 760"/>
                <a:gd name="T13" fmla="*/ 0 h 1516"/>
                <a:gd name="T14" fmla="*/ 760 w 760"/>
                <a:gd name="T15" fmla="*/ 1516 h 1516"/>
              </a:gdLst>
              <a:ahLst/>
              <a:cxnLst>
                <a:cxn ang="T8">
                  <a:pos x="T0" y="T1"/>
                </a:cxn>
                <a:cxn ang="T9">
                  <a:pos x="T2" y="T3"/>
                </a:cxn>
                <a:cxn ang="T10">
                  <a:pos x="T4" y="T5"/>
                </a:cxn>
                <a:cxn ang="T11">
                  <a:pos x="T6" y="T7"/>
                </a:cxn>
              </a:cxnLst>
              <a:rect l="T12" t="T13" r="T14" b="T15"/>
              <a:pathLst>
                <a:path w="760" h="1516">
                  <a:moveTo>
                    <a:pt x="0" y="1516"/>
                  </a:moveTo>
                  <a:lnTo>
                    <a:pt x="760" y="960"/>
                  </a:lnTo>
                  <a:lnTo>
                    <a:pt x="760" y="0"/>
                  </a:lnTo>
                  <a:lnTo>
                    <a:pt x="0" y="1516"/>
                  </a:lnTo>
                  <a:close/>
                </a:path>
              </a:pathLst>
            </a:custGeom>
            <a:solidFill>
              <a:schemeClr val="accent2"/>
            </a:solidFill>
            <a:ln w="12700">
              <a:noFill/>
              <a:round/>
              <a:headEnd/>
              <a:tailEnd/>
            </a:ln>
          </p:spPr>
          <p:txBody>
            <a:bodyPr lIns="1114425" tIns="222885" rIns="36116" bIns="36116" anchor="ctr">
              <a:noAutofit/>
            </a:bodyPr>
            <a:lstStyle/>
            <a:p>
              <a:pPr algn="ctr" eaLnBrk="1" hangingPunct="1">
                <a:spcBef>
                  <a:spcPct val="20000"/>
                </a:spcBef>
              </a:pPr>
              <a:r>
                <a:rPr lang="en-GB" sz="1000" dirty="0">
                  <a:latin typeface="Aptos" panose="020B0004020202020204" pitchFamily="34" charset="0"/>
                  <a:cs typeface="Arial" pitchFamily="34" charset="0"/>
                </a:rPr>
                <a:t>Text</a:t>
              </a:r>
            </a:p>
          </p:txBody>
        </p:sp>
        <p:sp>
          <p:nvSpPr>
            <p:cNvPr id="29" name="AutoShape 13"/>
            <p:cNvSpPr>
              <a:spLocks noChangeArrowheads="1"/>
            </p:cNvSpPr>
            <p:nvPr/>
          </p:nvSpPr>
          <p:spPr bwMode="blackWhite">
            <a:xfrm>
              <a:off x="1744270" y="4211913"/>
              <a:ext cx="5655461" cy="1519408"/>
            </a:xfrm>
            <a:prstGeom prst="triangle">
              <a:avLst>
                <a:gd name="adj" fmla="val 49954"/>
              </a:avLst>
            </a:prstGeom>
            <a:solidFill>
              <a:schemeClr val="accent1"/>
            </a:solidFill>
            <a:ln w="12700">
              <a:noFill/>
              <a:miter lim="800000"/>
              <a:headEnd/>
              <a:tailEnd/>
            </a:ln>
          </p:spPr>
          <p:txBody>
            <a:bodyPr lIns="36116" tIns="36116" rIns="36116" bIns="371475" anchor="ctr">
              <a:noAutofit/>
            </a:bodyPr>
            <a:lstStyle/>
            <a:p>
              <a:pPr algn="ctr" defTabSz="619140">
                <a:lnSpc>
                  <a:spcPct val="95000"/>
                </a:lnSpc>
                <a:spcBef>
                  <a:spcPct val="20000"/>
                </a:spcBef>
              </a:pPr>
              <a:r>
                <a:rPr lang="en-US" altLang="ja-JP" sz="1000" dirty="0">
                  <a:latin typeface="Aptos" panose="020B0004020202020204" pitchFamily="34" charset="0"/>
                  <a:ea typeface="ＭＳ Ｐゴシック" charset="-128"/>
                  <a:cs typeface="Arial" pitchFamily="34" charset="0"/>
                </a:rPr>
                <a:t>Text</a:t>
              </a:r>
              <a:endParaRPr lang="ja-JP" altLang="en-US" sz="1000" dirty="0">
                <a:latin typeface="Aptos" panose="020B0004020202020204" pitchFamily="34" charset="0"/>
                <a:ea typeface="ＭＳ Ｐゴシック" charset="-128"/>
                <a:cs typeface="Arial" pitchFamily="34" charset="0"/>
              </a:endParaRPr>
            </a:p>
          </p:txBody>
        </p:sp>
      </p:grpSp>
      <p:sp>
        <p:nvSpPr>
          <p:cNvPr id="2" name="Rectangle 1">
            <a:extLst>
              <a:ext uri="{FF2B5EF4-FFF2-40B4-BE49-F238E27FC236}">
                <a16:creationId xmlns:a16="http://schemas.microsoft.com/office/drawing/2014/main" id="{861453DF-1794-0001-B9DE-DF4CD7D08896}"/>
              </a:ext>
            </a:extLst>
          </p:cNvPr>
          <p:cNvSpPr>
            <a:spLocks noChangeArrowheads="1"/>
          </p:cNvSpPr>
          <p:nvPr/>
        </p:nvSpPr>
        <p:spPr bwMode="auto">
          <a:xfrm>
            <a:off x="6716007" y="349944"/>
            <a:ext cx="2818384" cy="496275"/>
          </a:xfrm>
          <a:prstGeom prst="rect">
            <a:avLst/>
          </a:prstGeom>
          <a:solidFill>
            <a:schemeClr val="bg1"/>
          </a:solidFill>
          <a:ln w="6350" algn="ctr">
            <a:solidFill>
              <a:srgbClr val="00A3E0"/>
            </a:solidFill>
            <a:miter lim="800000"/>
            <a:headEnd/>
            <a:tailEnd/>
          </a:ln>
        </p:spPr>
        <p:txBody>
          <a:bodyPr tIns="91440" bIns="91440">
            <a:noAutofit/>
          </a:bodyPr>
          <a:lstStyle/>
          <a:p>
            <a:pPr>
              <a:defRPr/>
            </a:pPr>
            <a:r>
              <a:rPr lang="en-US" sz="1000" b="1" dirty="0">
                <a:latin typeface="Aptos" panose="020B0004020202020204" pitchFamily="34" charset="0"/>
                <a:ea typeface="ＭＳ Ｐゴシック" pitchFamily="50" charset="-128"/>
              </a:rPr>
              <a:t>Tip! </a:t>
            </a:r>
            <a:r>
              <a:rPr lang="en-US" sz="1000" dirty="0">
                <a:latin typeface="Aptos" panose="020B0004020202020204" pitchFamily="34" charset="0"/>
                <a:ea typeface="ＭＳ Ｐゴシック" pitchFamily="50" charset="-128"/>
              </a:rPr>
              <a:t>Hold the Shift key when resizing the pieces or group to retain the shape proportions</a:t>
            </a:r>
          </a:p>
        </p:txBody>
      </p:sp>
    </p:spTree>
    <p:extLst>
      <p:ext uri="{BB962C8B-B14F-4D97-AF65-F5344CB8AC3E}">
        <p14:creationId xmlns:p14="http://schemas.microsoft.com/office/powerpoint/2010/main" val="2408106223"/>
      </p:ext>
    </p:extLst>
  </p:cSld>
  <p:clrMapOvr>
    <a:masterClrMapping/>
  </p:clrMapOvr>
  <p:transition>
    <p:fade/>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p:txBody>
          <a:bodyPr/>
          <a:lstStyle/>
          <a:p>
            <a:r>
              <a:rPr lang="en-US" dirty="0"/>
              <a:t>Pyramids</a:t>
            </a:r>
          </a:p>
        </p:txBody>
      </p:sp>
      <p:sp>
        <p:nvSpPr>
          <p:cNvPr id="694273" name="Title 1"/>
          <p:cNvSpPr>
            <a:spLocks noGrp="1"/>
          </p:cNvSpPr>
          <p:nvPr>
            <p:ph type="title"/>
          </p:nvPr>
        </p:nvSpPr>
        <p:spPr/>
        <p:txBody>
          <a:bodyPr/>
          <a:lstStyle/>
          <a:p>
            <a:r>
              <a:rPr lang="en-US" dirty="0"/>
              <a:t>Triangles</a:t>
            </a:r>
          </a:p>
        </p:txBody>
      </p:sp>
      <p:sp>
        <p:nvSpPr>
          <p:cNvPr id="39" name="Freeform 3"/>
          <p:cNvSpPr>
            <a:spLocks/>
          </p:cNvSpPr>
          <p:nvPr/>
        </p:nvSpPr>
        <p:spPr bwMode="blackWhite">
          <a:xfrm>
            <a:off x="5189027" y="1618027"/>
            <a:ext cx="744240" cy="646211"/>
          </a:xfrm>
          <a:custGeom>
            <a:avLst/>
            <a:gdLst>
              <a:gd name="T0" fmla="*/ 991074 w 891"/>
              <a:gd name="T1" fmla="*/ 794338 h 796"/>
              <a:gd name="T2" fmla="*/ 495537 w 891"/>
              <a:gd name="T3" fmla="*/ 0 h 796"/>
              <a:gd name="T4" fmla="*/ 0 w 891"/>
              <a:gd name="T5" fmla="*/ 794338 h 796"/>
              <a:gd name="T6" fmla="*/ 991074 w 891"/>
              <a:gd name="T7" fmla="*/ 794338 h 796"/>
              <a:gd name="T8" fmla="*/ 0 60000 65536"/>
              <a:gd name="T9" fmla="*/ 0 60000 65536"/>
              <a:gd name="T10" fmla="*/ 0 60000 65536"/>
              <a:gd name="T11" fmla="*/ 0 60000 65536"/>
              <a:gd name="T12" fmla="*/ 0 w 891"/>
              <a:gd name="T13" fmla="*/ 0 h 796"/>
              <a:gd name="T14" fmla="*/ 891 w 891"/>
              <a:gd name="T15" fmla="*/ 796 h 796"/>
            </a:gdLst>
            <a:ahLst/>
            <a:cxnLst>
              <a:cxn ang="T8">
                <a:pos x="T0" y="T1"/>
              </a:cxn>
              <a:cxn ang="T9">
                <a:pos x="T2" y="T3"/>
              </a:cxn>
              <a:cxn ang="T10">
                <a:pos x="T4" y="T5"/>
              </a:cxn>
              <a:cxn ang="T11">
                <a:pos x="T6" y="T7"/>
              </a:cxn>
            </a:cxnLst>
            <a:rect l="T12" t="T13" r="T14" b="T15"/>
            <a:pathLst>
              <a:path w="891" h="796">
                <a:moveTo>
                  <a:pt x="890" y="795"/>
                </a:moveTo>
                <a:lnTo>
                  <a:pt x="445" y="0"/>
                </a:lnTo>
                <a:lnTo>
                  <a:pt x="0" y="795"/>
                </a:lnTo>
                <a:lnTo>
                  <a:pt x="890" y="795"/>
                </a:lnTo>
              </a:path>
            </a:pathLst>
          </a:custGeom>
          <a:solidFill>
            <a:schemeClr val="accent3"/>
          </a:solidFill>
          <a:ln w="9525" cap="rnd">
            <a:noFill/>
            <a:round/>
            <a:headEnd/>
            <a:tailEnd/>
          </a:ln>
        </p:spPr>
        <p:txBody>
          <a:bodyPr lIns="36116" tIns="36116" rIns="36116" bIns="36116"/>
          <a:lstStyle/>
          <a:p>
            <a:pPr algn="ctr" eaLnBrk="1" hangingPunct="1">
              <a:spcBef>
                <a:spcPct val="20000"/>
              </a:spcBef>
              <a:defRPr/>
            </a:pPr>
            <a:endParaRPr lang="en-GB" sz="800" dirty="0">
              <a:solidFill>
                <a:schemeClr val="bg1"/>
              </a:solidFill>
              <a:latin typeface="Aptos" panose="020B0004020202020204" pitchFamily="34" charset="0"/>
              <a:cs typeface="Arial" pitchFamily="34" charset="0"/>
            </a:endParaRPr>
          </a:p>
        </p:txBody>
      </p:sp>
      <p:sp>
        <p:nvSpPr>
          <p:cNvPr id="40" name="Freeform 4"/>
          <p:cNvSpPr>
            <a:spLocks/>
          </p:cNvSpPr>
          <p:nvPr/>
        </p:nvSpPr>
        <p:spPr bwMode="blackWhite">
          <a:xfrm>
            <a:off x="4442210" y="2902101"/>
            <a:ext cx="2237879" cy="647502"/>
          </a:xfrm>
          <a:custGeom>
            <a:avLst/>
            <a:gdLst>
              <a:gd name="T0" fmla="*/ 2147483647 w 2676"/>
              <a:gd name="T1" fmla="*/ 0 h 798"/>
              <a:gd name="T2" fmla="*/ 2147483647 w 2676"/>
              <a:gd name="T3" fmla="*/ 0 h 798"/>
              <a:gd name="T4" fmla="*/ 0 w 2676"/>
              <a:gd name="T5" fmla="*/ 2147483647 h 798"/>
              <a:gd name="T6" fmla="*/ 2147483647 w 2676"/>
              <a:gd name="T7" fmla="*/ 2147483647 h 798"/>
              <a:gd name="T8" fmla="*/ 2147483647 w 2676"/>
              <a:gd name="T9" fmla="*/ 0 h 798"/>
              <a:gd name="T10" fmla="*/ 0 60000 65536"/>
              <a:gd name="T11" fmla="*/ 0 60000 65536"/>
              <a:gd name="T12" fmla="*/ 0 60000 65536"/>
              <a:gd name="T13" fmla="*/ 0 60000 65536"/>
              <a:gd name="T14" fmla="*/ 0 60000 65536"/>
              <a:gd name="T15" fmla="*/ 0 w 2676"/>
              <a:gd name="T16" fmla="*/ 0 h 798"/>
              <a:gd name="T17" fmla="*/ 2676 w 2676"/>
              <a:gd name="T18" fmla="*/ 798 h 798"/>
            </a:gdLst>
            <a:ahLst/>
            <a:cxnLst>
              <a:cxn ang="T10">
                <a:pos x="T0" y="T1"/>
              </a:cxn>
              <a:cxn ang="T11">
                <a:pos x="T2" y="T3"/>
              </a:cxn>
              <a:cxn ang="T12">
                <a:pos x="T4" y="T5"/>
              </a:cxn>
              <a:cxn ang="T13">
                <a:pos x="T6" y="T7"/>
              </a:cxn>
              <a:cxn ang="T14">
                <a:pos x="T8" y="T9"/>
              </a:cxn>
            </a:cxnLst>
            <a:rect l="T15" t="T16" r="T17" b="T18"/>
            <a:pathLst>
              <a:path w="2676" h="798">
                <a:moveTo>
                  <a:pt x="2229" y="0"/>
                </a:moveTo>
                <a:lnTo>
                  <a:pt x="446" y="0"/>
                </a:lnTo>
                <a:lnTo>
                  <a:pt x="0" y="797"/>
                </a:lnTo>
                <a:lnTo>
                  <a:pt x="2675" y="797"/>
                </a:lnTo>
                <a:lnTo>
                  <a:pt x="2229" y="0"/>
                </a:lnTo>
              </a:path>
            </a:pathLst>
          </a:custGeom>
          <a:solidFill>
            <a:schemeClr val="accent1"/>
          </a:solidFill>
          <a:ln w="9525" cap="rnd">
            <a:noFill/>
            <a:round/>
            <a:headEnd/>
            <a:tailEnd/>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41" name="Freeform 5"/>
          <p:cNvSpPr>
            <a:spLocks/>
          </p:cNvSpPr>
          <p:nvPr/>
        </p:nvSpPr>
        <p:spPr bwMode="blackWhite">
          <a:xfrm>
            <a:off x="4814332" y="2254600"/>
            <a:ext cx="1493639" cy="648791"/>
          </a:xfrm>
          <a:custGeom>
            <a:avLst/>
            <a:gdLst>
              <a:gd name="T0" fmla="*/ 2147483647 w 1784"/>
              <a:gd name="T1" fmla="*/ 2147483647 h 796"/>
              <a:gd name="T2" fmla="*/ 2147483647 w 1784"/>
              <a:gd name="T3" fmla="*/ 0 h 796"/>
              <a:gd name="T4" fmla="*/ 2147483647 w 1784"/>
              <a:gd name="T5" fmla="*/ 0 h 796"/>
              <a:gd name="T6" fmla="*/ 0 w 1784"/>
              <a:gd name="T7" fmla="*/ 2147483647 h 796"/>
              <a:gd name="T8" fmla="*/ 2147483647 w 1784"/>
              <a:gd name="T9" fmla="*/ 2147483647 h 796"/>
              <a:gd name="T10" fmla="*/ 0 60000 65536"/>
              <a:gd name="T11" fmla="*/ 0 60000 65536"/>
              <a:gd name="T12" fmla="*/ 0 60000 65536"/>
              <a:gd name="T13" fmla="*/ 0 60000 65536"/>
              <a:gd name="T14" fmla="*/ 0 60000 65536"/>
              <a:gd name="T15" fmla="*/ 0 w 1784"/>
              <a:gd name="T16" fmla="*/ 0 h 796"/>
              <a:gd name="T17" fmla="*/ 1784 w 1784"/>
              <a:gd name="T18" fmla="*/ 796 h 796"/>
            </a:gdLst>
            <a:ahLst/>
            <a:cxnLst>
              <a:cxn ang="T10">
                <a:pos x="T0" y="T1"/>
              </a:cxn>
              <a:cxn ang="T11">
                <a:pos x="T2" y="T3"/>
              </a:cxn>
              <a:cxn ang="T12">
                <a:pos x="T4" y="T5"/>
              </a:cxn>
              <a:cxn ang="T13">
                <a:pos x="T6" y="T7"/>
              </a:cxn>
              <a:cxn ang="T14">
                <a:pos x="T8" y="T9"/>
              </a:cxn>
            </a:cxnLst>
            <a:rect l="T15" t="T16" r="T17" b="T18"/>
            <a:pathLst>
              <a:path w="1784" h="796">
                <a:moveTo>
                  <a:pt x="1783" y="795"/>
                </a:moveTo>
                <a:lnTo>
                  <a:pt x="1337" y="0"/>
                </a:lnTo>
                <a:lnTo>
                  <a:pt x="447" y="0"/>
                </a:lnTo>
                <a:lnTo>
                  <a:pt x="0" y="795"/>
                </a:lnTo>
                <a:lnTo>
                  <a:pt x="1783" y="795"/>
                </a:lnTo>
              </a:path>
            </a:pathLst>
          </a:custGeom>
          <a:solidFill>
            <a:schemeClr val="accent2"/>
          </a:solidFill>
          <a:ln w="9525" cap="rnd">
            <a:noFill/>
            <a:round/>
            <a:headEnd/>
            <a:tailEnd/>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42" name="Rectangle 6"/>
          <p:cNvSpPr>
            <a:spLocks noChangeArrowheads="1"/>
          </p:cNvSpPr>
          <p:nvPr/>
        </p:nvSpPr>
        <p:spPr bwMode="auto">
          <a:xfrm>
            <a:off x="5469778" y="2062126"/>
            <a:ext cx="182742" cy="123111"/>
          </a:xfrm>
          <a:prstGeom prst="rect">
            <a:avLst/>
          </a:prstGeom>
        </p:spPr>
        <p:txBody>
          <a:bodyPr wrap="none" lIns="0" tIns="0" rIns="0" bIns="0" anchor="ctr">
            <a:spAutoFit/>
          </a:bodyPr>
          <a:lstStyle/>
          <a:p>
            <a:pPr algn="ctr"/>
            <a:r>
              <a:rPr lang="en-GB" sz="800" dirty="0">
                <a:solidFill>
                  <a:schemeClr val="bg1"/>
                </a:solidFill>
                <a:latin typeface="Aptos" panose="020B0004020202020204" pitchFamily="34" charset="0"/>
                <a:cs typeface="Arial" pitchFamily="34" charset="0"/>
              </a:rPr>
              <a:t>Text</a:t>
            </a:r>
          </a:p>
        </p:txBody>
      </p:sp>
      <p:sp>
        <p:nvSpPr>
          <p:cNvPr id="43" name="Rectangle 7"/>
          <p:cNvSpPr>
            <a:spLocks noChangeArrowheads="1"/>
          </p:cNvSpPr>
          <p:nvPr/>
        </p:nvSpPr>
        <p:spPr bwMode="auto">
          <a:xfrm>
            <a:off x="5469778" y="2517441"/>
            <a:ext cx="182742" cy="123111"/>
          </a:xfrm>
          <a:prstGeom prst="rect">
            <a:avLst/>
          </a:prstGeom>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44" name="Rectangle 8"/>
          <p:cNvSpPr>
            <a:spLocks noChangeArrowheads="1"/>
          </p:cNvSpPr>
          <p:nvPr/>
        </p:nvSpPr>
        <p:spPr bwMode="auto">
          <a:xfrm>
            <a:off x="5469778" y="3164296"/>
            <a:ext cx="182742" cy="123111"/>
          </a:xfrm>
          <a:prstGeom prst="rect">
            <a:avLst/>
          </a:prstGeom>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45" name="Freeform 9"/>
          <p:cNvSpPr>
            <a:spLocks/>
          </p:cNvSpPr>
          <p:nvPr/>
        </p:nvSpPr>
        <p:spPr bwMode="blackWhite">
          <a:xfrm>
            <a:off x="2968468" y="5095848"/>
            <a:ext cx="2161778" cy="384373"/>
          </a:xfrm>
          <a:custGeom>
            <a:avLst/>
            <a:gdLst>
              <a:gd name="T0" fmla="*/ 2147483647 w 2676"/>
              <a:gd name="T1" fmla="*/ 0 h 484"/>
              <a:gd name="T2" fmla="*/ 0 w 2676"/>
              <a:gd name="T3" fmla="*/ 2147483647 h 484"/>
              <a:gd name="T4" fmla="*/ 2147483647 w 2676"/>
              <a:gd name="T5" fmla="*/ 2147483647 h 484"/>
              <a:gd name="T6" fmla="*/ 2147483647 w 2676"/>
              <a:gd name="T7" fmla="*/ 0 h 484"/>
              <a:gd name="T8" fmla="*/ 2147483647 w 2676"/>
              <a:gd name="T9" fmla="*/ 0 h 484"/>
              <a:gd name="T10" fmla="*/ 0 60000 65536"/>
              <a:gd name="T11" fmla="*/ 0 60000 65536"/>
              <a:gd name="T12" fmla="*/ 0 60000 65536"/>
              <a:gd name="T13" fmla="*/ 0 60000 65536"/>
              <a:gd name="T14" fmla="*/ 0 60000 65536"/>
              <a:gd name="T15" fmla="*/ 0 w 2676"/>
              <a:gd name="T16" fmla="*/ 0 h 484"/>
              <a:gd name="T17" fmla="*/ 2676 w 2676"/>
              <a:gd name="T18" fmla="*/ 484 h 484"/>
            </a:gdLst>
            <a:ahLst/>
            <a:cxnLst>
              <a:cxn ang="T10">
                <a:pos x="T0" y="T1"/>
              </a:cxn>
              <a:cxn ang="T11">
                <a:pos x="T2" y="T3"/>
              </a:cxn>
              <a:cxn ang="T12">
                <a:pos x="T4" y="T5"/>
              </a:cxn>
              <a:cxn ang="T13">
                <a:pos x="T6" y="T7"/>
              </a:cxn>
              <a:cxn ang="T14">
                <a:pos x="T8" y="T9"/>
              </a:cxn>
            </a:cxnLst>
            <a:rect l="T15" t="T16" r="T17" b="T18"/>
            <a:pathLst>
              <a:path w="2676" h="484">
                <a:moveTo>
                  <a:pt x="271" y="0"/>
                </a:moveTo>
                <a:lnTo>
                  <a:pt x="0" y="483"/>
                </a:lnTo>
                <a:lnTo>
                  <a:pt x="2675" y="483"/>
                </a:lnTo>
                <a:lnTo>
                  <a:pt x="2404" y="0"/>
                </a:lnTo>
                <a:lnTo>
                  <a:pt x="271" y="0"/>
                </a:lnTo>
              </a:path>
            </a:pathLst>
          </a:custGeom>
          <a:solidFill>
            <a:schemeClr val="accent1"/>
          </a:solidFill>
          <a:ln w="9525">
            <a:noFill/>
            <a:round/>
            <a:headEnd/>
            <a:tailEnd/>
          </a:ln>
        </p:spPr>
        <p:txBody>
          <a:bodyPr lIns="36116" tIns="36116" rIns="36116" bIns="36116" anchor="ctr"/>
          <a:lstStyle/>
          <a:p>
            <a:pPr algn="ctr" eaLnBrk="0" hangingPunct="0"/>
            <a:endParaRPr lang="en-GB" sz="800" dirty="0">
              <a:solidFill>
                <a:schemeClr val="bg1"/>
              </a:solidFill>
              <a:latin typeface="Aptos" panose="020B0004020202020204" pitchFamily="34" charset="0"/>
            </a:endParaRPr>
          </a:p>
        </p:txBody>
      </p:sp>
      <p:sp>
        <p:nvSpPr>
          <p:cNvPr id="46" name="Freeform 10"/>
          <p:cNvSpPr>
            <a:spLocks/>
          </p:cNvSpPr>
          <p:nvPr/>
        </p:nvSpPr>
        <p:spPr bwMode="blackWhite">
          <a:xfrm>
            <a:off x="3669500" y="3584150"/>
            <a:ext cx="759718" cy="665559"/>
          </a:xfrm>
          <a:custGeom>
            <a:avLst/>
            <a:gdLst>
              <a:gd name="T0" fmla="*/ 0 w 939"/>
              <a:gd name="T1" fmla="*/ 818174 h 839"/>
              <a:gd name="T2" fmla="*/ 1011746 w 939"/>
              <a:gd name="T3" fmla="*/ 818174 h 839"/>
              <a:gd name="T4" fmla="*/ 505873 w 939"/>
              <a:gd name="T5" fmla="*/ 0 h 839"/>
              <a:gd name="T6" fmla="*/ 0 w 939"/>
              <a:gd name="T7" fmla="*/ 818174 h 839"/>
              <a:gd name="T8" fmla="*/ 0 60000 65536"/>
              <a:gd name="T9" fmla="*/ 0 60000 65536"/>
              <a:gd name="T10" fmla="*/ 0 60000 65536"/>
              <a:gd name="T11" fmla="*/ 0 60000 65536"/>
              <a:gd name="T12" fmla="*/ 0 w 939"/>
              <a:gd name="T13" fmla="*/ 0 h 839"/>
              <a:gd name="T14" fmla="*/ 939 w 939"/>
              <a:gd name="T15" fmla="*/ 839 h 839"/>
            </a:gdLst>
            <a:ahLst/>
            <a:cxnLst>
              <a:cxn ang="T8">
                <a:pos x="T0" y="T1"/>
              </a:cxn>
              <a:cxn ang="T9">
                <a:pos x="T2" y="T3"/>
              </a:cxn>
              <a:cxn ang="T10">
                <a:pos x="T4" y="T5"/>
              </a:cxn>
              <a:cxn ang="T11">
                <a:pos x="T6" y="T7"/>
              </a:cxn>
            </a:cxnLst>
            <a:rect l="T12" t="T13" r="T14" b="T15"/>
            <a:pathLst>
              <a:path w="939" h="839">
                <a:moveTo>
                  <a:pt x="0" y="838"/>
                </a:moveTo>
                <a:lnTo>
                  <a:pt x="938" y="838"/>
                </a:lnTo>
                <a:lnTo>
                  <a:pt x="469" y="0"/>
                </a:lnTo>
                <a:lnTo>
                  <a:pt x="0" y="838"/>
                </a:lnTo>
              </a:path>
            </a:pathLst>
          </a:custGeom>
          <a:solidFill>
            <a:schemeClr val="accent4"/>
          </a:solidFill>
          <a:ln w="9525" cap="rnd">
            <a:noFill/>
            <a:round/>
            <a:headEnd type="none" w="sm" len="sm"/>
            <a:tailEnd type="none" w="sm" len="sm"/>
          </a:ln>
        </p:spPr>
        <p:txBody>
          <a:bodyPr lIns="36116" tIns="36116" rIns="36116" bIns="36116"/>
          <a:lstStyle/>
          <a:p>
            <a:pPr algn="ctr" eaLnBrk="1" hangingPunct="1">
              <a:spcBef>
                <a:spcPct val="20000"/>
              </a:spcBef>
              <a:defRPr/>
            </a:pPr>
            <a:endParaRPr lang="en-GB" sz="800" dirty="0">
              <a:solidFill>
                <a:schemeClr val="bg1"/>
              </a:solidFill>
              <a:latin typeface="Aptos" panose="020B0004020202020204" pitchFamily="34" charset="0"/>
              <a:cs typeface="Arial" pitchFamily="34" charset="0"/>
            </a:endParaRPr>
          </a:p>
        </p:txBody>
      </p:sp>
      <p:sp>
        <p:nvSpPr>
          <p:cNvPr id="47" name="Freeform 11"/>
          <p:cNvSpPr>
            <a:spLocks/>
          </p:cNvSpPr>
          <p:nvPr/>
        </p:nvSpPr>
        <p:spPr bwMode="blackWhite">
          <a:xfrm>
            <a:off x="3428946" y="4249709"/>
            <a:ext cx="1240830" cy="423069"/>
          </a:xfrm>
          <a:custGeom>
            <a:avLst/>
            <a:gdLst>
              <a:gd name="T0" fmla="*/ 0 w 1536"/>
              <a:gd name="T1" fmla="*/ 519723 h 533"/>
              <a:gd name="T2" fmla="*/ 1653098 w 1536"/>
              <a:gd name="T3" fmla="*/ 519723 h 533"/>
              <a:gd name="T4" fmla="*/ 1332171 w 1536"/>
              <a:gd name="T5" fmla="*/ 0 h 533"/>
              <a:gd name="T6" fmla="*/ 322004 w 1536"/>
              <a:gd name="T7" fmla="*/ 0 h 533"/>
              <a:gd name="T8" fmla="*/ 0 w 1536"/>
              <a:gd name="T9" fmla="*/ 519723 h 533"/>
              <a:gd name="T10" fmla="*/ 0 60000 65536"/>
              <a:gd name="T11" fmla="*/ 0 60000 65536"/>
              <a:gd name="T12" fmla="*/ 0 60000 65536"/>
              <a:gd name="T13" fmla="*/ 0 60000 65536"/>
              <a:gd name="T14" fmla="*/ 0 60000 65536"/>
              <a:gd name="T15" fmla="*/ 0 w 1536"/>
              <a:gd name="T16" fmla="*/ 0 h 533"/>
              <a:gd name="T17" fmla="*/ 1536 w 1536"/>
              <a:gd name="T18" fmla="*/ 533 h 533"/>
            </a:gdLst>
            <a:ahLst/>
            <a:cxnLst>
              <a:cxn ang="T10">
                <a:pos x="T0" y="T1"/>
              </a:cxn>
              <a:cxn ang="T11">
                <a:pos x="T2" y="T3"/>
              </a:cxn>
              <a:cxn ang="T12">
                <a:pos x="T4" y="T5"/>
              </a:cxn>
              <a:cxn ang="T13">
                <a:pos x="T6" y="T7"/>
              </a:cxn>
              <a:cxn ang="T14">
                <a:pos x="T8" y="T9"/>
              </a:cxn>
            </a:cxnLst>
            <a:rect l="T15" t="T16" r="T17" b="T18"/>
            <a:pathLst>
              <a:path w="1536" h="533">
                <a:moveTo>
                  <a:pt x="0" y="532"/>
                </a:moveTo>
                <a:lnTo>
                  <a:pt x="1535" y="532"/>
                </a:lnTo>
                <a:lnTo>
                  <a:pt x="1237" y="0"/>
                </a:lnTo>
                <a:lnTo>
                  <a:pt x="299" y="0"/>
                </a:lnTo>
                <a:lnTo>
                  <a:pt x="0" y="532"/>
                </a:lnTo>
              </a:path>
            </a:pathLst>
          </a:custGeom>
          <a:solidFill>
            <a:schemeClr val="accent3"/>
          </a:solidFill>
          <a:ln w="9525" cap="rnd">
            <a:noFill/>
            <a:round/>
            <a:headEnd type="none" w="sm" len="sm"/>
            <a:tailEnd type="none" w="sm" len="sm"/>
          </a:ln>
        </p:spPr>
        <p:txBody>
          <a:bodyPr lIns="36116" tIns="36116" rIns="36116" bIns="36116"/>
          <a:lstStyle/>
          <a:p>
            <a:pPr algn="ctr" eaLnBrk="1" hangingPunct="1">
              <a:spcBef>
                <a:spcPct val="20000"/>
              </a:spcBef>
              <a:defRPr/>
            </a:pPr>
            <a:endParaRPr lang="en-GB" sz="800" dirty="0">
              <a:solidFill>
                <a:schemeClr val="bg1"/>
              </a:solidFill>
              <a:latin typeface="Aptos" panose="020B0004020202020204" pitchFamily="34" charset="0"/>
              <a:cs typeface="Arial" pitchFamily="34" charset="0"/>
            </a:endParaRPr>
          </a:p>
        </p:txBody>
      </p:sp>
      <p:sp>
        <p:nvSpPr>
          <p:cNvPr id="48" name="Freeform 12"/>
          <p:cNvSpPr>
            <a:spLocks/>
          </p:cNvSpPr>
          <p:nvPr/>
        </p:nvSpPr>
        <p:spPr bwMode="blackWhite">
          <a:xfrm>
            <a:off x="3187742" y="4671489"/>
            <a:ext cx="1723231" cy="425648"/>
          </a:xfrm>
          <a:custGeom>
            <a:avLst/>
            <a:gdLst>
              <a:gd name="T0" fmla="*/ 2147483647 w 2134"/>
              <a:gd name="T1" fmla="*/ 0 h 535"/>
              <a:gd name="T2" fmla="*/ 0 w 2134"/>
              <a:gd name="T3" fmla="*/ 2147483647 h 535"/>
              <a:gd name="T4" fmla="*/ 2147483647 w 2134"/>
              <a:gd name="T5" fmla="*/ 2147483647 h 535"/>
              <a:gd name="T6" fmla="*/ 2147483647 w 2134"/>
              <a:gd name="T7" fmla="*/ 0 h 535"/>
              <a:gd name="T8" fmla="*/ 2147483647 w 2134"/>
              <a:gd name="T9" fmla="*/ 0 h 535"/>
              <a:gd name="T10" fmla="*/ 0 60000 65536"/>
              <a:gd name="T11" fmla="*/ 0 60000 65536"/>
              <a:gd name="T12" fmla="*/ 0 60000 65536"/>
              <a:gd name="T13" fmla="*/ 0 60000 65536"/>
              <a:gd name="T14" fmla="*/ 0 60000 65536"/>
              <a:gd name="T15" fmla="*/ 0 w 2134"/>
              <a:gd name="T16" fmla="*/ 0 h 535"/>
              <a:gd name="T17" fmla="*/ 2134 w 2134"/>
              <a:gd name="T18" fmla="*/ 535 h 535"/>
            </a:gdLst>
            <a:ahLst/>
            <a:cxnLst>
              <a:cxn ang="T10">
                <a:pos x="T0" y="T1"/>
              </a:cxn>
              <a:cxn ang="T11">
                <a:pos x="T2" y="T3"/>
              </a:cxn>
              <a:cxn ang="T12">
                <a:pos x="T4" y="T5"/>
              </a:cxn>
              <a:cxn ang="T13">
                <a:pos x="T6" y="T7"/>
              </a:cxn>
              <a:cxn ang="T14">
                <a:pos x="T8" y="T9"/>
              </a:cxn>
            </a:cxnLst>
            <a:rect l="T15" t="T16" r="T17" b="T18"/>
            <a:pathLst>
              <a:path w="2134" h="535">
                <a:moveTo>
                  <a:pt x="299" y="0"/>
                </a:moveTo>
                <a:lnTo>
                  <a:pt x="0" y="534"/>
                </a:lnTo>
                <a:lnTo>
                  <a:pt x="2133" y="534"/>
                </a:lnTo>
                <a:lnTo>
                  <a:pt x="1834" y="0"/>
                </a:lnTo>
                <a:lnTo>
                  <a:pt x="299" y="0"/>
                </a:lnTo>
              </a:path>
            </a:pathLst>
          </a:custGeom>
          <a:solidFill>
            <a:schemeClr val="accent2"/>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49" name="Rectangle 13"/>
          <p:cNvSpPr>
            <a:spLocks noChangeArrowheads="1"/>
          </p:cNvSpPr>
          <p:nvPr/>
        </p:nvSpPr>
        <p:spPr bwMode="auto">
          <a:xfrm>
            <a:off x="3957988" y="4021118"/>
            <a:ext cx="182742" cy="123111"/>
          </a:xfrm>
          <a:prstGeom prst="rect">
            <a:avLst/>
          </a:prstGeom>
        </p:spPr>
        <p:txBody>
          <a:bodyPr wrap="none" lIns="0" tIns="0" rIns="0" bIns="0" anchor="ctr">
            <a:spAutoFit/>
          </a:bodyPr>
          <a:lstStyle/>
          <a:p>
            <a:pPr algn="ctr"/>
            <a:r>
              <a:rPr lang="en-GB" sz="800" dirty="0">
                <a:solidFill>
                  <a:schemeClr val="bg1"/>
                </a:solidFill>
                <a:latin typeface="Aptos" panose="020B0004020202020204" pitchFamily="34" charset="0"/>
                <a:cs typeface="Arial" pitchFamily="34" charset="0"/>
              </a:rPr>
              <a:t>Text</a:t>
            </a:r>
          </a:p>
        </p:txBody>
      </p:sp>
      <p:sp>
        <p:nvSpPr>
          <p:cNvPr id="51" name="Rectangle 14"/>
          <p:cNvSpPr>
            <a:spLocks noChangeArrowheads="1"/>
          </p:cNvSpPr>
          <p:nvPr/>
        </p:nvSpPr>
        <p:spPr bwMode="auto">
          <a:xfrm>
            <a:off x="3957988" y="4399687"/>
            <a:ext cx="182742" cy="123111"/>
          </a:xfrm>
          <a:prstGeom prst="rect">
            <a:avLst/>
          </a:prstGeom>
        </p:spPr>
        <p:txBody>
          <a:bodyPr wrap="none" lIns="0" tIns="0" rIns="0" bIns="0" anchor="ctr">
            <a:spAutoFit/>
          </a:bodyPr>
          <a:lstStyle/>
          <a:p>
            <a:pPr algn="ctr"/>
            <a:r>
              <a:rPr lang="en-GB" sz="800" dirty="0">
                <a:solidFill>
                  <a:schemeClr val="bg1"/>
                </a:solidFill>
                <a:latin typeface="Aptos" panose="020B0004020202020204" pitchFamily="34" charset="0"/>
                <a:cs typeface="Arial" pitchFamily="34" charset="0"/>
              </a:rPr>
              <a:t>Text</a:t>
            </a:r>
          </a:p>
        </p:txBody>
      </p:sp>
      <p:sp>
        <p:nvSpPr>
          <p:cNvPr id="54" name="Rectangle 15"/>
          <p:cNvSpPr>
            <a:spLocks noChangeArrowheads="1"/>
          </p:cNvSpPr>
          <p:nvPr/>
        </p:nvSpPr>
        <p:spPr bwMode="auto">
          <a:xfrm>
            <a:off x="3957988" y="4822757"/>
            <a:ext cx="182742" cy="123111"/>
          </a:xfrm>
          <a:prstGeom prst="rect">
            <a:avLst/>
          </a:prstGeom>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55" name="Rectangle 16"/>
          <p:cNvSpPr>
            <a:spLocks noChangeArrowheads="1"/>
          </p:cNvSpPr>
          <p:nvPr/>
        </p:nvSpPr>
        <p:spPr bwMode="auto">
          <a:xfrm>
            <a:off x="3957988" y="5226478"/>
            <a:ext cx="182742" cy="123111"/>
          </a:xfrm>
          <a:prstGeom prst="rect">
            <a:avLst/>
          </a:prstGeom>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56" name="Freeform 17"/>
          <p:cNvSpPr>
            <a:spLocks/>
          </p:cNvSpPr>
          <p:nvPr/>
        </p:nvSpPr>
        <p:spPr bwMode="blackWhite">
          <a:xfrm flipV="1">
            <a:off x="1533612" y="2729262"/>
            <a:ext cx="2133402" cy="820341"/>
          </a:xfrm>
          <a:custGeom>
            <a:avLst/>
            <a:gdLst>
              <a:gd name="T0" fmla="*/ 2147483647 w 2676"/>
              <a:gd name="T1" fmla="*/ 2147483647 h 1025"/>
              <a:gd name="T2" fmla="*/ 2147483647 w 2676"/>
              <a:gd name="T3" fmla="*/ 2147483647 h 1025"/>
              <a:gd name="T4" fmla="*/ 2147483647 w 2676"/>
              <a:gd name="T5" fmla="*/ 0 h 1025"/>
              <a:gd name="T6" fmla="*/ 0 w 2676"/>
              <a:gd name="T7" fmla="*/ 0 h 1025"/>
              <a:gd name="T8" fmla="*/ 2147483647 w 2676"/>
              <a:gd name="T9" fmla="*/ 2147483647 h 1025"/>
              <a:gd name="T10" fmla="*/ 0 60000 65536"/>
              <a:gd name="T11" fmla="*/ 0 60000 65536"/>
              <a:gd name="T12" fmla="*/ 0 60000 65536"/>
              <a:gd name="T13" fmla="*/ 0 60000 65536"/>
              <a:gd name="T14" fmla="*/ 0 60000 65536"/>
              <a:gd name="T15" fmla="*/ 0 w 2676"/>
              <a:gd name="T16" fmla="*/ 0 h 1025"/>
              <a:gd name="T17" fmla="*/ 2676 w 2676"/>
              <a:gd name="T18" fmla="*/ 1025 h 1025"/>
            </a:gdLst>
            <a:ahLst/>
            <a:cxnLst>
              <a:cxn ang="T10">
                <a:pos x="T0" y="T1"/>
              </a:cxn>
              <a:cxn ang="T11">
                <a:pos x="T2" y="T3"/>
              </a:cxn>
              <a:cxn ang="T12">
                <a:pos x="T4" y="T5"/>
              </a:cxn>
              <a:cxn ang="T13">
                <a:pos x="T6" y="T7"/>
              </a:cxn>
              <a:cxn ang="T14">
                <a:pos x="T8" y="T9"/>
              </a:cxn>
            </a:cxnLst>
            <a:rect l="T15" t="T16" r="T17" b="T18"/>
            <a:pathLst>
              <a:path w="2676" h="1025">
                <a:moveTo>
                  <a:pt x="574" y="1024"/>
                </a:moveTo>
                <a:lnTo>
                  <a:pt x="2100" y="1024"/>
                </a:lnTo>
                <a:lnTo>
                  <a:pt x="2675" y="0"/>
                </a:lnTo>
                <a:lnTo>
                  <a:pt x="0" y="0"/>
                </a:lnTo>
                <a:lnTo>
                  <a:pt x="574" y="1024"/>
                </a:lnTo>
              </a:path>
            </a:pathLst>
          </a:custGeom>
          <a:solidFill>
            <a:schemeClr val="accent1"/>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57" name="Freeform 18"/>
          <p:cNvSpPr>
            <a:spLocks/>
          </p:cNvSpPr>
          <p:nvPr/>
        </p:nvSpPr>
        <p:spPr bwMode="blackWhite">
          <a:xfrm flipV="1">
            <a:off x="1991508" y="1640634"/>
            <a:ext cx="1217613" cy="1089918"/>
          </a:xfrm>
          <a:custGeom>
            <a:avLst/>
            <a:gdLst>
              <a:gd name="T0" fmla="*/ 0 w 1527"/>
              <a:gd name="T1" fmla="*/ 0 h 1364"/>
              <a:gd name="T2" fmla="*/ 2147483647 w 1527"/>
              <a:gd name="T3" fmla="*/ 2147483647 h 1364"/>
              <a:gd name="T4" fmla="*/ 2147483647 w 1527"/>
              <a:gd name="T5" fmla="*/ 0 h 1364"/>
              <a:gd name="T6" fmla="*/ 0 w 1527"/>
              <a:gd name="T7" fmla="*/ 0 h 1364"/>
              <a:gd name="T8" fmla="*/ 0 60000 65536"/>
              <a:gd name="T9" fmla="*/ 0 60000 65536"/>
              <a:gd name="T10" fmla="*/ 0 60000 65536"/>
              <a:gd name="T11" fmla="*/ 0 60000 65536"/>
              <a:gd name="T12" fmla="*/ 0 w 1527"/>
              <a:gd name="T13" fmla="*/ 0 h 1364"/>
              <a:gd name="T14" fmla="*/ 1527 w 1527"/>
              <a:gd name="T15" fmla="*/ 1364 h 1364"/>
            </a:gdLst>
            <a:ahLst/>
            <a:cxnLst>
              <a:cxn ang="T8">
                <a:pos x="T0" y="T1"/>
              </a:cxn>
              <a:cxn ang="T9">
                <a:pos x="T2" y="T3"/>
              </a:cxn>
              <a:cxn ang="T10">
                <a:pos x="T4" y="T5"/>
              </a:cxn>
              <a:cxn ang="T11">
                <a:pos x="T6" y="T7"/>
              </a:cxn>
            </a:cxnLst>
            <a:rect l="T12" t="T13" r="T14" b="T15"/>
            <a:pathLst>
              <a:path w="1527" h="1364">
                <a:moveTo>
                  <a:pt x="0" y="0"/>
                </a:moveTo>
                <a:lnTo>
                  <a:pt x="763" y="1363"/>
                </a:lnTo>
                <a:lnTo>
                  <a:pt x="1526" y="0"/>
                </a:lnTo>
                <a:lnTo>
                  <a:pt x="0" y="0"/>
                </a:lnTo>
              </a:path>
            </a:pathLst>
          </a:custGeom>
          <a:solidFill>
            <a:srgbClr val="0097A9"/>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58" name="Rectangle 19"/>
          <p:cNvSpPr>
            <a:spLocks noChangeArrowheads="1"/>
          </p:cNvSpPr>
          <p:nvPr/>
        </p:nvSpPr>
        <p:spPr bwMode="auto">
          <a:xfrm>
            <a:off x="2508942" y="2366679"/>
            <a:ext cx="182742" cy="123111"/>
          </a:xfrm>
          <a:prstGeom prst="rect">
            <a:avLst/>
          </a:prstGeom>
        </p:spPr>
        <p:txBody>
          <a:bodyPr wrap="none" lIns="0" tIns="0" rIns="0" bIns="0" anchor="ctr">
            <a:spAutoFit/>
          </a:bodyPr>
          <a:lstStyle/>
          <a:p>
            <a:pPr algn="ctr"/>
            <a:r>
              <a:rPr lang="en-GB" sz="800" dirty="0">
                <a:solidFill>
                  <a:schemeClr val="bg1"/>
                </a:solidFill>
                <a:latin typeface="Aptos" panose="020B0004020202020204" pitchFamily="34" charset="0"/>
                <a:cs typeface="Arial" pitchFamily="34" charset="0"/>
              </a:rPr>
              <a:t>Text</a:t>
            </a:r>
          </a:p>
        </p:txBody>
      </p:sp>
      <p:sp>
        <p:nvSpPr>
          <p:cNvPr id="61" name="Rectangle 20"/>
          <p:cNvSpPr>
            <a:spLocks noChangeArrowheads="1"/>
          </p:cNvSpPr>
          <p:nvPr/>
        </p:nvSpPr>
        <p:spPr bwMode="auto">
          <a:xfrm>
            <a:off x="2508942" y="3077877"/>
            <a:ext cx="182742" cy="123111"/>
          </a:xfrm>
          <a:prstGeom prst="rect">
            <a:avLst/>
          </a:prstGeom>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62" name="Freeform 21"/>
          <p:cNvSpPr>
            <a:spLocks/>
          </p:cNvSpPr>
          <p:nvPr/>
        </p:nvSpPr>
        <p:spPr bwMode="blackWhite">
          <a:xfrm>
            <a:off x="6770929" y="3551907"/>
            <a:ext cx="478532" cy="420489"/>
          </a:xfrm>
          <a:custGeom>
            <a:avLst/>
            <a:gdLst>
              <a:gd name="T0" fmla="*/ 0 w 582"/>
              <a:gd name="T1" fmla="*/ 2147483647 h 520"/>
              <a:gd name="T2" fmla="*/ 2147483647 w 582"/>
              <a:gd name="T3" fmla="*/ 2147483647 h 520"/>
              <a:gd name="T4" fmla="*/ 2147483647 w 582"/>
              <a:gd name="T5" fmla="*/ 0 h 520"/>
              <a:gd name="T6" fmla="*/ 0 w 582"/>
              <a:gd name="T7" fmla="*/ 2147483647 h 520"/>
              <a:gd name="T8" fmla="*/ 0 60000 65536"/>
              <a:gd name="T9" fmla="*/ 0 60000 65536"/>
              <a:gd name="T10" fmla="*/ 0 60000 65536"/>
              <a:gd name="T11" fmla="*/ 0 60000 65536"/>
              <a:gd name="T12" fmla="*/ 0 w 582"/>
              <a:gd name="T13" fmla="*/ 0 h 520"/>
              <a:gd name="T14" fmla="*/ 582 w 582"/>
              <a:gd name="T15" fmla="*/ 520 h 520"/>
            </a:gdLst>
            <a:ahLst/>
            <a:cxnLst>
              <a:cxn ang="T8">
                <a:pos x="T0" y="T1"/>
              </a:cxn>
              <a:cxn ang="T9">
                <a:pos x="T2" y="T3"/>
              </a:cxn>
              <a:cxn ang="T10">
                <a:pos x="T4" y="T5"/>
              </a:cxn>
              <a:cxn ang="T11">
                <a:pos x="T6" y="T7"/>
              </a:cxn>
            </a:cxnLst>
            <a:rect l="T12" t="T13" r="T14" b="T15"/>
            <a:pathLst>
              <a:path w="582" h="520">
                <a:moveTo>
                  <a:pt x="0" y="519"/>
                </a:moveTo>
                <a:lnTo>
                  <a:pt x="581" y="519"/>
                </a:lnTo>
                <a:lnTo>
                  <a:pt x="291" y="0"/>
                </a:lnTo>
                <a:lnTo>
                  <a:pt x="0" y="519"/>
                </a:lnTo>
              </a:path>
            </a:pathLst>
          </a:custGeom>
          <a:solidFill>
            <a:schemeClr val="bg1"/>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63" name="Freeform 23"/>
          <p:cNvSpPr>
            <a:spLocks/>
          </p:cNvSpPr>
          <p:nvPr/>
        </p:nvSpPr>
        <p:spPr bwMode="blackWhite">
          <a:xfrm>
            <a:off x="6770929" y="3551907"/>
            <a:ext cx="478532" cy="420489"/>
          </a:xfrm>
          <a:custGeom>
            <a:avLst/>
            <a:gdLst>
              <a:gd name="T0" fmla="*/ 0 w 582"/>
              <a:gd name="T1" fmla="*/ 516530 h 520"/>
              <a:gd name="T2" fmla="*/ 637078 w 582"/>
              <a:gd name="T3" fmla="*/ 516530 h 520"/>
              <a:gd name="T4" fmla="*/ 319088 w 582"/>
              <a:gd name="T5" fmla="*/ 0 h 520"/>
              <a:gd name="T6" fmla="*/ 0 w 582"/>
              <a:gd name="T7" fmla="*/ 516530 h 520"/>
              <a:gd name="T8" fmla="*/ 0 60000 65536"/>
              <a:gd name="T9" fmla="*/ 0 60000 65536"/>
              <a:gd name="T10" fmla="*/ 0 60000 65536"/>
              <a:gd name="T11" fmla="*/ 0 60000 65536"/>
              <a:gd name="T12" fmla="*/ 0 w 582"/>
              <a:gd name="T13" fmla="*/ 0 h 520"/>
              <a:gd name="T14" fmla="*/ 582 w 582"/>
              <a:gd name="T15" fmla="*/ 520 h 520"/>
            </a:gdLst>
            <a:ahLst/>
            <a:cxnLst>
              <a:cxn ang="T8">
                <a:pos x="T0" y="T1"/>
              </a:cxn>
              <a:cxn ang="T9">
                <a:pos x="T2" y="T3"/>
              </a:cxn>
              <a:cxn ang="T10">
                <a:pos x="T4" y="T5"/>
              </a:cxn>
              <a:cxn ang="T11">
                <a:pos x="T6" y="T7"/>
              </a:cxn>
            </a:cxnLst>
            <a:rect l="T12" t="T13" r="T14" b="T15"/>
            <a:pathLst>
              <a:path w="582" h="520">
                <a:moveTo>
                  <a:pt x="0" y="519"/>
                </a:moveTo>
                <a:lnTo>
                  <a:pt x="581" y="519"/>
                </a:lnTo>
                <a:lnTo>
                  <a:pt x="291" y="0"/>
                </a:lnTo>
                <a:lnTo>
                  <a:pt x="0" y="519"/>
                </a:lnTo>
              </a:path>
            </a:pathLst>
          </a:custGeom>
          <a:solidFill>
            <a:srgbClr val="DDEFE8"/>
          </a:solidFill>
          <a:ln w="9525" cap="rnd">
            <a:noFill/>
            <a:round/>
            <a:headEnd type="none" w="sm" len="sm"/>
            <a:tailEnd type="none" w="sm" len="sm"/>
          </a:ln>
        </p:spPr>
        <p:txBody>
          <a:bodyPr lIns="36116" tIns="36116" rIns="36116" bIns="36116"/>
          <a:lstStyle/>
          <a:p>
            <a:pPr algn="ctr" eaLnBrk="1" hangingPunct="1">
              <a:spcBef>
                <a:spcPct val="20000"/>
              </a:spcBef>
              <a:defRPr/>
            </a:pPr>
            <a:endParaRPr lang="en-GB" sz="800" dirty="0">
              <a:solidFill>
                <a:schemeClr val="bg1"/>
              </a:solidFill>
              <a:latin typeface="Aptos" panose="020B0004020202020204" pitchFamily="34" charset="0"/>
              <a:cs typeface="Arial" pitchFamily="34" charset="0"/>
            </a:endParaRPr>
          </a:p>
        </p:txBody>
      </p:sp>
      <p:sp>
        <p:nvSpPr>
          <p:cNvPr id="64" name="Freeform 25"/>
          <p:cNvSpPr>
            <a:spLocks/>
          </p:cNvSpPr>
          <p:nvPr/>
        </p:nvSpPr>
        <p:spPr bwMode="blackWhite">
          <a:xfrm>
            <a:off x="6663229" y="3971104"/>
            <a:ext cx="693936" cy="189607"/>
          </a:xfrm>
          <a:custGeom>
            <a:avLst/>
            <a:gdLst>
              <a:gd name="T0" fmla="*/ 0 w 843"/>
              <a:gd name="T1" fmla="*/ 2147483647 h 235"/>
              <a:gd name="T2" fmla="*/ 2147483647 w 843"/>
              <a:gd name="T3" fmla="*/ 2147483647 h 235"/>
              <a:gd name="T4" fmla="*/ 2147483647 w 843"/>
              <a:gd name="T5" fmla="*/ 0 h 235"/>
              <a:gd name="T6" fmla="*/ 2147483647 w 843"/>
              <a:gd name="T7" fmla="*/ 0 h 235"/>
              <a:gd name="T8" fmla="*/ 0 w 843"/>
              <a:gd name="T9" fmla="*/ 2147483647 h 235"/>
              <a:gd name="T10" fmla="*/ 0 60000 65536"/>
              <a:gd name="T11" fmla="*/ 0 60000 65536"/>
              <a:gd name="T12" fmla="*/ 0 60000 65536"/>
              <a:gd name="T13" fmla="*/ 0 60000 65536"/>
              <a:gd name="T14" fmla="*/ 0 60000 65536"/>
              <a:gd name="T15" fmla="*/ 0 w 843"/>
              <a:gd name="T16" fmla="*/ 0 h 235"/>
              <a:gd name="T17" fmla="*/ 843 w 843"/>
              <a:gd name="T18" fmla="*/ 235 h 235"/>
            </a:gdLst>
            <a:ahLst/>
            <a:cxnLst>
              <a:cxn ang="T10">
                <a:pos x="T0" y="T1"/>
              </a:cxn>
              <a:cxn ang="T11">
                <a:pos x="T2" y="T3"/>
              </a:cxn>
              <a:cxn ang="T12">
                <a:pos x="T4" y="T5"/>
              </a:cxn>
              <a:cxn ang="T13">
                <a:pos x="T6" y="T7"/>
              </a:cxn>
              <a:cxn ang="T14">
                <a:pos x="T8" y="T9"/>
              </a:cxn>
            </a:cxnLst>
            <a:rect l="T15" t="T16" r="T17" b="T18"/>
            <a:pathLst>
              <a:path w="843" h="235">
                <a:moveTo>
                  <a:pt x="0" y="234"/>
                </a:moveTo>
                <a:lnTo>
                  <a:pt x="842" y="234"/>
                </a:lnTo>
                <a:lnTo>
                  <a:pt x="711" y="0"/>
                </a:lnTo>
                <a:lnTo>
                  <a:pt x="130" y="0"/>
                </a:lnTo>
                <a:lnTo>
                  <a:pt x="0" y="234"/>
                </a:lnTo>
              </a:path>
            </a:pathLst>
          </a:custGeom>
          <a:solidFill>
            <a:schemeClr val="bg1"/>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65" name="Freeform 27"/>
          <p:cNvSpPr>
            <a:spLocks/>
          </p:cNvSpPr>
          <p:nvPr/>
        </p:nvSpPr>
        <p:spPr bwMode="blackWhite">
          <a:xfrm>
            <a:off x="6663229" y="3971104"/>
            <a:ext cx="693936" cy="189607"/>
          </a:xfrm>
          <a:custGeom>
            <a:avLst/>
            <a:gdLst>
              <a:gd name="T0" fmla="*/ 0 w 843"/>
              <a:gd name="T1" fmla="*/ 2147483647 h 235"/>
              <a:gd name="T2" fmla="*/ 2147483647 w 843"/>
              <a:gd name="T3" fmla="*/ 2147483647 h 235"/>
              <a:gd name="T4" fmla="*/ 2147483647 w 843"/>
              <a:gd name="T5" fmla="*/ 0 h 235"/>
              <a:gd name="T6" fmla="*/ 2147483647 w 843"/>
              <a:gd name="T7" fmla="*/ 0 h 235"/>
              <a:gd name="T8" fmla="*/ 0 w 843"/>
              <a:gd name="T9" fmla="*/ 2147483647 h 235"/>
              <a:gd name="T10" fmla="*/ 0 60000 65536"/>
              <a:gd name="T11" fmla="*/ 0 60000 65536"/>
              <a:gd name="T12" fmla="*/ 0 60000 65536"/>
              <a:gd name="T13" fmla="*/ 0 60000 65536"/>
              <a:gd name="T14" fmla="*/ 0 60000 65536"/>
              <a:gd name="T15" fmla="*/ 0 w 843"/>
              <a:gd name="T16" fmla="*/ 0 h 235"/>
              <a:gd name="T17" fmla="*/ 843 w 843"/>
              <a:gd name="T18" fmla="*/ 235 h 235"/>
            </a:gdLst>
            <a:ahLst/>
            <a:cxnLst>
              <a:cxn ang="T10">
                <a:pos x="T0" y="T1"/>
              </a:cxn>
              <a:cxn ang="T11">
                <a:pos x="T2" y="T3"/>
              </a:cxn>
              <a:cxn ang="T12">
                <a:pos x="T4" y="T5"/>
              </a:cxn>
              <a:cxn ang="T13">
                <a:pos x="T6" y="T7"/>
              </a:cxn>
              <a:cxn ang="T14">
                <a:pos x="T8" y="T9"/>
              </a:cxn>
            </a:cxnLst>
            <a:rect l="T15" t="T16" r="T17" b="T18"/>
            <a:pathLst>
              <a:path w="843" h="235">
                <a:moveTo>
                  <a:pt x="0" y="234"/>
                </a:moveTo>
                <a:lnTo>
                  <a:pt x="842" y="234"/>
                </a:lnTo>
                <a:lnTo>
                  <a:pt x="711" y="0"/>
                </a:lnTo>
                <a:lnTo>
                  <a:pt x="130" y="0"/>
                </a:lnTo>
                <a:lnTo>
                  <a:pt x="0" y="234"/>
                </a:lnTo>
              </a:path>
            </a:pathLst>
          </a:custGeom>
          <a:solidFill>
            <a:srgbClr val="9DD4CF"/>
          </a:solidFill>
          <a:ln w="9525" cap="rnd">
            <a:noFill/>
            <a:round/>
            <a:headEnd type="none" w="sm" len="sm"/>
            <a:tailEnd type="none" w="sm" len="sm"/>
          </a:ln>
        </p:spPr>
        <p:txBody>
          <a:bodyPr lIns="36116" tIns="36116" rIns="36116" bIns="36116"/>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66" name="Freeform 29"/>
          <p:cNvSpPr>
            <a:spLocks/>
          </p:cNvSpPr>
          <p:nvPr/>
        </p:nvSpPr>
        <p:spPr bwMode="blackWhite">
          <a:xfrm>
            <a:off x="6554882" y="4159423"/>
            <a:ext cx="910630" cy="188317"/>
          </a:xfrm>
          <a:custGeom>
            <a:avLst/>
            <a:gdLst>
              <a:gd name="T0" fmla="*/ 2147483647 w 1106"/>
              <a:gd name="T1" fmla="*/ 0 h 233"/>
              <a:gd name="T2" fmla="*/ 0 w 1106"/>
              <a:gd name="T3" fmla="*/ 2147483647 h 233"/>
              <a:gd name="T4" fmla="*/ 2147483647 w 1106"/>
              <a:gd name="T5" fmla="*/ 2147483647 h 233"/>
              <a:gd name="T6" fmla="*/ 2147483647 w 1106"/>
              <a:gd name="T7" fmla="*/ 0 h 233"/>
              <a:gd name="T8" fmla="*/ 2147483647 w 1106"/>
              <a:gd name="T9" fmla="*/ 0 h 233"/>
              <a:gd name="T10" fmla="*/ 0 60000 65536"/>
              <a:gd name="T11" fmla="*/ 0 60000 65536"/>
              <a:gd name="T12" fmla="*/ 0 60000 65536"/>
              <a:gd name="T13" fmla="*/ 0 60000 65536"/>
              <a:gd name="T14" fmla="*/ 0 60000 65536"/>
              <a:gd name="T15" fmla="*/ 0 w 1106"/>
              <a:gd name="T16" fmla="*/ 0 h 233"/>
              <a:gd name="T17" fmla="*/ 1106 w 1106"/>
              <a:gd name="T18" fmla="*/ 233 h 233"/>
            </a:gdLst>
            <a:ahLst/>
            <a:cxnLst>
              <a:cxn ang="T10">
                <a:pos x="T0" y="T1"/>
              </a:cxn>
              <a:cxn ang="T11">
                <a:pos x="T2" y="T3"/>
              </a:cxn>
              <a:cxn ang="T12">
                <a:pos x="T4" y="T5"/>
              </a:cxn>
              <a:cxn ang="T13">
                <a:pos x="T6" y="T7"/>
              </a:cxn>
              <a:cxn ang="T14">
                <a:pos x="T8" y="T9"/>
              </a:cxn>
            </a:cxnLst>
            <a:rect l="T15" t="T16" r="T17" b="T18"/>
            <a:pathLst>
              <a:path w="1106" h="233">
                <a:moveTo>
                  <a:pt x="132" y="0"/>
                </a:moveTo>
                <a:lnTo>
                  <a:pt x="0" y="232"/>
                </a:lnTo>
                <a:lnTo>
                  <a:pt x="1105" y="232"/>
                </a:lnTo>
                <a:lnTo>
                  <a:pt x="974" y="0"/>
                </a:lnTo>
                <a:lnTo>
                  <a:pt x="132" y="0"/>
                </a:lnTo>
              </a:path>
            </a:pathLst>
          </a:custGeom>
          <a:solidFill>
            <a:srgbClr val="6FC2B4"/>
          </a:solidFill>
          <a:ln w="9525" cap="rnd">
            <a:noFill/>
            <a:round/>
            <a:headEnd type="none" w="sm" len="sm"/>
            <a:tailEnd type="none" w="sm" len="sm"/>
          </a:ln>
        </p:spPr>
        <p:txBody>
          <a:bodyPr lIns="36116" tIns="36116" rIns="36116" bIns="36116"/>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67" name="Freeform 31"/>
          <p:cNvSpPr>
            <a:spLocks/>
          </p:cNvSpPr>
          <p:nvPr/>
        </p:nvSpPr>
        <p:spPr bwMode="blackWhite">
          <a:xfrm>
            <a:off x="6447181" y="4347737"/>
            <a:ext cx="1126033" cy="189607"/>
          </a:xfrm>
          <a:custGeom>
            <a:avLst/>
            <a:gdLst>
              <a:gd name="T0" fmla="*/ 2147483647 w 1367"/>
              <a:gd name="T1" fmla="*/ 0 h 235"/>
              <a:gd name="T2" fmla="*/ 0 w 1367"/>
              <a:gd name="T3" fmla="*/ 2147483647 h 235"/>
              <a:gd name="T4" fmla="*/ 2147483647 w 1367"/>
              <a:gd name="T5" fmla="*/ 2147483647 h 235"/>
              <a:gd name="T6" fmla="*/ 2147483647 w 1367"/>
              <a:gd name="T7" fmla="*/ 0 h 235"/>
              <a:gd name="T8" fmla="*/ 2147483647 w 1367"/>
              <a:gd name="T9" fmla="*/ 0 h 235"/>
              <a:gd name="T10" fmla="*/ 0 60000 65536"/>
              <a:gd name="T11" fmla="*/ 0 60000 65536"/>
              <a:gd name="T12" fmla="*/ 0 60000 65536"/>
              <a:gd name="T13" fmla="*/ 0 60000 65536"/>
              <a:gd name="T14" fmla="*/ 0 60000 65536"/>
              <a:gd name="T15" fmla="*/ 0 w 1367"/>
              <a:gd name="T16" fmla="*/ 0 h 235"/>
              <a:gd name="T17" fmla="*/ 1367 w 1367"/>
              <a:gd name="T18" fmla="*/ 235 h 235"/>
            </a:gdLst>
            <a:ahLst/>
            <a:cxnLst>
              <a:cxn ang="T10">
                <a:pos x="T0" y="T1"/>
              </a:cxn>
              <a:cxn ang="T11">
                <a:pos x="T2" y="T3"/>
              </a:cxn>
              <a:cxn ang="T12">
                <a:pos x="T4" y="T5"/>
              </a:cxn>
              <a:cxn ang="T13">
                <a:pos x="T6" y="T7"/>
              </a:cxn>
              <a:cxn ang="T14">
                <a:pos x="T8" y="T9"/>
              </a:cxn>
            </a:cxnLst>
            <a:rect l="T15" t="T16" r="T17" b="T18"/>
            <a:pathLst>
              <a:path w="1367" h="235">
                <a:moveTo>
                  <a:pt x="130" y="0"/>
                </a:moveTo>
                <a:lnTo>
                  <a:pt x="0" y="234"/>
                </a:lnTo>
                <a:lnTo>
                  <a:pt x="1366" y="234"/>
                </a:lnTo>
                <a:lnTo>
                  <a:pt x="1235" y="0"/>
                </a:lnTo>
                <a:lnTo>
                  <a:pt x="130" y="0"/>
                </a:lnTo>
              </a:path>
            </a:pathLst>
          </a:custGeom>
          <a:solidFill>
            <a:schemeClr val="bg1"/>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68" name="Freeform 32"/>
          <p:cNvSpPr>
            <a:spLocks/>
          </p:cNvSpPr>
          <p:nvPr/>
        </p:nvSpPr>
        <p:spPr bwMode="blackWhite">
          <a:xfrm>
            <a:off x="6447181" y="4347737"/>
            <a:ext cx="1126033" cy="189607"/>
          </a:xfrm>
          <a:custGeom>
            <a:avLst/>
            <a:gdLst>
              <a:gd name="T0" fmla="*/ 2147483647 w 1367"/>
              <a:gd name="T1" fmla="*/ 0 h 235"/>
              <a:gd name="T2" fmla="*/ 0 w 1367"/>
              <a:gd name="T3" fmla="*/ 2147483647 h 235"/>
              <a:gd name="T4" fmla="*/ 2147483647 w 1367"/>
              <a:gd name="T5" fmla="*/ 2147483647 h 235"/>
              <a:gd name="T6" fmla="*/ 2147483647 w 1367"/>
              <a:gd name="T7" fmla="*/ 0 h 235"/>
              <a:gd name="T8" fmla="*/ 2147483647 w 1367"/>
              <a:gd name="T9" fmla="*/ 0 h 235"/>
              <a:gd name="T10" fmla="*/ 0 60000 65536"/>
              <a:gd name="T11" fmla="*/ 0 60000 65536"/>
              <a:gd name="T12" fmla="*/ 0 60000 65536"/>
              <a:gd name="T13" fmla="*/ 0 60000 65536"/>
              <a:gd name="T14" fmla="*/ 0 60000 65536"/>
              <a:gd name="T15" fmla="*/ 0 w 1367"/>
              <a:gd name="T16" fmla="*/ 0 h 235"/>
              <a:gd name="T17" fmla="*/ 1367 w 1367"/>
              <a:gd name="T18" fmla="*/ 235 h 235"/>
            </a:gdLst>
            <a:ahLst/>
            <a:cxnLst>
              <a:cxn ang="T10">
                <a:pos x="T0" y="T1"/>
              </a:cxn>
              <a:cxn ang="T11">
                <a:pos x="T2" y="T3"/>
              </a:cxn>
              <a:cxn ang="T12">
                <a:pos x="T4" y="T5"/>
              </a:cxn>
              <a:cxn ang="T13">
                <a:pos x="T6" y="T7"/>
              </a:cxn>
              <a:cxn ang="T14">
                <a:pos x="T8" y="T9"/>
              </a:cxn>
            </a:cxnLst>
            <a:rect l="T15" t="T16" r="T17" b="T18"/>
            <a:pathLst>
              <a:path w="1367" h="235">
                <a:moveTo>
                  <a:pt x="130" y="0"/>
                </a:moveTo>
                <a:lnTo>
                  <a:pt x="0" y="234"/>
                </a:lnTo>
                <a:lnTo>
                  <a:pt x="1366" y="234"/>
                </a:lnTo>
                <a:lnTo>
                  <a:pt x="1235" y="0"/>
                </a:lnTo>
                <a:lnTo>
                  <a:pt x="130" y="0"/>
                </a:lnTo>
              </a:path>
            </a:pathLst>
          </a:custGeom>
          <a:solidFill>
            <a:srgbClr val="00ABAB"/>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latin typeface="Aptos" panose="020B0004020202020204" pitchFamily="34" charset="0"/>
              <a:cs typeface="Arial" pitchFamily="34" charset="0"/>
            </a:endParaRPr>
          </a:p>
        </p:txBody>
      </p:sp>
      <p:sp>
        <p:nvSpPr>
          <p:cNvPr id="69" name="Freeform 34"/>
          <p:cNvSpPr>
            <a:spLocks/>
          </p:cNvSpPr>
          <p:nvPr/>
        </p:nvSpPr>
        <p:spPr bwMode="blackWhite">
          <a:xfrm>
            <a:off x="6339476" y="4536055"/>
            <a:ext cx="1341438" cy="189607"/>
          </a:xfrm>
          <a:custGeom>
            <a:avLst/>
            <a:gdLst>
              <a:gd name="T0" fmla="*/ 2147483647 w 1628"/>
              <a:gd name="T1" fmla="*/ 0 h 235"/>
              <a:gd name="T2" fmla="*/ 0 w 1628"/>
              <a:gd name="T3" fmla="*/ 2147483647 h 235"/>
              <a:gd name="T4" fmla="*/ 2147483647 w 1628"/>
              <a:gd name="T5" fmla="*/ 2147483647 h 235"/>
              <a:gd name="T6" fmla="*/ 2147483647 w 1628"/>
              <a:gd name="T7" fmla="*/ 0 h 235"/>
              <a:gd name="T8" fmla="*/ 2147483647 w 1628"/>
              <a:gd name="T9" fmla="*/ 0 h 235"/>
              <a:gd name="T10" fmla="*/ 0 60000 65536"/>
              <a:gd name="T11" fmla="*/ 0 60000 65536"/>
              <a:gd name="T12" fmla="*/ 0 60000 65536"/>
              <a:gd name="T13" fmla="*/ 0 60000 65536"/>
              <a:gd name="T14" fmla="*/ 0 60000 65536"/>
              <a:gd name="T15" fmla="*/ 0 w 1628"/>
              <a:gd name="T16" fmla="*/ 0 h 235"/>
              <a:gd name="T17" fmla="*/ 1628 w 1628"/>
              <a:gd name="T18" fmla="*/ 235 h 235"/>
            </a:gdLst>
            <a:ahLst/>
            <a:cxnLst>
              <a:cxn ang="T10">
                <a:pos x="T0" y="T1"/>
              </a:cxn>
              <a:cxn ang="T11">
                <a:pos x="T2" y="T3"/>
              </a:cxn>
              <a:cxn ang="T12">
                <a:pos x="T4" y="T5"/>
              </a:cxn>
              <a:cxn ang="T13">
                <a:pos x="T6" y="T7"/>
              </a:cxn>
              <a:cxn ang="T14">
                <a:pos x="T8" y="T9"/>
              </a:cxn>
            </a:cxnLst>
            <a:rect l="T15" t="T16" r="T17" b="T18"/>
            <a:pathLst>
              <a:path w="1628" h="235">
                <a:moveTo>
                  <a:pt x="131" y="0"/>
                </a:moveTo>
                <a:lnTo>
                  <a:pt x="0" y="234"/>
                </a:lnTo>
                <a:lnTo>
                  <a:pt x="1627" y="234"/>
                </a:lnTo>
                <a:lnTo>
                  <a:pt x="1497" y="0"/>
                </a:lnTo>
                <a:lnTo>
                  <a:pt x="131" y="0"/>
                </a:lnTo>
              </a:path>
            </a:pathLst>
          </a:custGeom>
          <a:solidFill>
            <a:srgbClr val="0097A9"/>
          </a:solidFill>
          <a:ln w="9525" cap="rnd">
            <a:noFill/>
            <a:round/>
            <a:headEnd type="none" w="sm" len="sm"/>
            <a:tailEnd type="none" w="sm" len="sm"/>
          </a:ln>
        </p:spPr>
        <p:txBody>
          <a:bodyPr lIns="36116" tIns="36116" rIns="36116" bIns="36116"/>
          <a:lstStyle/>
          <a:p>
            <a:pPr algn="ctr" eaLnBrk="1" hangingPunct="1">
              <a:spcBef>
                <a:spcPct val="20000"/>
              </a:spcBef>
              <a:defRPr/>
            </a:pPr>
            <a:endParaRPr lang="en-GB" sz="800" dirty="0">
              <a:latin typeface="Aptos" panose="020B0004020202020204" pitchFamily="34" charset="0"/>
              <a:cs typeface="Arial" pitchFamily="34" charset="0"/>
            </a:endParaRPr>
          </a:p>
        </p:txBody>
      </p:sp>
      <p:sp>
        <p:nvSpPr>
          <p:cNvPr id="70" name="Freeform 36"/>
          <p:cNvSpPr>
            <a:spLocks/>
          </p:cNvSpPr>
          <p:nvPr/>
        </p:nvSpPr>
        <p:spPr bwMode="blackWhite">
          <a:xfrm>
            <a:off x="6232419" y="4725664"/>
            <a:ext cx="1555552" cy="188317"/>
          </a:xfrm>
          <a:custGeom>
            <a:avLst/>
            <a:gdLst>
              <a:gd name="T0" fmla="*/ 2147483647 w 1890"/>
              <a:gd name="T1" fmla="*/ 0 h 234"/>
              <a:gd name="T2" fmla="*/ 0 w 1890"/>
              <a:gd name="T3" fmla="*/ 2147483647 h 234"/>
              <a:gd name="T4" fmla="*/ 2147483647 w 1890"/>
              <a:gd name="T5" fmla="*/ 2147483647 h 234"/>
              <a:gd name="T6" fmla="*/ 2147483647 w 1890"/>
              <a:gd name="T7" fmla="*/ 0 h 234"/>
              <a:gd name="T8" fmla="*/ 2147483647 w 1890"/>
              <a:gd name="T9" fmla="*/ 0 h 234"/>
              <a:gd name="T10" fmla="*/ 0 60000 65536"/>
              <a:gd name="T11" fmla="*/ 0 60000 65536"/>
              <a:gd name="T12" fmla="*/ 0 60000 65536"/>
              <a:gd name="T13" fmla="*/ 0 60000 65536"/>
              <a:gd name="T14" fmla="*/ 0 60000 65536"/>
              <a:gd name="T15" fmla="*/ 0 w 1890"/>
              <a:gd name="T16" fmla="*/ 0 h 234"/>
              <a:gd name="T17" fmla="*/ 1890 w 1890"/>
              <a:gd name="T18" fmla="*/ 234 h 234"/>
            </a:gdLst>
            <a:ahLst/>
            <a:cxnLst>
              <a:cxn ang="T10">
                <a:pos x="T0" y="T1"/>
              </a:cxn>
              <a:cxn ang="T11">
                <a:pos x="T2" y="T3"/>
              </a:cxn>
              <a:cxn ang="T12">
                <a:pos x="T4" y="T5"/>
              </a:cxn>
              <a:cxn ang="T13">
                <a:pos x="T6" y="T7"/>
              </a:cxn>
              <a:cxn ang="T14">
                <a:pos x="T8" y="T9"/>
              </a:cxn>
            </a:cxnLst>
            <a:rect l="T15" t="T16" r="T17" b="T18"/>
            <a:pathLst>
              <a:path w="1890" h="234">
                <a:moveTo>
                  <a:pt x="131" y="0"/>
                </a:moveTo>
                <a:lnTo>
                  <a:pt x="0" y="233"/>
                </a:lnTo>
                <a:lnTo>
                  <a:pt x="1889" y="233"/>
                </a:lnTo>
                <a:lnTo>
                  <a:pt x="1758" y="0"/>
                </a:lnTo>
                <a:lnTo>
                  <a:pt x="131" y="0"/>
                </a:lnTo>
              </a:path>
            </a:pathLst>
          </a:custGeom>
          <a:solidFill>
            <a:schemeClr val="bg1"/>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71" name="Freeform 37"/>
          <p:cNvSpPr>
            <a:spLocks/>
          </p:cNvSpPr>
          <p:nvPr/>
        </p:nvSpPr>
        <p:spPr bwMode="blackWhite">
          <a:xfrm>
            <a:off x="6232419" y="4725664"/>
            <a:ext cx="1555552" cy="188317"/>
          </a:xfrm>
          <a:custGeom>
            <a:avLst/>
            <a:gdLst>
              <a:gd name="T0" fmla="*/ 143703 w 1890"/>
              <a:gd name="T1" fmla="*/ 0 h 234"/>
              <a:gd name="T2" fmla="*/ 0 w 1890"/>
              <a:gd name="T3" fmla="*/ 230785 h 234"/>
              <a:gd name="T4" fmla="*/ 2072178 w 1890"/>
              <a:gd name="T5" fmla="*/ 230785 h 234"/>
              <a:gd name="T6" fmla="*/ 1928475 w 1890"/>
              <a:gd name="T7" fmla="*/ 0 h 234"/>
              <a:gd name="T8" fmla="*/ 143703 w 1890"/>
              <a:gd name="T9" fmla="*/ 0 h 234"/>
              <a:gd name="T10" fmla="*/ 0 60000 65536"/>
              <a:gd name="T11" fmla="*/ 0 60000 65536"/>
              <a:gd name="T12" fmla="*/ 0 60000 65536"/>
              <a:gd name="T13" fmla="*/ 0 60000 65536"/>
              <a:gd name="T14" fmla="*/ 0 60000 65536"/>
              <a:gd name="T15" fmla="*/ 0 w 1890"/>
              <a:gd name="T16" fmla="*/ 0 h 234"/>
              <a:gd name="T17" fmla="*/ 1890 w 1890"/>
              <a:gd name="T18" fmla="*/ 234 h 234"/>
            </a:gdLst>
            <a:ahLst/>
            <a:cxnLst>
              <a:cxn ang="T10">
                <a:pos x="T0" y="T1"/>
              </a:cxn>
              <a:cxn ang="T11">
                <a:pos x="T2" y="T3"/>
              </a:cxn>
              <a:cxn ang="T12">
                <a:pos x="T4" y="T5"/>
              </a:cxn>
              <a:cxn ang="T13">
                <a:pos x="T6" y="T7"/>
              </a:cxn>
              <a:cxn ang="T14">
                <a:pos x="T8" y="T9"/>
              </a:cxn>
            </a:cxnLst>
            <a:rect l="T15" t="T16" r="T17" b="T18"/>
            <a:pathLst>
              <a:path w="1890" h="234">
                <a:moveTo>
                  <a:pt x="131" y="0"/>
                </a:moveTo>
                <a:lnTo>
                  <a:pt x="0" y="233"/>
                </a:lnTo>
                <a:lnTo>
                  <a:pt x="1889" y="233"/>
                </a:lnTo>
                <a:lnTo>
                  <a:pt x="1758" y="0"/>
                </a:lnTo>
                <a:lnTo>
                  <a:pt x="131" y="0"/>
                </a:lnTo>
              </a:path>
            </a:pathLst>
          </a:custGeom>
          <a:solidFill>
            <a:schemeClr val="accent4"/>
          </a:solidFill>
          <a:ln w="9525" cap="rnd">
            <a:noFill/>
            <a:round/>
            <a:headEnd type="none" w="sm" len="sm"/>
            <a:tailEnd type="none" w="sm" len="sm"/>
          </a:ln>
        </p:spPr>
        <p:txBody>
          <a:bodyPr lIns="36116" tIns="36116" rIns="36116" bIns="36116"/>
          <a:lstStyle/>
          <a:p>
            <a:pPr algn="ctr" eaLnBrk="1" hangingPunct="1">
              <a:spcBef>
                <a:spcPct val="20000"/>
              </a:spcBef>
              <a:defRPr/>
            </a:pPr>
            <a:endParaRPr lang="en-GB" sz="800" dirty="0">
              <a:solidFill>
                <a:schemeClr val="bg1"/>
              </a:solidFill>
              <a:latin typeface="Aptos" panose="020B0004020202020204" pitchFamily="34" charset="0"/>
              <a:cs typeface="Arial" pitchFamily="34" charset="0"/>
            </a:endParaRPr>
          </a:p>
        </p:txBody>
      </p:sp>
      <p:sp>
        <p:nvSpPr>
          <p:cNvPr id="73" name="Freeform 39"/>
          <p:cNvSpPr>
            <a:spLocks/>
          </p:cNvSpPr>
          <p:nvPr/>
        </p:nvSpPr>
        <p:spPr bwMode="blackWhite">
          <a:xfrm>
            <a:off x="6124075" y="4913982"/>
            <a:ext cx="1772245" cy="188317"/>
          </a:xfrm>
          <a:custGeom>
            <a:avLst/>
            <a:gdLst>
              <a:gd name="T0" fmla="*/ 2147483647 w 2152"/>
              <a:gd name="T1" fmla="*/ 0 h 234"/>
              <a:gd name="T2" fmla="*/ 0 w 2152"/>
              <a:gd name="T3" fmla="*/ 2147483647 h 234"/>
              <a:gd name="T4" fmla="*/ 2147483647 w 2152"/>
              <a:gd name="T5" fmla="*/ 2147483647 h 234"/>
              <a:gd name="T6" fmla="*/ 2147483647 w 2152"/>
              <a:gd name="T7" fmla="*/ 0 h 234"/>
              <a:gd name="T8" fmla="*/ 2147483647 w 2152"/>
              <a:gd name="T9" fmla="*/ 0 h 234"/>
              <a:gd name="T10" fmla="*/ 0 60000 65536"/>
              <a:gd name="T11" fmla="*/ 0 60000 65536"/>
              <a:gd name="T12" fmla="*/ 0 60000 65536"/>
              <a:gd name="T13" fmla="*/ 0 60000 65536"/>
              <a:gd name="T14" fmla="*/ 0 60000 65536"/>
              <a:gd name="T15" fmla="*/ 0 w 2152"/>
              <a:gd name="T16" fmla="*/ 0 h 234"/>
              <a:gd name="T17" fmla="*/ 2152 w 2152"/>
              <a:gd name="T18" fmla="*/ 234 h 234"/>
            </a:gdLst>
            <a:ahLst/>
            <a:cxnLst>
              <a:cxn ang="T10">
                <a:pos x="T0" y="T1"/>
              </a:cxn>
              <a:cxn ang="T11">
                <a:pos x="T2" y="T3"/>
              </a:cxn>
              <a:cxn ang="T12">
                <a:pos x="T4" y="T5"/>
              </a:cxn>
              <a:cxn ang="T13">
                <a:pos x="T6" y="T7"/>
              </a:cxn>
              <a:cxn ang="T14">
                <a:pos x="T8" y="T9"/>
              </a:cxn>
            </a:cxnLst>
            <a:rect l="T15" t="T16" r="T17" b="T18"/>
            <a:pathLst>
              <a:path w="2152" h="234">
                <a:moveTo>
                  <a:pt x="131" y="0"/>
                </a:moveTo>
                <a:lnTo>
                  <a:pt x="0" y="233"/>
                </a:lnTo>
                <a:lnTo>
                  <a:pt x="2151" y="233"/>
                </a:lnTo>
                <a:lnTo>
                  <a:pt x="2020" y="0"/>
                </a:lnTo>
                <a:lnTo>
                  <a:pt x="131" y="0"/>
                </a:lnTo>
              </a:path>
            </a:pathLst>
          </a:custGeom>
          <a:solidFill>
            <a:schemeClr val="bg1"/>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74" name="Freeform 41"/>
          <p:cNvSpPr>
            <a:spLocks/>
          </p:cNvSpPr>
          <p:nvPr/>
        </p:nvSpPr>
        <p:spPr bwMode="blackWhite">
          <a:xfrm>
            <a:off x="6124075" y="4913982"/>
            <a:ext cx="1772245" cy="188317"/>
          </a:xfrm>
          <a:custGeom>
            <a:avLst/>
            <a:gdLst>
              <a:gd name="T0" fmla="*/ 143796 w 2152"/>
              <a:gd name="T1" fmla="*/ 0 h 234"/>
              <a:gd name="T2" fmla="*/ 0 w 2152"/>
              <a:gd name="T3" fmla="*/ 230785 h 234"/>
              <a:gd name="T4" fmla="*/ 2361102 w 2152"/>
              <a:gd name="T5" fmla="*/ 230785 h 234"/>
              <a:gd name="T6" fmla="*/ 2217306 w 2152"/>
              <a:gd name="T7" fmla="*/ 0 h 234"/>
              <a:gd name="T8" fmla="*/ 143796 w 2152"/>
              <a:gd name="T9" fmla="*/ 0 h 234"/>
              <a:gd name="T10" fmla="*/ 0 60000 65536"/>
              <a:gd name="T11" fmla="*/ 0 60000 65536"/>
              <a:gd name="T12" fmla="*/ 0 60000 65536"/>
              <a:gd name="T13" fmla="*/ 0 60000 65536"/>
              <a:gd name="T14" fmla="*/ 0 60000 65536"/>
              <a:gd name="T15" fmla="*/ 0 w 2152"/>
              <a:gd name="T16" fmla="*/ 0 h 234"/>
              <a:gd name="T17" fmla="*/ 2152 w 2152"/>
              <a:gd name="T18" fmla="*/ 234 h 234"/>
            </a:gdLst>
            <a:ahLst/>
            <a:cxnLst>
              <a:cxn ang="T10">
                <a:pos x="T0" y="T1"/>
              </a:cxn>
              <a:cxn ang="T11">
                <a:pos x="T2" y="T3"/>
              </a:cxn>
              <a:cxn ang="T12">
                <a:pos x="T4" y="T5"/>
              </a:cxn>
              <a:cxn ang="T13">
                <a:pos x="T6" y="T7"/>
              </a:cxn>
              <a:cxn ang="T14">
                <a:pos x="T8" y="T9"/>
              </a:cxn>
            </a:cxnLst>
            <a:rect l="T15" t="T16" r="T17" b="T18"/>
            <a:pathLst>
              <a:path w="2152" h="234">
                <a:moveTo>
                  <a:pt x="131" y="0"/>
                </a:moveTo>
                <a:lnTo>
                  <a:pt x="0" y="233"/>
                </a:lnTo>
                <a:lnTo>
                  <a:pt x="2151" y="233"/>
                </a:lnTo>
                <a:lnTo>
                  <a:pt x="2020" y="0"/>
                </a:lnTo>
                <a:lnTo>
                  <a:pt x="131" y="0"/>
                </a:lnTo>
              </a:path>
            </a:pathLst>
          </a:custGeom>
          <a:solidFill>
            <a:schemeClr val="accent3"/>
          </a:solidFill>
          <a:ln w="9525" cap="rnd">
            <a:noFill/>
            <a:round/>
            <a:headEnd type="none" w="sm" len="sm"/>
            <a:tailEnd type="none" w="sm" len="sm"/>
          </a:ln>
        </p:spPr>
        <p:txBody>
          <a:bodyPr lIns="36116" tIns="36116" rIns="36116" bIns="36116"/>
          <a:lstStyle/>
          <a:p>
            <a:pPr algn="ctr" eaLnBrk="1" hangingPunct="1">
              <a:spcBef>
                <a:spcPct val="20000"/>
              </a:spcBef>
              <a:defRPr/>
            </a:pPr>
            <a:endParaRPr lang="en-GB" sz="800" dirty="0">
              <a:solidFill>
                <a:schemeClr val="bg1"/>
              </a:solidFill>
              <a:latin typeface="Aptos" panose="020B0004020202020204" pitchFamily="34" charset="0"/>
              <a:cs typeface="Arial" pitchFamily="34" charset="0"/>
            </a:endParaRPr>
          </a:p>
        </p:txBody>
      </p:sp>
      <p:sp>
        <p:nvSpPr>
          <p:cNvPr id="75" name="Freeform 43"/>
          <p:cNvSpPr>
            <a:spLocks/>
          </p:cNvSpPr>
          <p:nvPr/>
        </p:nvSpPr>
        <p:spPr bwMode="blackWhite">
          <a:xfrm>
            <a:off x="6017014" y="5101006"/>
            <a:ext cx="1986359" cy="190897"/>
          </a:xfrm>
          <a:custGeom>
            <a:avLst/>
            <a:gdLst>
              <a:gd name="T0" fmla="*/ 2147483647 w 2414"/>
              <a:gd name="T1" fmla="*/ 0 h 235"/>
              <a:gd name="T2" fmla="*/ 0 w 2414"/>
              <a:gd name="T3" fmla="*/ 2147483647 h 235"/>
              <a:gd name="T4" fmla="*/ 2147483647 w 2414"/>
              <a:gd name="T5" fmla="*/ 2147483647 h 235"/>
              <a:gd name="T6" fmla="*/ 2147483647 w 2414"/>
              <a:gd name="T7" fmla="*/ 0 h 235"/>
              <a:gd name="T8" fmla="*/ 2147483647 w 2414"/>
              <a:gd name="T9" fmla="*/ 0 h 235"/>
              <a:gd name="T10" fmla="*/ 0 60000 65536"/>
              <a:gd name="T11" fmla="*/ 0 60000 65536"/>
              <a:gd name="T12" fmla="*/ 0 60000 65536"/>
              <a:gd name="T13" fmla="*/ 0 60000 65536"/>
              <a:gd name="T14" fmla="*/ 0 60000 65536"/>
              <a:gd name="T15" fmla="*/ 0 w 2414"/>
              <a:gd name="T16" fmla="*/ 0 h 235"/>
              <a:gd name="T17" fmla="*/ 2414 w 2414"/>
              <a:gd name="T18" fmla="*/ 235 h 235"/>
            </a:gdLst>
            <a:ahLst/>
            <a:cxnLst>
              <a:cxn ang="T10">
                <a:pos x="T0" y="T1"/>
              </a:cxn>
              <a:cxn ang="T11">
                <a:pos x="T2" y="T3"/>
              </a:cxn>
              <a:cxn ang="T12">
                <a:pos x="T4" y="T5"/>
              </a:cxn>
              <a:cxn ang="T13">
                <a:pos x="T6" y="T7"/>
              </a:cxn>
              <a:cxn ang="T14">
                <a:pos x="T8" y="T9"/>
              </a:cxn>
            </a:cxnLst>
            <a:rect l="T15" t="T16" r="T17" b="T18"/>
            <a:pathLst>
              <a:path w="2414" h="235">
                <a:moveTo>
                  <a:pt x="131" y="0"/>
                </a:moveTo>
                <a:lnTo>
                  <a:pt x="0" y="234"/>
                </a:lnTo>
                <a:lnTo>
                  <a:pt x="2413" y="234"/>
                </a:lnTo>
                <a:lnTo>
                  <a:pt x="2282" y="0"/>
                </a:lnTo>
                <a:lnTo>
                  <a:pt x="131" y="0"/>
                </a:lnTo>
              </a:path>
            </a:pathLst>
          </a:custGeom>
          <a:solidFill>
            <a:schemeClr val="accent2"/>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77" name="Freeform 44"/>
          <p:cNvSpPr>
            <a:spLocks/>
          </p:cNvSpPr>
          <p:nvPr/>
        </p:nvSpPr>
        <p:spPr bwMode="blackWhite">
          <a:xfrm>
            <a:off x="6017014" y="5101006"/>
            <a:ext cx="1986359" cy="190897"/>
          </a:xfrm>
          <a:custGeom>
            <a:avLst/>
            <a:gdLst>
              <a:gd name="T0" fmla="*/ 2147483647 w 2414"/>
              <a:gd name="T1" fmla="*/ 0 h 235"/>
              <a:gd name="T2" fmla="*/ 0 w 2414"/>
              <a:gd name="T3" fmla="*/ 2147483647 h 235"/>
              <a:gd name="T4" fmla="*/ 2147483647 w 2414"/>
              <a:gd name="T5" fmla="*/ 2147483647 h 235"/>
              <a:gd name="T6" fmla="*/ 2147483647 w 2414"/>
              <a:gd name="T7" fmla="*/ 0 h 235"/>
              <a:gd name="T8" fmla="*/ 2147483647 w 2414"/>
              <a:gd name="T9" fmla="*/ 0 h 235"/>
              <a:gd name="T10" fmla="*/ 0 60000 65536"/>
              <a:gd name="T11" fmla="*/ 0 60000 65536"/>
              <a:gd name="T12" fmla="*/ 0 60000 65536"/>
              <a:gd name="T13" fmla="*/ 0 60000 65536"/>
              <a:gd name="T14" fmla="*/ 0 60000 65536"/>
              <a:gd name="T15" fmla="*/ 0 w 2414"/>
              <a:gd name="T16" fmla="*/ 0 h 235"/>
              <a:gd name="T17" fmla="*/ 2414 w 2414"/>
              <a:gd name="T18" fmla="*/ 235 h 235"/>
            </a:gdLst>
            <a:ahLst/>
            <a:cxnLst>
              <a:cxn ang="T10">
                <a:pos x="T0" y="T1"/>
              </a:cxn>
              <a:cxn ang="T11">
                <a:pos x="T2" y="T3"/>
              </a:cxn>
              <a:cxn ang="T12">
                <a:pos x="T4" y="T5"/>
              </a:cxn>
              <a:cxn ang="T13">
                <a:pos x="T6" y="T7"/>
              </a:cxn>
              <a:cxn ang="T14">
                <a:pos x="T8" y="T9"/>
              </a:cxn>
            </a:cxnLst>
            <a:rect l="T15" t="T16" r="T17" b="T18"/>
            <a:pathLst>
              <a:path w="2414" h="235">
                <a:moveTo>
                  <a:pt x="131" y="0"/>
                </a:moveTo>
                <a:lnTo>
                  <a:pt x="0" y="234"/>
                </a:lnTo>
                <a:lnTo>
                  <a:pt x="2413" y="234"/>
                </a:lnTo>
                <a:lnTo>
                  <a:pt x="2282" y="0"/>
                </a:lnTo>
                <a:lnTo>
                  <a:pt x="131" y="0"/>
                </a:lnTo>
              </a:path>
            </a:pathLst>
          </a:custGeom>
          <a:solidFill>
            <a:schemeClr val="accent2"/>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79" name="Freeform 46"/>
          <p:cNvSpPr>
            <a:spLocks/>
          </p:cNvSpPr>
          <p:nvPr/>
        </p:nvSpPr>
        <p:spPr bwMode="blackWhite">
          <a:xfrm>
            <a:off x="5908667" y="5290613"/>
            <a:ext cx="2203053" cy="189607"/>
          </a:xfrm>
          <a:custGeom>
            <a:avLst/>
            <a:gdLst>
              <a:gd name="T0" fmla="*/ 2147483647 w 2676"/>
              <a:gd name="T1" fmla="*/ 0 h 235"/>
              <a:gd name="T2" fmla="*/ 0 w 2676"/>
              <a:gd name="T3" fmla="*/ 2147483647 h 235"/>
              <a:gd name="T4" fmla="*/ 2147483647 w 2676"/>
              <a:gd name="T5" fmla="*/ 2147483647 h 235"/>
              <a:gd name="T6" fmla="*/ 2147483647 w 2676"/>
              <a:gd name="T7" fmla="*/ 0 h 235"/>
              <a:gd name="T8" fmla="*/ 2147483647 w 2676"/>
              <a:gd name="T9" fmla="*/ 0 h 235"/>
              <a:gd name="T10" fmla="*/ 0 60000 65536"/>
              <a:gd name="T11" fmla="*/ 0 60000 65536"/>
              <a:gd name="T12" fmla="*/ 0 60000 65536"/>
              <a:gd name="T13" fmla="*/ 0 60000 65536"/>
              <a:gd name="T14" fmla="*/ 0 60000 65536"/>
              <a:gd name="T15" fmla="*/ 0 w 2676"/>
              <a:gd name="T16" fmla="*/ 0 h 235"/>
              <a:gd name="T17" fmla="*/ 2676 w 2676"/>
              <a:gd name="T18" fmla="*/ 235 h 235"/>
            </a:gdLst>
            <a:ahLst/>
            <a:cxnLst>
              <a:cxn ang="T10">
                <a:pos x="T0" y="T1"/>
              </a:cxn>
              <a:cxn ang="T11">
                <a:pos x="T2" y="T3"/>
              </a:cxn>
              <a:cxn ang="T12">
                <a:pos x="T4" y="T5"/>
              </a:cxn>
              <a:cxn ang="T13">
                <a:pos x="T6" y="T7"/>
              </a:cxn>
              <a:cxn ang="T14">
                <a:pos x="T8" y="T9"/>
              </a:cxn>
            </a:cxnLst>
            <a:rect l="T15" t="T16" r="T17" b="T18"/>
            <a:pathLst>
              <a:path w="2676" h="235">
                <a:moveTo>
                  <a:pt x="131" y="0"/>
                </a:moveTo>
                <a:lnTo>
                  <a:pt x="0" y="234"/>
                </a:lnTo>
                <a:lnTo>
                  <a:pt x="2675" y="234"/>
                </a:lnTo>
                <a:lnTo>
                  <a:pt x="2544" y="0"/>
                </a:lnTo>
                <a:lnTo>
                  <a:pt x="131" y="0"/>
                </a:lnTo>
              </a:path>
            </a:pathLst>
          </a:custGeom>
          <a:solidFill>
            <a:schemeClr val="accent1"/>
          </a:solidFill>
          <a:ln w="9525" cap="rnd">
            <a:noFill/>
            <a:round/>
            <a:headEnd type="none" w="sm" len="sm"/>
            <a:tailEnd type="none" w="sm" len="sm"/>
          </a:ln>
        </p:spPr>
        <p:txBody>
          <a:bodyPr lIns="36116" tIns="36116" rIns="36116" bIns="36116"/>
          <a:lstStyle/>
          <a:p>
            <a:pPr algn="ctr" eaLnBrk="1" hangingPunct="1">
              <a:spcBef>
                <a:spcPct val="20000"/>
              </a:spcBef>
            </a:pPr>
            <a:endParaRPr lang="en-GB" sz="800" dirty="0">
              <a:solidFill>
                <a:schemeClr val="bg1"/>
              </a:solidFill>
              <a:latin typeface="Aptos" panose="020B0004020202020204" pitchFamily="34" charset="0"/>
              <a:cs typeface="Arial" pitchFamily="34" charset="0"/>
            </a:endParaRPr>
          </a:p>
        </p:txBody>
      </p:sp>
      <p:sp>
        <p:nvSpPr>
          <p:cNvPr id="80" name="Rectangle 24"/>
          <p:cNvSpPr>
            <a:spLocks noChangeArrowheads="1"/>
          </p:cNvSpPr>
          <p:nvPr/>
        </p:nvSpPr>
        <p:spPr bwMode="auto">
          <a:xfrm>
            <a:off x="6918824" y="3837961"/>
            <a:ext cx="182742" cy="123111"/>
          </a:xfrm>
          <a:prstGeom prst="rect">
            <a:avLst/>
          </a:prstGeom>
          <a:ln>
            <a:noFill/>
          </a:ln>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81" name="Rectangle 28"/>
          <p:cNvSpPr>
            <a:spLocks noChangeArrowheads="1"/>
          </p:cNvSpPr>
          <p:nvPr/>
        </p:nvSpPr>
        <p:spPr bwMode="auto">
          <a:xfrm>
            <a:off x="6918824" y="4004352"/>
            <a:ext cx="182742" cy="123111"/>
          </a:xfrm>
          <a:prstGeom prst="rect">
            <a:avLst/>
          </a:prstGeom>
          <a:ln>
            <a:noFill/>
          </a:ln>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82" name="Rectangle 30"/>
          <p:cNvSpPr>
            <a:spLocks noChangeArrowheads="1"/>
          </p:cNvSpPr>
          <p:nvPr/>
        </p:nvSpPr>
        <p:spPr bwMode="auto">
          <a:xfrm>
            <a:off x="6918824" y="4192024"/>
            <a:ext cx="182742" cy="123111"/>
          </a:xfrm>
          <a:prstGeom prst="rect">
            <a:avLst/>
          </a:prstGeom>
          <a:ln>
            <a:noFill/>
          </a:ln>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84" name="Rectangle 33"/>
          <p:cNvSpPr>
            <a:spLocks noChangeArrowheads="1"/>
          </p:cNvSpPr>
          <p:nvPr/>
        </p:nvSpPr>
        <p:spPr bwMode="auto">
          <a:xfrm>
            <a:off x="6918824" y="4380986"/>
            <a:ext cx="182742" cy="123111"/>
          </a:xfrm>
          <a:prstGeom prst="rect">
            <a:avLst/>
          </a:prstGeom>
          <a:ln>
            <a:noFill/>
          </a:ln>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85" name="Rectangle 35"/>
          <p:cNvSpPr>
            <a:spLocks noChangeArrowheads="1"/>
          </p:cNvSpPr>
          <p:nvPr/>
        </p:nvSpPr>
        <p:spPr bwMode="auto">
          <a:xfrm>
            <a:off x="6918824" y="4569302"/>
            <a:ext cx="182742" cy="123111"/>
          </a:xfrm>
          <a:prstGeom prst="rect">
            <a:avLst/>
          </a:prstGeom>
          <a:ln>
            <a:noFill/>
          </a:ln>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87" name="Rectangle 38"/>
          <p:cNvSpPr>
            <a:spLocks noChangeArrowheads="1"/>
          </p:cNvSpPr>
          <p:nvPr/>
        </p:nvSpPr>
        <p:spPr bwMode="auto">
          <a:xfrm>
            <a:off x="6918824" y="4758265"/>
            <a:ext cx="182742" cy="123111"/>
          </a:xfrm>
          <a:prstGeom prst="rect">
            <a:avLst/>
          </a:prstGeom>
          <a:ln>
            <a:noFill/>
          </a:ln>
        </p:spPr>
        <p:txBody>
          <a:bodyPr wrap="none" lIns="0" tIns="0" rIns="0" bIns="0" anchor="ctr">
            <a:spAutoFit/>
          </a:bodyPr>
          <a:lstStyle/>
          <a:p>
            <a:pPr algn="ctr"/>
            <a:r>
              <a:rPr lang="en-GB" sz="800" dirty="0">
                <a:solidFill>
                  <a:schemeClr val="bg1"/>
                </a:solidFill>
                <a:latin typeface="Aptos" panose="020B0004020202020204" pitchFamily="34" charset="0"/>
                <a:cs typeface="Arial" pitchFamily="34" charset="0"/>
              </a:rPr>
              <a:t>Text</a:t>
            </a:r>
          </a:p>
        </p:txBody>
      </p:sp>
      <p:sp>
        <p:nvSpPr>
          <p:cNvPr id="88" name="Rectangle 40"/>
          <p:cNvSpPr>
            <a:spLocks noChangeArrowheads="1"/>
          </p:cNvSpPr>
          <p:nvPr/>
        </p:nvSpPr>
        <p:spPr bwMode="auto">
          <a:xfrm>
            <a:off x="6918824" y="4946583"/>
            <a:ext cx="182742" cy="123111"/>
          </a:xfrm>
          <a:prstGeom prst="rect">
            <a:avLst/>
          </a:prstGeom>
          <a:ln>
            <a:noFill/>
          </a:ln>
        </p:spPr>
        <p:txBody>
          <a:bodyPr wrap="none" lIns="0" tIns="0" rIns="0" bIns="0" anchor="ctr">
            <a:spAutoFit/>
          </a:bodyPr>
          <a:lstStyle/>
          <a:p>
            <a:pPr algn="ctr"/>
            <a:r>
              <a:rPr lang="en-GB" sz="800" dirty="0">
                <a:solidFill>
                  <a:schemeClr val="bg1"/>
                </a:solidFill>
                <a:latin typeface="Aptos" panose="020B0004020202020204" pitchFamily="34" charset="0"/>
                <a:cs typeface="Arial" pitchFamily="34" charset="0"/>
              </a:rPr>
              <a:t>Text</a:t>
            </a:r>
          </a:p>
        </p:txBody>
      </p:sp>
      <p:sp>
        <p:nvSpPr>
          <p:cNvPr id="89" name="Rectangle 45"/>
          <p:cNvSpPr>
            <a:spLocks noChangeArrowheads="1"/>
          </p:cNvSpPr>
          <p:nvPr/>
        </p:nvSpPr>
        <p:spPr bwMode="auto">
          <a:xfrm>
            <a:off x="6918824" y="5134900"/>
            <a:ext cx="182742" cy="123111"/>
          </a:xfrm>
          <a:prstGeom prst="rect">
            <a:avLst/>
          </a:prstGeom>
          <a:ln>
            <a:noFill/>
          </a:ln>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91" name="Rectangle 49"/>
          <p:cNvSpPr>
            <a:spLocks noChangeArrowheads="1"/>
          </p:cNvSpPr>
          <p:nvPr/>
        </p:nvSpPr>
        <p:spPr bwMode="auto">
          <a:xfrm>
            <a:off x="6918824" y="5323861"/>
            <a:ext cx="182742" cy="123111"/>
          </a:xfrm>
          <a:prstGeom prst="rect">
            <a:avLst/>
          </a:prstGeom>
          <a:ln>
            <a:noFill/>
          </a:ln>
        </p:spPr>
        <p:txBody>
          <a:bodyPr wrap="none" lIns="0" tIns="0" rIns="0" bIns="0" anchor="ctr">
            <a:spAutoFit/>
          </a:bodyPr>
          <a:lstStyle/>
          <a:p>
            <a:pPr algn="ctr"/>
            <a:r>
              <a:rPr lang="en-GB" sz="800" dirty="0">
                <a:latin typeface="Aptos" panose="020B0004020202020204" pitchFamily="34" charset="0"/>
                <a:cs typeface="Arial" pitchFamily="34" charset="0"/>
              </a:rPr>
              <a:t>Text</a:t>
            </a:r>
          </a:p>
        </p:txBody>
      </p:sp>
      <p:sp>
        <p:nvSpPr>
          <p:cNvPr id="2" name="Rectangle 1">
            <a:extLst>
              <a:ext uri="{FF2B5EF4-FFF2-40B4-BE49-F238E27FC236}">
                <a16:creationId xmlns:a16="http://schemas.microsoft.com/office/drawing/2014/main" id="{FE9407C2-6E85-B0D9-6E4B-AC15FCEEA1F0}"/>
              </a:ext>
            </a:extLst>
          </p:cNvPr>
          <p:cNvSpPr>
            <a:spLocks noChangeArrowheads="1"/>
          </p:cNvSpPr>
          <p:nvPr/>
        </p:nvSpPr>
        <p:spPr bwMode="auto">
          <a:xfrm>
            <a:off x="6716007" y="349944"/>
            <a:ext cx="2818384" cy="496275"/>
          </a:xfrm>
          <a:prstGeom prst="rect">
            <a:avLst/>
          </a:prstGeom>
          <a:solidFill>
            <a:schemeClr val="bg1"/>
          </a:solidFill>
          <a:ln w="6350" algn="ctr">
            <a:solidFill>
              <a:srgbClr val="00A3E0"/>
            </a:solidFill>
            <a:miter lim="800000"/>
            <a:headEnd/>
            <a:tailEnd/>
          </a:ln>
        </p:spPr>
        <p:txBody>
          <a:bodyPr tIns="91440" bIns="91440">
            <a:noAutofit/>
          </a:bodyPr>
          <a:lstStyle/>
          <a:p>
            <a:pPr>
              <a:defRPr/>
            </a:pPr>
            <a:r>
              <a:rPr lang="en-US" sz="1000" b="1" dirty="0">
                <a:latin typeface="Aptos" panose="020B0004020202020204" pitchFamily="34" charset="0"/>
                <a:ea typeface="ＭＳ Ｐゴシック" pitchFamily="50" charset="-128"/>
              </a:rPr>
              <a:t>Tip! </a:t>
            </a:r>
            <a:r>
              <a:rPr lang="en-US" sz="1000" dirty="0">
                <a:latin typeface="Aptos" panose="020B0004020202020204" pitchFamily="34" charset="0"/>
                <a:ea typeface="ＭＳ Ｐゴシック" pitchFamily="50" charset="-128"/>
              </a:rPr>
              <a:t>Hold the Shift key when resizing the pieces or group to retain the shape proportions</a:t>
            </a:r>
          </a:p>
        </p:txBody>
      </p:sp>
    </p:spTree>
    <p:extLst>
      <p:ext uri="{BB962C8B-B14F-4D97-AF65-F5344CB8AC3E}">
        <p14:creationId xmlns:p14="http://schemas.microsoft.com/office/powerpoint/2010/main" val="155960021"/>
      </p:ext>
    </p:extLst>
  </p:cSld>
  <p:clrMapOvr>
    <a:masterClrMapping/>
  </p:clrMapOvr>
  <p:transition>
    <p:fade/>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6C6D5683-2C93-4FA6-A4EC-829796C2644D}"/>
              </a:ext>
            </a:extLst>
          </p:cNvPr>
          <p:cNvSpPr>
            <a:spLocks noGrp="1"/>
          </p:cNvSpPr>
          <p:nvPr>
            <p:ph sz="quarter" idx="10"/>
          </p:nvPr>
        </p:nvSpPr>
        <p:spPr/>
        <p:txBody>
          <a:bodyPr>
            <a:normAutofit/>
          </a:bodyPr>
          <a:lstStyle/>
          <a:p>
            <a:pPr>
              <a:spcAft>
                <a:spcPts val="0"/>
              </a:spcAft>
            </a:pPr>
            <a:r>
              <a:rPr lang="en-US" dirty="0"/>
              <a:t>Chart title runs here</a:t>
            </a:r>
          </a:p>
        </p:txBody>
      </p:sp>
      <p:sp>
        <p:nvSpPr>
          <p:cNvPr id="9" name="Text Placeholder 8">
            <a:extLst>
              <a:ext uri="{FF2B5EF4-FFF2-40B4-BE49-F238E27FC236}">
                <a16:creationId xmlns:a16="http://schemas.microsoft.com/office/drawing/2014/main" id="{2A3D9E27-C92B-485E-BC74-1BC99D2F4F72}"/>
              </a:ext>
            </a:extLst>
          </p:cNvPr>
          <p:cNvSpPr>
            <a:spLocks noGrp="1"/>
          </p:cNvSpPr>
          <p:nvPr>
            <p:ph sz="quarter" idx="20"/>
          </p:nvPr>
        </p:nvSpPr>
        <p:spPr/>
        <p:txBody>
          <a:bodyPr/>
          <a:lstStyle/>
          <a:p>
            <a:r>
              <a:rPr lang="en-US" dirty="0"/>
              <a:t>Chart title runs here</a:t>
            </a:r>
          </a:p>
          <a:p>
            <a:endParaRPr lang="en-US" dirty="0"/>
          </a:p>
        </p:txBody>
      </p:sp>
      <p:sp>
        <p:nvSpPr>
          <p:cNvPr id="5" name="Text Placeholder 4"/>
          <p:cNvSpPr>
            <a:spLocks noGrp="1"/>
          </p:cNvSpPr>
          <p:nvPr>
            <p:ph type="body" sz="quarter" idx="13"/>
          </p:nvPr>
        </p:nvSpPr>
        <p:spPr/>
        <p:txBody>
          <a:bodyPr/>
          <a:lstStyle/>
          <a:p>
            <a:r>
              <a:rPr lang="en-US"/>
              <a:t>Square</a:t>
            </a:r>
            <a:endParaRPr lang="en-US" dirty="0"/>
          </a:p>
        </p:txBody>
      </p:sp>
      <p:sp>
        <p:nvSpPr>
          <p:cNvPr id="696321" name="Title 1"/>
          <p:cNvSpPr>
            <a:spLocks noGrp="1"/>
          </p:cNvSpPr>
          <p:nvPr>
            <p:ph type="title"/>
          </p:nvPr>
        </p:nvSpPr>
        <p:spPr/>
        <p:txBody>
          <a:bodyPr/>
          <a:lstStyle/>
          <a:p>
            <a:r>
              <a:rPr lang="en-US" dirty="0"/>
              <a:t>Puzzles </a:t>
            </a:r>
          </a:p>
        </p:txBody>
      </p:sp>
      <p:grpSp>
        <p:nvGrpSpPr>
          <p:cNvPr id="696323" name="Group 3"/>
          <p:cNvGrpSpPr>
            <a:grpSpLocks/>
          </p:cNvGrpSpPr>
          <p:nvPr/>
        </p:nvGrpSpPr>
        <p:grpSpPr bwMode="auto">
          <a:xfrm>
            <a:off x="1030920" y="2238056"/>
            <a:ext cx="3252030" cy="3246935"/>
            <a:chOff x="561" y="1281"/>
            <a:chExt cx="2287" cy="2108"/>
          </a:xfrm>
          <a:solidFill>
            <a:schemeClr val="accent1"/>
          </a:solidFill>
        </p:grpSpPr>
        <p:sp>
          <p:nvSpPr>
            <p:cNvPr id="696335" name="Freeform 4"/>
            <p:cNvSpPr>
              <a:spLocks/>
            </p:cNvSpPr>
            <p:nvPr/>
          </p:nvSpPr>
          <p:spPr bwMode="auto">
            <a:xfrm>
              <a:off x="561" y="1281"/>
              <a:ext cx="1453" cy="1054"/>
            </a:xfrm>
            <a:custGeom>
              <a:avLst/>
              <a:gdLst>
                <a:gd name="T0" fmla="*/ 0 w 2312"/>
                <a:gd name="T1" fmla="*/ 0 h 1823"/>
                <a:gd name="T2" fmla="*/ 178 w 2312"/>
                <a:gd name="T3" fmla="*/ 0 h 1823"/>
                <a:gd name="T4" fmla="*/ 178 w 2312"/>
                <a:gd name="T5" fmla="*/ 43 h 1823"/>
                <a:gd name="T6" fmla="*/ 198 w 2312"/>
                <a:gd name="T7" fmla="*/ 39 h 1823"/>
                <a:gd name="T8" fmla="*/ 226 w 2312"/>
                <a:gd name="T9" fmla="*/ 60 h 1823"/>
                <a:gd name="T10" fmla="*/ 202 w 2312"/>
                <a:gd name="T11" fmla="*/ 77 h 1823"/>
                <a:gd name="T12" fmla="*/ 178 w 2312"/>
                <a:gd name="T13" fmla="*/ 75 h 1823"/>
                <a:gd name="T14" fmla="*/ 178 w 2312"/>
                <a:gd name="T15" fmla="*/ 118 h 1823"/>
                <a:gd name="T16" fmla="*/ 112 w 2312"/>
                <a:gd name="T17" fmla="*/ 118 h 1823"/>
                <a:gd name="T18" fmla="*/ 118 w 2312"/>
                <a:gd name="T19" fmla="*/ 102 h 1823"/>
                <a:gd name="T20" fmla="*/ 90 w 2312"/>
                <a:gd name="T21" fmla="*/ 87 h 1823"/>
                <a:gd name="T22" fmla="*/ 60 w 2312"/>
                <a:gd name="T23" fmla="*/ 105 h 1823"/>
                <a:gd name="T24" fmla="*/ 66 w 2312"/>
                <a:gd name="T25" fmla="*/ 118 h 1823"/>
                <a:gd name="T26" fmla="*/ 0 w 2312"/>
                <a:gd name="T27" fmla="*/ 118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chemeClr val="bg1"/>
            </a:solidFill>
            <a:ln w="19050">
              <a:solidFill>
                <a:schemeClr val="tx1"/>
              </a:solidFill>
              <a:round/>
              <a:headEnd/>
              <a:tailEnd/>
            </a:ln>
          </p:spPr>
          <p:txBody>
            <a:bodyPr wrap="none" lIns="72231" tIns="72231" rIns="72231" bIns="72231" anchor="ctr"/>
            <a:lstStyle/>
            <a:p>
              <a:pPr algn="ctr"/>
              <a:endParaRPr lang="en-US" sz="1138" dirty="0">
                <a:solidFill>
                  <a:schemeClr val="bg1"/>
                </a:solidFill>
              </a:endParaRPr>
            </a:p>
          </p:txBody>
        </p:sp>
        <p:sp>
          <p:nvSpPr>
            <p:cNvPr id="6" name="Freeform 5"/>
            <p:cNvSpPr>
              <a:spLocks/>
            </p:cNvSpPr>
            <p:nvPr/>
          </p:nvSpPr>
          <p:spPr bwMode="auto">
            <a:xfrm rot="16200000">
              <a:off x="465" y="2148"/>
              <a:ext cx="1337" cy="1144"/>
            </a:xfrm>
            <a:custGeom>
              <a:avLst/>
              <a:gdLst>
                <a:gd name="T0" fmla="*/ 0 w 2312"/>
                <a:gd name="T1" fmla="*/ 0 h 1823"/>
                <a:gd name="T2" fmla="*/ 1054 w 2312"/>
                <a:gd name="T3" fmla="*/ 0 h 1823"/>
                <a:gd name="T4" fmla="*/ 1054 w 2312"/>
                <a:gd name="T5" fmla="*/ 422 h 1823"/>
                <a:gd name="T6" fmla="*/ 1168 w 2312"/>
                <a:gd name="T7" fmla="*/ 380 h 1823"/>
                <a:gd name="T8" fmla="*/ 1335 w 2312"/>
                <a:gd name="T9" fmla="*/ 578 h 1823"/>
                <a:gd name="T10" fmla="*/ 1190 w 2312"/>
                <a:gd name="T11" fmla="*/ 755 h 1823"/>
                <a:gd name="T12" fmla="*/ 1054 w 2312"/>
                <a:gd name="T13" fmla="*/ 727 h 1823"/>
                <a:gd name="T14" fmla="*/ 1054 w 2312"/>
                <a:gd name="T15" fmla="*/ 1144 h 1823"/>
                <a:gd name="T16" fmla="*/ 666 w 2312"/>
                <a:gd name="T17" fmla="*/ 1144 h 1823"/>
                <a:gd name="T18" fmla="*/ 694 w 2312"/>
                <a:gd name="T19" fmla="*/ 994 h 1823"/>
                <a:gd name="T20" fmla="*/ 530 w 2312"/>
                <a:gd name="T21" fmla="*/ 843 h 1823"/>
                <a:gd name="T22" fmla="*/ 352 w 2312"/>
                <a:gd name="T23" fmla="*/ 1017 h 1823"/>
                <a:gd name="T24" fmla="*/ 388 w 2312"/>
                <a:gd name="T25" fmla="*/ 1144 h 1823"/>
                <a:gd name="T26" fmla="*/ 0 w 2312"/>
                <a:gd name="T27" fmla="*/ 1144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chemeClr val="bg1"/>
            </a:solidFill>
            <a:ln w="19050">
              <a:solidFill>
                <a:schemeClr val="tx1"/>
              </a:solidFill>
              <a:round/>
              <a:headEnd/>
              <a:tailEnd/>
            </a:ln>
          </p:spPr>
          <p:txBody>
            <a:bodyPr wrap="none" lIns="72231" tIns="72231" rIns="72231" bIns="72231" anchor="ctr"/>
            <a:lstStyle/>
            <a:p>
              <a:pPr algn="ctr">
                <a:defRPr/>
              </a:pPr>
              <a:endParaRPr lang="en-US" sz="1138" dirty="0">
                <a:solidFill>
                  <a:schemeClr val="bg1"/>
                </a:solidFill>
              </a:endParaRPr>
            </a:p>
          </p:txBody>
        </p:sp>
        <p:sp>
          <p:nvSpPr>
            <p:cNvPr id="7" name="Freeform 6"/>
            <p:cNvSpPr>
              <a:spLocks/>
            </p:cNvSpPr>
            <p:nvPr/>
          </p:nvSpPr>
          <p:spPr bwMode="auto">
            <a:xfrm rot="10800000">
              <a:off x="1396" y="2335"/>
              <a:ext cx="1452" cy="1054"/>
            </a:xfrm>
            <a:custGeom>
              <a:avLst/>
              <a:gdLst>
                <a:gd name="T0" fmla="*/ 0 w 2312"/>
                <a:gd name="T1" fmla="*/ 0 h 1823"/>
                <a:gd name="T2" fmla="*/ 1144 w 2312"/>
                <a:gd name="T3" fmla="*/ 0 h 1823"/>
                <a:gd name="T4" fmla="*/ 1144 w 2312"/>
                <a:gd name="T5" fmla="*/ 389 h 1823"/>
                <a:gd name="T6" fmla="*/ 1269 w 2312"/>
                <a:gd name="T7" fmla="*/ 350 h 1823"/>
                <a:gd name="T8" fmla="*/ 1449 w 2312"/>
                <a:gd name="T9" fmla="*/ 532 h 1823"/>
                <a:gd name="T10" fmla="*/ 1292 w 2312"/>
                <a:gd name="T11" fmla="*/ 696 h 1823"/>
                <a:gd name="T12" fmla="*/ 1144 w 2312"/>
                <a:gd name="T13" fmla="*/ 670 h 1823"/>
                <a:gd name="T14" fmla="*/ 1144 w 2312"/>
                <a:gd name="T15" fmla="*/ 1054 h 1823"/>
                <a:gd name="T16" fmla="*/ 723 w 2312"/>
                <a:gd name="T17" fmla="*/ 1054 h 1823"/>
                <a:gd name="T18" fmla="*/ 754 w 2312"/>
                <a:gd name="T19" fmla="*/ 916 h 1823"/>
                <a:gd name="T20" fmla="*/ 575 w 2312"/>
                <a:gd name="T21" fmla="*/ 777 h 1823"/>
                <a:gd name="T22" fmla="*/ 382 w 2312"/>
                <a:gd name="T23" fmla="*/ 937 h 1823"/>
                <a:gd name="T24" fmla="*/ 421 w 2312"/>
                <a:gd name="T25" fmla="*/ 1054 h 1823"/>
                <a:gd name="T26" fmla="*/ 0 w 2312"/>
                <a:gd name="T27" fmla="*/ 1054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chemeClr val="accent1"/>
            </a:solidFill>
            <a:ln w="19050">
              <a:solidFill>
                <a:schemeClr val="tx1"/>
              </a:solidFill>
              <a:round/>
              <a:headEnd/>
              <a:tailEnd/>
            </a:ln>
          </p:spPr>
          <p:txBody>
            <a:bodyPr wrap="none" lIns="72231" tIns="72231" rIns="72231" bIns="72231" anchor="ctr"/>
            <a:lstStyle/>
            <a:p>
              <a:pPr algn="ctr">
                <a:defRPr/>
              </a:pPr>
              <a:endParaRPr lang="en-US" sz="1138" dirty="0">
                <a:solidFill>
                  <a:schemeClr val="bg1"/>
                </a:solidFill>
              </a:endParaRPr>
            </a:p>
          </p:txBody>
        </p:sp>
        <p:sp>
          <p:nvSpPr>
            <p:cNvPr id="696338" name="Freeform 7"/>
            <p:cNvSpPr>
              <a:spLocks/>
            </p:cNvSpPr>
            <p:nvPr/>
          </p:nvSpPr>
          <p:spPr bwMode="auto">
            <a:xfrm rot="5400000">
              <a:off x="1608" y="1378"/>
              <a:ext cx="1337" cy="1143"/>
            </a:xfrm>
            <a:custGeom>
              <a:avLst/>
              <a:gdLst>
                <a:gd name="T0" fmla="*/ 0 w 2312"/>
                <a:gd name="T1" fmla="*/ 0 h 1823"/>
                <a:gd name="T2" fmla="*/ 118 w 2312"/>
                <a:gd name="T3" fmla="*/ 0 h 1823"/>
                <a:gd name="T4" fmla="*/ 118 w 2312"/>
                <a:gd name="T5" fmla="*/ 65 h 1823"/>
                <a:gd name="T6" fmla="*/ 131 w 2312"/>
                <a:gd name="T7" fmla="*/ 58 h 1823"/>
                <a:gd name="T8" fmla="*/ 149 w 2312"/>
                <a:gd name="T9" fmla="*/ 89 h 1823"/>
                <a:gd name="T10" fmla="*/ 133 w 2312"/>
                <a:gd name="T11" fmla="*/ 117 h 1823"/>
                <a:gd name="T12" fmla="*/ 118 w 2312"/>
                <a:gd name="T13" fmla="*/ 112 h 1823"/>
                <a:gd name="T14" fmla="*/ 118 w 2312"/>
                <a:gd name="T15" fmla="*/ 177 h 1823"/>
                <a:gd name="T16" fmla="*/ 75 w 2312"/>
                <a:gd name="T17" fmla="*/ 177 h 1823"/>
                <a:gd name="T18" fmla="*/ 77 w 2312"/>
                <a:gd name="T19" fmla="*/ 154 h 1823"/>
                <a:gd name="T20" fmla="*/ 59 w 2312"/>
                <a:gd name="T21" fmla="*/ 130 h 1823"/>
                <a:gd name="T22" fmla="*/ 39 w 2312"/>
                <a:gd name="T23" fmla="*/ 157 h 1823"/>
                <a:gd name="T24" fmla="*/ 43 w 2312"/>
                <a:gd name="T25" fmla="*/ 177 h 1823"/>
                <a:gd name="T26" fmla="*/ 0 w 2312"/>
                <a:gd name="T27" fmla="*/ 177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chemeClr val="bg1"/>
            </a:solidFill>
            <a:ln w="19050">
              <a:solidFill>
                <a:schemeClr val="tx1"/>
              </a:solidFill>
              <a:round/>
              <a:headEnd/>
              <a:tailEnd/>
            </a:ln>
          </p:spPr>
          <p:txBody>
            <a:bodyPr wrap="none" lIns="72231" tIns="72231" rIns="72231" bIns="72231" anchor="ctr"/>
            <a:lstStyle/>
            <a:p>
              <a:pPr algn="ctr"/>
              <a:endParaRPr lang="en-US" sz="1138" dirty="0">
                <a:solidFill>
                  <a:schemeClr val="bg1"/>
                </a:solidFill>
              </a:endParaRPr>
            </a:p>
          </p:txBody>
        </p:sp>
      </p:grpSp>
      <p:grpSp>
        <p:nvGrpSpPr>
          <p:cNvPr id="696324" name="Group 8"/>
          <p:cNvGrpSpPr>
            <a:grpSpLocks/>
          </p:cNvGrpSpPr>
          <p:nvPr/>
        </p:nvGrpSpPr>
        <p:grpSpPr bwMode="auto">
          <a:xfrm>
            <a:off x="5692560" y="2238060"/>
            <a:ext cx="3248008" cy="3248246"/>
            <a:chOff x="3347" y="1272"/>
            <a:chExt cx="2303" cy="2126"/>
          </a:xfrm>
          <a:solidFill>
            <a:schemeClr val="accent1"/>
          </a:solidFill>
        </p:grpSpPr>
        <p:sp>
          <p:nvSpPr>
            <p:cNvPr id="10" name="Freeform 9"/>
            <p:cNvSpPr>
              <a:spLocks/>
            </p:cNvSpPr>
            <p:nvPr/>
          </p:nvSpPr>
          <p:spPr bwMode="auto">
            <a:xfrm>
              <a:off x="3923" y="1797"/>
              <a:ext cx="974" cy="897"/>
            </a:xfrm>
            <a:custGeom>
              <a:avLst/>
              <a:gdLst>
                <a:gd name="T0" fmla="*/ 307 w 850"/>
                <a:gd name="T1" fmla="*/ 735 h 853"/>
                <a:gd name="T2" fmla="*/ 256 w 850"/>
                <a:gd name="T3" fmla="*/ 745 h 853"/>
                <a:gd name="T4" fmla="*/ 163 w 850"/>
                <a:gd name="T5" fmla="*/ 767 h 853"/>
                <a:gd name="T6" fmla="*/ 73 w 850"/>
                <a:gd name="T7" fmla="*/ 741 h 853"/>
                <a:gd name="T8" fmla="*/ 10 w 850"/>
                <a:gd name="T9" fmla="*/ 679 h 853"/>
                <a:gd name="T10" fmla="*/ 0 w 850"/>
                <a:gd name="T11" fmla="*/ 585 h 853"/>
                <a:gd name="T12" fmla="*/ 47 w 850"/>
                <a:gd name="T13" fmla="*/ 528 h 853"/>
                <a:gd name="T14" fmla="*/ 141 w 850"/>
                <a:gd name="T15" fmla="*/ 496 h 853"/>
                <a:gd name="T16" fmla="*/ 249 w 850"/>
                <a:gd name="T17" fmla="*/ 521 h 853"/>
                <a:gd name="T18" fmla="*/ 307 w 850"/>
                <a:gd name="T19" fmla="*/ 522 h 853"/>
                <a:gd name="T20" fmla="*/ 746 w 850"/>
                <a:gd name="T21" fmla="*/ 218 h 853"/>
                <a:gd name="T22" fmla="*/ 730 w 850"/>
                <a:gd name="T23" fmla="*/ 188 h 853"/>
                <a:gd name="T24" fmla="*/ 690 w 850"/>
                <a:gd name="T25" fmla="*/ 136 h 853"/>
                <a:gd name="T26" fmla="*/ 693 w 850"/>
                <a:gd name="T27" fmla="*/ 89 h 853"/>
                <a:gd name="T28" fmla="*/ 723 w 850"/>
                <a:gd name="T29" fmla="*/ 47 h 853"/>
                <a:gd name="T30" fmla="*/ 827 w 850"/>
                <a:gd name="T31" fmla="*/ 4 h 853"/>
                <a:gd name="T32" fmla="*/ 927 w 850"/>
                <a:gd name="T33" fmla="*/ 1 h 853"/>
                <a:gd name="T34" fmla="*/ 1031 w 850"/>
                <a:gd name="T35" fmla="*/ 34 h 853"/>
                <a:gd name="T36" fmla="*/ 1066 w 850"/>
                <a:gd name="T37" fmla="*/ 103 h 853"/>
                <a:gd name="T38" fmla="*/ 1047 w 850"/>
                <a:gd name="T39" fmla="*/ 159 h 853"/>
                <a:gd name="T40" fmla="*/ 1008 w 850"/>
                <a:gd name="T41" fmla="*/ 206 h 853"/>
                <a:gd name="T42" fmla="*/ 1466 w 850"/>
                <a:gd name="T43" fmla="*/ 218 h 853"/>
                <a:gd name="T44" fmla="*/ 1443 w 850"/>
                <a:gd name="T45" fmla="*/ 533 h 853"/>
                <a:gd name="T46" fmla="*/ 1360 w 850"/>
                <a:gd name="T47" fmla="*/ 502 h 853"/>
                <a:gd name="T48" fmla="*/ 1267 w 850"/>
                <a:gd name="T49" fmla="*/ 498 h 853"/>
                <a:gd name="T50" fmla="*/ 1196 w 850"/>
                <a:gd name="T51" fmla="*/ 532 h 853"/>
                <a:gd name="T52" fmla="*/ 1160 w 850"/>
                <a:gd name="T53" fmla="*/ 588 h 853"/>
                <a:gd name="T54" fmla="*/ 1160 w 850"/>
                <a:gd name="T55" fmla="*/ 672 h 853"/>
                <a:gd name="T56" fmla="*/ 1220 w 850"/>
                <a:gd name="T57" fmla="*/ 735 h 853"/>
                <a:gd name="T58" fmla="*/ 1309 w 850"/>
                <a:gd name="T59" fmla="*/ 765 h 853"/>
                <a:gd name="T60" fmla="*/ 1392 w 850"/>
                <a:gd name="T61" fmla="*/ 753 h 853"/>
                <a:gd name="T62" fmla="*/ 1453 w 850"/>
                <a:gd name="T63" fmla="*/ 720 h 853"/>
                <a:gd name="T64" fmla="*/ 1466 w 850"/>
                <a:gd name="T65" fmla="*/ 1043 h 853"/>
                <a:gd name="T66" fmla="*/ 1014 w 850"/>
                <a:gd name="T67" fmla="*/ 1028 h 853"/>
                <a:gd name="T68" fmla="*/ 1055 w 850"/>
                <a:gd name="T69" fmla="*/ 999 h 853"/>
                <a:gd name="T70" fmla="*/ 1081 w 850"/>
                <a:gd name="T71" fmla="*/ 947 h 853"/>
                <a:gd name="T72" fmla="*/ 1061 w 850"/>
                <a:gd name="T73" fmla="*/ 897 h 853"/>
                <a:gd name="T74" fmla="*/ 1000 w 850"/>
                <a:gd name="T75" fmla="*/ 853 h 853"/>
                <a:gd name="T76" fmla="*/ 879 w 850"/>
                <a:gd name="T77" fmla="*/ 827 h 853"/>
                <a:gd name="T78" fmla="*/ 795 w 850"/>
                <a:gd name="T79" fmla="*/ 836 h 853"/>
                <a:gd name="T80" fmla="*/ 730 w 850"/>
                <a:gd name="T81" fmla="*/ 872 h 853"/>
                <a:gd name="T82" fmla="*/ 699 w 850"/>
                <a:gd name="T83" fmla="*/ 935 h 853"/>
                <a:gd name="T84" fmla="*/ 720 w 850"/>
                <a:gd name="T85" fmla="*/ 991 h 853"/>
                <a:gd name="T86" fmla="*/ 753 w 850"/>
                <a:gd name="T87" fmla="*/ 1031 h 853"/>
                <a:gd name="T88" fmla="*/ 307 w 850"/>
                <a:gd name="T89" fmla="*/ 1043 h 8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0"/>
                <a:gd name="T136" fmla="*/ 0 h 853"/>
                <a:gd name="T137" fmla="*/ 850 w 850"/>
                <a:gd name="T138" fmla="*/ 853 h 85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0" h="853">
                  <a:moveTo>
                    <a:pt x="178" y="853"/>
                  </a:moveTo>
                  <a:lnTo>
                    <a:pt x="178" y="601"/>
                  </a:lnTo>
                  <a:lnTo>
                    <a:pt x="165" y="592"/>
                  </a:lnTo>
                  <a:lnTo>
                    <a:pt x="148" y="609"/>
                  </a:lnTo>
                  <a:lnTo>
                    <a:pt x="124" y="621"/>
                  </a:lnTo>
                  <a:lnTo>
                    <a:pt x="94" y="627"/>
                  </a:lnTo>
                  <a:lnTo>
                    <a:pt x="69" y="621"/>
                  </a:lnTo>
                  <a:lnTo>
                    <a:pt x="43" y="606"/>
                  </a:lnTo>
                  <a:lnTo>
                    <a:pt x="22" y="583"/>
                  </a:lnTo>
                  <a:lnTo>
                    <a:pt x="6" y="555"/>
                  </a:lnTo>
                  <a:lnTo>
                    <a:pt x="0" y="520"/>
                  </a:lnTo>
                  <a:lnTo>
                    <a:pt x="0" y="478"/>
                  </a:lnTo>
                  <a:lnTo>
                    <a:pt x="13" y="447"/>
                  </a:lnTo>
                  <a:lnTo>
                    <a:pt x="27" y="432"/>
                  </a:lnTo>
                  <a:lnTo>
                    <a:pt x="43" y="417"/>
                  </a:lnTo>
                  <a:lnTo>
                    <a:pt x="81" y="406"/>
                  </a:lnTo>
                  <a:lnTo>
                    <a:pt x="115" y="411"/>
                  </a:lnTo>
                  <a:lnTo>
                    <a:pt x="144" y="426"/>
                  </a:lnTo>
                  <a:lnTo>
                    <a:pt x="166" y="439"/>
                  </a:lnTo>
                  <a:lnTo>
                    <a:pt x="178" y="427"/>
                  </a:lnTo>
                  <a:lnTo>
                    <a:pt x="178" y="178"/>
                  </a:lnTo>
                  <a:lnTo>
                    <a:pt x="433" y="178"/>
                  </a:lnTo>
                  <a:lnTo>
                    <a:pt x="438" y="168"/>
                  </a:lnTo>
                  <a:lnTo>
                    <a:pt x="423" y="154"/>
                  </a:lnTo>
                  <a:lnTo>
                    <a:pt x="409" y="138"/>
                  </a:lnTo>
                  <a:lnTo>
                    <a:pt x="400" y="111"/>
                  </a:lnTo>
                  <a:lnTo>
                    <a:pt x="399" y="93"/>
                  </a:lnTo>
                  <a:lnTo>
                    <a:pt x="402" y="73"/>
                  </a:lnTo>
                  <a:lnTo>
                    <a:pt x="406" y="57"/>
                  </a:lnTo>
                  <a:lnTo>
                    <a:pt x="420" y="39"/>
                  </a:lnTo>
                  <a:lnTo>
                    <a:pt x="447" y="18"/>
                  </a:lnTo>
                  <a:lnTo>
                    <a:pt x="480" y="4"/>
                  </a:lnTo>
                  <a:lnTo>
                    <a:pt x="507" y="0"/>
                  </a:lnTo>
                  <a:lnTo>
                    <a:pt x="538" y="1"/>
                  </a:lnTo>
                  <a:lnTo>
                    <a:pt x="568" y="7"/>
                  </a:lnTo>
                  <a:lnTo>
                    <a:pt x="598" y="28"/>
                  </a:lnTo>
                  <a:lnTo>
                    <a:pt x="613" y="55"/>
                  </a:lnTo>
                  <a:lnTo>
                    <a:pt x="619" y="84"/>
                  </a:lnTo>
                  <a:lnTo>
                    <a:pt x="615" y="109"/>
                  </a:lnTo>
                  <a:lnTo>
                    <a:pt x="607" y="130"/>
                  </a:lnTo>
                  <a:lnTo>
                    <a:pt x="594" y="151"/>
                  </a:lnTo>
                  <a:lnTo>
                    <a:pt x="585" y="168"/>
                  </a:lnTo>
                  <a:lnTo>
                    <a:pt x="595" y="178"/>
                  </a:lnTo>
                  <a:lnTo>
                    <a:pt x="850" y="178"/>
                  </a:lnTo>
                  <a:lnTo>
                    <a:pt x="850" y="421"/>
                  </a:lnTo>
                  <a:lnTo>
                    <a:pt x="837" y="436"/>
                  </a:lnTo>
                  <a:lnTo>
                    <a:pt x="820" y="429"/>
                  </a:lnTo>
                  <a:lnTo>
                    <a:pt x="789" y="411"/>
                  </a:lnTo>
                  <a:lnTo>
                    <a:pt x="759" y="405"/>
                  </a:lnTo>
                  <a:lnTo>
                    <a:pt x="735" y="408"/>
                  </a:lnTo>
                  <a:lnTo>
                    <a:pt x="712" y="418"/>
                  </a:lnTo>
                  <a:lnTo>
                    <a:pt x="694" y="435"/>
                  </a:lnTo>
                  <a:lnTo>
                    <a:pt x="682" y="453"/>
                  </a:lnTo>
                  <a:lnTo>
                    <a:pt x="673" y="481"/>
                  </a:lnTo>
                  <a:lnTo>
                    <a:pt x="667" y="513"/>
                  </a:lnTo>
                  <a:lnTo>
                    <a:pt x="673" y="550"/>
                  </a:lnTo>
                  <a:lnTo>
                    <a:pt x="690" y="579"/>
                  </a:lnTo>
                  <a:lnTo>
                    <a:pt x="708" y="601"/>
                  </a:lnTo>
                  <a:lnTo>
                    <a:pt x="733" y="618"/>
                  </a:lnTo>
                  <a:lnTo>
                    <a:pt x="759" y="625"/>
                  </a:lnTo>
                  <a:lnTo>
                    <a:pt x="781" y="625"/>
                  </a:lnTo>
                  <a:lnTo>
                    <a:pt x="807" y="616"/>
                  </a:lnTo>
                  <a:lnTo>
                    <a:pt x="825" y="601"/>
                  </a:lnTo>
                  <a:lnTo>
                    <a:pt x="843" y="589"/>
                  </a:lnTo>
                  <a:lnTo>
                    <a:pt x="850" y="601"/>
                  </a:lnTo>
                  <a:lnTo>
                    <a:pt x="850" y="853"/>
                  </a:lnTo>
                  <a:lnTo>
                    <a:pt x="592" y="853"/>
                  </a:lnTo>
                  <a:lnTo>
                    <a:pt x="588" y="841"/>
                  </a:lnTo>
                  <a:lnTo>
                    <a:pt x="600" y="831"/>
                  </a:lnTo>
                  <a:lnTo>
                    <a:pt x="613" y="817"/>
                  </a:lnTo>
                  <a:lnTo>
                    <a:pt x="621" y="798"/>
                  </a:lnTo>
                  <a:lnTo>
                    <a:pt x="627" y="775"/>
                  </a:lnTo>
                  <a:lnTo>
                    <a:pt x="621" y="753"/>
                  </a:lnTo>
                  <a:lnTo>
                    <a:pt x="615" y="733"/>
                  </a:lnTo>
                  <a:lnTo>
                    <a:pt x="601" y="715"/>
                  </a:lnTo>
                  <a:lnTo>
                    <a:pt x="580" y="697"/>
                  </a:lnTo>
                  <a:lnTo>
                    <a:pt x="550" y="682"/>
                  </a:lnTo>
                  <a:lnTo>
                    <a:pt x="510" y="675"/>
                  </a:lnTo>
                  <a:lnTo>
                    <a:pt x="487" y="678"/>
                  </a:lnTo>
                  <a:lnTo>
                    <a:pt x="462" y="684"/>
                  </a:lnTo>
                  <a:lnTo>
                    <a:pt x="439" y="697"/>
                  </a:lnTo>
                  <a:lnTo>
                    <a:pt x="423" y="712"/>
                  </a:lnTo>
                  <a:lnTo>
                    <a:pt x="411" y="736"/>
                  </a:lnTo>
                  <a:lnTo>
                    <a:pt x="405" y="765"/>
                  </a:lnTo>
                  <a:lnTo>
                    <a:pt x="408" y="787"/>
                  </a:lnTo>
                  <a:lnTo>
                    <a:pt x="417" y="810"/>
                  </a:lnTo>
                  <a:lnTo>
                    <a:pt x="429" y="828"/>
                  </a:lnTo>
                  <a:lnTo>
                    <a:pt x="436" y="843"/>
                  </a:lnTo>
                  <a:lnTo>
                    <a:pt x="427" y="853"/>
                  </a:lnTo>
                  <a:lnTo>
                    <a:pt x="178" y="853"/>
                  </a:lnTo>
                  <a:close/>
                </a:path>
              </a:pathLst>
            </a:custGeom>
            <a:solidFill>
              <a:schemeClr val="accent1"/>
            </a:solidFill>
            <a:ln w="19050">
              <a:solidFill>
                <a:schemeClr val="tx1"/>
              </a:solidFill>
              <a:round/>
              <a:headEnd/>
              <a:tailEnd/>
            </a:ln>
          </p:spPr>
          <p:txBody>
            <a:bodyPr wrap="none" lIns="72231" tIns="72231" rIns="72231" bIns="72231" anchor="ctr"/>
            <a:lstStyle/>
            <a:p>
              <a:pPr algn="ctr">
                <a:defRPr/>
              </a:pPr>
              <a:endParaRPr lang="en-US" sz="1138" dirty="0">
                <a:solidFill>
                  <a:schemeClr val="bg1"/>
                </a:solidFill>
              </a:endParaRPr>
            </a:p>
          </p:txBody>
        </p:sp>
        <p:sp>
          <p:nvSpPr>
            <p:cNvPr id="696327" name="Freeform 10"/>
            <p:cNvSpPr>
              <a:spLocks/>
            </p:cNvSpPr>
            <p:nvPr/>
          </p:nvSpPr>
          <p:spPr bwMode="auto">
            <a:xfrm>
              <a:off x="4118" y="1273"/>
              <a:ext cx="980" cy="706"/>
            </a:xfrm>
            <a:custGeom>
              <a:avLst/>
              <a:gdLst>
                <a:gd name="T0" fmla="*/ 0 w 2312"/>
                <a:gd name="T1" fmla="*/ 0 h 1823"/>
                <a:gd name="T2" fmla="*/ 25 w 2312"/>
                <a:gd name="T3" fmla="*/ 0 h 1823"/>
                <a:gd name="T4" fmla="*/ 25 w 2312"/>
                <a:gd name="T5" fmla="*/ 6 h 1823"/>
                <a:gd name="T6" fmla="*/ 28 w 2312"/>
                <a:gd name="T7" fmla="*/ 5 h 1823"/>
                <a:gd name="T8" fmla="*/ 32 w 2312"/>
                <a:gd name="T9" fmla="*/ 8 h 1823"/>
                <a:gd name="T10" fmla="*/ 28 w 2312"/>
                <a:gd name="T11" fmla="*/ 10 h 1823"/>
                <a:gd name="T12" fmla="*/ 25 w 2312"/>
                <a:gd name="T13" fmla="*/ 10 h 1823"/>
                <a:gd name="T14" fmla="*/ 25 w 2312"/>
                <a:gd name="T15" fmla="*/ 16 h 1823"/>
                <a:gd name="T16" fmla="*/ 16 w 2312"/>
                <a:gd name="T17" fmla="*/ 16 h 1823"/>
                <a:gd name="T18" fmla="*/ 17 w 2312"/>
                <a:gd name="T19" fmla="*/ 14 h 1823"/>
                <a:gd name="T20" fmla="*/ 13 w 2312"/>
                <a:gd name="T21" fmla="*/ 12 h 1823"/>
                <a:gd name="T22" fmla="*/ 8 w 2312"/>
                <a:gd name="T23" fmla="*/ 14 h 1823"/>
                <a:gd name="T24" fmla="*/ 9 w 2312"/>
                <a:gd name="T25" fmla="*/ 16 h 1823"/>
                <a:gd name="T26" fmla="*/ 0 w 2312"/>
                <a:gd name="T27" fmla="*/ 16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rgbClr val="C4D600"/>
            </a:solidFill>
            <a:ln w="19050">
              <a:solidFill>
                <a:schemeClr val="tx1"/>
              </a:solidFill>
              <a:round/>
              <a:headEnd/>
              <a:tailEnd/>
            </a:ln>
          </p:spPr>
          <p:txBody>
            <a:bodyPr wrap="none" lIns="72231" tIns="72231" rIns="72231" bIns="72231" anchor="ctr"/>
            <a:lstStyle/>
            <a:p>
              <a:pPr algn="ctr"/>
              <a:endParaRPr lang="en-US" sz="1138" dirty="0">
                <a:solidFill>
                  <a:schemeClr val="bg1"/>
                </a:solidFill>
              </a:endParaRPr>
            </a:p>
          </p:txBody>
        </p:sp>
        <p:sp>
          <p:nvSpPr>
            <p:cNvPr id="696328" name="Freeform 11"/>
            <p:cNvSpPr>
              <a:spLocks/>
            </p:cNvSpPr>
            <p:nvPr/>
          </p:nvSpPr>
          <p:spPr bwMode="auto">
            <a:xfrm>
              <a:off x="3347" y="1272"/>
              <a:ext cx="980" cy="706"/>
            </a:xfrm>
            <a:custGeom>
              <a:avLst/>
              <a:gdLst>
                <a:gd name="T0" fmla="*/ 0 w 2312"/>
                <a:gd name="T1" fmla="*/ 0 h 1823"/>
                <a:gd name="T2" fmla="*/ 25 w 2312"/>
                <a:gd name="T3" fmla="*/ 0 h 1823"/>
                <a:gd name="T4" fmla="*/ 25 w 2312"/>
                <a:gd name="T5" fmla="*/ 6 h 1823"/>
                <a:gd name="T6" fmla="*/ 28 w 2312"/>
                <a:gd name="T7" fmla="*/ 5 h 1823"/>
                <a:gd name="T8" fmla="*/ 32 w 2312"/>
                <a:gd name="T9" fmla="*/ 8 h 1823"/>
                <a:gd name="T10" fmla="*/ 28 w 2312"/>
                <a:gd name="T11" fmla="*/ 10 h 1823"/>
                <a:gd name="T12" fmla="*/ 25 w 2312"/>
                <a:gd name="T13" fmla="*/ 10 h 1823"/>
                <a:gd name="T14" fmla="*/ 25 w 2312"/>
                <a:gd name="T15" fmla="*/ 16 h 1823"/>
                <a:gd name="T16" fmla="*/ 16 w 2312"/>
                <a:gd name="T17" fmla="*/ 16 h 1823"/>
                <a:gd name="T18" fmla="*/ 17 w 2312"/>
                <a:gd name="T19" fmla="*/ 14 h 1823"/>
                <a:gd name="T20" fmla="*/ 13 w 2312"/>
                <a:gd name="T21" fmla="*/ 12 h 1823"/>
                <a:gd name="T22" fmla="*/ 8 w 2312"/>
                <a:gd name="T23" fmla="*/ 14 h 1823"/>
                <a:gd name="T24" fmla="*/ 9 w 2312"/>
                <a:gd name="T25" fmla="*/ 16 h 1823"/>
                <a:gd name="T26" fmla="*/ 0 w 2312"/>
                <a:gd name="T27" fmla="*/ 16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rgbClr val="C4D600"/>
            </a:solidFill>
            <a:ln w="19050">
              <a:solidFill>
                <a:schemeClr val="tx1"/>
              </a:solidFill>
              <a:round/>
              <a:headEnd/>
              <a:tailEnd/>
            </a:ln>
          </p:spPr>
          <p:txBody>
            <a:bodyPr wrap="none" lIns="72231" tIns="72231" rIns="72231" bIns="72231" anchor="ctr"/>
            <a:lstStyle/>
            <a:p>
              <a:pPr algn="ctr"/>
              <a:endParaRPr lang="en-US" sz="1138" dirty="0">
                <a:solidFill>
                  <a:schemeClr val="bg1"/>
                </a:solidFill>
              </a:endParaRPr>
            </a:p>
          </p:txBody>
        </p:sp>
        <p:sp>
          <p:nvSpPr>
            <p:cNvPr id="13" name="Freeform 12"/>
            <p:cNvSpPr>
              <a:spLocks/>
            </p:cNvSpPr>
            <p:nvPr/>
          </p:nvSpPr>
          <p:spPr bwMode="auto">
            <a:xfrm>
              <a:off x="3347" y="1787"/>
              <a:ext cx="774" cy="1090"/>
            </a:xfrm>
            <a:custGeom>
              <a:avLst/>
              <a:gdLst>
                <a:gd name="T0" fmla="*/ 0 w 673"/>
                <a:gd name="T1" fmla="*/ 904 h 1036"/>
                <a:gd name="T2" fmla="*/ 0 w 673"/>
                <a:gd name="T3" fmla="*/ 190 h 1036"/>
                <a:gd name="T4" fmla="*/ 285 w 673"/>
                <a:gd name="T5" fmla="*/ 190 h 1036"/>
                <a:gd name="T6" fmla="*/ 257 w 673"/>
                <a:gd name="T7" fmla="*/ 114 h 1036"/>
                <a:gd name="T8" fmla="*/ 391 w 673"/>
                <a:gd name="T9" fmla="*/ 1 h 1036"/>
                <a:gd name="T10" fmla="*/ 510 w 673"/>
                <a:gd name="T11" fmla="*/ 99 h 1036"/>
                <a:gd name="T12" fmla="*/ 492 w 673"/>
                <a:gd name="T13" fmla="*/ 190 h 1036"/>
                <a:gd name="T14" fmla="*/ 773 w 673"/>
                <a:gd name="T15" fmla="*/ 190 h 1036"/>
                <a:gd name="T16" fmla="*/ 773 w 673"/>
                <a:gd name="T17" fmla="*/ 450 h 1036"/>
                <a:gd name="T18" fmla="*/ 672 w 673"/>
                <a:gd name="T19" fmla="*/ 431 h 1036"/>
                <a:gd name="T20" fmla="*/ 570 w 673"/>
                <a:gd name="T21" fmla="*/ 542 h 1036"/>
                <a:gd name="T22" fmla="*/ 687 w 673"/>
                <a:gd name="T23" fmla="*/ 662 h 1036"/>
                <a:gd name="T24" fmla="*/ 773 w 673"/>
                <a:gd name="T25" fmla="*/ 637 h 1036"/>
                <a:gd name="T26" fmla="*/ 773 w 673"/>
                <a:gd name="T27" fmla="*/ 904 h 1036"/>
                <a:gd name="T28" fmla="*/ 484 w 673"/>
                <a:gd name="T29" fmla="*/ 904 h 1036"/>
                <a:gd name="T30" fmla="*/ 470 w 673"/>
                <a:gd name="T31" fmla="*/ 917 h 1036"/>
                <a:gd name="T32" fmla="*/ 482 w 673"/>
                <a:gd name="T33" fmla="*/ 935 h 1036"/>
                <a:gd name="T34" fmla="*/ 497 w 673"/>
                <a:gd name="T35" fmla="*/ 954 h 1036"/>
                <a:gd name="T36" fmla="*/ 507 w 673"/>
                <a:gd name="T37" fmla="*/ 971 h 1036"/>
                <a:gd name="T38" fmla="*/ 511 w 673"/>
                <a:gd name="T39" fmla="*/ 995 h 1036"/>
                <a:gd name="T40" fmla="*/ 508 w 673"/>
                <a:gd name="T41" fmla="*/ 1022 h 1036"/>
                <a:gd name="T42" fmla="*/ 497 w 673"/>
                <a:gd name="T43" fmla="*/ 1044 h 1036"/>
                <a:gd name="T44" fmla="*/ 480 w 673"/>
                <a:gd name="T45" fmla="*/ 1063 h 1036"/>
                <a:gd name="T46" fmla="*/ 455 w 673"/>
                <a:gd name="T47" fmla="*/ 1081 h 1036"/>
                <a:gd name="T48" fmla="*/ 417 w 673"/>
                <a:gd name="T49" fmla="*/ 1087 h 1036"/>
                <a:gd name="T50" fmla="*/ 386 w 673"/>
                <a:gd name="T51" fmla="*/ 1090 h 1036"/>
                <a:gd name="T52" fmla="*/ 355 w 673"/>
                <a:gd name="T53" fmla="*/ 1087 h 1036"/>
                <a:gd name="T54" fmla="*/ 327 w 673"/>
                <a:gd name="T55" fmla="*/ 1077 h 1036"/>
                <a:gd name="T56" fmla="*/ 301 w 673"/>
                <a:gd name="T57" fmla="*/ 1059 h 1036"/>
                <a:gd name="T58" fmla="*/ 279 w 673"/>
                <a:gd name="T59" fmla="*/ 1046 h 1036"/>
                <a:gd name="T60" fmla="*/ 263 w 673"/>
                <a:gd name="T61" fmla="*/ 1015 h 1036"/>
                <a:gd name="T62" fmla="*/ 260 w 673"/>
                <a:gd name="T63" fmla="*/ 990 h 1036"/>
                <a:gd name="T64" fmla="*/ 258 w 673"/>
                <a:gd name="T65" fmla="*/ 967 h 1036"/>
                <a:gd name="T66" fmla="*/ 272 w 673"/>
                <a:gd name="T67" fmla="*/ 933 h 1036"/>
                <a:gd name="T68" fmla="*/ 296 w 673"/>
                <a:gd name="T69" fmla="*/ 916 h 1036"/>
                <a:gd name="T70" fmla="*/ 287 w 673"/>
                <a:gd name="T71" fmla="*/ 904 h 1036"/>
                <a:gd name="T72" fmla="*/ 0 w 673"/>
                <a:gd name="T73" fmla="*/ 904 h 10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73"/>
                <a:gd name="T112" fmla="*/ 0 h 1036"/>
                <a:gd name="T113" fmla="*/ 673 w 673"/>
                <a:gd name="T114" fmla="*/ 1036 h 10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73" h="1036">
                  <a:moveTo>
                    <a:pt x="0" y="859"/>
                  </a:moveTo>
                  <a:lnTo>
                    <a:pt x="0" y="181"/>
                  </a:lnTo>
                  <a:lnTo>
                    <a:pt x="248" y="181"/>
                  </a:lnTo>
                  <a:cubicBezTo>
                    <a:pt x="285" y="169"/>
                    <a:pt x="226" y="159"/>
                    <a:pt x="224" y="108"/>
                  </a:cubicBezTo>
                  <a:cubicBezTo>
                    <a:pt x="222" y="57"/>
                    <a:pt x="272" y="0"/>
                    <a:pt x="340" y="1"/>
                  </a:cubicBezTo>
                  <a:cubicBezTo>
                    <a:pt x="408" y="3"/>
                    <a:pt x="441" y="44"/>
                    <a:pt x="444" y="94"/>
                  </a:cubicBezTo>
                  <a:cubicBezTo>
                    <a:pt x="447" y="144"/>
                    <a:pt x="389" y="165"/>
                    <a:pt x="428" y="181"/>
                  </a:cubicBezTo>
                  <a:lnTo>
                    <a:pt x="673" y="181"/>
                  </a:lnTo>
                  <a:lnTo>
                    <a:pt x="673" y="428"/>
                  </a:lnTo>
                  <a:cubicBezTo>
                    <a:pt x="658" y="467"/>
                    <a:pt x="641" y="409"/>
                    <a:pt x="585" y="410"/>
                  </a:cubicBezTo>
                  <a:cubicBezTo>
                    <a:pt x="529" y="412"/>
                    <a:pt x="496" y="453"/>
                    <a:pt x="496" y="515"/>
                  </a:cubicBezTo>
                  <a:cubicBezTo>
                    <a:pt x="497" y="577"/>
                    <a:pt x="542" y="629"/>
                    <a:pt x="598" y="629"/>
                  </a:cubicBezTo>
                  <a:cubicBezTo>
                    <a:pt x="654" y="629"/>
                    <a:pt x="661" y="570"/>
                    <a:pt x="673" y="605"/>
                  </a:cubicBezTo>
                  <a:lnTo>
                    <a:pt x="673" y="859"/>
                  </a:lnTo>
                  <a:lnTo>
                    <a:pt x="421" y="859"/>
                  </a:lnTo>
                  <a:lnTo>
                    <a:pt x="409" y="872"/>
                  </a:lnTo>
                  <a:lnTo>
                    <a:pt x="420" y="889"/>
                  </a:lnTo>
                  <a:lnTo>
                    <a:pt x="433" y="907"/>
                  </a:lnTo>
                  <a:lnTo>
                    <a:pt x="441" y="923"/>
                  </a:lnTo>
                  <a:lnTo>
                    <a:pt x="445" y="946"/>
                  </a:lnTo>
                  <a:lnTo>
                    <a:pt x="442" y="971"/>
                  </a:lnTo>
                  <a:lnTo>
                    <a:pt x="433" y="992"/>
                  </a:lnTo>
                  <a:lnTo>
                    <a:pt x="418" y="1010"/>
                  </a:lnTo>
                  <a:lnTo>
                    <a:pt x="396" y="1027"/>
                  </a:lnTo>
                  <a:lnTo>
                    <a:pt x="363" y="1033"/>
                  </a:lnTo>
                  <a:lnTo>
                    <a:pt x="336" y="1036"/>
                  </a:lnTo>
                  <a:lnTo>
                    <a:pt x="309" y="1033"/>
                  </a:lnTo>
                  <a:lnTo>
                    <a:pt x="285" y="1024"/>
                  </a:lnTo>
                  <a:lnTo>
                    <a:pt x="262" y="1007"/>
                  </a:lnTo>
                  <a:lnTo>
                    <a:pt x="243" y="994"/>
                  </a:lnTo>
                  <a:lnTo>
                    <a:pt x="229" y="965"/>
                  </a:lnTo>
                  <a:lnTo>
                    <a:pt x="226" y="941"/>
                  </a:lnTo>
                  <a:lnTo>
                    <a:pt x="225" y="919"/>
                  </a:lnTo>
                  <a:lnTo>
                    <a:pt x="237" y="887"/>
                  </a:lnTo>
                  <a:lnTo>
                    <a:pt x="258" y="871"/>
                  </a:lnTo>
                  <a:lnTo>
                    <a:pt x="250" y="859"/>
                  </a:lnTo>
                  <a:lnTo>
                    <a:pt x="0" y="859"/>
                  </a:lnTo>
                  <a:close/>
                </a:path>
              </a:pathLst>
            </a:custGeom>
            <a:solidFill>
              <a:srgbClr val="C4D600"/>
            </a:solidFill>
            <a:ln w="19050">
              <a:solidFill>
                <a:schemeClr val="tx1"/>
              </a:solidFill>
              <a:round/>
              <a:headEnd/>
              <a:tailEnd/>
            </a:ln>
          </p:spPr>
          <p:txBody>
            <a:bodyPr wrap="none" lIns="72231" tIns="72231" rIns="72231" bIns="72231" anchor="ctr"/>
            <a:lstStyle/>
            <a:p>
              <a:pPr algn="ctr">
                <a:defRPr/>
              </a:pPr>
              <a:endParaRPr lang="en-US" sz="1138" dirty="0">
                <a:solidFill>
                  <a:schemeClr val="bg1"/>
                </a:solidFill>
              </a:endParaRPr>
            </a:p>
          </p:txBody>
        </p:sp>
        <p:sp>
          <p:nvSpPr>
            <p:cNvPr id="14" name="Freeform 13"/>
            <p:cNvSpPr>
              <a:spLocks/>
            </p:cNvSpPr>
            <p:nvPr/>
          </p:nvSpPr>
          <p:spPr bwMode="auto">
            <a:xfrm>
              <a:off x="3347" y="2497"/>
              <a:ext cx="771" cy="901"/>
            </a:xfrm>
            <a:custGeom>
              <a:avLst/>
              <a:gdLst>
                <a:gd name="T0" fmla="*/ 0 w 673"/>
                <a:gd name="T1" fmla="*/ 1045 h 857"/>
                <a:gd name="T2" fmla="*/ 1 w 673"/>
                <a:gd name="T3" fmla="*/ 221 h 857"/>
                <a:gd name="T4" fmla="*/ 430 w 673"/>
                <a:gd name="T5" fmla="*/ 221 h 857"/>
                <a:gd name="T6" fmla="*/ 386 w 673"/>
                <a:gd name="T7" fmla="*/ 132 h 857"/>
                <a:gd name="T8" fmla="*/ 588 w 673"/>
                <a:gd name="T9" fmla="*/ 1 h 857"/>
                <a:gd name="T10" fmla="*/ 765 w 673"/>
                <a:gd name="T11" fmla="*/ 115 h 857"/>
                <a:gd name="T12" fmla="*/ 737 w 673"/>
                <a:gd name="T13" fmla="*/ 221 h 857"/>
                <a:gd name="T14" fmla="*/ 1159 w 673"/>
                <a:gd name="T15" fmla="*/ 221 h 857"/>
                <a:gd name="T16" fmla="*/ 1159 w 673"/>
                <a:gd name="T17" fmla="*/ 524 h 857"/>
                <a:gd name="T18" fmla="*/ 1159 w 673"/>
                <a:gd name="T19" fmla="*/ 740 h 857"/>
                <a:gd name="T20" fmla="*/ 1159 w 673"/>
                <a:gd name="T21" fmla="*/ 1047 h 857"/>
                <a:gd name="T22" fmla="*/ 0 w 673"/>
                <a:gd name="T23" fmla="*/ 1045 h 8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3"/>
                <a:gd name="T37" fmla="*/ 0 h 857"/>
                <a:gd name="T38" fmla="*/ 673 w 673"/>
                <a:gd name="T39" fmla="*/ 857 h 85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3" h="857">
                  <a:moveTo>
                    <a:pt x="0" y="855"/>
                  </a:moveTo>
                  <a:lnTo>
                    <a:pt x="1" y="181"/>
                  </a:lnTo>
                  <a:lnTo>
                    <a:pt x="249" y="181"/>
                  </a:lnTo>
                  <a:cubicBezTo>
                    <a:pt x="286" y="169"/>
                    <a:pt x="227" y="159"/>
                    <a:pt x="224" y="108"/>
                  </a:cubicBezTo>
                  <a:cubicBezTo>
                    <a:pt x="222" y="57"/>
                    <a:pt x="273" y="0"/>
                    <a:pt x="341" y="1"/>
                  </a:cubicBezTo>
                  <a:cubicBezTo>
                    <a:pt x="408" y="3"/>
                    <a:pt x="442" y="44"/>
                    <a:pt x="444" y="94"/>
                  </a:cubicBezTo>
                  <a:cubicBezTo>
                    <a:pt x="447" y="144"/>
                    <a:pt x="389" y="165"/>
                    <a:pt x="428" y="181"/>
                  </a:cubicBezTo>
                  <a:lnTo>
                    <a:pt x="673" y="181"/>
                  </a:lnTo>
                  <a:lnTo>
                    <a:pt x="673" y="429"/>
                  </a:lnTo>
                  <a:cubicBezTo>
                    <a:pt x="673" y="500"/>
                    <a:pt x="673" y="535"/>
                    <a:pt x="673" y="606"/>
                  </a:cubicBezTo>
                  <a:lnTo>
                    <a:pt x="673" y="857"/>
                  </a:lnTo>
                  <a:lnTo>
                    <a:pt x="0" y="855"/>
                  </a:lnTo>
                  <a:close/>
                </a:path>
              </a:pathLst>
            </a:custGeom>
            <a:solidFill>
              <a:srgbClr val="C4D600"/>
            </a:solidFill>
            <a:ln w="19050">
              <a:solidFill>
                <a:schemeClr val="tx1"/>
              </a:solidFill>
              <a:round/>
              <a:headEnd/>
              <a:tailEnd/>
            </a:ln>
          </p:spPr>
          <p:txBody>
            <a:bodyPr wrap="none" lIns="72231" tIns="72231" rIns="72231" bIns="72231" anchor="ctr"/>
            <a:lstStyle/>
            <a:p>
              <a:pPr algn="ctr">
                <a:defRPr/>
              </a:pPr>
              <a:endParaRPr lang="en-US" sz="1138" dirty="0">
                <a:solidFill>
                  <a:schemeClr val="bg1"/>
                </a:solidFill>
              </a:endParaRPr>
            </a:p>
          </p:txBody>
        </p:sp>
        <p:sp>
          <p:nvSpPr>
            <p:cNvPr id="15" name="Freeform 14"/>
            <p:cNvSpPr>
              <a:spLocks/>
            </p:cNvSpPr>
            <p:nvPr/>
          </p:nvSpPr>
          <p:spPr bwMode="auto">
            <a:xfrm>
              <a:off x="3908" y="2500"/>
              <a:ext cx="987" cy="898"/>
            </a:xfrm>
            <a:custGeom>
              <a:avLst/>
              <a:gdLst>
                <a:gd name="T0" fmla="*/ 983 w 857"/>
                <a:gd name="T1" fmla="*/ 898 h 853"/>
                <a:gd name="T2" fmla="*/ 983 w 857"/>
                <a:gd name="T3" fmla="*/ 191 h 853"/>
                <a:gd name="T4" fmla="*/ 699 w 857"/>
                <a:gd name="T5" fmla="*/ 191 h 853"/>
                <a:gd name="T6" fmla="*/ 726 w 857"/>
                <a:gd name="T7" fmla="*/ 114 h 853"/>
                <a:gd name="T8" fmla="*/ 593 w 857"/>
                <a:gd name="T9" fmla="*/ 1 h 853"/>
                <a:gd name="T10" fmla="*/ 474 w 857"/>
                <a:gd name="T11" fmla="*/ 99 h 853"/>
                <a:gd name="T12" fmla="*/ 492 w 857"/>
                <a:gd name="T13" fmla="*/ 191 h 853"/>
                <a:gd name="T14" fmla="*/ 211 w 857"/>
                <a:gd name="T15" fmla="*/ 191 h 853"/>
                <a:gd name="T16" fmla="*/ 211 w 857"/>
                <a:gd name="T17" fmla="*/ 451 h 853"/>
                <a:gd name="T18" fmla="*/ 154 w 857"/>
                <a:gd name="T19" fmla="*/ 439 h 853"/>
                <a:gd name="T20" fmla="*/ 68 w 857"/>
                <a:gd name="T21" fmla="*/ 436 h 853"/>
                <a:gd name="T22" fmla="*/ 18 w 857"/>
                <a:gd name="T23" fmla="*/ 480 h 853"/>
                <a:gd name="T24" fmla="*/ 5 w 857"/>
                <a:gd name="T25" fmla="*/ 558 h 853"/>
                <a:gd name="T26" fmla="*/ 49 w 857"/>
                <a:gd name="T27" fmla="*/ 635 h 853"/>
                <a:gd name="T28" fmla="*/ 123 w 857"/>
                <a:gd name="T29" fmla="*/ 650 h 853"/>
                <a:gd name="T30" fmla="*/ 209 w 857"/>
                <a:gd name="T31" fmla="*/ 632 h 853"/>
                <a:gd name="T32" fmla="*/ 209 w 857"/>
                <a:gd name="T33" fmla="*/ 897 h 853"/>
                <a:gd name="T34" fmla="*/ 983 w 857"/>
                <a:gd name="T35" fmla="*/ 898 h 85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57"/>
                <a:gd name="T55" fmla="*/ 0 h 853"/>
                <a:gd name="T56" fmla="*/ 857 w 857"/>
                <a:gd name="T57" fmla="*/ 853 h 85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57" h="853">
                  <a:moveTo>
                    <a:pt x="857" y="853"/>
                  </a:moveTo>
                  <a:lnTo>
                    <a:pt x="857" y="181"/>
                  </a:lnTo>
                  <a:lnTo>
                    <a:pt x="609" y="181"/>
                  </a:lnTo>
                  <a:cubicBezTo>
                    <a:pt x="572" y="169"/>
                    <a:pt x="631" y="159"/>
                    <a:pt x="633" y="108"/>
                  </a:cubicBezTo>
                  <a:cubicBezTo>
                    <a:pt x="635" y="57"/>
                    <a:pt x="585" y="0"/>
                    <a:pt x="517" y="1"/>
                  </a:cubicBezTo>
                  <a:cubicBezTo>
                    <a:pt x="449" y="3"/>
                    <a:pt x="416" y="44"/>
                    <a:pt x="413" y="94"/>
                  </a:cubicBezTo>
                  <a:cubicBezTo>
                    <a:pt x="410" y="144"/>
                    <a:pt x="468" y="165"/>
                    <a:pt x="429" y="181"/>
                  </a:cubicBezTo>
                  <a:lnTo>
                    <a:pt x="184" y="181"/>
                  </a:lnTo>
                  <a:lnTo>
                    <a:pt x="184" y="428"/>
                  </a:lnTo>
                  <a:cubicBezTo>
                    <a:pt x="176" y="467"/>
                    <a:pt x="152" y="424"/>
                    <a:pt x="134" y="417"/>
                  </a:cubicBezTo>
                  <a:cubicBezTo>
                    <a:pt x="116" y="410"/>
                    <a:pt x="83" y="404"/>
                    <a:pt x="59" y="414"/>
                  </a:cubicBezTo>
                  <a:cubicBezTo>
                    <a:pt x="40" y="421"/>
                    <a:pt x="26" y="440"/>
                    <a:pt x="16" y="456"/>
                  </a:cubicBezTo>
                  <a:cubicBezTo>
                    <a:pt x="7" y="475"/>
                    <a:pt x="0" y="506"/>
                    <a:pt x="4" y="530"/>
                  </a:cubicBezTo>
                  <a:cubicBezTo>
                    <a:pt x="8" y="554"/>
                    <a:pt x="26" y="589"/>
                    <a:pt x="43" y="603"/>
                  </a:cubicBezTo>
                  <a:cubicBezTo>
                    <a:pt x="60" y="617"/>
                    <a:pt x="84" y="617"/>
                    <a:pt x="107" y="617"/>
                  </a:cubicBezTo>
                  <a:cubicBezTo>
                    <a:pt x="130" y="617"/>
                    <a:pt x="170" y="561"/>
                    <a:pt x="182" y="600"/>
                  </a:cubicBezTo>
                  <a:lnTo>
                    <a:pt x="182" y="852"/>
                  </a:lnTo>
                  <a:lnTo>
                    <a:pt x="857" y="853"/>
                  </a:lnTo>
                  <a:close/>
                </a:path>
              </a:pathLst>
            </a:custGeom>
            <a:solidFill>
              <a:srgbClr val="C4D600"/>
            </a:solidFill>
            <a:ln w="19050">
              <a:solidFill>
                <a:schemeClr val="tx1"/>
              </a:solidFill>
              <a:round/>
              <a:headEnd/>
              <a:tailEnd/>
            </a:ln>
          </p:spPr>
          <p:txBody>
            <a:bodyPr wrap="none" lIns="72231" tIns="72231" rIns="72231" bIns="72231" anchor="ctr"/>
            <a:lstStyle/>
            <a:p>
              <a:pPr algn="ctr">
                <a:defRPr/>
              </a:pPr>
              <a:endParaRPr lang="en-US" sz="1138" dirty="0">
                <a:solidFill>
                  <a:schemeClr val="bg1"/>
                </a:solidFill>
              </a:endParaRPr>
            </a:p>
          </p:txBody>
        </p:sp>
        <p:sp>
          <p:nvSpPr>
            <p:cNvPr id="16" name="Freeform 15"/>
            <p:cNvSpPr>
              <a:spLocks/>
            </p:cNvSpPr>
            <p:nvPr/>
          </p:nvSpPr>
          <p:spPr bwMode="auto">
            <a:xfrm>
              <a:off x="4687" y="1978"/>
              <a:ext cx="963" cy="898"/>
            </a:xfrm>
            <a:custGeom>
              <a:avLst/>
              <a:gdLst>
                <a:gd name="T0" fmla="*/ 1469 w 854"/>
                <a:gd name="T1" fmla="*/ 832 h 853"/>
                <a:gd name="T2" fmla="*/ 1039 w 854"/>
                <a:gd name="T3" fmla="*/ 832 h 853"/>
                <a:gd name="T4" fmla="*/ 1020 w 854"/>
                <a:gd name="T5" fmla="*/ 846 h 853"/>
                <a:gd name="T6" fmla="*/ 1046 w 854"/>
                <a:gd name="T7" fmla="*/ 860 h 853"/>
                <a:gd name="T8" fmla="*/ 1063 w 854"/>
                <a:gd name="T9" fmla="*/ 879 h 853"/>
                <a:gd name="T10" fmla="*/ 1075 w 854"/>
                <a:gd name="T11" fmla="*/ 898 h 853"/>
                <a:gd name="T12" fmla="*/ 1079 w 854"/>
                <a:gd name="T13" fmla="*/ 919 h 853"/>
                <a:gd name="T14" fmla="*/ 1082 w 854"/>
                <a:gd name="T15" fmla="*/ 941 h 853"/>
                <a:gd name="T16" fmla="*/ 1068 w 854"/>
                <a:gd name="T17" fmla="*/ 963 h 853"/>
                <a:gd name="T18" fmla="*/ 1055 w 854"/>
                <a:gd name="T19" fmla="*/ 985 h 853"/>
                <a:gd name="T20" fmla="*/ 1031 w 854"/>
                <a:gd name="T21" fmla="*/ 1003 h 853"/>
                <a:gd name="T22" fmla="*/ 1000 w 854"/>
                <a:gd name="T23" fmla="*/ 1022 h 853"/>
                <a:gd name="T24" fmla="*/ 968 w 854"/>
                <a:gd name="T25" fmla="*/ 1037 h 853"/>
                <a:gd name="T26" fmla="*/ 931 w 854"/>
                <a:gd name="T27" fmla="*/ 1046 h 853"/>
                <a:gd name="T28" fmla="*/ 889 w 854"/>
                <a:gd name="T29" fmla="*/ 1047 h 853"/>
                <a:gd name="T30" fmla="*/ 839 w 854"/>
                <a:gd name="T31" fmla="*/ 1046 h 853"/>
                <a:gd name="T32" fmla="*/ 797 w 854"/>
                <a:gd name="T33" fmla="*/ 1039 h 853"/>
                <a:gd name="T34" fmla="*/ 759 w 854"/>
                <a:gd name="T35" fmla="*/ 1024 h 853"/>
                <a:gd name="T36" fmla="*/ 734 w 854"/>
                <a:gd name="T37" fmla="*/ 1005 h 853"/>
                <a:gd name="T38" fmla="*/ 713 w 854"/>
                <a:gd name="T39" fmla="*/ 976 h 853"/>
                <a:gd name="T40" fmla="*/ 703 w 854"/>
                <a:gd name="T41" fmla="*/ 949 h 853"/>
                <a:gd name="T42" fmla="*/ 711 w 854"/>
                <a:gd name="T43" fmla="*/ 910 h 853"/>
                <a:gd name="T44" fmla="*/ 724 w 854"/>
                <a:gd name="T45" fmla="*/ 887 h 853"/>
                <a:gd name="T46" fmla="*/ 744 w 854"/>
                <a:gd name="T47" fmla="*/ 866 h 853"/>
                <a:gd name="T48" fmla="*/ 757 w 854"/>
                <a:gd name="T49" fmla="*/ 843 h 853"/>
                <a:gd name="T50" fmla="*/ 742 w 854"/>
                <a:gd name="T51" fmla="*/ 832 h 853"/>
                <a:gd name="T52" fmla="*/ 310 w 854"/>
                <a:gd name="T53" fmla="*/ 832 h 853"/>
                <a:gd name="T54" fmla="*/ 310 w 854"/>
                <a:gd name="T55" fmla="*/ 521 h 853"/>
                <a:gd name="T56" fmla="*/ 187 w 854"/>
                <a:gd name="T57" fmla="*/ 552 h 853"/>
                <a:gd name="T58" fmla="*/ 1 w 854"/>
                <a:gd name="T59" fmla="*/ 407 h 853"/>
                <a:gd name="T60" fmla="*/ 163 w 854"/>
                <a:gd name="T61" fmla="*/ 281 h 853"/>
                <a:gd name="T62" fmla="*/ 310 w 854"/>
                <a:gd name="T63" fmla="*/ 301 h 853"/>
                <a:gd name="T64" fmla="*/ 310 w 854"/>
                <a:gd name="T65" fmla="*/ 0 h 853"/>
                <a:gd name="T66" fmla="*/ 738 w 854"/>
                <a:gd name="T67" fmla="*/ 0 h 853"/>
                <a:gd name="T68" fmla="*/ 707 w 854"/>
                <a:gd name="T69" fmla="*/ 108 h 853"/>
                <a:gd name="T70" fmla="*/ 888 w 854"/>
                <a:gd name="T71" fmla="*/ 217 h 853"/>
                <a:gd name="T72" fmla="*/ 1082 w 854"/>
                <a:gd name="T73" fmla="*/ 92 h 853"/>
                <a:gd name="T74" fmla="*/ 1042 w 854"/>
                <a:gd name="T75" fmla="*/ 0 h 853"/>
                <a:gd name="T76" fmla="*/ 1469 w 854"/>
                <a:gd name="T77" fmla="*/ 0 h 853"/>
                <a:gd name="T78" fmla="*/ 1469 w 854"/>
                <a:gd name="T79" fmla="*/ 832 h 85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54"/>
                <a:gd name="T121" fmla="*/ 0 h 853"/>
                <a:gd name="T122" fmla="*/ 854 w 854"/>
                <a:gd name="T123" fmla="*/ 853 h 85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54" h="853">
                  <a:moveTo>
                    <a:pt x="854" y="676"/>
                  </a:moveTo>
                  <a:lnTo>
                    <a:pt x="604" y="676"/>
                  </a:lnTo>
                  <a:lnTo>
                    <a:pt x="593" y="690"/>
                  </a:lnTo>
                  <a:lnTo>
                    <a:pt x="608" y="700"/>
                  </a:lnTo>
                  <a:lnTo>
                    <a:pt x="617" y="715"/>
                  </a:lnTo>
                  <a:lnTo>
                    <a:pt x="625" y="730"/>
                  </a:lnTo>
                  <a:lnTo>
                    <a:pt x="628" y="748"/>
                  </a:lnTo>
                  <a:lnTo>
                    <a:pt x="629" y="766"/>
                  </a:lnTo>
                  <a:lnTo>
                    <a:pt x="622" y="784"/>
                  </a:lnTo>
                  <a:lnTo>
                    <a:pt x="613" y="802"/>
                  </a:lnTo>
                  <a:lnTo>
                    <a:pt x="599" y="817"/>
                  </a:lnTo>
                  <a:lnTo>
                    <a:pt x="581" y="832"/>
                  </a:lnTo>
                  <a:lnTo>
                    <a:pt x="562" y="844"/>
                  </a:lnTo>
                  <a:lnTo>
                    <a:pt x="541" y="852"/>
                  </a:lnTo>
                  <a:lnTo>
                    <a:pt x="517" y="853"/>
                  </a:lnTo>
                  <a:lnTo>
                    <a:pt x="488" y="852"/>
                  </a:lnTo>
                  <a:lnTo>
                    <a:pt x="464" y="846"/>
                  </a:lnTo>
                  <a:lnTo>
                    <a:pt x="442" y="834"/>
                  </a:lnTo>
                  <a:lnTo>
                    <a:pt x="427" y="819"/>
                  </a:lnTo>
                  <a:lnTo>
                    <a:pt x="415" y="795"/>
                  </a:lnTo>
                  <a:lnTo>
                    <a:pt x="409" y="772"/>
                  </a:lnTo>
                  <a:lnTo>
                    <a:pt x="413" y="741"/>
                  </a:lnTo>
                  <a:lnTo>
                    <a:pt x="421" y="723"/>
                  </a:lnTo>
                  <a:lnTo>
                    <a:pt x="433" y="706"/>
                  </a:lnTo>
                  <a:lnTo>
                    <a:pt x="440" y="687"/>
                  </a:lnTo>
                  <a:lnTo>
                    <a:pt x="431" y="676"/>
                  </a:lnTo>
                  <a:lnTo>
                    <a:pt x="181" y="676"/>
                  </a:lnTo>
                  <a:lnTo>
                    <a:pt x="181" y="424"/>
                  </a:lnTo>
                  <a:cubicBezTo>
                    <a:pt x="169" y="386"/>
                    <a:pt x="159" y="446"/>
                    <a:pt x="108" y="449"/>
                  </a:cubicBezTo>
                  <a:cubicBezTo>
                    <a:pt x="57" y="451"/>
                    <a:pt x="0" y="400"/>
                    <a:pt x="1" y="332"/>
                  </a:cubicBezTo>
                  <a:cubicBezTo>
                    <a:pt x="3" y="265"/>
                    <a:pt x="44" y="231"/>
                    <a:pt x="94" y="229"/>
                  </a:cubicBezTo>
                  <a:cubicBezTo>
                    <a:pt x="144" y="226"/>
                    <a:pt x="165" y="284"/>
                    <a:pt x="181" y="245"/>
                  </a:cubicBezTo>
                  <a:lnTo>
                    <a:pt x="181" y="0"/>
                  </a:lnTo>
                  <a:lnTo>
                    <a:pt x="429" y="0"/>
                  </a:lnTo>
                  <a:cubicBezTo>
                    <a:pt x="467" y="15"/>
                    <a:pt x="409" y="32"/>
                    <a:pt x="411" y="88"/>
                  </a:cubicBezTo>
                  <a:cubicBezTo>
                    <a:pt x="412" y="144"/>
                    <a:pt x="453" y="177"/>
                    <a:pt x="516" y="177"/>
                  </a:cubicBezTo>
                  <a:cubicBezTo>
                    <a:pt x="578" y="176"/>
                    <a:pt x="629" y="131"/>
                    <a:pt x="629" y="75"/>
                  </a:cubicBezTo>
                  <a:cubicBezTo>
                    <a:pt x="629" y="19"/>
                    <a:pt x="571" y="12"/>
                    <a:pt x="606" y="0"/>
                  </a:cubicBezTo>
                  <a:lnTo>
                    <a:pt x="854" y="0"/>
                  </a:lnTo>
                  <a:lnTo>
                    <a:pt x="854" y="676"/>
                  </a:lnTo>
                  <a:close/>
                </a:path>
              </a:pathLst>
            </a:custGeom>
            <a:solidFill>
              <a:srgbClr val="C4D600"/>
            </a:solidFill>
            <a:ln w="19050">
              <a:solidFill>
                <a:schemeClr val="tx1"/>
              </a:solidFill>
              <a:round/>
              <a:headEnd/>
              <a:tailEnd/>
            </a:ln>
          </p:spPr>
          <p:txBody>
            <a:bodyPr wrap="none" lIns="72231" tIns="72231" rIns="72231" bIns="72231" anchor="ctr"/>
            <a:lstStyle/>
            <a:p>
              <a:pPr algn="ctr">
                <a:defRPr/>
              </a:pPr>
              <a:endParaRPr lang="en-US" sz="1138" dirty="0">
                <a:solidFill>
                  <a:schemeClr val="bg1"/>
                </a:solidFill>
              </a:endParaRPr>
            </a:p>
          </p:txBody>
        </p:sp>
        <p:sp>
          <p:nvSpPr>
            <p:cNvPr id="17" name="Freeform 16"/>
            <p:cNvSpPr>
              <a:spLocks/>
            </p:cNvSpPr>
            <p:nvPr/>
          </p:nvSpPr>
          <p:spPr bwMode="auto">
            <a:xfrm rot="5400000">
              <a:off x="4822" y="1342"/>
              <a:ext cx="897" cy="758"/>
            </a:xfrm>
            <a:custGeom>
              <a:avLst/>
              <a:gdLst>
                <a:gd name="T0" fmla="*/ 0 w 2312"/>
                <a:gd name="T1" fmla="*/ 0 h 1823"/>
                <a:gd name="T2" fmla="*/ 708 w 2312"/>
                <a:gd name="T3" fmla="*/ 0 h 1823"/>
                <a:gd name="T4" fmla="*/ 708 w 2312"/>
                <a:gd name="T5" fmla="*/ 284 h 1823"/>
                <a:gd name="T6" fmla="*/ 785 w 2312"/>
                <a:gd name="T7" fmla="*/ 256 h 1823"/>
                <a:gd name="T8" fmla="*/ 896 w 2312"/>
                <a:gd name="T9" fmla="*/ 390 h 1823"/>
                <a:gd name="T10" fmla="*/ 799 w 2312"/>
                <a:gd name="T11" fmla="*/ 509 h 1823"/>
                <a:gd name="T12" fmla="*/ 708 w 2312"/>
                <a:gd name="T13" fmla="*/ 490 h 1823"/>
                <a:gd name="T14" fmla="*/ 708 w 2312"/>
                <a:gd name="T15" fmla="*/ 771 h 1823"/>
                <a:gd name="T16" fmla="*/ 447 w 2312"/>
                <a:gd name="T17" fmla="*/ 771 h 1823"/>
                <a:gd name="T18" fmla="*/ 466 w 2312"/>
                <a:gd name="T19" fmla="*/ 670 h 1823"/>
                <a:gd name="T20" fmla="*/ 356 w 2312"/>
                <a:gd name="T21" fmla="*/ 568 h 1823"/>
                <a:gd name="T22" fmla="*/ 236 w 2312"/>
                <a:gd name="T23" fmla="*/ 685 h 1823"/>
                <a:gd name="T24" fmla="*/ 261 w 2312"/>
                <a:gd name="T25" fmla="*/ 771 h 1823"/>
                <a:gd name="T26" fmla="*/ 0 w 2312"/>
                <a:gd name="T27" fmla="*/ 771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rgbClr val="C4D600"/>
            </a:solidFill>
            <a:ln w="19050">
              <a:solidFill>
                <a:schemeClr val="tx1"/>
              </a:solidFill>
              <a:round/>
              <a:headEnd/>
              <a:tailEnd/>
            </a:ln>
          </p:spPr>
          <p:txBody>
            <a:bodyPr wrap="none" lIns="72231" tIns="72231" rIns="72231" bIns="72231" anchor="ctr"/>
            <a:lstStyle/>
            <a:p>
              <a:pPr algn="ctr">
                <a:defRPr/>
              </a:pPr>
              <a:endParaRPr lang="en-US" sz="1138" dirty="0">
                <a:solidFill>
                  <a:schemeClr val="bg1"/>
                </a:solidFill>
              </a:endParaRPr>
            </a:p>
          </p:txBody>
        </p:sp>
        <p:sp>
          <p:nvSpPr>
            <p:cNvPr id="18" name="Freeform 17"/>
            <p:cNvSpPr>
              <a:spLocks/>
            </p:cNvSpPr>
            <p:nvPr/>
          </p:nvSpPr>
          <p:spPr bwMode="auto">
            <a:xfrm flipH="1" flipV="1">
              <a:off x="4687" y="2692"/>
              <a:ext cx="962" cy="702"/>
            </a:xfrm>
            <a:custGeom>
              <a:avLst/>
              <a:gdLst>
                <a:gd name="T0" fmla="*/ 0 w 2312"/>
                <a:gd name="T1" fmla="*/ 0 h 1823"/>
                <a:gd name="T2" fmla="*/ 770 w 2312"/>
                <a:gd name="T3" fmla="*/ 0 h 1823"/>
                <a:gd name="T4" fmla="*/ 770 w 2312"/>
                <a:gd name="T5" fmla="*/ 261 h 1823"/>
                <a:gd name="T6" fmla="*/ 854 w 2312"/>
                <a:gd name="T7" fmla="*/ 236 h 1823"/>
                <a:gd name="T8" fmla="*/ 975 w 2312"/>
                <a:gd name="T9" fmla="*/ 358 h 1823"/>
                <a:gd name="T10" fmla="*/ 870 w 2312"/>
                <a:gd name="T11" fmla="*/ 468 h 1823"/>
                <a:gd name="T12" fmla="*/ 770 w 2312"/>
                <a:gd name="T13" fmla="*/ 451 h 1823"/>
                <a:gd name="T14" fmla="*/ 770 w 2312"/>
                <a:gd name="T15" fmla="*/ 709 h 1823"/>
                <a:gd name="T16" fmla="*/ 486 w 2312"/>
                <a:gd name="T17" fmla="*/ 709 h 1823"/>
                <a:gd name="T18" fmla="*/ 507 w 2312"/>
                <a:gd name="T19" fmla="*/ 616 h 1823"/>
                <a:gd name="T20" fmla="*/ 387 w 2312"/>
                <a:gd name="T21" fmla="*/ 523 h 1823"/>
                <a:gd name="T22" fmla="*/ 257 w 2312"/>
                <a:gd name="T23" fmla="*/ 630 h 1823"/>
                <a:gd name="T24" fmla="*/ 284 w 2312"/>
                <a:gd name="T25" fmla="*/ 709 h 1823"/>
                <a:gd name="T26" fmla="*/ 0 w 2312"/>
                <a:gd name="T27" fmla="*/ 709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rgbClr val="C4D600"/>
            </a:solidFill>
            <a:ln w="19050">
              <a:solidFill>
                <a:schemeClr val="tx1"/>
              </a:solidFill>
              <a:round/>
              <a:headEnd/>
              <a:tailEnd/>
            </a:ln>
          </p:spPr>
          <p:txBody>
            <a:bodyPr wrap="none" lIns="72231" tIns="72231" rIns="72231" bIns="72231" anchor="ctr"/>
            <a:lstStyle/>
            <a:p>
              <a:pPr algn="ctr">
                <a:defRPr/>
              </a:pPr>
              <a:endParaRPr lang="en-US" sz="1138" dirty="0">
                <a:solidFill>
                  <a:schemeClr val="bg1"/>
                </a:solidFill>
              </a:endParaRPr>
            </a:p>
          </p:txBody>
        </p:sp>
      </p:grpSp>
      <p:sp>
        <p:nvSpPr>
          <p:cNvPr id="3" name="Rectangle 2">
            <a:extLst>
              <a:ext uri="{FF2B5EF4-FFF2-40B4-BE49-F238E27FC236}">
                <a16:creationId xmlns:a16="http://schemas.microsoft.com/office/drawing/2014/main" id="{F15C3C78-CEB0-ED5C-C595-D0189B600701}"/>
              </a:ext>
            </a:extLst>
          </p:cNvPr>
          <p:cNvSpPr>
            <a:spLocks noChangeArrowheads="1"/>
          </p:cNvSpPr>
          <p:nvPr/>
        </p:nvSpPr>
        <p:spPr bwMode="auto">
          <a:xfrm>
            <a:off x="6716007" y="349944"/>
            <a:ext cx="2818384" cy="496275"/>
          </a:xfrm>
          <a:prstGeom prst="rect">
            <a:avLst/>
          </a:prstGeom>
          <a:solidFill>
            <a:schemeClr val="bg1"/>
          </a:solidFill>
          <a:ln w="6350" algn="ctr">
            <a:solidFill>
              <a:srgbClr val="00A3E0"/>
            </a:solidFill>
            <a:miter lim="800000"/>
            <a:headEnd/>
            <a:tailEnd/>
          </a:ln>
        </p:spPr>
        <p:txBody>
          <a:bodyPr tIns="91440" bIns="91440">
            <a:noAutofit/>
          </a:bodyPr>
          <a:lstStyle/>
          <a:p>
            <a:pPr>
              <a:defRPr/>
            </a:pPr>
            <a:r>
              <a:rPr lang="en-US" sz="1000" b="1" dirty="0">
                <a:latin typeface="Aptos" panose="020B0004020202020204" pitchFamily="34" charset="0"/>
                <a:ea typeface="ＭＳ Ｐゴシック" pitchFamily="50" charset="-128"/>
              </a:rPr>
              <a:t>Tip! </a:t>
            </a:r>
            <a:r>
              <a:rPr lang="en-US" sz="1000" dirty="0">
                <a:latin typeface="Aptos" panose="020B0004020202020204" pitchFamily="34" charset="0"/>
                <a:ea typeface="ＭＳ Ｐゴシック" pitchFamily="50" charset="-128"/>
              </a:rPr>
              <a:t>Hold the Shift key when resizing the pieces or group to retain the shape proportions</a:t>
            </a:r>
          </a:p>
        </p:txBody>
      </p:sp>
    </p:spTree>
    <p:extLst>
      <p:ext uri="{BB962C8B-B14F-4D97-AF65-F5344CB8AC3E}">
        <p14:creationId xmlns:p14="http://schemas.microsoft.com/office/powerpoint/2010/main" val="2097664932"/>
      </p:ext>
    </p:extLst>
  </p:cSld>
  <p:clrMapOvr>
    <a:masterClrMapping/>
  </p:clrMapOvr>
  <p:transition>
    <p:fade/>
  </p:transition>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lstStyle/>
          <a:p>
            <a:r>
              <a:rPr lang="en-US"/>
              <a:t>Rectangular</a:t>
            </a:r>
            <a:endParaRPr lang="en-US" dirty="0"/>
          </a:p>
        </p:txBody>
      </p:sp>
      <p:sp>
        <p:nvSpPr>
          <p:cNvPr id="697345" name="Title 1"/>
          <p:cNvSpPr>
            <a:spLocks noGrp="1"/>
          </p:cNvSpPr>
          <p:nvPr>
            <p:ph type="title"/>
          </p:nvPr>
        </p:nvSpPr>
        <p:spPr/>
        <p:txBody>
          <a:bodyPr/>
          <a:lstStyle/>
          <a:p>
            <a:r>
              <a:rPr lang="en-US"/>
              <a:t>Puzzles</a:t>
            </a:r>
            <a:endParaRPr lang="en-US" dirty="0"/>
          </a:p>
        </p:txBody>
      </p:sp>
      <p:grpSp>
        <p:nvGrpSpPr>
          <p:cNvPr id="4" name="Group 3">
            <a:extLst>
              <a:ext uri="{FF2B5EF4-FFF2-40B4-BE49-F238E27FC236}">
                <a16:creationId xmlns:a16="http://schemas.microsoft.com/office/drawing/2014/main" id="{FBC26521-51DD-4166-AEB3-76D4E56CCF39}"/>
              </a:ext>
            </a:extLst>
          </p:cNvPr>
          <p:cNvGrpSpPr/>
          <p:nvPr/>
        </p:nvGrpSpPr>
        <p:grpSpPr>
          <a:xfrm>
            <a:off x="2037771" y="2342511"/>
            <a:ext cx="5830465" cy="2324740"/>
            <a:chOff x="2508021" y="1583782"/>
            <a:chExt cx="7175957" cy="2861219"/>
          </a:xfrm>
        </p:grpSpPr>
        <p:sp>
          <p:nvSpPr>
            <p:cNvPr id="25" name="Freeform 9"/>
            <p:cNvSpPr>
              <a:spLocks/>
            </p:cNvSpPr>
            <p:nvPr/>
          </p:nvSpPr>
          <p:spPr bwMode="auto">
            <a:xfrm>
              <a:off x="8245741" y="1583782"/>
              <a:ext cx="1438237" cy="1810944"/>
            </a:xfrm>
            <a:custGeom>
              <a:avLst/>
              <a:gdLst>
                <a:gd name="T0" fmla="*/ 0 w 769"/>
                <a:gd name="T1" fmla="*/ 0 h 968"/>
                <a:gd name="T2" fmla="*/ 940 w 769"/>
                <a:gd name="T3" fmla="*/ 0 h 968"/>
                <a:gd name="T4" fmla="*/ 940 w 769"/>
                <a:gd name="T5" fmla="*/ 798 h 968"/>
                <a:gd name="T6" fmla="*/ 589 w 769"/>
                <a:gd name="T7" fmla="*/ 796 h 968"/>
                <a:gd name="T8" fmla="*/ 622 w 769"/>
                <a:gd name="T9" fmla="*/ 896 h 968"/>
                <a:gd name="T10" fmla="*/ 480 w 769"/>
                <a:gd name="T11" fmla="*/ 1008 h 968"/>
                <a:gd name="T12" fmla="*/ 306 w 769"/>
                <a:gd name="T13" fmla="*/ 902 h 968"/>
                <a:gd name="T14" fmla="*/ 339 w 769"/>
                <a:gd name="T15" fmla="*/ 794 h 968"/>
                <a:gd name="T16" fmla="*/ 0 w 769"/>
                <a:gd name="T17" fmla="*/ 798 h 968"/>
                <a:gd name="T18" fmla="*/ 0 w 769"/>
                <a:gd name="T19" fmla="*/ 0 h 9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9"/>
                <a:gd name="T31" fmla="*/ 0 h 968"/>
                <a:gd name="T32" fmla="*/ 769 w 769"/>
                <a:gd name="T33" fmla="*/ 968 h 9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9" h="968">
                  <a:moveTo>
                    <a:pt x="0" y="0"/>
                  </a:moveTo>
                  <a:lnTo>
                    <a:pt x="769" y="0"/>
                  </a:lnTo>
                  <a:lnTo>
                    <a:pt x="769" y="766"/>
                  </a:lnTo>
                  <a:lnTo>
                    <a:pt x="482" y="764"/>
                  </a:lnTo>
                  <a:cubicBezTo>
                    <a:pt x="439" y="780"/>
                    <a:pt x="510" y="813"/>
                    <a:pt x="509" y="860"/>
                  </a:cubicBezTo>
                  <a:cubicBezTo>
                    <a:pt x="508" y="907"/>
                    <a:pt x="464" y="967"/>
                    <a:pt x="393" y="968"/>
                  </a:cubicBezTo>
                  <a:cubicBezTo>
                    <a:pt x="321" y="968"/>
                    <a:pt x="251" y="932"/>
                    <a:pt x="251" y="866"/>
                  </a:cubicBezTo>
                  <a:cubicBezTo>
                    <a:pt x="251" y="800"/>
                    <a:pt x="320" y="779"/>
                    <a:pt x="278" y="762"/>
                  </a:cubicBezTo>
                  <a:lnTo>
                    <a:pt x="0" y="766"/>
                  </a:lnTo>
                  <a:lnTo>
                    <a:pt x="0" y="0"/>
                  </a:lnTo>
                  <a:close/>
                </a:path>
              </a:pathLst>
            </a:custGeom>
            <a:solidFill>
              <a:srgbClr val="62B5E5"/>
            </a:solidFill>
            <a:ln w="19050">
              <a:solidFill>
                <a:schemeClr val="bg1"/>
              </a:solidFill>
              <a:round/>
              <a:headEnd/>
              <a:tailEnd/>
            </a:ln>
          </p:spPr>
          <p:txBody>
            <a:bodyPr wrap="none" lIns="0" tIns="0" rIns="0" bIns="0" anchor="ctr"/>
            <a:lstStyle/>
            <a:p>
              <a:pPr eaLnBrk="1" hangingPunct="1">
                <a:spcBef>
                  <a:spcPct val="20000"/>
                </a:spcBef>
              </a:pPr>
              <a:endParaRPr lang="en-GB" sz="894" b="1" dirty="0">
                <a:solidFill>
                  <a:srgbClr val="002776"/>
                </a:solidFill>
                <a:cs typeface="Arial" pitchFamily="34" charset="0"/>
              </a:endParaRPr>
            </a:p>
          </p:txBody>
        </p:sp>
        <p:sp>
          <p:nvSpPr>
            <p:cNvPr id="26" name="Freeform 25"/>
            <p:cNvSpPr>
              <a:spLocks/>
            </p:cNvSpPr>
            <p:nvPr/>
          </p:nvSpPr>
          <p:spPr bwMode="auto">
            <a:xfrm>
              <a:off x="8245741" y="3011642"/>
              <a:ext cx="1438237" cy="1433359"/>
            </a:xfrm>
            <a:custGeom>
              <a:avLst/>
              <a:gdLst>
                <a:gd name="T0" fmla="*/ 0 w 769"/>
                <a:gd name="T1" fmla="*/ 832 h 766"/>
                <a:gd name="T2" fmla="*/ 1148 w 769"/>
                <a:gd name="T3" fmla="*/ 832 h 766"/>
                <a:gd name="T4" fmla="*/ 1148 w 769"/>
                <a:gd name="T5" fmla="*/ 0 h 766"/>
                <a:gd name="T6" fmla="*/ 726 w 769"/>
                <a:gd name="T7" fmla="*/ 0 h 766"/>
                <a:gd name="T8" fmla="*/ 756 w 769"/>
                <a:gd name="T9" fmla="*/ 108 h 766"/>
                <a:gd name="T10" fmla="*/ 578 w 769"/>
                <a:gd name="T11" fmla="*/ 217 h 766"/>
                <a:gd name="T12" fmla="*/ 384 w 769"/>
                <a:gd name="T13" fmla="*/ 93 h 766"/>
                <a:gd name="T14" fmla="*/ 422 w 769"/>
                <a:gd name="T15" fmla="*/ 0 h 766"/>
                <a:gd name="T16" fmla="*/ 0 w 769"/>
                <a:gd name="T17" fmla="*/ 0 h 766"/>
                <a:gd name="T18" fmla="*/ 0 w 769"/>
                <a:gd name="T19" fmla="*/ 832 h 7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9"/>
                <a:gd name="T31" fmla="*/ 0 h 766"/>
                <a:gd name="T32" fmla="*/ 769 w 769"/>
                <a:gd name="T33" fmla="*/ 766 h 7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9" h="766">
                  <a:moveTo>
                    <a:pt x="0" y="766"/>
                  </a:moveTo>
                  <a:lnTo>
                    <a:pt x="769" y="766"/>
                  </a:lnTo>
                  <a:lnTo>
                    <a:pt x="769" y="0"/>
                  </a:lnTo>
                  <a:lnTo>
                    <a:pt x="486" y="0"/>
                  </a:lnTo>
                  <a:cubicBezTo>
                    <a:pt x="442" y="17"/>
                    <a:pt x="508" y="37"/>
                    <a:pt x="507" y="100"/>
                  </a:cubicBezTo>
                  <a:cubicBezTo>
                    <a:pt x="505" y="164"/>
                    <a:pt x="458" y="202"/>
                    <a:pt x="387" y="201"/>
                  </a:cubicBezTo>
                  <a:cubicBezTo>
                    <a:pt x="315" y="201"/>
                    <a:pt x="257" y="149"/>
                    <a:pt x="257" y="85"/>
                  </a:cubicBezTo>
                  <a:cubicBezTo>
                    <a:pt x="257" y="21"/>
                    <a:pt x="324" y="13"/>
                    <a:pt x="283" y="0"/>
                  </a:cubicBezTo>
                  <a:lnTo>
                    <a:pt x="0" y="0"/>
                  </a:lnTo>
                  <a:lnTo>
                    <a:pt x="0" y="766"/>
                  </a:lnTo>
                  <a:close/>
                </a:path>
              </a:pathLst>
            </a:custGeom>
            <a:solidFill>
              <a:schemeClr val="bg2"/>
            </a:solidFill>
            <a:ln w="19050">
              <a:solidFill>
                <a:schemeClr val="bg1"/>
              </a:solidFill>
              <a:round/>
              <a:headEnd/>
              <a:tailEnd/>
            </a:ln>
          </p:spPr>
          <p:txBody>
            <a:bodyPr wrap="none" lIns="0" tIns="0" rIns="0" bIns="0" anchor="ctr"/>
            <a:lstStyle/>
            <a:p>
              <a:pPr eaLnBrk="1" hangingPunct="1">
                <a:spcBef>
                  <a:spcPct val="20000"/>
                </a:spcBef>
                <a:defRPr/>
              </a:pPr>
              <a:endParaRPr lang="en-GB" sz="894" b="1" dirty="0">
                <a:solidFill>
                  <a:srgbClr val="002776"/>
                </a:solidFill>
                <a:cs typeface="Arial" pitchFamily="34" charset="0"/>
              </a:endParaRPr>
            </a:p>
          </p:txBody>
        </p:sp>
        <p:sp>
          <p:nvSpPr>
            <p:cNvPr id="27" name="Freeform 26"/>
            <p:cNvSpPr>
              <a:spLocks/>
            </p:cNvSpPr>
            <p:nvPr/>
          </p:nvSpPr>
          <p:spPr bwMode="auto">
            <a:xfrm>
              <a:off x="6812581" y="1583782"/>
              <a:ext cx="1825715" cy="1810944"/>
            </a:xfrm>
            <a:custGeom>
              <a:avLst/>
              <a:gdLst>
                <a:gd name="T0" fmla="*/ 0 w 976"/>
                <a:gd name="T1" fmla="*/ 0 h 968"/>
                <a:gd name="T2" fmla="*/ 1149 w 976"/>
                <a:gd name="T3" fmla="*/ 0 h 968"/>
                <a:gd name="T4" fmla="*/ 1149 w 976"/>
                <a:gd name="T5" fmla="*/ 306 h 968"/>
                <a:gd name="T6" fmla="*/ 1275 w 976"/>
                <a:gd name="T7" fmla="*/ 276 h 968"/>
                <a:gd name="T8" fmla="*/ 1456 w 976"/>
                <a:gd name="T9" fmla="*/ 419 h 968"/>
                <a:gd name="T10" fmla="*/ 1298 w 976"/>
                <a:gd name="T11" fmla="*/ 548 h 968"/>
                <a:gd name="T12" fmla="*/ 1149 w 976"/>
                <a:gd name="T13" fmla="*/ 528 h 968"/>
                <a:gd name="T14" fmla="*/ 1149 w 976"/>
                <a:gd name="T15" fmla="*/ 831 h 968"/>
                <a:gd name="T16" fmla="*/ 720 w 976"/>
                <a:gd name="T17" fmla="*/ 829 h 968"/>
                <a:gd name="T18" fmla="*/ 761 w 976"/>
                <a:gd name="T19" fmla="*/ 934 h 968"/>
                <a:gd name="T20" fmla="*/ 587 w 976"/>
                <a:gd name="T21" fmla="*/ 1050 h 968"/>
                <a:gd name="T22" fmla="*/ 374 w 976"/>
                <a:gd name="T23" fmla="*/ 940 h 968"/>
                <a:gd name="T24" fmla="*/ 415 w 976"/>
                <a:gd name="T25" fmla="*/ 827 h 968"/>
                <a:gd name="T26" fmla="*/ 0 w 976"/>
                <a:gd name="T27" fmla="*/ 831 h 968"/>
                <a:gd name="T28" fmla="*/ 0 w 976"/>
                <a:gd name="T29" fmla="*/ 0 h 9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76"/>
                <a:gd name="T46" fmla="*/ 0 h 968"/>
                <a:gd name="T47" fmla="*/ 976 w 976"/>
                <a:gd name="T48" fmla="*/ 968 h 9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76" h="968">
                  <a:moveTo>
                    <a:pt x="0" y="0"/>
                  </a:moveTo>
                  <a:lnTo>
                    <a:pt x="769" y="0"/>
                  </a:lnTo>
                  <a:lnTo>
                    <a:pt x="769" y="282"/>
                  </a:lnTo>
                  <a:cubicBezTo>
                    <a:pt x="783" y="324"/>
                    <a:pt x="794" y="257"/>
                    <a:pt x="853" y="255"/>
                  </a:cubicBezTo>
                  <a:cubicBezTo>
                    <a:pt x="911" y="252"/>
                    <a:pt x="976" y="310"/>
                    <a:pt x="974" y="387"/>
                  </a:cubicBezTo>
                  <a:cubicBezTo>
                    <a:pt x="973" y="464"/>
                    <a:pt x="926" y="502"/>
                    <a:pt x="869" y="505"/>
                  </a:cubicBezTo>
                  <a:cubicBezTo>
                    <a:pt x="811" y="509"/>
                    <a:pt x="787" y="442"/>
                    <a:pt x="769" y="487"/>
                  </a:cubicBezTo>
                  <a:lnTo>
                    <a:pt x="769" y="766"/>
                  </a:lnTo>
                  <a:lnTo>
                    <a:pt x="482" y="764"/>
                  </a:lnTo>
                  <a:cubicBezTo>
                    <a:pt x="439" y="780"/>
                    <a:pt x="510" y="813"/>
                    <a:pt x="509" y="860"/>
                  </a:cubicBezTo>
                  <a:cubicBezTo>
                    <a:pt x="508" y="907"/>
                    <a:pt x="464" y="967"/>
                    <a:pt x="393" y="968"/>
                  </a:cubicBezTo>
                  <a:cubicBezTo>
                    <a:pt x="321" y="968"/>
                    <a:pt x="251" y="932"/>
                    <a:pt x="251" y="866"/>
                  </a:cubicBezTo>
                  <a:cubicBezTo>
                    <a:pt x="251" y="800"/>
                    <a:pt x="320" y="779"/>
                    <a:pt x="278" y="762"/>
                  </a:cubicBezTo>
                  <a:lnTo>
                    <a:pt x="0" y="766"/>
                  </a:lnTo>
                  <a:lnTo>
                    <a:pt x="0" y="0"/>
                  </a:lnTo>
                  <a:close/>
                </a:path>
              </a:pathLst>
            </a:custGeom>
            <a:solidFill>
              <a:schemeClr val="accent3"/>
            </a:solidFill>
            <a:ln w="19050">
              <a:solidFill>
                <a:schemeClr val="bg1"/>
              </a:solidFill>
              <a:round/>
              <a:headEnd/>
              <a:tailEnd/>
            </a:ln>
          </p:spPr>
          <p:txBody>
            <a:bodyPr wrap="none" lIns="0" tIns="0" rIns="0" bIns="0" anchor="ctr"/>
            <a:lstStyle/>
            <a:p>
              <a:pPr eaLnBrk="1" hangingPunct="1">
                <a:spcBef>
                  <a:spcPct val="20000"/>
                </a:spcBef>
                <a:defRPr/>
              </a:pPr>
              <a:endParaRPr lang="en-GB" sz="894" b="1" dirty="0">
                <a:solidFill>
                  <a:srgbClr val="002776"/>
                </a:solidFill>
                <a:cs typeface="Arial" pitchFamily="34" charset="0"/>
              </a:endParaRPr>
            </a:p>
          </p:txBody>
        </p:sp>
        <p:sp>
          <p:nvSpPr>
            <p:cNvPr id="28" name="Freeform 12"/>
            <p:cNvSpPr>
              <a:spLocks/>
            </p:cNvSpPr>
            <p:nvPr/>
          </p:nvSpPr>
          <p:spPr bwMode="auto">
            <a:xfrm flipV="1">
              <a:off x="6810889" y="3011642"/>
              <a:ext cx="1825715" cy="1433359"/>
            </a:xfrm>
            <a:custGeom>
              <a:avLst/>
              <a:gdLst>
                <a:gd name="T0" fmla="*/ 0 w 2312"/>
                <a:gd name="T1" fmla="*/ 0 h 1823"/>
                <a:gd name="T2" fmla="*/ 397 w 2312"/>
                <a:gd name="T3" fmla="*/ 0 h 1823"/>
                <a:gd name="T4" fmla="*/ 397 w 2312"/>
                <a:gd name="T5" fmla="*/ 124 h 1823"/>
                <a:gd name="T6" fmla="*/ 440 w 2312"/>
                <a:gd name="T7" fmla="*/ 112 h 1823"/>
                <a:gd name="T8" fmla="*/ 503 w 2312"/>
                <a:gd name="T9" fmla="*/ 169 h 1823"/>
                <a:gd name="T10" fmla="*/ 448 w 2312"/>
                <a:gd name="T11" fmla="*/ 221 h 1823"/>
                <a:gd name="T12" fmla="*/ 397 w 2312"/>
                <a:gd name="T13" fmla="*/ 213 h 1823"/>
                <a:gd name="T14" fmla="*/ 397 w 2312"/>
                <a:gd name="T15" fmla="*/ 335 h 1823"/>
                <a:gd name="T16" fmla="*/ 251 w 2312"/>
                <a:gd name="T17" fmla="*/ 335 h 1823"/>
                <a:gd name="T18" fmla="*/ 261 w 2312"/>
                <a:gd name="T19" fmla="*/ 291 h 1823"/>
                <a:gd name="T20" fmla="*/ 199 w 2312"/>
                <a:gd name="T21" fmla="*/ 248 h 1823"/>
                <a:gd name="T22" fmla="*/ 133 w 2312"/>
                <a:gd name="T23" fmla="*/ 298 h 1823"/>
                <a:gd name="T24" fmla="*/ 146 w 2312"/>
                <a:gd name="T25" fmla="*/ 335 h 1823"/>
                <a:gd name="T26" fmla="*/ 0 w 2312"/>
                <a:gd name="T27" fmla="*/ 335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chemeClr val="accent5"/>
            </a:solidFill>
            <a:ln w="19050">
              <a:solidFill>
                <a:schemeClr val="bg1"/>
              </a:solidFill>
              <a:round/>
              <a:headEnd/>
              <a:tailEnd/>
            </a:ln>
          </p:spPr>
          <p:txBody>
            <a:bodyPr wrap="none" lIns="0" tIns="0" rIns="0" bIns="0" anchor="ctr"/>
            <a:lstStyle/>
            <a:p>
              <a:pPr eaLnBrk="1" hangingPunct="1">
                <a:spcBef>
                  <a:spcPct val="20000"/>
                </a:spcBef>
              </a:pPr>
              <a:endParaRPr lang="en-GB" sz="894" b="1" dirty="0">
                <a:solidFill>
                  <a:srgbClr val="002776"/>
                </a:solidFill>
                <a:cs typeface="Arial" pitchFamily="34" charset="0"/>
              </a:endParaRPr>
            </a:p>
          </p:txBody>
        </p:sp>
        <p:sp>
          <p:nvSpPr>
            <p:cNvPr id="29" name="Freeform 13"/>
            <p:cNvSpPr>
              <a:spLocks/>
            </p:cNvSpPr>
            <p:nvPr/>
          </p:nvSpPr>
          <p:spPr bwMode="auto">
            <a:xfrm>
              <a:off x="5377726" y="1583782"/>
              <a:ext cx="1824023" cy="1810944"/>
            </a:xfrm>
            <a:custGeom>
              <a:avLst/>
              <a:gdLst>
                <a:gd name="T0" fmla="*/ 0 w 976"/>
                <a:gd name="T1" fmla="*/ 0 h 968"/>
                <a:gd name="T2" fmla="*/ 938 w 976"/>
                <a:gd name="T3" fmla="*/ 0 h 968"/>
                <a:gd name="T4" fmla="*/ 938 w 976"/>
                <a:gd name="T5" fmla="*/ 294 h 968"/>
                <a:gd name="T6" fmla="*/ 1040 w 976"/>
                <a:gd name="T7" fmla="*/ 265 h 968"/>
                <a:gd name="T8" fmla="*/ 1188 w 976"/>
                <a:gd name="T9" fmla="*/ 403 h 968"/>
                <a:gd name="T10" fmla="*/ 1060 w 976"/>
                <a:gd name="T11" fmla="*/ 526 h 968"/>
                <a:gd name="T12" fmla="*/ 938 w 976"/>
                <a:gd name="T13" fmla="*/ 507 h 968"/>
                <a:gd name="T14" fmla="*/ 938 w 976"/>
                <a:gd name="T15" fmla="*/ 798 h 968"/>
                <a:gd name="T16" fmla="*/ 588 w 976"/>
                <a:gd name="T17" fmla="*/ 796 h 968"/>
                <a:gd name="T18" fmla="*/ 621 w 976"/>
                <a:gd name="T19" fmla="*/ 896 h 968"/>
                <a:gd name="T20" fmla="*/ 479 w 976"/>
                <a:gd name="T21" fmla="*/ 1008 h 968"/>
                <a:gd name="T22" fmla="*/ 306 w 976"/>
                <a:gd name="T23" fmla="*/ 902 h 968"/>
                <a:gd name="T24" fmla="*/ 339 w 976"/>
                <a:gd name="T25" fmla="*/ 794 h 968"/>
                <a:gd name="T26" fmla="*/ 0 w 976"/>
                <a:gd name="T27" fmla="*/ 798 h 968"/>
                <a:gd name="T28" fmla="*/ 0 w 976"/>
                <a:gd name="T29" fmla="*/ 0 h 9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76"/>
                <a:gd name="T46" fmla="*/ 0 h 968"/>
                <a:gd name="T47" fmla="*/ 976 w 976"/>
                <a:gd name="T48" fmla="*/ 968 h 9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76" h="968">
                  <a:moveTo>
                    <a:pt x="0" y="0"/>
                  </a:moveTo>
                  <a:lnTo>
                    <a:pt x="769" y="0"/>
                  </a:lnTo>
                  <a:lnTo>
                    <a:pt x="769" y="282"/>
                  </a:lnTo>
                  <a:cubicBezTo>
                    <a:pt x="783" y="324"/>
                    <a:pt x="794" y="257"/>
                    <a:pt x="853" y="255"/>
                  </a:cubicBezTo>
                  <a:cubicBezTo>
                    <a:pt x="911" y="252"/>
                    <a:pt x="976" y="310"/>
                    <a:pt x="974" y="387"/>
                  </a:cubicBezTo>
                  <a:cubicBezTo>
                    <a:pt x="973" y="464"/>
                    <a:pt x="926" y="502"/>
                    <a:pt x="869" y="505"/>
                  </a:cubicBezTo>
                  <a:cubicBezTo>
                    <a:pt x="811" y="509"/>
                    <a:pt x="787" y="442"/>
                    <a:pt x="769" y="487"/>
                  </a:cubicBezTo>
                  <a:lnTo>
                    <a:pt x="769" y="766"/>
                  </a:lnTo>
                  <a:lnTo>
                    <a:pt x="482" y="764"/>
                  </a:lnTo>
                  <a:cubicBezTo>
                    <a:pt x="439" y="780"/>
                    <a:pt x="510" y="813"/>
                    <a:pt x="509" y="860"/>
                  </a:cubicBezTo>
                  <a:cubicBezTo>
                    <a:pt x="508" y="907"/>
                    <a:pt x="464" y="967"/>
                    <a:pt x="393" y="968"/>
                  </a:cubicBezTo>
                  <a:cubicBezTo>
                    <a:pt x="321" y="968"/>
                    <a:pt x="251" y="932"/>
                    <a:pt x="251" y="866"/>
                  </a:cubicBezTo>
                  <a:cubicBezTo>
                    <a:pt x="251" y="800"/>
                    <a:pt x="320" y="779"/>
                    <a:pt x="278" y="762"/>
                  </a:cubicBezTo>
                  <a:lnTo>
                    <a:pt x="0" y="766"/>
                  </a:lnTo>
                  <a:lnTo>
                    <a:pt x="0" y="0"/>
                  </a:lnTo>
                  <a:close/>
                </a:path>
              </a:pathLst>
            </a:custGeom>
            <a:solidFill>
              <a:schemeClr val="accent2"/>
            </a:solidFill>
            <a:ln w="19050">
              <a:solidFill>
                <a:schemeClr val="bg1"/>
              </a:solidFill>
              <a:round/>
              <a:headEnd/>
              <a:tailEnd/>
            </a:ln>
          </p:spPr>
          <p:txBody>
            <a:bodyPr wrap="none" lIns="0" tIns="0" rIns="0" bIns="0" anchor="ctr"/>
            <a:lstStyle/>
            <a:p>
              <a:pPr eaLnBrk="1" hangingPunct="1">
                <a:spcBef>
                  <a:spcPct val="20000"/>
                </a:spcBef>
              </a:pPr>
              <a:endParaRPr lang="en-GB" sz="894" b="1" dirty="0">
                <a:solidFill>
                  <a:srgbClr val="002776"/>
                </a:solidFill>
                <a:cs typeface="Arial" pitchFamily="34" charset="0"/>
              </a:endParaRPr>
            </a:p>
          </p:txBody>
        </p:sp>
        <p:sp>
          <p:nvSpPr>
            <p:cNvPr id="30" name="Freeform 29"/>
            <p:cNvSpPr>
              <a:spLocks/>
            </p:cNvSpPr>
            <p:nvPr/>
          </p:nvSpPr>
          <p:spPr bwMode="auto">
            <a:xfrm flipV="1">
              <a:off x="5377726" y="3011642"/>
              <a:ext cx="1824023" cy="1433359"/>
            </a:xfrm>
            <a:custGeom>
              <a:avLst/>
              <a:gdLst>
                <a:gd name="T0" fmla="*/ 0 w 2312"/>
                <a:gd name="T1" fmla="*/ 0 h 1823"/>
                <a:gd name="T2" fmla="*/ 86 w 2312"/>
                <a:gd name="T3" fmla="*/ 0 h 1823"/>
                <a:gd name="T4" fmla="*/ 86 w 2312"/>
                <a:gd name="T5" fmla="*/ 23 h 1823"/>
                <a:gd name="T6" fmla="*/ 96 w 2312"/>
                <a:gd name="T7" fmla="*/ 21 h 1823"/>
                <a:gd name="T8" fmla="*/ 109 w 2312"/>
                <a:gd name="T9" fmla="*/ 31 h 1823"/>
                <a:gd name="T10" fmla="*/ 97 w 2312"/>
                <a:gd name="T11" fmla="*/ 41 h 1823"/>
                <a:gd name="T12" fmla="*/ 86 w 2312"/>
                <a:gd name="T13" fmla="*/ 39 h 1823"/>
                <a:gd name="T14" fmla="*/ 86 w 2312"/>
                <a:gd name="T15" fmla="*/ 62 h 1823"/>
                <a:gd name="T16" fmla="*/ 55 w 2312"/>
                <a:gd name="T17" fmla="*/ 62 h 1823"/>
                <a:gd name="T18" fmla="*/ 57 w 2312"/>
                <a:gd name="T19" fmla="*/ 54 h 1823"/>
                <a:gd name="T20" fmla="*/ 43 w 2312"/>
                <a:gd name="T21" fmla="*/ 45 h 1823"/>
                <a:gd name="T22" fmla="*/ 29 w 2312"/>
                <a:gd name="T23" fmla="*/ 55 h 1823"/>
                <a:gd name="T24" fmla="*/ 32 w 2312"/>
                <a:gd name="T25" fmla="*/ 62 h 1823"/>
                <a:gd name="T26" fmla="*/ 0 w 2312"/>
                <a:gd name="T27" fmla="*/ 62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rgbClr val="6FC2B4"/>
            </a:solidFill>
            <a:ln w="19050">
              <a:solidFill>
                <a:schemeClr val="bg1"/>
              </a:solidFill>
              <a:round/>
              <a:headEnd/>
              <a:tailEnd/>
            </a:ln>
          </p:spPr>
          <p:txBody>
            <a:bodyPr wrap="none" lIns="0" tIns="0" rIns="0" bIns="0" anchor="ctr"/>
            <a:lstStyle/>
            <a:p>
              <a:pPr eaLnBrk="1" hangingPunct="1">
                <a:spcBef>
                  <a:spcPct val="20000"/>
                </a:spcBef>
                <a:defRPr/>
              </a:pPr>
              <a:endParaRPr lang="en-GB" sz="894" b="1" dirty="0">
                <a:solidFill>
                  <a:srgbClr val="002776"/>
                </a:solidFill>
                <a:cs typeface="Arial" pitchFamily="34" charset="0"/>
              </a:endParaRPr>
            </a:p>
          </p:txBody>
        </p:sp>
        <p:sp>
          <p:nvSpPr>
            <p:cNvPr id="31" name="Freeform 30"/>
            <p:cNvSpPr>
              <a:spLocks/>
            </p:cNvSpPr>
            <p:nvPr/>
          </p:nvSpPr>
          <p:spPr bwMode="auto">
            <a:xfrm>
              <a:off x="3942875" y="1583782"/>
              <a:ext cx="1825715" cy="1810944"/>
            </a:xfrm>
            <a:custGeom>
              <a:avLst/>
              <a:gdLst>
                <a:gd name="T0" fmla="*/ 0 w 976"/>
                <a:gd name="T1" fmla="*/ 0 h 968"/>
                <a:gd name="T2" fmla="*/ 1149 w 976"/>
                <a:gd name="T3" fmla="*/ 0 h 968"/>
                <a:gd name="T4" fmla="*/ 1149 w 976"/>
                <a:gd name="T5" fmla="*/ 306 h 968"/>
                <a:gd name="T6" fmla="*/ 1275 w 976"/>
                <a:gd name="T7" fmla="*/ 276 h 968"/>
                <a:gd name="T8" fmla="*/ 1456 w 976"/>
                <a:gd name="T9" fmla="*/ 419 h 968"/>
                <a:gd name="T10" fmla="*/ 1298 w 976"/>
                <a:gd name="T11" fmla="*/ 548 h 968"/>
                <a:gd name="T12" fmla="*/ 1149 w 976"/>
                <a:gd name="T13" fmla="*/ 528 h 968"/>
                <a:gd name="T14" fmla="*/ 1149 w 976"/>
                <a:gd name="T15" fmla="*/ 831 h 968"/>
                <a:gd name="T16" fmla="*/ 720 w 976"/>
                <a:gd name="T17" fmla="*/ 829 h 968"/>
                <a:gd name="T18" fmla="*/ 761 w 976"/>
                <a:gd name="T19" fmla="*/ 934 h 968"/>
                <a:gd name="T20" fmla="*/ 587 w 976"/>
                <a:gd name="T21" fmla="*/ 1050 h 968"/>
                <a:gd name="T22" fmla="*/ 374 w 976"/>
                <a:gd name="T23" fmla="*/ 940 h 968"/>
                <a:gd name="T24" fmla="*/ 415 w 976"/>
                <a:gd name="T25" fmla="*/ 827 h 968"/>
                <a:gd name="T26" fmla="*/ 0 w 976"/>
                <a:gd name="T27" fmla="*/ 831 h 968"/>
                <a:gd name="T28" fmla="*/ 0 w 976"/>
                <a:gd name="T29" fmla="*/ 0 h 9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76"/>
                <a:gd name="T46" fmla="*/ 0 h 968"/>
                <a:gd name="T47" fmla="*/ 976 w 976"/>
                <a:gd name="T48" fmla="*/ 968 h 9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76" h="968">
                  <a:moveTo>
                    <a:pt x="0" y="0"/>
                  </a:moveTo>
                  <a:lnTo>
                    <a:pt x="769" y="0"/>
                  </a:lnTo>
                  <a:lnTo>
                    <a:pt x="769" y="282"/>
                  </a:lnTo>
                  <a:cubicBezTo>
                    <a:pt x="783" y="324"/>
                    <a:pt x="794" y="257"/>
                    <a:pt x="853" y="255"/>
                  </a:cubicBezTo>
                  <a:cubicBezTo>
                    <a:pt x="911" y="252"/>
                    <a:pt x="976" y="310"/>
                    <a:pt x="974" y="387"/>
                  </a:cubicBezTo>
                  <a:cubicBezTo>
                    <a:pt x="973" y="464"/>
                    <a:pt x="926" y="502"/>
                    <a:pt x="869" y="505"/>
                  </a:cubicBezTo>
                  <a:cubicBezTo>
                    <a:pt x="811" y="509"/>
                    <a:pt x="787" y="442"/>
                    <a:pt x="769" y="487"/>
                  </a:cubicBezTo>
                  <a:lnTo>
                    <a:pt x="769" y="766"/>
                  </a:lnTo>
                  <a:lnTo>
                    <a:pt x="482" y="764"/>
                  </a:lnTo>
                  <a:cubicBezTo>
                    <a:pt x="439" y="780"/>
                    <a:pt x="510" y="813"/>
                    <a:pt x="509" y="860"/>
                  </a:cubicBezTo>
                  <a:cubicBezTo>
                    <a:pt x="508" y="907"/>
                    <a:pt x="464" y="967"/>
                    <a:pt x="393" y="968"/>
                  </a:cubicBezTo>
                  <a:cubicBezTo>
                    <a:pt x="321" y="968"/>
                    <a:pt x="251" y="932"/>
                    <a:pt x="251" y="866"/>
                  </a:cubicBezTo>
                  <a:cubicBezTo>
                    <a:pt x="251" y="800"/>
                    <a:pt x="320" y="779"/>
                    <a:pt x="278" y="762"/>
                  </a:cubicBezTo>
                  <a:lnTo>
                    <a:pt x="0" y="766"/>
                  </a:lnTo>
                  <a:lnTo>
                    <a:pt x="0" y="0"/>
                  </a:lnTo>
                  <a:close/>
                </a:path>
              </a:pathLst>
            </a:custGeom>
            <a:solidFill>
              <a:srgbClr val="00ABAB"/>
            </a:solidFill>
            <a:ln w="19050">
              <a:solidFill>
                <a:schemeClr val="bg1"/>
              </a:solidFill>
              <a:round/>
              <a:headEnd/>
              <a:tailEnd/>
            </a:ln>
          </p:spPr>
          <p:txBody>
            <a:bodyPr wrap="none" lIns="0" tIns="0" rIns="0" bIns="0" anchor="ctr"/>
            <a:lstStyle/>
            <a:p>
              <a:pPr eaLnBrk="1" hangingPunct="1">
                <a:spcBef>
                  <a:spcPct val="20000"/>
                </a:spcBef>
                <a:defRPr/>
              </a:pPr>
              <a:endParaRPr lang="en-GB" sz="894" b="1" dirty="0">
                <a:solidFill>
                  <a:srgbClr val="002776"/>
                </a:solidFill>
                <a:cs typeface="Arial" pitchFamily="34" charset="0"/>
              </a:endParaRPr>
            </a:p>
          </p:txBody>
        </p:sp>
        <p:sp>
          <p:nvSpPr>
            <p:cNvPr id="32" name="Freeform 16"/>
            <p:cNvSpPr>
              <a:spLocks/>
            </p:cNvSpPr>
            <p:nvPr/>
          </p:nvSpPr>
          <p:spPr bwMode="auto">
            <a:xfrm flipV="1">
              <a:off x="3942875" y="3011642"/>
              <a:ext cx="1825715" cy="1433359"/>
            </a:xfrm>
            <a:custGeom>
              <a:avLst/>
              <a:gdLst>
                <a:gd name="T0" fmla="*/ 0 w 2312"/>
                <a:gd name="T1" fmla="*/ 0 h 1823"/>
                <a:gd name="T2" fmla="*/ 397 w 2312"/>
                <a:gd name="T3" fmla="*/ 0 h 1823"/>
                <a:gd name="T4" fmla="*/ 397 w 2312"/>
                <a:gd name="T5" fmla="*/ 124 h 1823"/>
                <a:gd name="T6" fmla="*/ 440 w 2312"/>
                <a:gd name="T7" fmla="*/ 112 h 1823"/>
                <a:gd name="T8" fmla="*/ 503 w 2312"/>
                <a:gd name="T9" fmla="*/ 169 h 1823"/>
                <a:gd name="T10" fmla="*/ 448 w 2312"/>
                <a:gd name="T11" fmla="*/ 221 h 1823"/>
                <a:gd name="T12" fmla="*/ 397 w 2312"/>
                <a:gd name="T13" fmla="*/ 213 h 1823"/>
                <a:gd name="T14" fmla="*/ 397 w 2312"/>
                <a:gd name="T15" fmla="*/ 335 h 1823"/>
                <a:gd name="T16" fmla="*/ 251 w 2312"/>
                <a:gd name="T17" fmla="*/ 335 h 1823"/>
                <a:gd name="T18" fmla="*/ 261 w 2312"/>
                <a:gd name="T19" fmla="*/ 291 h 1823"/>
                <a:gd name="T20" fmla="*/ 199 w 2312"/>
                <a:gd name="T21" fmla="*/ 248 h 1823"/>
                <a:gd name="T22" fmla="*/ 133 w 2312"/>
                <a:gd name="T23" fmla="*/ 298 h 1823"/>
                <a:gd name="T24" fmla="*/ 146 w 2312"/>
                <a:gd name="T25" fmla="*/ 335 h 1823"/>
                <a:gd name="T26" fmla="*/ 0 w 2312"/>
                <a:gd name="T27" fmla="*/ 335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chemeClr val="tx2"/>
            </a:solidFill>
            <a:ln w="19050">
              <a:solidFill>
                <a:schemeClr val="bg1"/>
              </a:solidFill>
              <a:round/>
              <a:headEnd/>
              <a:tailEnd/>
            </a:ln>
          </p:spPr>
          <p:txBody>
            <a:bodyPr wrap="none" lIns="0" tIns="0" rIns="0" bIns="0" anchor="ctr"/>
            <a:lstStyle/>
            <a:p>
              <a:pPr eaLnBrk="1" hangingPunct="1">
                <a:spcBef>
                  <a:spcPct val="20000"/>
                </a:spcBef>
              </a:pPr>
              <a:endParaRPr lang="en-GB" sz="894" b="1" dirty="0">
                <a:solidFill>
                  <a:srgbClr val="002776"/>
                </a:solidFill>
                <a:cs typeface="Arial" pitchFamily="34" charset="0"/>
              </a:endParaRPr>
            </a:p>
          </p:txBody>
        </p:sp>
        <p:sp>
          <p:nvSpPr>
            <p:cNvPr id="33" name="Freeform 17"/>
            <p:cNvSpPr>
              <a:spLocks/>
            </p:cNvSpPr>
            <p:nvPr/>
          </p:nvSpPr>
          <p:spPr bwMode="auto">
            <a:xfrm>
              <a:off x="2508021" y="1583782"/>
              <a:ext cx="1825715" cy="1810944"/>
            </a:xfrm>
            <a:custGeom>
              <a:avLst/>
              <a:gdLst>
                <a:gd name="T0" fmla="*/ 0 w 976"/>
                <a:gd name="T1" fmla="*/ 0 h 968"/>
                <a:gd name="T2" fmla="*/ 940 w 976"/>
                <a:gd name="T3" fmla="*/ 0 h 968"/>
                <a:gd name="T4" fmla="*/ 940 w 976"/>
                <a:gd name="T5" fmla="*/ 294 h 968"/>
                <a:gd name="T6" fmla="*/ 1043 w 976"/>
                <a:gd name="T7" fmla="*/ 265 h 968"/>
                <a:gd name="T8" fmla="*/ 1191 w 976"/>
                <a:gd name="T9" fmla="*/ 403 h 968"/>
                <a:gd name="T10" fmla="*/ 1062 w 976"/>
                <a:gd name="T11" fmla="*/ 526 h 968"/>
                <a:gd name="T12" fmla="*/ 940 w 976"/>
                <a:gd name="T13" fmla="*/ 507 h 968"/>
                <a:gd name="T14" fmla="*/ 940 w 976"/>
                <a:gd name="T15" fmla="*/ 798 h 968"/>
                <a:gd name="T16" fmla="*/ 589 w 976"/>
                <a:gd name="T17" fmla="*/ 796 h 968"/>
                <a:gd name="T18" fmla="*/ 622 w 976"/>
                <a:gd name="T19" fmla="*/ 896 h 968"/>
                <a:gd name="T20" fmla="*/ 480 w 976"/>
                <a:gd name="T21" fmla="*/ 1008 h 968"/>
                <a:gd name="T22" fmla="*/ 306 w 976"/>
                <a:gd name="T23" fmla="*/ 902 h 968"/>
                <a:gd name="T24" fmla="*/ 339 w 976"/>
                <a:gd name="T25" fmla="*/ 794 h 968"/>
                <a:gd name="T26" fmla="*/ 0 w 976"/>
                <a:gd name="T27" fmla="*/ 798 h 968"/>
                <a:gd name="T28" fmla="*/ 0 w 976"/>
                <a:gd name="T29" fmla="*/ 0 h 9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76"/>
                <a:gd name="T46" fmla="*/ 0 h 968"/>
                <a:gd name="T47" fmla="*/ 976 w 976"/>
                <a:gd name="T48" fmla="*/ 968 h 9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76" h="968">
                  <a:moveTo>
                    <a:pt x="0" y="0"/>
                  </a:moveTo>
                  <a:lnTo>
                    <a:pt x="769" y="0"/>
                  </a:lnTo>
                  <a:lnTo>
                    <a:pt x="769" y="282"/>
                  </a:lnTo>
                  <a:cubicBezTo>
                    <a:pt x="783" y="324"/>
                    <a:pt x="794" y="257"/>
                    <a:pt x="853" y="255"/>
                  </a:cubicBezTo>
                  <a:cubicBezTo>
                    <a:pt x="911" y="252"/>
                    <a:pt x="976" y="310"/>
                    <a:pt x="974" y="387"/>
                  </a:cubicBezTo>
                  <a:cubicBezTo>
                    <a:pt x="973" y="464"/>
                    <a:pt x="926" y="502"/>
                    <a:pt x="869" y="505"/>
                  </a:cubicBezTo>
                  <a:cubicBezTo>
                    <a:pt x="811" y="509"/>
                    <a:pt x="787" y="442"/>
                    <a:pt x="769" y="487"/>
                  </a:cubicBezTo>
                  <a:lnTo>
                    <a:pt x="769" y="766"/>
                  </a:lnTo>
                  <a:lnTo>
                    <a:pt x="482" y="764"/>
                  </a:lnTo>
                  <a:cubicBezTo>
                    <a:pt x="439" y="780"/>
                    <a:pt x="510" y="813"/>
                    <a:pt x="509" y="860"/>
                  </a:cubicBezTo>
                  <a:cubicBezTo>
                    <a:pt x="508" y="907"/>
                    <a:pt x="464" y="967"/>
                    <a:pt x="393" y="968"/>
                  </a:cubicBezTo>
                  <a:cubicBezTo>
                    <a:pt x="321" y="968"/>
                    <a:pt x="251" y="932"/>
                    <a:pt x="251" y="866"/>
                  </a:cubicBezTo>
                  <a:cubicBezTo>
                    <a:pt x="251" y="800"/>
                    <a:pt x="320" y="779"/>
                    <a:pt x="278" y="762"/>
                  </a:cubicBezTo>
                  <a:lnTo>
                    <a:pt x="0" y="766"/>
                  </a:lnTo>
                  <a:lnTo>
                    <a:pt x="0" y="0"/>
                  </a:lnTo>
                  <a:close/>
                </a:path>
              </a:pathLst>
            </a:custGeom>
            <a:solidFill>
              <a:schemeClr val="accent1"/>
            </a:solidFill>
            <a:ln w="19050">
              <a:solidFill>
                <a:schemeClr val="bg1"/>
              </a:solidFill>
              <a:round/>
              <a:headEnd/>
              <a:tailEnd/>
            </a:ln>
          </p:spPr>
          <p:txBody>
            <a:bodyPr wrap="none" lIns="0" tIns="0" rIns="0" bIns="0" anchor="ctr"/>
            <a:lstStyle/>
            <a:p>
              <a:pPr eaLnBrk="1" hangingPunct="1">
                <a:spcBef>
                  <a:spcPct val="20000"/>
                </a:spcBef>
              </a:pPr>
              <a:endParaRPr lang="en-GB" sz="894" b="1" dirty="0">
                <a:solidFill>
                  <a:srgbClr val="002776"/>
                </a:solidFill>
                <a:cs typeface="Arial" pitchFamily="34" charset="0"/>
              </a:endParaRPr>
            </a:p>
          </p:txBody>
        </p:sp>
        <p:sp>
          <p:nvSpPr>
            <p:cNvPr id="34" name="Freeform 33"/>
            <p:cNvSpPr>
              <a:spLocks/>
            </p:cNvSpPr>
            <p:nvPr/>
          </p:nvSpPr>
          <p:spPr bwMode="auto">
            <a:xfrm flipV="1">
              <a:off x="2508021" y="3011642"/>
              <a:ext cx="1825715" cy="1433359"/>
            </a:xfrm>
            <a:custGeom>
              <a:avLst/>
              <a:gdLst>
                <a:gd name="T0" fmla="*/ 0 w 2312"/>
                <a:gd name="T1" fmla="*/ 0 h 1823"/>
                <a:gd name="T2" fmla="*/ 86 w 2312"/>
                <a:gd name="T3" fmla="*/ 0 h 1823"/>
                <a:gd name="T4" fmla="*/ 86 w 2312"/>
                <a:gd name="T5" fmla="*/ 23 h 1823"/>
                <a:gd name="T6" fmla="*/ 96 w 2312"/>
                <a:gd name="T7" fmla="*/ 21 h 1823"/>
                <a:gd name="T8" fmla="*/ 110 w 2312"/>
                <a:gd name="T9" fmla="*/ 31 h 1823"/>
                <a:gd name="T10" fmla="*/ 98 w 2312"/>
                <a:gd name="T11" fmla="*/ 41 h 1823"/>
                <a:gd name="T12" fmla="*/ 86 w 2312"/>
                <a:gd name="T13" fmla="*/ 39 h 1823"/>
                <a:gd name="T14" fmla="*/ 86 w 2312"/>
                <a:gd name="T15" fmla="*/ 62 h 1823"/>
                <a:gd name="T16" fmla="*/ 55 w 2312"/>
                <a:gd name="T17" fmla="*/ 62 h 1823"/>
                <a:gd name="T18" fmla="*/ 57 w 2312"/>
                <a:gd name="T19" fmla="*/ 54 h 1823"/>
                <a:gd name="T20" fmla="*/ 43 w 2312"/>
                <a:gd name="T21" fmla="*/ 45 h 1823"/>
                <a:gd name="T22" fmla="*/ 29 w 2312"/>
                <a:gd name="T23" fmla="*/ 55 h 1823"/>
                <a:gd name="T24" fmla="*/ 32 w 2312"/>
                <a:gd name="T25" fmla="*/ 62 h 1823"/>
                <a:gd name="T26" fmla="*/ 0 w 2312"/>
                <a:gd name="T27" fmla="*/ 62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chemeClr val="accent2"/>
            </a:solidFill>
            <a:ln w="19050">
              <a:solidFill>
                <a:schemeClr val="bg1"/>
              </a:solidFill>
              <a:round/>
              <a:headEnd/>
              <a:tailEnd/>
            </a:ln>
          </p:spPr>
          <p:txBody>
            <a:bodyPr wrap="none" lIns="0" tIns="0" rIns="0" bIns="0" anchor="ctr"/>
            <a:lstStyle/>
            <a:p>
              <a:pPr eaLnBrk="1" hangingPunct="1">
                <a:spcBef>
                  <a:spcPct val="20000"/>
                </a:spcBef>
                <a:defRPr/>
              </a:pPr>
              <a:endParaRPr lang="en-GB" sz="894" b="1" dirty="0">
                <a:solidFill>
                  <a:srgbClr val="002776"/>
                </a:solidFill>
                <a:cs typeface="Arial" pitchFamily="34" charset="0"/>
              </a:endParaRPr>
            </a:p>
          </p:txBody>
        </p:sp>
      </p:grpSp>
      <p:sp>
        <p:nvSpPr>
          <p:cNvPr id="2" name="Rectangle 1">
            <a:extLst>
              <a:ext uri="{FF2B5EF4-FFF2-40B4-BE49-F238E27FC236}">
                <a16:creationId xmlns:a16="http://schemas.microsoft.com/office/drawing/2014/main" id="{72BABEB3-8B62-1D6F-DA89-0AB5B3F79C13}"/>
              </a:ext>
            </a:extLst>
          </p:cNvPr>
          <p:cNvSpPr>
            <a:spLocks noChangeArrowheads="1"/>
          </p:cNvSpPr>
          <p:nvPr/>
        </p:nvSpPr>
        <p:spPr bwMode="auto">
          <a:xfrm>
            <a:off x="6716007" y="349944"/>
            <a:ext cx="2818384" cy="496275"/>
          </a:xfrm>
          <a:prstGeom prst="rect">
            <a:avLst/>
          </a:prstGeom>
          <a:solidFill>
            <a:schemeClr val="bg1"/>
          </a:solidFill>
          <a:ln w="6350" algn="ctr">
            <a:solidFill>
              <a:srgbClr val="00A3E0"/>
            </a:solidFill>
            <a:miter lim="800000"/>
            <a:headEnd/>
            <a:tailEnd/>
          </a:ln>
        </p:spPr>
        <p:txBody>
          <a:bodyPr tIns="91440" bIns="91440">
            <a:noAutofit/>
          </a:bodyPr>
          <a:lstStyle/>
          <a:p>
            <a:pPr>
              <a:defRPr/>
            </a:pPr>
            <a:r>
              <a:rPr lang="en-US" sz="1000" b="1" dirty="0">
                <a:latin typeface="Aptos" panose="020B0004020202020204" pitchFamily="34" charset="0"/>
                <a:ea typeface="ＭＳ Ｐゴシック" pitchFamily="50" charset="-128"/>
              </a:rPr>
              <a:t>Tip! </a:t>
            </a:r>
            <a:r>
              <a:rPr lang="en-US" sz="1000" dirty="0">
                <a:latin typeface="Aptos" panose="020B0004020202020204" pitchFamily="34" charset="0"/>
                <a:ea typeface="ＭＳ Ｐゴシック" pitchFamily="50" charset="-128"/>
              </a:rPr>
              <a:t>Hold the Shift key when resizing the pieces or group to retain the shape proportions</a:t>
            </a:r>
          </a:p>
        </p:txBody>
      </p:sp>
    </p:spTree>
    <p:extLst>
      <p:ext uri="{BB962C8B-B14F-4D97-AF65-F5344CB8AC3E}">
        <p14:creationId xmlns:p14="http://schemas.microsoft.com/office/powerpoint/2010/main" val="1995794791"/>
      </p:ext>
    </p:extLst>
  </p:cSld>
  <p:clrMapOvr>
    <a:masterClrMapping/>
  </p:clrMapOvr>
  <p:transition>
    <p:fade/>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74B14B90-3808-4FC1-BB4F-738CDD1652E3}"/>
              </a:ext>
            </a:extLst>
          </p:cNvPr>
          <p:cNvSpPr>
            <a:spLocks noGrp="1"/>
          </p:cNvSpPr>
          <p:nvPr>
            <p:ph sz="quarter" idx="10"/>
          </p:nvPr>
        </p:nvSpPr>
        <p:spPr/>
        <p:txBody>
          <a:bodyPr>
            <a:normAutofit/>
          </a:bodyPr>
          <a:lstStyle/>
          <a:p>
            <a:pPr lvl="1"/>
            <a:r>
              <a:rPr lang="en-GB" dirty="0"/>
              <a:t>This is a level 1 bullet. This is dummy text it is not here to be read</a:t>
            </a:r>
          </a:p>
          <a:p>
            <a:pPr lvl="1"/>
            <a:r>
              <a:rPr lang="en-GB" dirty="0"/>
              <a:t>This is a level 1 bullet. This is dummy text it is not here to be read</a:t>
            </a:r>
          </a:p>
          <a:p>
            <a:pPr lvl="1"/>
            <a:r>
              <a:rPr lang="en-GB" dirty="0"/>
              <a:t>This is a level 1 bullet. This is dummy text it is not here to be read</a:t>
            </a:r>
          </a:p>
          <a:p>
            <a:pPr lvl="2"/>
            <a:r>
              <a:rPr lang="en-GB" dirty="0"/>
              <a:t>This is a level 2 bullet</a:t>
            </a:r>
          </a:p>
          <a:p>
            <a:pPr lvl="2"/>
            <a:r>
              <a:rPr lang="en-GB" dirty="0"/>
              <a:t>This is a level 2 bullet</a:t>
            </a:r>
          </a:p>
          <a:p>
            <a:pPr lvl="2"/>
            <a:r>
              <a:rPr lang="en-GB" dirty="0"/>
              <a:t>This is a level 2 bullet</a:t>
            </a:r>
          </a:p>
        </p:txBody>
      </p:sp>
      <p:sp>
        <p:nvSpPr>
          <p:cNvPr id="5" name="Text Placeholder 4">
            <a:extLst>
              <a:ext uri="{FF2B5EF4-FFF2-40B4-BE49-F238E27FC236}">
                <a16:creationId xmlns:a16="http://schemas.microsoft.com/office/drawing/2014/main" id="{368F33F4-2F37-452D-9CCA-DA46A5697474}"/>
              </a:ext>
            </a:extLst>
          </p:cNvPr>
          <p:cNvSpPr>
            <a:spLocks noGrp="1"/>
          </p:cNvSpPr>
          <p:nvPr>
            <p:ph sz="quarter" idx="20"/>
          </p:nvPr>
        </p:nvSpPr>
        <p:spPr/>
        <p:txBody>
          <a:bodyPr/>
          <a:lstStyle/>
          <a:p>
            <a:r>
              <a:rPr lang="en-US" dirty="0"/>
              <a:t>Chart title runs here</a:t>
            </a:r>
          </a:p>
          <a:p>
            <a:endParaRPr lang="en-US" dirty="0"/>
          </a:p>
        </p:txBody>
      </p:sp>
      <p:sp>
        <p:nvSpPr>
          <p:cNvPr id="698370" name="Text Placeholder 698369"/>
          <p:cNvSpPr>
            <a:spLocks noGrp="1"/>
          </p:cNvSpPr>
          <p:nvPr>
            <p:ph type="body" sz="quarter" idx="13"/>
          </p:nvPr>
        </p:nvSpPr>
        <p:spPr/>
        <p:txBody>
          <a:bodyPr/>
          <a:lstStyle/>
          <a:p>
            <a:r>
              <a:rPr lang="en-US" dirty="0"/>
              <a:t>Five pieces</a:t>
            </a:r>
          </a:p>
        </p:txBody>
      </p:sp>
      <p:sp>
        <p:nvSpPr>
          <p:cNvPr id="698369" name="Title 1"/>
          <p:cNvSpPr>
            <a:spLocks noGrp="1"/>
          </p:cNvSpPr>
          <p:nvPr>
            <p:ph type="title"/>
          </p:nvPr>
        </p:nvSpPr>
        <p:spPr/>
        <p:txBody>
          <a:bodyPr/>
          <a:lstStyle/>
          <a:p>
            <a:r>
              <a:rPr lang="en-US"/>
              <a:t>Puzzles</a:t>
            </a:r>
            <a:endParaRPr lang="en-US" dirty="0"/>
          </a:p>
        </p:txBody>
      </p:sp>
      <p:grpSp>
        <p:nvGrpSpPr>
          <p:cNvPr id="698371" name="Group 3"/>
          <p:cNvGrpSpPr>
            <a:grpSpLocks/>
          </p:cNvGrpSpPr>
          <p:nvPr/>
        </p:nvGrpSpPr>
        <p:grpSpPr bwMode="auto">
          <a:xfrm>
            <a:off x="5119815" y="2373945"/>
            <a:ext cx="4420560" cy="3772451"/>
            <a:chOff x="1489" y="1070"/>
            <a:chExt cx="3261" cy="2590"/>
          </a:xfrm>
        </p:grpSpPr>
        <p:sp>
          <p:nvSpPr>
            <p:cNvPr id="698373" name="Freeform 4"/>
            <p:cNvSpPr>
              <a:spLocks/>
            </p:cNvSpPr>
            <p:nvPr/>
          </p:nvSpPr>
          <p:spPr bwMode="auto">
            <a:xfrm>
              <a:off x="3123" y="1070"/>
              <a:ext cx="1627" cy="1584"/>
            </a:xfrm>
            <a:custGeom>
              <a:avLst/>
              <a:gdLst>
                <a:gd name="T0" fmla="*/ 0 w 1627"/>
                <a:gd name="T1" fmla="*/ 0 h 1584"/>
                <a:gd name="T2" fmla="*/ 1627 w 1627"/>
                <a:gd name="T3" fmla="*/ 1265 h 1584"/>
                <a:gd name="T4" fmla="*/ 1480 w 1627"/>
                <a:gd name="T5" fmla="*/ 1276 h 1584"/>
                <a:gd name="T6" fmla="*/ 1476 w 1627"/>
                <a:gd name="T7" fmla="*/ 1304 h 1584"/>
                <a:gd name="T8" fmla="*/ 1483 w 1627"/>
                <a:gd name="T9" fmla="*/ 1339 h 1584"/>
                <a:gd name="T10" fmla="*/ 1494 w 1627"/>
                <a:gd name="T11" fmla="*/ 1382 h 1584"/>
                <a:gd name="T12" fmla="*/ 1502 w 1627"/>
                <a:gd name="T13" fmla="*/ 1423 h 1584"/>
                <a:gd name="T14" fmla="*/ 1499 w 1627"/>
                <a:gd name="T15" fmla="*/ 1461 h 1584"/>
                <a:gd name="T16" fmla="*/ 1487 w 1627"/>
                <a:gd name="T17" fmla="*/ 1499 h 1584"/>
                <a:gd name="T18" fmla="*/ 1461 w 1627"/>
                <a:gd name="T19" fmla="*/ 1530 h 1584"/>
                <a:gd name="T20" fmla="*/ 1431 w 1627"/>
                <a:gd name="T21" fmla="*/ 1555 h 1584"/>
                <a:gd name="T22" fmla="*/ 1394 w 1627"/>
                <a:gd name="T23" fmla="*/ 1572 h 1584"/>
                <a:gd name="T24" fmla="*/ 1348 w 1627"/>
                <a:gd name="T25" fmla="*/ 1582 h 1584"/>
                <a:gd name="T26" fmla="*/ 1307 w 1627"/>
                <a:gd name="T27" fmla="*/ 1584 h 1584"/>
                <a:gd name="T28" fmla="*/ 1271 w 1627"/>
                <a:gd name="T29" fmla="*/ 1579 h 1584"/>
                <a:gd name="T30" fmla="*/ 1235 w 1627"/>
                <a:gd name="T31" fmla="*/ 1568 h 1584"/>
                <a:gd name="T32" fmla="*/ 1205 w 1627"/>
                <a:gd name="T33" fmla="*/ 1548 h 1584"/>
                <a:gd name="T34" fmla="*/ 1177 w 1627"/>
                <a:gd name="T35" fmla="*/ 1519 h 1584"/>
                <a:gd name="T36" fmla="*/ 1154 w 1627"/>
                <a:gd name="T37" fmla="*/ 1486 h 1584"/>
                <a:gd name="T38" fmla="*/ 1142 w 1627"/>
                <a:gd name="T39" fmla="*/ 1441 h 1584"/>
                <a:gd name="T40" fmla="*/ 1147 w 1627"/>
                <a:gd name="T41" fmla="*/ 1396 h 1584"/>
                <a:gd name="T42" fmla="*/ 1159 w 1627"/>
                <a:gd name="T43" fmla="*/ 1351 h 1584"/>
                <a:gd name="T44" fmla="*/ 1168 w 1627"/>
                <a:gd name="T45" fmla="*/ 1306 h 1584"/>
                <a:gd name="T46" fmla="*/ 1167 w 1627"/>
                <a:gd name="T47" fmla="*/ 1284 h 1584"/>
                <a:gd name="T48" fmla="*/ 892 w 1627"/>
                <a:gd name="T49" fmla="*/ 1273 h 1584"/>
                <a:gd name="T50" fmla="*/ 895 w 1627"/>
                <a:gd name="T51" fmla="*/ 1198 h 1584"/>
                <a:gd name="T52" fmla="*/ 889 w 1627"/>
                <a:gd name="T53" fmla="*/ 1149 h 1584"/>
                <a:gd name="T54" fmla="*/ 878 w 1627"/>
                <a:gd name="T55" fmla="*/ 1119 h 1584"/>
                <a:gd name="T56" fmla="*/ 855 w 1627"/>
                <a:gd name="T57" fmla="*/ 1095 h 1584"/>
                <a:gd name="T58" fmla="*/ 824 w 1627"/>
                <a:gd name="T59" fmla="*/ 1080 h 1584"/>
                <a:gd name="T60" fmla="*/ 786 w 1627"/>
                <a:gd name="T61" fmla="*/ 1075 h 1584"/>
                <a:gd name="T62" fmla="*/ 731 w 1627"/>
                <a:gd name="T63" fmla="*/ 1078 h 1584"/>
                <a:gd name="T64" fmla="*/ 679 w 1627"/>
                <a:gd name="T65" fmla="*/ 1082 h 1584"/>
                <a:gd name="T66" fmla="*/ 625 w 1627"/>
                <a:gd name="T67" fmla="*/ 1082 h 1584"/>
                <a:gd name="T68" fmla="*/ 571 w 1627"/>
                <a:gd name="T69" fmla="*/ 1073 h 1584"/>
                <a:gd name="T70" fmla="*/ 530 w 1627"/>
                <a:gd name="T71" fmla="*/ 1049 h 1584"/>
                <a:gd name="T72" fmla="*/ 506 w 1627"/>
                <a:gd name="T73" fmla="*/ 1016 h 1584"/>
                <a:gd name="T74" fmla="*/ 496 w 1627"/>
                <a:gd name="T75" fmla="*/ 972 h 1584"/>
                <a:gd name="T76" fmla="*/ 498 w 1627"/>
                <a:gd name="T77" fmla="*/ 923 h 1584"/>
                <a:gd name="T78" fmla="*/ 491 w 1627"/>
                <a:gd name="T79" fmla="*/ 878 h 1584"/>
                <a:gd name="T80" fmla="*/ 480 w 1627"/>
                <a:gd name="T81" fmla="*/ 849 h 1584"/>
                <a:gd name="T82" fmla="*/ 463 w 1627"/>
                <a:gd name="T83" fmla="*/ 831 h 1584"/>
                <a:gd name="T84" fmla="*/ 423 w 1627"/>
                <a:gd name="T85" fmla="*/ 813 h 1584"/>
                <a:gd name="T86" fmla="*/ 371 w 1627"/>
                <a:gd name="T87" fmla="*/ 799 h 1584"/>
                <a:gd name="T88" fmla="*/ 313 w 1627"/>
                <a:gd name="T89" fmla="*/ 789 h 1584"/>
                <a:gd name="T90" fmla="*/ 269 w 1627"/>
                <a:gd name="T91" fmla="*/ 775 h 1584"/>
                <a:gd name="T92" fmla="*/ 231 w 1627"/>
                <a:gd name="T93" fmla="*/ 753 h 1584"/>
                <a:gd name="T94" fmla="*/ 200 w 1627"/>
                <a:gd name="T95" fmla="*/ 724 h 1584"/>
                <a:gd name="T96" fmla="*/ 180 w 1627"/>
                <a:gd name="T97" fmla="*/ 687 h 1584"/>
                <a:gd name="T98" fmla="*/ 177 w 1627"/>
                <a:gd name="T99" fmla="*/ 646 h 1584"/>
                <a:gd name="T100" fmla="*/ 189 w 1627"/>
                <a:gd name="T101" fmla="*/ 601 h 1584"/>
                <a:gd name="T102" fmla="*/ 199 w 1627"/>
                <a:gd name="T103" fmla="*/ 550 h 1584"/>
                <a:gd name="T104" fmla="*/ 207 w 1627"/>
                <a:gd name="T105" fmla="*/ 502 h 1584"/>
                <a:gd name="T106" fmla="*/ 199 w 1627"/>
                <a:gd name="T107" fmla="*/ 454 h 1584"/>
                <a:gd name="T108" fmla="*/ 179 w 1627"/>
                <a:gd name="T109" fmla="*/ 410 h 1584"/>
                <a:gd name="T110" fmla="*/ 159 w 1627"/>
                <a:gd name="T111" fmla="*/ 384 h 1584"/>
                <a:gd name="T112" fmla="*/ 134 w 1627"/>
                <a:gd name="T113" fmla="*/ 360 h 1584"/>
                <a:gd name="T114" fmla="*/ 104 w 1627"/>
                <a:gd name="T115" fmla="*/ 343 h 1584"/>
                <a:gd name="T116" fmla="*/ 66 w 1627"/>
                <a:gd name="T117" fmla="*/ 331 h 1584"/>
                <a:gd name="T118" fmla="*/ 21 w 1627"/>
                <a:gd name="T119" fmla="*/ 330 h 15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27"/>
                <a:gd name="T181" fmla="*/ 0 h 1584"/>
                <a:gd name="T182" fmla="*/ 1627 w 1627"/>
                <a:gd name="T183" fmla="*/ 1584 h 15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27" h="1584">
                  <a:moveTo>
                    <a:pt x="0" y="330"/>
                  </a:moveTo>
                  <a:lnTo>
                    <a:pt x="0" y="0"/>
                  </a:lnTo>
                  <a:lnTo>
                    <a:pt x="1626" y="0"/>
                  </a:lnTo>
                  <a:lnTo>
                    <a:pt x="1627" y="1265"/>
                  </a:lnTo>
                  <a:lnTo>
                    <a:pt x="1486" y="1265"/>
                  </a:lnTo>
                  <a:lnTo>
                    <a:pt x="1480" y="1276"/>
                  </a:lnTo>
                  <a:lnTo>
                    <a:pt x="1476" y="1291"/>
                  </a:lnTo>
                  <a:lnTo>
                    <a:pt x="1476" y="1304"/>
                  </a:lnTo>
                  <a:lnTo>
                    <a:pt x="1478" y="1320"/>
                  </a:lnTo>
                  <a:lnTo>
                    <a:pt x="1483" y="1339"/>
                  </a:lnTo>
                  <a:lnTo>
                    <a:pt x="1489" y="1365"/>
                  </a:lnTo>
                  <a:lnTo>
                    <a:pt x="1494" y="1382"/>
                  </a:lnTo>
                  <a:lnTo>
                    <a:pt x="1499" y="1403"/>
                  </a:lnTo>
                  <a:lnTo>
                    <a:pt x="1502" y="1423"/>
                  </a:lnTo>
                  <a:lnTo>
                    <a:pt x="1502" y="1442"/>
                  </a:lnTo>
                  <a:lnTo>
                    <a:pt x="1499" y="1461"/>
                  </a:lnTo>
                  <a:lnTo>
                    <a:pt x="1494" y="1481"/>
                  </a:lnTo>
                  <a:lnTo>
                    <a:pt x="1487" y="1499"/>
                  </a:lnTo>
                  <a:lnTo>
                    <a:pt x="1476" y="1513"/>
                  </a:lnTo>
                  <a:lnTo>
                    <a:pt x="1461" y="1530"/>
                  </a:lnTo>
                  <a:lnTo>
                    <a:pt x="1445" y="1543"/>
                  </a:lnTo>
                  <a:lnTo>
                    <a:pt x="1431" y="1555"/>
                  </a:lnTo>
                  <a:lnTo>
                    <a:pt x="1414" y="1565"/>
                  </a:lnTo>
                  <a:lnTo>
                    <a:pt x="1394" y="1572"/>
                  </a:lnTo>
                  <a:lnTo>
                    <a:pt x="1370" y="1579"/>
                  </a:lnTo>
                  <a:lnTo>
                    <a:pt x="1348" y="1582"/>
                  </a:lnTo>
                  <a:lnTo>
                    <a:pt x="1328" y="1584"/>
                  </a:lnTo>
                  <a:lnTo>
                    <a:pt x="1307" y="1584"/>
                  </a:lnTo>
                  <a:lnTo>
                    <a:pt x="1287" y="1582"/>
                  </a:lnTo>
                  <a:lnTo>
                    <a:pt x="1271" y="1579"/>
                  </a:lnTo>
                  <a:lnTo>
                    <a:pt x="1253" y="1574"/>
                  </a:lnTo>
                  <a:lnTo>
                    <a:pt x="1235" y="1568"/>
                  </a:lnTo>
                  <a:lnTo>
                    <a:pt x="1221" y="1560"/>
                  </a:lnTo>
                  <a:lnTo>
                    <a:pt x="1205" y="1548"/>
                  </a:lnTo>
                  <a:lnTo>
                    <a:pt x="1191" y="1534"/>
                  </a:lnTo>
                  <a:lnTo>
                    <a:pt x="1177" y="1519"/>
                  </a:lnTo>
                  <a:lnTo>
                    <a:pt x="1164" y="1503"/>
                  </a:lnTo>
                  <a:lnTo>
                    <a:pt x="1154" y="1486"/>
                  </a:lnTo>
                  <a:lnTo>
                    <a:pt x="1147" y="1465"/>
                  </a:lnTo>
                  <a:lnTo>
                    <a:pt x="1142" y="1441"/>
                  </a:lnTo>
                  <a:lnTo>
                    <a:pt x="1142" y="1418"/>
                  </a:lnTo>
                  <a:lnTo>
                    <a:pt x="1147" y="1396"/>
                  </a:lnTo>
                  <a:lnTo>
                    <a:pt x="1153" y="1373"/>
                  </a:lnTo>
                  <a:lnTo>
                    <a:pt x="1159" y="1351"/>
                  </a:lnTo>
                  <a:lnTo>
                    <a:pt x="1166" y="1325"/>
                  </a:lnTo>
                  <a:lnTo>
                    <a:pt x="1168" y="1306"/>
                  </a:lnTo>
                  <a:lnTo>
                    <a:pt x="1168" y="1294"/>
                  </a:lnTo>
                  <a:lnTo>
                    <a:pt x="1167" y="1284"/>
                  </a:lnTo>
                  <a:lnTo>
                    <a:pt x="1163" y="1273"/>
                  </a:lnTo>
                  <a:lnTo>
                    <a:pt x="892" y="1273"/>
                  </a:lnTo>
                  <a:lnTo>
                    <a:pt x="896" y="1225"/>
                  </a:lnTo>
                  <a:lnTo>
                    <a:pt x="895" y="1198"/>
                  </a:lnTo>
                  <a:lnTo>
                    <a:pt x="892" y="1173"/>
                  </a:lnTo>
                  <a:lnTo>
                    <a:pt x="889" y="1149"/>
                  </a:lnTo>
                  <a:lnTo>
                    <a:pt x="885" y="1133"/>
                  </a:lnTo>
                  <a:lnTo>
                    <a:pt x="878" y="1119"/>
                  </a:lnTo>
                  <a:lnTo>
                    <a:pt x="869" y="1106"/>
                  </a:lnTo>
                  <a:lnTo>
                    <a:pt x="855" y="1095"/>
                  </a:lnTo>
                  <a:lnTo>
                    <a:pt x="839" y="1085"/>
                  </a:lnTo>
                  <a:lnTo>
                    <a:pt x="824" y="1080"/>
                  </a:lnTo>
                  <a:lnTo>
                    <a:pt x="810" y="1077"/>
                  </a:lnTo>
                  <a:lnTo>
                    <a:pt x="786" y="1075"/>
                  </a:lnTo>
                  <a:lnTo>
                    <a:pt x="758" y="1075"/>
                  </a:lnTo>
                  <a:lnTo>
                    <a:pt x="731" y="1078"/>
                  </a:lnTo>
                  <a:lnTo>
                    <a:pt x="701" y="1080"/>
                  </a:lnTo>
                  <a:lnTo>
                    <a:pt x="679" y="1082"/>
                  </a:lnTo>
                  <a:lnTo>
                    <a:pt x="649" y="1084"/>
                  </a:lnTo>
                  <a:lnTo>
                    <a:pt x="625" y="1082"/>
                  </a:lnTo>
                  <a:lnTo>
                    <a:pt x="604" y="1080"/>
                  </a:lnTo>
                  <a:lnTo>
                    <a:pt x="571" y="1073"/>
                  </a:lnTo>
                  <a:lnTo>
                    <a:pt x="550" y="1063"/>
                  </a:lnTo>
                  <a:lnTo>
                    <a:pt x="530" y="1049"/>
                  </a:lnTo>
                  <a:lnTo>
                    <a:pt x="518" y="1033"/>
                  </a:lnTo>
                  <a:lnTo>
                    <a:pt x="506" y="1016"/>
                  </a:lnTo>
                  <a:lnTo>
                    <a:pt x="498" y="995"/>
                  </a:lnTo>
                  <a:lnTo>
                    <a:pt x="496" y="972"/>
                  </a:lnTo>
                  <a:lnTo>
                    <a:pt x="496" y="944"/>
                  </a:lnTo>
                  <a:lnTo>
                    <a:pt x="498" y="923"/>
                  </a:lnTo>
                  <a:lnTo>
                    <a:pt x="496" y="902"/>
                  </a:lnTo>
                  <a:lnTo>
                    <a:pt x="491" y="878"/>
                  </a:lnTo>
                  <a:lnTo>
                    <a:pt x="487" y="864"/>
                  </a:lnTo>
                  <a:lnTo>
                    <a:pt x="480" y="849"/>
                  </a:lnTo>
                  <a:lnTo>
                    <a:pt x="471" y="840"/>
                  </a:lnTo>
                  <a:lnTo>
                    <a:pt x="463" y="831"/>
                  </a:lnTo>
                  <a:lnTo>
                    <a:pt x="444" y="823"/>
                  </a:lnTo>
                  <a:lnTo>
                    <a:pt x="423" y="813"/>
                  </a:lnTo>
                  <a:lnTo>
                    <a:pt x="399" y="806"/>
                  </a:lnTo>
                  <a:lnTo>
                    <a:pt x="371" y="799"/>
                  </a:lnTo>
                  <a:lnTo>
                    <a:pt x="343" y="793"/>
                  </a:lnTo>
                  <a:lnTo>
                    <a:pt x="313" y="789"/>
                  </a:lnTo>
                  <a:lnTo>
                    <a:pt x="292" y="782"/>
                  </a:lnTo>
                  <a:lnTo>
                    <a:pt x="269" y="775"/>
                  </a:lnTo>
                  <a:lnTo>
                    <a:pt x="247" y="766"/>
                  </a:lnTo>
                  <a:lnTo>
                    <a:pt x="231" y="753"/>
                  </a:lnTo>
                  <a:lnTo>
                    <a:pt x="213" y="738"/>
                  </a:lnTo>
                  <a:lnTo>
                    <a:pt x="200" y="724"/>
                  </a:lnTo>
                  <a:lnTo>
                    <a:pt x="189" y="707"/>
                  </a:lnTo>
                  <a:lnTo>
                    <a:pt x="180" y="687"/>
                  </a:lnTo>
                  <a:lnTo>
                    <a:pt x="177" y="666"/>
                  </a:lnTo>
                  <a:lnTo>
                    <a:pt x="177" y="646"/>
                  </a:lnTo>
                  <a:lnTo>
                    <a:pt x="182" y="628"/>
                  </a:lnTo>
                  <a:lnTo>
                    <a:pt x="189" y="601"/>
                  </a:lnTo>
                  <a:lnTo>
                    <a:pt x="196" y="574"/>
                  </a:lnTo>
                  <a:lnTo>
                    <a:pt x="199" y="550"/>
                  </a:lnTo>
                  <a:lnTo>
                    <a:pt x="204" y="526"/>
                  </a:lnTo>
                  <a:lnTo>
                    <a:pt x="207" y="502"/>
                  </a:lnTo>
                  <a:lnTo>
                    <a:pt x="204" y="477"/>
                  </a:lnTo>
                  <a:lnTo>
                    <a:pt x="199" y="454"/>
                  </a:lnTo>
                  <a:lnTo>
                    <a:pt x="190" y="432"/>
                  </a:lnTo>
                  <a:lnTo>
                    <a:pt x="179" y="410"/>
                  </a:lnTo>
                  <a:lnTo>
                    <a:pt x="166" y="393"/>
                  </a:lnTo>
                  <a:lnTo>
                    <a:pt x="159" y="384"/>
                  </a:lnTo>
                  <a:lnTo>
                    <a:pt x="146" y="371"/>
                  </a:lnTo>
                  <a:lnTo>
                    <a:pt x="134" y="360"/>
                  </a:lnTo>
                  <a:lnTo>
                    <a:pt x="121" y="351"/>
                  </a:lnTo>
                  <a:lnTo>
                    <a:pt x="104" y="343"/>
                  </a:lnTo>
                  <a:lnTo>
                    <a:pt x="87" y="337"/>
                  </a:lnTo>
                  <a:lnTo>
                    <a:pt x="66" y="331"/>
                  </a:lnTo>
                  <a:lnTo>
                    <a:pt x="42" y="330"/>
                  </a:lnTo>
                  <a:lnTo>
                    <a:pt x="21" y="330"/>
                  </a:lnTo>
                  <a:lnTo>
                    <a:pt x="0" y="330"/>
                  </a:lnTo>
                  <a:close/>
                </a:path>
              </a:pathLst>
            </a:custGeom>
            <a:solidFill>
              <a:schemeClr val="accent2"/>
            </a:solidFill>
            <a:ln w="19050">
              <a:solidFill>
                <a:schemeClr val="tx1"/>
              </a:solidFill>
              <a:round/>
              <a:headEnd/>
              <a:tailEnd/>
            </a:ln>
          </p:spPr>
          <p:txBody>
            <a:bodyPr/>
            <a:lstStyle/>
            <a:p>
              <a:endParaRPr lang="en-US" sz="1463" dirty="0"/>
            </a:p>
          </p:txBody>
        </p:sp>
        <p:sp>
          <p:nvSpPr>
            <p:cNvPr id="6" name="Freeform 5"/>
            <p:cNvSpPr>
              <a:spLocks/>
            </p:cNvSpPr>
            <p:nvPr/>
          </p:nvSpPr>
          <p:spPr bwMode="auto">
            <a:xfrm>
              <a:off x="3116" y="2333"/>
              <a:ext cx="1634" cy="1327"/>
            </a:xfrm>
            <a:custGeom>
              <a:avLst/>
              <a:gdLst>
                <a:gd name="T0" fmla="*/ 0 w 1634"/>
                <a:gd name="T1" fmla="*/ 1327 h 1327"/>
                <a:gd name="T2" fmla="*/ 1633 w 1634"/>
                <a:gd name="T3" fmla="*/ 0 h 1327"/>
                <a:gd name="T4" fmla="*/ 1480 w 1634"/>
                <a:gd name="T5" fmla="*/ 26 h 1327"/>
                <a:gd name="T6" fmla="*/ 1485 w 1634"/>
                <a:gd name="T7" fmla="*/ 69 h 1327"/>
                <a:gd name="T8" fmla="*/ 1501 w 1634"/>
                <a:gd name="T9" fmla="*/ 129 h 1327"/>
                <a:gd name="T10" fmla="*/ 1506 w 1634"/>
                <a:gd name="T11" fmla="*/ 177 h 1327"/>
                <a:gd name="T12" fmla="*/ 1496 w 1634"/>
                <a:gd name="T13" fmla="*/ 226 h 1327"/>
                <a:gd name="T14" fmla="*/ 1462 w 1634"/>
                <a:gd name="T15" fmla="*/ 268 h 1327"/>
                <a:gd name="T16" fmla="*/ 1420 w 1634"/>
                <a:gd name="T17" fmla="*/ 299 h 1327"/>
                <a:gd name="T18" fmla="*/ 1369 w 1634"/>
                <a:gd name="T19" fmla="*/ 315 h 1327"/>
                <a:gd name="T20" fmla="*/ 1295 w 1634"/>
                <a:gd name="T21" fmla="*/ 314 h 1327"/>
                <a:gd name="T22" fmla="*/ 1247 w 1634"/>
                <a:gd name="T23" fmla="*/ 304 h 1327"/>
                <a:gd name="T24" fmla="*/ 1199 w 1634"/>
                <a:gd name="T25" fmla="*/ 270 h 1327"/>
                <a:gd name="T26" fmla="*/ 1167 w 1634"/>
                <a:gd name="T27" fmla="*/ 229 h 1327"/>
                <a:gd name="T28" fmla="*/ 1153 w 1634"/>
                <a:gd name="T29" fmla="*/ 185 h 1327"/>
                <a:gd name="T30" fmla="*/ 1156 w 1634"/>
                <a:gd name="T31" fmla="*/ 137 h 1327"/>
                <a:gd name="T32" fmla="*/ 1167 w 1634"/>
                <a:gd name="T33" fmla="*/ 93 h 1327"/>
                <a:gd name="T34" fmla="*/ 1178 w 1634"/>
                <a:gd name="T35" fmla="*/ 48 h 1327"/>
                <a:gd name="T36" fmla="*/ 1173 w 1634"/>
                <a:gd name="T37" fmla="*/ 6 h 1327"/>
                <a:gd name="T38" fmla="*/ 902 w 1634"/>
                <a:gd name="T39" fmla="*/ 52 h 1327"/>
                <a:gd name="T40" fmla="*/ 897 w 1634"/>
                <a:gd name="T41" fmla="*/ 112 h 1327"/>
                <a:gd name="T42" fmla="*/ 894 w 1634"/>
                <a:gd name="T43" fmla="*/ 161 h 1327"/>
                <a:gd name="T44" fmla="*/ 882 w 1634"/>
                <a:gd name="T45" fmla="*/ 203 h 1327"/>
                <a:gd name="T46" fmla="*/ 858 w 1634"/>
                <a:gd name="T47" fmla="*/ 232 h 1327"/>
                <a:gd name="T48" fmla="*/ 824 w 1634"/>
                <a:gd name="T49" fmla="*/ 247 h 1327"/>
                <a:gd name="T50" fmla="*/ 786 w 1634"/>
                <a:gd name="T51" fmla="*/ 251 h 1327"/>
                <a:gd name="T52" fmla="*/ 739 w 1634"/>
                <a:gd name="T53" fmla="*/ 249 h 1327"/>
                <a:gd name="T54" fmla="*/ 697 w 1634"/>
                <a:gd name="T55" fmla="*/ 246 h 1327"/>
                <a:gd name="T56" fmla="*/ 643 w 1634"/>
                <a:gd name="T57" fmla="*/ 243 h 1327"/>
                <a:gd name="T58" fmla="*/ 595 w 1634"/>
                <a:gd name="T59" fmla="*/ 249 h 1327"/>
                <a:gd name="T60" fmla="*/ 551 w 1634"/>
                <a:gd name="T61" fmla="*/ 266 h 1327"/>
                <a:gd name="T62" fmla="*/ 519 w 1634"/>
                <a:gd name="T63" fmla="*/ 295 h 1327"/>
                <a:gd name="T64" fmla="*/ 501 w 1634"/>
                <a:gd name="T65" fmla="*/ 332 h 1327"/>
                <a:gd name="T66" fmla="*/ 501 w 1634"/>
                <a:gd name="T67" fmla="*/ 374 h 1327"/>
                <a:gd name="T68" fmla="*/ 501 w 1634"/>
                <a:gd name="T69" fmla="*/ 421 h 1327"/>
                <a:gd name="T70" fmla="*/ 491 w 1634"/>
                <a:gd name="T71" fmla="*/ 459 h 1327"/>
                <a:gd name="T72" fmla="*/ 471 w 1634"/>
                <a:gd name="T73" fmla="*/ 490 h 1327"/>
                <a:gd name="T74" fmla="*/ 430 w 1634"/>
                <a:gd name="T75" fmla="*/ 511 h 1327"/>
                <a:gd name="T76" fmla="*/ 386 w 1634"/>
                <a:gd name="T77" fmla="*/ 524 h 1327"/>
                <a:gd name="T78" fmla="*/ 334 w 1634"/>
                <a:gd name="T79" fmla="*/ 535 h 1327"/>
                <a:gd name="T80" fmla="*/ 287 w 1634"/>
                <a:gd name="T81" fmla="*/ 547 h 1327"/>
                <a:gd name="T82" fmla="*/ 248 w 1634"/>
                <a:gd name="T83" fmla="*/ 562 h 1327"/>
                <a:gd name="T84" fmla="*/ 218 w 1634"/>
                <a:gd name="T85" fmla="*/ 585 h 1327"/>
                <a:gd name="T86" fmla="*/ 193 w 1634"/>
                <a:gd name="T87" fmla="*/ 620 h 1327"/>
                <a:gd name="T88" fmla="*/ 180 w 1634"/>
                <a:gd name="T89" fmla="*/ 664 h 1327"/>
                <a:gd name="T90" fmla="*/ 186 w 1634"/>
                <a:gd name="T91" fmla="*/ 709 h 1327"/>
                <a:gd name="T92" fmla="*/ 200 w 1634"/>
                <a:gd name="T93" fmla="*/ 765 h 1327"/>
                <a:gd name="T94" fmla="*/ 208 w 1634"/>
                <a:gd name="T95" fmla="*/ 813 h 1327"/>
                <a:gd name="T96" fmla="*/ 206 w 1634"/>
                <a:gd name="T97" fmla="*/ 860 h 1327"/>
                <a:gd name="T98" fmla="*/ 193 w 1634"/>
                <a:gd name="T99" fmla="*/ 902 h 1327"/>
                <a:gd name="T100" fmla="*/ 173 w 1634"/>
                <a:gd name="T101" fmla="*/ 945 h 1327"/>
                <a:gd name="T102" fmla="*/ 141 w 1634"/>
                <a:gd name="T103" fmla="*/ 991 h 1327"/>
                <a:gd name="T104" fmla="*/ 108 w 1634"/>
                <a:gd name="T105" fmla="*/ 1021 h 1327"/>
                <a:gd name="T106" fmla="*/ 74 w 1634"/>
                <a:gd name="T107" fmla="*/ 1039 h 1327"/>
                <a:gd name="T108" fmla="*/ 23 w 1634"/>
                <a:gd name="T109" fmla="*/ 1049 h 13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34"/>
                <a:gd name="T166" fmla="*/ 0 h 1327"/>
                <a:gd name="T167" fmla="*/ 1634 w 1634"/>
                <a:gd name="T168" fmla="*/ 1327 h 13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34" h="1327">
                  <a:moveTo>
                    <a:pt x="0" y="1049"/>
                  </a:moveTo>
                  <a:lnTo>
                    <a:pt x="0" y="1327"/>
                  </a:lnTo>
                  <a:lnTo>
                    <a:pt x="1634" y="1327"/>
                  </a:lnTo>
                  <a:lnTo>
                    <a:pt x="1633" y="0"/>
                  </a:lnTo>
                  <a:lnTo>
                    <a:pt x="1487" y="0"/>
                  </a:lnTo>
                  <a:lnTo>
                    <a:pt x="1480" y="26"/>
                  </a:lnTo>
                  <a:lnTo>
                    <a:pt x="1480" y="44"/>
                  </a:lnTo>
                  <a:lnTo>
                    <a:pt x="1485" y="69"/>
                  </a:lnTo>
                  <a:lnTo>
                    <a:pt x="1493" y="96"/>
                  </a:lnTo>
                  <a:lnTo>
                    <a:pt x="1501" y="129"/>
                  </a:lnTo>
                  <a:lnTo>
                    <a:pt x="1506" y="154"/>
                  </a:lnTo>
                  <a:lnTo>
                    <a:pt x="1506" y="177"/>
                  </a:lnTo>
                  <a:lnTo>
                    <a:pt x="1503" y="202"/>
                  </a:lnTo>
                  <a:lnTo>
                    <a:pt x="1496" y="226"/>
                  </a:lnTo>
                  <a:lnTo>
                    <a:pt x="1480" y="249"/>
                  </a:lnTo>
                  <a:lnTo>
                    <a:pt x="1462" y="268"/>
                  </a:lnTo>
                  <a:lnTo>
                    <a:pt x="1442" y="287"/>
                  </a:lnTo>
                  <a:lnTo>
                    <a:pt x="1420" y="299"/>
                  </a:lnTo>
                  <a:lnTo>
                    <a:pt x="1393" y="309"/>
                  </a:lnTo>
                  <a:lnTo>
                    <a:pt x="1369" y="315"/>
                  </a:lnTo>
                  <a:lnTo>
                    <a:pt x="1335" y="316"/>
                  </a:lnTo>
                  <a:lnTo>
                    <a:pt x="1295" y="314"/>
                  </a:lnTo>
                  <a:lnTo>
                    <a:pt x="1270" y="309"/>
                  </a:lnTo>
                  <a:lnTo>
                    <a:pt x="1247" y="304"/>
                  </a:lnTo>
                  <a:lnTo>
                    <a:pt x="1226" y="291"/>
                  </a:lnTo>
                  <a:lnTo>
                    <a:pt x="1199" y="270"/>
                  </a:lnTo>
                  <a:lnTo>
                    <a:pt x="1182" y="250"/>
                  </a:lnTo>
                  <a:lnTo>
                    <a:pt x="1167" y="229"/>
                  </a:lnTo>
                  <a:lnTo>
                    <a:pt x="1158" y="206"/>
                  </a:lnTo>
                  <a:lnTo>
                    <a:pt x="1153" y="185"/>
                  </a:lnTo>
                  <a:lnTo>
                    <a:pt x="1153" y="161"/>
                  </a:lnTo>
                  <a:lnTo>
                    <a:pt x="1156" y="137"/>
                  </a:lnTo>
                  <a:lnTo>
                    <a:pt x="1161" y="115"/>
                  </a:lnTo>
                  <a:lnTo>
                    <a:pt x="1167" y="93"/>
                  </a:lnTo>
                  <a:lnTo>
                    <a:pt x="1174" y="71"/>
                  </a:lnTo>
                  <a:lnTo>
                    <a:pt x="1178" y="48"/>
                  </a:lnTo>
                  <a:lnTo>
                    <a:pt x="1178" y="28"/>
                  </a:lnTo>
                  <a:lnTo>
                    <a:pt x="1173" y="6"/>
                  </a:lnTo>
                  <a:lnTo>
                    <a:pt x="899" y="6"/>
                  </a:lnTo>
                  <a:lnTo>
                    <a:pt x="902" y="52"/>
                  </a:lnTo>
                  <a:lnTo>
                    <a:pt x="899" y="85"/>
                  </a:lnTo>
                  <a:lnTo>
                    <a:pt x="897" y="112"/>
                  </a:lnTo>
                  <a:lnTo>
                    <a:pt x="897" y="136"/>
                  </a:lnTo>
                  <a:lnTo>
                    <a:pt x="894" y="161"/>
                  </a:lnTo>
                  <a:lnTo>
                    <a:pt x="889" y="187"/>
                  </a:lnTo>
                  <a:lnTo>
                    <a:pt x="882" y="203"/>
                  </a:lnTo>
                  <a:lnTo>
                    <a:pt x="872" y="219"/>
                  </a:lnTo>
                  <a:lnTo>
                    <a:pt x="858" y="232"/>
                  </a:lnTo>
                  <a:lnTo>
                    <a:pt x="842" y="242"/>
                  </a:lnTo>
                  <a:lnTo>
                    <a:pt x="824" y="247"/>
                  </a:lnTo>
                  <a:lnTo>
                    <a:pt x="804" y="250"/>
                  </a:lnTo>
                  <a:lnTo>
                    <a:pt x="786" y="251"/>
                  </a:lnTo>
                  <a:lnTo>
                    <a:pt x="762" y="251"/>
                  </a:lnTo>
                  <a:lnTo>
                    <a:pt x="739" y="249"/>
                  </a:lnTo>
                  <a:lnTo>
                    <a:pt x="721" y="247"/>
                  </a:lnTo>
                  <a:lnTo>
                    <a:pt x="697" y="246"/>
                  </a:lnTo>
                  <a:lnTo>
                    <a:pt x="671" y="243"/>
                  </a:lnTo>
                  <a:lnTo>
                    <a:pt x="643" y="243"/>
                  </a:lnTo>
                  <a:lnTo>
                    <a:pt x="619" y="246"/>
                  </a:lnTo>
                  <a:lnTo>
                    <a:pt x="595" y="249"/>
                  </a:lnTo>
                  <a:lnTo>
                    <a:pt x="570" y="256"/>
                  </a:lnTo>
                  <a:lnTo>
                    <a:pt x="551" y="266"/>
                  </a:lnTo>
                  <a:lnTo>
                    <a:pt x="532" y="278"/>
                  </a:lnTo>
                  <a:lnTo>
                    <a:pt x="519" y="295"/>
                  </a:lnTo>
                  <a:lnTo>
                    <a:pt x="506" y="314"/>
                  </a:lnTo>
                  <a:lnTo>
                    <a:pt x="501" y="332"/>
                  </a:lnTo>
                  <a:lnTo>
                    <a:pt x="498" y="353"/>
                  </a:lnTo>
                  <a:lnTo>
                    <a:pt x="501" y="374"/>
                  </a:lnTo>
                  <a:lnTo>
                    <a:pt x="502" y="397"/>
                  </a:lnTo>
                  <a:lnTo>
                    <a:pt x="501" y="421"/>
                  </a:lnTo>
                  <a:lnTo>
                    <a:pt x="496" y="439"/>
                  </a:lnTo>
                  <a:lnTo>
                    <a:pt x="491" y="459"/>
                  </a:lnTo>
                  <a:lnTo>
                    <a:pt x="482" y="477"/>
                  </a:lnTo>
                  <a:lnTo>
                    <a:pt x="471" y="490"/>
                  </a:lnTo>
                  <a:lnTo>
                    <a:pt x="453" y="503"/>
                  </a:lnTo>
                  <a:lnTo>
                    <a:pt x="430" y="511"/>
                  </a:lnTo>
                  <a:lnTo>
                    <a:pt x="407" y="518"/>
                  </a:lnTo>
                  <a:lnTo>
                    <a:pt x="386" y="524"/>
                  </a:lnTo>
                  <a:lnTo>
                    <a:pt x="364" y="530"/>
                  </a:lnTo>
                  <a:lnTo>
                    <a:pt x="334" y="535"/>
                  </a:lnTo>
                  <a:lnTo>
                    <a:pt x="311" y="540"/>
                  </a:lnTo>
                  <a:lnTo>
                    <a:pt x="287" y="547"/>
                  </a:lnTo>
                  <a:lnTo>
                    <a:pt x="268" y="554"/>
                  </a:lnTo>
                  <a:lnTo>
                    <a:pt x="248" y="562"/>
                  </a:lnTo>
                  <a:lnTo>
                    <a:pt x="232" y="573"/>
                  </a:lnTo>
                  <a:lnTo>
                    <a:pt x="218" y="585"/>
                  </a:lnTo>
                  <a:lnTo>
                    <a:pt x="203" y="603"/>
                  </a:lnTo>
                  <a:lnTo>
                    <a:pt x="193" y="620"/>
                  </a:lnTo>
                  <a:lnTo>
                    <a:pt x="184" y="640"/>
                  </a:lnTo>
                  <a:lnTo>
                    <a:pt x="180" y="664"/>
                  </a:lnTo>
                  <a:lnTo>
                    <a:pt x="183" y="686"/>
                  </a:lnTo>
                  <a:lnTo>
                    <a:pt x="186" y="709"/>
                  </a:lnTo>
                  <a:lnTo>
                    <a:pt x="193" y="736"/>
                  </a:lnTo>
                  <a:lnTo>
                    <a:pt x="200" y="765"/>
                  </a:lnTo>
                  <a:lnTo>
                    <a:pt x="206" y="792"/>
                  </a:lnTo>
                  <a:lnTo>
                    <a:pt x="208" y="813"/>
                  </a:lnTo>
                  <a:lnTo>
                    <a:pt x="208" y="833"/>
                  </a:lnTo>
                  <a:lnTo>
                    <a:pt x="206" y="860"/>
                  </a:lnTo>
                  <a:lnTo>
                    <a:pt x="199" y="883"/>
                  </a:lnTo>
                  <a:lnTo>
                    <a:pt x="193" y="902"/>
                  </a:lnTo>
                  <a:lnTo>
                    <a:pt x="184" y="921"/>
                  </a:lnTo>
                  <a:lnTo>
                    <a:pt x="173" y="945"/>
                  </a:lnTo>
                  <a:lnTo>
                    <a:pt x="158" y="972"/>
                  </a:lnTo>
                  <a:lnTo>
                    <a:pt x="141" y="991"/>
                  </a:lnTo>
                  <a:lnTo>
                    <a:pt x="124" y="1007"/>
                  </a:lnTo>
                  <a:lnTo>
                    <a:pt x="108" y="1021"/>
                  </a:lnTo>
                  <a:lnTo>
                    <a:pt x="91" y="1032"/>
                  </a:lnTo>
                  <a:lnTo>
                    <a:pt x="74" y="1039"/>
                  </a:lnTo>
                  <a:lnTo>
                    <a:pt x="50" y="1045"/>
                  </a:lnTo>
                  <a:lnTo>
                    <a:pt x="23" y="1049"/>
                  </a:lnTo>
                  <a:lnTo>
                    <a:pt x="0" y="1049"/>
                  </a:lnTo>
                  <a:close/>
                </a:path>
              </a:pathLst>
            </a:custGeom>
            <a:solidFill>
              <a:schemeClr val="accent5"/>
            </a:solidFill>
            <a:ln w="19050">
              <a:solidFill>
                <a:schemeClr val="tx1"/>
              </a:solidFill>
              <a:round/>
              <a:headEnd/>
              <a:tailEnd/>
            </a:ln>
          </p:spPr>
          <p:txBody>
            <a:bodyPr/>
            <a:lstStyle/>
            <a:p>
              <a:pPr>
                <a:defRPr/>
              </a:pPr>
              <a:endParaRPr lang="en-US" sz="1463" dirty="0"/>
            </a:p>
          </p:txBody>
        </p:sp>
        <p:sp>
          <p:nvSpPr>
            <p:cNvPr id="7" name="Freeform 6"/>
            <p:cNvSpPr>
              <a:spLocks/>
            </p:cNvSpPr>
            <p:nvPr/>
          </p:nvSpPr>
          <p:spPr bwMode="auto">
            <a:xfrm>
              <a:off x="1489" y="2076"/>
              <a:ext cx="1627" cy="1584"/>
            </a:xfrm>
            <a:custGeom>
              <a:avLst/>
              <a:gdLst>
                <a:gd name="T0" fmla="*/ 1627 w 1628"/>
                <a:gd name="T1" fmla="*/ 1584 h 1584"/>
                <a:gd name="T2" fmla="*/ 0 w 1628"/>
                <a:gd name="T3" fmla="*/ 319 h 1584"/>
                <a:gd name="T4" fmla="*/ 147 w 1628"/>
                <a:gd name="T5" fmla="*/ 308 h 1584"/>
                <a:gd name="T6" fmla="*/ 151 w 1628"/>
                <a:gd name="T7" fmla="*/ 280 h 1584"/>
                <a:gd name="T8" fmla="*/ 144 w 1628"/>
                <a:gd name="T9" fmla="*/ 244 h 1584"/>
                <a:gd name="T10" fmla="*/ 133 w 1628"/>
                <a:gd name="T11" fmla="*/ 202 h 1584"/>
                <a:gd name="T12" fmla="*/ 126 w 1628"/>
                <a:gd name="T13" fmla="*/ 161 h 1584"/>
                <a:gd name="T14" fmla="*/ 127 w 1628"/>
                <a:gd name="T15" fmla="*/ 123 h 1584"/>
                <a:gd name="T16" fmla="*/ 140 w 1628"/>
                <a:gd name="T17" fmla="*/ 85 h 1584"/>
                <a:gd name="T18" fmla="*/ 166 w 1628"/>
                <a:gd name="T19" fmla="*/ 54 h 1584"/>
                <a:gd name="T20" fmla="*/ 196 w 1628"/>
                <a:gd name="T21" fmla="*/ 28 h 1584"/>
                <a:gd name="T22" fmla="*/ 233 w 1628"/>
                <a:gd name="T23" fmla="*/ 10 h 1584"/>
                <a:gd name="T24" fmla="*/ 279 w 1628"/>
                <a:gd name="T25" fmla="*/ 2 h 1584"/>
                <a:gd name="T26" fmla="*/ 320 w 1628"/>
                <a:gd name="T27" fmla="*/ 0 h 1584"/>
                <a:gd name="T28" fmla="*/ 356 w 1628"/>
                <a:gd name="T29" fmla="*/ 4 h 1584"/>
                <a:gd name="T30" fmla="*/ 392 w 1628"/>
                <a:gd name="T31" fmla="*/ 16 h 1584"/>
                <a:gd name="T32" fmla="*/ 422 w 1628"/>
                <a:gd name="T33" fmla="*/ 36 h 1584"/>
                <a:gd name="T34" fmla="*/ 450 w 1628"/>
                <a:gd name="T35" fmla="*/ 65 h 1584"/>
                <a:gd name="T36" fmla="*/ 473 w 1628"/>
                <a:gd name="T37" fmla="*/ 98 h 1584"/>
                <a:gd name="T38" fmla="*/ 485 w 1628"/>
                <a:gd name="T39" fmla="*/ 143 h 1584"/>
                <a:gd name="T40" fmla="*/ 480 w 1628"/>
                <a:gd name="T41" fmla="*/ 188 h 1584"/>
                <a:gd name="T42" fmla="*/ 469 w 1628"/>
                <a:gd name="T43" fmla="*/ 233 h 1584"/>
                <a:gd name="T44" fmla="*/ 457 w 1628"/>
                <a:gd name="T45" fmla="*/ 278 h 1584"/>
                <a:gd name="T46" fmla="*/ 460 w 1628"/>
                <a:gd name="T47" fmla="*/ 300 h 1584"/>
                <a:gd name="T48" fmla="*/ 734 w 1628"/>
                <a:gd name="T49" fmla="*/ 311 h 1584"/>
                <a:gd name="T50" fmla="*/ 727 w 1628"/>
                <a:gd name="T51" fmla="*/ 394 h 1584"/>
                <a:gd name="T52" fmla="*/ 730 w 1628"/>
                <a:gd name="T53" fmla="*/ 444 h 1584"/>
                <a:gd name="T54" fmla="*/ 737 w 1628"/>
                <a:gd name="T55" fmla="*/ 494 h 1584"/>
                <a:gd name="T56" fmla="*/ 755 w 1628"/>
                <a:gd name="T57" fmla="*/ 525 h 1584"/>
                <a:gd name="T58" fmla="*/ 785 w 1628"/>
                <a:gd name="T59" fmla="*/ 548 h 1584"/>
                <a:gd name="T60" fmla="*/ 820 w 1628"/>
                <a:gd name="T61" fmla="*/ 558 h 1584"/>
                <a:gd name="T62" fmla="*/ 863 w 1628"/>
                <a:gd name="T63" fmla="*/ 559 h 1584"/>
                <a:gd name="T64" fmla="*/ 904 w 1628"/>
                <a:gd name="T65" fmla="*/ 555 h 1584"/>
                <a:gd name="T66" fmla="*/ 955 w 1628"/>
                <a:gd name="T67" fmla="*/ 549 h 1584"/>
                <a:gd name="T68" fmla="*/ 1007 w 1628"/>
                <a:gd name="T69" fmla="*/ 552 h 1584"/>
                <a:gd name="T70" fmla="*/ 1055 w 1628"/>
                <a:gd name="T71" fmla="*/ 565 h 1584"/>
                <a:gd name="T72" fmla="*/ 1094 w 1628"/>
                <a:gd name="T73" fmla="*/ 588 h 1584"/>
                <a:gd name="T74" fmla="*/ 1118 w 1628"/>
                <a:gd name="T75" fmla="*/ 621 h 1584"/>
                <a:gd name="T76" fmla="*/ 1128 w 1628"/>
                <a:gd name="T77" fmla="*/ 661 h 1584"/>
                <a:gd name="T78" fmla="*/ 1124 w 1628"/>
                <a:gd name="T79" fmla="*/ 706 h 1584"/>
                <a:gd name="T80" fmla="*/ 1128 w 1628"/>
                <a:gd name="T81" fmla="*/ 749 h 1584"/>
                <a:gd name="T82" fmla="*/ 1144 w 1628"/>
                <a:gd name="T83" fmla="*/ 785 h 1584"/>
                <a:gd name="T84" fmla="*/ 1172 w 1628"/>
                <a:gd name="T85" fmla="*/ 811 h 1584"/>
                <a:gd name="T86" fmla="*/ 1219 w 1628"/>
                <a:gd name="T87" fmla="*/ 826 h 1584"/>
                <a:gd name="T88" fmla="*/ 1262 w 1628"/>
                <a:gd name="T89" fmla="*/ 837 h 1584"/>
                <a:gd name="T90" fmla="*/ 1315 w 1628"/>
                <a:gd name="T91" fmla="*/ 847 h 1584"/>
                <a:gd name="T92" fmla="*/ 1358 w 1628"/>
                <a:gd name="T93" fmla="*/ 861 h 1584"/>
                <a:gd name="T94" fmla="*/ 1394 w 1628"/>
                <a:gd name="T95" fmla="*/ 881 h 1584"/>
                <a:gd name="T96" fmla="*/ 1423 w 1628"/>
                <a:gd name="T97" fmla="*/ 911 h 1584"/>
                <a:gd name="T98" fmla="*/ 1442 w 1628"/>
                <a:gd name="T99" fmla="*/ 946 h 1584"/>
                <a:gd name="T100" fmla="*/ 1443 w 1628"/>
                <a:gd name="T101" fmla="*/ 996 h 1584"/>
                <a:gd name="T102" fmla="*/ 1433 w 1628"/>
                <a:gd name="T103" fmla="*/ 1044 h 1584"/>
                <a:gd name="T104" fmla="*/ 1419 w 1628"/>
                <a:gd name="T105" fmla="*/ 1100 h 1584"/>
                <a:gd name="T106" fmla="*/ 1416 w 1628"/>
                <a:gd name="T107" fmla="*/ 1141 h 1584"/>
                <a:gd name="T108" fmla="*/ 1426 w 1628"/>
                <a:gd name="T109" fmla="*/ 1190 h 1584"/>
                <a:gd name="T110" fmla="*/ 1444 w 1628"/>
                <a:gd name="T111" fmla="*/ 1224 h 1584"/>
                <a:gd name="T112" fmla="*/ 1474 w 1628"/>
                <a:gd name="T113" fmla="*/ 1261 h 1584"/>
                <a:gd name="T114" fmla="*/ 1514 w 1628"/>
                <a:gd name="T115" fmla="*/ 1289 h 1584"/>
                <a:gd name="T116" fmla="*/ 1555 w 1628"/>
                <a:gd name="T117" fmla="*/ 1302 h 1584"/>
                <a:gd name="T118" fmla="*/ 1601 w 1628"/>
                <a:gd name="T119" fmla="*/ 1306 h 15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28"/>
                <a:gd name="T181" fmla="*/ 0 h 1584"/>
                <a:gd name="T182" fmla="*/ 1628 w 1628"/>
                <a:gd name="T183" fmla="*/ 1584 h 15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28" h="1584">
                  <a:moveTo>
                    <a:pt x="1628" y="1305"/>
                  </a:moveTo>
                  <a:lnTo>
                    <a:pt x="1628" y="1584"/>
                  </a:lnTo>
                  <a:lnTo>
                    <a:pt x="1" y="1584"/>
                  </a:lnTo>
                  <a:lnTo>
                    <a:pt x="0" y="319"/>
                  </a:lnTo>
                  <a:lnTo>
                    <a:pt x="141" y="319"/>
                  </a:lnTo>
                  <a:lnTo>
                    <a:pt x="147" y="308"/>
                  </a:lnTo>
                  <a:lnTo>
                    <a:pt x="151" y="292"/>
                  </a:lnTo>
                  <a:lnTo>
                    <a:pt x="151" y="280"/>
                  </a:lnTo>
                  <a:lnTo>
                    <a:pt x="150" y="264"/>
                  </a:lnTo>
                  <a:lnTo>
                    <a:pt x="144" y="244"/>
                  </a:lnTo>
                  <a:lnTo>
                    <a:pt x="138" y="219"/>
                  </a:lnTo>
                  <a:lnTo>
                    <a:pt x="133" y="202"/>
                  </a:lnTo>
                  <a:lnTo>
                    <a:pt x="127" y="181"/>
                  </a:lnTo>
                  <a:lnTo>
                    <a:pt x="126" y="161"/>
                  </a:lnTo>
                  <a:lnTo>
                    <a:pt x="126" y="141"/>
                  </a:lnTo>
                  <a:lnTo>
                    <a:pt x="127" y="123"/>
                  </a:lnTo>
                  <a:lnTo>
                    <a:pt x="133" y="103"/>
                  </a:lnTo>
                  <a:lnTo>
                    <a:pt x="140" y="85"/>
                  </a:lnTo>
                  <a:lnTo>
                    <a:pt x="151" y="71"/>
                  </a:lnTo>
                  <a:lnTo>
                    <a:pt x="166" y="54"/>
                  </a:lnTo>
                  <a:lnTo>
                    <a:pt x="181" y="41"/>
                  </a:lnTo>
                  <a:lnTo>
                    <a:pt x="196" y="28"/>
                  </a:lnTo>
                  <a:lnTo>
                    <a:pt x="213" y="19"/>
                  </a:lnTo>
                  <a:lnTo>
                    <a:pt x="233" y="10"/>
                  </a:lnTo>
                  <a:lnTo>
                    <a:pt x="255" y="4"/>
                  </a:lnTo>
                  <a:lnTo>
                    <a:pt x="279" y="2"/>
                  </a:lnTo>
                  <a:lnTo>
                    <a:pt x="299" y="0"/>
                  </a:lnTo>
                  <a:lnTo>
                    <a:pt x="320" y="0"/>
                  </a:lnTo>
                  <a:lnTo>
                    <a:pt x="340" y="2"/>
                  </a:lnTo>
                  <a:lnTo>
                    <a:pt x="356" y="4"/>
                  </a:lnTo>
                  <a:lnTo>
                    <a:pt x="374" y="10"/>
                  </a:lnTo>
                  <a:lnTo>
                    <a:pt x="392" y="16"/>
                  </a:lnTo>
                  <a:lnTo>
                    <a:pt x="406" y="24"/>
                  </a:lnTo>
                  <a:lnTo>
                    <a:pt x="422" y="36"/>
                  </a:lnTo>
                  <a:lnTo>
                    <a:pt x="436" y="50"/>
                  </a:lnTo>
                  <a:lnTo>
                    <a:pt x="450" y="65"/>
                  </a:lnTo>
                  <a:lnTo>
                    <a:pt x="463" y="81"/>
                  </a:lnTo>
                  <a:lnTo>
                    <a:pt x="473" y="98"/>
                  </a:lnTo>
                  <a:lnTo>
                    <a:pt x="480" y="119"/>
                  </a:lnTo>
                  <a:lnTo>
                    <a:pt x="485" y="143"/>
                  </a:lnTo>
                  <a:lnTo>
                    <a:pt x="485" y="165"/>
                  </a:lnTo>
                  <a:lnTo>
                    <a:pt x="480" y="188"/>
                  </a:lnTo>
                  <a:lnTo>
                    <a:pt x="474" y="211"/>
                  </a:lnTo>
                  <a:lnTo>
                    <a:pt x="469" y="233"/>
                  </a:lnTo>
                  <a:lnTo>
                    <a:pt x="461" y="259"/>
                  </a:lnTo>
                  <a:lnTo>
                    <a:pt x="457" y="278"/>
                  </a:lnTo>
                  <a:lnTo>
                    <a:pt x="457" y="290"/>
                  </a:lnTo>
                  <a:lnTo>
                    <a:pt x="460" y="300"/>
                  </a:lnTo>
                  <a:lnTo>
                    <a:pt x="464" y="311"/>
                  </a:lnTo>
                  <a:lnTo>
                    <a:pt x="734" y="311"/>
                  </a:lnTo>
                  <a:lnTo>
                    <a:pt x="728" y="363"/>
                  </a:lnTo>
                  <a:lnTo>
                    <a:pt x="727" y="394"/>
                  </a:lnTo>
                  <a:lnTo>
                    <a:pt x="728" y="420"/>
                  </a:lnTo>
                  <a:lnTo>
                    <a:pt x="730" y="444"/>
                  </a:lnTo>
                  <a:lnTo>
                    <a:pt x="733" y="469"/>
                  </a:lnTo>
                  <a:lnTo>
                    <a:pt x="737" y="494"/>
                  </a:lnTo>
                  <a:lnTo>
                    <a:pt x="745" y="511"/>
                  </a:lnTo>
                  <a:lnTo>
                    <a:pt x="755" y="525"/>
                  </a:lnTo>
                  <a:lnTo>
                    <a:pt x="768" y="538"/>
                  </a:lnTo>
                  <a:lnTo>
                    <a:pt x="785" y="548"/>
                  </a:lnTo>
                  <a:lnTo>
                    <a:pt x="803" y="555"/>
                  </a:lnTo>
                  <a:lnTo>
                    <a:pt x="821" y="558"/>
                  </a:lnTo>
                  <a:lnTo>
                    <a:pt x="841" y="559"/>
                  </a:lnTo>
                  <a:lnTo>
                    <a:pt x="864" y="559"/>
                  </a:lnTo>
                  <a:lnTo>
                    <a:pt x="888" y="556"/>
                  </a:lnTo>
                  <a:lnTo>
                    <a:pt x="905" y="555"/>
                  </a:lnTo>
                  <a:lnTo>
                    <a:pt x="930" y="552"/>
                  </a:lnTo>
                  <a:lnTo>
                    <a:pt x="956" y="549"/>
                  </a:lnTo>
                  <a:lnTo>
                    <a:pt x="984" y="549"/>
                  </a:lnTo>
                  <a:lnTo>
                    <a:pt x="1008" y="552"/>
                  </a:lnTo>
                  <a:lnTo>
                    <a:pt x="1032" y="556"/>
                  </a:lnTo>
                  <a:lnTo>
                    <a:pt x="1056" y="565"/>
                  </a:lnTo>
                  <a:lnTo>
                    <a:pt x="1076" y="573"/>
                  </a:lnTo>
                  <a:lnTo>
                    <a:pt x="1095" y="588"/>
                  </a:lnTo>
                  <a:lnTo>
                    <a:pt x="1108" y="603"/>
                  </a:lnTo>
                  <a:lnTo>
                    <a:pt x="1119" y="621"/>
                  </a:lnTo>
                  <a:lnTo>
                    <a:pt x="1126" y="641"/>
                  </a:lnTo>
                  <a:lnTo>
                    <a:pt x="1129" y="661"/>
                  </a:lnTo>
                  <a:lnTo>
                    <a:pt x="1126" y="684"/>
                  </a:lnTo>
                  <a:lnTo>
                    <a:pt x="1125" y="706"/>
                  </a:lnTo>
                  <a:lnTo>
                    <a:pt x="1126" y="729"/>
                  </a:lnTo>
                  <a:lnTo>
                    <a:pt x="1129" y="749"/>
                  </a:lnTo>
                  <a:lnTo>
                    <a:pt x="1136" y="767"/>
                  </a:lnTo>
                  <a:lnTo>
                    <a:pt x="1145" y="785"/>
                  </a:lnTo>
                  <a:lnTo>
                    <a:pt x="1156" y="798"/>
                  </a:lnTo>
                  <a:lnTo>
                    <a:pt x="1173" y="811"/>
                  </a:lnTo>
                  <a:lnTo>
                    <a:pt x="1196" y="819"/>
                  </a:lnTo>
                  <a:lnTo>
                    <a:pt x="1220" y="826"/>
                  </a:lnTo>
                  <a:lnTo>
                    <a:pt x="1239" y="832"/>
                  </a:lnTo>
                  <a:lnTo>
                    <a:pt x="1263" y="837"/>
                  </a:lnTo>
                  <a:lnTo>
                    <a:pt x="1292" y="843"/>
                  </a:lnTo>
                  <a:lnTo>
                    <a:pt x="1316" y="847"/>
                  </a:lnTo>
                  <a:lnTo>
                    <a:pt x="1340" y="854"/>
                  </a:lnTo>
                  <a:lnTo>
                    <a:pt x="1359" y="861"/>
                  </a:lnTo>
                  <a:lnTo>
                    <a:pt x="1379" y="870"/>
                  </a:lnTo>
                  <a:lnTo>
                    <a:pt x="1395" y="881"/>
                  </a:lnTo>
                  <a:lnTo>
                    <a:pt x="1407" y="893"/>
                  </a:lnTo>
                  <a:lnTo>
                    <a:pt x="1424" y="911"/>
                  </a:lnTo>
                  <a:lnTo>
                    <a:pt x="1434" y="928"/>
                  </a:lnTo>
                  <a:lnTo>
                    <a:pt x="1443" y="946"/>
                  </a:lnTo>
                  <a:lnTo>
                    <a:pt x="1447" y="972"/>
                  </a:lnTo>
                  <a:lnTo>
                    <a:pt x="1444" y="996"/>
                  </a:lnTo>
                  <a:lnTo>
                    <a:pt x="1440" y="1017"/>
                  </a:lnTo>
                  <a:lnTo>
                    <a:pt x="1434" y="1044"/>
                  </a:lnTo>
                  <a:lnTo>
                    <a:pt x="1427" y="1073"/>
                  </a:lnTo>
                  <a:lnTo>
                    <a:pt x="1420" y="1100"/>
                  </a:lnTo>
                  <a:lnTo>
                    <a:pt x="1417" y="1123"/>
                  </a:lnTo>
                  <a:lnTo>
                    <a:pt x="1417" y="1141"/>
                  </a:lnTo>
                  <a:lnTo>
                    <a:pt x="1421" y="1168"/>
                  </a:lnTo>
                  <a:lnTo>
                    <a:pt x="1427" y="1190"/>
                  </a:lnTo>
                  <a:lnTo>
                    <a:pt x="1436" y="1207"/>
                  </a:lnTo>
                  <a:lnTo>
                    <a:pt x="1445" y="1224"/>
                  </a:lnTo>
                  <a:lnTo>
                    <a:pt x="1460" y="1243"/>
                  </a:lnTo>
                  <a:lnTo>
                    <a:pt x="1475" y="1261"/>
                  </a:lnTo>
                  <a:lnTo>
                    <a:pt x="1493" y="1277"/>
                  </a:lnTo>
                  <a:lnTo>
                    <a:pt x="1515" y="1289"/>
                  </a:lnTo>
                  <a:lnTo>
                    <a:pt x="1534" y="1296"/>
                  </a:lnTo>
                  <a:lnTo>
                    <a:pt x="1556" y="1302"/>
                  </a:lnTo>
                  <a:lnTo>
                    <a:pt x="1577" y="1305"/>
                  </a:lnTo>
                  <a:lnTo>
                    <a:pt x="1602" y="1306"/>
                  </a:lnTo>
                  <a:lnTo>
                    <a:pt x="1628" y="1305"/>
                  </a:lnTo>
                  <a:close/>
                </a:path>
              </a:pathLst>
            </a:custGeom>
            <a:solidFill>
              <a:schemeClr val="accent4"/>
            </a:solidFill>
            <a:ln w="19050">
              <a:solidFill>
                <a:schemeClr val="tx1"/>
              </a:solidFill>
              <a:round/>
              <a:headEnd/>
              <a:tailEnd/>
            </a:ln>
          </p:spPr>
          <p:txBody>
            <a:bodyPr/>
            <a:lstStyle/>
            <a:p>
              <a:pPr>
                <a:defRPr/>
              </a:pPr>
              <a:endParaRPr lang="en-US" sz="1463" dirty="0"/>
            </a:p>
          </p:txBody>
        </p:sp>
        <p:sp>
          <p:nvSpPr>
            <p:cNvPr id="698376" name="Freeform 7"/>
            <p:cNvSpPr>
              <a:spLocks/>
            </p:cNvSpPr>
            <p:nvPr/>
          </p:nvSpPr>
          <p:spPr bwMode="auto">
            <a:xfrm>
              <a:off x="1489" y="1070"/>
              <a:ext cx="1634" cy="1327"/>
            </a:xfrm>
            <a:custGeom>
              <a:avLst/>
              <a:gdLst>
                <a:gd name="T0" fmla="*/ 1630 w 1635"/>
                <a:gd name="T1" fmla="*/ 0 h 1327"/>
                <a:gd name="T2" fmla="*/ 1 w 1635"/>
                <a:gd name="T3" fmla="*/ 1327 h 1327"/>
                <a:gd name="T4" fmla="*/ 154 w 1635"/>
                <a:gd name="T5" fmla="*/ 1301 h 1327"/>
                <a:gd name="T6" fmla="*/ 150 w 1635"/>
                <a:gd name="T7" fmla="*/ 1258 h 1327"/>
                <a:gd name="T8" fmla="*/ 133 w 1635"/>
                <a:gd name="T9" fmla="*/ 1198 h 1327"/>
                <a:gd name="T10" fmla="*/ 127 w 1635"/>
                <a:gd name="T11" fmla="*/ 1150 h 1327"/>
                <a:gd name="T12" fmla="*/ 138 w 1635"/>
                <a:gd name="T13" fmla="*/ 1101 h 1327"/>
                <a:gd name="T14" fmla="*/ 172 w 1635"/>
                <a:gd name="T15" fmla="*/ 1058 h 1327"/>
                <a:gd name="T16" fmla="*/ 214 w 1635"/>
                <a:gd name="T17" fmla="*/ 1027 h 1327"/>
                <a:gd name="T18" fmla="*/ 265 w 1635"/>
                <a:gd name="T19" fmla="*/ 1012 h 1327"/>
                <a:gd name="T20" fmla="*/ 339 w 1635"/>
                <a:gd name="T21" fmla="*/ 1013 h 1327"/>
                <a:gd name="T22" fmla="*/ 387 w 1635"/>
                <a:gd name="T23" fmla="*/ 1023 h 1327"/>
                <a:gd name="T24" fmla="*/ 435 w 1635"/>
                <a:gd name="T25" fmla="*/ 1057 h 1327"/>
                <a:gd name="T26" fmla="*/ 467 w 1635"/>
                <a:gd name="T27" fmla="*/ 1098 h 1327"/>
                <a:gd name="T28" fmla="*/ 481 w 1635"/>
                <a:gd name="T29" fmla="*/ 1142 h 1327"/>
                <a:gd name="T30" fmla="*/ 478 w 1635"/>
                <a:gd name="T31" fmla="*/ 1190 h 1327"/>
                <a:gd name="T32" fmla="*/ 467 w 1635"/>
                <a:gd name="T33" fmla="*/ 1234 h 1327"/>
                <a:gd name="T34" fmla="*/ 456 w 1635"/>
                <a:gd name="T35" fmla="*/ 1279 h 1327"/>
                <a:gd name="T36" fmla="*/ 461 w 1635"/>
                <a:gd name="T37" fmla="*/ 1321 h 1327"/>
                <a:gd name="T38" fmla="*/ 733 w 1635"/>
                <a:gd name="T39" fmla="*/ 1274 h 1327"/>
                <a:gd name="T40" fmla="*/ 735 w 1635"/>
                <a:gd name="T41" fmla="*/ 1215 h 1327"/>
                <a:gd name="T42" fmla="*/ 740 w 1635"/>
                <a:gd name="T43" fmla="*/ 1166 h 1327"/>
                <a:gd name="T44" fmla="*/ 752 w 1635"/>
                <a:gd name="T45" fmla="*/ 1123 h 1327"/>
                <a:gd name="T46" fmla="*/ 776 w 1635"/>
                <a:gd name="T47" fmla="*/ 1095 h 1327"/>
                <a:gd name="T48" fmla="*/ 810 w 1635"/>
                <a:gd name="T49" fmla="*/ 1080 h 1327"/>
                <a:gd name="T50" fmla="*/ 843 w 1635"/>
                <a:gd name="T51" fmla="*/ 1075 h 1327"/>
                <a:gd name="T52" fmla="*/ 890 w 1635"/>
                <a:gd name="T53" fmla="*/ 1077 h 1327"/>
                <a:gd name="T54" fmla="*/ 932 w 1635"/>
                <a:gd name="T55" fmla="*/ 1081 h 1327"/>
                <a:gd name="T56" fmla="*/ 986 w 1635"/>
                <a:gd name="T57" fmla="*/ 1084 h 1327"/>
                <a:gd name="T58" fmla="*/ 1034 w 1635"/>
                <a:gd name="T59" fmla="*/ 1077 h 1327"/>
                <a:gd name="T60" fmla="*/ 1078 w 1635"/>
                <a:gd name="T61" fmla="*/ 1061 h 1327"/>
                <a:gd name="T62" fmla="*/ 1110 w 1635"/>
                <a:gd name="T63" fmla="*/ 1032 h 1327"/>
                <a:gd name="T64" fmla="*/ 1128 w 1635"/>
                <a:gd name="T65" fmla="*/ 995 h 1327"/>
                <a:gd name="T66" fmla="*/ 1128 w 1635"/>
                <a:gd name="T67" fmla="*/ 953 h 1327"/>
                <a:gd name="T68" fmla="*/ 1128 w 1635"/>
                <a:gd name="T69" fmla="*/ 906 h 1327"/>
                <a:gd name="T70" fmla="*/ 1138 w 1635"/>
                <a:gd name="T71" fmla="*/ 868 h 1327"/>
                <a:gd name="T72" fmla="*/ 1158 w 1635"/>
                <a:gd name="T73" fmla="*/ 837 h 1327"/>
                <a:gd name="T74" fmla="*/ 1199 w 1635"/>
                <a:gd name="T75" fmla="*/ 816 h 1327"/>
                <a:gd name="T76" fmla="*/ 1243 w 1635"/>
                <a:gd name="T77" fmla="*/ 803 h 1327"/>
                <a:gd name="T78" fmla="*/ 1295 w 1635"/>
                <a:gd name="T79" fmla="*/ 792 h 1327"/>
                <a:gd name="T80" fmla="*/ 1342 w 1635"/>
                <a:gd name="T81" fmla="*/ 780 h 1327"/>
                <a:gd name="T82" fmla="*/ 1381 w 1635"/>
                <a:gd name="T83" fmla="*/ 765 h 1327"/>
                <a:gd name="T84" fmla="*/ 1411 w 1635"/>
                <a:gd name="T85" fmla="*/ 742 h 1327"/>
                <a:gd name="T86" fmla="*/ 1436 w 1635"/>
                <a:gd name="T87" fmla="*/ 707 h 1327"/>
                <a:gd name="T88" fmla="*/ 1449 w 1635"/>
                <a:gd name="T89" fmla="*/ 662 h 1327"/>
                <a:gd name="T90" fmla="*/ 1443 w 1635"/>
                <a:gd name="T91" fmla="*/ 618 h 1327"/>
                <a:gd name="T92" fmla="*/ 1429 w 1635"/>
                <a:gd name="T93" fmla="*/ 561 h 1327"/>
                <a:gd name="T94" fmla="*/ 1421 w 1635"/>
                <a:gd name="T95" fmla="*/ 513 h 1327"/>
                <a:gd name="T96" fmla="*/ 1423 w 1635"/>
                <a:gd name="T97" fmla="*/ 467 h 1327"/>
                <a:gd name="T98" fmla="*/ 1438 w 1635"/>
                <a:gd name="T99" fmla="*/ 427 h 1327"/>
                <a:gd name="T100" fmla="*/ 1462 w 1635"/>
                <a:gd name="T101" fmla="*/ 392 h 1327"/>
                <a:gd name="T102" fmla="*/ 1497 w 1635"/>
                <a:gd name="T103" fmla="*/ 358 h 1327"/>
                <a:gd name="T104" fmla="*/ 1538 w 1635"/>
                <a:gd name="T105" fmla="*/ 338 h 1327"/>
                <a:gd name="T106" fmla="*/ 1579 w 1635"/>
                <a:gd name="T107" fmla="*/ 330 h 1327"/>
                <a:gd name="T108" fmla="*/ 1630 w 1635"/>
                <a:gd name="T109" fmla="*/ 330 h 13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35"/>
                <a:gd name="T166" fmla="*/ 0 h 1327"/>
                <a:gd name="T167" fmla="*/ 1635 w 1635"/>
                <a:gd name="T168" fmla="*/ 1327 h 13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35" h="1327">
                  <a:moveTo>
                    <a:pt x="1635" y="330"/>
                  </a:moveTo>
                  <a:lnTo>
                    <a:pt x="1635" y="0"/>
                  </a:lnTo>
                  <a:lnTo>
                    <a:pt x="0" y="0"/>
                  </a:lnTo>
                  <a:lnTo>
                    <a:pt x="1" y="1327"/>
                  </a:lnTo>
                  <a:lnTo>
                    <a:pt x="147" y="1327"/>
                  </a:lnTo>
                  <a:lnTo>
                    <a:pt x="154" y="1301"/>
                  </a:lnTo>
                  <a:lnTo>
                    <a:pt x="154" y="1283"/>
                  </a:lnTo>
                  <a:lnTo>
                    <a:pt x="150" y="1258"/>
                  </a:lnTo>
                  <a:lnTo>
                    <a:pt x="141" y="1231"/>
                  </a:lnTo>
                  <a:lnTo>
                    <a:pt x="133" y="1198"/>
                  </a:lnTo>
                  <a:lnTo>
                    <a:pt x="128" y="1173"/>
                  </a:lnTo>
                  <a:lnTo>
                    <a:pt x="127" y="1150"/>
                  </a:lnTo>
                  <a:lnTo>
                    <a:pt x="131" y="1125"/>
                  </a:lnTo>
                  <a:lnTo>
                    <a:pt x="138" y="1101"/>
                  </a:lnTo>
                  <a:lnTo>
                    <a:pt x="154" y="1077"/>
                  </a:lnTo>
                  <a:lnTo>
                    <a:pt x="172" y="1058"/>
                  </a:lnTo>
                  <a:lnTo>
                    <a:pt x="192" y="1040"/>
                  </a:lnTo>
                  <a:lnTo>
                    <a:pt x="214" y="1027"/>
                  </a:lnTo>
                  <a:lnTo>
                    <a:pt x="241" y="1016"/>
                  </a:lnTo>
                  <a:lnTo>
                    <a:pt x="265" y="1012"/>
                  </a:lnTo>
                  <a:lnTo>
                    <a:pt x="299" y="1010"/>
                  </a:lnTo>
                  <a:lnTo>
                    <a:pt x="339" y="1013"/>
                  </a:lnTo>
                  <a:lnTo>
                    <a:pt x="364" y="1016"/>
                  </a:lnTo>
                  <a:lnTo>
                    <a:pt x="387" y="1023"/>
                  </a:lnTo>
                  <a:lnTo>
                    <a:pt x="408" y="1036"/>
                  </a:lnTo>
                  <a:lnTo>
                    <a:pt x="435" y="1057"/>
                  </a:lnTo>
                  <a:lnTo>
                    <a:pt x="452" y="1077"/>
                  </a:lnTo>
                  <a:lnTo>
                    <a:pt x="467" y="1098"/>
                  </a:lnTo>
                  <a:lnTo>
                    <a:pt x="476" y="1121"/>
                  </a:lnTo>
                  <a:lnTo>
                    <a:pt x="481" y="1142"/>
                  </a:lnTo>
                  <a:lnTo>
                    <a:pt x="481" y="1166"/>
                  </a:lnTo>
                  <a:lnTo>
                    <a:pt x="478" y="1190"/>
                  </a:lnTo>
                  <a:lnTo>
                    <a:pt x="473" y="1212"/>
                  </a:lnTo>
                  <a:lnTo>
                    <a:pt x="467" y="1234"/>
                  </a:lnTo>
                  <a:lnTo>
                    <a:pt x="460" y="1256"/>
                  </a:lnTo>
                  <a:lnTo>
                    <a:pt x="456" y="1279"/>
                  </a:lnTo>
                  <a:lnTo>
                    <a:pt x="456" y="1298"/>
                  </a:lnTo>
                  <a:lnTo>
                    <a:pt x="461" y="1321"/>
                  </a:lnTo>
                  <a:lnTo>
                    <a:pt x="735" y="1321"/>
                  </a:lnTo>
                  <a:lnTo>
                    <a:pt x="733" y="1274"/>
                  </a:lnTo>
                  <a:lnTo>
                    <a:pt x="735" y="1241"/>
                  </a:lnTo>
                  <a:lnTo>
                    <a:pt x="735" y="1215"/>
                  </a:lnTo>
                  <a:lnTo>
                    <a:pt x="737" y="1191"/>
                  </a:lnTo>
                  <a:lnTo>
                    <a:pt x="740" y="1166"/>
                  </a:lnTo>
                  <a:lnTo>
                    <a:pt x="745" y="1140"/>
                  </a:lnTo>
                  <a:lnTo>
                    <a:pt x="752" y="1123"/>
                  </a:lnTo>
                  <a:lnTo>
                    <a:pt x="762" y="1108"/>
                  </a:lnTo>
                  <a:lnTo>
                    <a:pt x="776" y="1095"/>
                  </a:lnTo>
                  <a:lnTo>
                    <a:pt x="792" y="1085"/>
                  </a:lnTo>
                  <a:lnTo>
                    <a:pt x="810" y="1080"/>
                  </a:lnTo>
                  <a:lnTo>
                    <a:pt x="830" y="1077"/>
                  </a:lnTo>
                  <a:lnTo>
                    <a:pt x="848" y="1075"/>
                  </a:lnTo>
                  <a:lnTo>
                    <a:pt x="872" y="1075"/>
                  </a:lnTo>
                  <a:lnTo>
                    <a:pt x="895" y="1077"/>
                  </a:lnTo>
                  <a:lnTo>
                    <a:pt x="913" y="1080"/>
                  </a:lnTo>
                  <a:lnTo>
                    <a:pt x="937" y="1081"/>
                  </a:lnTo>
                  <a:lnTo>
                    <a:pt x="963" y="1084"/>
                  </a:lnTo>
                  <a:lnTo>
                    <a:pt x="991" y="1084"/>
                  </a:lnTo>
                  <a:lnTo>
                    <a:pt x="1015" y="1081"/>
                  </a:lnTo>
                  <a:lnTo>
                    <a:pt x="1039" y="1077"/>
                  </a:lnTo>
                  <a:lnTo>
                    <a:pt x="1064" y="1071"/>
                  </a:lnTo>
                  <a:lnTo>
                    <a:pt x="1083" y="1061"/>
                  </a:lnTo>
                  <a:lnTo>
                    <a:pt x="1102" y="1049"/>
                  </a:lnTo>
                  <a:lnTo>
                    <a:pt x="1115" y="1032"/>
                  </a:lnTo>
                  <a:lnTo>
                    <a:pt x="1128" y="1013"/>
                  </a:lnTo>
                  <a:lnTo>
                    <a:pt x="1133" y="995"/>
                  </a:lnTo>
                  <a:lnTo>
                    <a:pt x="1136" y="974"/>
                  </a:lnTo>
                  <a:lnTo>
                    <a:pt x="1133" y="953"/>
                  </a:lnTo>
                  <a:lnTo>
                    <a:pt x="1132" y="930"/>
                  </a:lnTo>
                  <a:lnTo>
                    <a:pt x="1133" y="906"/>
                  </a:lnTo>
                  <a:lnTo>
                    <a:pt x="1138" y="888"/>
                  </a:lnTo>
                  <a:lnTo>
                    <a:pt x="1143" y="868"/>
                  </a:lnTo>
                  <a:lnTo>
                    <a:pt x="1152" y="849"/>
                  </a:lnTo>
                  <a:lnTo>
                    <a:pt x="1163" y="837"/>
                  </a:lnTo>
                  <a:lnTo>
                    <a:pt x="1181" y="824"/>
                  </a:lnTo>
                  <a:lnTo>
                    <a:pt x="1204" y="816"/>
                  </a:lnTo>
                  <a:lnTo>
                    <a:pt x="1227" y="809"/>
                  </a:lnTo>
                  <a:lnTo>
                    <a:pt x="1248" y="803"/>
                  </a:lnTo>
                  <a:lnTo>
                    <a:pt x="1270" y="797"/>
                  </a:lnTo>
                  <a:lnTo>
                    <a:pt x="1300" y="792"/>
                  </a:lnTo>
                  <a:lnTo>
                    <a:pt x="1323" y="787"/>
                  </a:lnTo>
                  <a:lnTo>
                    <a:pt x="1347" y="780"/>
                  </a:lnTo>
                  <a:lnTo>
                    <a:pt x="1366" y="773"/>
                  </a:lnTo>
                  <a:lnTo>
                    <a:pt x="1386" y="765"/>
                  </a:lnTo>
                  <a:lnTo>
                    <a:pt x="1402" y="753"/>
                  </a:lnTo>
                  <a:lnTo>
                    <a:pt x="1416" y="742"/>
                  </a:lnTo>
                  <a:lnTo>
                    <a:pt x="1431" y="724"/>
                  </a:lnTo>
                  <a:lnTo>
                    <a:pt x="1441" y="707"/>
                  </a:lnTo>
                  <a:lnTo>
                    <a:pt x="1450" y="687"/>
                  </a:lnTo>
                  <a:lnTo>
                    <a:pt x="1454" y="662"/>
                  </a:lnTo>
                  <a:lnTo>
                    <a:pt x="1451" y="641"/>
                  </a:lnTo>
                  <a:lnTo>
                    <a:pt x="1448" y="618"/>
                  </a:lnTo>
                  <a:lnTo>
                    <a:pt x="1441" y="591"/>
                  </a:lnTo>
                  <a:lnTo>
                    <a:pt x="1434" y="561"/>
                  </a:lnTo>
                  <a:lnTo>
                    <a:pt x="1427" y="535"/>
                  </a:lnTo>
                  <a:lnTo>
                    <a:pt x="1426" y="513"/>
                  </a:lnTo>
                  <a:lnTo>
                    <a:pt x="1426" y="494"/>
                  </a:lnTo>
                  <a:lnTo>
                    <a:pt x="1428" y="467"/>
                  </a:lnTo>
                  <a:lnTo>
                    <a:pt x="1436" y="444"/>
                  </a:lnTo>
                  <a:lnTo>
                    <a:pt x="1443" y="427"/>
                  </a:lnTo>
                  <a:lnTo>
                    <a:pt x="1452" y="410"/>
                  </a:lnTo>
                  <a:lnTo>
                    <a:pt x="1467" y="392"/>
                  </a:lnTo>
                  <a:lnTo>
                    <a:pt x="1482" y="374"/>
                  </a:lnTo>
                  <a:lnTo>
                    <a:pt x="1502" y="358"/>
                  </a:lnTo>
                  <a:lnTo>
                    <a:pt x="1523" y="345"/>
                  </a:lnTo>
                  <a:lnTo>
                    <a:pt x="1543" y="338"/>
                  </a:lnTo>
                  <a:lnTo>
                    <a:pt x="1563" y="333"/>
                  </a:lnTo>
                  <a:lnTo>
                    <a:pt x="1584" y="330"/>
                  </a:lnTo>
                  <a:lnTo>
                    <a:pt x="1609" y="330"/>
                  </a:lnTo>
                  <a:lnTo>
                    <a:pt x="1635" y="330"/>
                  </a:lnTo>
                  <a:close/>
                </a:path>
              </a:pathLst>
            </a:custGeom>
            <a:solidFill>
              <a:schemeClr val="accent1"/>
            </a:solidFill>
            <a:ln w="19050">
              <a:solidFill>
                <a:schemeClr val="tx1"/>
              </a:solidFill>
              <a:round/>
              <a:headEnd/>
              <a:tailEnd/>
            </a:ln>
          </p:spPr>
          <p:txBody>
            <a:bodyPr/>
            <a:lstStyle/>
            <a:p>
              <a:endParaRPr lang="en-US" sz="1463" dirty="0"/>
            </a:p>
          </p:txBody>
        </p:sp>
      </p:grpSp>
      <p:sp>
        <p:nvSpPr>
          <p:cNvPr id="2" name="Rectangle 1">
            <a:extLst>
              <a:ext uri="{FF2B5EF4-FFF2-40B4-BE49-F238E27FC236}">
                <a16:creationId xmlns:a16="http://schemas.microsoft.com/office/drawing/2014/main" id="{D29B1E6B-453F-7B06-4FA0-5E7E42BF8655}"/>
              </a:ext>
            </a:extLst>
          </p:cNvPr>
          <p:cNvSpPr>
            <a:spLocks noChangeArrowheads="1"/>
          </p:cNvSpPr>
          <p:nvPr/>
        </p:nvSpPr>
        <p:spPr bwMode="auto">
          <a:xfrm>
            <a:off x="6716007" y="349944"/>
            <a:ext cx="2818384" cy="496275"/>
          </a:xfrm>
          <a:prstGeom prst="rect">
            <a:avLst/>
          </a:prstGeom>
          <a:solidFill>
            <a:schemeClr val="bg1"/>
          </a:solidFill>
          <a:ln w="6350" algn="ctr">
            <a:solidFill>
              <a:srgbClr val="00A3E0"/>
            </a:solidFill>
            <a:miter lim="800000"/>
            <a:headEnd/>
            <a:tailEnd/>
          </a:ln>
        </p:spPr>
        <p:txBody>
          <a:bodyPr tIns="91440" bIns="91440">
            <a:noAutofit/>
          </a:bodyPr>
          <a:lstStyle/>
          <a:p>
            <a:pPr>
              <a:defRPr/>
            </a:pPr>
            <a:r>
              <a:rPr lang="en-US" sz="1000" b="1" dirty="0">
                <a:latin typeface="Aptos" panose="020B0004020202020204" pitchFamily="34" charset="0"/>
                <a:ea typeface="ＭＳ Ｐゴシック" pitchFamily="50" charset="-128"/>
              </a:rPr>
              <a:t>Tip! </a:t>
            </a:r>
            <a:r>
              <a:rPr lang="en-US" sz="1000" dirty="0">
                <a:latin typeface="Aptos" panose="020B0004020202020204" pitchFamily="34" charset="0"/>
                <a:ea typeface="ＭＳ Ｐゴシック" pitchFamily="50" charset="-128"/>
              </a:rPr>
              <a:t>Hold the Shift key when resizing the pieces or group to retain the shape proportions</a:t>
            </a:r>
          </a:p>
        </p:txBody>
      </p:sp>
    </p:spTree>
    <p:extLst>
      <p:ext uri="{BB962C8B-B14F-4D97-AF65-F5344CB8AC3E}">
        <p14:creationId xmlns:p14="http://schemas.microsoft.com/office/powerpoint/2010/main" val="3425772084"/>
      </p:ext>
    </p:extLst>
  </p:cSld>
  <p:clrMapOvr>
    <a:masterClrMapping/>
  </p:clrMapOvr>
  <p:transition>
    <p:fade/>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a:ln>
            <a:noFill/>
          </a:ln>
        </p:spPr>
        <p:txBody>
          <a:bodyPr/>
          <a:lstStyle/>
          <a:p>
            <a:r>
              <a:rPr lang="en-US"/>
              <a:t>Trackers</a:t>
            </a:r>
            <a:endParaRPr lang="en-US" dirty="0"/>
          </a:p>
        </p:txBody>
      </p:sp>
      <p:sp>
        <p:nvSpPr>
          <p:cNvPr id="700417" name="Title 1"/>
          <p:cNvSpPr>
            <a:spLocks noGrp="1"/>
          </p:cNvSpPr>
          <p:nvPr>
            <p:ph type="title"/>
          </p:nvPr>
        </p:nvSpPr>
        <p:spPr>
          <a:ln>
            <a:noFill/>
          </a:ln>
        </p:spPr>
        <p:txBody>
          <a:bodyPr/>
          <a:lstStyle/>
          <a:p>
            <a:r>
              <a:rPr lang="en-US" altLang="ja-JP"/>
              <a:t>Others</a:t>
            </a:r>
            <a:endParaRPr lang="en-US" dirty="0"/>
          </a:p>
        </p:txBody>
      </p:sp>
      <p:sp>
        <p:nvSpPr>
          <p:cNvPr id="98" name="Rectangle 97"/>
          <p:cNvSpPr>
            <a:spLocks noChangeArrowheads="1"/>
          </p:cNvSpPr>
          <p:nvPr/>
        </p:nvSpPr>
        <p:spPr bwMode="auto">
          <a:xfrm>
            <a:off x="1259120" y="3311471"/>
            <a:ext cx="429094" cy="181050"/>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99" name="Rectangle 98"/>
          <p:cNvSpPr>
            <a:spLocks noChangeArrowheads="1"/>
          </p:cNvSpPr>
          <p:nvPr/>
        </p:nvSpPr>
        <p:spPr bwMode="auto">
          <a:xfrm>
            <a:off x="1988439" y="3079786"/>
            <a:ext cx="429094" cy="182585"/>
          </a:xfrm>
          <a:prstGeom prst="rect">
            <a:avLst/>
          </a:prstGeom>
          <a:solidFill>
            <a:schemeClr val="accent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00" name="Rectangle 99"/>
          <p:cNvSpPr>
            <a:spLocks noChangeArrowheads="1"/>
          </p:cNvSpPr>
          <p:nvPr/>
        </p:nvSpPr>
        <p:spPr bwMode="auto">
          <a:xfrm>
            <a:off x="1988439" y="3309935"/>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01" name="Rectangle 100"/>
          <p:cNvSpPr>
            <a:spLocks noChangeArrowheads="1"/>
          </p:cNvSpPr>
          <p:nvPr/>
        </p:nvSpPr>
        <p:spPr bwMode="auto">
          <a:xfrm>
            <a:off x="1988439" y="3541617"/>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cxnSp>
        <p:nvCxnSpPr>
          <p:cNvPr id="102" name="AutoShape 8"/>
          <p:cNvCxnSpPr>
            <a:cxnSpLocks noChangeShapeType="1"/>
            <a:stCxn id="99" idx="1"/>
            <a:endCxn id="98" idx="3"/>
          </p:cNvCxnSpPr>
          <p:nvPr/>
        </p:nvCxnSpPr>
        <p:spPr bwMode="auto">
          <a:xfrm rot="10800000" flipV="1">
            <a:off x="1688215" y="3171847"/>
            <a:ext cx="298808" cy="230148"/>
          </a:xfrm>
          <a:prstGeom prst="bentConnector3">
            <a:avLst>
              <a:gd name="adj1" fmla="val 50000"/>
            </a:avLst>
          </a:prstGeom>
          <a:noFill/>
          <a:ln w="6350">
            <a:solidFill>
              <a:schemeClr val="tx1"/>
            </a:solidFill>
            <a:miter lim="800000"/>
            <a:headEnd type="none" w="sm" len="sm"/>
            <a:tailEnd type="none" w="med" len="lg"/>
          </a:ln>
        </p:spPr>
      </p:cxnSp>
      <p:cxnSp>
        <p:nvCxnSpPr>
          <p:cNvPr id="103" name="AutoShape 9"/>
          <p:cNvCxnSpPr>
            <a:cxnSpLocks noChangeShapeType="1"/>
            <a:stCxn id="98" idx="3"/>
            <a:endCxn id="100" idx="1"/>
          </p:cNvCxnSpPr>
          <p:nvPr/>
        </p:nvCxnSpPr>
        <p:spPr bwMode="auto">
          <a:xfrm>
            <a:off x="1688215" y="3401992"/>
            <a:ext cx="298808" cy="0"/>
          </a:xfrm>
          <a:prstGeom prst="straightConnector1">
            <a:avLst/>
          </a:prstGeom>
          <a:noFill/>
          <a:ln w="6350">
            <a:solidFill>
              <a:schemeClr val="tx1"/>
            </a:solidFill>
            <a:round/>
            <a:headEnd type="none" w="sm" len="sm"/>
            <a:tailEnd type="none" w="med" len="lg"/>
          </a:ln>
        </p:spPr>
      </p:cxnSp>
      <p:cxnSp>
        <p:nvCxnSpPr>
          <p:cNvPr id="104" name="AutoShape 10"/>
          <p:cNvCxnSpPr>
            <a:cxnSpLocks noChangeShapeType="1"/>
            <a:stCxn id="98" idx="3"/>
            <a:endCxn id="101" idx="1"/>
          </p:cNvCxnSpPr>
          <p:nvPr/>
        </p:nvCxnSpPr>
        <p:spPr bwMode="auto">
          <a:xfrm>
            <a:off x="1688215" y="3401992"/>
            <a:ext cx="298808" cy="231683"/>
          </a:xfrm>
          <a:prstGeom prst="bentConnector3">
            <a:avLst>
              <a:gd name="adj1" fmla="val 50000"/>
            </a:avLst>
          </a:prstGeom>
          <a:noFill/>
          <a:ln w="6350">
            <a:solidFill>
              <a:schemeClr val="tx1"/>
            </a:solidFill>
            <a:miter lim="800000"/>
            <a:headEnd type="none" w="sm" len="sm"/>
            <a:tailEnd type="none" w="med" len="lg"/>
          </a:ln>
        </p:spPr>
      </p:cxnSp>
      <p:sp>
        <p:nvSpPr>
          <p:cNvPr id="106" name="Rectangle 105"/>
          <p:cNvSpPr>
            <a:spLocks noChangeArrowheads="1"/>
          </p:cNvSpPr>
          <p:nvPr/>
        </p:nvSpPr>
        <p:spPr bwMode="auto">
          <a:xfrm>
            <a:off x="3336592" y="3311471"/>
            <a:ext cx="429094" cy="181050"/>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07" name="Rectangle 106"/>
          <p:cNvSpPr>
            <a:spLocks noChangeArrowheads="1"/>
          </p:cNvSpPr>
          <p:nvPr/>
        </p:nvSpPr>
        <p:spPr bwMode="auto">
          <a:xfrm>
            <a:off x="4065910" y="3079786"/>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08" name="Rectangle 107"/>
          <p:cNvSpPr>
            <a:spLocks noChangeArrowheads="1"/>
          </p:cNvSpPr>
          <p:nvPr/>
        </p:nvSpPr>
        <p:spPr bwMode="auto">
          <a:xfrm>
            <a:off x="4065910" y="3309935"/>
            <a:ext cx="429094" cy="182585"/>
          </a:xfrm>
          <a:prstGeom prst="rect">
            <a:avLst/>
          </a:prstGeom>
          <a:solidFill>
            <a:schemeClr val="accent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09" name="Rectangle 108"/>
          <p:cNvSpPr>
            <a:spLocks noChangeArrowheads="1"/>
          </p:cNvSpPr>
          <p:nvPr/>
        </p:nvSpPr>
        <p:spPr bwMode="auto">
          <a:xfrm>
            <a:off x="4065910" y="3541617"/>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cxnSp>
        <p:nvCxnSpPr>
          <p:cNvPr id="110" name="AutoShape 16"/>
          <p:cNvCxnSpPr>
            <a:cxnSpLocks noChangeShapeType="1"/>
            <a:stCxn id="107" idx="1"/>
            <a:endCxn id="106" idx="3"/>
          </p:cNvCxnSpPr>
          <p:nvPr/>
        </p:nvCxnSpPr>
        <p:spPr bwMode="auto">
          <a:xfrm rot="10800000" flipV="1">
            <a:off x="3765687" y="3171847"/>
            <a:ext cx="298808" cy="230148"/>
          </a:xfrm>
          <a:prstGeom prst="bentConnector3">
            <a:avLst>
              <a:gd name="adj1" fmla="val 50000"/>
            </a:avLst>
          </a:prstGeom>
          <a:noFill/>
          <a:ln w="6350">
            <a:solidFill>
              <a:schemeClr val="tx1"/>
            </a:solidFill>
            <a:miter lim="800000"/>
            <a:headEnd type="none" w="sm" len="sm"/>
            <a:tailEnd type="none" w="med" len="lg"/>
          </a:ln>
        </p:spPr>
      </p:cxnSp>
      <p:cxnSp>
        <p:nvCxnSpPr>
          <p:cNvPr id="111" name="AutoShape 17"/>
          <p:cNvCxnSpPr>
            <a:cxnSpLocks noChangeShapeType="1"/>
            <a:stCxn id="106" idx="3"/>
            <a:endCxn id="108" idx="1"/>
          </p:cNvCxnSpPr>
          <p:nvPr/>
        </p:nvCxnSpPr>
        <p:spPr bwMode="auto">
          <a:xfrm>
            <a:off x="3765687" y="3401992"/>
            <a:ext cx="298808" cy="0"/>
          </a:xfrm>
          <a:prstGeom prst="straightConnector1">
            <a:avLst/>
          </a:prstGeom>
          <a:noFill/>
          <a:ln w="6350">
            <a:solidFill>
              <a:schemeClr val="tx1"/>
            </a:solidFill>
            <a:round/>
            <a:headEnd type="none" w="sm" len="sm"/>
            <a:tailEnd type="none" w="med" len="lg"/>
          </a:ln>
        </p:spPr>
      </p:cxnSp>
      <p:cxnSp>
        <p:nvCxnSpPr>
          <p:cNvPr id="112" name="AutoShape 18"/>
          <p:cNvCxnSpPr>
            <a:cxnSpLocks noChangeShapeType="1"/>
            <a:stCxn id="106" idx="3"/>
            <a:endCxn id="109" idx="1"/>
          </p:cNvCxnSpPr>
          <p:nvPr/>
        </p:nvCxnSpPr>
        <p:spPr bwMode="auto">
          <a:xfrm>
            <a:off x="3765687" y="3401992"/>
            <a:ext cx="298808" cy="231683"/>
          </a:xfrm>
          <a:prstGeom prst="bentConnector3">
            <a:avLst>
              <a:gd name="adj1" fmla="val 50000"/>
            </a:avLst>
          </a:prstGeom>
          <a:noFill/>
          <a:ln w="6350">
            <a:solidFill>
              <a:schemeClr val="tx1"/>
            </a:solidFill>
            <a:miter lim="800000"/>
            <a:headEnd type="none" w="sm" len="sm"/>
            <a:tailEnd type="none" w="med" len="lg"/>
          </a:ln>
        </p:spPr>
      </p:cxnSp>
      <p:sp>
        <p:nvSpPr>
          <p:cNvPr id="114" name="Rectangle 113"/>
          <p:cNvSpPr>
            <a:spLocks noChangeArrowheads="1"/>
          </p:cNvSpPr>
          <p:nvPr/>
        </p:nvSpPr>
        <p:spPr bwMode="auto">
          <a:xfrm>
            <a:off x="5412529" y="3309937"/>
            <a:ext cx="429094" cy="181050"/>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15" name="Rectangle 114"/>
          <p:cNvSpPr>
            <a:spLocks noChangeArrowheads="1"/>
          </p:cNvSpPr>
          <p:nvPr/>
        </p:nvSpPr>
        <p:spPr bwMode="auto">
          <a:xfrm>
            <a:off x="6141849" y="3078252"/>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16" name="Rectangle 115"/>
          <p:cNvSpPr>
            <a:spLocks noChangeArrowheads="1"/>
          </p:cNvSpPr>
          <p:nvPr/>
        </p:nvSpPr>
        <p:spPr bwMode="auto">
          <a:xfrm>
            <a:off x="6141849" y="3308401"/>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17" name="Rectangle 116"/>
          <p:cNvSpPr>
            <a:spLocks noChangeArrowheads="1"/>
          </p:cNvSpPr>
          <p:nvPr/>
        </p:nvSpPr>
        <p:spPr bwMode="auto">
          <a:xfrm>
            <a:off x="6141849" y="3540083"/>
            <a:ext cx="429094" cy="182585"/>
          </a:xfrm>
          <a:prstGeom prst="rect">
            <a:avLst/>
          </a:prstGeom>
          <a:solidFill>
            <a:schemeClr val="accent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cxnSp>
        <p:nvCxnSpPr>
          <p:cNvPr id="118" name="AutoShape 24"/>
          <p:cNvCxnSpPr>
            <a:cxnSpLocks noChangeShapeType="1"/>
            <a:stCxn id="115" idx="1"/>
            <a:endCxn id="114" idx="3"/>
          </p:cNvCxnSpPr>
          <p:nvPr/>
        </p:nvCxnSpPr>
        <p:spPr bwMode="auto">
          <a:xfrm rot="10800000" flipV="1">
            <a:off x="5841624" y="3170313"/>
            <a:ext cx="298808" cy="230148"/>
          </a:xfrm>
          <a:prstGeom prst="bentConnector3">
            <a:avLst>
              <a:gd name="adj1" fmla="val 50000"/>
            </a:avLst>
          </a:prstGeom>
          <a:noFill/>
          <a:ln w="6350">
            <a:solidFill>
              <a:schemeClr val="tx1"/>
            </a:solidFill>
            <a:miter lim="800000"/>
            <a:headEnd type="none" w="sm" len="sm"/>
            <a:tailEnd type="none" w="med" len="lg"/>
          </a:ln>
        </p:spPr>
      </p:cxnSp>
      <p:cxnSp>
        <p:nvCxnSpPr>
          <p:cNvPr id="119" name="AutoShape 25"/>
          <p:cNvCxnSpPr>
            <a:cxnSpLocks noChangeShapeType="1"/>
            <a:stCxn id="114" idx="3"/>
            <a:endCxn id="116" idx="1"/>
          </p:cNvCxnSpPr>
          <p:nvPr/>
        </p:nvCxnSpPr>
        <p:spPr bwMode="auto">
          <a:xfrm>
            <a:off x="5841624" y="3400458"/>
            <a:ext cx="298808" cy="0"/>
          </a:xfrm>
          <a:prstGeom prst="straightConnector1">
            <a:avLst/>
          </a:prstGeom>
          <a:noFill/>
          <a:ln w="6350">
            <a:solidFill>
              <a:schemeClr val="tx1"/>
            </a:solidFill>
            <a:round/>
            <a:headEnd type="none" w="sm" len="sm"/>
            <a:tailEnd type="none" w="med" len="lg"/>
          </a:ln>
        </p:spPr>
      </p:cxnSp>
      <p:cxnSp>
        <p:nvCxnSpPr>
          <p:cNvPr id="120" name="AutoShape 26"/>
          <p:cNvCxnSpPr>
            <a:cxnSpLocks noChangeShapeType="1"/>
            <a:stCxn id="114" idx="3"/>
            <a:endCxn id="117" idx="1"/>
          </p:cNvCxnSpPr>
          <p:nvPr/>
        </p:nvCxnSpPr>
        <p:spPr bwMode="auto">
          <a:xfrm>
            <a:off x="5841624" y="3400458"/>
            <a:ext cx="298808" cy="231683"/>
          </a:xfrm>
          <a:prstGeom prst="bentConnector3">
            <a:avLst>
              <a:gd name="adj1" fmla="val 50000"/>
            </a:avLst>
          </a:prstGeom>
          <a:noFill/>
          <a:ln w="6350">
            <a:solidFill>
              <a:schemeClr val="tx1"/>
            </a:solidFill>
            <a:miter lim="800000"/>
            <a:headEnd type="none" w="sm" len="sm"/>
            <a:tailEnd type="none" w="med" len="lg"/>
          </a:ln>
        </p:spPr>
      </p:cxnSp>
      <p:sp>
        <p:nvSpPr>
          <p:cNvPr id="122" name="Rectangle 121"/>
          <p:cNvSpPr>
            <a:spLocks noChangeArrowheads="1"/>
          </p:cNvSpPr>
          <p:nvPr/>
        </p:nvSpPr>
        <p:spPr bwMode="auto">
          <a:xfrm>
            <a:off x="7488467" y="3311471"/>
            <a:ext cx="429094" cy="181050"/>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23" name="Rectangle 122"/>
          <p:cNvSpPr>
            <a:spLocks noChangeArrowheads="1"/>
          </p:cNvSpPr>
          <p:nvPr/>
        </p:nvSpPr>
        <p:spPr bwMode="auto">
          <a:xfrm>
            <a:off x="8217785" y="3079786"/>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24" name="Rectangle 123"/>
          <p:cNvSpPr>
            <a:spLocks noChangeArrowheads="1"/>
          </p:cNvSpPr>
          <p:nvPr/>
        </p:nvSpPr>
        <p:spPr bwMode="auto">
          <a:xfrm>
            <a:off x="8217785" y="3309935"/>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25" name="Rectangle 124"/>
          <p:cNvSpPr>
            <a:spLocks noChangeArrowheads="1"/>
          </p:cNvSpPr>
          <p:nvPr/>
        </p:nvSpPr>
        <p:spPr bwMode="auto">
          <a:xfrm>
            <a:off x="8217785" y="3541617"/>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cxnSp>
        <p:nvCxnSpPr>
          <p:cNvPr id="126" name="AutoShape 32"/>
          <p:cNvCxnSpPr>
            <a:cxnSpLocks noChangeShapeType="1"/>
            <a:stCxn id="123" idx="1"/>
            <a:endCxn id="122" idx="3"/>
          </p:cNvCxnSpPr>
          <p:nvPr/>
        </p:nvCxnSpPr>
        <p:spPr bwMode="auto">
          <a:xfrm rot="10800000" flipV="1">
            <a:off x="7917562" y="3171847"/>
            <a:ext cx="298808" cy="230148"/>
          </a:xfrm>
          <a:prstGeom prst="bentConnector3">
            <a:avLst>
              <a:gd name="adj1" fmla="val 50000"/>
            </a:avLst>
          </a:prstGeom>
          <a:noFill/>
          <a:ln w="6350">
            <a:solidFill>
              <a:schemeClr val="tx1"/>
            </a:solidFill>
            <a:miter lim="800000"/>
            <a:headEnd type="none" w="sm" len="sm"/>
            <a:tailEnd type="none" w="med" len="lg"/>
          </a:ln>
        </p:spPr>
      </p:cxnSp>
      <p:cxnSp>
        <p:nvCxnSpPr>
          <p:cNvPr id="127" name="AutoShape 33"/>
          <p:cNvCxnSpPr>
            <a:cxnSpLocks noChangeShapeType="1"/>
            <a:stCxn id="122" idx="3"/>
            <a:endCxn id="124" idx="1"/>
          </p:cNvCxnSpPr>
          <p:nvPr/>
        </p:nvCxnSpPr>
        <p:spPr bwMode="auto">
          <a:xfrm>
            <a:off x="7917562" y="3401992"/>
            <a:ext cx="298808" cy="0"/>
          </a:xfrm>
          <a:prstGeom prst="straightConnector1">
            <a:avLst/>
          </a:prstGeom>
          <a:noFill/>
          <a:ln w="6350">
            <a:solidFill>
              <a:schemeClr val="tx1"/>
            </a:solidFill>
            <a:round/>
            <a:headEnd type="none" w="sm" len="sm"/>
            <a:tailEnd type="none" w="med" len="lg"/>
          </a:ln>
        </p:spPr>
      </p:cxnSp>
      <p:cxnSp>
        <p:nvCxnSpPr>
          <p:cNvPr id="128" name="AutoShape 34"/>
          <p:cNvCxnSpPr>
            <a:cxnSpLocks noChangeShapeType="1"/>
            <a:stCxn id="122" idx="3"/>
            <a:endCxn id="125" idx="1"/>
          </p:cNvCxnSpPr>
          <p:nvPr/>
        </p:nvCxnSpPr>
        <p:spPr bwMode="auto">
          <a:xfrm>
            <a:off x="7917562" y="3401992"/>
            <a:ext cx="298808" cy="231683"/>
          </a:xfrm>
          <a:prstGeom prst="bentConnector3">
            <a:avLst>
              <a:gd name="adj1" fmla="val 50000"/>
            </a:avLst>
          </a:prstGeom>
          <a:noFill/>
          <a:ln w="6350">
            <a:solidFill>
              <a:schemeClr val="tx1"/>
            </a:solidFill>
            <a:miter lim="800000"/>
            <a:headEnd type="none" w="sm" len="sm"/>
            <a:tailEnd type="none" w="med" len="lg"/>
          </a:ln>
        </p:spPr>
      </p:cxnSp>
      <p:sp>
        <p:nvSpPr>
          <p:cNvPr id="129" name="Rectangle 128"/>
          <p:cNvSpPr>
            <a:spLocks noChangeArrowheads="1"/>
          </p:cNvSpPr>
          <p:nvPr/>
        </p:nvSpPr>
        <p:spPr bwMode="auto">
          <a:xfrm>
            <a:off x="1259120" y="2141405"/>
            <a:ext cx="429094" cy="181050"/>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30" name="Rectangle 129"/>
          <p:cNvSpPr>
            <a:spLocks noChangeArrowheads="1"/>
          </p:cNvSpPr>
          <p:nvPr/>
        </p:nvSpPr>
        <p:spPr bwMode="auto">
          <a:xfrm>
            <a:off x="1988439" y="1958819"/>
            <a:ext cx="429094" cy="182585"/>
          </a:xfrm>
          <a:prstGeom prst="rect">
            <a:avLst/>
          </a:prstGeom>
          <a:solidFill>
            <a:schemeClr val="accent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31" name="Rectangle 130"/>
          <p:cNvSpPr>
            <a:spLocks noChangeArrowheads="1"/>
          </p:cNvSpPr>
          <p:nvPr/>
        </p:nvSpPr>
        <p:spPr bwMode="auto">
          <a:xfrm>
            <a:off x="1988439" y="2323986"/>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cxnSp>
        <p:nvCxnSpPr>
          <p:cNvPr id="132" name="AutoShape 39"/>
          <p:cNvCxnSpPr>
            <a:cxnSpLocks noChangeShapeType="1"/>
            <a:stCxn id="130" idx="1"/>
            <a:endCxn id="129" idx="3"/>
          </p:cNvCxnSpPr>
          <p:nvPr/>
        </p:nvCxnSpPr>
        <p:spPr bwMode="auto">
          <a:xfrm rot="10800000" flipV="1">
            <a:off x="1688215" y="2050880"/>
            <a:ext cx="298808" cy="181050"/>
          </a:xfrm>
          <a:prstGeom prst="bentConnector3">
            <a:avLst>
              <a:gd name="adj1" fmla="val 50000"/>
            </a:avLst>
          </a:prstGeom>
          <a:noFill/>
          <a:ln w="6350">
            <a:solidFill>
              <a:schemeClr val="tx1"/>
            </a:solidFill>
            <a:miter lim="800000"/>
            <a:headEnd type="none" w="sm" len="sm"/>
            <a:tailEnd type="none" w="med" len="lg"/>
          </a:ln>
        </p:spPr>
      </p:cxnSp>
      <p:cxnSp>
        <p:nvCxnSpPr>
          <p:cNvPr id="133" name="AutoShape 40"/>
          <p:cNvCxnSpPr>
            <a:cxnSpLocks noChangeShapeType="1"/>
          </p:cNvCxnSpPr>
          <p:nvPr/>
        </p:nvCxnSpPr>
        <p:spPr bwMode="auto">
          <a:xfrm>
            <a:off x="1688215" y="2230392"/>
            <a:ext cx="298808" cy="184119"/>
          </a:xfrm>
          <a:prstGeom prst="bentConnector3">
            <a:avLst>
              <a:gd name="adj1" fmla="val 50000"/>
            </a:avLst>
          </a:prstGeom>
          <a:noFill/>
          <a:ln w="6350">
            <a:solidFill>
              <a:schemeClr val="tx1"/>
            </a:solidFill>
            <a:miter lim="800000"/>
            <a:headEnd type="none" w="sm" len="sm"/>
            <a:tailEnd type="none" w="med" len="lg"/>
          </a:ln>
        </p:spPr>
      </p:cxnSp>
      <p:sp>
        <p:nvSpPr>
          <p:cNvPr id="134" name="Rectangle 133"/>
          <p:cNvSpPr>
            <a:spLocks noChangeArrowheads="1"/>
          </p:cNvSpPr>
          <p:nvPr/>
        </p:nvSpPr>
        <p:spPr bwMode="auto">
          <a:xfrm>
            <a:off x="4373793" y="2141405"/>
            <a:ext cx="429094" cy="181050"/>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35" name="Rectangle 134"/>
          <p:cNvSpPr>
            <a:spLocks noChangeArrowheads="1"/>
          </p:cNvSpPr>
          <p:nvPr/>
        </p:nvSpPr>
        <p:spPr bwMode="auto">
          <a:xfrm>
            <a:off x="5103112" y="1958819"/>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36" name="Rectangle 135"/>
          <p:cNvSpPr>
            <a:spLocks noChangeArrowheads="1"/>
          </p:cNvSpPr>
          <p:nvPr/>
        </p:nvSpPr>
        <p:spPr bwMode="auto">
          <a:xfrm>
            <a:off x="5103112" y="2323986"/>
            <a:ext cx="429094" cy="182585"/>
          </a:xfrm>
          <a:prstGeom prst="rect">
            <a:avLst/>
          </a:prstGeom>
          <a:solidFill>
            <a:schemeClr val="accent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cxnSp>
        <p:nvCxnSpPr>
          <p:cNvPr id="137" name="AutoShape 45"/>
          <p:cNvCxnSpPr>
            <a:cxnSpLocks noChangeShapeType="1"/>
            <a:stCxn id="135" idx="1"/>
            <a:endCxn id="134" idx="3"/>
          </p:cNvCxnSpPr>
          <p:nvPr/>
        </p:nvCxnSpPr>
        <p:spPr bwMode="auto">
          <a:xfrm rot="10800000" flipV="1">
            <a:off x="4802888" y="2050880"/>
            <a:ext cx="298808" cy="181050"/>
          </a:xfrm>
          <a:prstGeom prst="bentConnector3">
            <a:avLst>
              <a:gd name="adj1" fmla="val 50000"/>
            </a:avLst>
          </a:prstGeom>
          <a:noFill/>
          <a:ln w="6350">
            <a:solidFill>
              <a:schemeClr val="tx1"/>
            </a:solidFill>
            <a:miter lim="800000"/>
            <a:headEnd type="none" w="sm" len="sm"/>
            <a:tailEnd type="none" w="med" len="lg"/>
          </a:ln>
        </p:spPr>
      </p:cxnSp>
      <p:cxnSp>
        <p:nvCxnSpPr>
          <p:cNvPr id="138" name="AutoShape 46"/>
          <p:cNvCxnSpPr>
            <a:cxnSpLocks noChangeShapeType="1"/>
          </p:cNvCxnSpPr>
          <p:nvPr/>
        </p:nvCxnSpPr>
        <p:spPr bwMode="auto">
          <a:xfrm>
            <a:off x="4802888" y="2230392"/>
            <a:ext cx="298808" cy="184119"/>
          </a:xfrm>
          <a:prstGeom prst="bentConnector3">
            <a:avLst>
              <a:gd name="adj1" fmla="val 50000"/>
            </a:avLst>
          </a:prstGeom>
          <a:noFill/>
          <a:ln w="6350">
            <a:solidFill>
              <a:schemeClr val="tx1"/>
            </a:solidFill>
            <a:miter lim="800000"/>
            <a:headEnd type="none" w="sm" len="sm"/>
            <a:tailEnd type="none" w="med" len="lg"/>
          </a:ln>
        </p:spPr>
      </p:cxnSp>
      <p:sp>
        <p:nvSpPr>
          <p:cNvPr id="139" name="Rectangle 138"/>
          <p:cNvSpPr>
            <a:spLocks noChangeArrowheads="1"/>
          </p:cNvSpPr>
          <p:nvPr/>
        </p:nvSpPr>
        <p:spPr bwMode="auto">
          <a:xfrm>
            <a:off x="7488467" y="2141405"/>
            <a:ext cx="429094" cy="181050"/>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40" name="Rectangle 139"/>
          <p:cNvSpPr>
            <a:spLocks noChangeArrowheads="1"/>
          </p:cNvSpPr>
          <p:nvPr/>
        </p:nvSpPr>
        <p:spPr bwMode="auto">
          <a:xfrm>
            <a:off x="8217785" y="1958819"/>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sp>
        <p:nvSpPr>
          <p:cNvPr id="141" name="Rectangle 140"/>
          <p:cNvSpPr>
            <a:spLocks noChangeArrowheads="1"/>
          </p:cNvSpPr>
          <p:nvPr/>
        </p:nvSpPr>
        <p:spPr bwMode="auto">
          <a:xfrm>
            <a:off x="8217785" y="2323986"/>
            <a:ext cx="429094" cy="182585"/>
          </a:xfrm>
          <a:prstGeom prst="rect">
            <a:avLst/>
          </a:prstGeom>
          <a:solidFill>
            <a:schemeClr val="bg1"/>
          </a:solidFill>
          <a:ln w="6350" algn="ctr">
            <a:solidFill>
              <a:schemeClr val="tx1"/>
            </a:solidFill>
            <a:miter lim="800000"/>
            <a:headEnd type="none" w="sm" len="sm"/>
            <a:tailEnd type="none" w="med" len="lg"/>
          </a:ln>
        </p:spPr>
        <p:txBody>
          <a:bodyPr tIns="74295" bIns="74295" anchor="ctr"/>
          <a:lstStyle/>
          <a:p>
            <a:pPr marL="10320" indent="-10320">
              <a:lnSpc>
                <a:spcPct val="110000"/>
              </a:lnSpc>
              <a:spcBef>
                <a:spcPct val="20000"/>
              </a:spcBef>
              <a:defRPr/>
            </a:pPr>
            <a:endParaRPr lang="en-GB" sz="1138" b="1" dirty="0">
              <a:solidFill>
                <a:srgbClr val="002776"/>
              </a:solidFill>
              <a:ea typeface="ＭＳ Ｐゴシック" pitchFamily="50" charset="-128"/>
              <a:cs typeface="Arial" pitchFamily="34" charset="0"/>
            </a:endParaRPr>
          </a:p>
        </p:txBody>
      </p:sp>
      <p:cxnSp>
        <p:nvCxnSpPr>
          <p:cNvPr id="142" name="AutoShape 51"/>
          <p:cNvCxnSpPr>
            <a:cxnSpLocks noChangeShapeType="1"/>
            <a:stCxn id="140" idx="1"/>
            <a:endCxn id="139" idx="3"/>
          </p:cNvCxnSpPr>
          <p:nvPr/>
        </p:nvCxnSpPr>
        <p:spPr bwMode="auto">
          <a:xfrm rot="10800000" flipV="1">
            <a:off x="7917562" y="2050880"/>
            <a:ext cx="298808" cy="181050"/>
          </a:xfrm>
          <a:prstGeom prst="bentConnector3">
            <a:avLst>
              <a:gd name="adj1" fmla="val 50000"/>
            </a:avLst>
          </a:prstGeom>
          <a:noFill/>
          <a:ln w="6350">
            <a:solidFill>
              <a:schemeClr val="tx1"/>
            </a:solidFill>
            <a:miter lim="800000"/>
            <a:headEnd type="none" w="sm" len="sm"/>
            <a:tailEnd type="none" w="med" len="lg"/>
          </a:ln>
        </p:spPr>
      </p:cxnSp>
      <p:cxnSp>
        <p:nvCxnSpPr>
          <p:cNvPr id="143" name="AutoShape 52"/>
          <p:cNvCxnSpPr>
            <a:cxnSpLocks noChangeShapeType="1"/>
          </p:cNvCxnSpPr>
          <p:nvPr/>
        </p:nvCxnSpPr>
        <p:spPr bwMode="auto">
          <a:xfrm>
            <a:off x="7917562" y="2230392"/>
            <a:ext cx="298808" cy="184119"/>
          </a:xfrm>
          <a:prstGeom prst="bentConnector3">
            <a:avLst>
              <a:gd name="adj1" fmla="val 50000"/>
            </a:avLst>
          </a:prstGeom>
          <a:noFill/>
          <a:ln w="6350">
            <a:solidFill>
              <a:schemeClr val="tx1"/>
            </a:solidFill>
            <a:miter lim="800000"/>
            <a:headEnd type="none" w="sm" len="sm"/>
            <a:tailEnd type="none" w="med" len="lg"/>
          </a:ln>
        </p:spPr>
      </p:cxnSp>
      <p:sp>
        <p:nvSpPr>
          <p:cNvPr id="145" name="AutoShape 54"/>
          <p:cNvSpPr>
            <a:spLocks noChangeArrowheads="1"/>
          </p:cNvSpPr>
          <p:nvPr/>
        </p:nvSpPr>
        <p:spPr bwMode="auto">
          <a:xfrm>
            <a:off x="3107155" y="5285730"/>
            <a:ext cx="319965" cy="208668"/>
          </a:xfrm>
          <a:prstGeom prst="chevron">
            <a:avLst>
              <a:gd name="adj" fmla="val 41544"/>
            </a:avLst>
          </a:prstGeom>
          <a:solidFill>
            <a:schemeClr val="accent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46" name="AutoShape 55"/>
          <p:cNvSpPr>
            <a:spLocks noChangeArrowheads="1"/>
          </p:cNvSpPr>
          <p:nvPr/>
        </p:nvSpPr>
        <p:spPr bwMode="auto">
          <a:xfrm>
            <a:off x="3427116" y="5285730"/>
            <a:ext cx="321381"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47" name="AutoShape 56"/>
          <p:cNvSpPr>
            <a:spLocks noChangeArrowheads="1"/>
          </p:cNvSpPr>
          <p:nvPr/>
        </p:nvSpPr>
        <p:spPr bwMode="auto">
          <a:xfrm>
            <a:off x="3748501" y="5285730"/>
            <a:ext cx="319965"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48" name="AutoShape 57"/>
          <p:cNvSpPr>
            <a:spLocks noChangeArrowheads="1"/>
          </p:cNvSpPr>
          <p:nvPr/>
        </p:nvSpPr>
        <p:spPr bwMode="auto">
          <a:xfrm>
            <a:off x="2785771" y="5285730"/>
            <a:ext cx="321381" cy="208668"/>
          </a:xfrm>
          <a:prstGeom prst="homePlate">
            <a:avLst>
              <a:gd name="adj" fmla="val 41728"/>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50" name="AutoShape 59"/>
          <p:cNvSpPr>
            <a:spLocks noChangeArrowheads="1"/>
          </p:cNvSpPr>
          <p:nvPr/>
        </p:nvSpPr>
        <p:spPr bwMode="auto">
          <a:xfrm>
            <a:off x="4632387" y="5287264"/>
            <a:ext cx="321381"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51" name="AutoShape 60"/>
          <p:cNvSpPr>
            <a:spLocks noChangeArrowheads="1"/>
          </p:cNvSpPr>
          <p:nvPr/>
        </p:nvSpPr>
        <p:spPr bwMode="auto">
          <a:xfrm>
            <a:off x="4953771" y="5287264"/>
            <a:ext cx="319965" cy="208668"/>
          </a:xfrm>
          <a:prstGeom prst="chevron">
            <a:avLst>
              <a:gd name="adj" fmla="val 41544"/>
            </a:avLst>
          </a:prstGeom>
          <a:solidFill>
            <a:schemeClr val="accent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52" name="AutoShape 61"/>
          <p:cNvSpPr>
            <a:spLocks noChangeArrowheads="1"/>
          </p:cNvSpPr>
          <p:nvPr/>
        </p:nvSpPr>
        <p:spPr bwMode="auto">
          <a:xfrm>
            <a:off x="5273733" y="5287264"/>
            <a:ext cx="321381"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53" name="AutoShape 62"/>
          <p:cNvSpPr>
            <a:spLocks noChangeArrowheads="1"/>
          </p:cNvSpPr>
          <p:nvPr/>
        </p:nvSpPr>
        <p:spPr bwMode="auto">
          <a:xfrm>
            <a:off x="4312425" y="5287264"/>
            <a:ext cx="319965" cy="208668"/>
          </a:xfrm>
          <a:prstGeom prst="homePlate">
            <a:avLst>
              <a:gd name="adj" fmla="val 41728"/>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55" name="AutoShape 64"/>
          <p:cNvSpPr>
            <a:spLocks noChangeArrowheads="1"/>
          </p:cNvSpPr>
          <p:nvPr/>
        </p:nvSpPr>
        <p:spPr bwMode="auto">
          <a:xfrm>
            <a:off x="6157503" y="5287264"/>
            <a:ext cx="321381"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56" name="AutoShape 65"/>
          <p:cNvSpPr>
            <a:spLocks noChangeArrowheads="1"/>
          </p:cNvSpPr>
          <p:nvPr/>
        </p:nvSpPr>
        <p:spPr bwMode="auto">
          <a:xfrm>
            <a:off x="6478887" y="5287264"/>
            <a:ext cx="319965"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57" name="AutoShape 66"/>
          <p:cNvSpPr>
            <a:spLocks noChangeArrowheads="1"/>
          </p:cNvSpPr>
          <p:nvPr/>
        </p:nvSpPr>
        <p:spPr bwMode="auto">
          <a:xfrm>
            <a:off x="6798848" y="5287264"/>
            <a:ext cx="321381" cy="208668"/>
          </a:xfrm>
          <a:prstGeom prst="chevron">
            <a:avLst>
              <a:gd name="adj" fmla="val 41544"/>
            </a:avLst>
          </a:prstGeom>
          <a:solidFill>
            <a:schemeClr val="accent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58" name="AutoShape 67"/>
          <p:cNvSpPr>
            <a:spLocks noChangeArrowheads="1"/>
          </p:cNvSpPr>
          <p:nvPr/>
        </p:nvSpPr>
        <p:spPr bwMode="auto">
          <a:xfrm>
            <a:off x="5837540" y="5287264"/>
            <a:ext cx="319965" cy="208668"/>
          </a:xfrm>
          <a:prstGeom prst="homePlate">
            <a:avLst>
              <a:gd name="adj" fmla="val 41728"/>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60" name="AutoShape 69"/>
          <p:cNvSpPr>
            <a:spLocks noChangeArrowheads="1"/>
          </p:cNvSpPr>
          <p:nvPr/>
        </p:nvSpPr>
        <p:spPr bwMode="auto">
          <a:xfrm>
            <a:off x="7685572" y="5287264"/>
            <a:ext cx="319965"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61" name="AutoShape 70"/>
          <p:cNvSpPr>
            <a:spLocks noChangeArrowheads="1"/>
          </p:cNvSpPr>
          <p:nvPr/>
        </p:nvSpPr>
        <p:spPr bwMode="auto">
          <a:xfrm>
            <a:off x="8005533" y="5287264"/>
            <a:ext cx="321381"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62" name="AutoShape 71"/>
          <p:cNvSpPr>
            <a:spLocks noChangeArrowheads="1"/>
          </p:cNvSpPr>
          <p:nvPr/>
        </p:nvSpPr>
        <p:spPr bwMode="auto">
          <a:xfrm>
            <a:off x="8326919" y="5287264"/>
            <a:ext cx="319965"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63" name="AutoShape 72"/>
          <p:cNvSpPr>
            <a:spLocks noChangeArrowheads="1"/>
          </p:cNvSpPr>
          <p:nvPr/>
        </p:nvSpPr>
        <p:spPr bwMode="auto">
          <a:xfrm>
            <a:off x="7364186" y="5287264"/>
            <a:ext cx="321381" cy="208668"/>
          </a:xfrm>
          <a:prstGeom prst="homePlate">
            <a:avLst>
              <a:gd name="adj" fmla="val 41728"/>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65" name="AutoShape 74"/>
          <p:cNvSpPr>
            <a:spLocks noChangeArrowheads="1"/>
          </p:cNvSpPr>
          <p:nvPr/>
        </p:nvSpPr>
        <p:spPr bwMode="auto">
          <a:xfrm>
            <a:off x="3722653" y="4399864"/>
            <a:ext cx="318784" cy="208668"/>
          </a:xfrm>
          <a:prstGeom prst="chevron">
            <a:avLst>
              <a:gd name="adj" fmla="val 41544"/>
            </a:avLst>
          </a:prstGeom>
          <a:solidFill>
            <a:schemeClr val="accent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66" name="AutoShape 75"/>
          <p:cNvSpPr>
            <a:spLocks noChangeArrowheads="1"/>
          </p:cNvSpPr>
          <p:nvPr/>
        </p:nvSpPr>
        <p:spPr bwMode="auto">
          <a:xfrm>
            <a:off x="4042852" y="4399864"/>
            <a:ext cx="320201"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67" name="AutoShape 76"/>
          <p:cNvSpPr>
            <a:spLocks noChangeArrowheads="1"/>
          </p:cNvSpPr>
          <p:nvPr/>
        </p:nvSpPr>
        <p:spPr bwMode="auto">
          <a:xfrm>
            <a:off x="3401034" y="4399864"/>
            <a:ext cx="321618" cy="208668"/>
          </a:xfrm>
          <a:prstGeom prst="homePlate">
            <a:avLst>
              <a:gd name="adj" fmla="val 41728"/>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69" name="AutoShape 78"/>
          <p:cNvSpPr>
            <a:spLocks noChangeArrowheads="1"/>
          </p:cNvSpPr>
          <p:nvPr/>
        </p:nvSpPr>
        <p:spPr bwMode="auto">
          <a:xfrm>
            <a:off x="5864566" y="4399864"/>
            <a:ext cx="318784"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70" name="AutoShape 79"/>
          <p:cNvSpPr>
            <a:spLocks noChangeArrowheads="1"/>
          </p:cNvSpPr>
          <p:nvPr/>
        </p:nvSpPr>
        <p:spPr bwMode="auto">
          <a:xfrm>
            <a:off x="6184766" y="4399864"/>
            <a:ext cx="320201" cy="208668"/>
          </a:xfrm>
          <a:prstGeom prst="chevron">
            <a:avLst>
              <a:gd name="adj" fmla="val 41544"/>
            </a:avLst>
          </a:prstGeom>
          <a:solidFill>
            <a:schemeClr val="accent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71" name="AutoShape 80"/>
          <p:cNvSpPr>
            <a:spLocks noChangeArrowheads="1"/>
          </p:cNvSpPr>
          <p:nvPr/>
        </p:nvSpPr>
        <p:spPr bwMode="auto">
          <a:xfrm>
            <a:off x="5542948" y="4399864"/>
            <a:ext cx="321618" cy="208668"/>
          </a:xfrm>
          <a:prstGeom prst="homePlate">
            <a:avLst>
              <a:gd name="adj" fmla="val 41728"/>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73" name="AutoShape 82"/>
          <p:cNvSpPr>
            <a:spLocks noChangeArrowheads="1"/>
          </p:cNvSpPr>
          <p:nvPr/>
        </p:nvSpPr>
        <p:spPr bwMode="auto">
          <a:xfrm>
            <a:off x="8006479" y="4399864"/>
            <a:ext cx="318784"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74" name="AutoShape 83"/>
          <p:cNvSpPr>
            <a:spLocks noChangeArrowheads="1"/>
          </p:cNvSpPr>
          <p:nvPr/>
        </p:nvSpPr>
        <p:spPr bwMode="auto">
          <a:xfrm>
            <a:off x="8326680" y="4399864"/>
            <a:ext cx="320201"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75" name="AutoShape 84"/>
          <p:cNvSpPr>
            <a:spLocks noChangeArrowheads="1"/>
          </p:cNvSpPr>
          <p:nvPr/>
        </p:nvSpPr>
        <p:spPr bwMode="auto">
          <a:xfrm>
            <a:off x="7684861" y="4399864"/>
            <a:ext cx="321618" cy="208668"/>
          </a:xfrm>
          <a:prstGeom prst="homePlate">
            <a:avLst>
              <a:gd name="adj" fmla="val 41728"/>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76" name="AutoShape 86"/>
          <p:cNvSpPr>
            <a:spLocks noChangeArrowheads="1"/>
          </p:cNvSpPr>
          <p:nvPr/>
        </p:nvSpPr>
        <p:spPr bwMode="auto">
          <a:xfrm>
            <a:off x="1580739" y="4399864"/>
            <a:ext cx="318784"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77" name="AutoShape 87"/>
          <p:cNvSpPr>
            <a:spLocks noChangeArrowheads="1"/>
          </p:cNvSpPr>
          <p:nvPr/>
        </p:nvSpPr>
        <p:spPr bwMode="auto">
          <a:xfrm>
            <a:off x="1900940" y="4399864"/>
            <a:ext cx="320201" cy="208668"/>
          </a:xfrm>
          <a:prstGeom prst="chevron">
            <a:avLst>
              <a:gd name="adj" fmla="val 41544"/>
            </a:avLst>
          </a:prstGeom>
          <a:solidFill>
            <a:schemeClr val="bg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78" name="AutoShape 88"/>
          <p:cNvSpPr>
            <a:spLocks noChangeArrowheads="1"/>
          </p:cNvSpPr>
          <p:nvPr/>
        </p:nvSpPr>
        <p:spPr bwMode="auto">
          <a:xfrm>
            <a:off x="1259121" y="4399864"/>
            <a:ext cx="321618" cy="208668"/>
          </a:xfrm>
          <a:prstGeom prst="homePlate">
            <a:avLst>
              <a:gd name="adj" fmla="val 41728"/>
            </a:avLst>
          </a:prstGeom>
          <a:solidFill>
            <a:schemeClr val="accent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80" name="AutoShape 90"/>
          <p:cNvSpPr>
            <a:spLocks noChangeArrowheads="1"/>
          </p:cNvSpPr>
          <p:nvPr/>
        </p:nvSpPr>
        <p:spPr bwMode="auto">
          <a:xfrm>
            <a:off x="1580888" y="5285730"/>
            <a:ext cx="320348" cy="208668"/>
          </a:xfrm>
          <a:prstGeom prst="chevron">
            <a:avLst>
              <a:gd name="adj" fmla="val 41544"/>
            </a:avLst>
          </a:prstGeom>
          <a:no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81" name="AutoShape 91"/>
          <p:cNvSpPr>
            <a:spLocks noChangeArrowheads="1"/>
          </p:cNvSpPr>
          <p:nvPr/>
        </p:nvSpPr>
        <p:spPr bwMode="auto">
          <a:xfrm>
            <a:off x="1902653" y="5285730"/>
            <a:ext cx="318930" cy="208668"/>
          </a:xfrm>
          <a:prstGeom prst="chevron">
            <a:avLst>
              <a:gd name="adj" fmla="val 41544"/>
            </a:avLst>
          </a:prstGeom>
          <a:no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82" name="AutoShape 92"/>
          <p:cNvSpPr>
            <a:spLocks noChangeArrowheads="1"/>
          </p:cNvSpPr>
          <p:nvPr/>
        </p:nvSpPr>
        <p:spPr bwMode="auto">
          <a:xfrm>
            <a:off x="2223001" y="5285730"/>
            <a:ext cx="320348" cy="208668"/>
          </a:xfrm>
          <a:prstGeom prst="chevron">
            <a:avLst>
              <a:gd name="adj" fmla="val 41544"/>
            </a:avLst>
          </a:prstGeom>
          <a:no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
        <p:nvSpPr>
          <p:cNvPr id="183" name="AutoShape 93"/>
          <p:cNvSpPr>
            <a:spLocks noChangeArrowheads="1"/>
          </p:cNvSpPr>
          <p:nvPr/>
        </p:nvSpPr>
        <p:spPr bwMode="auto">
          <a:xfrm>
            <a:off x="1259120" y="5285730"/>
            <a:ext cx="321766" cy="208668"/>
          </a:xfrm>
          <a:prstGeom prst="homePlate">
            <a:avLst>
              <a:gd name="adj" fmla="val 41728"/>
            </a:avLst>
          </a:prstGeom>
          <a:solidFill>
            <a:schemeClr val="accent1"/>
          </a:solidFill>
          <a:ln w="6350" algn="ctr">
            <a:solidFill>
              <a:schemeClr val="tx1"/>
            </a:solidFill>
            <a:miter lim="800000"/>
            <a:headEnd type="none" w="sm" len="sm"/>
            <a:tailEnd type="none" w="med" len="lg"/>
          </a:ln>
        </p:spPr>
        <p:txBody>
          <a:bodyPr tIns="74295" bIns="74295" anchor="ctr"/>
          <a:lstStyle/>
          <a:p>
            <a:pPr eaLnBrk="1" hangingPunct="1">
              <a:spcBef>
                <a:spcPct val="20000"/>
              </a:spcBef>
              <a:defRPr/>
            </a:pPr>
            <a:endParaRPr lang="en-GB" sz="894" b="1" dirty="0">
              <a:solidFill>
                <a:srgbClr val="002776"/>
              </a:solidFill>
              <a:cs typeface="Arial" pitchFamily="34" charset="0"/>
            </a:endParaRPr>
          </a:p>
        </p:txBody>
      </p:sp>
    </p:spTree>
    <p:extLst>
      <p:ext uri="{BB962C8B-B14F-4D97-AF65-F5344CB8AC3E}">
        <p14:creationId xmlns:p14="http://schemas.microsoft.com/office/powerpoint/2010/main" val="315975168"/>
      </p:ext>
    </p:extLst>
  </p:cSld>
  <p:clrMapOvr>
    <a:masterClrMapping/>
  </p:clrMapOvr>
  <p:transition>
    <p:fade/>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p:cNvSpPr txBox="1">
            <a:spLocks/>
          </p:cNvSpPr>
          <p:nvPr/>
        </p:nvSpPr>
        <p:spPr>
          <a:xfrm>
            <a:off x="5740451" y="2249246"/>
            <a:ext cx="1750964" cy="3393580"/>
          </a:xfrm>
          <a:custGeom>
            <a:avLst/>
            <a:gdLst>
              <a:gd name="connsiteX0" fmla="*/ 0 w 2262188"/>
              <a:gd name="connsiteY0" fmla="*/ 635154 h 4195762"/>
              <a:gd name="connsiteX1" fmla="*/ 1268590 w 2262188"/>
              <a:gd name="connsiteY1" fmla="*/ 635154 h 4195762"/>
              <a:gd name="connsiteX2" fmla="*/ 1268590 w 2262188"/>
              <a:gd name="connsiteY2" fmla="*/ 0 h 4195762"/>
              <a:gd name="connsiteX3" fmla="*/ 2262188 w 2262188"/>
              <a:gd name="connsiteY3" fmla="*/ 2097881 h 4195762"/>
              <a:gd name="connsiteX4" fmla="*/ 1268590 w 2262188"/>
              <a:gd name="connsiteY4" fmla="*/ 4195762 h 4195762"/>
              <a:gd name="connsiteX5" fmla="*/ 1268590 w 2262188"/>
              <a:gd name="connsiteY5" fmla="*/ 3560608 h 4195762"/>
              <a:gd name="connsiteX6" fmla="*/ 0 w 2262188"/>
              <a:gd name="connsiteY6" fmla="*/ 3560608 h 4195762"/>
              <a:gd name="connsiteX7" fmla="*/ 692776 w 2262188"/>
              <a:gd name="connsiteY7" fmla="*/ 2097881 h 4195762"/>
              <a:gd name="connsiteX8" fmla="*/ 0 w 2262188"/>
              <a:gd name="connsiteY8" fmla="*/ 635154 h 4195762"/>
              <a:gd name="connsiteX0" fmla="*/ 0 w 2262188"/>
              <a:gd name="connsiteY0" fmla="*/ 635154 h 4195762"/>
              <a:gd name="connsiteX1" fmla="*/ 1268590 w 2262188"/>
              <a:gd name="connsiteY1" fmla="*/ 635154 h 4195762"/>
              <a:gd name="connsiteX2" fmla="*/ 1268590 w 2262188"/>
              <a:gd name="connsiteY2" fmla="*/ 0 h 4195762"/>
              <a:gd name="connsiteX3" fmla="*/ 2262188 w 2262188"/>
              <a:gd name="connsiteY3" fmla="*/ 2097881 h 4195762"/>
              <a:gd name="connsiteX4" fmla="*/ 1268590 w 2262188"/>
              <a:gd name="connsiteY4" fmla="*/ 4195762 h 4195762"/>
              <a:gd name="connsiteX5" fmla="*/ 1268590 w 2262188"/>
              <a:gd name="connsiteY5" fmla="*/ 3560608 h 4195762"/>
              <a:gd name="connsiteX6" fmla="*/ 0 w 2262188"/>
              <a:gd name="connsiteY6" fmla="*/ 3560608 h 4195762"/>
              <a:gd name="connsiteX7" fmla="*/ 571332 w 2262188"/>
              <a:gd name="connsiteY7" fmla="*/ 2095499 h 4195762"/>
              <a:gd name="connsiteX8" fmla="*/ 0 w 2262188"/>
              <a:gd name="connsiteY8" fmla="*/ 635154 h 4195762"/>
              <a:gd name="connsiteX0" fmla="*/ 0 w 2262188"/>
              <a:gd name="connsiteY0" fmla="*/ 635154 h 4195762"/>
              <a:gd name="connsiteX1" fmla="*/ 1268590 w 2262188"/>
              <a:gd name="connsiteY1" fmla="*/ 635154 h 4195762"/>
              <a:gd name="connsiteX2" fmla="*/ 1268590 w 2262188"/>
              <a:gd name="connsiteY2" fmla="*/ 0 h 4195762"/>
              <a:gd name="connsiteX3" fmla="*/ 2262188 w 2262188"/>
              <a:gd name="connsiteY3" fmla="*/ 2097881 h 4195762"/>
              <a:gd name="connsiteX4" fmla="*/ 1268590 w 2262188"/>
              <a:gd name="connsiteY4" fmla="*/ 4195762 h 4195762"/>
              <a:gd name="connsiteX5" fmla="*/ 1268590 w 2262188"/>
              <a:gd name="connsiteY5" fmla="*/ 3560608 h 4195762"/>
              <a:gd name="connsiteX6" fmla="*/ 0 w 2262188"/>
              <a:gd name="connsiteY6" fmla="*/ 3560608 h 4195762"/>
              <a:gd name="connsiteX7" fmla="*/ 585619 w 2262188"/>
              <a:gd name="connsiteY7" fmla="*/ 2114636 h 4195762"/>
              <a:gd name="connsiteX8" fmla="*/ 0 w 2262188"/>
              <a:gd name="connsiteY8" fmla="*/ 635154 h 4195762"/>
              <a:gd name="connsiteX0" fmla="*/ 0 w 2262188"/>
              <a:gd name="connsiteY0" fmla="*/ 635154 h 4195762"/>
              <a:gd name="connsiteX1" fmla="*/ 1268590 w 2262188"/>
              <a:gd name="connsiteY1" fmla="*/ 635154 h 4195762"/>
              <a:gd name="connsiteX2" fmla="*/ 1268590 w 2262188"/>
              <a:gd name="connsiteY2" fmla="*/ 0 h 4195762"/>
              <a:gd name="connsiteX3" fmla="*/ 2262188 w 2262188"/>
              <a:gd name="connsiteY3" fmla="*/ 2097881 h 4195762"/>
              <a:gd name="connsiteX4" fmla="*/ 1268590 w 2262188"/>
              <a:gd name="connsiteY4" fmla="*/ 4195762 h 4195762"/>
              <a:gd name="connsiteX5" fmla="*/ 1268590 w 2262188"/>
              <a:gd name="connsiteY5" fmla="*/ 3560608 h 4195762"/>
              <a:gd name="connsiteX6" fmla="*/ 0 w 2262188"/>
              <a:gd name="connsiteY6" fmla="*/ 3560608 h 4195762"/>
              <a:gd name="connsiteX7" fmla="*/ 571331 w 2262188"/>
              <a:gd name="connsiteY7" fmla="*/ 2105068 h 4195762"/>
              <a:gd name="connsiteX8" fmla="*/ 0 w 2262188"/>
              <a:gd name="connsiteY8" fmla="*/ 635154 h 4195762"/>
              <a:gd name="connsiteX0" fmla="*/ 0 w 2262188"/>
              <a:gd name="connsiteY0" fmla="*/ 635154 h 4195762"/>
              <a:gd name="connsiteX1" fmla="*/ 1268590 w 2262188"/>
              <a:gd name="connsiteY1" fmla="*/ 635154 h 4195762"/>
              <a:gd name="connsiteX2" fmla="*/ 1268590 w 2262188"/>
              <a:gd name="connsiteY2" fmla="*/ 0 h 4195762"/>
              <a:gd name="connsiteX3" fmla="*/ 2262188 w 2262188"/>
              <a:gd name="connsiteY3" fmla="*/ 2097881 h 4195762"/>
              <a:gd name="connsiteX4" fmla="*/ 1268590 w 2262188"/>
              <a:gd name="connsiteY4" fmla="*/ 4195762 h 4195762"/>
              <a:gd name="connsiteX5" fmla="*/ 1268590 w 2262188"/>
              <a:gd name="connsiteY5" fmla="*/ 3560608 h 4195762"/>
              <a:gd name="connsiteX6" fmla="*/ 0 w 2262188"/>
              <a:gd name="connsiteY6" fmla="*/ 3560608 h 4195762"/>
              <a:gd name="connsiteX7" fmla="*/ 583237 w 2262188"/>
              <a:gd name="connsiteY7" fmla="*/ 2105068 h 4195762"/>
              <a:gd name="connsiteX8" fmla="*/ 0 w 2262188"/>
              <a:gd name="connsiteY8" fmla="*/ 635154 h 4195762"/>
              <a:gd name="connsiteX0" fmla="*/ 0 w 2262188"/>
              <a:gd name="connsiteY0" fmla="*/ 635154 h 4195762"/>
              <a:gd name="connsiteX1" fmla="*/ 1268590 w 2262188"/>
              <a:gd name="connsiteY1" fmla="*/ 635154 h 4195762"/>
              <a:gd name="connsiteX2" fmla="*/ 1268590 w 2262188"/>
              <a:gd name="connsiteY2" fmla="*/ 0 h 4195762"/>
              <a:gd name="connsiteX3" fmla="*/ 2262188 w 2262188"/>
              <a:gd name="connsiteY3" fmla="*/ 2097881 h 4195762"/>
              <a:gd name="connsiteX4" fmla="*/ 1268590 w 2262188"/>
              <a:gd name="connsiteY4" fmla="*/ 4195762 h 4195762"/>
              <a:gd name="connsiteX5" fmla="*/ 1268590 w 2262188"/>
              <a:gd name="connsiteY5" fmla="*/ 3560608 h 4195762"/>
              <a:gd name="connsiteX6" fmla="*/ 0 w 2262188"/>
              <a:gd name="connsiteY6" fmla="*/ 3560608 h 4195762"/>
              <a:gd name="connsiteX7" fmla="*/ 571331 w 2262188"/>
              <a:gd name="connsiteY7" fmla="*/ 2105068 h 4195762"/>
              <a:gd name="connsiteX8" fmla="*/ 0 w 2262188"/>
              <a:gd name="connsiteY8" fmla="*/ 635154 h 4195762"/>
              <a:gd name="connsiteX0" fmla="*/ 0 w 2155032"/>
              <a:gd name="connsiteY0" fmla="*/ 635154 h 4195762"/>
              <a:gd name="connsiteX1" fmla="*/ 1268590 w 2155032"/>
              <a:gd name="connsiteY1" fmla="*/ 635154 h 4195762"/>
              <a:gd name="connsiteX2" fmla="*/ 1268590 w 2155032"/>
              <a:gd name="connsiteY2" fmla="*/ 0 h 4195762"/>
              <a:gd name="connsiteX3" fmla="*/ 2155032 w 2155032"/>
              <a:gd name="connsiteY3" fmla="*/ 2105058 h 4195762"/>
              <a:gd name="connsiteX4" fmla="*/ 1268590 w 2155032"/>
              <a:gd name="connsiteY4" fmla="*/ 4195762 h 4195762"/>
              <a:gd name="connsiteX5" fmla="*/ 1268590 w 2155032"/>
              <a:gd name="connsiteY5" fmla="*/ 3560608 h 4195762"/>
              <a:gd name="connsiteX6" fmla="*/ 0 w 2155032"/>
              <a:gd name="connsiteY6" fmla="*/ 3560608 h 4195762"/>
              <a:gd name="connsiteX7" fmla="*/ 571331 w 2155032"/>
              <a:gd name="connsiteY7" fmla="*/ 2105068 h 4195762"/>
              <a:gd name="connsiteX8" fmla="*/ 0 w 2155032"/>
              <a:gd name="connsiteY8" fmla="*/ 635154 h 419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5032" h="4195762">
                <a:moveTo>
                  <a:pt x="0" y="635154"/>
                </a:moveTo>
                <a:lnTo>
                  <a:pt x="1268590" y="635154"/>
                </a:lnTo>
                <a:lnTo>
                  <a:pt x="1268590" y="0"/>
                </a:lnTo>
                <a:lnTo>
                  <a:pt x="2155032" y="2105058"/>
                </a:lnTo>
                <a:lnTo>
                  <a:pt x="1268590" y="4195762"/>
                </a:lnTo>
                <a:lnTo>
                  <a:pt x="1268590" y="3560608"/>
                </a:lnTo>
                <a:lnTo>
                  <a:pt x="0" y="3560608"/>
                </a:lnTo>
                <a:lnTo>
                  <a:pt x="571331" y="2105068"/>
                </a:lnTo>
                <a:lnTo>
                  <a:pt x="0" y="635154"/>
                </a:lnTo>
                <a:close/>
              </a:path>
            </a:pathLst>
          </a:custGeom>
          <a:noFill/>
          <a:ln w="19050">
            <a:solidFill>
              <a:schemeClr val="accent1"/>
            </a:solidFill>
          </a:ln>
        </p:spPr>
        <p:txBody>
          <a:bodyPr wrap="square" lIns="445770" tIns="74295" rIns="74295" bIns="74295" anchor="ct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defTabSz="742969">
              <a:spcBef>
                <a:spcPts val="0"/>
              </a:spcBef>
              <a:spcAft>
                <a:spcPts val="488"/>
              </a:spcAft>
              <a:buSzPct val="100000"/>
              <a:buFont typeface="Arial"/>
              <a:buChar char="•"/>
            </a:pPr>
            <a:r>
              <a:rPr lang="en-US" sz="1000" dirty="0">
                <a:solidFill>
                  <a:schemeClr val="tx1"/>
                </a:solidFill>
              </a:rPr>
              <a:t>Level 1 bullet</a:t>
            </a:r>
          </a:p>
          <a:p>
            <a:pPr marL="206380" lvl="2" indent="-92871" defTabSz="742969">
              <a:spcBef>
                <a:spcPts val="0"/>
              </a:spcBef>
              <a:spcAft>
                <a:spcPts val="488"/>
              </a:spcAft>
              <a:buSzPct val="100000"/>
              <a:buFont typeface="Arial"/>
              <a:buChar char="−"/>
            </a:pPr>
            <a:r>
              <a:rPr lang="en-US" sz="1000" dirty="0">
                <a:solidFill>
                  <a:schemeClr val="tx1"/>
                </a:solidFill>
              </a:rPr>
              <a:t>Level 2 bullet</a:t>
            </a:r>
          </a:p>
          <a:p>
            <a:pPr marL="319889" lvl="3" indent="-92871" defTabSz="742969">
              <a:spcBef>
                <a:spcPts val="0"/>
              </a:spcBef>
              <a:spcAft>
                <a:spcPts val="488"/>
              </a:spcAft>
              <a:buSzPct val="100000"/>
              <a:buFont typeface="Arial"/>
              <a:buChar char="◦"/>
            </a:pPr>
            <a:r>
              <a:rPr lang="en-US" sz="1000" dirty="0">
                <a:solidFill>
                  <a:schemeClr val="tx1"/>
                </a:solidFill>
              </a:rPr>
              <a:t>Level 3 bullet</a:t>
            </a:r>
          </a:p>
        </p:txBody>
      </p:sp>
      <p:sp>
        <p:nvSpPr>
          <p:cNvPr id="9" name="Text Placeholder 5"/>
          <p:cNvSpPr txBox="1">
            <a:spLocks/>
          </p:cNvSpPr>
          <p:nvPr/>
        </p:nvSpPr>
        <p:spPr>
          <a:xfrm>
            <a:off x="2437808" y="2766473"/>
            <a:ext cx="1845767" cy="2351386"/>
          </a:xfrm>
          <a:prstGeom prst="homePlate">
            <a:avLst>
              <a:gd name="adj" fmla="val 26427"/>
            </a:avLst>
          </a:prstGeom>
          <a:noFill/>
          <a:ln w="19050">
            <a:solidFill>
              <a:schemeClr val="accent1"/>
            </a:solidFill>
          </a:ln>
        </p:spPr>
        <p:txBody>
          <a:bodyPr wrap="square" lIns="74295" tIns="74295" rIns="74295" bIns="74295" anchor="ct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defTabSz="742969">
              <a:spcBef>
                <a:spcPts val="0"/>
              </a:spcBef>
              <a:spcAft>
                <a:spcPts val="488"/>
              </a:spcAft>
              <a:buSzPct val="100000"/>
              <a:buFont typeface="Arial"/>
              <a:buChar char="•"/>
            </a:pPr>
            <a:r>
              <a:rPr lang="en-US" sz="1000" dirty="0">
                <a:solidFill>
                  <a:schemeClr val="tx1"/>
                </a:solidFill>
                <a:ea typeface="+mn-ea"/>
                <a:cs typeface="+mn-cs"/>
              </a:rPr>
              <a:t>Level 1 bullet</a:t>
            </a:r>
          </a:p>
          <a:p>
            <a:pPr marL="206380" lvl="2" indent="-92871" defTabSz="742969">
              <a:spcBef>
                <a:spcPts val="0"/>
              </a:spcBef>
              <a:spcAft>
                <a:spcPts val="488"/>
              </a:spcAft>
              <a:buSzPct val="100000"/>
              <a:buFont typeface="Arial"/>
              <a:buChar char="−"/>
            </a:pPr>
            <a:r>
              <a:rPr lang="en-US" sz="1000" dirty="0">
                <a:solidFill>
                  <a:schemeClr val="tx1"/>
                </a:solidFill>
                <a:ea typeface="+mn-ea"/>
                <a:cs typeface="+mn-cs"/>
              </a:rPr>
              <a:t>Level 2 bullet</a:t>
            </a:r>
          </a:p>
          <a:p>
            <a:pPr marL="319889" lvl="3" indent="-92871" defTabSz="742969">
              <a:spcBef>
                <a:spcPts val="0"/>
              </a:spcBef>
              <a:spcAft>
                <a:spcPts val="488"/>
              </a:spcAft>
              <a:buSzPct val="100000"/>
              <a:buFont typeface="Arial"/>
              <a:buChar char="◦"/>
            </a:pPr>
            <a:r>
              <a:rPr lang="en-US" sz="1000" dirty="0">
                <a:solidFill>
                  <a:schemeClr val="tx1"/>
                </a:solidFill>
                <a:ea typeface="+mn-ea"/>
                <a:cs typeface="+mn-cs"/>
              </a:rPr>
              <a:t>Level 3 bullet</a:t>
            </a:r>
          </a:p>
        </p:txBody>
      </p:sp>
      <p:sp>
        <p:nvSpPr>
          <p:cNvPr id="809985" name="Title 1"/>
          <p:cNvSpPr>
            <a:spLocks noGrp="1"/>
          </p:cNvSpPr>
          <p:nvPr>
            <p:ph type="title"/>
          </p:nvPr>
        </p:nvSpPr>
        <p:spPr/>
        <p:txBody>
          <a:bodyPr/>
          <a:lstStyle/>
          <a:p>
            <a:r>
              <a:rPr lang="en-US"/>
              <a:t>Linear text</a:t>
            </a:r>
            <a:endParaRPr lang="en-US" dirty="0"/>
          </a:p>
        </p:txBody>
      </p:sp>
      <p:sp>
        <p:nvSpPr>
          <p:cNvPr id="5" name="Freeform 3"/>
          <p:cNvSpPr>
            <a:spLocks/>
          </p:cNvSpPr>
          <p:nvPr/>
        </p:nvSpPr>
        <p:spPr bwMode="blackWhite">
          <a:xfrm>
            <a:off x="3912101" y="2766473"/>
            <a:ext cx="2152749" cy="1140222"/>
          </a:xfrm>
          <a:custGeom>
            <a:avLst/>
            <a:gdLst>
              <a:gd name="T0" fmla="*/ 2147483647 w 1636"/>
              <a:gd name="T1" fmla="*/ 0 h 867"/>
              <a:gd name="T2" fmla="*/ 2147483647 w 1636"/>
              <a:gd name="T3" fmla="*/ 2147483647 h 867"/>
              <a:gd name="T4" fmla="*/ 2147483647 w 1636"/>
              <a:gd name="T5" fmla="*/ 2147483647 h 867"/>
              <a:gd name="T6" fmla="*/ 0 w 1636"/>
              <a:gd name="T7" fmla="*/ 0 h 867"/>
              <a:gd name="T8" fmla="*/ 2147483647 w 1636"/>
              <a:gd name="T9" fmla="*/ 0 h 867"/>
              <a:gd name="T10" fmla="*/ 0 60000 65536"/>
              <a:gd name="T11" fmla="*/ 0 60000 65536"/>
              <a:gd name="T12" fmla="*/ 0 60000 65536"/>
              <a:gd name="T13" fmla="*/ 0 60000 65536"/>
              <a:gd name="T14" fmla="*/ 0 60000 65536"/>
              <a:gd name="T15" fmla="*/ 0 w 1636"/>
              <a:gd name="T16" fmla="*/ 0 h 867"/>
              <a:gd name="T17" fmla="*/ 1636 w 1636"/>
              <a:gd name="T18" fmla="*/ 867 h 867"/>
            </a:gdLst>
            <a:ahLst/>
            <a:cxnLst>
              <a:cxn ang="T10">
                <a:pos x="T0" y="T1"/>
              </a:cxn>
              <a:cxn ang="T11">
                <a:pos x="T2" y="T3"/>
              </a:cxn>
              <a:cxn ang="T12">
                <a:pos x="T4" y="T5"/>
              </a:cxn>
              <a:cxn ang="T13">
                <a:pos x="T6" y="T7"/>
              </a:cxn>
              <a:cxn ang="T14">
                <a:pos x="T8" y="T9"/>
              </a:cxn>
            </a:cxnLst>
            <a:rect l="T15" t="T16" r="T17" b="T18"/>
            <a:pathLst>
              <a:path w="1636" h="867">
                <a:moveTo>
                  <a:pt x="1298" y="0"/>
                </a:moveTo>
                <a:lnTo>
                  <a:pt x="1635" y="866"/>
                </a:lnTo>
                <a:lnTo>
                  <a:pt x="368" y="866"/>
                </a:lnTo>
                <a:lnTo>
                  <a:pt x="0" y="0"/>
                </a:lnTo>
                <a:lnTo>
                  <a:pt x="1298" y="0"/>
                </a:lnTo>
              </a:path>
            </a:pathLst>
          </a:custGeom>
          <a:solidFill>
            <a:schemeClr val="accent1"/>
          </a:solidFill>
          <a:ln w="12700" cap="rnd">
            <a:noFill/>
            <a:round/>
            <a:headEnd/>
            <a:tailEnd/>
          </a:ln>
        </p:spPr>
        <p:txBody>
          <a:bodyPr lIns="297180" tIns="74295" rIns="74295" bIns="74295" anchor="ctr"/>
          <a:lstStyle/>
          <a:p>
            <a:pPr marL="92871" lvl="1" indent="-92871">
              <a:spcAft>
                <a:spcPts val="488"/>
              </a:spcAft>
              <a:buSzPct val="100000"/>
              <a:buFont typeface="Arial"/>
              <a:buChar char="•"/>
            </a:pPr>
            <a:r>
              <a:rPr lang="en-US" sz="1000" dirty="0">
                <a:latin typeface="Aptos" panose="020B0004020202020204" pitchFamily="34" charset="0"/>
              </a:rPr>
              <a:t>Level 1 bullet</a:t>
            </a:r>
          </a:p>
          <a:p>
            <a:pPr marL="206380" lvl="2" indent="-92871">
              <a:spcAft>
                <a:spcPts val="488"/>
              </a:spcAft>
              <a:buSzPct val="100000"/>
              <a:buFont typeface="Arial"/>
              <a:buChar char="−"/>
            </a:pPr>
            <a:r>
              <a:rPr lang="en-US" sz="1000" dirty="0">
                <a:latin typeface="Aptos" panose="020B0004020202020204" pitchFamily="34" charset="0"/>
              </a:rPr>
              <a:t>Level 2 bullet</a:t>
            </a:r>
          </a:p>
          <a:p>
            <a:pPr marL="319889" lvl="3" indent="-92871">
              <a:spcAft>
                <a:spcPts val="488"/>
              </a:spcAft>
              <a:buSzPct val="100000"/>
              <a:buFont typeface="Arial"/>
              <a:buChar char="◦"/>
            </a:pPr>
            <a:r>
              <a:rPr lang="en-US" sz="1000" dirty="0">
                <a:latin typeface="Aptos" panose="020B0004020202020204" pitchFamily="34" charset="0"/>
              </a:rPr>
              <a:t>Level 3 bullet</a:t>
            </a:r>
          </a:p>
        </p:txBody>
      </p:sp>
      <p:sp>
        <p:nvSpPr>
          <p:cNvPr id="18" name="Text Placeholder 5"/>
          <p:cNvSpPr txBox="1">
            <a:spLocks/>
          </p:cNvSpPr>
          <p:nvPr/>
        </p:nvSpPr>
        <p:spPr>
          <a:xfrm>
            <a:off x="3912096" y="3977639"/>
            <a:ext cx="2152748" cy="1140223"/>
          </a:xfrm>
          <a:custGeom>
            <a:avLst/>
            <a:gdLst>
              <a:gd name="connsiteX0" fmla="*/ 0 w 2649536"/>
              <a:gd name="connsiteY0" fmla="*/ 0 h 1403350"/>
              <a:gd name="connsiteX1" fmla="*/ 2649536 w 2649536"/>
              <a:gd name="connsiteY1" fmla="*/ 0 h 1403350"/>
              <a:gd name="connsiteX2" fmla="*/ 2649536 w 2649536"/>
              <a:gd name="connsiteY2" fmla="*/ 1403350 h 1403350"/>
              <a:gd name="connsiteX3" fmla="*/ 0 w 2649536"/>
              <a:gd name="connsiteY3" fmla="*/ 1403350 h 1403350"/>
              <a:gd name="connsiteX4" fmla="*/ 0 w 2649536"/>
              <a:gd name="connsiteY4" fmla="*/ 0 h 1403350"/>
              <a:gd name="connsiteX0" fmla="*/ 0 w 2649536"/>
              <a:gd name="connsiteY0" fmla="*/ 0 h 1403350"/>
              <a:gd name="connsiteX1" fmla="*/ 2649536 w 2649536"/>
              <a:gd name="connsiteY1" fmla="*/ 0 h 1403350"/>
              <a:gd name="connsiteX2" fmla="*/ 2294730 w 2649536"/>
              <a:gd name="connsiteY2" fmla="*/ 1400969 h 1403350"/>
              <a:gd name="connsiteX3" fmla="*/ 0 w 2649536"/>
              <a:gd name="connsiteY3" fmla="*/ 1403350 h 1403350"/>
              <a:gd name="connsiteX4" fmla="*/ 0 w 2649536"/>
              <a:gd name="connsiteY4" fmla="*/ 0 h 1403350"/>
              <a:gd name="connsiteX0" fmla="*/ 0 w 2649536"/>
              <a:gd name="connsiteY0" fmla="*/ 0 h 1403350"/>
              <a:gd name="connsiteX1" fmla="*/ 2649536 w 2649536"/>
              <a:gd name="connsiteY1" fmla="*/ 0 h 1403350"/>
              <a:gd name="connsiteX2" fmla="*/ 2032793 w 2649536"/>
              <a:gd name="connsiteY2" fmla="*/ 1389063 h 1403350"/>
              <a:gd name="connsiteX3" fmla="*/ 0 w 2649536"/>
              <a:gd name="connsiteY3" fmla="*/ 1403350 h 1403350"/>
              <a:gd name="connsiteX4" fmla="*/ 0 w 2649536"/>
              <a:gd name="connsiteY4" fmla="*/ 0 h 1403350"/>
              <a:gd name="connsiteX0" fmla="*/ 0 w 2649536"/>
              <a:gd name="connsiteY0" fmla="*/ 0 h 1403351"/>
              <a:gd name="connsiteX1" fmla="*/ 2649536 w 2649536"/>
              <a:gd name="connsiteY1" fmla="*/ 0 h 1403351"/>
              <a:gd name="connsiteX2" fmla="*/ 2101849 w 2649536"/>
              <a:gd name="connsiteY2" fmla="*/ 1403351 h 1403351"/>
              <a:gd name="connsiteX3" fmla="*/ 0 w 2649536"/>
              <a:gd name="connsiteY3" fmla="*/ 1403350 h 1403351"/>
              <a:gd name="connsiteX4" fmla="*/ 0 w 2649536"/>
              <a:gd name="connsiteY4" fmla="*/ 0 h 1403351"/>
              <a:gd name="connsiteX0" fmla="*/ 771525 w 2649536"/>
              <a:gd name="connsiteY0" fmla="*/ 0 h 1403351"/>
              <a:gd name="connsiteX1" fmla="*/ 2649536 w 2649536"/>
              <a:gd name="connsiteY1" fmla="*/ 0 h 1403351"/>
              <a:gd name="connsiteX2" fmla="*/ 2101849 w 2649536"/>
              <a:gd name="connsiteY2" fmla="*/ 1403351 h 1403351"/>
              <a:gd name="connsiteX3" fmla="*/ 0 w 2649536"/>
              <a:gd name="connsiteY3" fmla="*/ 1403350 h 1403351"/>
              <a:gd name="connsiteX4" fmla="*/ 771525 w 2649536"/>
              <a:gd name="connsiteY4" fmla="*/ 0 h 1403351"/>
              <a:gd name="connsiteX0" fmla="*/ 595313 w 2649536"/>
              <a:gd name="connsiteY0" fmla="*/ 2381 h 1403351"/>
              <a:gd name="connsiteX1" fmla="*/ 2649536 w 2649536"/>
              <a:gd name="connsiteY1" fmla="*/ 0 h 1403351"/>
              <a:gd name="connsiteX2" fmla="*/ 2101849 w 2649536"/>
              <a:gd name="connsiteY2" fmla="*/ 1403351 h 1403351"/>
              <a:gd name="connsiteX3" fmla="*/ 0 w 2649536"/>
              <a:gd name="connsiteY3" fmla="*/ 1403350 h 1403351"/>
              <a:gd name="connsiteX4" fmla="*/ 595313 w 2649536"/>
              <a:gd name="connsiteY4" fmla="*/ 2381 h 1403351"/>
              <a:gd name="connsiteX0" fmla="*/ 595313 w 2649536"/>
              <a:gd name="connsiteY0" fmla="*/ 2381 h 1403351"/>
              <a:gd name="connsiteX1" fmla="*/ 2649536 w 2649536"/>
              <a:gd name="connsiteY1" fmla="*/ 0 h 1403351"/>
              <a:gd name="connsiteX2" fmla="*/ 2101849 w 2649536"/>
              <a:gd name="connsiteY2" fmla="*/ 1403351 h 1403351"/>
              <a:gd name="connsiteX3" fmla="*/ 0 w 2649536"/>
              <a:gd name="connsiteY3" fmla="*/ 1403350 h 1403351"/>
              <a:gd name="connsiteX4" fmla="*/ 595313 w 2649536"/>
              <a:gd name="connsiteY4" fmla="*/ 2381 h 1403351"/>
              <a:gd name="connsiteX0" fmla="*/ 602457 w 2649536"/>
              <a:gd name="connsiteY0" fmla="*/ 2381 h 1403351"/>
              <a:gd name="connsiteX1" fmla="*/ 2649536 w 2649536"/>
              <a:gd name="connsiteY1" fmla="*/ 0 h 1403351"/>
              <a:gd name="connsiteX2" fmla="*/ 2101849 w 2649536"/>
              <a:gd name="connsiteY2" fmla="*/ 1403351 h 1403351"/>
              <a:gd name="connsiteX3" fmla="*/ 0 w 2649536"/>
              <a:gd name="connsiteY3" fmla="*/ 1403350 h 1403351"/>
              <a:gd name="connsiteX4" fmla="*/ 602457 w 2649536"/>
              <a:gd name="connsiteY4" fmla="*/ 2381 h 1403351"/>
              <a:gd name="connsiteX0" fmla="*/ 597694 w 2649536"/>
              <a:gd name="connsiteY0" fmla="*/ 2381 h 1403351"/>
              <a:gd name="connsiteX1" fmla="*/ 2649536 w 2649536"/>
              <a:gd name="connsiteY1" fmla="*/ 0 h 1403351"/>
              <a:gd name="connsiteX2" fmla="*/ 2101849 w 2649536"/>
              <a:gd name="connsiteY2" fmla="*/ 1403351 h 1403351"/>
              <a:gd name="connsiteX3" fmla="*/ 0 w 2649536"/>
              <a:gd name="connsiteY3" fmla="*/ 1403350 h 1403351"/>
              <a:gd name="connsiteX4" fmla="*/ 597694 w 2649536"/>
              <a:gd name="connsiteY4" fmla="*/ 2381 h 1403351"/>
              <a:gd name="connsiteX0" fmla="*/ 600075 w 2649536"/>
              <a:gd name="connsiteY0" fmla="*/ 0 h 1403351"/>
              <a:gd name="connsiteX1" fmla="*/ 2649536 w 2649536"/>
              <a:gd name="connsiteY1" fmla="*/ 0 h 1403351"/>
              <a:gd name="connsiteX2" fmla="*/ 2101849 w 2649536"/>
              <a:gd name="connsiteY2" fmla="*/ 1403351 h 1403351"/>
              <a:gd name="connsiteX3" fmla="*/ 0 w 2649536"/>
              <a:gd name="connsiteY3" fmla="*/ 1403350 h 1403351"/>
              <a:gd name="connsiteX4" fmla="*/ 600075 w 2649536"/>
              <a:gd name="connsiteY4" fmla="*/ 0 h 1403351"/>
              <a:gd name="connsiteX0" fmla="*/ 597693 w 2649536"/>
              <a:gd name="connsiteY0" fmla="*/ 0 h 1403351"/>
              <a:gd name="connsiteX1" fmla="*/ 2649536 w 2649536"/>
              <a:gd name="connsiteY1" fmla="*/ 0 h 1403351"/>
              <a:gd name="connsiteX2" fmla="*/ 2101849 w 2649536"/>
              <a:gd name="connsiteY2" fmla="*/ 1403351 h 1403351"/>
              <a:gd name="connsiteX3" fmla="*/ 0 w 2649536"/>
              <a:gd name="connsiteY3" fmla="*/ 1403350 h 1403351"/>
              <a:gd name="connsiteX4" fmla="*/ 597693 w 2649536"/>
              <a:gd name="connsiteY4" fmla="*/ 0 h 1403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9536" h="1403351">
                <a:moveTo>
                  <a:pt x="597693" y="0"/>
                </a:moveTo>
                <a:lnTo>
                  <a:pt x="2649536" y="0"/>
                </a:lnTo>
                <a:lnTo>
                  <a:pt x="2101849" y="1403351"/>
                </a:lnTo>
                <a:lnTo>
                  <a:pt x="0" y="1403350"/>
                </a:lnTo>
                <a:lnTo>
                  <a:pt x="597693" y="0"/>
                </a:lnTo>
                <a:close/>
              </a:path>
            </a:pathLst>
          </a:custGeom>
          <a:solidFill>
            <a:schemeClr val="accent1"/>
          </a:solidFill>
          <a:ln w="12700">
            <a:noFill/>
          </a:ln>
        </p:spPr>
        <p:txBody>
          <a:bodyPr wrap="square" lIns="445770" tIns="74295" rIns="74295" bIns="74295" anchor="ctr" anchorCtr="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2 bullet</a:t>
            </a:r>
          </a:p>
          <a:p>
            <a:pPr marL="319889" lvl="3"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3 bullet</a:t>
            </a:r>
          </a:p>
        </p:txBody>
      </p:sp>
    </p:spTree>
    <p:extLst>
      <p:ext uri="{BB962C8B-B14F-4D97-AF65-F5344CB8AC3E}">
        <p14:creationId xmlns:p14="http://schemas.microsoft.com/office/powerpoint/2010/main" val="903430374"/>
      </p:ext>
    </p:extLst>
  </p:cSld>
  <p:clrMapOvr>
    <a:masterClrMapping/>
  </p:clrMapOvr>
  <p:transition>
    <p:fade/>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1009" name="Title 1"/>
          <p:cNvSpPr>
            <a:spLocks noGrp="1"/>
          </p:cNvSpPr>
          <p:nvPr>
            <p:ph type="title"/>
          </p:nvPr>
        </p:nvSpPr>
        <p:spPr/>
        <p:txBody>
          <a:bodyPr/>
          <a:lstStyle/>
          <a:p>
            <a:r>
              <a:rPr lang="en-US" dirty="0"/>
              <a:t>Expansion</a:t>
            </a:r>
          </a:p>
        </p:txBody>
      </p:sp>
      <p:grpSp>
        <p:nvGrpSpPr>
          <p:cNvPr id="2" name="Group 1">
            <a:extLst>
              <a:ext uri="{FF2B5EF4-FFF2-40B4-BE49-F238E27FC236}">
                <a16:creationId xmlns:a16="http://schemas.microsoft.com/office/drawing/2014/main" id="{99CA625B-BF4D-4053-B5B7-7E150ACB690B}"/>
              </a:ext>
            </a:extLst>
          </p:cNvPr>
          <p:cNvGrpSpPr/>
          <p:nvPr/>
        </p:nvGrpSpPr>
        <p:grpSpPr>
          <a:xfrm>
            <a:off x="1327927" y="1381620"/>
            <a:ext cx="7446202" cy="4264560"/>
            <a:chOff x="2493044" y="1970510"/>
            <a:chExt cx="7165307" cy="4103687"/>
          </a:xfrm>
        </p:grpSpPr>
        <p:sp>
          <p:nvSpPr>
            <p:cNvPr id="4" name="Freeform 2"/>
            <p:cNvSpPr>
              <a:spLocks/>
            </p:cNvSpPr>
            <p:nvPr/>
          </p:nvSpPr>
          <p:spPr bwMode="blackWhite">
            <a:xfrm>
              <a:off x="6677026" y="1970510"/>
              <a:ext cx="2981325" cy="4103687"/>
            </a:xfrm>
            <a:custGeom>
              <a:avLst/>
              <a:gdLst>
                <a:gd name="T0" fmla="*/ 0 w 1448"/>
                <a:gd name="T1" fmla="*/ 3315273 h 1879"/>
                <a:gd name="T2" fmla="*/ 0 w 1448"/>
                <a:gd name="T3" fmla="*/ 1430503 h 1879"/>
                <a:gd name="T4" fmla="*/ 2423961 w 1448"/>
                <a:gd name="T5" fmla="*/ 856118 h 1879"/>
                <a:gd name="T6" fmla="*/ 2423961 w 1448"/>
                <a:gd name="T7" fmla="*/ 0 h 1879"/>
                <a:gd name="T8" fmla="*/ 3226745 w 1448"/>
                <a:gd name="T9" fmla="*/ 1954657 h 1879"/>
                <a:gd name="T10" fmla="*/ 2423961 w 1448"/>
                <a:gd name="T11" fmla="*/ 4101503 h 1879"/>
                <a:gd name="T12" fmla="*/ 2423961 w 1448"/>
                <a:gd name="T13" fmla="*/ 3315273 h 1879"/>
                <a:gd name="T14" fmla="*/ 0 w 1448"/>
                <a:gd name="T15" fmla="*/ 3315273 h 1879"/>
                <a:gd name="T16" fmla="*/ 0 60000 65536"/>
                <a:gd name="T17" fmla="*/ 0 60000 65536"/>
                <a:gd name="T18" fmla="*/ 0 60000 65536"/>
                <a:gd name="T19" fmla="*/ 0 60000 65536"/>
                <a:gd name="T20" fmla="*/ 0 60000 65536"/>
                <a:gd name="T21" fmla="*/ 0 60000 65536"/>
                <a:gd name="T22" fmla="*/ 0 60000 65536"/>
                <a:gd name="T23" fmla="*/ 0 60000 65536"/>
                <a:gd name="T24" fmla="*/ 0 w 1448"/>
                <a:gd name="T25" fmla="*/ 0 h 1879"/>
                <a:gd name="T26" fmla="*/ 1448 w 1448"/>
                <a:gd name="T27" fmla="*/ 1879 h 18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8" h="1879">
                  <a:moveTo>
                    <a:pt x="0" y="1518"/>
                  </a:moveTo>
                  <a:lnTo>
                    <a:pt x="0" y="655"/>
                  </a:lnTo>
                  <a:lnTo>
                    <a:pt x="1087" y="392"/>
                  </a:lnTo>
                  <a:lnTo>
                    <a:pt x="1087" y="0"/>
                  </a:lnTo>
                  <a:lnTo>
                    <a:pt x="1447" y="895"/>
                  </a:lnTo>
                  <a:lnTo>
                    <a:pt x="1087" y="1878"/>
                  </a:lnTo>
                  <a:lnTo>
                    <a:pt x="1087" y="1518"/>
                  </a:lnTo>
                  <a:lnTo>
                    <a:pt x="0" y="1518"/>
                  </a:lnTo>
                </a:path>
              </a:pathLst>
            </a:custGeom>
            <a:solidFill>
              <a:schemeClr val="accent1"/>
            </a:solidFill>
            <a:ln w="12700" cap="rnd">
              <a:noFill/>
              <a:round/>
              <a:headEnd/>
              <a:tailEnd/>
            </a:ln>
          </p:spPr>
          <p:txBody>
            <a:bodyPr lIns="742950" tIns="74295" rIns="74295" bIns="1114425" anchor="b"/>
            <a:lstStyle/>
            <a:p>
              <a:pPr marL="92871" lvl="1" indent="-92871">
                <a:spcBef>
                  <a:spcPts val="488"/>
                </a:spcBef>
                <a:buSzPct val="100000"/>
                <a:buFont typeface="Arial"/>
                <a:buChar char="•"/>
              </a:pPr>
              <a:r>
                <a:rPr lang="en-US" sz="1000" dirty="0">
                  <a:latin typeface="Aptos" panose="020B0004020202020204" pitchFamily="34" charset="0"/>
                </a:rPr>
                <a:t>Level 1 bullet</a:t>
              </a:r>
            </a:p>
            <a:p>
              <a:pPr marL="206380" lvl="2" indent="-92871">
                <a:spcBef>
                  <a:spcPts val="488"/>
                </a:spcBef>
                <a:buSzPct val="100000"/>
                <a:buFont typeface="Arial"/>
                <a:buChar char="−"/>
              </a:pPr>
              <a:r>
                <a:rPr lang="en-US" sz="1000" dirty="0">
                  <a:latin typeface="Aptos" panose="020B0004020202020204" pitchFamily="34" charset="0"/>
                </a:rPr>
                <a:t>Level 2 bullet</a:t>
              </a:r>
            </a:p>
            <a:p>
              <a:pPr marL="319889" lvl="3" indent="-92871">
                <a:spcBef>
                  <a:spcPts val="488"/>
                </a:spcBef>
                <a:buSzPct val="100000"/>
                <a:buFont typeface="Arial"/>
                <a:buChar char="◦"/>
              </a:pPr>
              <a:r>
                <a:rPr lang="en-US" sz="1000" dirty="0">
                  <a:latin typeface="Aptos" panose="020B0004020202020204" pitchFamily="34" charset="0"/>
                </a:rPr>
                <a:t>Level 3 bullet</a:t>
              </a:r>
            </a:p>
            <a:p>
              <a:pPr marL="319889" lvl="3" indent="-92871">
                <a:spcBef>
                  <a:spcPts val="488"/>
                </a:spcBef>
                <a:buSzPct val="100000"/>
                <a:buFont typeface="Arial"/>
                <a:buChar char="◦"/>
              </a:pPr>
              <a:endParaRPr lang="en-US" sz="1000" dirty="0">
                <a:latin typeface="Aptos" panose="020B0004020202020204" pitchFamily="34" charset="0"/>
              </a:endParaRPr>
            </a:p>
            <a:p>
              <a:pPr marL="319889" lvl="3" indent="-92871">
                <a:spcBef>
                  <a:spcPts val="488"/>
                </a:spcBef>
                <a:buSzPct val="100000"/>
                <a:buFont typeface="Arial"/>
                <a:buChar char="◦"/>
              </a:pPr>
              <a:endParaRPr lang="en-US" sz="1000" dirty="0">
                <a:latin typeface="Aptos" panose="020B0004020202020204" pitchFamily="34" charset="0"/>
              </a:endParaRPr>
            </a:p>
            <a:p>
              <a:pPr marL="319889" lvl="3" indent="-92871">
                <a:spcBef>
                  <a:spcPts val="488"/>
                </a:spcBef>
                <a:buSzPct val="100000"/>
                <a:buFont typeface="Arial"/>
                <a:buChar char="◦"/>
              </a:pPr>
              <a:endParaRPr lang="en-US" sz="1000" dirty="0">
                <a:latin typeface="Aptos" panose="020B0004020202020204" pitchFamily="34" charset="0"/>
              </a:endParaRPr>
            </a:p>
          </p:txBody>
        </p:sp>
        <p:sp>
          <p:nvSpPr>
            <p:cNvPr id="811012" name="Freeform 3"/>
            <p:cNvSpPr>
              <a:spLocks/>
            </p:cNvSpPr>
            <p:nvPr/>
          </p:nvSpPr>
          <p:spPr bwMode="blackWhite">
            <a:xfrm>
              <a:off x="4584701" y="2811104"/>
              <a:ext cx="2786063" cy="3109913"/>
            </a:xfrm>
            <a:custGeom>
              <a:avLst/>
              <a:gdLst>
                <a:gd name="T0" fmla="*/ 0 w 1353"/>
                <a:gd name="T1" fmla="*/ 2147483647 h 1423"/>
                <a:gd name="T2" fmla="*/ 73478142 w 1353"/>
                <a:gd name="T3" fmla="*/ 2147483647 h 1423"/>
                <a:gd name="T4" fmla="*/ 2147483647 w 1353"/>
                <a:gd name="T5" fmla="*/ 1256153639 h 1423"/>
                <a:gd name="T6" fmla="*/ 2147483647 w 1353"/>
                <a:gd name="T7" fmla="*/ 0 h 1423"/>
                <a:gd name="T8" fmla="*/ 2147483647 w 1353"/>
                <a:gd name="T9" fmla="*/ 2147483647 h 1423"/>
                <a:gd name="T10" fmla="*/ 2147483647 w 1353"/>
                <a:gd name="T11" fmla="*/ 2147483647 h 1423"/>
                <a:gd name="T12" fmla="*/ 2147483647 w 1353"/>
                <a:gd name="T13" fmla="*/ 2147483647 h 1423"/>
                <a:gd name="T14" fmla="*/ 0 w 1353"/>
                <a:gd name="T15" fmla="*/ 2147483647 h 1423"/>
                <a:gd name="T16" fmla="*/ 0 60000 65536"/>
                <a:gd name="T17" fmla="*/ 0 60000 65536"/>
                <a:gd name="T18" fmla="*/ 0 60000 65536"/>
                <a:gd name="T19" fmla="*/ 0 60000 65536"/>
                <a:gd name="T20" fmla="*/ 0 60000 65536"/>
                <a:gd name="T21" fmla="*/ 0 60000 65536"/>
                <a:gd name="T22" fmla="*/ 0 60000 65536"/>
                <a:gd name="T23" fmla="*/ 0 60000 65536"/>
                <a:gd name="T24" fmla="*/ 0 w 1353"/>
                <a:gd name="T25" fmla="*/ 0 h 1423"/>
                <a:gd name="T26" fmla="*/ 1353 w 1353"/>
                <a:gd name="T27" fmla="*/ 1423 h 14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53" h="1423">
                  <a:moveTo>
                    <a:pt x="0" y="1118"/>
                  </a:moveTo>
                  <a:lnTo>
                    <a:pt x="16" y="511"/>
                  </a:lnTo>
                  <a:lnTo>
                    <a:pt x="1016" y="263"/>
                  </a:lnTo>
                  <a:lnTo>
                    <a:pt x="1016" y="0"/>
                  </a:lnTo>
                  <a:lnTo>
                    <a:pt x="1352" y="679"/>
                  </a:lnTo>
                  <a:lnTo>
                    <a:pt x="1016" y="1422"/>
                  </a:lnTo>
                  <a:lnTo>
                    <a:pt x="1016" y="1118"/>
                  </a:lnTo>
                  <a:lnTo>
                    <a:pt x="0" y="1118"/>
                  </a:lnTo>
                </a:path>
              </a:pathLst>
            </a:custGeom>
            <a:solidFill>
              <a:schemeClr val="tx2">
                <a:lumMod val="50000"/>
              </a:schemeClr>
            </a:solidFill>
            <a:ln w="12700" cap="rnd">
              <a:noFill/>
              <a:round/>
              <a:headEnd/>
              <a:tailEnd/>
            </a:ln>
          </p:spPr>
          <p:txBody>
            <a:bodyPr lIns="742950" tIns="74295" rIns="74295" bIns="891540" anchor="b" anchorCtr="0"/>
            <a:lstStyle/>
            <a:p>
              <a:pPr marL="92871" lvl="1" indent="-92871">
                <a:spcBef>
                  <a:spcPts val="488"/>
                </a:spcBef>
                <a:buSzPct val="100000"/>
                <a:buFont typeface="Arial"/>
                <a:buChar char="•"/>
              </a:pPr>
              <a:r>
                <a:rPr lang="en-US" sz="1000" dirty="0">
                  <a:solidFill>
                    <a:schemeClr val="bg1"/>
                  </a:solidFill>
                  <a:latin typeface="Aptos" panose="020B0004020202020204" pitchFamily="34" charset="0"/>
                </a:rPr>
                <a:t>Level 1 bullet</a:t>
              </a:r>
            </a:p>
            <a:p>
              <a:pPr marL="206380" lvl="2" indent="-92871">
                <a:spcBef>
                  <a:spcPts val="488"/>
                </a:spcBef>
                <a:buSzPct val="100000"/>
                <a:buFont typeface="Arial"/>
                <a:buChar char="−"/>
              </a:pPr>
              <a:r>
                <a:rPr lang="en-US" sz="1000" dirty="0">
                  <a:solidFill>
                    <a:schemeClr val="bg1"/>
                  </a:solidFill>
                  <a:latin typeface="Aptos" panose="020B0004020202020204" pitchFamily="34" charset="0"/>
                </a:rPr>
                <a:t>Level 2 bullet</a:t>
              </a:r>
            </a:p>
            <a:p>
              <a:pPr marL="319889" lvl="3" indent="-92871">
                <a:spcBef>
                  <a:spcPts val="488"/>
                </a:spcBef>
                <a:buSzPct val="100000"/>
                <a:buFont typeface="Arial"/>
                <a:buChar char="◦"/>
              </a:pPr>
              <a:r>
                <a:rPr lang="en-US" sz="1000" dirty="0">
                  <a:solidFill>
                    <a:schemeClr val="bg1"/>
                  </a:solidFill>
                  <a:latin typeface="Aptos" panose="020B0004020202020204" pitchFamily="34" charset="0"/>
                </a:rPr>
                <a:t>Level 3 bullet</a:t>
              </a:r>
            </a:p>
            <a:p>
              <a:pPr marL="319889" lvl="3" indent="-92871">
                <a:spcBef>
                  <a:spcPts val="488"/>
                </a:spcBef>
                <a:buSzPct val="100000"/>
                <a:buFont typeface="Arial"/>
                <a:buChar char="◦"/>
              </a:pPr>
              <a:endParaRPr lang="en-US" sz="1000" dirty="0">
                <a:solidFill>
                  <a:schemeClr val="bg1"/>
                </a:solidFill>
                <a:latin typeface="Aptos" panose="020B0004020202020204" pitchFamily="34" charset="0"/>
              </a:endParaRPr>
            </a:p>
            <a:p>
              <a:pPr marL="227019" lvl="3">
                <a:spcBef>
                  <a:spcPts val="488"/>
                </a:spcBef>
                <a:buSzPct val="100000"/>
              </a:pPr>
              <a:endParaRPr lang="en-US" sz="1000" dirty="0">
                <a:solidFill>
                  <a:schemeClr val="bg1"/>
                </a:solidFill>
                <a:latin typeface="Aptos" panose="020B0004020202020204" pitchFamily="34" charset="0"/>
              </a:endParaRPr>
            </a:p>
          </p:txBody>
        </p:sp>
        <p:sp>
          <p:nvSpPr>
            <p:cNvPr id="811013" name="Freeform 4"/>
            <p:cNvSpPr>
              <a:spLocks/>
            </p:cNvSpPr>
            <p:nvPr/>
          </p:nvSpPr>
          <p:spPr bwMode="blackWhite">
            <a:xfrm>
              <a:off x="2493044" y="3525478"/>
              <a:ext cx="2785032" cy="2182216"/>
            </a:xfrm>
            <a:custGeom>
              <a:avLst/>
              <a:gdLst>
                <a:gd name="T0" fmla="*/ 0 w 1352"/>
                <a:gd name="T1" fmla="*/ 2147483647 h 1000"/>
                <a:gd name="T2" fmla="*/ 0 w 1352"/>
                <a:gd name="T3" fmla="*/ 2147483647 h 1000"/>
                <a:gd name="T4" fmla="*/ 2147483647 w 1352"/>
                <a:gd name="T5" fmla="*/ 2147483647 h 1000"/>
                <a:gd name="T6" fmla="*/ 2147483647 w 1352"/>
                <a:gd name="T7" fmla="*/ 0 h 1000"/>
                <a:gd name="T8" fmla="*/ 2147483647 w 1352"/>
                <a:gd name="T9" fmla="*/ 2147483647 h 1000"/>
                <a:gd name="T10" fmla="*/ 2147483647 w 1352"/>
                <a:gd name="T11" fmla="*/ 2147483647 h 1000"/>
                <a:gd name="T12" fmla="*/ 2147483647 w 1352"/>
                <a:gd name="T13" fmla="*/ 2147483647 h 1000"/>
                <a:gd name="T14" fmla="*/ 0 w 1352"/>
                <a:gd name="T15" fmla="*/ 2147483647 h 1000"/>
                <a:gd name="T16" fmla="*/ 0 60000 65536"/>
                <a:gd name="T17" fmla="*/ 0 60000 65536"/>
                <a:gd name="T18" fmla="*/ 0 60000 65536"/>
                <a:gd name="T19" fmla="*/ 0 60000 65536"/>
                <a:gd name="T20" fmla="*/ 0 60000 65536"/>
                <a:gd name="T21" fmla="*/ 0 60000 65536"/>
                <a:gd name="T22" fmla="*/ 0 60000 65536"/>
                <a:gd name="T23" fmla="*/ 0 60000 65536"/>
                <a:gd name="T24" fmla="*/ 0 w 1352"/>
                <a:gd name="T25" fmla="*/ 0 h 1000"/>
                <a:gd name="T26" fmla="*/ 1352 w 1352"/>
                <a:gd name="T27" fmla="*/ 1000 h 1000"/>
                <a:gd name="connsiteX0" fmla="*/ 9 w 10002"/>
                <a:gd name="connsiteY0" fmla="*/ 7910 h 9990"/>
                <a:gd name="connsiteX1" fmla="*/ 0 w 10002"/>
                <a:gd name="connsiteY1" fmla="*/ 4400 h 9990"/>
                <a:gd name="connsiteX2" fmla="*/ 7576 w 10002"/>
                <a:gd name="connsiteY2" fmla="*/ 1840 h 9990"/>
                <a:gd name="connsiteX3" fmla="*/ 7576 w 10002"/>
                <a:gd name="connsiteY3" fmla="*/ 0 h 9990"/>
                <a:gd name="connsiteX4" fmla="*/ 10002 w 10002"/>
                <a:gd name="connsiteY4" fmla="*/ 4800 h 9990"/>
                <a:gd name="connsiteX5" fmla="*/ 7576 w 10002"/>
                <a:gd name="connsiteY5" fmla="*/ 9990 h 9990"/>
                <a:gd name="connsiteX6" fmla="*/ 7576 w 10002"/>
                <a:gd name="connsiteY6" fmla="*/ 7910 h 9990"/>
                <a:gd name="connsiteX7" fmla="*/ 9 w 10002"/>
                <a:gd name="connsiteY7" fmla="*/ 7910 h 9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2" h="9990">
                  <a:moveTo>
                    <a:pt x="9" y="7910"/>
                  </a:moveTo>
                  <a:lnTo>
                    <a:pt x="0" y="4400"/>
                  </a:lnTo>
                  <a:lnTo>
                    <a:pt x="7576" y="1840"/>
                  </a:lnTo>
                  <a:lnTo>
                    <a:pt x="7576" y="0"/>
                  </a:lnTo>
                  <a:lnTo>
                    <a:pt x="10002" y="4800"/>
                  </a:lnTo>
                  <a:lnTo>
                    <a:pt x="7576" y="9990"/>
                  </a:lnTo>
                  <a:lnTo>
                    <a:pt x="7576" y="7910"/>
                  </a:lnTo>
                  <a:lnTo>
                    <a:pt x="9" y="7910"/>
                  </a:lnTo>
                </a:path>
              </a:pathLst>
            </a:custGeom>
            <a:solidFill>
              <a:schemeClr val="bg2">
                <a:lumMod val="40000"/>
                <a:lumOff val="60000"/>
              </a:schemeClr>
            </a:solidFill>
            <a:ln w="12700" cap="rnd">
              <a:noFill/>
              <a:round/>
              <a:headEnd/>
              <a:tailEnd/>
            </a:ln>
          </p:spPr>
          <p:txBody>
            <a:bodyPr lIns="742950" tIns="74295" rIns="74295" bIns="594360" anchor="b" anchorCtr="0"/>
            <a:lstStyle/>
            <a:p>
              <a:pPr marL="92871" lvl="1" indent="-92871">
                <a:spcBef>
                  <a:spcPts val="488"/>
                </a:spcBef>
                <a:buSzPct val="100000"/>
                <a:buFont typeface="Arial"/>
                <a:buChar char="•"/>
              </a:pPr>
              <a:r>
                <a:rPr lang="en-US" sz="1000" dirty="0">
                  <a:latin typeface="Aptos" panose="020B0004020202020204" pitchFamily="34" charset="0"/>
                </a:rPr>
                <a:t>Level 1 bullet</a:t>
              </a:r>
            </a:p>
            <a:p>
              <a:pPr marL="206380" lvl="2" indent="-92871">
                <a:spcBef>
                  <a:spcPts val="488"/>
                </a:spcBef>
                <a:buSzPct val="100000"/>
                <a:buFont typeface="Arial"/>
                <a:buChar char="−"/>
              </a:pPr>
              <a:r>
                <a:rPr lang="en-US" sz="1000" dirty="0">
                  <a:latin typeface="Aptos" panose="020B0004020202020204" pitchFamily="34" charset="0"/>
                </a:rPr>
                <a:t>Level 2 bullet</a:t>
              </a:r>
            </a:p>
            <a:p>
              <a:pPr marL="319889" lvl="3" indent="-92871">
                <a:spcBef>
                  <a:spcPts val="488"/>
                </a:spcBef>
                <a:buSzPct val="100000"/>
                <a:buFont typeface="Arial"/>
                <a:buChar char="◦"/>
              </a:pPr>
              <a:r>
                <a:rPr lang="en-US" sz="1000" dirty="0">
                  <a:latin typeface="Aptos" panose="020B0004020202020204" pitchFamily="34" charset="0"/>
                </a:rPr>
                <a:t>Level 3 bullet</a:t>
              </a:r>
            </a:p>
            <a:p>
              <a:pPr marL="319889" lvl="3" indent="-92871">
                <a:spcBef>
                  <a:spcPts val="488"/>
                </a:spcBef>
                <a:buSzPct val="100000"/>
                <a:buFont typeface="Arial"/>
                <a:buChar char="◦"/>
              </a:pPr>
              <a:endParaRPr lang="en-US" sz="1000" dirty="0">
                <a:latin typeface="Aptos" panose="020B0004020202020204" pitchFamily="34" charset="0"/>
              </a:endParaRPr>
            </a:p>
          </p:txBody>
        </p:sp>
      </p:grpSp>
    </p:spTree>
    <p:extLst>
      <p:ext uri="{BB962C8B-B14F-4D97-AF65-F5344CB8AC3E}">
        <p14:creationId xmlns:p14="http://schemas.microsoft.com/office/powerpoint/2010/main" val="1801367288"/>
      </p:ext>
    </p:extLst>
  </p:cSld>
  <p:clrMapOvr>
    <a:masterClrMapping/>
  </p:clrMapOvr>
  <p:transition>
    <p:fade/>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1009" name="Title 1"/>
          <p:cNvSpPr>
            <a:spLocks noGrp="1"/>
          </p:cNvSpPr>
          <p:nvPr>
            <p:ph type="title"/>
          </p:nvPr>
        </p:nvSpPr>
        <p:spPr/>
        <p:txBody>
          <a:bodyPr/>
          <a:lstStyle/>
          <a:p>
            <a:r>
              <a:rPr lang="en-US"/>
              <a:t>Diversion</a:t>
            </a:r>
            <a:endParaRPr lang="en-US" dirty="0"/>
          </a:p>
        </p:txBody>
      </p:sp>
      <p:sp>
        <p:nvSpPr>
          <p:cNvPr id="9" name="Freeform 2"/>
          <p:cNvSpPr>
            <a:spLocks/>
          </p:cNvSpPr>
          <p:nvPr/>
        </p:nvSpPr>
        <p:spPr bwMode="blackWhite">
          <a:xfrm>
            <a:off x="428326" y="2289031"/>
            <a:ext cx="9070085" cy="3272525"/>
          </a:xfrm>
          <a:custGeom>
            <a:avLst/>
            <a:gdLst>
              <a:gd name="T0" fmla="*/ 0 w 3447"/>
              <a:gd name="T1" fmla="*/ 2147483647 h 1499"/>
              <a:gd name="T2" fmla="*/ 0 w 3447"/>
              <a:gd name="T3" fmla="*/ 2147483647 h 1499"/>
              <a:gd name="T4" fmla="*/ 2147483647 w 3447"/>
              <a:gd name="T5" fmla="*/ 2147483647 h 1499"/>
              <a:gd name="T6" fmla="*/ 2147483647 w 3447"/>
              <a:gd name="T7" fmla="*/ 2147483647 h 1499"/>
              <a:gd name="T8" fmla="*/ 2147483647 w 3447"/>
              <a:gd name="T9" fmla="*/ 2147483647 h 1499"/>
              <a:gd name="T10" fmla="*/ 2147483647 w 3447"/>
              <a:gd name="T11" fmla="*/ 2147483647 h 1499"/>
              <a:gd name="T12" fmla="*/ 2147483647 w 3447"/>
              <a:gd name="T13" fmla="*/ 2147483647 h 1499"/>
              <a:gd name="T14" fmla="*/ 2147483647 w 3447"/>
              <a:gd name="T15" fmla="*/ 2147483647 h 1499"/>
              <a:gd name="T16" fmla="*/ 2147483647 w 3447"/>
              <a:gd name="T17" fmla="*/ 2147483647 h 1499"/>
              <a:gd name="T18" fmla="*/ 2147483647 w 3447"/>
              <a:gd name="T19" fmla="*/ 2147483647 h 1499"/>
              <a:gd name="T20" fmla="*/ 2147483647 w 3447"/>
              <a:gd name="T21" fmla="*/ 2147483647 h 1499"/>
              <a:gd name="T22" fmla="*/ 2147483647 w 3447"/>
              <a:gd name="T23" fmla="*/ 2147483647 h 1499"/>
              <a:gd name="T24" fmla="*/ 2147483647 w 3447"/>
              <a:gd name="T25" fmla="*/ 2147483647 h 1499"/>
              <a:gd name="T26" fmla="*/ 2147483647 w 3447"/>
              <a:gd name="T27" fmla="*/ 2147483647 h 1499"/>
              <a:gd name="T28" fmla="*/ 2147483647 w 3447"/>
              <a:gd name="T29" fmla="*/ 2147483647 h 1499"/>
              <a:gd name="T30" fmla="*/ 2147483647 w 3447"/>
              <a:gd name="T31" fmla="*/ 2147483647 h 1499"/>
              <a:gd name="T32" fmla="*/ 2147483647 w 3447"/>
              <a:gd name="T33" fmla="*/ 2147483647 h 1499"/>
              <a:gd name="T34" fmla="*/ 2147483647 w 3447"/>
              <a:gd name="T35" fmla="*/ 2147483647 h 1499"/>
              <a:gd name="T36" fmla="*/ 2147483647 w 3447"/>
              <a:gd name="T37" fmla="*/ 2147483647 h 1499"/>
              <a:gd name="T38" fmla="*/ 2147483647 w 3447"/>
              <a:gd name="T39" fmla="*/ 2147483647 h 1499"/>
              <a:gd name="T40" fmla="*/ 2147483647 w 3447"/>
              <a:gd name="T41" fmla="*/ 2147483647 h 1499"/>
              <a:gd name="T42" fmla="*/ 2147483647 w 3447"/>
              <a:gd name="T43" fmla="*/ 2147483647 h 1499"/>
              <a:gd name="T44" fmla="*/ 2147483647 w 3447"/>
              <a:gd name="T45" fmla="*/ 2147483647 h 1499"/>
              <a:gd name="T46" fmla="*/ 2147483647 w 3447"/>
              <a:gd name="T47" fmla="*/ 2147483647 h 1499"/>
              <a:gd name="T48" fmla="*/ 2147483647 w 3447"/>
              <a:gd name="T49" fmla="*/ 2147483647 h 1499"/>
              <a:gd name="T50" fmla="*/ 2147483647 w 3447"/>
              <a:gd name="T51" fmla="*/ 2147483647 h 1499"/>
              <a:gd name="T52" fmla="*/ 2147483647 w 3447"/>
              <a:gd name="T53" fmla="*/ 2147483647 h 1499"/>
              <a:gd name="T54" fmla="*/ 2147483647 w 3447"/>
              <a:gd name="T55" fmla="*/ 2147483647 h 1499"/>
              <a:gd name="T56" fmla="*/ 2147483647 w 3447"/>
              <a:gd name="T57" fmla="*/ 2147483647 h 1499"/>
              <a:gd name="T58" fmla="*/ 2147483647 w 3447"/>
              <a:gd name="T59" fmla="*/ 2147483647 h 1499"/>
              <a:gd name="T60" fmla="*/ 2147483647 w 3447"/>
              <a:gd name="T61" fmla="*/ 2147483647 h 1499"/>
              <a:gd name="T62" fmla="*/ 2147483647 w 3447"/>
              <a:gd name="T63" fmla="*/ 2147483647 h 1499"/>
              <a:gd name="T64" fmla="*/ 2147483647 w 3447"/>
              <a:gd name="T65" fmla="*/ 2147483647 h 1499"/>
              <a:gd name="T66" fmla="*/ 2147483647 w 3447"/>
              <a:gd name="T67" fmla="*/ 2147483647 h 1499"/>
              <a:gd name="T68" fmla="*/ 2147483647 w 3447"/>
              <a:gd name="T69" fmla="*/ 2147483647 h 1499"/>
              <a:gd name="T70" fmla="*/ 2147483647 w 3447"/>
              <a:gd name="T71" fmla="*/ 2147483647 h 1499"/>
              <a:gd name="T72" fmla="*/ 2147483647 w 3447"/>
              <a:gd name="T73" fmla="*/ 2147483647 h 1499"/>
              <a:gd name="T74" fmla="*/ 2147483647 w 3447"/>
              <a:gd name="T75" fmla="*/ 2147483647 h 1499"/>
              <a:gd name="T76" fmla="*/ 2147483647 w 3447"/>
              <a:gd name="T77" fmla="*/ 2147483647 h 1499"/>
              <a:gd name="T78" fmla="*/ 2147483647 w 3447"/>
              <a:gd name="T79" fmla="*/ 2147483647 h 1499"/>
              <a:gd name="T80" fmla="*/ 2147483647 w 3447"/>
              <a:gd name="T81" fmla="*/ 0 h 1499"/>
              <a:gd name="T82" fmla="*/ 2147483647 w 3447"/>
              <a:gd name="T83" fmla="*/ 2147483647 h 1499"/>
              <a:gd name="T84" fmla="*/ 2147483647 w 3447"/>
              <a:gd name="T85" fmla="*/ 2147483647 h 1499"/>
              <a:gd name="T86" fmla="*/ 2147483647 w 3447"/>
              <a:gd name="T87" fmla="*/ 2147483647 h 1499"/>
              <a:gd name="T88" fmla="*/ 2147483647 w 3447"/>
              <a:gd name="T89" fmla="*/ 2147483647 h 1499"/>
              <a:gd name="T90" fmla="*/ 2147483647 w 3447"/>
              <a:gd name="T91" fmla="*/ 2147483647 h 1499"/>
              <a:gd name="T92" fmla="*/ 2147483647 w 3447"/>
              <a:gd name="T93" fmla="*/ 2147483647 h 1499"/>
              <a:gd name="T94" fmla="*/ 2147483647 w 3447"/>
              <a:gd name="T95" fmla="*/ 2147483647 h 1499"/>
              <a:gd name="T96" fmla="*/ 2147483647 w 3447"/>
              <a:gd name="T97" fmla="*/ 2147483647 h 1499"/>
              <a:gd name="T98" fmla="*/ 2147483647 w 3447"/>
              <a:gd name="T99" fmla="*/ 2147483647 h 1499"/>
              <a:gd name="T100" fmla="*/ 2147483647 w 3447"/>
              <a:gd name="T101" fmla="*/ 2147483647 h 1499"/>
              <a:gd name="T102" fmla="*/ 2147483647 w 3447"/>
              <a:gd name="T103" fmla="*/ 2147483647 h 1499"/>
              <a:gd name="T104" fmla="*/ 2147483647 w 3447"/>
              <a:gd name="T105" fmla="*/ 2147483647 h 1499"/>
              <a:gd name="T106" fmla="*/ 2147483647 w 3447"/>
              <a:gd name="T107" fmla="*/ 2147483647 h 1499"/>
              <a:gd name="T108" fmla="*/ 2147483647 w 3447"/>
              <a:gd name="T109" fmla="*/ 2147483647 h 1499"/>
              <a:gd name="T110" fmla="*/ 2147483647 w 3447"/>
              <a:gd name="T111" fmla="*/ 2147483647 h 1499"/>
              <a:gd name="T112" fmla="*/ 2147483647 w 3447"/>
              <a:gd name="T113" fmla="*/ 2147483647 h 1499"/>
              <a:gd name="T114" fmla="*/ 2147483647 w 3447"/>
              <a:gd name="T115" fmla="*/ 2147483647 h 1499"/>
              <a:gd name="T116" fmla="*/ 2147483647 w 3447"/>
              <a:gd name="T117" fmla="*/ 2147483647 h 1499"/>
              <a:gd name="T118" fmla="*/ 2147483647 w 3447"/>
              <a:gd name="T119" fmla="*/ 2147483647 h 1499"/>
              <a:gd name="T120" fmla="*/ 0 w 3447"/>
              <a:gd name="T121" fmla="*/ 2147483647 h 149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447"/>
              <a:gd name="T184" fmla="*/ 0 h 1499"/>
              <a:gd name="T185" fmla="*/ 3447 w 3447"/>
              <a:gd name="T186" fmla="*/ 1499 h 149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447" h="1499">
                <a:moveTo>
                  <a:pt x="0" y="411"/>
                </a:moveTo>
                <a:lnTo>
                  <a:pt x="0" y="1360"/>
                </a:lnTo>
                <a:lnTo>
                  <a:pt x="3127" y="1359"/>
                </a:lnTo>
                <a:lnTo>
                  <a:pt x="3125" y="1498"/>
                </a:lnTo>
                <a:lnTo>
                  <a:pt x="3446" y="1121"/>
                </a:lnTo>
                <a:lnTo>
                  <a:pt x="3124" y="726"/>
                </a:lnTo>
                <a:lnTo>
                  <a:pt x="3124" y="871"/>
                </a:lnTo>
                <a:lnTo>
                  <a:pt x="2663" y="872"/>
                </a:lnTo>
                <a:lnTo>
                  <a:pt x="2202" y="872"/>
                </a:lnTo>
                <a:lnTo>
                  <a:pt x="1741" y="871"/>
                </a:lnTo>
                <a:lnTo>
                  <a:pt x="1880" y="861"/>
                </a:lnTo>
                <a:lnTo>
                  <a:pt x="2019" y="849"/>
                </a:lnTo>
                <a:lnTo>
                  <a:pt x="2157" y="834"/>
                </a:lnTo>
                <a:lnTo>
                  <a:pt x="2295" y="816"/>
                </a:lnTo>
                <a:lnTo>
                  <a:pt x="2432" y="796"/>
                </a:lnTo>
                <a:lnTo>
                  <a:pt x="2570" y="772"/>
                </a:lnTo>
                <a:lnTo>
                  <a:pt x="2706" y="747"/>
                </a:lnTo>
                <a:lnTo>
                  <a:pt x="2843" y="718"/>
                </a:lnTo>
                <a:lnTo>
                  <a:pt x="2858" y="781"/>
                </a:lnTo>
                <a:lnTo>
                  <a:pt x="2874" y="843"/>
                </a:lnTo>
                <a:lnTo>
                  <a:pt x="3037" y="496"/>
                </a:lnTo>
                <a:lnTo>
                  <a:pt x="2728" y="260"/>
                </a:lnTo>
                <a:lnTo>
                  <a:pt x="2766" y="399"/>
                </a:lnTo>
                <a:lnTo>
                  <a:pt x="2598" y="437"/>
                </a:lnTo>
                <a:lnTo>
                  <a:pt x="2431" y="473"/>
                </a:lnTo>
                <a:lnTo>
                  <a:pt x="2262" y="505"/>
                </a:lnTo>
                <a:lnTo>
                  <a:pt x="2093" y="537"/>
                </a:lnTo>
                <a:lnTo>
                  <a:pt x="1923" y="565"/>
                </a:lnTo>
                <a:lnTo>
                  <a:pt x="1754" y="591"/>
                </a:lnTo>
                <a:lnTo>
                  <a:pt x="1806" y="566"/>
                </a:lnTo>
                <a:lnTo>
                  <a:pt x="1855" y="538"/>
                </a:lnTo>
                <a:lnTo>
                  <a:pt x="1904" y="509"/>
                </a:lnTo>
                <a:lnTo>
                  <a:pt x="1951" y="476"/>
                </a:lnTo>
                <a:lnTo>
                  <a:pt x="1996" y="441"/>
                </a:lnTo>
                <a:lnTo>
                  <a:pt x="2036" y="404"/>
                </a:lnTo>
                <a:lnTo>
                  <a:pt x="2072" y="366"/>
                </a:lnTo>
                <a:lnTo>
                  <a:pt x="2107" y="324"/>
                </a:lnTo>
                <a:lnTo>
                  <a:pt x="2138" y="281"/>
                </a:lnTo>
                <a:lnTo>
                  <a:pt x="2168" y="235"/>
                </a:lnTo>
                <a:lnTo>
                  <a:pt x="2251" y="307"/>
                </a:lnTo>
                <a:lnTo>
                  <a:pt x="2181" y="0"/>
                </a:lnTo>
                <a:lnTo>
                  <a:pt x="1872" y="6"/>
                </a:lnTo>
                <a:lnTo>
                  <a:pt x="1965" y="85"/>
                </a:lnTo>
                <a:lnTo>
                  <a:pt x="1939" y="125"/>
                </a:lnTo>
                <a:lnTo>
                  <a:pt x="1911" y="163"/>
                </a:lnTo>
                <a:lnTo>
                  <a:pt x="1880" y="198"/>
                </a:lnTo>
                <a:lnTo>
                  <a:pt x="1847" y="231"/>
                </a:lnTo>
                <a:lnTo>
                  <a:pt x="1811" y="262"/>
                </a:lnTo>
                <a:lnTo>
                  <a:pt x="1773" y="290"/>
                </a:lnTo>
                <a:lnTo>
                  <a:pt x="1732" y="315"/>
                </a:lnTo>
                <a:lnTo>
                  <a:pt x="1691" y="338"/>
                </a:lnTo>
                <a:lnTo>
                  <a:pt x="1648" y="358"/>
                </a:lnTo>
                <a:lnTo>
                  <a:pt x="1605" y="375"/>
                </a:lnTo>
                <a:lnTo>
                  <a:pt x="1559" y="388"/>
                </a:lnTo>
                <a:lnTo>
                  <a:pt x="1514" y="399"/>
                </a:lnTo>
                <a:lnTo>
                  <a:pt x="1468" y="406"/>
                </a:lnTo>
                <a:lnTo>
                  <a:pt x="1420" y="410"/>
                </a:lnTo>
                <a:lnTo>
                  <a:pt x="1373" y="411"/>
                </a:lnTo>
                <a:lnTo>
                  <a:pt x="808" y="412"/>
                </a:lnTo>
                <a:lnTo>
                  <a:pt x="808" y="411"/>
                </a:lnTo>
                <a:lnTo>
                  <a:pt x="0" y="411"/>
                </a:lnTo>
              </a:path>
            </a:pathLst>
          </a:custGeom>
          <a:solidFill>
            <a:schemeClr val="accent3"/>
          </a:solidFill>
          <a:ln w="12700" cap="rnd">
            <a:noFill/>
            <a:round/>
            <a:headEnd/>
            <a:tailEnd/>
          </a:ln>
        </p:spPr>
        <p:txBody>
          <a:bodyPr lIns="74295" tIns="520065" rIns="3012750" bIns="74295" anchor="ctr"/>
          <a:lstStyle/>
          <a:p>
            <a:pPr marL="92871" lvl="1" indent="-92871">
              <a:spcBef>
                <a:spcPts val="488"/>
              </a:spcBef>
              <a:buSzPct val="100000"/>
              <a:buFont typeface="Arial"/>
              <a:buChar char="•"/>
            </a:pPr>
            <a:r>
              <a:rPr lang="en-US" sz="1200" dirty="0">
                <a:solidFill>
                  <a:schemeClr val="bg1"/>
                </a:solidFill>
                <a:latin typeface="Aptos" panose="020B0004020202020204" pitchFamily="34" charset="0"/>
              </a:rPr>
              <a:t>Level 1 bullet</a:t>
            </a:r>
          </a:p>
          <a:p>
            <a:pPr marL="206380" lvl="2" indent="-92871">
              <a:spcBef>
                <a:spcPts val="488"/>
              </a:spcBef>
              <a:buSzPct val="100000"/>
              <a:buFont typeface="Arial"/>
              <a:buChar char="−"/>
            </a:pPr>
            <a:r>
              <a:rPr lang="en-US" sz="1200" dirty="0">
                <a:solidFill>
                  <a:schemeClr val="bg1"/>
                </a:solidFill>
                <a:latin typeface="Aptos" panose="020B0004020202020204" pitchFamily="34" charset="0"/>
              </a:rPr>
              <a:t>Level 2 bullet</a:t>
            </a:r>
          </a:p>
          <a:p>
            <a:pPr marL="319889" lvl="3" indent="-92871">
              <a:spcBef>
                <a:spcPts val="488"/>
              </a:spcBef>
              <a:buSzPct val="100000"/>
              <a:buFont typeface="Arial"/>
              <a:buChar char="◦"/>
            </a:pPr>
            <a:r>
              <a:rPr lang="en-US" sz="1200" dirty="0">
                <a:solidFill>
                  <a:schemeClr val="bg1"/>
                </a:solidFill>
                <a:latin typeface="Aptos" panose="020B0004020202020204" pitchFamily="34" charset="0"/>
              </a:rPr>
              <a:t>Level 3 bullet</a:t>
            </a:r>
          </a:p>
        </p:txBody>
      </p:sp>
    </p:spTree>
    <p:extLst>
      <p:ext uri="{BB962C8B-B14F-4D97-AF65-F5344CB8AC3E}">
        <p14:creationId xmlns:p14="http://schemas.microsoft.com/office/powerpoint/2010/main" val="2501977575"/>
      </p:ext>
    </p:extLst>
  </p:cSld>
  <p:clrMapOvr>
    <a:masterClrMapping/>
  </p:clrMapOvr>
  <p:transition>
    <p:fade/>
  </p:transition>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3057" name="Title 1"/>
          <p:cNvSpPr>
            <a:spLocks noGrp="1"/>
          </p:cNvSpPr>
          <p:nvPr>
            <p:ph type="title"/>
          </p:nvPr>
        </p:nvSpPr>
        <p:spPr/>
        <p:txBody>
          <a:bodyPr/>
          <a:lstStyle/>
          <a:p>
            <a:r>
              <a:rPr lang="en-US" dirty="0"/>
              <a:t>Continuous</a:t>
            </a:r>
          </a:p>
        </p:txBody>
      </p:sp>
      <p:grpSp>
        <p:nvGrpSpPr>
          <p:cNvPr id="2" name="Group 1"/>
          <p:cNvGrpSpPr/>
          <p:nvPr/>
        </p:nvGrpSpPr>
        <p:grpSpPr>
          <a:xfrm>
            <a:off x="1562759" y="2208430"/>
            <a:ext cx="7045216" cy="3347400"/>
            <a:chOff x="1525588" y="2286000"/>
            <a:chExt cx="6064250" cy="2881313"/>
          </a:xfrm>
        </p:grpSpPr>
        <p:sp>
          <p:nvSpPr>
            <p:cNvPr id="5" name="Freeform 2"/>
            <p:cNvSpPr>
              <a:spLocks/>
            </p:cNvSpPr>
            <p:nvPr/>
          </p:nvSpPr>
          <p:spPr bwMode="blackWhite">
            <a:xfrm>
              <a:off x="4579938" y="4224338"/>
              <a:ext cx="1574800" cy="942975"/>
            </a:xfrm>
            <a:custGeom>
              <a:avLst/>
              <a:gdLst>
                <a:gd name="T0" fmla="*/ 2147483647 w 836"/>
                <a:gd name="T1" fmla="*/ 2147483647 h 475"/>
                <a:gd name="T2" fmla="*/ 2147483647 w 836"/>
                <a:gd name="T3" fmla="*/ 0 h 475"/>
                <a:gd name="T4" fmla="*/ 2147483647 w 836"/>
                <a:gd name="T5" fmla="*/ 0 h 475"/>
                <a:gd name="T6" fmla="*/ 2147483647 w 836"/>
                <a:gd name="T7" fmla="*/ 2147483647 h 475"/>
                <a:gd name="T8" fmla="*/ 0 w 836"/>
                <a:gd name="T9" fmla="*/ 2147483647 h 475"/>
                <a:gd name="T10" fmla="*/ 2147483647 w 836"/>
                <a:gd name="T11" fmla="*/ 2147483647 h 475"/>
                <a:gd name="T12" fmla="*/ 2147483647 w 836"/>
                <a:gd name="T13" fmla="*/ 2147483647 h 475"/>
                <a:gd name="T14" fmla="*/ 0 60000 65536"/>
                <a:gd name="T15" fmla="*/ 0 60000 65536"/>
                <a:gd name="T16" fmla="*/ 0 60000 65536"/>
                <a:gd name="T17" fmla="*/ 0 60000 65536"/>
                <a:gd name="T18" fmla="*/ 0 60000 65536"/>
                <a:gd name="T19" fmla="*/ 0 60000 65536"/>
                <a:gd name="T20" fmla="*/ 0 60000 65536"/>
                <a:gd name="T21" fmla="*/ 0 w 836"/>
                <a:gd name="T22" fmla="*/ 0 h 475"/>
                <a:gd name="T23" fmla="*/ 836 w 836"/>
                <a:gd name="T24" fmla="*/ 475 h 4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6" h="475">
                  <a:moveTo>
                    <a:pt x="835" y="232"/>
                  </a:moveTo>
                  <a:lnTo>
                    <a:pt x="748" y="0"/>
                  </a:lnTo>
                  <a:lnTo>
                    <a:pt x="2" y="0"/>
                  </a:lnTo>
                  <a:lnTo>
                    <a:pt x="79" y="233"/>
                  </a:lnTo>
                  <a:lnTo>
                    <a:pt x="0" y="473"/>
                  </a:lnTo>
                  <a:lnTo>
                    <a:pt x="741" y="474"/>
                  </a:lnTo>
                  <a:lnTo>
                    <a:pt x="835" y="232"/>
                  </a:lnTo>
                </a:path>
              </a:pathLst>
            </a:custGeom>
            <a:solidFill>
              <a:schemeClr val="accent2"/>
            </a:solidFill>
            <a:ln w="12700" cap="rnd">
              <a:noFill/>
              <a:round/>
              <a:headEnd/>
              <a:tailEnd/>
            </a:ln>
          </p:spPr>
          <p:txBody>
            <a:bodyPr lIns="29250" tIns="44577" rIns="29250" bIns="29250" anchor="ctr">
              <a:noAutofit/>
            </a:bodyPr>
            <a:lstStyle/>
            <a:p>
              <a:pPr algn="ctr">
                <a:defRPr/>
              </a:pPr>
              <a:r>
                <a:rPr lang="en-US" sz="1000" dirty="0">
                  <a:latin typeface="Aptos" panose="020B0004020202020204" pitchFamily="34" charset="0"/>
                </a:rPr>
                <a:t>Text</a:t>
              </a:r>
            </a:p>
          </p:txBody>
        </p:sp>
        <p:sp>
          <p:nvSpPr>
            <p:cNvPr id="6" name="Freeform 3"/>
            <p:cNvSpPr>
              <a:spLocks/>
            </p:cNvSpPr>
            <p:nvPr/>
          </p:nvSpPr>
          <p:spPr bwMode="blackWhite">
            <a:xfrm>
              <a:off x="3379788" y="3524250"/>
              <a:ext cx="1301750" cy="1643063"/>
            </a:xfrm>
            <a:custGeom>
              <a:avLst/>
              <a:gdLst>
                <a:gd name="T0" fmla="*/ 2147483647 w 691"/>
                <a:gd name="T1" fmla="*/ 2147483647 h 828"/>
                <a:gd name="T2" fmla="*/ 2147483647 w 691"/>
                <a:gd name="T3" fmla="*/ 2147483647 h 828"/>
                <a:gd name="T4" fmla="*/ 2147483647 w 691"/>
                <a:gd name="T5" fmla="*/ 2147483647 h 828"/>
                <a:gd name="T6" fmla="*/ 0 w 691"/>
                <a:gd name="T7" fmla="*/ 0 h 828"/>
                <a:gd name="T8" fmla="*/ 0 w 691"/>
                <a:gd name="T9" fmla="*/ 2147483647 h 828"/>
                <a:gd name="T10" fmla="*/ 0 w 691"/>
                <a:gd name="T11" fmla="*/ 2147483647 h 828"/>
                <a:gd name="T12" fmla="*/ 0 w 691"/>
                <a:gd name="T13" fmla="*/ 2147483647 h 828"/>
                <a:gd name="T14" fmla="*/ 2147483647 w 691"/>
                <a:gd name="T15" fmla="*/ 2147483647 h 828"/>
                <a:gd name="T16" fmla="*/ 2147483647 w 691"/>
                <a:gd name="T17" fmla="*/ 2147483647 h 828"/>
                <a:gd name="T18" fmla="*/ 2147483647 w 691"/>
                <a:gd name="T19" fmla="*/ 2147483647 h 828"/>
                <a:gd name="T20" fmla="*/ 2147483647 w 691"/>
                <a:gd name="T21" fmla="*/ 2147483647 h 828"/>
                <a:gd name="T22" fmla="*/ 2147483647 w 691"/>
                <a:gd name="T23" fmla="*/ 2147483647 h 828"/>
                <a:gd name="T24" fmla="*/ 2147483647 w 691"/>
                <a:gd name="T25" fmla="*/ 2147483647 h 828"/>
                <a:gd name="T26" fmla="*/ 2147483647 w 691"/>
                <a:gd name="T27" fmla="*/ 2147483647 h 828"/>
                <a:gd name="T28" fmla="*/ 2147483647 w 691"/>
                <a:gd name="T29" fmla="*/ 2147483647 h 828"/>
                <a:gd name="T30" fmla="*/ 2147483647 w 691"/>
                <a:gd name="T31" fmla="*/ 2147483647 h 828"/>
                <a:gd name="T32" fmla="*/ 2147483647 w 691"/>
                <a:gd name="T33" fmla="*/ 2147483647 h 828"/>
                <a:gd name="T34" fmla="*/ 2147483647 w 691"/>
                <a:gd name="T35" fmla="*/ 2147483647 h 828"/>
                <a:gd name="T36" fmla="*/ 2147483647 w 691"/>
                <a:gd name="T37" fmla="*/ 2147483647 h 828"/>
                <a:gd name="T38" fmla="*/ 2147483647 w 691"/>
                <a:gd name="T39" fmla="*/ 2147483647 h 828"/>
                <a:gd name="T40" fmla="*/ 2147483647 w 691"/>
                <a:gd name="T41" fmla="*/ 2147483647 h 828"/>
                <a:gd name="T42" fmla="*/ 2147483647 w 691"/>
                <a:gd name="T43" fmla="*/ 2147483647 h 828"/>
                <a:gd name="T44" fmla="*/ 2147483647 w 691"/>
                <a:gd name="T45" fmla="*/ 2147483647 h 828"/>
                <a:gd name="T46" fmla="*/ 2147483647 w 691"/>
                <a:gd name="T47" fmla="*/ 2147483647 h 828"/>
                <a:gd name="T48" fmla="*/ 2147483647 w 691"/>
                <a:gd name="T49" fmla="*/ 2147483647 h 828"/>
                <a:gd name="T50" fmla="*/ 2147483647 w 691"/>
                <a:gd name="T51" fmla="*/ 2147483647 h 828"/>
                <a:gd name="T52" fmla="*/ 2147483647 w 691"/>
                <a:gd name="T53" fmla="*/ 2147483647 h 828"/>
                <a:gd name="T54" fmla="*/ 2147483647 w 691"/>
                <a:gd name="T55" fmla="*/ 2147483647 h 828"/>
                <a:gd name="T56" fmla="*/ 2147483647 w 691"/>
                <a:gd name="T57" fmla="*/ 2147483647 h 828"/>
                <a:gd name="T58" fmla="*/ 2147483647 w 691"/>
                <a:gd name="T59" fmla="*/ 2147483647 h 828"/>
                <a:gd name="T60" fmla="*/ 2147483647 w 691"/>
                <a:gd name="T61" fmla="*/ 2147483647 h 82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91"/>
                <a:gd name="T94" fmla="*/ 0 h 828"/>
                <a:gd name="T95" fmla="*/ 691 w 691"/>
                <a:gd name="T96" fmla="*/ 828 h 82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91" h="828">
                  <a:moveTo>
                    <a:pt x="472" y="310"/>
                  </a:moveTo>
                  <a:lnTo>
                    <a:pt x="474" y="6"/>
                  </a:lnTo>
                  <a:lnTo>
                    <a:pt x="243" y="98"/>
                  </a:lnTo>
                  <a:lnTo>
                    <a:pt x="0" y="0"/>
                  </a:lnTo>
                  <a:lnTo>
                    <a:pt x="0" y="309"/>
                  </a:lnTo>
                  <a:lnTo>
                    <a:pt x="0" y="618"/>
                  </a:lnTo>
                  <a:lnTo>
                    <a:pt x="0" y="640"/>
                  </a:lnTo>
                  <a:lnTo>
                    <a:pt x="4" y="661"/>
                  </a:lnTo>
                  <a:lnTo>
                    <a:pt x="9" y="681"/>
                  </a:lnTo>
                  <a:lnTo>
                    <a:pt x="17" y="701"/>
                  </a:lnTo>
                  <a:lnTo>
                    <a:pt x="28" y="720"/>
                  </a:lnTo>
                  <a:lnTo>
                    <a:pt x="41" y="738"/>
                  </a:lnTo>
                  <a:lnTo>
                    <a:pt x="58" y="754"/>
                  </a:lnTo>
                  <a:lnTo>
                    <a:pt x="75" y="768"/>
                  </a:lnTo>
                  <a:lnTo>
                    <a:pt x="95" y="782"/>
                  </a:lnTo>
                  <a:lnTo>
                    <a:pt x="118" y="794"/>
                  </a:lnTo>
                  <a:lnTo>
                    <a:pt x="142" y="804"/>
                  </a:lnTo>
                  <a:lnTo>
                    <a:pt x="167" y="812"/>
                  </a:lnTo>
                  <a:lnTo>
                    <a:pt x="194" y="819"/>
                  </a:lnTo>
                  <a:lnTo>
                    <a:pt x="223" y="824"/>
                  </a:lnTo>
                  <a:lnTo>
                    <a:pt x="252" y="827"/>
                  </a:lnTo>
                  <a:lnTo>
                    <a:pt x="614" y="827"/>
                  </a:lnTo>
                  <a:lnTo>
                    <a:pt x="690" y="586"/>
                  </a:lnTo>
                  <a:lnTo>
                    <a:pt x="609" y="355"/>
                  </a:lnTo>
                  <a:lnTo>
                    <a:pt x="512" y="355"/>
                  </a:lnTo>
                  <a:lnTo>
                    <a:pt x="501" y="352"/>
                  </a:lnTo>
                  <a:lnTo>
                    <a:pt x="492" y="346"/>
                  </a:lnTo>
                  <a:lnTo>
                    <a:pt x="484" y="339"/>
                  </a:lnTo>
                  <a:lnTo>
                    <a:pt x="478" y="330"/>
                  </a:lnTo>
                  <a:lnTo>
                    <a:pt x="474" y="321"/>
                  </a:lnTo>
                  <a:lnTo>
                    <a:pt x="472" y="310"/>
                  </a:lnTo>
                </a:path>
              </a:pathLst>
            </a:custGeom>
            <a:solidFill>
              <a:schemeClr val="tx2"/>
            </a:solidFill>
            <a:ln w="12700" cap="rnd">
              <a:noFill/>
              <a:round/>
              <a:headEnd/>
              <a:tailEnd/>
            </a:ln>
          </p:spPr>
          <p:txBody>
            <a:bodyPr lIns="29250" tIns="614250" rIns="29250" bIns="29250" anchor="ctr">
              <a:noAutofit/>
            </a:bodyPr>
            <a:lstStyle/>
            <a:p>
              <a:pPr algn="ctr">
                <a:defRPr/>
              </a:pPr>
              <a:r>
                <a:rPr lang="en-US" sz="1000" dirty="0">
                  <a:solidFill>
                    <a:schemeClr val="bg1"/>
                  </a:solidFill>
                  <a:latin typeface="Aptos" panose="020B0004020202020204" pitchFamily="34" charset="0"/>
                </a:rPr>
                <a:t>Text</a:t>
              </a:r>
            </a:p>
          </p:txBody>
        </p:sp>
        <p:sp>
          <p:nvSpPr>
            <p:cNvPr id="7" name="Freeform 4"/>
            <p:cNvSpPr>
              <a:spLocks/>
            </p:cNvSpPr>
            <p:nvPr/>
          </p:nvSpPr>
          <p:spPr bwMode="blackWhite">
            <a:xfrm>
              <a:off x="6032500" y="3803650"/>
              <a:ext cx="1557338" cy="1362075"/>
            </a:xfrm>
            <a:custGeom>
              <a:avLst/>
              <a:gdLst>
                <a:gd name="T0" fmla="*/ 2147483647 w 824"/>
                <a:gd name="T1" fmla="*/ 2147483647 h 687"/>
                <a:gd name="T2" fmla="*/ 2147483647 w 824"/>
                <a:gd name="T3" fmla="*/ 2147483647 h 687"/>
                <a:gd name="T4" fmla="*/ 2147483647 w 824"/>
                <a:gd name="T5" fmla="*/ 2147483647 h 687"/>
                <a:gd name="T6" fmla="*/ 2147483647 w 824"/>
                <a:gd name="T7" fmla="*/ 2147483647 h 687"/>
                <a:gd name="T8" fmla="*/ 0 w 824"/>
                <a:gd name="T9" fmla="*/ 2147483647 h 687"/>
                <a:gd name="T10" fmla="*/ 2147483647 w 824"/>
                <a:gd name="T11" fmla="*/ 2147483647 h 687"/>
                <a:gd name="T12" fmla="*/ 2147483647 w 824"/>
                <a:gd name="T13" fmla="*/ 2147483647 h 687"/>
                <a:gd name="T14" fmla="*/ 2147483647 w 824"/>
                <a:gd name="T15" fmla="*/ 2147483647 h 687"/>
                <a:gd name="T16" fmla="*/ 2147483647 w 824"/>
                <a:gd name="T17" fmla="*/ 2147483647 h 687"/>
                <a:gd name="T18" fmla="*/ 2147483647 w 824"/>
                <a:gd name="T19" fmla="*/ 2147483647 h 687"/>
                <a:gd name="T20" fmla="*/ 2147483647 w 824"/>
                <a:gd name="T21" fmla="*/ 2147483647 h 687"/>
                <a:gd name="T22" fmla="*/ 2147483647 w 824"/>
                <a:gd name="T23" fmla="*/ 2147483647 h 687"/>
                <a:gd name="T24" fmla="*/ 2147483647 w 824"/>
                <a:gd name="T25" fmla="*/ 2147483647 h 687"/>
                <a:gd name="T26" fmla="*/ 2147483647 w 824"/>
                <a:gd name="T27" fmla="*/ 2147483647 h 687"/>
                <a:gd name="T28" fmla="*/ 2147483647 w 824"/>
                <a:gd name="T29" fmla="*/ 2147483647 h 687"/>
                <a:gd name="T30" fmla="*/ 2147483647 w 824"/>
                <a:gd name="T31" fmla="*/ 2147483647 h 687"/>
                <a:gd name="T32" fmla="*/ 2147483647 w 824"/>
                <a:gd name="T33" fmla="*/ 2147483647 h 687"/>
                <a:gd name="T34" fmla="*/ 2147483647 w 824"/>
                <a:gd name="T35" fmla="*/ 2147483647 h 687"/>
                <a:gd name="T36" fmla="*/ 2147483647 w 824"/>
                <a:gd name="T37" fmla="*/ 2147483647 h 687"/>
                <a:gd name="T38" fmla="*/ 2147483647 w 824"/>
                <a:gd name="T39" fmla="*/ 2147483647 h 687"/>
                <a:gd name="T40" fmla="*/ 2147483647 w 824"/>
                <a:gd name="T41" fmla="*/ 2147483647 h 687"/>
                <a:gd name="T42" fmla="*/ 2147483647 w 824"/>
                <a:gd name="T43" fmla="*/ 0 h 687"/>
                <a:gd name="T44" fmla="*/ 2147483647 w 824"/>
                <a:gd name="T45" fmla="*/ 2147483647 h 687"/>
                <a:gd name="T46" fmla="*/ 2147483647 w 824"/>
                <a:gd name="T47" fmla="*/ 2147483647 h 687"/>
                <a:gd name="T48" fmla="*/ 2147483647 w 824"/>
                <a:gd name="T49" fmla="*/ 2147483647 h 687"/>
                <a:gd name="T50" fmla="*/ 2147483647 w 824"/>
                <a:gd name="T51" fmla="*/ 2147483647 h 687"/>
                <a:gd name="T52" fmla="*/ 2147483647 w 824"/>
                <a:gd name="T53" fmla="*/ 2147483647 h 687"/>
                <a:gd name="T54" fmla="*/ 2147483647 w 824"/>
                <a:gd name="T55" fmla="*/ 2147483647 h 687"/>
                <a:gd name="T56" fmla="*/ 2147483647 w 824"/>
                <a:gd name="T57" fmla="*/ 2147483647 h 687"/>
                <a:gd name="T58" fmla="*/ 2147483647 w 824"/>
                <a:gd name="T59" fmla="*/ 2147483647 h 68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24"/>
                <a:gd name="T91" fmla="*/ 0 h 687"/>
                <a:gd name="T92" fmla="*/ 824 w 824"/>
                <a:gd name="T93" fmla="*/ 687 h 68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24" h="687">
                  <a:moveTo>
                    <a:pt x="292" y="213"/>
                  </a:moveTo>
                  <a:lnTo>
                    <a:pt x="149" y="213"/>
                  </a:lnTo>
                  <a:lnTo>
                    <a:pt x="6" y="213"/>
                  </a:lnTo>
                  <a:lnTo>
                    <a:pt x="89" y="439"/>
                  </a:lnTo>
                  <a:lnTo>
                    <a:pt x="0" y="686"/>
                  </a:lnTo>
                  <a:lnTo>
                    <a:pt x="659" y="686"/>
                  </a:lnTo>
                  <a:lnTo>
                    <a:pt x="682" y="682"/>
                  </a:lnTo>
                  <a:lnTo>
                    <a:pt x="703" y="676"/>
                  </a:lnTo>
                  <a:lnTo>
                    <a:pt x="724" y="668"/>
                  </a:lnTo>
                  <a:lnTo>
                    <a:pt x="742" y="658"/>
                  </a:lnTo>
                  <a:lnTo>
                    <a:pt x="758" y="645"/>
                  </a:lnTo>
                  <a:lnTo>
                    <a:pt x="773" y="629"/>
                  </a:lnTo>
                  <a:lnTo>
                    <a:pt x="786" y="611"/>
                  </a:lnTo>
                  <a:lnTo>
                    <a:pt x="797" y="592"/>
                  </a:lnTo>
                  <a:lnTo>
                    <a:pt x="806" y="569"/>
                  </a:lnTo>
                  <a:lnTo>
                    <a:pt x="813" y="545"/>
                  </a:lnTo>
                  <a:lnTo>
                    <a:pt x="818" y="519"/>
                  </a:lnTo>
                  <a:lnTo>
                    <a:pt x="822" y="490"/>
                  </a:lnTo>
                  <a:lnTo>
                    <a:pt x="823" y="460"/>
                  </a:lnTo>
                  <a:lnTo>
                    <a:pt x="823" y="428"/>
                  </a:lnTo>
                  <a:lnTo>
                    <a:pt x="823" y="82"/>
                  </a:lnTo>
                  <a:lnTo>
                    <a:pt x="580" y="0"/>
                  </a:lnTo>
                  <a:lnTo>
                    <a:pt x="352" y="80"/>
                  </a:lnTo>
                  <a:lnTo>
                    <a:pt x="352" y="171"/>
                  </a:lnTo>
                  <a:lnTo>
                    <a:pt x="346" y="183"/>
                  </a:lnTo>
                  <a:lnTo>
                    <a:pt x="339" y="193"/>
                  </a:lnTo>
                  <a:lnTo>
                    <a:pt x="329" y="202"/>
                  </a:lnTo>
                  <a:lnTo>
                    <a:pt x="318" y="209"/>
                  </a:lnTo>
                  <a:lnTo>
                    <a:pt x="305" y="213"/>
                  </a:lnTo>
                  <a:lnTo>
                    <a:pt x="292" y="213"/>
                  </a:lnTo>
                </a:path>
              </a:pathLst>
            </a:custGeom>
            <a:solidFill>
              <a:schemeClr val="bg2"/>
            </a:solidFill>
            <a:ln w="12700" cap="rnd">
              <a:noFill/>
              <a:round/>
              <a:headEnd/>
              <a:tailEnd/>
            </a:ln>
          </p:spPr>
          <p:txBody>
            <a:bodyPr lIns="263250" tIns="380250" rIns="29250" bIns="29250" anchor="ctr">
              <a:noAutofit/>
            </a:bodyPr>
            <a:lstStyle/>
            <a:p>
              <a:pPr algn="ctr">
                <a:defRPr/>
              </a:pPr>
              <a:r>
                <a:rPr lang="en-US" sz="1000" dirty="0">
                  <a:solidFill>
                    <a:schemeClr val="tx2"/>
                  </a:solidFill>
                  <a:latin typeface="Aptos" panose="020B0004020202020204" pitchFamily="34" charset="0"/>
                </a:rPr>
                <a:t>Text</a:t>
              </a:r>
            </a:p>
          </p:txBody>
        </p:sp>
        <p:sp>
          <p:nvSpPr>
            <p:cNvPr id="8" name="Freeform 5"/>
            <p:cNvSpPr>
              <a:spLocks/>
            </p:cNvSpPr>
            <p:nvPr/>
          </p:nvSpPr>
          <p:spPr bwMode="blackWhite">
            <a:xfrm>
              <a:off x="4875213" y="2630488"/>
              <a:ext cx="1555750" cy="1363662"/>
            </a:xfrm>
            <a:custGeom>
              <a:avLst/>
              <a:gdLst>
                <a:gd name="T0" fmla="*/ 2147483647 w 824"/>
                <a:gd name="T1" fmla="*/ 2147483647 h 688"/>
                <a:gd name="T2" fmla="*/ 2147483647 w 824"/>
                <a:gd name="T3" fmla="*/ 2147483647 h 688"/>
                <a:gd name="T4" fmla="*/ 2147483647 w 824"/>
                <a:gd name="T5" fmla="*/ 2147483647 h 688"/>
                <a:gd name="T6" fmla="*/ 2147483647 w 824"/>
                <a:gd name="T7" fmla="*/ 2147483647 h 688"/>
                <a:gd name="T8" fmla="*/ 2147483647 w 824"/>
                <a:gd name="T9" fmla="*/ 0 h 688"/>
                <a:gd name="T10" fmla="*/ 2147483647 w 824"/>
                <a:gd name="T11" fmla="*/ 0 h 688"/>
                <a:gd name="T12" fmla="*/ 2147483647 w 824"/>
                <a:gd name="T13" fmla="*/ 2147483647 h 688"/>
                <a:gd name="T14" fmla="*/ 2147483647 w 824"/>
                <a:gd name="T15" fmla="*/ 2147483647 h 688"/>
                <a:gd name="T16" fmla="*/ 2147483647 w 824"/>
                <a:gd name="T17" fmla="*/ 2147483647 h 688"/>
                <a:gd name="T18" fmla="*/ 2147483647 w 824"/>
                <a:gd name="T19" fmla="*/ 2147483647 h 688"/>
                <a:gd name="T20" fmla="*/ 2147483647 w 824"/>
                <a:gd name="T21" fmla="*/ 2147483647 h 688"/>
                <a:gd name="T22" fmla="*/ 2147483647 w 824"/>
                <a:gd name="T23" fmla="*/ 2147483647 h 688"/>
                <a:gd name="T24" fmla="*/ 2147483647 w 824"/>
                <a:gd name="T25" fmla="*/ 2147483647 h 688"/>
                <a:gd name="T26" fmla="*/ 2147483647 w 824"/>
                <a:gd name="T27" fmla="*/ 2147483647 h 688"/>
                <a:gd name="T28" fmla="*/ 2147483647 w 824"/>
                <a:gd name="T29" fmla="*/ 2147483647 h 688"/>
                <a:gd name="T30" fmla="*/ 2147483647 w 824"/>
                <a:gd name="T31" fmla="*/ 2147483647 h 688"/>
                <a:gd name="T32" fmla="*/ 2147483647 w 824"/>
                <a:gd name="T33" fmla="*/ 2147483647 h 688"/>
                <a:gd name="T34" fmla="*/ 2147483647 w 824"/>
                <a:gd name="T35" fmla="*/ 2147483647 h 688"/>
                <a:gd name="T36" fmla="*/ 0 w 824"/>
                <a:gd name="T37" fmla="*/ 2147483647 h 688"/>
                <a:gd name="T38" fmla="*/ 2147483647 w 824"/>
                <a:gd name="T39" fmla="*/ 2147483647 h 688"/>
                <a:gd name="T40" fmla="*/ 2147483647 w 824"/>
                <a:gd name="T41" fmla="*/ 2147483647 h 688"/>
                <a:gd name="T42" fmla="*/ 2147483647 w 824"/>
                <a:gd name="T43" fmla="*/ 2147483647 h 688"/>
                <a:gd name="T44" fmla="*/ 2147483647 w 824"/>
                <a:gd name="T45" fmla="*/ 2147483647 h 688"/>
                <a:gd name="T46" fmla="*/ 2147483647 w 824"/>
                <a:gd name="T47" fmla="*/ 2147483647 h 688"/>
                <a:gd name="T48" fmla="*/ 2147483647 w 824"/>
                <a:gd name="T49" fmla="*/ 2147483647 h 688"/>
                <a:gd name="T50" fmla="*/ 2147483647 w 824"/>
                <a:gd name="T51" fmla="*/ 2147483647 h 688"/>
                <a:gd name="T52" fmla="*/ 2147483647 w 824"/>
                <a:gd name="T53" fmla="*/ 2147483647 h 688"/>
                <a:gd name="T54" fmla="*/ 2147483647 w 824"/>
                <a:gd name="T55" fmla="*/ 2147483647 h 688"/>
                <a:gd name="T56" fmla="*/ 2147483647 w 824"/>
                <a:gd name="T57" fmla="*/ 2147483647 h 688"/>
                <a:gd name="T58" fmla="*/ 2147483647 w 824"/>
                <a:gd name="T59" fmla="*/ 2147483647 h 68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24"/>
                <a:gd name="T91" fmla="*/ 0 h 688"/>
                <a:gd name="T92" fmla="*/ 824 w 824"/>
                <a:gd name="T93" fmla="*/ 688 h 68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24" h="688">
                  <a:moveTo>
                    <a:pt x="531" y="473"/>
                  </a:moveTo>
                  <a:lnTo>
                    <a:pt x="675" y="474"/>
                  </a:lnTo>
                  <a:lnTo>
                    <a:pt x="819" y="473"/>
                  </a:lnTo>
                  <a:lnTo>
                    <a:pt x="729" y="244"/>
                  </a:lnTo>
                  <a:lnTo>
                    <a:pt x="823" y="0"/>
                  </a:lnTo>
                  <a:lnTo>
                    <a:pt x="164" y="0"/>
                  </a:lnTo>
                  <a:lnTo>
                    <a:pt x="141" y="4"/>
                  </a:lnTo>
                  <a:lnTo>
                    <a:pt x="120" y="10"/>
                  </a:lnTo>
                  <a:lnTo>
                    <a:pt x="100" y="19"/>
                  </a:lnTo>
                  <a:lnTo>
                    <a:pt x="82" y="30"/>
                  </a:lnTo>
                  <a:lnTo>
                    <a:pt x="66" y="43"/>
                  </a:lnTo>
                  <a:lnTo>
                    <a:pt x="51" y="58"/>
                  </a:lnTo>
                  <a:lnTo>
                    <a:pt x="38" y="76"/>
                  </a:lnTo>
                  <a:lnTo>
                    <a:pt x="27" y="96"/>
                  </a:lnTo>
                  <a:lnTo>
                    <a:pt x="18" y="118"/>
                  </a:lnTo>
                  <a:lnTo>
                    <a:pt x="10" y="142"/>
                  </a:lnTo>
                  <a:lnTo>
                    <a:pt x="5" y="168"/>
                  </a:lnTo>
                  <a:lnTo>
                    <a:pt x="1" y="196"/>
                  </a:lnTo>
                  <a:lnTo>
                    <a:pt x="0" y="227"/>
                  </a:lnTo>
                  <a:lnTo>
                    <a:pt x="1" y="259"/>
                  </a:lnTo>
                  <a:lnTo>
                    <a:pt x="1" y="611"/>
                  </a:lnTo>
                  <a:lnTo>
                    <a:pt x="244" y="687"/>
                  </a:lnTo>
                  <a:lnTo>
                    <a:pt x="472" y="607"/>
                  </a:lnTo>
                  <a:lnTo>
                    <a:pt x="472" y="517"/>
                  </a:lnTo>
                  <a:lnTo>
                    <a:pt x="477" y="504"/>
                  </a:lnTo>
                  <a:lnTo>
                    <a:pt x="485" y="493"/>
                  </a:lnTo>
                  <a:lnTo>
                    <a:pt x="495" y="485"/>
                  </a:lnTo>
                  <a:lnTo>
                    <a:pt x="506" y="479"/>
                  </a:lnTo>
                  <a:lnTo>
                    <a:pt x="519" y="475"/>
                  </a:lnTo>
                  <a:lnTo>
                    <a:pt x="531" y="473"/>
                  </a:lnTo>
                </a:path>
              </a:pathLst>
            </a:custGeom>
            <a:solidFill>
              <a:schemeClr val="bg2"/>
            </a:solidFill>
            <a:ln w="12700" cap="rnd">
              <a:noFill/>
              <a:round/>
              <a:headEnd/>
              <a:tailEnd/>
            </a:ln>
          </p:spPr>
          <p:txBody>
            <a:bodyPr lIns="29250" tIns="29250" rIns="29250" bIns="351000" anchor="ctr">
              <a:noAutofit/>
            </a:bodyPr>
            <a:lstStyle/>
            <a:p>
              <a:pPr algn="ctr">
                <a:defRPr/>
              </a:pPr>
              <a:r>
                <a:rPr lang="en-US" sz="1000" dirty="0">
                  <a:solidFill>
                    <a:schemeClr val="tx2"/>
                  </a:solidFill>
                  <a:latin typeface="Aptos" panose="020B0004020202020204" pitchFamily="34" charset="0"/>
                </a:rPr>
                <a:t>Text</a:t>
              </a:r>
            </a:p>
          </p:txBody>
        </p:sp>
        <p:sp>
          <p:nvSpPr>
            <p:cNvPr id="9" name="Freeform 6"/>
            <p:cNvSpPr>
              <a:spLocks/>
            </p:cNvSpPr>
            <p:nvPr/>
          </p:nvSpPr>
          <p:spPr bwMode="blackWhite">
            <a:xfrm>
              <a:off x="6307138" y="2628900"/>
              <a:ext cx="1282700" cy="1292225"/>
            </a:xfrm>
            <a:custGeom>
              <a:avLst/>
              <a:gdLst>
                <a:gd name="T0" fmla="*/ 2147483647 w 678"/>
                <a:gd name="T1" fmla="*/ 2147483647 h 652"/>
                <a:gd name="T2" fmla="*/ 2147483647 w 678"/>
                <a:gd name="T3" fmla="*/ 2147483647 h 652"/>
                <a:gd name="T4" fmla="*/ 2147483647 w 678"/>
                <a:gd name="T5" fmla="*/ 2147483647 h 652"/>
                <a:gd name="T6" fmla="*/ 2147483647 w 678"/>
                <a:gd name="T7" fmla="*/ 2147483647 h 652"/>
                <a:gd name="T8" fmla="*/ 2147483647 w 678"/>
                <a:gd name="T9" fmla="*/ 2147483647 h 652"/>
                <a:gd name="T10" fmla="*/ 2147483647 w 678"/>
                <a:gd name="T11" fmla="*/ 2147483647 h 652"/>
                <a:gd name="T12" fmla="*/ 2147483647 w 678"/>
                <a:gd name="T13" fmla="*/ 2147483647 h 652"/>
                <a:gd name="T14" fmla="*/ 2147483647 w 678"/>
                <a:gd name="T15" fmla="*/ 2147483647 h 652"/>
                <a:gd name="T16" fmla="*/ 2147483647 w 678"/>
                <a:gd name="T17" fmla="*/ 2147483647 h 652"/>
                <a:gd name="T18" fmla="*/ 2147483647 w 678"/>
                <a:gd name="T19" fmla="*/ 2147483647 h 652"/>
                <a:gd name="T20" fmla="*/ 2147483647 w 678"/>
                <a:gd name="T21" fmla="*/ 2147483647 h 652"/>
                <a:gd name="T22" fmla="*/ 2147483647 w 678"/>
                <a:gd name="T23" fmla="*/ 2147483647 h 652"/>
                <a:gd name="T24" fmla="*/ 2147483647 w 678"/>
                <a:gd name="T25" fmla="*/ 2147483647 h 652"/>
                <a:gd name="T26" fmla="*/ 2147483647 w 678"/>
                <a:gd name="T27" fmla="*/ 2147483647 h 652"/>
                <a:gd name="T28" fmla="*/ 2147483647 w 678"/>
                <a:gd name="T29" fmla="*/ 2147483647 h 652"/>
                <a:gd name="T30" fmla="*/ 2147483647 w 678"/>
                <a:gd name="T31" fmla="*/ 2147483647 h 652"/>
                <a:gd name="T32" fmla="*/ 2147483647 w 678"/>
                <a:gd name="T33" fmla="*/ 2147483647 h 652"/>
                <a:gd name="T34" fmla="*/ 2147483647 w 678"/>
                <a:gd name="T35" fmla="*/ 2147483647 h 652"/>
                <a:gd name="T36" fmla="*/ 2147483647 w 678"/>
                <a:gd name="T37" fmla="*/ 2147483647 h 652"/>
                <a:gd name="T38" fmla="*/ 2147483647 w 678"/>
                <a:gd name="T39" fmla="*/ 0 h 652"/>
                <a:gd name="T40" fmla="*/ 0 w 678"/>
                <a:gd name="T41" fmla="*/ 2147483647 h 652"/>
                <a:gd name="T42" fmla="*/ 2147483647 w 678"/>
                <a:gd name="T43" fmla="*/ 2147483647 h 652"/>
                <a:gd name="T44" fmla="*/ 2147483647 w 678"/>
                <a:gd name="T45" fmla="*/ 2147483647 h 652"/>
                <a:gd name="T46" fmla="*/ 2147483647 w 678"/>
                <a:gd name="T47" fmla="*/ 2147483647 h 652"/>
                <a:gd name="T48" fmla="*/ 2147483647 w 678"/>
                <a:gd name="T49" fmla="*/ 2147483647 h 652"/>
                <a:gd name="T50" fmla="*/ 2147483647 w 678"/>
                <a:gd name="T51" fmla="*/ 2147483647 h 652"/>
                <a:gd name="T52" fmla="*/ 2147483647 w 678"/>
                <a:gd name="T53" fmla="*/ 2147483647 h 652"/>
                <a:gd name="T54" fmla="*/ 2147483647 w 678"/>
                <a:gd name="T55" fmla="*/ 2147483647 h 652"/>
                <a:gd name="T56" fmla="*/ 2147483647 w 678"/>
                <a:gd name="T57" fmla="*/ 2147483647 h 652"/>
                <a:gd name="T58" fmla="*/ 2147483647 w 678"/>
                <a:gd name="T59" fmla="*/ 2147483647 h 652"/>
                <a:gd name="T60" fmla="*/ 2147483647 w 678"/>
                <a:gd name="T61" fmla="*/ 2147483647 h 652"/>
                <a:gd name="T62" fmla="*/ 2147483647 w 678"/>
                <a:gd name="T63" fmla="*/ 2147483647 h 6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78"/>
                <a:gd name="T97" fmla="*/ 0 h 652"/>
                <a:gd name="T98" fmla="*/ 678 w 678"/>
                <a:gd name="T99" fmla="*/ 652 h 6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78" h="652">
                  <a:moveTo>
                    <a:pt x="205" y="545"/>
                  </a:moveTo>
                  <a:lnTo>
                    <a:pt x="205" y="651"/>
                  </a:lnTo>
                  <a:lnTo>
                    <a:pt x="435" y="569"/>
                  </a:lnTo>
                  <a:lnTo>
                    <a:pt x="677" y="649"/>
                  </a:lnTo>
                  <a:lnTo>
                    <a:pt x="677" y="180"/>
                  </a:lnTo>
                  <a:lnTo>
                    <a:pt x="674" y="156"/>
                  </a:lnTo>
                  <a:lnTo>
                    <a:pt x="669" y="133"/>
                  </a:lnTo>
                  <a:lnTo>
                    <a:pt x="661" y="113"/>
                  </a:lnTo>
                  <a:lnTo>
                    <a:pt x="650" y="93"/>
                  </a:lnTo>
                  <a:lnTo>
                    <a:pt x="637" y="75"/>
                  </a:lnTo>
                  <a:lnTo>
                    <a:pt x="622" y="60"/>
                  </a:lnTo>
                  <a:lnTo>
                    <a:pt x="604" y="46"/>
                  </a:lnTo>
                  <a:lnTo>
                    <a:pt x="583" y="34"/>
                  </a:lnTo>
                  <a:lnTo>
                    <a:pt x="561" y="24"/>
                  </a:lnTo>
                  <a:lnTo>
                    <a:pt x="536" y="15"/>
                  </a:lnTo>
                  <a:lnTo>
                    <a:pt x="508" y="8"/>
                  </a:lnTo>
                  <a:lnTo>
                    <a:pt x="479" y="4"/>
                  </a:lnTo>
                  <a:lnTo>
                    <a:pt x="448" y="1"/>
                  </a:lnTo>
                  <a:lnTo>
                    <a:pt x="414" y="1"/>
                  </a:lnTo>
                  <a:lnTo>
                    <a:pt x="89" y="0"/>
                  </a:lnTo>
                  <a:lnTo>
                    <a:pt x="0" y="245"/>
                  </a:lnTo>
                  <a:lnTo>
                    <a:pt x="86" y="475"/>
                  </a:lnTo>
                  <a:lnTo>
                    <a:pt x="136" y="475"/>
                  </a:lnTo>
                  <a:lnTo>
                    <a:pt x="149" y="475"/>
                  </a:lnTo>
                  <a:lnTo>
                    <a:pt x="161" y="477"/>
                  </a:lnTo>
                  <a:lnTo>
                    <a:pt x="173" y="482"/>
                  </a:lnTo>
                  <a:lnTo>
                    <a:pt x="183" y="489"/>
                  </a:lnTo>
                  <a:lnTo>
                    <a:pt x="192" y="498"/>
                  </a:lnTo>
                  <a:lnTo>
                    <a:pt x="199" y="508"/>
                  </a:lnTo>
                  <a:lnTo>
                    <a:pt x="203" y="520"/>
                  </a:lnTo>
                  <a:lnTo>
                    <a:pt x="206" y="532"/>
                  </a:lnTo>
                  <a:lnTo>
                    <a:pt x="205" y="545"/>
                  </a:lnTo>
                </a:path>
              </a:pathLst>
            </a:custGeom>
            <a:solidFill>
              <a:schemeClr val="bg2"/>
            </a:solidFill>
            <a:ln w="12700" cap="rnd">
              <a:noFill/>
              <a:round/>
              <a:headEnd/>
              <a:tailEnd/>
            </a:ln>
          </p:spPr>
          <p:txBody>
            <a:bodyPr lIns="29250" tIns="44577" rIns="29250" bIns="297180" anchor="ctr">
              <a:noAutofit/>
            </a:bodyPr>
            <a:lstStyle/>
            <a:p>
              <a:pPr algn="ctr">
                <a:defRPr/>
              </a:pPr>
              <a:r>
                <a:rPr lang="en-US" sz="1000" dirty="0">
                  <a:solidFill>
                    <a:schemeClr val="tx2"/>
                  </a:solidFill>
                  <a:latin typeface="Aptos" panose="020B0004020202020204" pitchFamily="34" charset="0"/>
                </a:rPr>
                <a:t>Text</a:t>
              </a:r>
            </a:p>
          </p:txBody>
        </p:sp>
        <p:sp>
          <p:nvSpPr>
            <p:cNvPr id="10" name="Freeform 7"/>
            <p:cNvSpPr>
              <a:spLocks/>
            </p:cNvSpPr>
            <p:nvPr/>
          </p:nvSpPr>
          <p:spPr bwMode="blackWhite">
            <a:xfrm>
              <a:off x="2693988" y="2286000"/>
              <a:ext cx="1577975" cy="1379538"/>
            </a:xfrm>
            <a:custGeom>
              <a:avLst/>
              <a:gdLst>
                <a:gd name="T0" fmla="*/ 2147483647 w 836"/>
                <a:gd name="T1" fmla="*/ 2147483647 h 696"/>
                <a:gd name="T2" fmla="*/ 2147483647 w 836"/>
                <a:gd name="T3" fmla="*/ 2147483647 h 696"/>
                <a:gd name="T4" fmla="*/ 2147483647 w 836"/>
                <a:gd name="T5" fmla="*/ 2147483647 h 696"/>
                <a:gd name="T6" fmla="*/ 2147483647 w 836"/>
                <a:gd name="T7" fmla="*/ 2147483647 h 696"/>
                <a:gd name="T8" fmla="*/ 2147483647 w 836"/>
                <a:gd name="T9" fmla="*/ 2147483647 h 696"/>
                <a:gd name="T10" fmla="*/ 2147483647 w 836"/>
                <a:gd name="T11" fmla="*/ 2147483647 h 696"/>
                <a:gd name="T12" fmla="*/ 2147483647 w 836"/>
                <a:gd name="T13" fmla="*/ 2147483647 h 696"/>
                <a:gd name="T14" fmla="*/ 2147483647 w 836"/>
                <a:gd name="T15" fmla="*/ 2147483647 h 696"/>
                <a:gd name="T16" fmla="*/ 2147483647 w 836"/>
                <a:gd name="T17" fmla="*/ 2147483647 h 696"/>
                <a:gd name="T18" fmla="*/ 2147483647 w 836"/>
                <a:gd name="T19" fmla="*/ 2147483647 h 696"/>
                <a:gd name="T20" fmla="*/ 2147483647 w 836"/>
                <a:gd name="T21" fmla="*/ 2147483647 h 696"/>
                <a:gd name="T22" fmla="*/ 2147483647 w 836"/>
                <a:gd name="T23" fmla="*/ 2147483647 h 696"/>
                <a:gd name="T24" fmla="*/ 2147483647 w 836"/>
                <a:gd name="T25" fmla="*/ 2147483647 h 696"/>
                <a:gd name="T26" fmla="*/ 2147483647 w 836"/>
                <a:gd name="T27" fmla="*/ 2147483647 h 696"/>
                <a:gd name="T28" fmla="*/ 2147483647 w 836"/>
                <a:gd name="T29" fmla="*/ 2147483647 h 696"/>
                <a:gd name="T30" fmla="*/ 2147483647 w 836"/>
                <a:gd name="T31" fmla="*/ 2147483647 h 696"/>
                <a:gd name="T32" fmla="*/ 2147483647 w 836"/>
                <a:gd name="T33" fmla="*/ 2147483647 h 696"/>
                <a:gd name="T34" fmla="*/ 2147483647 w 836"/>
                <a:gd name="T35" fmla="*/ 2147483647 h 696"/>
                <a:gd name="T36" fmla="*/ 2147483647 w 836"/>
                <a:gd name="T37" fmla="*/ 2147483647 h 696"/>
                <a:gd name="T38" fmla="*/ 2147483647 w 836"/>
                <a:gd name="T39" fmla="*/ 2147483647 h 696"/>
                <a:gd name="T40" fmla="*/ 2147483647 w 836"/>
                <a:gd name="T41" fmla="*/ 2147483647 h 696"/>
                <a:gd name="T42" fmla="*/ 2147483647 w 836"/>
                <a:gd name="T43" fmla="*/ 2147483647 h 696"/>
                <a:gd name="T44" fmla="*/ 2147483647 w 836"/>
                <a:gd name="T45" fmla="*/ 2147483647 h 696"/>
                <a:gd name="T46" fmla="*/ 2147483647 w 836"/>
                <a:gd name="T47" fmla="*/ 2147483647 h 696"/>
                <a:gd name="T48" fmla="*/ 2147483647 w 836"/>
                <a:gd name="T49" fmla="*/ 2147483647 h 696"/>
                <a:gd name="T50" fmla="*/ 2147483647 w 836"/>
                <a:gd name="T51" fmla="*/ 2147483647 h 696"/>
                <a:gd name="T52" fmla="*/ 2147483647 w 836"/>
                <a:gd name="T53" fmla="*/ 0 h 696"/>
                <a:gd name="T54" fmla="*/ 2147483647 w 836"/>
                <a:gd name="T55" fmla="*/ 0 h 696"/>
                <a:gd name="T56" fmla="*/ 2147483647 w 836"/>
                <a:gd name="T57" fmla="*/ 2147483647 h 696"/>
                <a:gd name="T58" fmla="*/ 0 w 836"/>
                <a:gd name="T59" fmla="*/ 2147483647 h 696"/>
                <a:gd name="T60" fmla="*/ 2147483647 w 836"/>
                <a:gd name="T61" fmla="*/ 2147483647 h 696"/>
                <a:gd name="T62" fmla="*/ 2147483647 w 836"/>
                <a:gd name="T63" fmla="*/ 2147483647 h 6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36"/>
                <a:gd name="T97" fmla="*/ 0 h 696"/>
                <a:gd name="T98" fmla="*/ 836 w 836"/>
                <a:gd name="T99" fmla="*/ 696 h 69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36" h="696">
                  <a:moveTo>
                    <a:pt x="304" y="473"/>
                  </a:moveTo>
                  <a:lnTo>
                    <a:pt x="316" y="475"/>
                  </a:lnTo>
                  <a:lnTo>
                    <a:pt x="327" y="478"/>
                  </a:lnTo>
                  <a:lnTo>
                    <a:pt x="338" y="484"/>
                  </a:lnTo>
                  <a:lnTo>
                    <a:pt x="347" y="491"/>
                  </a:lnTo>
                  <a:lnTo>
                    <a:pt x="355" y="501"/>
                  </a:lnTo>
                  <a:lnTo>
                    <a:pt x="361" y="512"/>
                  </a:lnTo>
                  <a:lnTo>
                    <a:pt x="363" y="523"/>
                  </a:lnTo>
                  <a:lnTo>
                    <a:pt x="365" y="535"/>
                  </a:lnTo>
                  <a:lnTo>
                    <a:pt x="365" y="602"/>
                  </a:lnTo>
                  <a:lnTo>
                    <a:pt x="604" y="695"/>
                  </a:lnTo>
                  <a:lnTo>
                    <a:pt x="834" y="610"/>
                  </a:lnTo>
                  <a:lnTo>
                    <a:pt x="834" y="259"/>
                  </a:lnTo>
                  <a:lnTo>
                    <a:pt x="835" y="227"/>
                  </a:lnTo>
                  <a:lnTo>
                    <a:pt x="833" y="197"/>
                  </a:lnTo>
                  <a:lnTo>
                    <a:pt x="830" y="168"/>
                  </a:lnTo>
                  <a:lnTo>
                    <a:pt x="825" y="142"/>
                  </a:lnTo>
                  <a:lnTo>
                    <a:pt x="817" y="117"/>
                  </a:lnTo>
                  <a:lnTo>
                    <a:pt x="808" y="96"/>
                  </a:lnTo>
                  <a:lnTo>
                    <a:pt x="797" y="76"/>
                  </a:lnTo>
                  <a:lnTo>
                    <a:pt x="784" y="58"/>
                  </a:lnTo>
                  <a:lnTo>
                    <a:pt x="769" y="43"/>
                  </a:lnTo>
                  <a:lnTo>
                    <a:pt x="753" y="29"/>
                  </a:lnTo>
                  <a:lnTo>
                    <a:pt x="735" y="19"/>
                  </a:lnTo>
                  <a:lnTo>
                    <a:pt x="715" y="10"/>
                  </a:lnTo>
                  <a:lnTo>
                    <a:pt x="694" y="4"/>
                  </a:lnTo>
                  <a:lnTo>
                    <a:pt x="671" y="0"/>
                  </a:lnTo>
                  <a:lnTo>
                    <a:pt x="12" y="0"/>
                  </a:lnTo>
                  <a:lnTo>
                    <a:pt x="97" y="231"/>
                  </a:lnTo>
                  <a:lnTo>
                    <a:pt x="0" y="473"/>
                  </a:lnTo>
                  <a:lnTo>
                    <a:pt x="152" y="474"/>
                  </a:lnTo>
                  <a:lnTo>
                    <a:pt x="304" y="473"/>
                  </a:lnTo>
                </a:path>
              </a:pathLst>
            </a:custGeom>
            <a:solidFill>
              <a:schemeClr val="tx2">
                <a:lumMod val="75000"/>
                <a:lumOff val="25000"/>
              </a:schemeClr>
            </a:solidFill>
            <a:ln w="12700" cap="rnd">
              <a:noFill/>
              <a:round/>
              <a:headEnd/>
              <a:tailEnd/>
            </a:ln>
          </p:spPr>
          <p:txBody>
            <a:bodyPr lIns="29250" tIns="29250" rIns="29250" bIns="409500" anchor="ctr">
              <a:noAutofit/>
            </a:bodyPr>
            <a:lstStyle/>
            <a:p>
              <a:pPr algn="ctr">
                <a:defRPr/>
              </a:pPr>
              <a:r>
                <a:rPr lang="en-US" sz="1000" dirty="0">
                  <a:solidFill>
                    <a:schemeClr val="bg1"/>
                  </a:solidFill>
                  <a:latin typeface="Aptos" panose="020B0004020202020204" pitchFamily="34" charset="0"/>
                </a:rPr>
                <a:t>Text</a:t>
              </a:r>
            </a:p>
          </p:txBody>
        </p:sp>
        <p:sp>
          <p:nvSpPr>
            <p:cNvPr id="11" name="Freeform 8"/>
            <p:cNvSpPr>
              <a:spLocks/>
            </p:cNvSpPr>
            <p:nvPr/>
          </p:nvSpPr>
          <p:spPr bwMode="blackWhite">
            <a:xfrm>
              <a:off x="1525588" y="3476625"/>
              <a:ext cx="1766887" cy="1379538"/>
            </a:xfrm>
            <a:custGeom>
              <a:avLst/>
              <a:gdLst>
                <a:gd name="T0" fmla="*/ 2147483647 w 936"/>
                <a:gd name="T1" fmla="*/ 2147483647 h 696"/>
                <a:gd name="T2" fmla="*/ 2147483647 w 936"/>
                <a:gd name="T3" fmla="*/ 2147483647 h 696"/>
                <a:gd name="T4" fmla="*/ 2147483647 w 936"/>
                <a:gd name="T5" fmla="*/ 2147483647 h 696"/>
                <a:gd name="T6" fmla="*/ 2147483647 w 936"/>
                <a:gd name="T7" fmla="*/ 2147483647 h 696"/>
                <a:gd name="T8" fmla="*/ 2147483647 w 936"/>
                <a:gd name="T9" fmla="*/ 2147483647 h 696"/>
                <a:gd name="T10" fmla="*/ 2147483647 w 936"/>
                <a:gd name="T11" fmla="*/ 2147483647 h 696"/>
                <a:gd name="T12" fmla="*/ 2147483647 w 936"/>
                <a:gd name="T13" fmla="*/ 2147483647 h 696"/>
                <a:gd name="T14" fmla="*/ 2147483647 w 936"/>
                <a:gd name="T15" fmla="*/ 2147483647 h 696"/>
                <a:gd name="T16" fmla="*/ 2147483647 w 936"/>
                <a:gd name="T17" fmla="*/ 2147483647 h 696"/>
                <a:gd name="T18" fmla="*/ 2147483647 w 936"/>
                <a:gd name="T19" fmla="*/ 0 h 696"/>
                <a:gd name="T20" fmla="*/ 0 w 936"/>
                <a:gd name="T21" fmla="*/ 2147483647 h 696"/>
                <a:gd name="T22" fmla="*/ 2147483647 w 936"/>
                <a:gd name="T23" fmla="*/ 2147483647 h 696"/>
                <a:gd name="T24" fmla="*/ 2147483647 w 936"/>
                <a:gd name="T25" fmla="*/ 2147483647 h 696"/>
                <a:gd name="T26" fmla="*/ 2147483647 w 936"/>
                <a:gd name="T27" fmla="*/ 2147483647 h 696"/>
                <a:gd name="T28" fmla="*/ 2147483647 w 936"/>
                <a:gd name="T29" fmla="*/ 2147483647 h 696"/>
                <a:gd name="T30" fmla="*/ 2147483647 w 936"/>
                <a:gd name="T31" fmla="*/ 2147483647 h 696"/>
                <a:gd name="T32" fmla="*/ 2147483647 w 936"/>
                <a:gd name="T33" fmla="*/ 2147483647 h 696"/>
                <a:gd name="T34" fmla="*/ 2147483647 w 936"/>
                <a:gd name="T35" fmla="*/ 2147483647 h 696"/>
                <a:gd name="T36" fmla="*/ 2147483647 w 936"/>
                <a:gd name="T37" fmla="*/ 2147483647 h 696"/>
                <a:gd name="T38" fmla="*/ 2147483647 w 936"/>
                <a:gd name="T39" fmla="*/ 2147483647 h 696"/>
                <a:gd name="T40" fmla="*/ 2147483647 w 936"/>
                <a:gd name="T41" fmla="*/ 2147483647 h 696"/>
                <a:gd name="T42" fmla="*/ 2147483647 w 936"/>
                <a:gd name="T43" fmla="*/ 2147483647 h 696"/>
                <a:gd name="T44" fmla="*/ 2147483647 w 936"/>
                <a:gd name="T45" fmla="*/ 2147483647 h 696"/>
                <a:gd name="T46" fmla="*/ 2147483647 w 936"/>
                <a:gd name="T47" fmla="*/ 2147483647 h 696"/>
                <a:gd name="T48" fmla="*/ 2147483647 w 936"/>
                <a:gd name="T49" fmla="*/ 2147483647 h 696"/>
                <a:gd name="T50" fmla="*/ 2147483647 w 936"/>
                <a:gd name="T51" fmla="*/ 2147483647 h 696"/>
                <a:gd name="T52" fmla="*/ 2147483647 w 936"/>
                <a:gd name="T53" fmla="*/ 2147483647 h 696"/>
                <a:gd name="T54" fmla="*/ 2147483647 w 936"/>
                <a:gd name="T55" fmla="*/ 2147483647 h 696"/>
                <a:gd name="T56" fmla="*/ 2147483647 w 936"/>
                <a:gd name="T57" fmla="*/ 2147483647 h 696"/>
                <a:gd name="T58" fmla="*/ 2147483647 w 936"/>
                <a:gd name="T59" fmla="*/ 2147483647 h 69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36"/>
                <a:gd name="T91" fmla="*/ 0 h 696"/>
                <a:gd name="T92" fmla="*/ 936 w 936"/>
                <a:gd name="T93" fmla="*/ 696 h 69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36" h="696">
                  <a:moveTo>
                    <a:pt x="532" y="222"/>
                  </a:moveTo>
                  <a:lnTo>
                    <a:pt x="519" y="220"/>
                  </a:lnTo>
                  <a:lnTo>
                    <a:pt x="507" y="216"/>
                  </a:lnTo>
                  <a:lnTo>
                    <a:pt x="496" y="210"/>
                  </a:lnTo>
                  <a:lnTo>
                    <a:pt x="487" y="201"/>
                  </a:lnTo>
                  <a:lnTo>
                    <a:pt x="479" y="190"/>
                  </a:lnTo>
                  <a:lnTo>
                    <a:pt x="474" y="179"/>
                  </a:lnTo>
                  <a:lnTo>
                    <a:pt x="472" y="165"/>
                  </a:lnTo>
                  <a:lnTo>
                    <a:pt x="472" y="94"/>
                  </a:lnTo>
                  <a:lnTo>
                    <a:pt x="231" y="0"/>
                  </a:lnTo>
                  <a:lnTo>
                    <a:pt x="0" y="91"/>
                  </a:lnTo>
                  <a:lnTo>
                    <a:pt x="1" y="435"/>
                  </a:lnTo>
                  <a:lnTo>
                    <a:pt x="1" y="468"/>
                  </a:lnTo>
                  <a:lnTo>
                    <a:pt x="2" y="498"/>
                  </a:lnTo>
                  <a:lnTo>
                    <a:pt x="5" y="527"/>
                  </a:lnTo>
                  <a:lnTo>
                    <a:pt x="11" y="553"/>
                  </a:lnTo>
                  <a:lnTo>
                    <a:pt x="18" y="577"/>
                  </a:lnTo>
                  <a:lnTo>
                    <a:pt x="28" y="599"/>
                  </a:lnTo>
                  <a:lnTo>
                    <a:pt x="39" y="619"/>
                  </a:lnTo>
                  <a:lnTo>
                    <a:pt x="52" y="637"/>
                  </a:lnTo>
                  <a:lnTo>
                    <a:pt x="66" y="652"/>
                  </a:lnTo>
                  <a:lnTo>
                    <a:pt x="82" y="665"/>
                  </a:lnTo>
                  <a:lnTo>
                    <a:pt x="100" y="676"/>
                  </a:lnTo>
                  <a:lnTo>
                    <a:pt x="120" y="685"/>
                  </a:lnTo>
                  <a:lnTo>
                    <a:pt x="142" y="691"/>
                  </a:lnTo>
                  <a:lnTo>
                    <a:pt x="165" y="694"/>
                  </a:lnTo>
                  <a:lnTo>
                    <a:pt x="935" y="695"/>
                  </a:lnTo>
                  <a:lnTo>
                    <a:pt x="935" y="221"/>
                  </a:lnTo>
                  <a:lnTo>
                    <a:pt x="734" y="220"/>
                  </a:lnTo>
                  <a:lnTo>
                    <a:pt x="532" y="222"/>
                  </a:lnTo>
                </a:path>
              </a:pathLst>
            </a:custGeom>
            <a:solidFill>
              <a:schemeClr val="bg2"/>
            </a:solidFill>
            <a:ln w="12700" cap="rnd">
              <a:noFill/>
              <a:round/>
              <a:headEnd/>
              <a:tailEnd/>
            </a:ln>
          </p:spPr>
          <p:txBody>
            <a:bodyPr lIns="29250" tIns="29250" rIns="409500" bIns="29250" anchor="ctr">
              <a:noAutofit/>
            </a:bodyPr>
            <a:lstStyle/>
            <a:p>
              <a:pPr algn="ctr">
                <a:defRPr/>
              </a:pPr>
              <a:r>
                <a:rPr lang="en-US" sz="1000" dirty="0">
                  <a:solidFill>
                    <a:schemeClr val="tx2"/>
                  </a:solidFill>
                  <a:latin typeface="Aptos" panose="020B0004020202020204" pitchFamily="34" charset="0"/>
                </a:rPr>
                <a:t>Text</a:t>
              </a:r>
            </a:p>
          </p:txBody>
        </p:sp>
        <p:sp>
          <p:nvSpPr>
            <p:cNvPr id="12" name="Freeform 9"/>
            <p:cNvSpPr>
              <a:spLocks/>
            </p:cNvSpPr>
            <p:nvPr/>
          </p:nvSpPr>
          <p:spPr bwMode="blackWhite">
            <a:xfrm>
              <a:off x="1527175" y="2287588"/>
              <a:ext cx="1296988" cy="1335087"/>
            </a:xfrm>
            <a:custGeom>
              <a:avLst/>
              <a:gdLst>
                <a:gd name="T0" fmla="*/ 2147483647 w 686"/>
                <a:gd name="T1" fmla="*/ 2147483647 h 673"/>
                <a:gd name="T2" fmla="*/ 2147483647 w 686"/>
                <a:gd name="T3" fmla="*/ 2147483647 h 673"/>
                <a:gd name="T4" fmla="*/ 2147483647 w 686"/>
                <a:gd name="T5" fmla="*/ 2147483647 h 673"/>
                <a:gd name="T6" fmla="*/ 2147483647 w 686"/>
                <a:gd name="T7" fmla="*/ 2147483647 h 673"/>
                <a:gd name="T8" fmla="*/ 2147483647 w 686"/>
                <a:gd name="T9" fmla="*/ 2147483647 h 673"/>
                <a:gd name="T10" fmla="*/ 2147483647 w 686"/>
                <a:gd name="T11" fmla="*/ 2147483647 h 673"/>
                <a:gd name="T12" fmla="*/ 2147483647 w 686"/>
                <a:gd name="T13" fmla="*/ 2147483647 h 673"/>
                <a:gd name="T14" fmla="*/ 2147483647 w 686"/>
                <a:gd name="T15" fmla="*/ 2147483647 h 673"/>
                <a:gd name="T16" fmla="*/ 2147483647 w 686"/>
                <a:gd name="T17" fmla="*/ 2147483647 h 673"/>
                <a:gd name="T18" fmla="*/ 2147483647 w 686"/>
                <a:gd name="T19" fmla="*/ 2147483647 h 673"/>
                <a:gd name="T20" fmla="*/ 2147483647 w 686"/>
                <a:gd name="T21" fmla="*/ 2147483647 h 673"/>
                <a:gd name="T22" fmla="*/ 2147483647 w 686"/>
                <a:gd name="T23" fmla="*/ 2147483647 h 673"/>
                <a:gd name="T24" fmla="*/ 2147483647 w 686"/>
                <a:gd name="T25" fmla="*/ 0 h 673"/>
                <a:gd name="T26" fmla="*/ 2147483647 w 686"/>
                <a:gd name="T27" fmla="*/ 2147483647 h 673"/>
                <a:gd name="T28" fmla="*/ 2147483647 w 686"/>
                <a:gd name="T29" fmla="*/ 2147483647 h 673"/>
                <a:gd name="T30" fmla="*/ 2147483647 w 686"/>
                <a:gd name="T31" fmla="*/ 2147483647 h 673"/>
                <a:gd name="T32" fmla="*/ 2147483647 w 686"/>
                <a:gd name="T33" fmla="*/ 2147483647 h 673"/>
                <a:gd name="T34" fmla="*/ 2147483647 w 686"/>
                <a:gd name="T35" fmla="*/ 2147483647 h 673"/>
                <a:gd name="T36" fmla="*/ 2147483647 w 686"/>
                <a:gd name="T37" fmla="*/ 2147483647 h 673"/>
                <a:gd name="T38" fmla="*/ 2147483647 w 686"/>
                <a:gd name="T39" fmla="*/ 2147483647 h 673"/>
                <a:gd name="T40" fmla="*/ 2147483647 w 686"/>
                <a:gd name="T41" fmla="*/ 2147483647 h 673"/>
                <a:gd name="T42" fmla="*/ 2147483647 w 686"/>
                <a:gd name="T43" fmla="*/ 2147483647 h 673"/>
                <a:gd name="T44" fmla="*/ 2147483647 w 686"/>
                <a:gd name="T45" fmla="*/ 2147483647 h 673"/>
                <a:gd name="T46" fmla="*/ 2147483647 w 686"/>
                <a:gd name="T47" fmla="*/ 2147483647 h 673"/>
                <a:gd name="T48" fmla="*/ 2147483647 w 686"/>
                <a:gd name="T49" fmla="*/ 2147483647 h 673"/>
                <a:gd name="T50" fmla="*/ 0 w 686"/>
                <a:gd name="T51" fmla="*/ 2147483647 h 673"/>
                <a:gd name="T52" fmla="*/ 0 w 686"/>
                <a:gd name="T53" fmla="*/ 2147483647 h 673"/>
                <a:gd name="T54" fmla="*/ 2147483647 w 686"/>
                <a:gd name="T55" fmla="*/ 2147483647 h 673"/>
                <a:gd name="T56" fmla="*/ 2147483647 w 686"/>
                <a:gd name="T57" fmla="*/ 2147483647 h 673"/>
                <a:gd name="T58" fmla="*/ 2147483647 w 686"/>
                <a:gd name="T59" fmla="*/ 2147483647 h 67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86"/>
                <a:gd name="T91" fmla="*/ 0 h 673"/>
                <a:gd name="T92" fmla="*/ 686 w 686"/>
                <a:gd name="T93" fmla="*/ 673 h 67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86" h="673">
                  <a:moveTo>
                    <a:pt x="466" y="525"/>
                  </a:moveTo>
                  <a:lnTo>
                    <a:pt x="468" y="514"/>
                  </a:lnTo>
                  <a:lnTo>
                    <a:pt x="473" y="502"/>
                  </a:lnTo>
                  <a:lnTo>
                    <a:pt x="479" y="492"/>
                  </a:lnTo>
                  <a:lnTo>
                    <a:pt x="489" y="484"/>
                  </a:lnTo>
                  <a:lnTo>
                    <a:pt x="499" y="477"/>
                  </a:lnTo>
                  <a:lnTo>
                    <a:pt x="511" y="474"/>
                  </a:lnTo>
                  <a:lnTo>
                    <a:pt x="523" y="472"/>
                  </a:lnTo>
                  <a:lnTo>
                    <a:pt x="592" y="471"/>
                  </a:lnTo>
                  <a:lnTo>
                    <a:pt x="685" y="231"/>
                  </a:lnTo>
                  <a:lnTo>
                    <a:pt x="601" y="1"/>
                  </a:lnTo>
                  <a:lnTo>
                    <a:pt x="255" y="1"/>
                  </a:lnTo>
                  <a:lnTo>
                    <a:pt x="223" y="0"/>
                  </a:lnTo>
                  <a:lnTo>
                    <a:pt x="194" y="1"/>
                  </a:lnTo>
                  <a:lnTo>
                    <a:pt x="166" y="4"/>
                  </a:lnTo>
                  <a:lnTo>
                    <a:pt x="140" y="10"/>
                  </a:lnTo>
                  <a:lnTo>
                    <a:pt x="116" y="18"/>
                  </a:lnTo>
                  <a:lnTo>
                    <a:pt x="93" y="27"/>
                  </a:lnTo>
                  <a:lnTo>
                    <a:pt x="75" y="38"/>
                  </a:lnTo>
                  <a:lnTo>
                    <a:pt x="57" y="50"/>
                  </a:lnTo>
                  <a:lnTo>
                    <a:pt x="42" y="64"/>
                  </a:lnTo>
                  <a:lnTo>
                    <a:pt x="30" y="81"/>
                  </a:lnTo>
                  <a:lnTo>
                    <a:pt x="19" y="99"/>
                  </a:lnTo>
                  <a:lnTo>
                    <a:pt x="10" y="119"/>
                  </a:lnTo>
                  <a:lnTo>
                    <a:pt x="4" y="141"/>
                  </a:lnTo>
                  <a:lnTo>
                    <a:pt x="0" y="164"/>
                  </a:lnTo>
                  <a:lnTo>
                    <a:pt x="0" y="666"/>
                  </a:lnTo>
                  <a:lnTo>
                    <a:pt x="224" y="575"/>
                  </a:lnTo>
                  <a:lnTo>
                    <a:pt x="466" y="672"/>
                  </a:lnTo>
                  <a:lnTo>
                    <a:pt x="466" y="525"/>
                  </a:lnTo>
                </a:path>
              </a:pathLst>
            </a:custGeom>
            <a:solidFill>
              <a:schemeClr val="accent6"/>
            </a:solidFill>
            <a:ln w="12700" cap="rnd">
              <a:noFill/>
              <a:round/>
              <a:headEnd/>
              <a:tailEnd/>
            </a:ln>
          </p:spPr>
          <p:txBody>
            <a:bodyPr lIns="29250" tIns="29250" rIns="29250" bIns="380250" anchor="ctr">
              <a:noAutofit/>
            </a:bodyPr>
            <a:lstStyle/>
            <a:p>
              <a:pPr algn="ctr">
                <a:defRPr/>
              </a:pPr>
              <a:r>
                <a:rPr lang="en-US" sz="1000" dirty="0">
                  <a:latin typeface="Aptos" panose="020B0004020202020204" pitchFamily="34" charset="0"/>
                </a:rPr>
                <a:t>Text</a:t>
              </a:r>
            </a:p>
          </p:txBody>
        </p:sp>
      </p:grpSp>
    </p:spTree>
    <p:extLst>
      <p:ext uri="{BB962C8B-B14F-4D97-AF65-F5344CB8AC3E}">
        <p14:creationId xmlns:p14="http://schemas.microsoft.com/office/powerpoint/2010/main" val="4039015507"/>
      </p:ext>
    </p:extLst>
  </p:cSld>
  <p:clrMapOvr>
    <a:masterClrMapping/>
  </p:clrMapOvr>
  <p:transition>
    <p:fade/>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6129" name="Title 1"/>
          <p:cNvSpPr>
            <a:spLocks noGrp="1"/>
          </p:cNvSpPr>
          <p:nvPr>
            <p:ph type="title"/>
          </p:nvPr>
        </p:nvSpPr>
        <p:spPr/>
        <p:txBody>
          <a:bodyPr/>
          <a:lstStyle/>
          <a:p>
            <a:r>
              <a:rPr lang="en-US" dirty="0"/>
              <a:t>Cutout</a:t>
            </a:r>
          </a:p>
        </p:txBody>
      </p:sp>
      <p:grpSp>
        <p:nvGrpSpPr>
          <p:cNvPr id="2" name="Group 1">
            <a:extLst>
              <a:ext uri="{FF2B5EF4-FFF2-40B4-BE49-F238E27FC236}">
                <a16:creationId xmlns:a16="http://schemas.microsoft.com/office/drawing/2014/main" id="{361ADF74-2060-42FA-8FB7-85406A5BBB0C}"/>
              </a:ext>
            </a:extLst>
          </p:cNvPr>
          <p:cNvGrpSpPr/>
          <p:nvPr/>
        </p:nvGrpSpPr>
        <p:grpSpPr>
          <a:xfrm>
            <a:off x="1443204" y="1971696"/>
            <a:ext cx="7472199" cy="3482472"/>
            <a:chOff x="3773489" y="2286000"/>
            <a:chExt cx="4575175" cy="3162300"/>
          </a:xfrm>
        </p:grpSpPr>
        <p:sp>
          <p:nvSpPr>
            <p:cNvPr id="13" name="Freeform 2"/>
            <p:cNvSpPr>
              <a:spLocks/>
            </p:cNvSpPr>
            <p:nvPr/>
          </p:nvSpPr>
          <p:spPr bwMode="blackWhite">
            <a:xfrm>
              <a:off x="3773489" y="2286000"/>
              <a:ext cx="4575175" cy="3162300"/>
            </a:xfrm>
            <a:custGeom>
              <a:avLst/>
              <a:gdLst>
                <a:gd name="T0" fmla="*/ 0 w 3059"/>
                <a:gd name="T1" fmla="*/ 0 h 1952"/>
                <a:gd name="T2" fmla="*/ 2147483647 w 3059"/>
                <a:gd name="T3" fmla="*/ 0 h 1952"/>
                <a:gd name="T4" fmla="*/ 2147483647 w 3059"/>
                <a:gd name="T5" fmla="*/ 2147483647 h 1952"/>
                <a:gd name="T6" fmla="*/ 2147483647 w 3059"/>
                <a:gd name="T7" fmla="*/ 2147483647 h 1952"/>
                <a:gd name="T8" fmla="*/ 2147483647 w 3059"/>
                <a:gd name="T9" fmla="*/ 2147483647 h 1952"/>
                <a:gd name="T10" fmla="*/ 2147483647 w 3059"/>
                <a:gd name="T11" fmla="*/ 2147483647 h 1952"/>
                <a:gd name="T12" fmla="*/ 2147483647 w 3059"/>
                <a:gd name="T13" fmla="*/ 2147483647 h 1952"/>
                <a:gd name="T14" fmla="*/ 2147483647 w 3059"/>
                <a:gd name="T15" fmla="*/ 2147483647 h 1952"/>
                <a:gd name="T16" fmla="*/ 2147483647 w 3059"/>
                <a:gd name="T17" fmla="*/ 2147483647 h 1952"/>
                <a:gd name="T18" fmla="*/ 2147483647 w 3059"/>
                <a:gd name="T19" fmla="*/ 2147483647 h 1952"/>
                <a:gd name="T20" fmla="*/ 2147483647 w 3059"/>
                <a:gd name="T21" fmla="*/ 2147483647 h 1952"/>
                <a:gd name="T22" fmla="*/ 0 w 3059"/>
                <a:gd name="T23" fmla="*/ 2147483647 h 1952"/>
                <a:gd name="T24" fmla="*/ 0 w 3059"/>
                <a:gd name="T25" fmla="*/ 2147483647 h 1952"/>
                <a:gd name="T26" fmla="*/ 2147483647 w 3059"/>
                <a:gd name="T27" fmla="*/ 2147483647 h 1952"/>
                <a:gd name="T28" fmla="*/ 2147483647 w 3059"/>
                <a:gd name="T29" fmla="*/ 2147483647 h 1952"/>
                <a:gd name="T30" fmla="*/ 2147483647 w 3059"/>
                <a:gd name="T31" fmla="*/ 2147483647 h 1952"/>
                <a:gd name="T32" fmla="*/ 2147483647 w 3059"/>
                <a:gd name="T33" fmla="*/ 2147483647 h 1952"/>
                <a:gd name="T34" fmla="*/ 2147483647 w 3059"/>
                <a:gd name="T35" fmla="*/ 2147483647 h 1952"/>
                <a:gd name="T36" fmla="*/ 0 w 3059"/>
                <a:gd name="T37" fmla="*/ 2147483647 h 1952"/>
                <a:gd name="T38" fmla="*/ 0 w 3059"/>
                <a:gd name="T39" fmla="*/ 0 h 195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59"/>
                <a:gd name="T61" fmla="*/ 0 h 1952"/>
                <a:gd name="T62" fmla="*/ 3059 w 3059"/>
                <a:gd name="T63" fmla="*/ 1952 h 195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59" h="1952">
                  <a:moveTo>
                    <a:pt x="0" y="0"/>
                  </a:moveTo>
                  <a:lnTo>
                    <a:pt x="2250" y="0"/>
                  </a:lnTo>
                  <a:lnTo>
                    <a:pt x="2250" y="478"/>
                  </a:lnTo>
                  <a:lnTo>
                    <a:pt x="2855" y="478"/>
                  </a:lnTo>
                  <a:lnTo>
                    <a:pt x="2855" y="243"/>
                  </a:lnTo>
                  <a:lnTo>
                    <a:pt x="3058" y="971"/>
                  </a:lnTo>
                  <a:lnTo>
                    <a:pt x="2848" y="1684"/>
                  </a:lnTo>
                  <a:lnTo>
                    <a:pt x="2841" y="1684"/>
                  </a:lnTo>
                  <a:lnTo>
                    <a:pt x="2841" y="1450"/>
                  </a:lnTo>
                  <a:lnTo>
                    <a:pt x="2250" y="1450"/>
                  </a:lnTo>
                  <a:lnTo>
                    <a:pt x="2250" y="1951"/>
                  </a:lnTo>
                  <a:lnTo>
                    <a:pt x="0" y="1951"/>
                  </a:lnTo>
                  <a:lnTo>
                    <a:pt x="0" y="1450"/>
                  </a:lnTo>
                  <a:lnTo>
                    <a:pt x="606" y="1450"/>
                  </a:lnTo>
                  <a:lnTo>
                    <a:pt x="606" y="1676"/>
                  </a:lnTo>
                  <a:lnTo>
                    <a:pt x="807" y="971"/>
                  </a:lnTo>
                  <a:lnTo>
                    <a:pt x="606" y="250"/>
                  </a:lnTo>
                  <a:lnTo>
                    <a:pt x="606" y="478"/>
                  </a:lnTo>
                  <a:lnTo>
                    <a:pt x="0" y="478"/>
                  </a:lnTo>
                  <a:lnTo>
                    <a:pt x="0" y="0"/>
                  </a:lnTo>
                </a:path>
              </a:pathLst>
            </a:custGeom>
            <a:solidFill>
              <a:schemeClr val="accent3"/>
            </a:solidFill>
            <a:ln w="12700" cap="rnd">
              <a:noFill/>
              <a:round/>
              <a:headEnd/>
              <a:tailEnd/>
            </a:ln>
          </p:spPr>
          <p:txBody>
            <a:bodyPr wrap="square" lIns="29250" tIns="29250" rIns="29250" bIns="29250">
              <a:noAutofit/>
            </a:bodyPr>
            <a:lstStyle/>
            <a:p>
              <a:pPr>
                <a:defRPr/>
              </a:pPr>
              <a:endParaRPr lang="en-US" sz="1000" dirty="0">
                <a:latin typeface="Aptos" panose="020B0004020202020204" pitchFamily="34" charset="0"/>
              </a:endParaRPr>
            </a:p>
          </p:txBody>
        </p:sp>
        <p:sp>
          <p:nvSpPr>
            <p:cNvPr id="16" name="Rectangle 3"/>
            <p:cNvSpPr>
              <a:spLocks noChangeArrowheads="1"/>
            </p:cNvSpPr>
            <p:nvPr/>
          </p:nvSpPr>
          <p:spPr bwMode="auto">
            <a:xfrm>
              <a:off x="3913188" y="2382344"/>
              <a:ext cx="3219450" cy="132753"/>
            </a:xfrm>
            <a:prstGeom prst="rect">
              <a:avLst/>
            </a:prstGeom>
            <a:noFill/>
            <a:ln w="9525">
              <a:noFill/>
              <a:miter lim="800000"/>
              <a:headEnd/>
              <a:tailEnd/>
            </a:ln>
          </p:spPr>
          <p:txBody>
            <a:bodyPr wrap="square" lIns="0" tIns="0" rIns="0" bIns="0" anchor="ctr" anchorCtr="0">
              <a:spAutoFit/>
            </a:bodyPr>
            <a:lstStyle/>
            <a:p>
              <a:pPr defTabSz="639779">
                <a:lnSpc>
                  <a:spcPct val="95000"/>
                </a:lnSpc>
                <a:spcBef>
                  <a:spcPct val="80000"/>
                </a:spcBef>
              </a:pPr>
              <a:r>
                <a:rPr lang="en-US" sz="1000" dirty="0">
                  <a:solidFill>
                    <a:schemeClr val="bg1"/>
                  </a:solidFill>
                  <a:latin typeface="Aptos" panose="020B0004020202020204" pitchFamily="34" charset="0"/>
                </a:rPr>
                <a:t>Text</a:t>
              </a:r>
            </a:p>
          </p:txBody>
        </p:sp>
        <p:sp>
          <p:nvSpPr>
            <p:cNvPr id="17" name="Rectangle 4"/>
            <p:cNvSpPr>
              <a:spLocks noChangeArrowheads="1"/>
            </p:cNvSpPr>
            <p:nvPr/>
          </p:nvSpPr>
          <p:spPr bwMode="auto">
            <a:xfrm>
              <a:off x="3913188" y="3800773"/>
              <a:ext cx="850900" cy="132753"/>
            </a:xfrm>
            <a:prstGeom prst="rect">
              <a:avLst/>
            </a:prstGeom>
            <a:noFill/>
            <a:ln w="9525">
              <a:noFill/>
              <a:miter lim="800000"/>
              <a:headEnd/>
              <a:tailEnd/>
            </a:ln>
          </p:spPr>
          <p:txBody>
            <a:bodyPr wrap="square" lIns="0" tIns="0" rIns="0" bIns="0" anchor="ctr" anchorCtr="0">
              <a:spAutoFit/>
            </a:bodyPr>
            <a:lstStyle/>
            <a:p>
              <a:pPr defTabSz="639779">
                <a:lnSpc>
                  <a:spcPct val="95000"/>
                </a:lnSpc>
                <a:spcBef>
                  <a:spcPct val="80000"/>
                </a:spcBef>
              </a:pPr>
              <a:r>
                <a:rPr lang="en-US" sz="1000" dirty="0">
                  <a:latin typeface="Aptos" panose="020B0004020202020204" pitchFamily="34" charset="0"/>
                </a:rPr>
                <a:t>Text</a:t>
              </a:r>
            </a:p>
          </p:txBody>
        </p:sp>
        <p:sp>
          <p:nvSpPr>
            <p:cNvPr id="18" name="Rectangle 5"/>
            <p:cNvSpPr>
              <a:spLocks noChangeArrowheads="1"/>
            </p:cNvSpPr>
            <p:nvPr/>
          </p:nvSpPr>
          <p:spPr bwMode="auto">
            <a:xfrm>
              <a:off x="5124450" y="3800773"/>
              <a:ext cx="2946400" cy="132753"/>
            </a:xfrm>
            <a:prstGeom prst="rect">
              <a:avLst/>
            </a:prstGeom>
            <a:noFill/>
            <a:ln w="9525">
              <a:noFill/>
              <a:miter lim="800000"/>
              <a:headEnd/>
              <a:tailEnd/>
            </a:ln>
          </p:spPr>
          <p:txBody>
            <a:bodyPr wrap="square" lIns="0" tIns="0" rIns="0" bIns="0" anchor="ctr" anchorCtr="0">
              <a:spAutoFit/>
            </a:bodyPr>
            <a:lstStyle/>
            <a:p>
              <a:pPr defTabSz="639779">
                <a:lnSpc>
                  <a:spcPct val="95000"/>
                </a:lnSpc>
                <a:spcBef>
                  <a:spcPct val="80000"/>
                </a:spcBef>
              </a:pPr>
              <a:r>
                <a:rPr lang="en-US" sz="1000" dirty="0">
                  <a:solidFill>
                    <a:schemeClr val="bg1"/>
                  </a:solidFill>
                  <a:latin typeface="Aptos" panose="020B0004020202020204" pitchFamily="34" charset="0"/>
                </a:rPr>
                <a:t>Text</a:t>
              </a:r>
            </a:p>
          </p:txBody>
        </p:sp>
        <p:sp>
          <p:nvSpPr>
            <p:cNvPr id="19" name="Rectangle 6"/>
            <p:cNvSpPr>
              <a:spLocks noChangeArrowheads="1"/>
            </p:cNvSpPr>
            <p:nvPr/>
          </p:nvSpPr>
          <p:spPr bwMode="auto">
            <a:xfrm>
              <a:off x="3913188" y="5204918"/>
              <a:ext cx="3219450" cy="132753"/>
            </a:xfrm>
            <a:prstGeom prst="rect">
              <a:avLst/>
            </a:prstGeom>
            <a:noFill/>
            <a:ln w="9525">
              <a:noFill/>
              <a:miter lim="800000"/>
              <a:headEnd/>
              <a:tailEnd/>
            </a:ln>
          </p:spPr>
          <p:txBody>
            <a:bodyPr wrap="square" lIns="0" tIns="0" rIns="0" bIns="0" anchor="ctr" anchorCtr="0">
              <a:spAutoFit/>
            </a:bodyPr>
            <a:lstStyle/>
            <a:p>
              <a:pPr defTabSz="639779">
                <a:lnSpc>
                  <a:spcPct val="95000"/>
                </a:lnSpc>
                <a:spcBef>
                  <a:spcPct val="80000"/>
                </a:spcBef>
              </a:pPr>
              <a:r>
                <a:rPr lang="en-US" sz="1000" dirty="0">
                  <a:solidFill>
                    <a:schemeClr val="bg1"/>
                  </a:solidFill>
                  <a:latin typeface="Aptos" panose="020B0004020202020204" pitchFamily="34" charset="0"/>
                </a:rPr>
                <a:t>Text</a:t>
              </a:r>
            </a:p>
          </p:txBody>
        </p:sp>
      </p:grpSp>
    </p:spTree>
    <p:extLst>
      <p:ext uri="{BB962C8B-B14F-4D97-AF65-F5344CB8AC3E}">
        <p14:creationId xmlns:p14="http://schemas.microsoft.com/office/powerpoint/2010/main" val="287788268"/>
      </p:ext>
    </p:extLst>
  </p:cSld>
  <p:clrMapOvr>
    <a:masterClrMapping/>
  </p:clrMapOvr>
  <p:transition>
    <p:fade/>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6129" name="Title 1"/>
          <p:cNvSpPr>
            <a:spLocks noGrp="1"/>
          </p:cNvSpPr>
          <p:nvPr>
            <p:ph type="title"/>
          </p:nvPr>
        </p:nvSpPr>
        <p:spPr/>
        <p:txBody>
          <a:bodyPr/>
          <a:lstStyle/>
          <a:p>
            <a:r>
              <a:rPr lang="en-US" dirty="0"/>
              <a:t>Linear</a:t>
            </a:r>
          </a:p>
        </p:txBody>
      </p:sp>
      <p:grpSp>
        <p:nvGrpSpPr>
          <p:cNvPr id="2" name="Group 1">
            <a:extLst>
              <a:ext uri="{FF2B5EF4-FFF2-40B4-BE49-F238E27FC236}">
                <a16:creationId xmlns:a16="http://schemas.microsoft.com/office/drawing/2014/main" id="{FFD9D0BB-D1A6-4A7C-8964-164A4469E356}"/>
              </a:ext>
            </a:extLst>
          </p:cNvPr>
          <p:cNvGrpSpPr/>
          <p:nvPr/>
        </p:nvGrpSpPr>
        <p:grpSpPr>
          <a:xfrm>
            <a:off x="479563" y="2195074"/>
            <a:ext cx="8674948" cy="3257546"/>
            <a:chOff x="1963738" y="2286001"/>
            <a:chExt cx="8142287" cy="3057525"/>
          </a:xfrm>
        </p:grpSpPr>
        <p:sp>
          <p:nvSpPr>
            <p:cNvPr id="14" name="Freeform 3"/>
            <p:cNvSpPr>
              <a:spLocks/>
            </p:cNvSpPr>
            <p:nvPr/>
          </p:nvSpPr>
          <p:spPr bwMode="blackWhite">
            <a:xfrm>
              <a:off x="3836746" y="2286001"/>
              <a:ext cx="2259254" cy="3057525"/>
            </a:xfrm>
            <a:custGeom>
              <a:avLst/>
              <a:gdLst>
                <a:gd name="T0" fmla="*/ 0 w 1978"/>
                <a:gd name="T1" fmla="*/ 368 h 2696"/>
                <a:gd name="T2" fmla="*/ 1695 w 1978"/>
                <a:gd name="T3" fmla="*/ 368 h 2696"/>
                <a:gd name="T4" fmla="*/ 1695 w 1978"/>
                <a:gd name="T5" fmla="*/ 0 h 2696"/>
                <a:gd name="T6" fmla="*/ 2142 w 1978"/>
                <a:gd name="T7" fmla="*/ 1473 h 2696"/>
                <a:gd name="T8" fmla="*/ 1695 w 1978"/>
                <a:gd name="T9" fmla="*/ 2917 h 2696"/>
                <a:gd name="T10" fmla="*/ 1695 w 1978"/>
                <a:gd name="T11" fmla="*/ 2590 h 2696"/>
                <a:gd name="T12" fmla="*/ 0 w 1978"/>
                <a:gd name="T13" fmla="*/ 2590 h 2696"/>
                <a:gd name="T14" fmla="*/ 0 60000 65536"/>
                <a:gd name="T15" fmla="*/ 0 60000 65536"/>
                <a:gd name="T16" fmla="*/ 0 60000 65536"/>
                <a:gd name="T17" fmla="*/ 0 60000 65536"/>
                <a:gd name="T18" fmla="*/ 0 60000 65536"/>
                <a:gd name="T19" fmla="*/ 0 60000 65536"/>
                <a:gd name="T20" fmla="*/ 0 60000 65536"/>
                <a:gd name="T21" fmla="*/ 0 w 1978"/>
                <a:gd name="T22" fmla="*/ 0 h 2696"/>
                <a:gd name="T23" fmla="*/ 1978 w 1978"/>
                <a:gd name="T24" fmla="*/ 2696 h 26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78" h="2696">
                  <a:moveTo>
                    <a:pt x="0" y="340"/>
                  </a:moveTo>
                  <a:lnTo>
                    <a:pt x="1564" y="340"/>
                  </a:lnTo>
                  <a:lnTo>
                    <a:pt x="1564" y="0"/>
                  </a:lnTo>
                  <a:lnTo>
                    <a:pt x="1977" y="1361"/>
                  </a:lnTo>
                  <a:lnTo>
                    <a:pt x="1564" y="2695"/>
                  </a:lnTo>
                  <a:lnTo>
                    <a:pt x="1564" y="2392"/>
                  </a:lnTo>
                  <a:lnTo>
                    <a:pt x="0" y="2392"/>
                  </a:lnTo>
                </a:path>
              </a:pathLst>
            </a:custGeom>
            <a:noFill/>
            <a:ln w="9525" cap="rnd">
              <a:solidFill>
                <a:schemeClr val="accent3"/>
              </a:solidFill>
              <a:round/>
              <a:headEnd type="none" w="sm" len="sm"/>
              <a:tailEnd type="none" w="sm" len="sm"/>
            </a:ln>
          </p:spPr>
          <p:txBody>
            <a:bodyPr lIns="29250" tIns="29250" rIns="29250" bIns="29250">
              <a:noAutofit/>
            </a:bodyPr>
            <a:lstStyle/>
            <a:p>
              <a:pPr>
                <a:defRPr/>
              </a:pPr>
              <a:endParaRPr lang="en-US" sz="1000" dirty="0">
                <a:latin typeface="Aptos" panose="020B0004020202020204" pitchFamily="34" charset="0"/>
              </a:endParaRPr>
            </a:p>
          </p:txBody>
        </p:sp>
        <p:sp>
          <p:nvSpPr>
            <p:cNvPr id="15" name="Freeform 4"/>
            <p:cNvSpPr>
              <a:spLocks/>
            </p:cNvSpPr>
            <p:nvPr/>
          </p:nvSpPr>
          <p:spPr bwMode="blackWhite">
            <a:xfrm>
              <a:off x="1963738" y="2671805"/>
              <a:ext cx="2311872" cy="1127393"/>
            </a:xfrm>
            <a:custGeom>
              <a:avLst/>
              <a:gdLst>
                <a:gd name="T0" fmla="*/ 1775 w 2024"/>
                <a:gd name="T1" fmla="*/ 470 h 994"/>
                <a:gd name="T2" fmla="*/ 1775 w 2024"/>
                <a:gd name="T3" fmla="*/ 0 h 994"/>
                <a:gd name="T4" fmla="*/ 2193 w 2024"/>
                <a:gd name="T5" fmla="*/ 1075 h 994"/>
                <a:gd name="T6" fmla="*/ 0 w 2024"/>
                <a:gd name="T7" fmla="*/ 1075 h 994"/>
                <a:gd name="T8" fmla="*/ 0 w 2024"/>
                <a:gd name="T9" fmla="*/ 470 h 994"/>
                <a:gd name="T10" fmla="*/ 1775 w 2024"/>
                <a:gd name="T11" fmla="*/ 470 h 994"/>
                <a:gd name="T12" fmla="*/ 0 60000 65536"/>
                <a:gd name="T13" fmla="*/ 0 60000 65536"/>
                <a:gd name="T14" fmla="*/ 0 60000 65536"/>
                <a:gd name="T15" fmla="*/ 0 60000 65536"/>
                <a:gd name="T16" fmla="*/ 0 60000 65536"/>
                <a:gd name="T17" fmla="*/ 0 60000 65536"/>
                <a:gd name="T18" fmla="*/ 0 w 2024"/>
                <a:gd name="T19" fmla="*/ 0 h 994"/>
                <a:gd name="T20" fmla="*/ 2024 w 2024"/>
                <a:gd name="T21" fmla="*/ 994 h 994"/>
              </a:gdLst>
              <a:ahLst/>
              <a:cxnLst>
                <a:cxn ang="T12">
                  <a:pos x="T0" y="T1"/>
                </a:cxn>
                <a:cxn ang="T13">
                  <a:pos x="T2" y="T3"/>
                </a:cxn>
                <a:cxn ang="T14">
                  <a:pos x="T4" y="T5"/>
                </a:cxn>
                <a:cxn ang="T15">
                  <a:pos x="T6" y="T7"/>
                </a:cxn>
                <a:cxn ang="T16">
                  <a:pos x="T8" y="T9"/>
                </a:cxn>
                <a:cxn ang="T17">
                  <a:pos x="T10" y="T11"/>
                </a:cxn>
              </a:cxnLst>
              <a:rect l="T18" t="T19" r="T20" b="T21"/>
              <a:pathLst>
                <a:path w="2024" h="994">
                  <a:moveTo>
                    <a:pt x="1638" y="434"/>
                  </a:moveTo>
                  <a:lnTo>
                    <a:pt x="1638" y="0"/>
                  </a:lnTo>
                  <a:lnTo>
                    <a:pt x="2023" y="993"/>
                  </a:lnTo>
                  <a:lnTo>
                    <a:pt x="0" y="993"/>
                  </a:lnTo>
                  <a:lnTo>
                    <a:pt x="0" y="434"/>
                  </a:lnTo>
                  <a:lnTo>
                    <a:pt x="1638" y="434"/>
                  </a:lnTo>
                </a:path>
              </a:pathLst>
            </a:custGeom>
            <a:solidFill>
              <a:schemeClr val="accent3"/>
            </a:solidFill>
            <a:ln w="12700" cap="rnd">
              <a:noFill/>
              <a:round/>
              <a:headEnd/>
              <a:tailEnd/>
            </a:ln>
          </p:spPr>
          <p:txBody>
            <a:bodyPr lIns="29250" tIns="29250" rIns="29250" bIns="29250">
              <a:noAutofit/>
            </a:bodyPr>
            <a:lstStyle/>
            <a:p>
              <a:pPr>
                <a:defRPr/>
              </a:pPr>
              <a:endParaRPr lang="en-US" sz="1000" dirty="0">
                <a:latin typeface="Aptos" panose="020B0004020202020204" pitchFamily="34" charset="0"/>
              </a:endParaRPr>
            </a:p>
          </p:txBody>
        </p:sp>
        <p:sp>
          <p:nvSpPr>
            <p:cNvPr id="20" name="Freeform 5"/>
            <p:cNvSpPr>
              <a:spLocks/>
            </p:cNvSpPr>
            <p:nvPr/>
          </p:nvSpPr>
          <p:spPr bwMode="blackWhite">
            <a:xfrm>
              <a:off x="1963738" y="3874802"/>
              <a:ext cx="2311872" cy="1125169"/>
            </a:xfrm>
            <a:custGeom>
              <a:avLst/>
              <a:gdLst>
                <a:gd name="T0" fmla="*/ 1775 w 2024"/>
                <a:gd name="T1" fmla="*/ 604 h 993"/>
                <a:gd name="T2" fmla="*/ 1775 w 2024"/>
                <a:gd name="T3" fmla="*/ 1074 h 993"/>
                <a:gd name="T4" fmla="*/ 2193 w 2024"/>
                <a:gd name="T5" fmla="*/ 0 h 993"/>
                <a:gd name="T6" fmla="*/ 0 w 2024"/>
                <a:gd name="T7" fmla="*/ 0 h 993"/>
                <a:gd name="T8" fmla="*/ 0 w 2024"/>
                <a:gd name="T9" fmla="*/ 604 h 993"/>
                <a:gd name="T10" fmla="*/ 1775 w 2024"/>
                <a:gd name="T11" fmla="*/ 604 h 993"/>
                <a:gd name="T12" fmla="*/ 0 60000 65536"/>
                <a:gd name="T13" fmla="*/ 0 60000 65536"/>
                <a:gd name="T14" fmla="*/ 0 60000 65536"/>
                <a:gd name="T15" fmla="*/ 0 60000 65536"/>
                <a:gd name="T16" fmla="*/ 0 60000 65536"/>
                <a:gd name="T17" fmla="*/ 0 60000 65536"/>
                <a:gd name="T18" fmla="*/ 0 w 2024"/>
                <a:gd name="T19" fmla="*/ 0 h 993"/>
                <a:gd name="T20" fmla="*/ 2024 w 2024"/>
                <a:gd name="T21" fmla="*/ 993 h 993"/>
              </a:gdLst>
              <a:ahLst/>
              <a:cxnLst>
                <a:cxn ang="T12">
                  <a:pos x="T0" y="T1"/>
                </a:cxn>
                <a:cxn ang="T13">
                  <a:pos x="T2" y="T3"/>
                </a:cxn>
                <a:cxn ang="T14">
                  <a:pos x="T4" y="T5"/>
                </a:cxn>
                <a:cxn ang="T15">
                  <a:pos x="T6" y="T7"/>
                </a:cxn>
                <a:cxn ang="T16">
                  <a:pos x="T8" y="T9"/>
                </a:cxn>
                <a:cxn ang="T17">
                  <a:pos x="T10" y="T11"/>
                </a:cxn>
              </a:cxnLst>
              <a:rect l="T18" t="T19" r="T20" b="T21"/>
              <a:pathLst>
                <a:path w="2024" h="993">
                  <a:moveTo>
                    <a:pt x="1638" y="558"/>
                  </a:moveTo>
                  <a:lnTo>
                    <a:pt x="1638" y="992"/>
                  </a:lnTo>
                  <a:lnTo>
                    <a:pt x="2023" y="0"/>
                  </a:lnTo>
                  <a:lnTo>
                    <a:pt x="0" y="0"/>
                  </a:lnTo>
                  <a:lnTo>
                    <a:pt x="0" y="558"/>
                  </a:lnTo>
                  <a:lnTo>
                    <a:pt x="1638" y="558"/>
                  </a:lnTo>
                </a:path>
              </a:pathLst>
            </a:custGeom>
            <a:solidFill>
              <a:schemeClr val="accent3"/>
            </a:solidFill>
            <a:ln w="12700" cap="rnd">
              <a:noFill/>
              <a:round/>
              <a:headEnd/>
              <a:tailEnd/>
            </a:ln>
          </p:spPr>
          <p:txBody>
            <a:bodyPr lIns="29250" tIns="29250" rIns="29250" bIns="29250">
              <a:noAutofit/>
            </a:bodyPr>
            <a:lstStyle/>
            <a:p>
              <a:pPr>
                <a:defRPr/>
              </a:pPr>
              <a:endParaRPr lang="en-US" sz="1000" dirty="0">
                <a:latin typeface="Aptos" panose="020B0004020202020204" pitchFamily="34" charset="0"/>
              </a:endParaRPr>
            </a:p>
          </p:txBody>
        </p:sp>
        <p:sp>
          <p:nvSpPr>
            <p:cNvPr id="22" name="Rectangle 6"/>
            <p:cNvSpPr>
              <a:spLocks noChangeArrowheads="1"/>
            </p:cNvSpPr>
            <p:nvPr/>
          </p:nvSpPr>
          <p:spPr bwMode="auto">
            <a:xfrm>
              <a:off x="2052183" y="3291975"/>
              <a:ext cx="1405036" cy="137217"/>
            </a:xfrm>
            <a:prstGeom prst="rect">
              <a:avLst/>
            </a:prstGeom>
            <a:noFill/>
            <a:ln w="9525">
              <a:noFill/>
              <a:miter lim="800000"/>
              <a:headEnd/>
              <a:tailEnd/>
            </a:ln>
          </p:spPr>
          <p:txBody>
            <a:bodyPr lIns="0" tIns="0" rIns="0" bIns="0" anchor="ctr" anchorCtr="0">
              <a:spAutoFit/>
            </a:bodyPr>
            <a:lstStyle/>
            <a:p>
              <a:pPr defTabSz="639779">
                <a:lnSpc>
                  <a:spcPct val="95000"/>
                </a:lnSpc>
                <a:spcBef>
                  <a:spcPct val="80000"/>
                </a:spcBef>
              </a:pPr>
              <a:r>
                <a:rPr lang="en-US" sz="1000" dirty="0">
                  <a:solidFill>
                    <a:schemeClr val="bg1"/>
                  </a:solidFill>
                  <a:latin typeface="Aptos" panose="020B0004020202020204" pitchFamily="34" charset="0"/>
                </a:rPr>
                <a:t>Text</a:t>
              </a:r>
            </a:p>
          </p:txBody>
        </p:sp>
        <p:sp>
          <p:nvSpPr>
            <p:cNvPr id="23" name="Rectangle 7"/>
            <p:cNvSpPr>
              <a:spLocks noChangeArrowheads="1"/>
            </p:cNvSpPr>
            <p:nvPr/>
          </p:nvSpPr>
          <p:spPr bwMode="auto">
            <a:xfrm>
              <a:off x="2052183" y="4007990"/>
              <a:ext cx="1405036" cy="137217"/>
            </a:xfrm>
            <a:prstGeom prst="rect">
              <a:avLst/>
            </a:prstGeom>
            <a:noFill/>
            <a:ln w="9525">
              <a:noFill/>
              <a:miter lim="800000"/>
              <a:headEnd/>
              <a:tailEnd/>
            </a:ln>
          </p:spPr>
          <p:txBody>
            <a:bodyPr lIns="0" tIns="0" rIns="0" bIns="0" anchor="ctr" anchorCtr="0">
              <a:spAutoFit/>
            </a:bodyPr>
            <a:lstStyle/>
            <a:p>
              <a:pPr defTabSz="639779">
                <a:lnSpc>
                  <a:spcPct val="95000"/>
                </a:lnSpc>
                <a:spcBef>
                  <a:spcPct val="80000"/>
                </a:spcBef>
              </a:pPr>
              <a:r>
                <a:rPr lang="en-US" sz="1000" dirty="0">
                  <a:solidFill>
                    <a:schemeClr val="bg1"/>
                  </a:solidFill>
                  <a:latin typeface="Aptos" panose="020B0004020202020204" pitchFamily="34" charset="0"/>
                </a:rPr>
                <a:t>Text</a:t>
              </a:r>
            </a:p>
          </p:txBody>
        </p:sp>
        <p:sp>
          <p:nvSpPr>
            <p:cNvPr id="24" name="Rectangle 8"/>
            <p:cNvSpPr>
              <a:spLocks noChangeArrowheads="1"/>
            </p:cNvSpPr>
            <p:nvPr/>
          </p:nvSpPr>
          <p:spPr bwMode="auto">
            <a:xfrm>
              <a:off x="4356219" y="2803882"/>
              <a:ext cx="1283005" cy="137217"/>
            </a:xfrm>
            <a:prstGeom prst="rect">
              <a:avLst/>
            </a:prstGeom>
            <a:noFill/>
            <a:ln w="9525">
              <a:noFill/>
              <a:miter lim="800000"/>
              <a:headEnd/>
              <a:tailEnd/>
            </a:ln>
          </p:spPr>
          <p:txBody>
            <a:bodyPr lIns="0" tIns="0" rIns="0" bIns="0" anchor="ctr" anchorCtr="0">
              <a:spAutoFit/>
            </a:bodyPr>
            <a:lstStyle/>
            <a:p>
              <a:pPr defTabSz="639779">
                <a:lnSpc>
                  <a:spcPct val="95000"/>
                </a:lnSpc>
                <a:spcBef>
                  <a:spcPct val="80000"/>
                </a:spcBef>
              </a:pPr>
              <a:r>
                <a:rPr lang="en-US" sz="1000" dirty="0">
                  <a:latin typeface="Aptos" panose="020B0004020202020204" pitchFamily="34" charset="0"/>
                </a:rPr>
                <a:t>Text</a:t>
              </a:r>
            </a:p>
          </p:txBody>
        </p:sp>
        <p:sp>
          <p:nvSpPr>
            <p:cNvPr id="26" name="Freeform 25"/>
            <p:cNvSpPr>
              <a:spLocks/>
            </p:cNvSpPr>
            <p:nvPr/>
          </p:nvSpPr>
          <p:spPr bwMode="blackWhite">
            <a:xfrm>
              <a:off x="6272213" y="3873238"/>
              <a:ext cx="3833812" cy="1441712"/>
            </a:xfrm>
            <a:custGeom>
              <a:avLst/>
              <a:gdLst>
                <a:gd name="T0" fmla="*/ 0 w 3656"/>
                <a:gd name="T1" fmla="*/ 307 h 1272"/>
                <a:gd name="T2" fmla="*/ 0 w 3656"/>
                <a:gd name="T3" fmla="*/ 1020 h 1272"/>
                <a:gd name="T4" fmla="*/ 3583 w 3656"/>
                <a:gd name="T5" fmla="*/ 1017 h 1272"/>
                <a:gd name="T6" fmla="*/ 3583 w 3656"/>
                <a:gd name="T7" fmla="*/ 1379 h 1272"/>
                <a:gd name="T8" fmla="*/ 3965 w 3656"/>
                <a:gd name="T9" fmla="*/ 0 h 1272"/>
                <a:gd name="T10" fmla="*/ 3583 w 3656"/>
                <a:gd name="T11" fmla="*/ 0 h 1272"/>
                <a:gd name="T12" fmla="*/ 3365 w 3656"/>
                <a:gd name="T13" fmla="*/ 668 h 1272"/>
                <a:gd name="T14" fmla="*/ 3365 w 3656"/>
                <a:gd name="T15" fmla="*/ 310 h 1272"/>
                <a:gd name="T16" fmla="*/ 0 w 3656"/>
                <a:gd name="T17" fmla="*/ 307 h 12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56"/>
                <a:gd name="T28" fmla="*/ 0 h 1272"/>
                <a:gd name="T29" fmla="*/ 3656 w 3656"/>
                <a:gd name="T30" fmla="*/ 1272 h 12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56" h="1272">
                  <a:moveTo>
                    <a:pt x="0" y="283"/>
                  </a:moveTo>
                  <a:lnTo>
                    <a:pt x="0" y="941"/>
                  </a:lnTo>
                  <a:lnTo>
                    <a:pt x="3303" y="938"/>
                  </a:lnTo>
                  <a:lnTo>
                    <a:pt x="3303" y="1271"/>
                  </a:lnTo>
                  <a:lnTo>
                    <a:pt x="3655" y="0"/>
                  </a:lnTo>
                  <a:lnTo>
                    <a:pt x="3303" y="0"/>
                  </a:lnTo>
                  <a:lnTo>
                    <a:pt x="3102" y="616"/>
                  </a:lnTo>
                  <a:lnTo>
                    <a:pt x="3102" y="286"/>
                  </a:lnTo>
                  <a:lnTo>
                    <a:pt x="0" y="283"/>
                  </a:lnTo>
                </a:path>
              </a:pathLst>
            </a:custGeom>
            <a:solidFill>
              <a:schemeClr val="accent3"/>
            </a:solidFill>
            <a:ln w="12700" cap="rnd">
              <a:noFill/>
              <a:round/>
              <a:headEnd type="none" w="sm" len="sm"/>
              <a:tailEnd type="none" w="sm" len="sm"/>
            </a:ln>
          </p:spPr>
          <p:txBody>
            <a:bodyPr lIns="29250" tIns="29250" rIns="29250" bIns="29250">
              <a:noAutofit/>
            </a:bodyPr>
            <a:lstStyle/>
            <a:p>
              <a:pPr>
                <a:defRPr/>
              </a:pPr>
              <a:endParaRPr lang="en-US" sz="1000" dirty="0">
                <a:latin typeface="Aptos" panose="020B0004020202020204" pitchFamily="34" charset="0"/>
              </a:endParaRPr>
            </a:p>
          </p:txBody>
        </p:sp>
        <p:sp>
          <p:nvSpPr>
            <p:cNvPr id="27" name="Freeform 26"/>
            <p:cNvSpPr>
              <a:spLocks/>
            </p:cNvSpPr>
            <p:nvPr/>
          </p:nvSpPr>
          <p:spPr bwMode="blackWhite">
            <a:xfrm>
              <a:off x="6272213" y="2330450"/>
              <a:ext cx="3833812" cy="1441712"/>
            </a:xfrm>
            <a:custGeom>
              <a:avLst/>
              <a:gdLst>
                <a:gd name="T0" fmla="*/ 0 w 3656"/>
                <a:gd name="T1" fmla="*/ 1070 h 1272"/>
                <a:gd name="T2" fmla="*/ 0 w 3656"/>
                <a:gd name="T3" fmla="*/ 357 h 1272"/>
                <a:gd name="T4" fmla="*/ 3583 w 3656"/>
                <a:gd name="T5" fmla="*/ 359 h 1272"/>
                <a:gd name="T6" fmla="*/ 3583 w 3656"/>
                <a:gd name="T7" fmla="*/ 0 h 1272"/>
                <a:gd name="T8" fmla="*/ 3965 w 3656"/>
                <a:gd name="T9" fmla="*/ 1379 h 1272"/>
                <a:gd name="T10" fmla="*/ 3583 w 3656"/>
                <a:gd name="T11" fmla="*/ 1379 h 1272"/>
                <a:gd name="T12" fmla="*/ 3365 w 3656"/>
                <a:gd name="T13" fmla="*/ 709 h 1272"/>
                <a:gd name="T14" fmla="*/ 3365 w 3656"/>
                <a:gd name="T15" fmla="*/ 1068 h 1272"/>
                <a:gd name="T16" fmla="*/ 0 w 3656"/>
                <a:gd name="T17" fmla="*/ 1070 h 12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56"/>
                <a:gd name="T28" fmla="*/ 0 h 1272"/>
                <a:gd name="T29" fmla="*/ 3656 w 3656"/>
                <a:gd name="T30" fmla="*/ 1272 h 12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56" h="1272">
                  <a:moveTo>
                    <a:pt x="0" y="987"/>
                  </a:moveTo>
                  <a:lnTo>
                    <a:pt x="0" y="329"/>
                  </a:lnTo>
                  <a:lnTo>
                    <a:pt x="3303" y="331"/>
                  </a:lnTo>
                  <a:lnTo>
                    <a:pt x="3303" y="0"/>
                  </a:lnTo>
                  <a:lnTo>
                    <a:pt x="3655" y="1271"/>
                  </a:lnTo>
                  <a:lnTo>
                    <a:pt x="3303" y="1271"/>
                  </a:lnTo>
                  <a:lnTo>
                    <a:pt x="3102" y="654"/>
                  </a:lnTo>
                  <a:lnTo>
                    <a:pt x="3102" y="985"/>
                  </a:lnTo>
                  <a:lnTo>
                    <a:pt x="0" y="987"/>
                  </a:lnTo>
                </a:path>
              </a:pathLst>
            </a:custGeom>
            <a:solidFill>
              <a:schemeClr val="accent3"/>
            </a:solidFill>
            <a:ln w="12700" cap="rnd">
              <a:noFill/>
              <a:round/>
              <a:headEnd type="none" w="sm" len="sm"/>
              <a:tailEnd type="none" w="sm" len="sm"/>
            </a:ln>
          </p:spPr>
          <p:txBody>
            <a:bodyPr lIns="29250" tIns="29250" rIns="29250" bIns="29250">
              <a:noAutofit/>
            </a:bodyPr>
            <a:lstStyle/>
            <a:p>
              <a:pPr>
                <a:defRPr/>
              </a:pPr>
              <a:endParaRPr lang="en-US" sz="1000" dirty="0">
                <a:latin typeface="Aptos" panose="020B0004020202020204" pitchFamily="34" charset="0"/>
              </a:endParaRPr>
            </a:p>
          </p:txBody>
        </p:sp>
        <p:sp>
          <p:nvSpPr>
            <p:cNvPr id="28" name="Rectangle 13"/>
            <p:cNvSpPr>
              <a:spLocks noChangeArrowheads="1"/>
            </p:cNvSpPr>
            <p:nvPr/>
          </p:nvSpPr>
          <p:spPr bwMode="auto">
            <a:xfrm>
              <a:off x="6393465" y="2852745"/>
              <a:ext cx="2626434" cy="137217"/>
            </a:xfrm>
            <a:prstGeom prst="rect">
              <a:avLst/>
            </a:prstGeom>
            <a:noFill/>
            <a:ln w="9525">
              <a:noFill/>
              <a:miter lim="800000"/>
              <a:headEnd/>
              <a:tailEnd/>
            </a:ln>
          </p:spPr>
          <p:txBody>
            <a:bodyPr lIns="0" tIns="0" rIns="0" bIns="0" anchor="ctr" anchorCtr="0">
              <a:spAutoFit/>
            </a:bodyPr>
            <a:lstStyle/>
            <a:p>
              <a:pPr defTabSz="639779">
                <a:lnSpc>
                  <a:spcPct val="95000"/>
                </a:lnSpc>
                <a:spcBef>
                  <a:spcPct val="80000"/>
                </a:spcBef>
              </a:pPr>
              <a:r>
                <a:rPr lang="en-US" sz="1000" dirty="0">
                  <a:solidFill>
                    <a:schemeClr val="bg1"/>
                  </a:solidFill>
                  <a:latin typeface="Aptos" panose="020B0004020202020204" pitchFamily="34" charset="0"/>
                </a:rPr>
                <a:t>Text</a:t>
              </a:r>
            </a:p>
          </p:txBody>
        </p:sp>
        <p:sp>
          <p:nvSpPr>
            <p:cNvPr id="29" name="Rectangle 14"/>
            <p:cNvSpPr>
              <a:spLocks noChangeArrowheads="1"/>
            </p:cNvSpPr>
            <p:nvPr/>
          </p:nvSpPr>
          <p:spPr bwMode="auto">
            <a:xfrm>
              <a:off x="6393465" y="3755758"/>
              <a:ext cx="2626434" cy="137217"/>
            </a:xfrm>
            <a:prstGeom prst="rect">
              <a:avLst/>
            </a:prstGeom>
            <a:noFill/>
            <a:ln w="9525">
              <a:noFill/>
              <a:miter lim="800000"/>
              <a:headEnd/>
              <a:tailEnd/>
            </a:ln>
          </p:spPr>
          <p:txBody>
            <a:bodyPr lIns="0" tIns="0" rIns="0" bIns="0" anchor="ctr" anchorCtr="0">
              <a:spAutoFit/>
            </a:bodyPr>
            <a:lstStyle/>
            <a:p>
              <a:pPr defTabSz="639779">
                <a:lnSpc>
                  <a:spcPct val="95000"/>
                </a:lnSpc>
                <a:spcBef>
                  <a:spcPct val="80000"/>
                </a:spcBef>
              </a:pPr>
              <a:r>
                <a:rPr lang="en-US" sz="1000" dirty="0">
                  <a:latin typeface="Aptos" panose="020B0004020202020204" pitchFamily="34" charset="0"/>
                </a:rPr>
                <a:t>Text</a:t>
              </a:r>
            </a:p>
          </p:txBody>
        </p:sp>
        <p:sp>
          <p:nvSpPr>
            <p:cNvPr id="30" name="Rectangle 15"/>
            <p:cNvSpPr>
              <a:spLocks noChangeArrowheads="1"/>
            </p:cNvSpPr>
            <p:nvPr/>
          </p:nvSpPr>
          <p:spPr bwMode="auto">
            <a:xfrm>
              <a:off x="6393465" y="4337775"/>
              <a:ext cx="2626434" cy="137217"/>
            </a:xfrm>
            <a:prstGeom prst="rect">
              <a:avLst/>
            </a:prstGeom>
            <a:noFill/>
            <a:ln w="9525">
              <a:noFill/>
              <a:miter lim="800000"/>
              <a:headEnd/>
              <a:tailEnd/>
            </a:ln>
          </p:spPr>
          <p:txBody>
            <a:bodyPr lIns="0" tIns="0" rIns="0" bIns="0" anchor="ctr" anchorCtr="0">
              <a:spAutoFit/>
            </a:bodyPr>
            <a:lstStyle/>
            <a:p>
              <a:pPr defTabSz="639779">
                <a:lnSpc>
                  <a:spcPct val="95000"/>
                </a:lnSpc>
                <a:spcBef>
                  <a:spcPct val="80000"/>
                </a:spcBef>
              </a:pPr>
              <a:r>
                <a:rPr lang="en-US" sz="1000" dirty="0">
                  <a:solidFill>
                    <a:schemeClr val="bg1"/>
                  </a:solidFill>
                  <a:latin typeface="Aptos" panose="020B0004020202020204" pitchFamily="34" charset="0"/>
                </a:rPr>
                <a:t>Text</a:t>
              </a:r>
            </a:p>
          </p:txBody>
        </p:sp>
      </p:grpSp>
    </p:spTree>
    <p:extLst>
      <p:ext uri="{BB962C8B-B14F-4D97-AF65-F5344CB8AC3E}">
        <p14:creationId xmlns:p14="http://schemas.microsoft.com/office/powerpoint/2010/main" val="1405585663"/>
      </p:ext>
    </p:extLst>
  </p:cSld>
  <p:clrMapOvr>
    <a:masterClrMapping/>
  </p:clrMapOvr>
  <p:transition>
    <p:fade/>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6129" name="Title 1"/>
          <p:cNvSpPr>
            <a:spLocks noGrp="1"/>
          </p:cNvSpPr>
          <p:nvPr>
            <p:ph type="title"/>
          </p:nvPr>
        </p:nvSpPr>
        <p:spPr/>
        <p:txBody>
          <a:bodyPr/>
          <a:lstStyle/>
          <a:p>
            <a:r>
              <a:rPr lang="en-US" dirty="0"/>
              <a:t>Linear</a:t>
            </a:r>
          </a:p>
        </p:txBody>
      </p:sp>
      <p:grpSp>
        <p:nvGrpSpPr>
          <p:cNvPr id="2" name="Group 1"/>
          <p:cNvGrpSpPr/>
          <p:nvPr/>
        </p:nvGrpSpPr>
        <p:grpSpPr>
          <a:xfrm>
            <a:off x="638732" y="2264673"/>
            <a:ext cx="5208389" cy="1710332"/>
            <a:chOff x="376238" y="1976438"/>
            <a:chExt cx="6410325" cy="2105024"/>
          </a:xfrm>
        </p:grpSpPr>
        <p:sp>
          <p:nvSpPr>
            <p:cNvPr id="5" name="Freeform 3"/>
            <p:cNvSpPr>
              <a:spLocks/>
            </p:cNvSpPr>
            <p:nvPr/>
          </p:nvSpPr>
          <p:spPr bwMode="blackWhite">
            <a:xfrm>
              <a:off x="4245831" y="1976438"/>
              <a:ext cx="2540732" cy="2105024"/>
            </a:xfrm>
            <a:custGeom>
              <a:avLst/>
              <a:gdLst>
                <a:gd name="T0" fmla="*/ 0 w 1660"/>
                <a:gd name="T1" fmla="*/ 261 h 2567"/>
                <a:gd name="T2" fmla="*/ 1102 w 1660"/>
                <a:gd name="T3" fmla="*/ 261 h 2567"/>
                <a:gd name="T4" fmla="*/ 1102 w 1660"/>
                <a:gd name="T5" fmla="*/ 0 h 2567"/>
                <a:gd name="T6" fmla="*/ 1693 w 1660"/>
                <a:gd name="T7" fmla="*/ 1309 h 2567"/>
                <a:gd name="T8" fmla="*/ 1102 w 1660"/>
                <a:gd name="T9" fmla="*/ 2618 h 2567"/>
                <a:gd name="T10" fmla="*/ 1102 w 1660"/>
                <a:gd name="T11" fmla="*/ 2356 h 2567"/>
                <a:gd name="T12" fmla="*/ 0 w 1660"/>
                <a:gd name="T13" fmla="*/ 2356 h 2567"/>
                <a:gd name="T14" fmla="*/ 0 w 1660"/>
                <a:gd name="T15" fmla="*/ 1309 h 2567"/>
                <a:gd name="T16" fmla="*/ 0 w 1660"/>
                <a:gd name="T17" fmla="*/ 261 h 25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60"/>
                <a:gd name="T28" fmla="*/ 0 h 2567"/>
                <a:gd name="T29" fmla="*/ 1660 w 1660"/>
                <a:gd name="T30" fmla="*/ 2567 h 25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60" h="2567">
                  <a:moveTo>
                    <a:pt x="0" y="256"/>
                  </a:moveTo>
                  <a:lnTo>
                    <a:pt x="1080" y="256"/>
                  </a:lnTo>
                  <a:lnTo>
                    <a:pt x="1080" y="0"/>
                  </a:lnTo>
                  <a:lnTo>
                    <a:pt x="1659" y="1283"/>
                  </a:lnTo>
                  <a:lnTo>
                    <a:pt x="1080" y="2566"/>
                  </a:lnTo>
                  <a:lnTo>
                    <a:pt x="1080" y="2309"/>
                  </a:lnTo>
                  <a:lnTo>
                    <a:pt x="0" y="2309"/>
                  </a:lnTo>
                  <a:lnTo>
                    <a:pt x="0" y="1283"/>
                  </a:lnTo>
                  <a:lnTo>
                    <a:pt x="0" y="256"/>
                  </a:lnTo>
                </a:path>
              </a:pathLst>
            </a:custGeom>
            <a:solidFill>
              <a:schemeClr val="tx2">
                <a:lumMod val="60000"/>
                <a:lumOff val="40000"/>
              </a:schemeClr>
            </a:solidFill>
            <a:ln w="9525" cap="rnd">
              <a:noFill/>
              <a:round/>
              <a:headEnd/>
              <a:tailEnd/>
            </a:ln>
          </p:spPr>
          <p:txBody>
            <a:bodyPr lIns="643500" tIns="29250" rIns="643500" bIns="29250" anchor="ctr">
              <a:noAutofit/>
            </a:bodyPr>
            <a:lstStyle/>
            <a:p>
              <a:pPr>
                <a:defRPr/>
              </a:pPr>
              <a:r>
                <a:rPr lang="en-US" sz="1200" dirty="0">
                  <a:latin typeface="Aptos" panose="020B0004020202020204" pitchFamily="34" charset="0"/>
                </a:rPr>
                <a:t>Text</a:t>
              </a:r>
            </a:p>
          </p:txBody>
        </p:sp>
        <p:sp>
          <p:nvSpPr>
            <p:cNvPr id="6" name="Freeform 4"/>
            <p:cNvSpPr>
              <a:spLocks/>
            </p:cNvSpPr>
            <p:nvPr/>
          </p:nvSpPr>
          <p:spPr bwMode="blackWhite">
            <a:xfrm>
              <a:off x="2642499" y="2186217"/>
              <a:ext cx="2311257" cy="1684662"/>
            </a:xfrm>
            <a:custGeom>
              <a:avLst/>
              <a:gdLst>
                <a:gd name="T0" fmla="*/ 0 w 1511"/>
                <a:gd name="T1" fmla="*/ 207 h 2054"/>
                <a:gd name="T2" fmla="*/ 1070 w 1511"/>
                <a:gd name="T3" fmla="*/ 207 h 2054"/>
                <a:gd name="T4" fmla="*/ 1070 w 1511"/>
                <a:gd name="T5" fmla="*/ 0 h 2054"/>
                <a:gd name="T6" fmla="*/ 1541 w 1511"/>
                <a:gd name="T7" fmla="*/ 1047 h 2054"/>
                <a:gd name="T8" fmla="*/ 1070 w 1511"/>
                <a:gd name="T9" fmla="*/ 2095 h 2054"/>
                <a:gd name="T10" fmla="*/ 1070 w 1511"/>
                <a:gd name="T11" fmla="*/ 1887 h 2054"/>
                <a:gd name="T12" fmla="*/ 0 w 1511"/>
                <a:gd name="T13" fmla="*/ 1887 h 2054"/>
                <a:gd name="T14" fmla="*/ 0 w 1511"/>
                <a:gd name="T15" fmla="*/ 1047 h 2054"/>
                <a:gd name="T16" fmla="*/ 0 w 1511"/>
                <a:gd name="T17" fmla="*/ 207 h 20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11"/>
                <a:gd name="T28" fmla="*/ 0 h 2054"/>
                <a:gd name="T29" fmla="*/ 1511 w 1511"/>
                <a:gd name="T30" fmla="*/ 2054 h 205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11" h="2054">
                  <a:moveTo>
                    <a:pt x="0" y="203"/>
                  </a:moveTo>
                  <a:lnTo>
                    <a:pt x="1048" y="203"/>
                  </a:lnTo>
                  <a:lnTo>
                    <a:pt x="1048" y="0"/>
                  </a:lnTo>
                  <a:lnTo>
                    <a:pt x="1510" y="1026"/>
                  </a:lnTo>
                  <a:lnTo>
                    <a:pt x="1048" y="2053"/>
                  </a:lnTo>
                  <a:lnTo>
                    <a:pt x="1048" y="1849"/>
                  </a:lnTo>
                  <a:lnTo>
                    <a:pt x="0" y="1849"/>
                  </a:lnTo>
                  <a:lnTo>
                    <a:pt x="0" y="1026"/>
                  </a:lnTo>
                  <a:lnTo>
                    <a:pt x="0" y="203"/>
                  </a:lnTo>
                </a:path>
              </a:pathLst>
            </a:custGeom>
            <a:solidFill>
              <a:schemeClr val="tx2">
                <a:lumMod val="40000"/>
                <a:lumOff val="60000"/>
              </a:schemeClr>
            </a:solidFill>
            <a:ln w="9525" cap="rnd">
              <a:noFill/>
              <a:round/>
              <a:headEnd/>
              <a:tailEnd/>
            </a:ln>
          </p:spPr>
          <p:txBody>
            <a:bodyPr lIns="526500" tIns="29250" rIns="555750" bIns="29250" anchor="ctr">
              <a:noAutofit/>
            </a:bodyPr>
            <a:lstStyle/>
            <a:p>
              <a:pPr>
                <a:defRPr/>
              </a:pPr>
              <a:r>
                <a:rPr lang="en-US" sz="1200" dirty="0">
                  <a:latin typeface="Aptos" panose="020B0004020202020204" pitchFamily="34" charset="0"/>
                </a:rPr>
                <a:t>Text</a:t>
              </a:r>
            </a:p>
          </p:txBody>
        </p:sp>
        <p:sp>
          <p:nvSpPr>
            <p:cNvPr id="816142" name="Freeform 5"/>
            <p:cNvSpPr>
              <a:spLocks/>
            </p:cNvSpPr>
            <p:nvPr/>
          </p:nvSpPr>
          <p:spPr bwMode="blackWhite">
            <a:xfrm>
              <a:off x="1363134" y="2363042"/>
              <a:ext cx="1847805" cy="1341461"/>
            </a:xfrm>
            <a:custGeom>
              <a:avLst/>
              <a:gdLst>
                <a:gd name="T0" fmla="*/ 0 w 1207"/>
                <a:gd name="T1" fmla="*/ 269 h 1636"/>
                <a:gd name="T2" fmla="*/ 927 w 1207"/>
                <a:gd name="T3" fmla="*/ 269 h 1636"/>
                <a:gd name="T4" fmla="*/ 927 w 1207"/>
                <a:gd name="T5" fmla="*/ 0 h 1636"/>
                <a:gd name="T6" fmla="*/ 1336 w 1207"/>
                <a:gd name="T7" fmla="*/ 897 h 1636"/>
                <a:gd name="T8" fmla="*/ 927 w 1207"/>
                <a:gd name="T9" fmla="*/ 1807 h 1636"/>
                <a:gd name="T10" fmla="*/ 927 w 1207"/>
                <a:gd name="T11" fmla="*/ 1536 h 1636"/>
                <a:gd name="T12" fmla="*/ 0 w 1207"/>
                <a:gd name="T13" fmla="*/ 1536 h 1636"/>
                <a:gd name="T14" fmla="*/ 0 w 1207"/>
                <a:gd name="T15" fmla="*/ 897 h 1636"/>
                <a:gd name="T16" fmla="*/ 0 w 1207"/>
                <a:gd name="T17" fmla="*/ 269 h 16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07"/>
                <a:gd name="T28" fmla="*/ 0 h 1636"/>
                <a:gd name="T29" fmla="*/ 1207 w 1207"/>
                <a:gd name="T30" fmla="*/ 1636 h 16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07" h="1636">
                  <a:moveTo>
                    <a:pt x="0" y="244"/>
                  </a:moveTo>
                  <a:lnTo>
                    <a:pt x="837" y="244"/>
                  </a:lnTo>
                  <a:lnTo>
                    <a:pt x="837" y="0"/>
                  </a:lnTo>
                  <a:lnTo>
                    <a:pt x="1206" y="812"/>
                  </a:lnTo>
                  <a:lnTo>
                    <a:pt x="837" y="1635"/>
                  </a:lnTo>
                  <a:lnTo>
                    <a:pt x="837" y="1390"/>
                  </a:lnTo>
                  <a:lnTo>
                    <a:pt x="0" y="1390"/>
                  </a:lnTo>
                  <a:lnTo>
                    <a:pt x="0" y="812"/>
                  </a:lnTo>
                  <a:lnTo>
                    <a:pt x="0" y="244"/>
                  </a:lnTo>
                </a:path>
              </a:pathLst>
            </a:custGeom>
            <a:solidFill>
              <a:schemeClr val="tx2">
                <a:lumMod val="20000"/>
                <a:lumOff val="80000"/>
              </a:schemeClr>
            </a:solidFill>
            <a:ln w="9525" cap="rnd">
              <a:noFill/>
              <a:round/>
              <a:headEnd/>
              <a:tailEnd/>
            </a:ln>
          </p:spPr>
          <p:txBody>
            <a:bodyPr lIns="380250" tIns="29250" rIns="409500" bIns="29250" anchor="ctr">
              <a:noAutofit/>
            </a:bodyPr>
            <a:lstStyle/>
            <a:p>
              <a:r>
                <a:rPr lang="en-US" sz="1200" dirty="0">
                  <a:latin typeface="Aptos" panose="020B0004020202020204" pitchFamily="34" charset="0"/>
                </a:rPr>
                <a:t>Text</a:t>
              </a:r>
            </a:p>
          </p:txBody>
        </p:sp>
        <p:sp>
          <p:nvSpPr>
            <p:cNvPr id="816143" name="Freeform 6"/>
            <p:cNvSpPr>
              <a:spLocks/>
            </p:cNvSpPr>
            <p:nvPr/>
          </p:nvSpPr>
          <p:spPr bwMode="blackWhite">
            <a:xfrm>
              <a:off x="376238" y="2563980"/>
              <a:ext cx="1385854" cy="939585"/>
            </a:xfrm>
            <a:custGeom>
              <a:avLst/>
              <a:gdLst>
                <a:gd name="T0" fmla="*/ 0 w 906"/>
                <a:gd name="T1" fmla="*/ 248 h 1146"/>
                <a:gd name="T2" fmla="*/ 712 w 906"/>
                <a:gd name="T3" fmla="*/ 248 h 1146"/>
                <a:gd name="T4" fmla="*/ 712 w 906"/>
                <a:gd name="T5" fmla="*/ 0 h 1146"/>
                <a:gd name="T6" fmla="*/ 998 w 906"/>
                <a:gd name="T7" fmla="*/ 626 h 1146"/>
                <a:gd name="T8" fmla="*/ 712 w 906"/>
                <a:gd name="T9" fmla="*/ 1264 h 1146"/>
                <a:gd name="T10" fmla="*/ 712 w 906"/>
                <a:gd name="T11" fmla="*/ 1016 h 1146"/>
                <a:gd name="T12" fmla="*/ 0 w 906"/>
                <a:gd name="T13" fmla="*/ 1016 h 1146"/>
                <a:gd name="T14" fmla="*/ 0 w 906"/>
                <a:gd name="T15" fmla="*/ 626 h 1146"/>
                <a:gd name="T16" fmla="*/ 0 w 906"/>
                <a:gd name="T17" fmla="*/ 248 h 11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06"/>
                <a:gd name="T28" fmla="*/ 0 h 1146"/>
                <a:gd name="T29" fmla="*/ 906 w 906"/>
                <a:gd name="T30" fmla="*/ 1146 h 11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06" h="1146">
                  <a:moveTo>
                    <a:pt x="0" y="224"/>
                  </a:moveTo>
                  <a:lnTo>
                    <a:pt x="645" y="224"/>
                  </a:lnTo>
                  <a:lnTo>
                    <a:pt x="645" y="0"/>
                  </a:lnTo>
                  <a:lnTo>
                    <a:pt x="905" y="567"/>
                  </a:lnTo>
                  <a:lnTo>
                    <a:pt x="645" y="1145"/>
                  </a:lnTo>
                  <a:lnTo>
                    <a:pt x="645" y="920"/>
                  </a:lnTo>
                  <a:lnTo>
                    <a:pt x="0" y="920"/>
                  </a:lnTo>
                  <a:lnTo>
                    <a:pt x="0" y="567"/>
                  </a:lnTo>
                  <a:lnTo>
                    <a:pt x="0" y="224"/>
                  </a:lnTo>
                </a:path>
              </a:pathLst>
            </a:custGeom>
            <a:solidFill>
              <a:schemeClr val="accent3"/>
            </a:solidFill>
            <a:ln w="9525" cap="rnd">
              <a:noFill/>
              <a:round/>
              <a:headEnd/>
              <a:tailEnd/>
            </a:ln>
          </p:spPr>
          <p:txBody>
            <a:bodyPr lIns="74295" tIns="29250" rIns="321750" bIns="29250" anchor="ctr">
              <a:noAutofit/>
            </a:bodyPr>
            <a:lstStyle/>
            <a:p>
              <a:r>
                <a:rPr lang="en-US" sz="1200" dirty="0">
                  <a:solidFill>
                    <a:schemeClr val="bg1"/>
                  </a:solidFill>
                  <a:latin typeface="Aptos" panose="020B0004020202020204" pitchFamily="34" charset="0"/>
                </a:rPr>
                <a:t>Text</a:t>
              </a:r>
            </a:p>
          </p:txBody>
        </p:sp>
      </p:grpSp>
      <p:grpSp>
        <p:nvGrpSpPr>
          <p:cNvPr id="4" name="Group 3"/>
          <p:cNvGrpSpPr/>
          <p:nvPr/>
        </p:nvGrpSpPr>
        <p:grpSpPr>
          <a:xfrm>
            <a:off x="3985877" y="3803909"/>
            <a:ext cx="5116811" cy="1765022"/>
            <a:chOff x="2467292" y="4168887"/>
            <a:chExt cx="6297613" cy="2172335"/>
          </a:xfrm>
        </p:grpSpPr>
        <p:sp>
          <p:nvSpPr>
            <p:cNvPr id="14" name="Freeform 13"/>
            <p:cNvSpPr>
              <a:spLocks/>
            </p:cNvSpPr>
            <p:nvPr/>
          </p:nvSpPr>
          <p:spPr bwMode="blackWhite">
            <a:xfrm>
              <a:off x="5664452" y="4168887"/>
              <a:ext cx="3100453" cy="2074751"/>
            </a:xfrm>
            <a:custGeom>
              <a:avLst/>
              <a:gdLst>
                <a:gd name="T0" fmla="*/ 0 w 1800"/>
                <a:gd name="T1" fmla="*/ 146 h 1303"/>
                <a:gd name="T2" fmla="*/ 1673 w 1800"/>
                <a:gd name="T3" fmla="*/ 146 h 1303"/>
                <a:gd name="T4" fmla="*/ 1673 w 1800"/>
                <a:gd name="T5" fmla="*/ 0 h 1303"/>
                <a:gd name="T6" fmla="*/ 2115 w 1800"/>
                <a:gd name="T7" fmla="*/ 747 h 1303"/>
                <a:gd name="T8" fmla="*/ 1673 w 1800"/>
                <a:gd name="T9" fmla="*/ 1485 h 1303"/>
                <a:gd name="T10" fmla="*/ 1673 w 1800"/>
                <a:gd name="T11" fmla="*/ 1339 h 1303"/>
                <a:gd name="T12" fmla="*/ 0 w 1800"/>
                <a:gd name="T13" fmla="*/ 1339 h 1303"/>
                <a:gd name="T14" fmla="*/ 0 w 1800"/>
                <a:gd name="T15" fmla="*/ 747 h 1303"/>
                <a:gd name="T16" fmla="*/ 0 w 1800"/>
                <a:gd name="T17" fmla="*/ 146 h 13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00"/>
                <a:gd name="T28" fmla="*/ 0 h 1303"/>
                <a:gd name="T29" fmla="*/ 1800 w 1800"/>
                <a:gd name="T30" fmla="*/ 1303 h 130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00" h="1303">
                  <a:moveTo>
                    <a:pt x="0" y="128"/>
                  </a:moveTo>
                  <a:lnTo>
                    <a:pt x="1423" y="128"/>
                  </a:lnTo>
                  <a:lnTo>
                    <a:pt x="1423" y="0"/>
                  </a:lnTo>
                  <a:lnTo>
                    <a:pt x="1799" y="655"/>
                  </a:lnTo>
                  <a:lnTo>
                    <a:pt x="1423" y="1302"/>
                  </a:lnTo>
                  <a:lnTo>
                    <a:pt x="1423" y="1174"/>
                  </a:lnTo>
                  <a:lnTo>
                    <a:pt x="0" y="1174"/>
                  </a:lnTo>
                  <a:lnTo>
                    <a:pt x="0" y="655"/>
                  </a:lnTo>
                  <a:lnTo>
                    <a:pt x="0" y="128"/>
                  </a:lnTo>
                </a:path>
              </a:pathLst>
            </a:custGeom>
            <a:solidFill>
              <a:schemeClr val="bg1">
                <a:lumMod val="75000"/>
              </a:schemeClr>
            </a:solidFill>
            <a:ln w="9525" cap="rnd">
              <a:noFill/>
              <a:round/>
              <a:headEnd/>
              <a:tailEnd/>
            </a:ln>
          </p:spPr>
          <p:txBody>
            <a:bodyPr lIns="555750" tIns="29250" rIns="497250" bIns="29250" anchor="ctr">
              <a:noAutofit/>
            </a:bodyPr>
            <a:lstStyle/>
            <a:p>
              <a:pPr>
                <a:defRPr/>
              </a:pPr>
              <a:r>
                <a:rPr lang="en-US" sz="1200" dirty="0">
                  <a:latin typeface="Aptos" panose="020B0004020202020204" pitchFamily="34" charset="0"/>
                </a:rPr>
                <a:t> Text</a:t>
              </a:r>
            </a:p>
          </p:txBody>
        </p:sp>
        <p:sp>
          <p:nvSpPr>
            <p:cNvPr id="15" name="Freeform 14"/>
            <p:cNvSpPr>
              <a:spLocks/>
            </p:cNvSpPr>
            <p:nvPr/>
          </p:nvSpPr>
          <p:spPr bwMode="blackWhite">
            <a:xfrm>
              <a:off x="3788836" y="4352653"/>
              <a:ext cx="2480656" cy="1958867"/>
            </a:xfrm>
            <a:custGeom>
              <a:avLst/>
              <a:gdLst>
                <a:gd name="T0" fmla="*/ 0 w 1440"/>
                <a:gd name="T1" fmla="*/ 208 h 1239"/>
                <a:gd name="T2" fmla="*/ 1269 w 1440"/>
                <a:gd name="T3" fmla="*/ 208 h 1239"/>
                <a:gd name="T4" fmla="*/ 1269 w 1440"/>
                <a:gd name="T5" fmla="*/ 0 h 1239"/>
                <a:gd name="T6" fmla="*/ 1692 w 1440"/>
                <a:gd name="T7" fmla="*/ 696 h 1239"/>
                <a:gd name="T8" fmla="*/ 1269 w 1440"/>
                <a:gd name="T9" fmla="*/ 1402 h 1239"/>
                <a:gd name="T10" fmla="*/ 1269 w 1440"/>
                <a:gd name="T11" fmla="*/ 1194 h 1239"/>
                <a:gd name="T12" fmla="*/ 0 w 1440"/>
                <a:gd name="T13" fmla="*/ 1194 h 1239"/>
                <a:gd name="T14" fmla="*/ 0 w 1440"/>
                <a:gd name="T15" fmla="*/ 696 h 1239"/>
                <a:gd name="T16" fmla="*/ 0 w 1440"/>
                <a:gd name="T17" fmla="*/ 208 h 12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40"/>
                <a:gd name="T28" fmla="*/ 0 h 1239"/>
                <a:gd name="T29" fmla="*/ 1440 w 1440"/>
                <a:gd name="T30" fmla="*/ 1239 h 12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40" h="1239">
                  <a:moveTo>
                    <a:pt x="0" y="184"/>
                  </a:moveTo>
                  <a:lnTo>
                    <a:pt x="1079" y="184"/>
                  </a:lnTo>
                  <a:lnTo>
                    <a:pt x="1079" y="0"/>
                  </a:lnTo>
                  <a:lnTo>
                    <a:pt x="1439" y="615"/>
                  </a:lnTo>
                  <a:lnTo>
                    <a:pt x="1079" y="1238"/>
                  </a:lnTo>
                  <a:lnTo>
                    <a:pt x="1079" y="1054"/>
                  </a:lnTo>
                  <a:lnTo>
                    <a:pt x="0" y="1054"/>
                  </a:lnTo>
                  <a:lnTo>
                    <a:pt x="0" y="615"/>
                  </a:lnTo>
                  <a:lnTo>
                    <a:pt x="0" y="184"/>
                  </a:lnTo>
                </a:path>
              </a:pathLst>
            </a:custGeom>
            <a:solidFill>
              <a:schemeClr val="bg1">
                <a:lumMod val="85000"/>
              </a:schemeClr>
            </a:solidFill>
            <a:ln w="9525" cap="rnd">
              <a:noFill/>
              <a:round/>
              <a:headEnd/>
              <a:tailEnd/>
            </a:ln>
          </p:spPr>
          <p:txBody>
            <a:bodyPr lIns="497250" tIns="29250" rIns="497250" bIns="29250" anchor="ctr">
              <a:noAutofit/>
            </a:bodyPr>
            <a:lstStyle/>
            <a:p>
              <a:pPr>
                <a:defRPr/>
              </a:pPr>
              <a:r>
                <a:rPr lang="en-US" sz="1200" dirty="0">
                  <a:latin typeface="Aptos" panose="020B0004020202020204" pitchFamily="34" charset="0"/>
                </a:rPr>
                <a:t> Text</a:t>
              </a:r>
            </a:p>
          </p:txBody>
        </p:sp>
        <p:sp>
          <p:nvSpPr>
            <p:cNvPr id="816136" name="Freeform 15"/>
            <p:cNvSpPr>
              <a:spLocks/>
            </p:cNvSpPr>
            <p:nvPr/>
          </p:nvSpPr>
          <p:spPr bwMode="blackWhite">
            <a:xfrm>
              <a:off x="2467292" y="4623898"/>
              <a:ext cx="1860858" cy="1717324"/>
            </a:xfrm>
            <a:custGeom>
              <a:avLst/>
              <a:gdLst>
                <a:gd name="T0" fmla="*/ 0 w 1080"/>
                <a:gd name="T1" fmla="*/ 414 h 1079"/>
                <a:gd name="T2" fmla="*/ 1727 w 1080"/>
                <a:gd name="T3" fmla="*/ 414 h 1079"/>
                <a:gd name="T4" fmla="*/ 1727 w 1080"/>
                <a:gd name="T5" fmla="*/ 0 h 1079"/>
                <a:gd name="T6" fmla="*/ 2426 w 1080"/>
                <a:gd name="T7" fmla="*/ 1046 h 1079"/>
                <a:gd name="T8" fmla="*/ 1727 w 1080"/>
                <a:gd name="T9" fmla="*/ 2075 h 1079"/>
                <a:gd name="T10" fmla="*/ 1727 w 1080"/>
                <a:gd name="T11" fmla="*/ 1661 h 1079"/>
                <a:gd name="T12" fmla="*/ 0 w 1080"/>
                <a:gd name="T13" fmla="*/ 1661 h 1079"/>
                <a:gd name="T14" fmla="*/ 0 w 1080"/>
                <a:gd name="T15" fmla="*/ 1046 h 1079"/>
                <a:gd name="T16" fmla="*/ 0 w 1080"/>
                <a:gd name="T17" fmla="*/ 414 h 10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0"/>
                <a:gd name="T28" fmla="*/ 0 h 1079"/>
                <a:gd name="T29" fmla="*/ 1080 w 1080"/>
                <a:gd name="T30" fmla="*/ 1079 h 107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0" h="1079">
                  <a:moveTo>
                    <a:pt x="0" y="215"/>
                  </a:moveTo>
                  <a:lnTo>
                    <a:pt x="768" y="215"/>
                  </a:lnTo>
                  <a:lnTo>
                    <a:pt x="768" y="0"/>
                  </a:lnTo>
                  <a:lnTo>
                    <a:pt x="1079" y="543"/>
                  </a:lnTo>
                  <a:lnTo>
                    <a:pt x="768" y="1078"/>
                  </a:lnTo>
                  <a:lnTo>
                    <a:pt x="768" y="862"/>
                  </a:lnTo>
                  <a:lnTo>
                    <a:pt x="0" y="862"/>
                  </a:lnTo>
                  <a:lnTo>
                    <a:pt x="0" y="543"/>
                  </a:lnTo>
                  <a:lnTo>
                    <a:pt x="0" y="215"/>
                  </a:lnTo>
                </a:path>
              </a:pathLst>
            </a:custGeom>
            <a:solidFill>
              <a:schemeClr val="accent2"/>
            </a:solidFill>
            <a:ln w="9525" cap="rnd">
              <a:noFill/>
              <a:round/>
              <a:headEnd/>
              <a:tailEnd/>
            </a:ln>
          </p:spPr>
          <p:txBody>
            <a:bodyPr lIns="74295" tIns="29250" rIns="438750" bIns="29250" anchor="ctr">
              <a:noAutofit/>
            </a:bodyPr>
            <a:lstStyle/>
            <a:p>
              <a:r>
                <a:rPr lang="en-US" sz="1200" dirty="0">
                  <a:solidFill>
                    <a:schemeClr val="bg1"/>
                  </a:solidFill>
                  <a:latin typeface="Aptos" panose="020B0004020202020204" pitchFamily="34" charset="0"/>
                </a:rPr>
                <a:t>Text</a:t>
              </a:r>
            </a:p>
          </p:txBody>
        </p:sp>
      </p:grpSp>
    </p:spTree>
    <p:extLst>
      <p:ext uri="{BB962C8B-B14F-4D97-AF65-F5344CB8AC3E}">
        <p14:creationId xmlns:p14="http://schemas.microsoft.com/office/powerpoint/2010/main" val="275623981"/>
      </p:ext>
    </p:extLst>
  </p:cSld>
  <p:clrMapOvr>
    <a:masterClrMapping/>
  </p:clrMapOvr>
  <p:transition>
    <p:fade/>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7153" name="Title 1"/>
          <p:cNvSpPr>
            <a:spLocks noGrp="1"/>
          </p:cNvSpPr>
          <p:nvPr>
            <p:ph type="title"/>
          </p:nvPr>
        </p:nvSpPr>
        <p:spPr/>
        <p:txBody>
          <a:bodyPr/>
          <a:lstStyle/>
          <a:p>
            <a:r>
              <a:rPr lang="en-US" dirty="0"/>
              <a:t>Radiating outward</a:t>
            </a:r>
          </a:p>
        </p:txBody>
      </p:sp>
      <p:grpSp>
        <p:nvGrpSpPr>
          <p:cNvPr id="2" name="Group 1"/>
          <p:cNvGrpSpPr/>
          <p:nvPr/>
        </p:nvGrpSpPr>
        <p:grpSpPr>
          <a:xfrm>
            <a:off x="2632137" y="2133131"/>
            <a:ext cx="4097203" cy="3569793"/>
            <a:chOff x="778869" y="1923256"/>
            <a:chExt cx="6869706" cy="4220617"/>
          </a:xfrm>
        </p:grpSpPr>
        <p:sp>
          <p:nvSpPr>
            <p:cNvPr id="817155" name="Arc 2"/>
            <p:cNvSpPr>
              <a:spLocks/>
            </p:cNvSpPr>
            <p:nvPr/>
          </p:nvSpPr>
          <p:spPr bwMode="auto">
            <a:xfrm>
              <a:off x="1473200" y="1976438"/>
              <a:ext cx="6156325" cy="3870325"/>
            </a:xfrm>
            <a:custGeom>
              <a:avLst/>
              <a:gdLst>
                <a:gd name="T0" fmla="*/ 0 w 21604"/>
                <a:gd name="T1" fmla="*/ 0 h 21600"/>
                <a:gd name="T2" fmla="*/ 2147483647 w 21604"/>
                <a:gd name="T3" fmla="*/ 2147483647 h 21600"/>
                <a:gd name="T4" fmla="*/ 2147483647 w 21604"/>
                <a:gd name="T5" fmla="*/ 2147483647 h 21600"/>
                <a:gd name="T6" fmla="*/ 0 60000 65536"/>
                <a:gd name="T7" fmla="*/ 0 60000 65536"/>
                <a:gd name="T8" fmla="*/ 0 60000 65536"/>
                <a:gd name="T9" fmla="*/ 0 w 21604"/>
                <a:gd name="T10" fmla="*/ 0 h 21600"/>
                <a:gd name="T11" fmla="*/ 21604 w 21604"/>
                <a:gd name="T12" fmla="*/ 21600 h 21600"/>
              </a:gdLst>
              <a:ahLst/>
              <a:cxnLst>
                <a:cxn ang="T6">
                  <a:pos x="T0" y="T1"/>
                </a:cxn>
                <a:cxn ang="T7">
                  <a:pos x="T2" y="T3"/>
                </a:cxn>
                <a:cxn ang="T8">
                  <a:pos x="T4" y="T5"/>
                </a:cxn>
              </a:cxnLst>
              <a:rect l="T9" t="T10" r="T11" b="T12"/>
              <a:pathLst>
                <a:path w="21604" h="21600" fill="none" extrusionOk="0">
                  <a:moveTo>
                    <a:pt x="0" y="0"/>
                  </a:moveTo>
                  <a:cubicBezTo>
                    <a:pt x="1" y="0"/>
                    <a:pt x="2" y="-1"/>
                    <a:pt x="4" y="0"/>
                  </a:cubicBezTo>
                  <a:cubicBezTo>
                    <a:pt x="11930" y="0"/>
                    <a:pt x="21600" y="9666"/>
                    <a:pt x="21603" y="21593"/>
                  </a:cubicBezTo>
                </a:path>
                <a:path w="21604" h="21600" stroke="0" extrusionOk="0">
                  <a:moveTo>
                    <a:pt x="0" y="0"/>
                  </a:moveTo>
                  <a:cubicBezTo>
                    <a:pt x="1" y="0"/>
                    <a:pt x="2" y="-1"/>
                    <a:pt x="4" y="0"/>
                  </a:cubicBezTo>
                  <a:cubicBezTo>
                    <a:pt x="11930" y="0"/>
                    <a:pt x="21600" y="9666"/>
                    <a:pt x="21603" y="21593"/>
                  </a:cubicBezTo>
                  <a:lnTo>
                    <a:pt x="4" y="21600"/>
                  </a:lnTo>
                  <a:close/>
                </a:path>
              </a:pathLst>
            </a:custGeom>
            <a:solidFill>
              <a:schemeClr val="bg2"/>
            </a:solidFill>
            <a:ln w="9525" cap="rnd">
              <a:noFill/>
              <a:round/>
              <a:headEnd type="none" w="sm" len="sm"/>
              <a:tailEnd type="none" w="sm" len="sm"/>
            </a:ln>
          </p:spPr>
          <p:txBody>
            <a:bodyPr wrap="none" anchor="ctr"/>
            <a:lstStyle/>
            <a:p>
              <a:pPr algn="ctr"/>
              <a:endParaRPr lang="en-US" sz="1200" dirty="0">
                <a:latin typeface="Aptos" panose="020B0004020202020204" pitchFamily="34" charset="0"/>
              </a:endParaRPr>
            </a:p>
          </p:txBody>
        </p:sp>
        <p:sp>
          <p:nvSpPr>
            <p:cNvPr id="5" name="Arc 3"/>
            <p:cNvSpPr>
              <a:spLocks/>
            </p:cNvSpPr>
            <p:nvPr/>
          </p:nvSpPr>
          <p:spPr bwMode="auto">
            <a:xfrm>
              <a:off x="1471613" y="3051175"/>
              <a:ext cx="4646612" cy="2795588"/>
            </a:xfrm>
            <a:custGeom>
              <a:avLst/>
              <a:gdLst>
                <a:gd name="T0" fmla="*/ 0 w 21606"/>
                <a:gd name="T1" fmla="*/ 0 h 21600"/>
                <a:gd name="T2" fmla="*/ 1172857969 w 21606"/>
                <a:gd name="T3" fmla="*/ 361669101 h 21600"/>
                <a:gd name="T4" fmla="*/ 325719 w 21606"/>
                <a:gd name="T5" fmla="*/ 361820011 h 21600"/>
                <a:gd name="T6" fmla="*/ 0 60000 65536"/>
                <a:gd name="T7" fmla="*/ 0 60000 65536"/>
                <a:gd name="T8" fmla="*/ 0 60000 65536"/>
                <a:gd name="T9" fmla="*/ 0 w 21606"/>
                <a:gd name="T10" fmla="*/ 0 h 21600"/>
                <a:gd name="T11" fmla="*/ 21606 w 21606"/>
                <a:gd name="T12" fmla="*/ 21600 h 21600"/>
              </a:gdLst>
              <a:ahLst/>
              <a:cxnLst>
                <a:cxn ang="T6">
                  <a:pos x="T0" y="T1"/>
                </a:cxn>
                <a:cxn ang="T7">
                  <a:pos x="T2" y="T3"/>
                </a:cxn>
                <a:cxn ang="T8">
                  <a:pos x="T4" y="T5"/>
                </a:cxn>
              </a:cxnLst>
              <a:rect l="T9" t="T10" r="T11" b="T12"/>
              <a:pathLst>
                <a:path w="21606" h="21600" fill="none" extrusionOk="0">
                  <a:moveTo>
                    <a:pt x="0" y="0"/>
                  </a:moveTo>
                  <a:cubicBezTo>
                    <a:pt x="2" y="0"/>
                    <a:pt x="4" y="-1"/>
                    <a:pt x="6" y="0"/>
                  </a:cubicBezTo>
                  <a:cubicBezTo>
                    <a:pt x="11931" y="0"/>
                    <a:pt x="21601" y="9665"/>
                    <a:pt x="21605" y="21591"/>
                  </a:cubicBezTo>
                </a:path>
                <a:path w="21606" h="21600" stroke="0" extrusionOk="0">
                  <a:moveTo>
                    <a:pt x="0" y="0"/>
                  </a:moveTo>
                  <a:cubicBezTo>
                    <a:pt x="2" y="0"/>
                    <a:pt x="4" y="-1"/>
                    <a:pt x="6" y="0"/>
                  </a:cubicBezTo>
                  <a:cubicBezTo>
                    <a:pt x="11931" y="0"/>
                    <a:pt x="21601" y="9665"/>
                    <a:pt x="21605" y="21591"/>
                  </a:cubicBezTo>
                  <a:lnTo>
                    <a:pt x="6" y="21600"/>
                  </a:lnTo>
                  <a:close/>
                </a:path>
              </a:pathLst>
            </a:custGeom>
            <a:solidFill>
              <a:schemeClr val="bg2">
                <a:lumMod val="60000"/>
                <a:lumOff val="40000"/>
              </a:schemeClr>
            </a:solidFill>
            <a:ln w="12700" cap="rnd">
              <a:noFill/>
              <a:round/>
              <a:headEnd type="none" w="sm" len="sm"/>
              <a:tailEnd type="none" w="sm" len="sm"/>
            </a:ln>
          </p:spPr>
          <p:txBody>
            <a:bodyPr wrap="none" anchor="ctr"/>
            <a:lstStyle/>
            <a:p>
              <a:pPr algn="ctr">
                <a:defRPr/>
              </a:pPr>
              <a:endParaRPr lang="en-US" sz="1200" dirty="0">
                <a:latin typeface="Aptos" panose="020B0004020202020204" pitchFamily="34" charset="0"/>
              </a:endParaRPr>
            </a:p>
          </p:txBody>
        </p:sp>
        <p:sp>
          <p:nvSpPr>
            <p:cNvPr id="817157" name="Arc 4"/>
            <p:cNvSpPr>
              <a:spLocks/>
            </p:cNvSpPr>
            <p:nvPr/>
          </p:nvSpPr>
          <p:spPr bwMode="auto">
            <a:xfrm>
              <a:off x="1473200" y="4056063"/>
              <a:ext cx="3005138" cy="1790700"/>
            </a:xfrm>
            <a:custGeom>
              <a:avLst/>
              <a:gdLst>
                <a:gd name="T0" fmla="*/ 2147483647 w 21600"/>
                <a:gd name="T1" fmla="*/ 0 h 21600"/>
                <a:gd name="T2" fmla="*/ 2147483647 w 21600"/>
                <a:gd name="T3" fmla="*/ 2147483647 h 21600"/>
                <a:gd name="T4" fmla="*/ 0 w 21600"/>
                <a:gd name="T5" fmla="*/ 2147483647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51" y="0"/>
                  </a:moveTo>
                  <a:cubicBezTo>
                    <a:pt x="11955" y="28"/>
                    <a:pt x="21592" y="9682"/>
                    <a:pt x="21599" y="21586"/>
                  </a:cubicBezTo>
                </a:path>
                <a:path w="21600" h="21600" stroke="0" extrusionOk="0">
                  <a:moveTo>
                    <a:pt x="51" y="0"/>
                  </a:moveTo>
                  <a:cubicBezTo>
                    <a:pt x="11955" y="28"/>
                    <a:pt x="21592" y="9682"/>
                    <a:pt x="21599" y="21586"/>
                  </a:cubicBezTo>
                  <a:lnTo>
                    <a:pt x="0" y="21600"/>
                  </a:lnTo>
                  <a:close/>
                </a:path>
              </a:pathLst>
            </a:custGeom>
            <a:solidFill>
              <a:schemeClr val="bg2">
                <a:lumMod val="40000"/>
                <a:lumOff val="60000"/>
              </a:schemeClr>
            </a:solidFill>
            <a:ln w="12700" cap="rnd">
              <a:noFill/>
              <a:round/>
              <a:headEnd type="none" w="sm" len="sm"/>
              <a:tailEnd type="none" w="sm" len="sm"/>
            </a:ln>
          </p:spPr>
          <p:txBody>
            <a:bodyPr wrap="none" anchor="ctr"/>
            <a:lstStyle/>
            <a:p>
              <a:pPr algn="ctr"/>
              <a:endParaRPr lang="en-US" sz="1200" dirty="0">
                <a:latin typeface="Aptos" panose="020B0004020202020204" pitchFamily="34" charset="0"/>
              </a:endParaRPr>
            </a:p>
          </p:txBody>
        </p:sp>
        <p:sp>
          <p:nvSpPr>
            <p:cNvPr id="817158" name="Arc 5"/>
            <p:cNvSpPr>
              <a:spLocks/>
            </p:cNvSpPr>
            <p:nvPr/>
          </p:nvSpPr>
          <p:spPr bwMode="auto">
            <a:xfrm>
              <a:off x="1473200" y="4988417"/>
              <a:ext cx="1311274" cy="871538"/>
            </a:xfrm>
            <a:custGeom>
              <a:avLst/>
              <a:gdLst>
                <a:gd name="T0" fmla="*/ 0 w 21620"/>
                <a:gd name="T1" fmla="*/ 0 h 21600"/>
                <a:gd name="T2" fmla="*/ 2147483647 w 21620"/>
                <a:gd name="T3" fmla="*/ 2147483647 h 21600"/>
                <a:gd name="T4" fmla="*/ 2147483647 w 21620"/>
                <a:gd name="T5" fmla="*/ 2147483647 h 21600"/>
                <a:gd name="T6" fmla="*/ 0 60000 65536"/>
                <a:gd name="T7" fmla="*/ 0 60000 65536"/>
                <a:gd name="T8" fmla="*/ 0 60000 65536"/>
                <a:gd name="T9" fmla="*/ 0 w 21620"/>
                <a:gd name="T10" fmla="*/ 0 h 21600"/>
                <a:gd name="T11" fmla="*/ 21620 w 21620"/>
                <a:gd name="T12" fmla="*/ 21600 h 21600"/>
              </a:gdLst>
              <a:ahLst/>
              <a:cxnLst>
                <a:cxn ang="T6">
                  <a:pos x="T0" y="T1"/>
                </a:cxn>
                <a:cxn ang="T7">
                  <a:pos x="T2" y="T3"/>
                </a:cxn>
                <a:cxn ang="T8">
                  <a:pos x="T4" y="T5"/>
                </a:cxn>
              </a:cxnLst>
              <a:rect l="T9" t="T10" r="T11" b="T12"/>
              <a:pathLst>
                <a:path w="21620" h="21600" fill="none" extrusionOk="0">
                  <a:moveTo>
                    <a:pt x="0" y="0"/>
                  </a:moveTo>
                  <a:cubicBezTo>
                    <a:pt x="6" y="0"/>
                    <a:pt x="13" y="-1"/>
                    <a:pt x="20" y="0"/>
                  </a:cubicBezTo>
                  <a:cubicBezTo>
                    <a:pt x="11937" y="0"/>
                    <a:pt x="21603" y="9652"/>
                    <a:pt x="21619" y="21570"/>
                  </a:cubicBezTo>
                </a:path>
                <a:path w="21620" h="21600" stroke="0" extrusionOk="0">
                  <a:moveTo>
                    <a:pt x="0" y="0"/>
                  </a:moveTo>
                  <a:cubicBezTo>
                    <a:pt x="6" y="0"/>
                    <a:pt x="13" y="-1"/>
                    <a:pt x="20" y="0"/>
                  </a:cubicBezTo>
                  <a:cubicBezTo>
                    <a:pt x="11937" y="0"/>
                    <a:pt x="21603" y="9652"/>
                    <a:pt x="21619" y="21570"/>
                  </a:cubicBezTo>
                  <a:lnTo>
                    <a:pt x="20" y="21600"/>
                  </a:lnTo>
                  <a:close/>
                </a:path>
              </a:pathLst>
            </a:custGeom>
            <a:solidFill>
              <a:schemeClr val="accent1"/>
            </a:solidFill>
            <a:ln w="12700" cap="rnd">
              <a:noFill/>
              <a:round/>
              <a:headEnd type="none" w="sm" len="sm"/>
              <a:tailEnd type="none" w="sm" len="sm"/>
            </a:ln>
          </p:spPr>
          <p:txBody>
            <a:bodyPr wrap="none" anchor="ctr"/>
            <a:lstStyle/>
            <a:p>
              <a:pPr algn="ctr"/>
              <a:endParaRPr lang="en-US" sz="1200" dirty="0">
                <a:latin typeface="Aptos" panose="020B0004020202020204" pitchFamily="34" charset="0"/>
              </a:endParaRPr>
            </a:p>
          </p:txBody>
        </p:sp>
        <p:sp>
          <p:nvSpPr>
            <p:cNvPr id="817159" name="Rectangle 6"/>
            <p:cNvSpPr>
              <a:spLocks noChangeArrowheads="1"/>
            </p:cNvSpPr>
            <p:nvPr/>
          </p:nvSpPr>
          <p:spPr bwMode="auto">
            <a:xfrm>
              <a:off x="778869" y="1923256"/>
              <a:ext cx="513356" cy="207417"/>
            </a:xfrm>
            <a:prstGeom prst="rect">
              <a:avLst/>
            </a:prstGeom>
            <a:noFill/>
            <a:ln w="9525">
              <a:noFill/>
              <a:miter lim="800000"/>
              <a:headEnd/>
              <a:tailEnd/>
            </a:ln>
          </p:spPr>
          <p:txBody>
            <a:bodyPr wrap="none" lIns="0" tIns="0" rIns="0" bIns="0">
              <a:spAutoFit/>
            </a:bodyPr>
            <a:lstStyle/>
            <a:p>
              <a:pPr algn="r" defTabSz="775216">
                <a:lnSpc>
                  <a:spcPct val="95000"/>
                </a:lnSpc>
              </a:pPr>
              <a:r>
                <a:rPr lang="en-US" sz="1200" dirty="0">
                  <a:latin typeface="Aptos" panose="020B0004020202020204" pitchFamily="34" charset="0"/>
                  <a:ea typeface="ＭＳ Ｐゴシック" charset="-128"/>
                </a:rPr>
                <a:t>High</a:t>
              </a:r>
            </a:p>
          </p:txBody>
        </p:sp>
        <p:sp>
          <p:nvSpPr>
            <p:cNvPr id="817160" name="Rectangle 7"/>
            <p:cNvSpPr>
              <a:spLocks noChangeArrowheads="1"/>
            </p:cNvSpPr>
            <p:nvPr/>
          </p:nvSpPr>
          <p:spPr bwMode="auto">
            <a:xfrm>
              <a:off x="837140" y="5622131"/>
              <a:ext cx="455087" cy="207417"/>
            </a:xfrm>
            <a:prstGeom prst="rect">
              <a:avLst/>
            </a:prstGeom>
            <a:noFill/>
            <a:ln w="9525" algn="ctr">
              <a:noFill/>
              <a:miter lim="800000"/>
              <a:headEnd/>
              <a:tailEnd/>
            </a:ln>
          </p:spPr>
          <p:txBody>
            <a:bodyPr wrap="none" lIns="0" tIns="0" rIns="0" bIns="0">
              <a:spAutoFit/>
            </a:bodyPr>
            <a:lstStyle/>
            <a:p>
              <a:pPr algn="r" defTabSz="775216">
                <a:lnSpc>
                  <a:spcPct val="95000"/>
                </a:lnSpc>
              </a:pPr>
              <a:r>
                <a:rPr lang="en-US" sz="1200" dirty="0">
                  <a:latin typeface="Aptos" panose="020B0004020202020204" pitchFamily="34" charset="0"/>
                  <a:ea typeface="ＭＳ Ｐゴシック" charset="-128"/>
                </a:rPr>
                <a:t>Low</a:t>
              </a:r>
            </a:p>
          </p:txBody>
        </p:sp>
        <p:sp>
          <p:nvSpPr>
            <p:cNvPr id="817161" name="Rectangle 8"/>
            <p:cNvSpPr>
              <a:spLocks noChangeArrowheads="1"/>
            </p:cNvSpPr>
            <p:nvPr/>
          </p:nvSpPr>
          <p:spPr bwMode="auto">
            <a:xfrm>
              <a:off x="7122518" y="5936455"/>
              <a:ext cx="513356" cy="207417"/>
            </a:xfrm>
            <a:prstGeom prst="rect">
              <a:avLst/>
            </a:prstGeom>
            <a:noFill/>
            <a:ln w="9525" algn="ctr">
              <a:noFill/>
              <a:miter lim="800000"/>
              <a:headEnd/>
              <a:tailEnd/>
            </a:ln>
          </p:spPr>
          <p:txBody>
            <a:bodyPr wrap="none" lIns="0" tIns="0" rIns="0" bIns="0">
              <a:spAutoFit/>
            </a:bodyPr>
            <a:lstStyle/>
            <a:p>
              <a:pPr algn="r" defTabSz="775216">
                <a:lnSpc>
                  <a:spcPct val="95000"/>
                </a:lnSpc>
              </a:pPr>
              <a:r>
                <a:rPr lang="en-US" sz="1200" dirty="0">
                  <a:latin typeface="Aptos" panose="020B0004020202020204" pitchFamily="34" charset="0"/>
                  <a:ea typeface="ＭＳ Ｐゴシック" charset="-128"/>
                </a:rPr>
                <a:t>High</a:t>
              </a:r>
            </a:p>
          </p:txBody>
        </p:sp>
        <p:sp>
          <p:nvSpPr>
            <p:cNvPr id="817162" name="Rectangle 9"/>
            <p:cNvSpPr>
              <a:spLocks noChangeArrowheads="1"/>
            </p:cNvSpPr>
            <p:nvPr/>
          </p:nvSpPr>
          <p:spPr bwMode="auto">
            <a:xfrm>
              <a:off x="1507067" y="5936456"/>
              <a:ext cx="455087" cy="207417"/>
            </a:xfrm>
            <a:prstGeom prst="rect">
              <a:avLst/>
            </a:prstGeom>
            <a:noFill/>
            <a:ln w="9525" algn="ctr">
              <a:noFill/>
              <a:miter lim="800000"/>
              <a:headEnd/>
              <a:tailEnd/>
            </a:ln>
          </p:spPr>
          <p:txBody>
            <a:bodyPr wrap="none" lIns="0" tIns="0" rIns="0" bIns="0">
              <a:spAutoFit/>
            </a:bodyPr>
            <a:lstStyle/>
            <a:p>
              <a:pPr algn="r" defTabSz="775216">
                <a:lnSpc>
                  <a:spcPct val="95000"/>
                </a:lnSpc>
              </a:pPr>
              <a:r>
                <a:rPr lang="en-US" sz="1200" dirty="0">
                  <a:latin typeface="Aptos" panose="020B0004020202020204" pitchFamily="34" charset="0"/>
                  <a:ea typeface="ＭＳ Ｐゴシック" charset="-128"/>
                </a:rPr>
                <a:t>Low</a:t>
              </a:r>
            </a:p>
          </p:txBody>
        </p:sp>
        <p:cxnSp>
          <p:nvCxnSpPr>
            <p:cNvPr id="3" name="Straight Arrow Connector 2"/>
            <p:cNvCxnSpPr/>
            <p:nvPr/>
          </p:nvCxnSpPr>
          <p:spPr>
            <a:xfrm flipV="1">
              <a:off x="2046288" y="3409918"/>
              <a:ext cx="3376455" cy="2102675"/>
            </a:xfrm>
            <a:prstGeom prst="straightConnector1">
              <a:avLst/>
            </a:prstGeom>
            <a:ln w="9525">
              <a:solidFill>
                <a:schemeClr val="tx2"/>
              </a:solidFill>
              <a:tailEnd type="triangle" w="lg" len="lg"/>
            </a:ln>
          </p:spPr>
          <p:style>
            <a:lnRef idx="1">
              <a:schemeClr val="accent1"/>
            </a:lnRef>
            <a:fillRef idx="0">
              <a:schemeClr val="accent1"/>
            </a:fillRef>
            <a:effectRef idx="0">
              <a:schemeClr val="accent1"/>
            </a:effectRef>
            <a:fontRef idx="minor">
              <a:schemeClr val="tx1"/>
            </a:fontRef>
          </p:style>
        </p:cxnSp>
        <p:sp>
          <p:nvSpPr>
            <p:cNvPr id="817164" name="Freeform 13"/>
            <p:cNvSpPr>
              <a:spLocks/>
            </p:cNvSpPr>
            <p:nvPr/>
          </p:nvSpPr>
          <p:spPr bwMode="auto">
            <a:xfrm>
              <a:off x="1473200" y="1974056"/>
              <a:ext cx="6175375" cy="3879850"/>
            </a:xfrm>
            <a:custGeom>
              <a:avLst/>
              <a:gdLst>
                <a:gd name="T0" fmla="*/ 0 w 4992"/>
                <a:gd name="T1" fmla="*/ 0 h 3188"/>
                <a:gd name="T2" fmla="*/ 0 w 4992"/>
                <a:gd name="T3" fmla="*/ 2147483647 h 3188"/>
                <a:gd name="T4" fmla="*/ 2147483647 w 4992"/>
                <a:gd name="T5" fmla="*/ 2147483647 h 3188"/>
                <a:gd name="T6" fmla="*/ 0 60000 65536"/>
                <a:gd name="T7" fmla="*/ 0 60000 65536"/>
                <a:gd name="T8" fmla="*/ 0 60000 65536"/>
                <a:gd name="T9" fmla="*/ 0 w 4992"/>
                <a:gd name="T10" fmla="*/ 0 h 3188"/>
                <a:gd name="T11" fmla="*/ 4992 w 4992"/>
                <a:gd name="T12" fmla="*/ 3188 h 3188"/>
              </a:gdLst>
              <a:ahLst/>
              <a:cxnLst>
                <a:cxn ang="T6">
                  <a:pos x="T0" y="T1"/>
                </a:cxn>
                <a:cxn ang="T7">
                  <a:pos x="T2" y="T3"/>
                </a:cxn>
                <a:cxn ang="T8">
                  <a:pos x="T4" y="T5"/>
                </a:cxn>
              </a:cxnLst>
              <a:rect l="T9" t="T10" r="T11" b="T12"/>
              <a:pathLst>
                <a:path w="4992" h="3188">
                  <a:moveTo>
                    <a:pt x="0" y="0"/>
                  </a:moveTo>
                  <a:lnTo>
                    <a:pt x="0" y="3187"/>
                  </a:lnTo>
                  <a:lnTo>
                    <a:pt x="4991" y="3187"/>
                  </a:lnTo>
                </a:path>
              </a:pathLst>
            </a:custGeom>
            <a:noFill/>
            <a:ln w="9525" cap="rnd">
              <a:solidFill>
                <a:schemeClr val="tx2"/>
              </a:solidFill>
              <a:round/>
              <a:headEnd type="none" w="sm" len="sm"/>
              <a:tailEnd type="none" w="sm" len="sm"/>
            </a:ln>
          </p:spPr>
          <p:txBody>
            <a:bodyPr/>
            <a:lstStyle/>
            <a:p>
              <a:endParaRPr lang="en-US" sz="1200" dirty="0">
                <a:latin typeface="Aptos" panose="020B0004020202020204" pitchFamily="34" charset="0"/>
              </a:endParaRPr>
            </a:p>
          </p:txBody>
        </p:sp>
      </p:grpSp>
    </p:spTree>
    <p:extLst>
      <p:ext uri="{BB962C8B-B14F-4D97-AF65-F5344CB8AC3E}">
        <p14:creationId xmlns:p14="http://schemas.microsoft.com/office/powerpoint/2010/main" val="1502339627"/>
      </p:ext>
    </p:extLst>
  </p:cSld>
  <p:clrMapOvr>
    <a:masterClrMapping/>
  </p:clrMapOvr>
  <p:transition>
    <p:fade/>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1660029" y="2627201"/>
            <a:ext cx="5112941" cy="2060689"/>
            <a:chOff x="519113" y="2442167"/>
            <a:chExt cx="6292850" cy="2536233"/>
          </a:xfrm>
        </p:grpSpPr>
        <p:sp>
          <p:nvSpPr>
            <p:cNvPr id="21" name="Oval 3"/>
            <p:cNvSpPr>
              <a:spLocks noChangeArrowheads="1"/>
            </p:cNvSpPr>
            <p:nvPr/>
          </p:nvSpPr>
          <p:spPr bwMode="auto">
            <a:xfrm rot="3480929">
              <a:off x="2427288" y="593725"/>
              <a:ext cx="2476500" cy="6292850"/>
            </a:xfrm>
            <a:prstGeom prst="ellipse">
              <a:avLst/>
            </a:prstGeom>
            <a:solidFill>
              <a:schemeClr val="bg2"/>
            </a:solidFill>
            <a:ln w="9525">
              <a:solidFill>
                <a:schemeClr val="accent1"/>
              </a:solidFill>
              <a:round/>
              <a:headEnd/>
              <a:tailEnd/>
            </a:ln>
          </p:spPr>
          <p:txBody>
            <a:bodyPr rot="10800000" vert="eaVert" wrap="none" anchor="ctr"/>
            <a:lstStyle/>
            <a:p>
              <a:pPr algn="ctr">
                <a:defRPr/>
              </a:pPr>
              <a:endParaRPr lang="en-US" sz="900" dirty="0">
                <a:latin typeface="Aptos" panose="020B0004020202020204" pitchFamily="34" charset="0"/>
              </a:endParaRPr>
            </a:p>
          </p:txBody>
        </p:sp>
        <p:sp>
          <p:nvSpPr>
            <p:cNvPr id="818186" name="Text Box 10"/>
            <p:cNvSpPr txBox="1">
              <a:spLocks noChangeArrowheads="1"/>
            </p:cNvSpPr>
            <p:nvPr/>
          </p:nvSpPr>
          <p:spPr bwMode="auto">
            <a:xfrm>
              <a:off x="5204355" y="2442167"/>
              <a:ext cx="377082" cy="170460"/>
            </a:xfrm>
            <a:prstGeom prst="rect">
              <a:avLst/>
            </a:prstGeom>
            <a:noFill/>
            <a:ln w="9525" algn="ctr">
              <a:noFill/>
              <a:miter lim="800000"/>
              <a:headEnd/>
              <a:tailEnd/>
            </a:ln>
          </p:spPr>
          <p:txBody>
            <a:bodyPr wrap="square" lIns="0" tIns="0" rIns="0" bIns="0" anchor="ctr" anchorCtr="0">
              <a:spAutoFit/>
            </a:bodyPr>
            <a:lstStyle/>
            <a:p>
              <a:pPr algn="ctr"/>
              <a:r>
                <a:rPr lang="en-US" altLang="ja-JP" sz="900" dirty="0">
                  <a:solidFill>
                    <a:schemeClr val="bg1"/>
                  </a:solidFill>
                  <a:latin typeface="Aptos" panose="020B0004020202020204" pitchFamily="34" charset="0"/>
                  <a:ea typeface="ＭＳ Ｐゴシック" charset="-128"/>
                </a:rPr>
                <a:t>Text</a:t>
              </a:r>
            </a:p>
          </p:txBody>
        </p:sp>
      </p:grpSp>
      <p:grpSp>
        <p:nvGrpSpPr>
          <p:cNvPr id="6" name="Group 5"/>
          <p:cNvGrpSpPr/>
          <p:nvPr/>
        </p:nvGrpSpPr>
        <p:grpSpPr>
          <a:xfrm>
            <a:off x="1769072" y="3245604"/>
            <a:ext cx="3743127" cy="1626493"/>
            <a:chOff x="644525" y="3405505"/>
            <a:chExt cx="4606925" cy="2001838"/>
          </a:xfrm>
        </p:grpSpPr>
        <p:sp>
          <p:nvSpPr>
            <p:cNvPr id="22" name="Oval 4"/>
            <p:cNvSpPr>
              <a:spLocks noChangeArrowheads="1"/>
            </p:cNvSpPr>
            <p:nvPr/>
          </p:nvSpPr>
          <p:spPr bwMode="auto">
            <a:xfrm rot="3480929">
              <a:off x="1947069" y="2102961"/>
              <a:ext cx="2001838" cy="4606925"/>
            </a:xfrm>
            <a:prstGeom prst="ellipse">
              <a:avLst/>
            </a:prstGeom>
            <a:solidFill>
              <a:schemeClr val="bg2">
                <a:lumMod val="60000"/>
                <a:lumOff val="40000"/>
              </a:schemeClr>
            </a:solidFill>
            <a:ln w="9525" algn="ctr">
              <a:noFill/>
              <a:round/>
              <a:headEnd/>
              <a:tailEnd/>
            </a:ln>
          </p:spPr>
          <p:txBody>
            <a:bodyPr rot="10800000" vert="eaVert" tIns="74295" bIns="74295" anchor="ctr"/>
            <a:lstStyle/>
            <a:p>
              <a:pPr algn="ctr">
                <a:defRPr/>
              </a:pPr>
              <a:endParaRPr lang="en-US" sz="900" dirty="0">
                <a:latin typeface="Aptos" panose="020B0004020202020204" pitchFamily="34" charset="0"/>
                <a:ea typeface="ＭＳ Ｐゴシック" pitchFamily="50" charset="-128"/>
              </a:endParaRPr>
            </a:p>
          </p:txBody>
        </p:sp>
        <p:sp>
          <p:nvSpPr>
            <p:cNvPr id="818185" name="Text Box 9"/>
            <p:cNvSpPr txBox="1">
              <a:spLocks noChangeArrowheads="1"/>
            </p:cNvSpPr>
            <p:nvPr/>
          </p:nvSpPr>
          <p:spPr bwMode="auto">
            <a:xfrm>
              <a:off x="3750205" y="3531510"/>
              <a:ext cx="377082" cy="170460"/>
            </a:xfrm>
            <a:prstGeom prst="rect">
              <a:avLst/>
            </a:prstGeom>
            <a:noFill/>
            <a:ln w="9525" algn="ctr">
              <a:noFill/>
              <a:miter lim="800000"/>
              <a:headEnd/>
              <a:tailEnd/>
            </a:ln>
          </p:spPr>
          <p:txBody>
            <a:bodyPr wrap="square" lIns="0" tIns="0" rIns="0" bIns="0" anchor="ctr" anchorCtr="0">
              <a:spAutoFit/>
            </a:bodyPr>
            <a:lstStyle/>
            <a:p>
              <a:pPr algn="ctr"/>
              <a:r>
                <a:rPr lang="en-US" altLang="ja-JP" sz="900" dirty="0">
                  <a:solidFill>
                    <a:schemeClr val="bg1"/>
                  </a:solidFill>
                  <a:latin typeface="Aptos" panose="020B0004020202020204" pitchFamily="34" charset="0"/>
                  <a:ea typeface="ＭＳ Ｐゴシック" charset="-128"/>
                </a:rPr>
                <a:t>Text</a:t>
              </a:r>
            </a:p>
          </p:txBody>
        </p:sp>
      </p:grpSp>
      <p:sp>
        <p:nvSpPr>
          <p:cNvPr id="818177" name="Title 1"/>
          <p:cNvSpPr>
            <a:spLocks noGrp="1"/>
          </p:cNvSpPr>
          <p:nvPr>
            <p:ph type="title"/>
          </p:nvPr>
        </p:nvSpPr>
        <p:spPr/>
        <p:txBody>
          <a:bodyPr/>
          <a:lstStyle/>
          <a:p>
            <a:r>
              <a:rPr lang="en-US" altLang="ja-JP" dirty="0"/>
              <a:t>Expansion</a:t>
            </a:r>
            <a:endParaRPr lang="en-US" dirty="0"/>
          </a:p>
        </p:txBody>
      </p:sp>
      <p:grpSp>
        <p:nvGrpSpPr>
          <p:cNvPr id="3" name="Group 2"/>
          <p:cNvGrpSpPr/>
          <p:nvPr/>
        </p:nvGrpSpPr>
        <p:grpSpPr>
          <a:xfrm>
            <a:off x="1896173" y="3961967"/>
            <a:ext cx="2246908" cy="1029295"/>
            <a:chOff x="792163" y="4313555"/>
            <a:chExt cx="2765425" cy="1266825"/>
          </a:xfrm>
        </p:grpSpPr>
        <p:sp>
          <p:nvSpPr>
            <p:cNvPr id="818181" name="Oval 5"/>
            <p:cNvSpPr>
              <a:spLocks noChangeArrowheads="1"/>
            </p:cNvSpPr>
            <p:nvPr/>
          </p:nvSpPr>
          <p:spPr bwMode="auto">
            <a:xfrm rot="3480929">
              <a:off x="1541463" y="3564255"/>
              <a:ext cx="1266825" cy="2765425"/>
            </a:xfrm>
            <a:prstGeom prst="ellipse">
              <a:avLst/>
            </a:prstGeom>
            <a:solidFill>
              <a:schemeClr val="bg2">
                <a:lumMod val="40000"/>
                <a:lumOff val="60000"/>
              </a:schemeClr>
            </a:solidFill>
            <a:ln w="9525" algn="ctr">
              <a:noFill/>
              <a:round/>
              <a:headEnd/>
              <a:tailEnd/>
            </a:ln>
          </p:spPr>
          <p:txBody>
            <a:bodyPr rot="10800000" vert="eaVert" lIns="29250" tIns="29250" rIns="29250" bIns="29250" anchor="ctr"/>
            <a:lstStyle/>
            <a:p>
              <a:pPr algn="ctr"/>
              <a:endParaRPr lang="en-US" sz="900" b="1" dirty="0">
                <a:latin typeface="Aptos" panose="020B0004020202020204" pitchFamily="34" charset="0"/>
              </a:endParaRPr>
            </a:p>
          </p:txBody>
        </p:sp>
        <p:sp>
          <p:nvSpPr>
            <p:cNvPr id="818184" name="Text Box 8"/>
            <p:cNvSpPr txBox="1">
              <a:spLocks noChangeArrowheads="1"/>
            </p:cNvSpPr>
            <p:nvPr/>
          </p:nvSpPr>
          <p:spPr bwMode="auto">
            <a:xfrm>
              <a:off x="2525290" y="4450038"/>
              <a:ext cx="377082" cy="170460"/>
            </a:xfrm>
            <a:prstGeom prst="rect">
              <a:avLst/>
            </a:prstGeom>
            <a:noFill/>
            <a:ln w="9525" algn="ctr">
              <a:noFill/>
              <a:miter lim="800000"/>
              <a:headEnd/>
              <a:tailEnd/>
            </a:ln>
          </p:spPr>
          <p:txBody>
            <a:bodyPr wrap="square" lIns="0" tIns="0" rIns="0" bIns="0" anchor="ctr" anchorCtr="0">
              <a:spAutoFit/>
            </a:bodyPr>
            <a:lstStyle/>
            <a:p>
              <a:pPr algn="ctr"/>
              <a:r>
                <a:rPr lang="en-US" altLang="ja-JP" sz="900" dirty="0">
                  <a:solidFill>
                    <a:schemeClr val="bg1"/>
                  </a:solidFill>
                  <a:latin typeface="Aptos" panose="020B0004020202020204" pitchFamily="34" charset="0"/>
                  <a:ea typeface="ＭＳ Ｐゴシック" charset="-128"/>
                </a:rPr>
                <a:t>Text</a:t>
              </a:r>
            </a:p>
          </p:txBody>
        </p:sp>
      </p:grpSp>
      <p:grpSp>
        <p:nvGrpSpPr>
          <p:cNvPr id="2" name="Group 1"/>
          <p:cNvGrpSpPr/>
          <p:nvPr/>
        </p:nvGrpSpPr>
        <p:grpSpPr>
          <a:xfrm>
            <a:off x="1988542" y="4451530"/>
            <a:ext cx="1301453" cy="594618"/>
            <a:chOff x="879475" y="4995228"/>
            <a:chExt cx="1601788" cy="731837"/>
          </a:xfrm>
        </p:grpSpPr>
        <p:sp>
          <p:nvSpPr>
            <p:cNvPr id="818182" name="Oval 6"/>
            <p:cNvSpPr>
              <a:spLocks noChangeArrowheads="1"/>
            </p:cNvSpPr>
            <p:nvPr/>
          </p:nvSpPr>
          <p:spPr bwMode="auto">
            <a:xfrm rot="3480929">
              <a:off x="1314450" y="4560253"/>
              <a:ext cx="731837" cy="1601788"/>
            </a:xfrm>
            <a:prstGeom prst="ellipse">
              <a:avLst/>
            </a:prstGeom>
            <a:solidFill>
              <a:schemeClr val="accent1"/>
            </a:solidFill>
            <a:ln w="9525" algn="ctr">
              <a:noFill/>
              <a:round/>
              <a:headEnd/>
              <a:tailEnd/>
            </a:ln>
          </p:spPr>
          <p:txBody>
            <a:bodyPr rot="10800000" vert="eaVert" lIns="29250" tIns="29250" rIns="29250" bIns="29250" anchor="ctr"/>
            <a:lstStyle/>
            <a:p>
              <a:pPr algn="ctr"/>
              <a:endParaRPr lang="en-US" sz="900" dirty="0">
                <a:solidFill>
                  <a:schemeClr val="bg1"/>
                </a:solidFill>
                <a:latin typeface="Aptos" panose="020B0004020202020204" pitchFamily="34" charset="0"/>
                <a:ea typeface="ＭＳ Ｐゴシック" charset="-128"/>
              </a:endParaRPr>
            </a:p>
          </p:txBody>
        </p:sp>
        <p:sp>
          <p:nvSpPr>
            <p:cNvPr id="818183" name="Text Box 7"/>
            <p:cNvSpPr txBox="1">
              <a:spLocks noChangeArrowheads="1"/>
            </p:cNvSpPr>
            <p:nvPr/>
          </p:nvSpPr>
          <p:spPr bwMode="gray">
            <a:xfrm>
              <a:off x="1458160" y="5287284"/>
              <a:ext cx="377082" cy="170460"/>
            </a:xfrm>
            <a:prstGeom prst="rect">
              <a:avLst/>
            </a:prstGeom>
            <a:noFill/>
            <a:ln w="9525" algn="ctr">
              <a:noFill/>
              <a:miter lim="800000"/>
              <a:headEnd/>
              <a:tailEnd/>
            </a:ln>
          </p:spPr>
          <p:txBody>
            <a:bodyPr wrap="square" lIns="0" tIns="0" rIns="0" bIns="0" anchor="ctr" anchorCtr="0">
              <a:spAutoFit/>
            </a:bodyPr>
            <a:lstStyle/>
            <a:p>
              <a:pPr algn="ctr"/>
              <a:r>
                <a:rPr lang="en-US" altLang="ja-JP" sz="900" dirty="0">
                  <a:solidFill>
                    <a:schemeClr val="bg1"/>
                  </a:solidFill>
                  <a:latin typeface="Aptos" panose="020B0004020202020204" pitchFamily="34" charset="0"/>
                  <a:ea typeface="ＭＳ Ｐゴシック" charset="-128"/>
                </a:rPr>
                <a:t>Text</a:t>
              </a:r>
            </a:p>
          </p:txBody>
        </p:sp>
      </p:grpSp>
      <p:grpSp>
        <p:nvGrpSpPr>
          <p:cNvPr id="8" name="Group 7"/>
          <p:cNvGrpSpPr/>
          <p:nvPr/>
        </p:nvGrpSpPr>
        <p:grpSpPr>
          <a:xfrm>
            <a:off x="2841311" y="4868469"/>
            <a:ext cx="2757096" cy="808217"/>
            <a:chOff x="1972994" y="5200649"/>
            <a:chExt cx="3393349" cy="994729"/>
          </a:xfrm>
        </p:grpSpPr>
        <p:sp>
          <p:nvSpPr>
            <p:cNvPr id="51" name="Text Placeholder 15"/>
            <p:cNvSpPr txBox="1">
              <a:spLocks/>
            </p:cNvSpPr>
            <p:nvPr>
              <p:custDataLst>
                <p:tags r:id="rId4"/>
              </p:custDataLst>
            </p:nvPr>
          </p:nvSpPr>
          <p:spPr bwMode="auto">
            <a:xfrm>
              <a:off x="3126153" y="5444490"/>
              <a:ext cx="2240190" cy="750888"/>
            </a:xfrm>
            <a:prstGeom prst="rect">
              <a:avLst/>
            </a:prstGeom>
            <a:noFill/>
            <a:ln>
              <a:miter lim="800000"/>
              <a:headEnd/>
              <a:tailEnd/>
            </a:ln>
          </p:spPr>
          <p:txBody>
            <a:bodyPr lIns="0" tIns="0" rIns="0" bIns="0"/>
            <a:lstStyle/>
            <a:p>
              <a:pPr marL="92871" lvl="1" indent="-92871">
                <a:spcBef>
                  <a:spcPts val="488"/>
                </a:spcBef>
                <a:buSzPct val="100000"/>
                <a:buFont typeface="Arial"/>
                <a:buChar char="•"/>
              </a:pPr>
              <a:r>
                <a:rPr lang="en-US" sz="900" dirty="0">
                  <a:latin typeface="Aptos" panose="020B0004020202020204" pitchFamily="34" charset="0"/>
                </a:rPr>
                <a:t>Level 1 bullet</a:t>
              </a:r>
            </a:p>
            <a:p>
              <a:pPr marL="206380" lvl="2" indent="-92871">
                <a:spcBef>
                  <a:spcPts val="488"/>
                </a:spcBef>
                <a:buSzPct val="100000"/>
                <a:buFont typeface="Arial"/>
                <a:buChar char="−"/>
              </a:pPr>
              <a:r>
                <a:rPr lang="en-US" sz="900" dirty="0">
                  <a:latin typeface="Aptos" panose="020B0004020202020204" pitchFamily="34" charset="0"/>
                </a:rPr>
                <a:t>Level 2 bullet</a:t>
              </a:r>
            </a:p>
            <a:p>
              <a:pPr marL="319889" lvl="3" indent="-92871">
                <a:spcBef>
                  <a:spcPts val="488"/>
                </a:spcBef>
                <a:buSzPct val="100000"/>
                <a:buFont typeface="Arial"/>
                <a:buChar char="◦"/>
              </a:pPr>
              <a:r>
                <a:rPr lang="en-US" sz="900" dirty="0">
                  <a:latin typeface="Aptos" panose="020B0004020202020204" pitchFamily="34" charset="0"/>
                </a:rPr>
                <a:t>Level 3 bullet</a:t>
              </a:r>
            </a:p>
          </p:txBody>
        </p:sp>
        <p:sp>
          <p:nvSpPr>
            <p:cNvPr id="29" name="Line 11"/>
            <p:cNvSpPr>
              <a:spLocks noChangeShapeType="1"/>
            </p:cNvSpPr>
            <p:nvPr/>
          </p:nvSpPr>
          <p:spPr bwMode="auto">
            <a:xfrm flipH="1" flipV="1">
              <a:off x="1972994" y="5200649"/>
              <a:ext cx="1153160" cy="534353"/>
            </a:xfrm>
            <a:prstGeom prst="line">
              <a:avLst/>
            </a:prstGeom>
            <a:noFill/>
            <a:ln w="9525">
              <a:solidFill>
                <a:schemeClr val="tx2"/>
              </a:solidFill>
              <a:round/>
              <a:headEnd/>
              <a:tailEnd type="triangle" w="lg" len="lg"/>
            </a:ln>
          </p:spPr>
          <p:txBody>
            <a:bodyPr lIns="29250" tIns="29250" rIns="29250" bIns="29250" anchor="ctr"/>
            <a:lstStyle/>
            <a:p>
              <a:pPr>
                <a:defRPr/>
              </a:pPr>
              <a:endParaRPr lang="en-US" sz="900" dirty="0">
                <a:latin typeface="Aptos" panose="020B0004020202020204" pitchFamily="34" charset="0"/>
              </a:endParaRPr>
            </a:p>
          </p:txBody>
        </p:sp>
      </p:grpSp>
      <p:grpSp>
        <p:nvGrpSpPr>
          <p:cNvPr id="9" name="Group 8"/>
          <p:cNvGrpSpPr/>
          <p:nvPr/>
        </p:nvGrpSpPr>
        <p:grpSpPr>
          <a:xfrm>
            <a:off x="3713364" y="4204378"/>
            <a:ext cx="3051770" cy="860326"/>
            <a:chOff x="3046290" y="4383307"/>
            <a:chExt cx="3756025" cy="1058863"/>
          </a:xfrm>
        </p:grpSpPr>
        <p:sp>
          <p:nvSpPr>
            <p:cNvPr id="45" name="Text Placeholder 15"/>
            <p:cNvSpPr txBox="1">
              <a:spLocks/>
            </p:cNvSpPr>
            <p:nvPr>
              <p:custDataLst>
                <p:tags r:id="rId3"/>
              </p:custDataLst>
            </p:nvPr>
          </p:nvSpPr>
          <p:spPr bwMode="auto">
            <a:xfrm>
              <a:off x="4562125" y="4691282"/>
              <a:ext cx="2240190" cy="750888"/>
            </a:xfrm>
            <a:prstGeom prst="rect">
              <a:avLst/>
            </a:prstGeom>
            <a:noFill/>
            <a:ln>
              <a:miter lim="800000"/>
              <a:headEnd/>
              <a:tailEnd/>
            </a:ln>
          </p:spPr>
          <p:txBody>
            <a:bodyPr lIns="0" tIns="0" rIns="0" bIns="0"/>
            <a:lstStyle/>
            <a:p>
              <a:pPr marL="92871" lvl="1" indent="-92871">
                <a:spcBef>
                  <a:spcPts val="488"/>
                </a:spcBef>
                <a:buSzPct val="100000"/>
                <a:buFont typeface="Arial"/>
                <a:buChar char="•"/>
              </a:pPr>
              <a:r>
                <a:rPr lang="en-US" sz="900" dirty="0">
                  <a:latin typeface="Aptos" panose="020B0004020202020204" pitchFamily="34" charset="0"/>
                </a:rPr>
                <a:t>Level 1 bullet</a:t>
              </a:r>
            </a:p>
            <a:p>
              <a:pPr marL="206380" lvl="2" indent="-92871">
                <a:spcBef>
                  <a:spcPts val="488"/>
                </a:spcBef>
                <a:buSzPct val="100000"/>
                <a:buFont typeface="Arial"/>
                <a:buChar char="−"/>
              </a:pPr>
              <a:r>
                <a:rPr lang="en-US" sz="900" dirty="0">
                  <a:latin typeface="Aptos" panose="020B0004020202020204" pitchFamily="34" charset="0"/>
                </a:rPr>
                <a:t>Level 2 bullet</a:t>
              </a:r>
            </a:p>
            <a:p>
              <a:pPr marL="319889" lvl="3" indent="-92871">
                <a:spcBef>
                  <a:spcPts val="488"/>
                </a:spcBef>
                <a:buSzPct val="100000"/>
                <a:buFont typeface="Arial"/>
                <a:buChar char="◦"/>
              </a:pPr>
              <a:r>
                <a:rPr lang="en-US" sz="900" dirty="0">
                  <a:latin typeface="Aptos" panose="020B0004020202020204" pitchFamily="34" charset="0"/>
                </a:rPr>
                <a:t>Level 3 bullet</a:t>
              </a:r>
            </a:p>
          </p:txBody>
        </p:sp>
        <p:sp>
          <p:nvSpPr>
            <p:cNvPr id="30" name="Line 12"/>
            <p:cNvSpPr>
              <a:spLocks noChangeShapeType="1"/>
            </p:cNvSpPr>
            <p:nvPr/>
          </p:nvSpPr>
          <p:spPr bwMode="auto">
            <a:xfrm flipH="1" flipV="1">
              <a:off x="3046290" y="4383307"/>
              <a:ext cx="1504950" cy="544513"/>
            </a:xfrm>
            <a:prstGeom prst="line">
              <a:avLst/>
            </a:prstGeom>
            <a:noFill/>
            <a:ln w="9525">
              <a:solidFill>
                <a:schemeClr val="tx2"/>
              </a:solidFill>
              <a:round/>
              <a:headEnd type="none" w="sm" len="sm"/>
              <a:tailEnd type="triangle" w="lg" len="lg"/>
            </a:ln>
          </p:spPr>
          <p:txBody>
            <a:bodyPr lIns="29250" tIns="29250" rIns="29250" bIns="29250" anchor="ctr"/>
            <a:lstStyle/>
            <a:p>
              <a:pPr>
                <a:defRPr/>
              </a:pPr>
              <a:endParaRPr lang="en-US" sz="900" dirty="0">
                <a:latin typeface="Aptos" panose="020B0004020202020204" pitchFamily="34" charset="0"/>
              </a:endParaRPr>
            </a:p>
          </p:txBody>
        </p:sp>
      </p:grpSp>
      <p:grpSp>
        <p:nvGrpSpPr>
          <p:cNvPr id="10" name="Group 9"/>
          <p:cNvGrpSpPr/>
          <p:nvPr/>
        </p:nvGrpSpPr>
        <p:grpSpPr>
          <a:xfrm>
            <a:off x="4665170" y="3522545"/>
            <a:ext cx="2938716" cy="842914"/>
            <a:chOff x="4252913" y="3676015"/>
            <a:chExt cx="3616881" cy="1037432"/>
          </a:xfrm>
        </p:grpSpPr>
        <p:sp>
          <p:nvSpPr>
            <p:cNvPr id="44" name="Text Placeholder 15"/>
            <p:cNvSpPr txBox="1">
              <a:spLocks/>
            </p:cNvSpPr>
            <p:nvPr>
              <p:custDataLst>
                <p:tags r:id="rId2"/>
              </p:custDataLst>
            </p:nvPr>
          </p:nvSpPr>
          <p:spPr bwMode="auto">
            <a:xfrm>
              <a:off x="5629604" y="3962559"/>
              <a:ext cx="2240190" cy="750888"/>
            </a:xfrm>
            <a:prstGeom prst="rect">
              <a:avLst/>
            </a:prstGeom>
            <a:noFill/>
            <a:ln>
              <a:miter lim="800000"/>
              <a:headEnd/>
              <a:tailEnd/>
            </a:ln>
          </p:spPr>
          <p:txBody>
            <a:bodyPr lIns="0" tIns="0" rIns="0" bIns="0"/>
            <a:lstStyle/>
            <a:p>
              <a:pPr marL="92871" lvl="1" indent="-92871">
                <a:spcBef>
                  <a:spcPts val="488"/>
                </a:spcBef>
                <a:buSzPct val="100000"/>
                <a:buFont typeface="Arial"/>
                <a:buChar char="•"/>
              </a:pPr>
              <a:r>
                <a:rPr lang="en-US" sz="900" dirty="0">
                  <a:latin typeface="Aptos" panose="020B0004020202020204" pitchFamily="34" charset="0"/>
                </a:rPr>
                <a:t>Level 1 bullet</a:t>
              </a:r>
            </a:p>
            <a:p>
              <a:pPr marL="206380" lvl="2" indent="-92871">
                <a:spcBef>
                  <a:spcPts val="488"/>
                </a:spcBef>
                <a:buSzPct val="100000"/>
                <a:buFont typeface="Arial"/>
                <a:buChar char="−"/>
              </a:pPr>
              <a:r>
                <a:rPr lang="en-US" sz="900" dirty="0">
                  <a:latin typeface="Aptos" panose="020B0004020202020204" pitchFamily="34" charset="0"/>
                </a:rPr>
                <a:t>Level 2 bullet</a:t>
              </a:r>
            </a:p>
            <a:p>
              <a:pPr marL="319889" lvl="3" indent="-92871">
                <a:spcBef>
                  <a:spcPts val="488"/>
                </a:spcBef>
                <a:buSzPct val="100000"/>
                <a:buFont typeface="Arial"/>
                <a:buChar char="◦"/>
              </a:pPr>
              <a:r>
                <a:rPr lang="en-US" sz="900" dirty="0">
                  <a:latin typeface="Aptos" panose="020B0004020202020204" pitchFamily="34" charset="0"/>
                </a:rPr>
                <a:t>Level 3 bullet</a:t>
              </a:r>
            </a:p>
          </p:txBody>
        </p:sp>
        <p:sp>
          <p:nvSpPr>
            <p:cNvPr id="31" name="Line 13"/>
            <p:cNvSpPr>
              <a:spLocks noChangeShapeType="1"/>
            </p:cNvSpPr>
            <p:nvPr/>
          </p:nvSpPr>
          <p:spPr bwMode="auto">
            <a:xfrm flipH="1" flipV="1">
              <a:off x="4252913" y="3676015"/>
              <a:ext cx="1381125" cy="544513"/>
            </a:xfrm>
            <a:prstGeom prst="line">
              <a:avLst/>
            </a:prstGeom>
            <a:noFill/>
            <a:ln w="9525">
              <a:solidFill>
                <a:schemeClr val="tx2"/>
              </a:solidFill>
              <a:round/>
              <a:headEnd type="none" w="sm" len="sm"/>
              <a:tailEnd type="triangle" w="lg" len="lg"/>
            </a:ln>
          </p:spPr>
          <p:txBody>
            <a:bodyPr lIns="29250" tIns="29250" rIns="29250" bIns="29250" anchor="ctr"/>
            <a:lstStyle/>
            <a:p>
              <a:pPr>
                <a:defRPr/>
              </a:pPr>
              <a:endParaRPr lang="en-US" sz="900" dirty="0">
                <a:latin typeface="Aptos" panose="020B0004020202020204" pitchFamily="34" charset="0"/>
              </a:endParaRPr>
            </a:p>
          </p:txBody>
        </p:sp>
      </p:grpSp>
      <p:grpSp>
        <p:nvGrpSpPr>
          <p:cNvPr id="11" name="Group 10"/>
          <p:cNvGrpSpPr/>
          <p:nvPr/>
        </p:nvGrpSpPr>
        <p:grpSpPr>
          <a:xfrm>
            <a:off x="5907783" y="2748739"/>
            <a:ext cx="2455838" cy="672034"/>
            <a:chOff x="5747117" y="2591752"/>
            <a:chExt cx="3022570" cy="827119"/>
          </a:xfrm>
        </p:grpSpPr>
        <p:sp>
          <p:nvSpPr>
            <p:cNvPr id="43" name="Text Placeholder 15"/>
            <p:cNvSpPr txBox="1">
              <a:spLocks/>
            </p:cNvSpPr>
            <p:nvPr>
              <p:custDataLst>
                <p:tags r:id="rId1"/>
              </p:custDataLst>
            </p:nvPr>
          </p:nvSpPr>
          <p:spPr bwMode="auto">
            <a:xfrm>
              <a:off x="6529497" y="2667983"/>
              <a:ext cx="2240190" cy="750888"/>
            </a:xfrm>
            <a:prstGeom prst="rect">
              <a:avLst/>
            </a:prstGeom>
            <a:noFill/>
            <a:ln>
              <a:miter lim="800000"/>
              <a:headEnd/>
              <a:tailEnd/>
            </a:ln>
          </p:spPr>
          <p:txBody>
            <a:bodyPr lIns="0" tIns="0" rIns="0" bIns="0"/>
            <a:lstStyle/>
            <a:p>
              <a:pPr marL="92871" lvl="1" indent="-92871">
                <a:spcBef>
                  <a:spcPts val="488"/>
                </a:spcBef>
                <a:buSzPct val="100000"/>
                <a:buFont typeface="Arial"/>
                <a:buChar char="•"/>
              </a:pPr>
              <a:r>
                <a:rPr lang="en-US" sz="900" dirty="0">
                  <a:latin typeface="Aptos" panose="020B0004020202020204" pitchFamily="34" charset="0"/>
                </a:rPr>
                <a:t>Level 1 bullet</a:t>
              </a:r>
            </a:p>
            <a:p>
              <a:pPr marL="206380" lvl="2" indent="-92871">
                <a:spcBef>
                  <a:spcPts val="488"/>
                </a:spcBef>
                <a:buSzPct val="100000"/>
                <a:buFont typeface="Arial"/>
                <a:buChar char="−"/>
              </a:pPr>
              <a:r>
                <a:rPr lang="en-US" sz="900" dirty="0">
                  <a:latin typeface="Aptos" panose="020B0004020202020204" pitchFamily="34" charset="0"/>
                </a:rPr>
                <a:t>Level 2 bullet</a:t>
              </a:r>
            </a:p>
            <a:p>
              <a:pPr marL="319889" lvl="3" indent="-92871">
                <a:spcBef>
                  <a:spcPts val="488"/>
                </a:spcBef>
                <a:buSzPct val="100000"/>
                <a:buFont typeface="Arial"/>
                <a:buChar char="◦"/>
              </a:pPr>
              <a:r>
                <a:rPr lang="en-US" sz="900" dirty="0">
                  <a:latin typeface="Aptos" panose="020B0004020202020204" pitchFamily="34" charset="0"/>
                </a:rPr>
                <a:t>Level 3 bullet</a:t>
              </a:r>
            </a:p>
          </p:txBody>
        </p:sp>
        <p:sp>
          <p:nvSpPr>
            <p:cNvPr id="32" name="Line 14"/>
            <p:cNvSpPr>
              <a:spLocks noChangeShapeType="1"/>
            </p:cNvSpPr>
            <p:nvPr/>
          </p:nvSpPr>
          <p:spPr bwMode="auto">
            <a:xfrm flipH="1" flipV="1">
              <a:off x="5747117" y="2591752"/>
              <a:ext cx="770639" cy="308012"/>
            </a:xfrm>
            <a:prstGeom prst="line">
              <a:avLst/>
            </a:prstGeom>
            <a:noFill/>
            <a:ln w="9525">
              <a:solidFill>
                <a:schemeClr val="tx2"/>
              </a:solidFill>
              <a:round/>
              <a:headEnd type="none" w="sm" len="sm"/>
              <a:tailEnd type="triangle" w="lg" len="lg"/>
            </a:ln>
          </p:spPr>
          <p:txBody>
            <a:bodyPr lIns="29250" tIns="29250" rIns="29250" bIns="29250" anchor="ctr"/>
            <a:lstStyle/>
            <a:p>
              <a:pPr>
                <a:defRPr/>
              </a:pPr>
              <a:endParaRPr lang="en-US" sz="900" dirty="0">
                <a:latin typeface="Aptos" panose="020B0004020202020204" pitchFamily="34" charset="0"/>
              </a:endParaRPr>
            </a:p>
          </p:txBody>
        </p:sp>
      </p:grpSp>
    </p:spTree>
    <p:extLst>
      <p:ext uri="{BB962C8B-B14F-4D97-AF65-F5344CB8AC3E}">
        <p14:creationId xmlns:p14="http://schemas.microsoft.com/office/powerpoint/2010/main" val="581023381"/>
      </p:ext>
    </p:extLst>
  </p:cSld>
  <p:clrMapOvr>
    <a:masterClrMapping/>
  </p:clrMapOvr>
  <p:transition>
    <p:fade/>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01" name="Title 1"/>
          <p:cNvSpPr>
            <a:spLocks noGrp="1"/>
          </p:cNvSpPr>
          <p:nvPr>
            <p:ph type="title"/>
          </p:nvPr>
        </p:nvSpPr>
        <p:spPr/>
        <p:txBody>
          <a:bodyPr/>
          <a:lstStyle/>
          <a:p>
            <a:r>
              <a:rPr lang="en-US" dirty="0"/>
              <a:t>Step-by-step actions</a:t>
            </a:r>
          </a:p>
        </p:txBody>
      </p:sp>
      <p:grpSp>
        <p:nvGrpSpPr>
          <p:cNvPr id="2" name="Group 1"/>
          <p:cNvGrpSpPr/>
          <p:nvPr/>
        </p:nvGrpSpPr>
        <p:grpSpPr>
          <a:xfrm>
            <a:off x="631936" y="2437311"/>
            <a:ext cx="8727527" cy="3118842"/>
            <a:chOff x="904875" y="1944687"/>
            <a:chExt cx="7273925" cy="3838575"/>
          </a:xfrm>
        </p:grpSpPr>
        <p:sp>
          <p:nvSpPr>
            <p:cNvPr id="4" name="AutoShape 3"/>
            <p:cNvSpPr>
              <a:spLocks noChangeArrowheads="1"/>
            </p:cNvSpPr>
            <p:nvPr/>
          </p:nvSpPr>
          <p:spPr bwMode="auto">
            <a:xfrm rot="-5400000">
              <a:off x="6623050" y="3341687"/>
              <a:ext cx="2066925" cy="1044575"/>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0 h 21600"/>
                <a:gd name="T8" fmla="*/ 0 60000 65536"/>
                <a:gd name="T9" fmla="*/ 0 60000 65536"/>
                <a:gd name="T10" fmla="*/ 0 60000 65536"/>
                <a:gd name="T11" fmla="*/ 0 60000 65536"/>
                <a:gd name="T12" fmla="*/ 2189 w 21600"/>
                <a:gd name="T13" fmla="*/ 2189 h 21600"/>
                <a:gd name="T14" fmla="*/ 19411 w 21600"/>
                <a:gd name="T15" fmla="*/ 19411 h 21600"/>
              </a:gdLst>
              <a:ahLst/>
              <a:cxnLst>
                <a:cxn ang="T8">
                  <a:pos x="T0" y="T1"/>
                </a:cxn>
                <a:cxn ang="T9">
                  <a:pos x="T2" y="T3"/>
                </a:cxn>
                <a:cxn ang="T10">
                  <a:pos x="T4" y="T5"/>
                </a:cxn>
                <a:cxn ang="T11">
                  <a:pos x="T6" y="T7"/>
                </a:cxn>
              </a:cxnLst>
              <a:rect l="T12" t="T13" r="T14" b="T15"/>
              <a:pathLst>
                <a:path w="21600" h="21600">
                  <a:moveTo>
                    <a:pt x="0" y="0"/>
                  </a:moveTo>
                  <a:lnTo>
                    <a:pt x="778" y="21600"/>
                  </a:lnTo>
                  <a:lnTo>
                    <a:pt x="20822" y="21600"/>
                  </a:lnTo>
                  <a:lnTo>
                    <a:pt x="21600" y="0"/>
                  </a:lnTo>
                  <a:close/>
                </a:path>
              </a:pathLst>
            </a:custGeom>
            <a:solidFill>
              <a:schemeClr val="bg1">
                <a:lumMod val="50000"/>
              </a:schemeClr>
            </a:solidFill>
            <a:ln w="9525">
              <a:noFill/>
              <a:miter lim="800000"/>
              <a:headEnd/>
              <a:tailEnd/>
            </a:ln>
          </p:spPr>
          <p:txBody>
            <a:bodyPr vert="vert" lIns="74295" tIns="74295" rIns="74295" bIns="74295" anchor="ctr"/>
            <a:lstStyle/>
            <a:p>
              <a:pPr algn="ctr">
                <a:defRPr/>
              </a:pPr>
              <a:r>
                <a:rPr lang="en-US" altLang="ja-JP" sz="1200" dirty="0">
                  <a:solidFill>
                    <a:schemeClr val="bg1"/>
                  </a:solidFill>
                  <a:latin typeface="Aptos" panose="020B0004020202020204" pitchFamily="34" charset="0"/>
                  <a:ea typeface="ＭＳ Ｐゴシック" pitchFamily="50" charset="-128"/>
                </a:rPr>
                <a:t>Step 5</a:t>
              </a:r>
            </a:p>
          </p:txBody>
        </p:sp>
        <p:sp>
          <p:nvSpPr>
            <p:cNvPr id="5" name="AutoShape 4"/>
            <p:cNvSpPr>
              <a:spLocks noChangeArrowheads="1"/>
            </p:cNvSpPr>
            <p:nvPr/>
          </p:nvSpPr>
          <p:spPr bwMode="auto">
            <a:xfrm rot="-5400000">
              <a:off x="5324476" y="3211512"/>
              <a:ext cx="2355850" cy="1304925"/>
            </a:xfrm>
            <a:custGeom>
              <a:avLst/>
              <a:gdLst>
                <a:gd name="T0" fmla="*/ 252318315 w 21600"/>
                <a:gd name="T1" fmla="*/ 46312661 h 21600"/>
                <a:gd name="T2" fmla="*/ 128472907 w 21600"/>
                <a:gd name="T3" fmla="*/ 92625257 h 21600"/>
                <a:gd name="T4" fmla="*/ 4627391 w 21600"/>
                <a:gd name="T5" fmla="*/ 46312661 h 21600"/>
                <a:gd name="T6" fmla="*/ 128472907 w 21600"/>
                <a:gd name="T7" fmla="*/ 0 h 21600"/>
                <a:gd name="T8" fmla="*/ 0 60000 65536"/>
                <a:gd name="T9" fmla="*/ 0 60000 65536"/>
                <a:gd name="T10" fmla="*/ 0 60000 65536"/>
                <a:gd name="T11" fmla="*/ 0 60000 65536"/>
                <a:gd name="T12" fmla="*/ 2189 w 21600"/>
                <a:gd name="T13" fmla="*/ 2189 h 21600"/>
                <a:gd name="T14" fmla="*/ 19411 w 21600"/>
                <a:gd name="T15" fmla="*/ 19411 h 21600"/>
              </a:gdLst>
              <a:ahLst/>
              <a:cxnLst>
                <a:cxn ang="T8">
                  <a:pos x="T0" y="T1"/>
                </a:cxn>
                <a:cxn ang="T9">
                  <a:pos x="T2" y="T3"/>
                </a:cxn>
                <a:cxn ang="T10">
                  <a:pos x="T4" y="T5"/>
                </a:cxn>
                <a:cxn ang="T11">
                  <a:pos x="T6" y="T7"/>
                </a:cxn>
              </a:cxnLst>
              <a:rect l="T12" t="T13" r="T14" b="T15"/>
              <a:pathLst>
                <a:path w="21600" h="21600">
                  <a:moveTo>
                    <a:pt x="0" y="0"/>
                  </a:moveTo>
                  <a:lnTo>
                    <a:pt x="778" y="21600"/>
                  </a:lnTo>
                  <a:lnTo>
                    <a:pt x="20822" y="21600"/>
                  </a:lnTo>
                  <a:lnTo>
                    <a:pt x="21600" y="0"/>
                  </a:lnTo>
                  <a:close/>
                </a:path>
              </a:pathLst>
            </a:custGeom>
            <a:solidFill>
              <a:schemeClr val="bg1">
                <a:lumMod val="65000"/>
              </a:schemeClr>
            </a:solidFill>
            <a:ln w="9525">
              <a:noFill/>
              <a:miter lim="800000"/>
              <a:headEnd/>
              <a:tailEnd/>
            </a:ln>
          </p:spPr>
          <p:txBody>
            <a:bodyPr vert="vert" lIns="74295" tIns="74295" rIns="74295" bIns="74295" anchor="ctr"/>
            <a:lstStyle/>
            <a:p>
              <a:pPr algn="ctr">
                <a:defRPr/>
              </a:pPr>
              <a:r>
                <a:rPr lang="en-US" altLang="ja-JP" sz="1200" dirty="0">
                  <a:latin typeface="Aptos" panose="020B0004020202020204" pitchFamily="34" charset="0"/>
                  <a:ea typeface="ＭＳ Ｐゴシック" pitchFamily="50" charset="-128"/>
                </a:rPr>
                <a:t>Step 4</a:t>
              </a:r>
            </a:p>
          </p:txBody>
        </p:sp>
        <p:sp>
          <p:nvSpPr>
            <p:cNvPr id="6" name="AutoShape 5"/>
            <p:cNvSpPr>
              <a:spLocks noChangeArrowheads="1"/>
            </p:cNvSpPr>
            <p:nvPr/>
          </p:nvSpPr>
          <p:spPr bwMode="auto">
            <a:xfrm rot="-5400000">
              <a:off x="3694113" y="3079750"/>
              <a:ext cx="2787650" cy="1568450"/>
            </a:xfrm>
            <a:custGeom>
              <a:avLst/>
              <a:gdLst>
                <a:gd name="T0" fmla="*/ 353288952 w 21600"/>
                <a:gd name="T1" fmla="*/ 66790009 h 21600"/>
                <a:gd name="T2" fmla="*/ 179884086 w 21600"/>
                <a:gd name="T3" fmla="*/ 133579940 h 21600"/>
                <a:gd name="T4" fmla="*/ 6479221 w 21600"/>
                <a:gd name="T5" fmla="*/ 66790009 h 21600"/>
                <a:gd name="T6" fmla="*/ 179884086 w 21600"/>
                <a:gd name="T7" fmla="*/ 0 h 21600"/>
                <a:gd name="T8" fmla="*/ 0 60000 65536"/>
                <a:gd name="T9" fmla="*/ 0 60000 65536"/>
                <a:gd name="T10" fmla="*/ 0 60000 65536"/>
                <a:gd name="T11" fmla="*/ 0 60000 65536"/>
                <a:gd name="T12" fmla="*/ 2189 w 21600"/>
                <a:gd name="T13" fmla="*/ 2189 h 21600"/>
                <a:gd name="T14" fmla="*/ 19411 w 21600"/>
                <a:gd name="T15" fmla="*/ 19411 h 21600"/>
              </a:gdLst>
              <a:ahLst/>
              <a:cxnLst>
                <a:cxn ang="T8">
                  <a:pos x="T0" y="T1"/>
                </a:cxn>
                <a:cxn ang="T9">
                  <a:pos x="T2" y="T3"/>
                </a:cxn>
                <a:cxn ang="T10">
                  <a:pos x="T4" y="T5"/>
                </a:cxn>
                <a:cxn ang="T11">
                  <a:pos x="T6" y="T7"/>
                </a:cxn>
              </a:cxnLst>
              <a:rect l="T12" t="T13" r="T14" b="T15"/>
              <a:pathLst>
                <a:path w="21600" h="21600">
                  <a:moveTo>
                    <a:pt x="0" y="0"/>
                  </a:moveTo>
                  <a:lnTo>
                    <a:pt x="778" y="21600"/>
                  </a:lnTo>
                  <a:lnTo>
                    <a:pt x="20822" y="21600"/>
                  </a:lnTo>
                  <a:lnTo>
                    <a:pt x="21600" y="0"/>
                  </a:lnTo>
                  <a:close/>
                </a:path>
              </a:pathLst>
            </a:custGeom>
            <a:solidFill>
              <a:schemeClr val="bg1">
                <a:lumMod val="75000"/>
              </a:schemeClr>
            </a:solidFill>
            <a:ln w="9525">
              <a:noFill/>
              <a:miter lim="800000"/>
              <a:headEnd/>
              <a:tailEnd/>
            </a:ln>
          </p:spPr>
          <p:txBody>
            <a:bodyPr vert="vert" lIns="74295" tIns="74295" rIns="74295" bIns="74295" anchor="ctr"/>
            <a:lstStyle/>
            <a:p>
              <a:pPr algn="ctr">
                <a:defRPr/>
              </a:pPr>
              <a:r>
                <a:rPr lang="en-US" altLang="ja-JP" sz="1200" dirty="0">
                  <a:latin typeface="Aptos" panose="020B0004020202020204" pitchFamily="34" charset="0"/>
                  <a:ea typeface="ＭＳ Ｐゴシック" pitchFamily="50" charset="-128"/>
                </a:rPr>
                <a:t>Step 3</a:t>
              </a:r>
            </a:p>
          </p:txBody>
        </p:sp>
        <p:sp>
          <p:nvSpPr>
            <p:cNvPr id="819206" name="AutoShape 6"/>
            <p:cNvSpPr>
              <a:spLocks noChangeArrowheads="1"/>
            </p:cNvSpPr>
            <p:nvPr/>
          </p:nvSpPr>
          <p:spPr bwMode="auto">
            <a:xfrm rot="-5400000">
              <a:off x="1853407" y="3037681"/>
              <a:ext cx="3290887" cy="1654175"/>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0 h 21600"/>
                <a:gd name="T8" fmla="*/ 0 60000 65536"/>
                <a:gd name="T9" fmla="*/ 0 60000 65536"/>
                <a:gd name="T10" fmla="*/ 0 60000 65536"/>
                <a:gd name="T11" fmla="*/ 0 60000 65536"/>
                <a:gd name="T12" fmla="*/ 2189 w 21600"/>
                <a:gd name="T13" fmla="*/ 2189 h 21600"/>
                <a:gd name="T14" fmla="*/ 19411 w 21600"/>
                <a:gd name="T15" fmla="*/ 19411 h 21600"/>
              </a:gdLst>
              <a:ahLst/>
              <a:cxnLst>
                <a:cxn ang="T8">
                  <a:pos x="T0" y="T1"/>
                </a:cxn>
                <a:cxn ang="T9">
                  <a:pos x="T2" y="T3"/>
                </a:cxn>
                <a:cxn ang="T10">
                  <a:pos x="T4" y="T5"/>
                </a:cxn>
                <a:cxn ang="T11">
                  <a:pos x="T6" y="T7"/>
                </a:cxn>
              </a:cxnLst>
              <a:rect l="T12" t="T13" r="T14" b="T15"/>
              <a:pathLst>
                <a:path w="21600" h="21600">
                  <a:moveTo>
                    <a:pt x="0" y="0"/>
                  </a:moveTo>
                  <a:lnTo>
                    <a:pt x="778" y="21600"/>
                  </a:lnTo>
                  <a:lnTo>
                    <a:pt x="20822" y="21600"/>
                  </a:lnTo>
                  <a:lnTo>
                    <a:pt x="21600" y="0"/>
                  </a:lnTo>
                  <a:close/>
                </a:path>
              </a:pathLst>
            </a:custGeom>
            <a:solidFill>
              <a:schemeClr val="bg1">
                <a:lumMod val="85000"/>
              </a:schemeClr>
            </a:solidFill>
            <a:ln w="9525">
              <a:noFill/>
              <a:miter lim="800000"/>
              <a:headEnd/>
              <a:tailEnd/>
            </a:ln>
          </p:spPr>
          <p:txBody>
            <a:bodyPr vert="vert" lIns="74295" tIns="74295" rIns="74295" bIns="74295" anchor="ctr"/>
            <a:lstStyle/>
            <a:p>
              <a:pPr algn="ctr"/>
              <a:r>
                <a:rPr lang="en-US" altLang="ja-JP" sz="1200" dirty="0">
                  <a:latin typeface="Aptos" panose="020B0004020202020204" pitchFamily="34" charset="0"/>
                  <a:ea typeface="ＭＳ Ｐゴシック" charset="-128"/>
                </a:rPr>
                <a:t>Step 2</a:t>
              </a:r>
            </a:p>
          </p:txBody>
        </p:sp>
        <p:sp>
          <p:nvSpPr>
            <p:cNvPr id="819207" name="AutoShape 7"/>
            <p:cNvSpPr>
              <a:spLocks noChangeArrowheads="1"/>
            </p:cNvSpPr>
            <p:nvPr/>
          </p:nvSpPr>
          <p:spPr bwMode="auto">
            <a:xfrm rot="-5400000">
              <a:off x="-119063" y="2968625"/>
              <a:ext cx="3838575" cy="179070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0 h 21600"/>
                <a:gd name="T8" fmla="*/ 0 60000 65536"/>
                <a:gd name="T9" fmla="*/ 0 60000 65536"/>
                <a:gd name="T10" fmla="*/ 0 60000 65536"/>
                <a:gd name="T11" fmla="*/ 0 60000 65536"/>
                <a:gd name="T12" fmla="*/ 2189 w 21600"/>
                <a:gd name="T13" fmla="*/ 2189 h 21600"/>
                <a:gd name="T14" fmla="*/ 19411 w 21600"/>
                <a:gd name="T15" fmla="*/ 19411 h 21600"/>
              </a:gdLst>
              <a:ahLst/>
              <a:cxnLst>
                <a:cxn ang="T8">
                  <a:pos x="T0" y="T1"/>
                </a:cxn>
                <a:cxn ang="T9">
                  <a:pos x="T2" y="T3"/>
                </a:cxn>
                <a:cxn ang="T10">
                  <a:pos x="T4" y="T5"/>
                </a:cxn>
                <a:cxn ang="T11">
                  <a:pos x="T6" y="T7"/>
                </a:cxn>
              </a:cxnLst>
              <a:rect l="T12" t="T13" r="T14" b="T15"/>
              <a:pathLst>
                <a:path w="21600" h="21600">
                  <a:moveTo>
                    <a:pt x="0" y="0"/>
                  </a:moveTo>
                  <a:lnTo>
                    <a:pt x="778" y="21600"/>
                  </a:lnTo>
                  <a:lnTo>
                    <a:pt x="20822" y="21600"/>
                  </a:lnTo>
                  <a:lnTo>
                    <a:pt x="21600" y="0"/>
                  </a:lnTo>
                  <a:close/>
                </a:path>
              </a:pathLst>
            </a:custGeom>
            <a:solidFill>
              <a:schemeClr val="accent3"/>
            </a:solidFill>
            <a:ln w="9525">
              <a:noFill/>
              <a:miter lim="800000"/>
              <a:headEnd/>
              <a:tailEnd/>
            </a:ln>
          </p:spPr>
          <p:txBody>
            <a:bodyPr vert="vert" lIns="74295" tIns="74295" rIns="74295" bIns="74295" anchor="ctr"/>
            <a:lstStyle/>
            <a:p>
              <a:pPr algn="ctr"/>
              <a:r>
                <a:rPr lang="en-US" altLang="ja-JP" sz="1200" dirty="0">
                  <a:latin typeface="Aptos" panose="020B0004020202020204" pitchFamily="34" charset="0"/>
                  <a:ea typeface="ＭＳ Ｐゴシック" charset="-128"/>
                </a:rPr>
                <a:t>Step 1</a:t>
              </a:r>
            </a:p>
          </p:txBody>
        </p:sp>
      </p:grpSp>
    </p:spTree>
    <p:extLst>
      <p:ext uri="{BB962C8B-B14F-4D97-AF65-F5344CB8AC3E}">
        <p14:creationId xmlns:p14="http://schemas.microsoft.com/office/powerpoint/2010/main" val="1309690821"/>
      </p:ext>
    </p:extLst>
  </p:cSld>
  <p:clrMapOvr>
    <a:masterClrMapping/>
  </p:clrMapOvr>
  <p:transition>
    <p:fade/>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0225" name="Title 1"/>
          <p:cNvSpPr>
            <a:spLocks noGrp="1"/>
          </p:cNvSpPr>
          <p:nvPr>
            <p:ph type="title"/>
          </p:nvPr>
        </p:nvSpPr>
        <p:spPr/>
        <p:txBody>
          <a:bodyPr/>
          <a:lstStyle/>
          <a:p>
            <a:r>
              <a:rPr lang="en-US" altLang="ja-JP" dirty="0"/>
              <a:t>Interrelated stages</a:t>
            </a:r>
            <a:endParaRPr lang="en-US" dirty="0"/>
          </a:p>
        </p:txBody>
      </p:sp>
      <p:grpSp>
        <p:nvGrpSpPr>
          <p:cNvPr id="2" name="Group 1"/>
          <p:cNvGrpSpPr/>
          <p:nvPr/>
        </p:nvGrpSpPr>
        <p:grpSpPr>
          <a:xfrm>
            <a:off x="563618" y="2494637"/>
            <a:ext cx="8428639" cy="2909158"/>
            <a:chOff x="876300" y="1976438"/>
            <a:chExt cx="7407275" cy="2882900"/>
          </a:xfrm>
        </p:grpSpPr>
        <p:sp>
          <p:nvSpPr>
            <p:cNvPr id="5" name="Freeform 3"/>
            <p:cNvSpPr>
              <a:spLocks/>
            </p:cNvSpPr>
            <p:nvPr/>
          </p:nvSpPr>
          <p:spPr bwMode="auto">
            <a:xfrm>
              <a:off x="6223000" y="3622676"/>
              <a:ext cx="2060575" cy="1236662"/>
            </a:xfrm>
            <a:custGeom>
              <a:avLst/>
              <a:gdLst>
                <a:gd name="T0" fmla="*/ 0 w 1297"/>
                <a:gd name="T1" fmla="*/ 0 h 779"/>
                <a:gd name="T2" fmla="*/ 1486869 w 1297"/>
                <a:gd name="T3" fmla="*/ 0 h 779"/>
                <a:gd name="T4" fmla="*/ 1486869 w 1297"/>
                <a:gd name="T5" fmla="*/ 544512 h 779"/>
                <a:gd name="T6" fmla="*/ 1930865 w 1297"/>
                <a:gd name="T7" fmla="*/ 550862 h 779"/>
                <a:gd name="T8" fmla="*/ 1930865 w 1297"/>
                <a:gd name="T9" fmla="*/ 411162 h 779"/>
                <a:gd name="T10" fmla="*/ 2230304 w 1297"/>
                <a:gd name="T11" fmla="*/ 800100 h 779"/>
                <a:gd name="T12" fmla="*/ 1930865 w 1297"/>
                <a:gd name="T13" fmla="*/ 1235075 h 779"/>
                <a:gd name="T14" fmla="*/ 1932586 w 1297"/>
                <a:gd name="T15" fmla="*/ 1098550 h 779"/>
                <a:gd name="T16" fmla="*/ 817434 w 1297"/>
                <a:gd name="T17" fmla="*/ 1093787 h 779"/>
                <a:gd name="T18" fmla="*/ 817434 w 1297"/>
                <a:gd name="T19" fmla="*/ 549275 h 779"/>
                <a:gd name="T20" fmla="*/ 0 w 1297"/>
                <a:gd name="T21" fmla="*/ 549275 h 779"/>
                <a:gd name="T22" fmla="*/ 0 w 1297"/>
                <a:gd name="T23" fmla="*/ 0 h 7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7"/>
                <a:gd name="T37" fmla="*/ 0 h 779"/>
                <a:gd name="T38" fmla="*/ 1297 w 1297"/>
                <a:gd name="T39" fmla="*/ 779 h 7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7" h="779">
                  <a:moveTo>
                    <a:pt x="0" y="0"/>
                  </a:moveTo>
                  <a:lnTo>
                    <a:pt x="864" y="0"/>
                  </a:lnTo>
                  <a:lnTo>
                    <a:pt x="864" y="343"/>
                  </a:lnTo>
                  <a:lnTo>
                    <a:pt x="1122" y="347"/>
                  </a:lnTo>
                  <a:lnTo>
                    <a:pt x="1122" y="259"/>
                  </a:lnTo>
                  <a:lnTo>
                    <a:pt x="1296" y="504"/>
                  </a:lnTo>
                  <a:lnTo>
                    <a:pt x="1122" y="778"/>
                  </a:lnTo>
                  <a:lnTo>
                    <a:pt x="1123" y="692"/>
                  </a:lnTo>
                  <a:lnTo>
                    <a:pt x="475" y="689"/>
                  </a:lnTo>
                  <a:lnTo>
                    <a:pt x="475" y="346"/>
                  </a:lnTo>
                  <a:lnTo>
                    <a:pt x="0" y="346"/>
                  </a:lnTo>
                  <a:lnTo>
                    <a:pt x="0" y="0"/>
                  </a:lnTo>
                </a:path>
              </a:pathLst>
            </a:custGeom>
            <a:solidFill>
              <a:schemeClr val="bg1">
                <a:lumMod val="50000"/>
              </a:schemeClr>
            </a:solidFill>
            <a:ln w="9525">
              <a:noFill/>
              <a:round/>
              <a:headEnd type="none" w="sm" len="sm"/>
              <a:tailEnd type="none" w="sm" len="sm"/>
            </a:ln>
          </p:spPr>
          <p:txBody>
            <a:bodyPr lIns="29250" tIns="29250" rIns="29250" bIns="29250" anchor="ctr"/>
            <a:lstStyle/>
            <a:p>
              <a:pPr>
                <a:defRPr/>
              </a:pPr>
              <a:endParaRPr lang="en-US" sz="1200" dirty="0">
                <a:latin typeface="Aptos" panose="020B0004020202020204" pitchFamily="34" charset="0"/>
              </a:endParaRPr>
            </a:p>
          </p:txBody>
        </p:sp>
        <p:sp>
          <p:nvSpPr>
            <p:cNvPr id="820228" name="Rectangle 4"/>
            <p:cNvSpPr>
              <a:spLocks noChangeArrowheads="1"/>
            </p:cNvSpPr>
            <p:nvPr/>
          </p:nvSpPr>
          <p:spPr bwMode="auto">
            <a:xfrm>
              <a:off x="6515099" y="3771901"/>
              <a:ext cx="1078992" cy="164699"/>
            </a:xfrm>
            <a:prstGeom prst="rect">
              <a:avLst/>
            </a:prstGeom>
            <a:noFill/>
            <a:ln w="9525">
              <a:noFill/>
              <a:miter lim="800000"/>
              <a:headEnd/>
              <a:tailEnd/>
            </a:ln>
          </p:spPr>
          <p:txBody>
            <a:bodyPr wrap="square" lIns="0" tIns="0" rIns="0" bIns="0">
              <a:spAutoFit/>
            </a:bodyPr>
            <a:lstStyle/>
            <a:p>
              <a:pPr algn="ctr" defTabSz="435978">
                <a:lnSpc>
                  <a:spcPct val="90000"/>
                </a:lnSpc>
              </a:pPr>
              <a:r>
                <a:rPr lang="en-US" altLang="ja-JP" sz="1200" dirty="0">
                  <a:solidFill>
                    <a:schemeClr val="bg1"/>
                  </a:solidFill>
                  <a:latin typeface="Aptos" panose="020B0004020202020204" pitchFamily="34" charset="0"/>
                  <a:ea typeface="ＭＳ Ｐゴシック" charset="-128"/>
                </a:rPr>
                <a:t>Text</a:t>
              </a:r>
            </a:p>
          </p:txBody>
        </p:sp>
        <p:sp>
          <p:nvSpPr>
            <p:cNvPr id="7" name="Freeform 5"/>
            <p:cNvSpPr>
              <a:spLocks/>
            </p:cNvSpPr>
            <p:nvPr/>
          </p:nvSpPr>
          <p:spPr bwMode="auto">
            <a:xfrm>
              <a:off x="4441825" y="3074988"/>
              <a:ext cx="2058988" cy="1235075"/>
            </a:xfrm>
            <a:custGeom>
              <a:avLst/>
              <a:gdLst>
                <a:gd name="T0" fmla="*/ 0 w 1297"/>
                <a:gd name="T1" fmla="*/ 0 h 778"/>
                <a:gd name="T2" fmla="*/ 1485811 w 1297"/>
                <a:gd name="T3" fmla="*/ 0 h 778"/>
                <a:gd name="T4" fmla="*/ 1485811 w 1297"/>
                <a:gd name="T5" fmla="*/ 544513 h 778"/>
                <a:gd name="T6" fmla="*/ 1929491 w 1297"/>
                <a:gd name="T7" fmla="*/ 549275 h 778"/>
                <a:gd name="T8" fmla="*/ 1929491 w 1297"/>
                <a:gd name="T9" fmla="*/ 411163 h 778"/>
                <a:gd name="T10" fmla="*/ 2228717 w 1297"/>
                <a:gd name="T11" fmla="*/ 800100 h 778"/>
                <a:gd name="T12" fmla="*/ 1929491 w 1297"/>
                <a:gd name="T13" fmla="*/ 1233488 h 778"/>
                <a:gd name="T14" fmla="*/ 1931211 w 1297"/>
                <a:gd name="T15" fmla="*/ 1096963 h 778"/>
                <a:gd name="T16" fmla="*/ 816852 w 1297"/>
                <a:gd name="T17" fmla="*/ 1092200 h 778"/>
                <a:gd name="T18" fmla="*/ 816852 w 1297"/>
                <a:gd name="T19" fmla="*/ 547688 h 778"/>
                <a:gd name="T20" fmla="*/ 0 w 1297"/>
                <a:gd name="T21" fmla="*/ 547688 h 778"/>
                <a:gd name="T22" fmla="*/ 0 w 1297"/>
                <a:gd name="T23" fmla="*/ 0 h 7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7"/>
                <a:gd name="T37" fmla="*/ 0 h 778"/>
                <a:gd name="T38" fmla="*/ 1297 w 1297"/>
                <a:gd name="T39" fmla="*/ 778 h 7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7" h="778">
                  <a:moveTo>
                    <a:pt x="0" y="0"/>
                  </a:moveTo>
                  <a:lnTo>
                    <a:pt x="864" y="0"/>
                  </a:lnTo>
                  <a:lnTo>
                    <a:pt x="864" y="343"/>
                  </a:lnTo>
                  <a:lnTo>
                    <a:pt x="1122" y="346"/>
                  </a:lnTo>
                  <a:lnTo>
                    <a:pt x="1122" y="259"/>
                  </a:lnTo>
                  <a:lnTo>
                    <a:pt x="1296" y="504"/>
                  </a:lnTo>
                  <a:lnTo>
                    <a:pt x="1122" y="777"/>
                  </a:lnTo>
                  <a:lnTo>
                    <a:pt x="1123" y="691"/>
                  </a:lnTo>
                  <a:lnTo>
                    <a:pt x="475" y="688"/>
                  </a:lnTo>
                  <a:lnTo>
                    <a:pt x="475" y="345"/>
                  </a:lnTo>
                  <a:lnTo>
                    <a:pt x="0" y="345"/>
                  </a:lnTo>
                  <a:lnTo>
                    <a:pt x="0" y="0"/>
                  </a:lnTo>
                </a:path>
              </a:pathLst>
            </a:custGeom>
            <a:solidFill>
              <a:schemeClr val="bg1">
                <a:lumMod val="65000"/>
              </a:schemeClr>
            </a:solidFill>
            <a:ln w="9525">
              <a:noFill/>
              <a:round/>
              <a:headEnd type="none" w="sm" len="sm"/>
              <a:tailEnd type="none" w="sm" len="sm"/>
            </a:ln>
          </p:spPr>
          <p:txBody>
            <a:bodyPr wrap="none" lIns="29250" tIns="29250" rIns="29250" bIns="29250" anchor="ctr"/>
            <a:lstStyle/>
            <a:p>
              <a:pPr>
                <a:defRPr/>
              </a:pPr>
              <a:endParaRPr lang="en-US" sz="1200" dirty="0">
                <a:latin typeface="Aptos" panose="020B0004020202020204" pitchFamily="34" charset="0"/>
              </a:endParaRPr>
            </a:p>
          </p:txBody>
        </p:sp>
        <p:sp>
          <p:nvSpPr>
            <p:cNvPr id="820230" name="Rectangle 6"/>
            <p:cNvSpPr>
              <a:spLocks noChangeArrowheads="1"/>
            </p:cNvSpPr>
            <p:nvPr/>
          </p:nvSpPr>
          <p:spPr bwMode="auto">
            <a:xfrm>
              <a:off x="4724400" y="3219451"/>
              <a:ext cx="1078992" cy="164699"/>
            </a:xfrm>
            <a:prstGeom prst="rect">
              <a:avLst/>
            </a:prstGeom>
            <a:noFill/>
            <a:ln w="9525">
              <a:noFill/>
              <a:miter lim="800000"/>
              <a:headEnd/>
              <a:tailEnd/>
            </a:ln>
          </p:spPr>
          <p:txBody>
            <a:bodyPr wrap="square" lIns="0" tIns="0" rIns="0" bIns="0">
              <a:spAutoFit/>
            </a:bodyPr>
            <a:lstStyle/>
            <a:p>
              <a:pPr algn="ctr" defTabSz="435978">
                <a:lnSpc>
                  <a:spcPct val="90000"/>
                </a:lnSpc>
              </a:pPr>
              <a:r>
                <a:rPr lang="en-US" altLang="ja-JP" sz="1200" dirty="0">
                  <a:latin typeface="Aptos" panose="020B0004020202020204" pitchFamily="34" charset="0"/>
                  <a:ea typeface="ＭＳ Ｐゴシック" charset="-128"/>
                </a:rPr>
                <a:t>Text</a:t>
              </a:r>
            </a:p>
          </p:txBody>
        </p:sp>
        <p:sp>
          <p:nvSpPr>
            <p:cNvPr id="820231" name="Freeform 7"/>
            <p:cNvSpPr>
              <a:spLocks/>
            </p:cNvSpPr>
            <p:nvPr/>
          </p:nvSpPr>
          <p:spPr bwMode="auto">
            <a:xfrm>
              <a:off x="2657475" y="2525713"/>
              <a:ext cx="2058988" cy="1236663"/>
            </a:xfrm>
            <a:custGeom>
              <a:avLst/>
              <a:gdLst>
                <a:gd name="T0" fmla="*/ 0 w 1297"/>
                <a:gd name="T1" fmla="*/ 0 h 779"/>
                <a:gd name="T2" fmla="*/ 2147483647 w 1297"/>
                <a:gd name="T3" fmla="*/ 0 h 779"/>
                <a:gd name="T4" fmla="*/ 2147483647 w 1297"/>
                <a:gd name="T5" fmla="*/ 2147483647 h 779"/>
                <a:gd name="T6" fmla="*/ 2147483647 w 1297"/>
                <a:gd name="T7" fmla="*/ 2147483647 h 779"/>
                <a:gd name="T8" fmla="*/ 2147483647 w 1297"/>
                <a:gd name="T9" fmla="*/ 2147483647 h 779"/>
                <a:gd name="T10" fmla="*/ 2147483647 w 1297"/>
                <a:gd name="T11" fmla="*/ 2147483647 h 779"/>
                <a:gd name="T12" fmla="*/ 2147483647 w 1297"/>
                <a:gd name="T13" fmla="*/ 2147483647 h 779"/>
                <a:gd name="T14" fmla="*/ 2147483647 w 1297"/>
                <a:gd name="T15" fmla="*/ 2147483647 h 779"/>
                <a:gd name="T16" fmla="*/ 2147483647 w 1297"/>
                <a:gd name="T17" fmla="*/ 2147483647 h 779"/>
                <a:gd name="T18" fmla="*/ 2147483647 w 1297"/>
                <a:gd name="T19" fmla="*/ 2147483647 h 779"/>
                <a:gd name="T20" fmla="*/ 0 w 1297"/>
                <a:gd name="T21" fmla="*/ 2147483647 h 779"/>
                <a:gd name="T22" fmla="*/ 0 w 1297"/>
                <a:gd name="T23" fmla="*/ 0 h 7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7"/>
                <a:gd name="T37" fmla="*/ 0 h 779"/>
                <a:gd name="T38" fmla="*/ 1297 w 1297"/>
                <a:gd name="T39" fmla="*/ 779 h 7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7" h="779">
                  <a:moveTo>
                    <a:pt x="0" y="0"/>
                  </a:moveTo>
                  <a:lnTo>
                    <a:pt x="864" y="0"/>
                  </a:lnTo>
                  <a:lnTo>
                    <a:pt x="864" y="343"/>
                  </a:lnTo>
                  <a:lnTo>
                    <a:pt x="1122" y="347"/>
                  </a:lnTo>
                  <a:lnTo>
                    <a:pt x="1122" y="259"/>
                  </a:lnTo>
                  <a:lnTo>
                    <a:pt x="1296" y="504"/>
                  </a:lnTo>
                  <a:lnTo>
                    <a:pt x="1122" y="778"/>
                  </a:lnTo>
                  <a:lnTo>
                    <a:pt x="1123" y="692"/>
                  </a:lnTo>
                  <a:lnTo>
                    <a:pt x="475" y="689"/>
                  </a:lnTo>
                  <a:lnTo>
                    <a:pt x="475" y="346"/>
                  </a:lnTo>
                  <a:lnTo>
                    <a:pt x="0" y="346"/>
                  </a:lnTo>
                  <a:lnTo>
                    <a:pt x="0" y="0"/>
                  </a:lnTo>
                </a:path>
              </a:pathLst>
            </a:custGeom>
            <a:solidFill>
              <a:schemeClr val="bg1">
                <a:lumMod val="75000"/>
              </a:schemeClr>
            </a:solidFill>
            <a:ln w="9525">
              <a:noFill/>
              <a:round/>
              <a:headEnd type="none" w="sm" len="sm"/>
              <a:tailEnd type="none" w="sm" len="sm"/>
            </a:ln>
          </p:spPr>
          <p:txBody>
            <a:bodyPr wrap="none" lIns="29250" tIns="29250" rIns="29250" bIns="29250" anchor="ctr"/>
            <a:lstStyle/>
            <a:p>
              <a:endParaRPr lang="en-US" sz="1200" dirty="0">
                <a:latin typeface="Aptos" panose="020B0004020202020204" pitchFamily="34" charset="0"/>
              </a:endParaRPr>
            </a:p>
          </p:txBody>
        </p:sp>
        <p:sp>
          <p:nvSpPr>
            <p:cNvPr id="820232" name="Rectangle 8"/>
            <p:cNvSpPr>
              <a:spLocks noChangeArrowheads="1"/>
            </p:cNvSpPr>
            <p:nvPr/>
          </p:nvSpPr>
          <p:spPr bwMode="auto">
            <a:xfrm>
              <a:off x="2943224" y="2670176"/>
              <a:ext cx="1078992" cy="164699"/>
            </a:xfrm>
            <a:prstGeom prst="rect">
              <a:avLst/>
            </a:prstGeom>
            <a:noFill/>
            <a:ln w="9525">
              <a:noFill/>
              <a:miter lim="800000"/>
              <a:headEnd/>
              <a:tailEnd/>
            </a:ln>
          </p:spPr>
          <p:txBody>
            <a:bodyPr lIns="0" tIns="0" rIns="0" bIns="0">
              <a:spAutoFit/>
            </a:bodyPr>
            <a:lstStyle/>
            <a:p>
              <a:pPr algn="ctr" defTabSz="435978">
                <a:lnSpc>
                  <a:spcPct val="90000"/>
                </a:lnSpc>
              </a:pPr>
              <a:r>
                <a:rPr lang="en-US" altLang="ja-JP" sz="1200" dirty="0">
                  <a:latin typeface="Aptos" panose="020B0004020202020204" pitchFamily="34" charset="0"/>
                  <a:ea typeface="ＭＳ Ｐゴシック" charset="-128"/>
                </a:rPr>
                <a:t>Text</a:t>
              </a:r>
            </a:p>
          </p:txBody>
        </p:sp>
        <p:sp>
          <p:nvSpPr>
            <p:cNvPr id="820233" name="Freeform 9"/>
            <p:cNvSpPr>
              <a:spLocks/>
            </p:cNvSpPr>
            <p:nvPr/>
          </p:nvSpPr>
          <p:spPr bwMode="auto">
            <a:xfrm>
              <a:off x="876300" y="1976438"/>
              <a:ext cx="2058988" cy="1236663"/>
            </a:xfrm>
            <a:custGeom>
              <a:avLst/>
              <a:gdLst>
                <a:gd name="T0" fmla="*/ 0 w 1297"/>
                <a:gd name="T1" fmla="*/ 0 h 779"/>
                <a:gd name="T2" fmla="*/ 2147483647 w 1297"/>
                <a:gd name="T3" fmla="*/ 0 h 779"/>
                <a:gd name="T4" fmla="*/ 2147483647 w 1297"/>
                <a:gd name="T5" fmla="*/ 2147483647 h 779"/>
                <a:gd name="T6" fmla="*/ 2147483647 w 1297"/>
                <a:gd name="T7" fmla="*/ 2147483647 h 779"/>
                <a:gd name="T8" fmla="*/ 2147483647 w 1297"/>
                <a:gd name="T9" fmla="*/ 2147483647 h 779"/>
                <a:gd name="T10" fmla="*/ 2147483647 w 1297"/>
                <a:gd name="T11" fmla="*/ 2147483647 h 779"/>
                <a:gd name="T12" fmla="*/ 2147483647 w 1297"/>
                <a:gd name="T13" fmla="*/ 2147483647 h 779"/>
                <a:gd name="T14" fmla="*/ 2147483647 w 1297"/>
                <a:gd name="T15" fmla="*/ 2147483647 h 779"/>
                <a:gd name="T16" fmla="*/ 2147483647 w 1297"/>
                <a:gd name="T17" fmla="*/ 2147483647 h 779"/>
                <a:gd name="T18" fmla="*/ 2147483647 w 1297"/>
                <a:gd name="T19" fmla="*/ 2147483647 h 779"/>
                <a:gd name="T20" fmla="*/ 0 w 1297"/>
                <a:gd name="T21" fmla="*/ 2147483647 h 779"/>
                <a:gd name="T22" fmla="*/ 0 w 1297"/>
                <a:gd name="T23" fmla="*/ 0 h 7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7"/>
                <a:gd name="T37" fmla="*/ 0 h 779"/>
                <a:gd name="T38" fmla="*/ 1297 w 1297"/>
                <a:gd name="T39" fmla="*/ 779 h 7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7" h="779">
                  <a:moveTo>
                    <a:pt x="0" y="0"/>
                  </a:moveTo>
                  <a:lnTo>
                    <a:pt x="864" y="0"/>
                  </a:lnTo>
                  <a:lnTo>
                    <a:pt x="864" y="343"/>
                  </a:lnTo>
                  <a:lnTo>
                    <a:pt x="1122" y="347"/>
                  </a:lnTo>
                  <a:lnTo>
                    <a:pt x="1122" y="259"/>
                  </a:lnTo>
                  <a:lnTo>
                    <a:pt x="1296" y="504"/>
                  </a:lnTo>
                  <a:lnTo>
                    <a:pt x="1122" y="778"/>
                  </a:lnTo>
                  <a:lnTo>
                    <a:pt x="1123" y="692"/>
                  </a:lnTo>
                  <a:lnTo>
                    <a:pt x="475" y="689"/>
                  </a:lnTo>
                  <a:lnTo>
                    <a:pt x="475" y="346"/>
                  </a:lnTo>
                  <a:lnTo>
                    <a:pt x="0" y="346"/>
                  </a:lnTo>
                  <a:lnTo>
                    <a:pt x="0" y="0"/>
                  </a:lnTo>
                </a:path>
              </a:pathLst>
            </a:custGeom>
            <a:solidFill>
              <a:schemeClr val="accent3"/>
            </a:solidFill>
            <a:ln w="9525">
              <a:noFill/>
              <a:round/>
              <a:headEnd type="none" w="sm" len="sm"/>
              <a:tailEnd type="none" w="sm" len="sm"/>
            </a:ln>
          </p:spPr>
          <p:txBody>
            <a:bodyPr lIns="29250" tIns="29250" rIns="29250" bIns="29250" anchor="ctr"/>
            <a:lstStyle/>
            <a:p>
              <a:endParaRPr lang="en-US" sz="1200" dirty="0">
                <a:latin typeface="Aptos" panose="020B0004020202020204" pitchFamily="34" charset="0"/>
              </a:endParaRPr>
            </a:p>
          </p:txBody>
        </p:sp>
        <p:sp>
          <p:nvSpPr>
            <p:cNvPr id="820234" name="Rectangle 10"/>
            <p:cNvSpPr>
              <a:spLocks noChangeArrowheads="1"/>
            </p:cNvSpPr>
            <p:nvPr/>
          </p:nvSpPr>
          <p:spPr bwMode="gray">
            <a:xfrm>
              <a:off x="895350" y="2122488"/>
              <a:ext cx="1338263" cy="164699"/>
            </a:xfrm>
            <a:prstGeom prst="rect">
              <a:avLst/>
            </a:prstGeom>
            <a:noFill/>
            <a:ln w="9525">
              <a:noFill/>
              <a:miter lim="800000"/>
              <a:headEnd/>
              <a:tailEnd/>
            </a:ln>
          </p:spPr>
          <p:txBody>
            <a:bodyPr wrap="square" lIns="0" tIns="0" rIns="0" bIns="0">
              <a:spAutoFit/>
            </a:bodyPr>
            <a:lstStyle/>
            <a:p>
              <a:pPr algn="ctr" defTabSz="435978">
                <a:lnSpc>
                  <a:spcPct val="90000"/>
                </a:lnSpc>
              </a:pPr>
              <a:r>
                <a:rPr lang="en-US" altLang="ja-JP" sz="1200" dirty="0">
                  <a:latin typeface="Aptos" panose="020B0004020202020204" pitchFamily="34" charset="0"/>
                  <a:ea typeface="ＭＳ Ｐゴシック" charset="-128"/>
                </a:rPr>
                <a:t>Text</a:t>
              </a:r>
            </a:p>
          </p:txBody>
        </p:sp>
      </p:grpSp>
    </p:spTree>
    <p:extLst>
      <p:ext uri="{BB962C8B-B14F-4D97-AF65-F5344CB8AC3E}">
        <p14:creationId xmlns:p14="http://schemas.microsoft.com/office/powerpoint/2010/main" val="1747527880"/>
      </p:ext>
    </p:extLst>
  </p:cSld>
  <p:clrMapOvr>
    <a:masterClrMapping/>
  </p:clrMapOvr>
  <p:transition>
    <p:fade/>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1250" name="Title 1"/>
          <p:cNvSpPr>
            <a:spLocks noGrp="1"/>
          </p:cNvSpPr>
          <p:nvPr>
            <p:ph type="title"/>
          </p:nvPr>
        </p:nvSpPr>
        <p:spPr/>
        <p:txBody>
          <a:bodyPr/>
          <a:lstStyle/>
          <a:p>
            <a:r>
              <a:rPr lang="en-US"/>
              <a:t>Heptagon</a:t>
            </a:r>
            <a:endParaRPr lang="en-US" dirty="0"/>
          </a:p>
        </p:txBody>
      </p:sp>
      <p:grpSp>
        <p:nvGrpSpPr>
          <p:cNvPr id="2" name="Group 1"/>
          <p:cNvGrpSpPr/>
          <p:nvPr/>
        </p:nvGrpSpPr>
        <p:grpSpPr>
          <a:xfrm>
            <a:off x="2331336" y="1737033"/>
            <a:ext cx="5189808" cy="3989208"/>
            <a:chOff x="1902083" y="1888263"/>
            <a:chExt cx="5278889" cy="3688801"/>
          </a:xfrm>
        </p:grpSpPr>
        <p:sp>
          <p:nvSpPr>
            <p:cNvPr id="54" name="Oval 2"/>
            <p:cNvSpPr>
              <a:spLocks noChangeArrowheads="1"/>
            </p:cNvSpPr>
            <p:nvPr/>
          </p:nvSpPr>
          <p:spPr bwMode="auto">
            <a:xfrm>
              <a:off x="5514097" y="3837924"/>
              <a:ext cx="1666875" cy="766763"/>
            </a:xfrm>
            <a:prstGeom prst="ellipse">
              <a:avLst/>
            </a:prstGeom>
            <a:solidFill>
              <a:schemeClr val="tx1"/>
            </a:solidFill>
            <a:ln w="6350" algn="ctr">
              <a:noFill/>
              <a:round/>
              <a:headEnd/>
              <a:tailEnd/>
            </a:ln>
          </p:spPr>
          <p:txBody>
            <a:bodyPr lIns="29250" tIns="29250" rIns="29250" bIns="29250" anchor="ctr" anchorCtr="1"/>
            <a:lstStyle/>
            <a:p>
              <a:pPr algn="ctr" eaLnBrk="1" hangingPunct="1">
                <a:lnSpc>
                  <a:spcPct val="106000"/>
                </a:lnSpc>
                <a:spcBef>
                  <a:spcPct val="80000"/>
                </a:spcBef>
              </a:pPr>
              <a:r>
                <a:rPr lang="en-US" altLang="ja-JP" sz="1200" dirty="0">
                  <a:solidFill>
                    <a:schemeClr val="bg1"/>
                  </a:solidFill>
                  <a:latin typeface="Aptos" panose="020B0004020202020204" pitchFamily="34" charset="0"/>
                  <a:ea typeface="ＭＳ Ｐゴシック" pitchFamily="50" charset="-128"/>
                </a:rPr>
                <a:t>Text</a:t>
              </a:r>
            </a:p>
          </p:txBody>
        </p:sp>
        <p:sp>
          <p:nvSpPr>
            <p:cNvPr id="57" name="Oval 56"/>
            <p:cNvSpPr>
              <a:spLocks noChangeArrowheads="1"/>
            </p:cNvSpPr>
            <p:nvPr/>
          </p:nvSpPr>
          <p:spPr bwMode="auto">
            <a:xfrm>
              <a:off x="2714932" y="4810125"/>
              <a:ext cx="1666875" cy="766763"/>
            </a:xfrm>
            <a:prstGeom prst="ellipse">
              <a:avLst/>
            </a:prstGeom>
            <a:solidFill>
              <a:schemeClr val="tx1"/>
            </a:solidFill>
            <a:ln w="6350" algn="ctr">
              <a:noFill/>
              <a:round/>
              <a:headEnd/>
              <a:tailEnd/>
            </a:ln>
          </p:spPr>
          <p:txBody>
            <a:bodyPr lIns="29250" tIns="29250" rIns="29250" bIns="29250" anchor="ctr" anchorCtr="1"/>
            <a:lstStyle/>
            <a:p>
              <a:pPr algn="ctr" eaLnBrk="1" hangingPunct="1">
                <a:lnSpc>
                  <a:spcPct val="106000"/>
                </a:lnSpc>
                <a:spcBef>
                  <a:spcPct val="80000"/>
                </a:spcBef>
              </a:pPr>
              <a:r>
                <a:rPr lang="en-US" altLang="ja-JP" sz="1200" dirty="0">
                  <a:solidFill>
                    <a:schemeClr val="bg1"/>
                  </a:solidFill>
                  <a:latin typeface="Aptos" panose="020B0004020202020204" pitchFamily="34" charset="0"/>
                  <a:ea typeface="ＭＳ Ｐゴシック" pitchFamily="50" charset="-128"/>
                </a:rPr>
                <a:t>Text</a:t>
              </a:r>
            </a:p>
          </p:txBody>
        </p:sp>
        <p:sp>
          <p:nvSpPr>
            <p:cNvPr id="58" name="Oval 57"/>
            <p:cNvSpPr>
              <a:spLocks noChangeArrowheads="1"/>
            </p:cNvSpPr>
            <p:nvPr/>
          </p:nvSpPr>
          <p:spPr bwMode="auto">
            <a:xfrm>
              <a:off x="4755688" y="4810301"/>
              <a:ext cx="1668463" cy="766763"/>
            </a:xfrm>
            <a:prstGeom prst="ellipse">
              <a:avLst/>
            </a:prstGeom>
            <a:solidFill>
              <a:schemeClr val="tx1"/>
            </a:solidFill>
            <a:ln w="6350" algn="ctr">
              <a:noFill/>
              <a:round/>
              <a:headEnd/>
              <a:tailEnd/>
            </a:ln>
          </p:spPr>
          <p:txBody>
            <a:bodyPr lIns="29250" tIns="29250" rIns="29250" bIns="29250" anchor="ctr" anchorCtr="1"/>
            <a:lstStyle/>
            <a:p>
              <a:pPr algn="ctr" eaLnBrk="1" hangingPunct="1">
                <a:lnSpc>
                  <a:spcPct val="106000"/>
                </a:lnSpc>
                <a:spcBef>
                  <a:spcPct val="80000"/>
                </a:spcBef>
              </a:pPr>
              <a:r>
                <a:rPr lang="en-US" altLang="ja-JP" sz="1200" dirty="0">
                  <a:solidFill>
                    <a:schemeClr val="bg1"/>
                  </a:solidFill>
                  <a:latin typeface="Aptos" panose="020B0004020202020204" pitchFamily="34" charset="0"/>
                  <a:ea typeface="ＭＳ Ｐゴシック" pitchFamily="50" charset="-128"/>
                </a:rPr>
                <a:t>Text</a:t>
              </a:r>
            </a:p>
          </p:txBody>
        </p:sp>
        <p:sp>
          <p:nvSpPr>
            <p:cNvPr id="59" name="Oval 58"/>
            <p:cNvSpPr>
              <a:spLocks noChangeArrowheads="1"/>
            </p:cNvSpPr>
            <p:nvPr/>
          </p:nvSpPr>
          <p:spPr bwMode="auto">
            <a:xfrm>
              <a:off x="3897013" y="3078163"/>
              <a:ext cx="1377682" cy="1233487"/>
            </a:xfrm>
            <a:prstGeom prst="ellipse">
              <a:avLst/>
            </a:prstGeom>
            <a:solidFill>
              <a:schemeClr val="accent1"/>
            </a:solidFill>
            <a:ln w="38100">
              <a:noFill/>
              <a:round/>
              <a:headEnd/>
              <a:tailEnd/>
            </a:ln>
          </p:spPr>
          <p:txBody>
            <a:bodyPr lIns="29250" tIns="29250" rIns="29250" bIns="29250" anchor="ctr" anchorCtr="1"/>
            <a:lstStyle/>
            <a:p>
              <a:pPr algn="ctr" eaLnBrk="1" hangingPunct="1">
                <a:lnSpc>
                  <a:spcPct val="106000"/>
                </a:lnSpc>
                <a:spcBef>
                  <a:spcPct val="80000"/>
                </a:spcBef>
                <a:defRPr/>
              </a:pPr>
              <a:r>
                <a:rPr lang="en-US" altLang="ja-JP" sz="1200" dirty="0">
                  <a:latin typeface="Aptos" panose="020B0004020202020204" pitchFamily="34" charset="0"/>
                  <a:ea typeface="ＭＳ Ｐゴシック" pitchFamily="50" charset="-128"/>
                </a:rPr>
                <a:t>Text</a:t>
              </a:r>
            </a:p>
          </p:txBody>
        </p:sp>
        <p:sp>
          <p:nvSpPr>
            <p:cNvPr id="60" name="Oval 59"/>
            <p:cNvSpPr>
              <a:spLocks noChangeArrowheads="1"/>
            </p:cNvSpPr>
            <p:nvPr/>
          </p:nvSpPr>
          <p:spPr bwMode="auto">
            <a:xfrm>
              <a:off x="3751601" y="1888263"/>
              <a:ext cx="1666875" cy="766762"/>
            </a:xfrm>
            <a:prstGeom prst="ellipse">
              <a:avLst/>
            </a:prstGeom>
            <a:solidFill>
              <a:schemeClr val="tx1"/>
            </a:solidFill>
            <a:ln w="6350" algn="ctr">
              <a:noFill/>
              <a:round/>
              <a:headEnd/>
              <a:tailEnd/>
            </a:ln>
          </p:spPr>
          <p:txBody>
            <a:bodyPr lIns="29250" tIns="29250" rIns="29250" bIns="29250" anchor="ctr" anchorCtr="1"/>
            <a:lstStyle/>
            <a:p>
              <a:pPr algn="ctr" eaLnBrk="1" hangingPunct="1">
                <a:lnSpc>
                  <a:spcPct val="106000"/>
                </a:lnSpc>
                <a:spcBef>
                  <a:spcPct val="80000"/>
                </a:spcBef>
              </a:pPr>
              <a:r>
                <a:rPr lang="en-US" altLang="ja-JP" sz="1200" dirty="0">
                  <a:solidFill>
                    <a:schemeClr val="bg1"/>
                  </a:solidFill>
                  <a:latin typeface="Aptos" panose="020B0004020202020204" pitchFamily="34" charset="0"/>
                  <a:ea typeface="ＭＳ Ｐゴシック" pitchFamily="50" charset="-128"/>
                </a:rPr>
                <a:t>Text</a:t>
              </a:r>
            </a:p>
          </p:txBody>
        </p:sp>
        <p:sp>
          <p:nvSpPr>
            <p:cNvPr id="61" name="Oval 60"/>
            <p:cNvSpPr>
              <a:spLocks noChangeArrowheads="1"/>
            </p:cNvSpPr>
            <p:nvPr/>
          </p:nvSpPr>
          <p:spPr bwMode="auto">
            <a:xfrm>
              <a:off x="5514097" y="2673120"/>
              <a:ext cx="1666875" cy="768350"/>
            </a:xfrm>
            <a:prstGeom prst="ellipse">
              <a:avLst/>
            </a:prstGeom>
            <a:solidFill>
              <a:schemeClr val="tx1"/>
            </a:solidFill>
            <a:ln w="6350" algn="ctr">
              <a:noFill/>
              <a:round/>
              <a:headEnd/>
              <a:tailEnd/>
            </a:ln>
          </p:spPr>
          <p:txBody>
            <a:bodyPr lIns="29250" tIns="29250" rIns="29250" bIns="29250" anchor="ctr" anchorCtr="1"/>
            <a:lstStyle/>
            <a:p>
              <a:pPr algn="ctr" eaLnBrk="1" hangingPunct="1">
                <a:lnSpc>
                  <a:spcPct val="106000"/>
                </a:lnSpc>
                <a:spcBef>
                  <a:spcPct val="80000"/>
                </a:spcBef>
              </a:pPr>
              <a:r>
                <a:rPr lang="en-US" altLang="ja-JP" sz="1200" dirty="0">
                  <a:solidFill>
                    <a:schemeClr val="bg1"/>
                  </a:solidFill>
                  <a:latin typeface="Aptos" panose="020B0004020202020204" pitchFamily="34" charset="0"/>
                  <a:ea typeface="ＭＳ Ｐゴシック" pitchFamily="50" charset="-128"/>
                </a:rPr>
                <a:t>Text</a:t>
              </a:r>
            </a:p>
          </p:txBody>
        </p:sp>
        <p:sp>
          <p:nvSpPr>
            <p:cNvPr id="62" name="Oval 61"/>
            <p:cNvSpPr>
              <a:spLocks noChangeArrowheads="1"/>
            </p:cNvSpPr>
            <p:nvPr/>
          </p:nvSpPr>
          <p:spPr bwMode="auto">
            <a:xfrm>
              <a:off x="1905307" y="2678012"/>
              <a:ext cx="1666875" cy="768350"/>
            </a:xfrm>
            <a:prstGeom prst="ellipse">
              <a:avLst/>
            </a:prstGeom>
            <a:solidFill>
              <a:schemeClr val="tx1"/>
            </a:solidFill>
            <a:ln w="6350" algn="ctr">
              <a:noFill/>
              <a:round/>
              <a:headEnd/>
              <a:tailEnd/>
            </a:ln>
          </p:spPr>
          <p:txBody>
            <a:bodyPr lIns="29250" tIns="29250" rIns="29250" bIns="29250" anchor="ctr" anchorCtr="1"/>
            <a:lstStyle/>
            <a:p>
              <a:pPr algn="ctr" eaLnBrk="1" hangingPunct="1">
                <a:lnSpc>
                  <a:spcPct val="106000"/>
                </a:lnSpc>
                <a:spcBef>
                  <a:spcPct val="80000"/>
                </a:spcBef>
              </a:pPr>
              <a:r>
                <a:rPr lang="en-US" altLang="ja-JP" sz="1200" dirty="0">
                  <a:solidFill>
                    <a:schemeClr val="bg1"/>
                  </a:solidFill>
                  <a:latin typeface="Aptos" panose="020B0004020202020204" pitchFamily="34" charset="0"/>
                  <a:ea typeface="ＭＳ Ｐゴシック" pitchFamily="50" charset="-128"/>
                </a:rPr>
                <a:t>Text</a:t>
              </a:r>
            </a:p>
          </p:txBody>
        </p:sp>
        <p:sp>
          <p:nvSpPr>
            <p:cNvPr id="63" name="Oval 62"/>
            <p:cNvSpPr>
              <a:spLocks noChangeArrowheads="1"/>
            </p:cNvSpPr>
            <p:nvPr/>
          </p:nvSpPr>
          <p:spPr bwMode="auto">
            <a:xfrm>
              <a:off x="1902083" y="3837924"/>
              <a:ext cx="1666875" cy="766763"/>
            </a:xfrm>
            <a:prstGeom prst="ellipse">
              <a:avLst/>
            </a:prstGeom>
            <a:solidFill>
              <a:schemeClr val="tx1"/>
            </a:solidFill>
            <a:ln w="6350" algn="ctr">
              <a:noFill/>
              <a:round/>
              <a:headEnd/>
              <a:tailEnd/>
            </a:ln>
          </p:spPr>
          <p:txBody>
            <a:bodyPr lIns="29250" tIns="29250" rIns="29250" bIns="29250" anchor="ctr" anchorCtr="1"/>
            <a:lstStyle/>
            <a:p>
              <a:pPr algn="ctr" eaLnBrk="1" hangingPunct="1">
                <a:lnSpc>
                  <a:spcPct val="106000"/>
                </a:lnSpc>
                <a:spcBef>
                  <a:spcPct val="80000"/>
                </a:spcBef>
              </a:pPr>
              <a:r>
                <a:rPr lang="en-US" altLang="ja-JP" sz="1200" dirty="0">
                  <a:solidFill>
                    <a:schemeClr val="bg1"/>
                  </a:solidFill>
                  <a:latin typeface="Aptos" panose="020B0004020202020204" pitchFamily="34" charset="0"/>
                  <a:ea typeface="ＭＳ Ｐゴシック" pitchFamily="50" charset="-128"/>
                </a:rPr>
                <a:t>Text</a:t>
              </a:r>
            </a:p>
          </p:txBody>
        </p:sp>
        <p:cxnSp>
          <p:nvCxnSpPr>
            <p:cNvPr id="64" name="AutoShape 13"/>
            <p:cNvCxnSpPr>
              <a:cxnSpLocks noChangeShapeType="1"/>
              <a:stCxn id="59" idx="0"/>
              <a:endCxn id="60" idx="4"/>
            </p:cNvCxnSpPr>
            <p:nvPr/>
          </p:nvCxnSpPr>
          <p:spPr bwMode="auto">
            <a:xfrm flipH="1" flipV="1">
              <a:off x="4585039" y="2655025"/>
              <a:ext cx="815" cy="423138"/>
            </a:xfrm>
            <a:prstGeom prst="straightConnector1">
              <a:avLst/>
            </a:prstGeom>
            <a:noFill/>
            <a:ln w="6350">
              <a:solidFill>
                <a:srgbClr val="BBBCBC"/>
              </a:solidFill>
              <a:round/>
              <a:headEnd type="triangle" w="med" len="med"/>
              <a:tailEnd type="triangle" w="med" len="med"/>
            </a:ln>
          </p:spPr>
        </p:cxnSp>
        <p:cxnSp>
          <p:nvCxnSpPr>
            <p:cNvPr id="65" name="AutoShape 14"/>
            <p:cNvCxnSpPr>
              <a:cxnSpLocks noChangeShapeType="1"/>
              <a:stCxn id="58" idx="2"/>
              <a:endCxn id="57" idx="6"/>
            </p:cNvCxnSpPr>
            <p:nvPr/>
          </p:nvCxnSpPr>
          <p:spPr bwMode="auto">
            <a:xfrm flipH="1" flipV="1">
              <a:off x="4381807" y="5193507"/>
              <a:ext cx="373881" cy="176"/>
            </a:xfrm>
            <a:prstGeom prst="straightConnector1">
              <a:avLst/>
            </a:prstGeom>
            <a:noFill/>
            <a:ln w="6350">
              <a:solidFill>
                <a:srgbClr val="BBBCBC"/>
              </a:solidFill>
              <a:round/>
              <a:headEnd type="triangle" w="med" len="med"/>
              <a:tailEnd type="triangle" w="med" len="med"/>
            </a:ln>
          </p:spPr>
        </p:cxnSp>
        <p:cxnSp>
          <p:nvCxnSpPr>
            <p:cNvPr id="66" name="AutoShape 15"/>
            <p:cNvCxnSpPr>
              <a:cxnSpLocks noChangeShapeType="1"/>
              <a:stCxn id="60" idx="6"/>
              <a:endCxn id="61" idx="0"/>
            </p:cNvCxnSpPr>
            <p:nvPr/>
          </p:nvCxnSpPr>
          <p:spPr bwMode="auto">
            <a:xfrm>
              <a:off x="5418476" y="2271644"/>
              <a:ext cx="929059" cy="401476"/>
            </a:xfrm>
            <a:prstGeom prst="straightConnector1">
              <a:avLst/>
            </a:prstGeom>
            <a:noFill/>
            <a:ln w="6350">
              <a:solidFill>
                <a:srgbClr val="BBBCBC"/>
              </a:solidFill>
              <a:round/>
              <a:headEnd type="triangle" w="med" len="med"/>
              <a:tailEnd type="triangle" w="med" len="med"/>
            </a:ln>
          </p:spPr>
        </p:cxnSp>
        <p:cxnSp>
          <p:nvCxnSpPr>
            <p:cNvPr id="67" name="AutoShape 16"/>
            <p:cNvCxnSpPr>
              <a:cxnSpLocks noChangeShapeType="1"/>
              <a:stCxn id="61" idx="4"/>
              <a:endCxn id="54" idx="0"/>
            </p:cNvCxnSpPr>
            <p:nvPr/>
          </p:nvCxnSpPr>
          <p:spPr bwMode="auto">
            <a:xfrm>
              <a:off x="6347535" y="3441470"/>
              <a:ext cx="0" cy="396454"/>
            </a:xfrm>
            <a:prstGeom prst="straightConnector1">
              <a:avLst/>
            </a:prstGeom>
            <a:noFill/>
            <a:ln w="6350">
              <a:solidFill>
                <a:srgbClr val="BBBCBC"/>
              </a:solidFill>
              <a:round/>
              <a:headEnd type="triangle" w="med" len="med"/>
              <a:tailEnd type="triangle" w="med" len="med"/>
            </a:ln>
          </p:spPr>
        </p:cxnSp>
        <p:cxnSp>
          <p:nvCxnSpPr>
            <p:cNvPr id="68" name="AutoShape 17"/>
            <p:cNvCxnSpPr>
              <a:cxnSpLocks noChangeShapeType="1"/>
              <a:stCxn id="54" idx="4"/>
              <a:endCxn id="58" idx="7"/>
            </p:cNvCxnSpPr>
            <p:nvPr/>
          </p:nvCxnSpPr>
          <p:spPr bwMode="auto">
            <a:xfrm flipH="1">
              <a:off x="6179810" y="4604687"/>
              <a:ext cx="167725" cy="317904"/>
            </a:xfrm>
            <a:prstGeom prst="straightConnector1">
              <a:avLst/>
            </a:prstGeom>
            <a:noFill/>
            <a:ln w="6350">
              <a:solidFill>
                <a:srgbClr val="BBBCBC"/>
              </a:solidFill>
              <a:round/>
              <a:headEnd type="triangle" w="med" len="med"/>
              <a:tailEnd type="triangle" w="med" len="med"/>
            </a:ln>
          </p:spPr>
        </p:cxnSp>
        <p:cxnSp>
          <p:nvCxnSpPr>
            <p:cNvPr id="69" name="AutoShape 18"/>
            <p:cNvCxnSpPr>
              <a:cxnSpLocks noChangeShapeType="1"/>
              <a:stCxn id="57" idx="1"/>
              <a:endCxn id="63" idx="4"/>
            </p:cNvCxnSpPr>
            <p:nvPr/>
          </p:nvCxnSpPr>
          <p:spPr bwMode="auto">
            <a:xfrm flipH="1" flipV="1">
              <a:off x="2735521" y="4604687"/>
              <a:ext cx="223519" cy="317728"/>
            </a:xfrm>
            <a:prstGeom prst="straightConnector1">
              <a:avLst/>
            </a:prstGeom>
            <a:noFill/>
            <a:ln w="6350">
              <a:solidFill>
                <a:srgbClr val="BBBCBC"/>
              </a:solidFill>
              <a:round/>
              <a:headEnd type="triangle" w="med" len="med"/>
              <a:tailEnd type="triangle" w="med" len="med"/>
            </a:ln>
          </p:spPr>
        </p:cxnSp>
        <p:cxnSp>
          <p:nvCxnSpPr>
            <p:cNvPr id="70" name="AutoShape 19"/>
            <p:cNvCxnSpPr>
              <a:cxnSpLocks noChangeShapeType="1"/>
              <a:stCxn id="62" idx="4"/>
              <a:endCxn id="63" idx="0"/>
            </p:cNvCxnSpPr>
            <p:nvPr/>
          </p:nvCxnSpPr>
          <p:spPr bwMode="auto">
            <a:xfrm flipH="1">
              <a:off x="2735521" y="3446362"/>
              <a:ext cx="3224" cy="391562"/>
            </a:xfrm>
            <a:prstGeom prst="straightConnector1">
              <a:avLst/>
            </a:prstGeom>
            <a:noFill/>
            <a:ln w="6350">
              <a:solidFill>
                <a:srgbClr val="BBBCBC"/>
              </a:solidFill>
              <a:round/>
              <a:headEnd type="triangle" w="med" len="med"/>
              <a:tailEnd type="triangle" w="med" len="med"/>
            </a:ln>
          </p:spPr>
        </p:cxnSp>
        <p:cxnSp>
          <p:nvCxnSpPr>
            <p:cNvPr id="71" name="AutoShape 20"/>
            <p:cNvCxnSpPr>
              <a:cxnSpLocks noChangeShapeType="1"/>
              <a:stCxn id="62" idx="0"/>
              <a:endCxn id="60" idx="2"/>
            </p:cNvCxnSpPr>
            <p:nvPr/>
          </p:nvCxnSpPr>
          <p:spPr bwMode="auto">
            <a:xfrm flipV="1">
              <a:off x="2738745" y="2271644"/>
              <a:ext cx="1012856" cy="406368"/>
            </a:xfrm>
            <a:prstGeom prst="straightConnector1">
              <a:avLst/>
            </a:prstGeom>
            <a:noFill/>
            <a:ln w="6350">
              <a:solidFill>
                <a:srgbClr val="BBBCBC"/>
              </a:solidFill>
              <a:round/>
              <a:headEnd type="triangle" w="med" len="med"/>
              <a:tailEnd type="triangle" w="med" len="med"/>
            </a:ln>
          </p:spPr>
        </p:cxnSp>
        <p:cxnSp>
          <p:nvCxnSpPr>
            <p:cNvPr id="72" name="AutoShape 21"/>
            <p:cNvCxnSpPr>
              <a:cxnSpLocks noChangeShapeType="1"/>
              <a:stCxn id="59" idx="3"/>
              <a:endCxn id="63" idx="6"/>
            </p:cNvCxnSpPr>
            <p:nvPr/>
          </p:nvCxnSpPr>
          <p:spPr bwMode="auto">
            <a:xfrm flipH="1">
              <a:off x="3568958" y="4131010"/>
              <a:ext cx="529812" cy="90295"/>
            </a:xfrm>
            <a:prstGeom prst="straightConnector1">
              <a:avLst/>
            </a:prstGeom>
            <a:noFill/>
            <a:ln w="6350">
              <a:solidFill>
                <a:srgbClr val="BBBCBC"/>
              </a:solidFill>
              <a:round/>
              <a:headEnd type="triangle" w="med" len="med"/>
              <a:tailEnd type="triangle" w="med" len="med"/>
            </a:ln>
          </p:spPr>
        </p:cxnSp>
        <p:cxnSp>
          <p:nvCxnSpPr>
            <p:cNvPr id="73" name="AutoShape 22"/>
            <p:cNvCxnSpPr>
              <a:cxnSpLocks noChangeShapeType="1"/>
              <a:stCxn id="59" idx="5"/>
              <a:endCxn id="54" idx="2"/>
            </p:cNvCxnSpPr>
            <p:nvPr/>
          </p:nvCxnSpPr>
          <p:spPr bwMode="auto">
            <a:xfrm>
              <a:off x="5072937" y="4131010"/>
              <a:ext cx="441159" cy="90295"/>
            </a:xfrm>
            <a:prstGeom prst="straightConnector1">
              <a:avLst/>
            </a:prstGeom>
            <a:noFill/>
            <a:ln w="6350">
              <a:solidFill>
                <a:srgbClr val="BBBCBC"/>
              </a:solidFill>
              <a:round/>
              <a:headEnd type="triangle" w="med" len="med"/>
              <a:tailEnd type="triangle" w="med" len="med"/>
            </a:ln>
          </p:spPr>
        </p:cxnSp>
        <p:cxnSp>
          <p:nvCxnSpPr>
            <p:cNvPr id="74" name="AutoShape 23"/>
            <p:cNvCxnSpPr>
              <a:cxnSpLocks noChangeShapeType="1"/>
              <a:stCxn id="59" idx="7"/>
              <a:endCxn id="61" idx="2"/>
            </p:cNvCxnSpPr>
            <p:nvPr/>
          </p:nvCxnSpPr>
          <p:spPr bwMode="auto">
            <a:xfrm flipV="1">
              <a:off x="5072938" y="3057295"/>
              <a:ext cx="441160" cy="201508"/>
            </a:xfrm>
            <a:prstGeom prst="straightConnector1">
              <a:avLst/>
            </a:prstGeom>
            <a:noFill/>
            <a:ln w="6350">
              <a:solidFill>
                <a:srgbClr val="BBBCBC"/>
              </a:solidFill>
              <a:round/>
              <a:headEnd type="triangle" w="med" len="med"/>
              <a:tailEnd type="triangle" w="med" len="med"/>
            </a:ln>
          </p:spPr>
        </p:cxnSp>
        <p:cxnSp>
          <p:nvCxnSpPr>
            <p:cNvPr id="75" name="AutoShape 24"/>
            <p:cNvCxnSpPr>
              <a:cxnSpLocks noChangeShapeType="1"/>
              <a:stCxn id="62" idx="6"/>
              <a:endCxn id="59" idx="1"/>
            </p:cNvCxnSpPr>
            <p:nvPr/>
          </p:nvCxnSpPr>
          <p:spPr bwMode="auto">
            <a:xfrm>
              <a:off x="3572182" y="3062187"/>
              <a:ext cx="526588" cy="196616"/>
            </a:xfrm>
            <a:prstGeom prst="straightConnector1">
              <a:avLst/>
            </a:prstGeom>
            <a:noFill/>
            <a:ln w="6350">
              <a:solidFill>
                <a:srgbClr val="BBBCBC"/>
              </a:solidFill>
              <a:round/>
              <a:headEnd type="triangle" w="med" len="med"/>
              <a:tailEnd type="triangle" w="med" len="med"/>
            </a:ln>
          </p:spPr>
        </p:cxnSp>
        <p:cxnSp>
          <p:nvCxnSpPr>
            <p:cNvPr id="76" name="AutoShape 25"/>
            <p:cNvCxnSpPr>
              <a:cxnSpLocks noChangeShapeType="1"/>
            </p:cNvCxnSpPr>
            <p:nvPr/>
          </p:nvCxnSpPr>
          <p:spPr bwMode="auto">
            <a:xfrm rot="5400000" flipH="1" flipV="1">
              <a:off x="4028555" y="4402507"/>
              <a:ext cx="610765" cy="429052"/>
            </a:xfrm>
            <a:prstGeom prst="straightConnector1">
              <a:avLst/>
            </a:prstGeom>
            <a:noFill/>
            <a:ln w="6350">
              <a:solidFill>
                <a:srgbClr val="BBBCBC"/>
              </a:solidFill>
              <a:round/>
              <a:headEnd type="triangle" w="med" len="med"/>
              <a:tailEnd type="triangle" w="med" len="med"/>
            </a:ln>
          </p:spPr>
        </p:cxnSp>
        <p:cxnSp>
          <p:nvCxnSpPr>
            <p:cNvPr id="77" name="AutoShape 26"/>
            <p:cNvCxnSpPr>
              <a:cxnSpLocks noChangeShapeType="1"/>
            </p:cNvCxnSpPr>
            <p:nvPr/>
          </p:nvCxnSpPr>
          <p:spPr bwMode="auto">
            <a:xfrm rot="16200000" flipV="1">
              <a:off x="4482393" y="4414297"/>
              <a:ext cx="610765" cy="405472"/>
            </a:xfrm>
            <a:prstGeom prst="straightConnector1">
              <a:avLst/>
            </a:prstGeom>
            <a:noFill/>
            <a:ln w="6350">
              <a:solidFill>
                <a:srgbClr val="BBBCBC"/>
              </a:solidFill>
              <a:round/>
              <a:headEnd type="triangle" w="med" len="med"/>
              <a:tailEnd type="triangle" w="med" len="med"/>
            </a:ln>
          </p:spPr>
        </p:cxnSp>
      </p:grpSp>
    </p:spTree>
    <p:extLst>
      <p:ext uri="{BB962C8B-B14F-4D97-AF65-F5344CB8AC3E}">
        <p14:creationId xmlns:p14="http://schemas.microsoft.com/office/powerpoint/2010/main" val="3235153719"/>
      </p:ext>
    </p:extLst>
  </p:cSld>
  <p:clrMapOvr>
    <a:masterClrMapping/>
  </p:clrMapOvr>
  <p:transition>
    <p:fade/>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2273" name="Title 1"/>
          <p:cNvSpPr>
            <a:spLocks noGrp="1"/>
          </p:cNvSpPr>
          <p:nvPr>
            <p:ph type="title"/>
          </p:nvPr>
        </p:nvSpPr>
        <p:spPr/>
        <p:txBody>
          <a:bodyPr/>
          <a:lstStyle/>
          <a:p>
            <a:r>
              <a:rPr lang="en-US" dirty="0"/>
              <a:t>Leverage</a:t>
            </a:r>
          </a:p>
        </p:txBody>
      </p:sp>
      <p:grpSp>
        <p:nvGrpSpPr>
          <p:cNvPr id="2" name="Group 1">
            <a:extLst>
              <a:ext uri="{FF2B5EF4-FFF2-40B4-BE49-F238E27FC236}">
                <a16:creationId xmlns:a16="http://schemas.microsoft.com/office/drawing/2014/main" id="{AFA57B68-FA9E-4EE2-942B-15415A53FD07}"/>
              </a:ext>
            </a:extLst>
          </p:cNvPr>
          <p:cNvGrpSpPr/>
          <p:nvPr/>
        </p:nvGrpSpPr>
        <p:grpSpPr>
          <a:xfrm>
            <a:off x="2278030" y="2082617"/>
            <a:ext cx="5407661" cy="3595538"/>
            <a:chOff x="3640139" y="2325039"/>
            <a:chExt cx="4908904" cy="3263915"/>
          </a:xfrm>
        </p:grpSpPr>
        <p:sp>
          <p:nvSpPr>
            <p:cNvPr id="10" name="Freeform 3"/>
            <p:cNvSpPr>
              <a:spLocks/>
            </p:cNvSpPr>
            <p:nvPr/>
          </p:nvSpPr>
          <p:spPr bwMode="blackWhite">
            <a:xfrm>
              <a:off x="5691189" y="5088890"/>
              <a:ext cx="561975" cy="439738"/>
            </a:xfrm>
            <a:custGeom>
              <a:avLst/>
              <a:gdLst>
                <a:gd name="T0" fmla="*/ 0 w 321"/>
                <a:gd name="T1" fmla="*/ 2147483647 h 241"/>
                <a:gd name="T2" fmla="*/ 2147483647 w 321"/>
                <a:gd name="T3" fmla="*/ 2147483647 h 241"/>
                <a:gd name="T4" fmla="*/ 2147483647 w 321"/>
                <a:gd name="T5" fmla="*/ 0 h 241"/>
                <a:gd name="T6" fmla="*/ 0 w 321"/>
                <a:gd name="T7" fmla="*/ 2147483647 h 241"/>
                <a:gd name="T8" fmla="*/ 0 60000 65536"/>
                <a:gd name="T9" fmla="*/ 0 60000 65536"/>
                <a:gd name="T10" fmla="*/ 0 60000 65536"/>
                <a:gd name="T11" fmla="*/ 0 60000 65536"/>
                <a:gd name="T12" fmla="*/ 0 w 321"/>
                <a:gd name="T13" fmla="*/ 0 h 241"/>
                <a:gd name="T14" fmla="*/ 321 w 321"/>
                <a:gd name="T15" fmla="*/ 241 h 241"/>
              </a:gdLst>
              <a:ahLst/>
              <a:cxnLst>
                <a:cxn ang="T8">
                  <a:pos x="T0" y="T1"/>
                </a:cxn>
                <a:cxn ang="T9">
                  <a:pos x="T2" y="T3"/>
                </a:cxn>
                <a:cxn ang="T10">
                  <a:pos x="T4" y="T5"/>
                </a:cxn>
                <a:cxn ang="T11">
                  <a:pos x="T6" y="T7"/>
                </a:cxn>
              </a:cxnLst>
              <a:rect l="T12" t="T13" r="T14" b="T15"/>
              <a:pathLst>
                <a:path w="321" h="241">
                  <a:moveTo>
                    <a:pt x="0" y="240"/>
                  </a:moveTo>
                  <a:lnTo>
                    <a:pt x="320" y="240"/>
                  </a:lnTo>
                  <a:lnTo>
                    <a:pt x="160" y="0"/>
                  </a:lnTo>
                  <a:lnTo>
                    <a:pt x="0" y="240"/>
                  </a:lnTo>
                </a:path>
              </a:pathLst>
            </a:custGeom>
            <a:solidFill>
              <a:schemeClr val="tx1"/>
            </a:solidFill>
            <a:ln w="12700" cap="rnd">
              <a:solidFill>
                <a:schemeClr val="bg1"/>
              </a:solidFill>
              <a:round/>
              <a:headEnd/>
              <a:tailEnd/>
            </a:ln>
          </p:spPr>
          <p:txBody>
            <a:bodyPr lIns="29250" tIns="29250" rIns="29250" bIns="29250"/>
            <a:lstStyle/>
            <a:p>
              <a:pPr>
                <a:defRPr/>
              </a:pPr>
              <a:endParaRPr lang="en-US" sz="1200" dirty="0">
                <a:latin typeface="Aptos" panose="020B0004020202020204" pitchFamily="34" charset="0"/>
              </a:endParaRPr>
            </a:p>
          </p:txBody>
        </p:sp>
        <p:sp>
          <p:nvSpPr>
            <p:cNvPr id="11" name="Freeform 4"/>
            <p:cNvSpPr>
              <a:spLocks/>
            </p:cNvSpPr>
            <p:nvPr/>
          </p:nvSpPr>
          <p:spPr bwMode="blackWhite">
            <a:xfrm>
              <a:off x="3640139" y="4296729"/>
              <a:ext cx="4537075" cy="1292225"/>
            </a:xfrm>
            <a:custGeom>
              <a:avLst/>
              <a:gdLst>
                <a:gd name="T0" fmla="*/ 2147483647 w 2599"/>
                <a:gd name="T1" fmla="*/ 0 h 704"/>
                <a:gd name="T2" fmla="*/ 0 w 2599"/>
                <a:gd name="T3" fmla="*/ 2147483647 h 704"/>
                <a:gd name="T4" fmla="*/ 2147483647 w 2599"/>
                <a:gd name="T5" fmla="*/ 2147483647 h 704"/>
                <a:gd name="T6" fmla="*/ 2147483647 w 2599"/>
                <a:gd name="T7" fmla="*/ 2147483647 h 704"/>
                <a:gd name="T8" fmla="*/ 2147483647 w 2599"/>
                <a:gd name="T9" fmla="*/ 0 h 704"/>
                <a:gd name="T10" fmla="*/ 0 60000 65536"/>
                <a:gd name="T11" fmla="*/ 0 60000 65536"/>
                <a:gd name="T12" fmla="*/ 0 60000 65536"/>
                <a:gd name="T13" fmla="*/ 0 60000 65536"/>
                <a:gd name="T14" fmla="*/ 0 60000 65536"/>
                <a:gd name="T15" fmla="*/ 0 w 2599"/>
                <a:gd name="T16" fmla="*/ 0 h 704"/>
                <a:gd name="T17" fmla="*/ 2599 w 2599"/>
                <a:gd name="T18" fmla="*/ 704 h 704"/>
              </a:gdLst>
              <a:ahLst/>
              <a:cxnLst>
                <a:cxn ang="T10">
                  <a:pos x="T0" y="T1"/>
                </a:cxn>
                <a:cxn ang="T11">
                  <a:pos x="T2" y="T3"/>
                </a:cxn>
                <a:cxn ang="T12">
                  <a:pos x="T4" y="T5"/>
                </a:cxn>
                <a:cxn ang="T13">
                  <a:pos x="T6" y="T7"/>
                </a:cxn>
                <a:cxn ang="T14">
                  <a:pos x="T8" y="T9"/>
                </a:cxn>
              </a:cxnLst>
              <a:rect l="T15" t="T16" r="T17" b="T18"/>
              <a:pathLst>
                <a:path w="2599" h="704">
                  <a:moveTo>
                    <a:pt x="16" y="0"/>
                  </a:moveTo>
                  <a:lnTo>
                    <a:pt x="0" y="72"/>
                  </a:lnTo>
                  <a:lnTo>
                    <a:pt x="2582" y="703"/>
                  </a:lnTo>
                  <a:lnTo>
                    <a:pt x="2598" y="631"/>
                  </a:lnTo>
                  <a:lnTo>
                    <a:pt x="16" y="0"/>
                  </a:lnTo>
                </a:path>
              </a:pathLst>
            </a:custGeom>
            <a:solidFill>
              <a:schemeClr val="tx1"/>
            </a:solidFill>
            <a:ln w="12700" cap="rnd">
              <a:solidFill>
                <a:schemeClr val="bg1"/>
              </a:solidFill>
              <a:round/>
              <a:headEnd/>
              <a:tailEnd/>
            </a:ln>
          </p:spPr>
          <p:txBody>
            <a:bodyPr lIns="29250" tIns="29250" rIns="29250" bIns="29250"/>
            <a:lstStyle/>
            <a:p>
              <a:pPr>
                <a:defRPr/>
              </a:pPr>
              <a:endParaRPr lang="en-US" sz="1200" dirty="0">
                <a:latin typeface="Aptos" panose="020B0004020202020204" pitchFamily="34" charset="0"/>
              </a:endParaRPr>
            </a:p>
          </p:txBody>
        </p:sp>
        <p:sp>
          <p:nvSpPr>
            <p:cNvPr id="822277" name="Oval 5"/>
            <p:cNvSpPr>
              <a:spLocks noChangeArrowheads="1"/>
            </p:cNvSpPr>
            <p:nvPr/>
          </p:nvSpPr>
          <p:spPr bwMode="blackWhite">
            <a:xfrm>
              <a:off x="7325043" y="4079558"/>
              <a:ext cx="1224000" cy="1224000"/>
            </a:xfrm>
            <a:prstGeom prst="ellipse">
              <a:avLst/>
            </a:prstGeom>
            <a:solidFill>
              <a:schemeClr val="accent3"/>
            </a:solidFill>
            <a:ln w="12700">
              <a:solidFill>
                <a:schemeClr val="bg1"/>
              </a:solidFill>
              <a:round/>
              <a:headEnd/>
              <a:tailEnd/>
            </a:ln>
          </p:spPr>
          <p:txBody>
            <a:bodyPr wrap="square" lIns="74295" tIns="74295" rIns="74295" bIns="74295" anchor="ctr"/>
            <a:lstStyle/>
            <a:p>
              <a:pPr algn="ctr"/>
              <a:r>
                <a:rPr lang="en-US" sz="1200" dirty="0">
                  <a:solidFill>
                    <a:schemeClr val="bg1"/>
                  </a:solidFill>
                  <a:latin typeface="Aptos" panose="020B0004020202020204" pitchFamily="34" charset="0"/>
                </a:rPr>
                <a:t>Text</a:t>
              </a:r>
            </a:p>
          </p:txBody>
        </p:sp>
        <p:sp>
          <p:nvSpPr>
            <p:cNvPr id="13" name="Arc 6"/>
            <p:cNvSpPr>
              <a:spLocks/>
            </p:cNvSpPr>
            <p:nvPr/>
          </p:nvSpPr>
          <p:spPr bwMode="blackWhite">
            <a:xfrm>
              <a:off x="3759200" y="2898140"/>
              <a:ext cx="1449388" cy="1981200"/>
            </a:xfrm>
            <a:custGeom>
              <a:avLst/>
              <a:gdLst>
                <a:gd name="T0" fmla="*/ 0 w 20759"/>
                <a:gd name="T1" fmla="*/ 2147483647 h 20020"/>
                <a:gd name="T2" fmla="*/ 2147483647 w 20759"/>
                <a:gd name="T3" fmla="*/ 0 h 20020"/>
                <a:gd name="T4" fmla="*/ 2147483647 w 20759"/>
                <a:gd name="T5" fmla="*/ 2147483647 h 20020"/>
                <a:gd name="T6" fmla="*/ 0 60000 65536"/>
                <a:gd name="T7" fmla="*/ 0 60000 65536"/>
                <a:gd name="T8" fmla="*/ 0 60000 65536"/>
                <a:gd name="T9" fmla="*/ 0 w 20759"/>
                <a:gd name="T10" fmla="*/ 0 h 20020"/>
                <a:gd name="T11" fmla="*/ 20759 w 20759"/>
                <a:gd name="T12" fmla="*/ 20020 h 20020"/>
              </a:gdLst>
              <a:ahLst/>
              <a:cxnLst>
                <a:cxn ang="T6">
                  <a:pos x="T0" y="T1"/>
                </a:cxn>
                <a:cxn ang="T7">
                  <a:pos x="T2" y="T3"/>
                </a:cxn>
                <a:cxn ang="T8">
                  <a:pos x="T4" y="T5"/>
                </a:cxn>
              </a:cxnLst>
              <a:rect l="T9" t="T10" r="T11" b="T12"/>
              <a:pathLst>
                <a:path w="20759" h="20020" fill="none" extrusionOk="0">
                  <a:moveTo>
                    <a:pt x="0" y="14051"/>
                  </a:moveTo>
                  <a:cubicBezTo>
                    <a:pt x="1834" y="7672"/>
                    <a:pt x="6499" y="2491"/>
                    <a:pt x="12650" y="-1"/>
                  </a:cubicBezTo>
                </a:path>
                <a:path w="20759" h="20020" stroke="0" extrusionOk="0">
                  <a:moveTo>
                    <a:pt x="0" y="14051"/>
                  </a:moveTo>
                  <a:cubicBezTo>
                    <a:pt x="1834" y="7672"/>
                    <a:pt x="6499" y="2491"/>
                    <a:pt x="12650" y="-1"/>
                  </a:cubicBezTo>
                  <a:lnTo>
                    <a:pt x="20759" y="20020"/>
                  </a:lnTo>
                  <a:close/>
                </a:path>
              </a:pathLst>
            </a:custGeom>
            <a:noFill/>
            <a:ln w="28575" cap="rnd">
              <a:solidFill>
                <a:schemeClr val="bg1">
                  <a:lumMod val="50000"/>
                </a:schemeClr>
              </a:solidFill>
              <a:prstDash val="sysDot"/>
              <a:round/>
              <a:headEnd type="none" w="sm" len="sm"/>
              <a:tailEnd type="none" w="sm" len="sm"/>
            </a:ln>
          </p:spPr>
          <p:txBody>
            <a:bodyPr wrap="none" lIns="29250" tIns="29250" rIns="29250" bIns="29250" anchor="ctr"/>
            <a:lstStyle/>
            <a:p>
              <a:pPr algn="ctr">
                <a:defRPr/>
              </a:pPr>
              <a:endParaRPr lang="en-US" sz="1200" dirty="0">
                <a:latin typeface="Aptos" panose="020B0004020202020204" pitchFamily="34" charset="0"/>
              </a:endParaRPr>
            </a:p>
          </p:txBody>
        </p:sp>
        <p:sp>
          <p:nvSpPr>
            <p:cNvPr id="822279" name="Oval 7"/>
            <p:cNvSpPr>
              <a:spLocks noChangeArrowheads="1"/>
            </p:cNvSpPr>
            <p:nvPr/>
          </p:nvSpPr>
          <p:spPr bwMode="blackWhite">
            <a:xfrm>
              <a:off x="4622800" y="2629853"/>
              <a:ext cx="338138" cy="355600"/>
            </a:xfrm>
            <a:prstGeom prst="ellipse">
              <a:avLst/>
            </a:prstGeom>
            <a:solidFill>
              <a:schemeClr val="accent3"/>
            </a:solidFill>
            <a:ln w="12700">
              <a:solidFill>
                <a:schemeClr val="bg1"/>
              </a:solidFill>
              <a:round/>
              <a:headEnd/>
              <a:tailEnd/>
            </a:ln>
          </p:spPr>
          <p:txBody>
            <a:bodyPr wrap="none" lIns="29250" tIns="29250" rIns="29250" bIns="29250" anchor="ctr"/>
            <a:lstStyle/>
            <a:p>
              <a:pPr algn="ctr"/>
              <a:endParaRPr lang="en-US" sz="1200" dirty="0">
                <a:latin typeface="Aptos" panose="020B0004020202020204" pitchFamily="34" charset="0"/>
              </a:endParaRPr>
            </a:p>
          </p:txBody>
        </p:sp>
        <p:sp>
          <p:nvSpPr>
            <p:cNvPr id="822280" name="Rectangle 8"/>
            <p:cNvSpPr>
              <a:spLocks noChangeArrowheads="1"/>
            </p:cNvSpPr>
            <p:nvPr/>
          </p:nvSpPr>
          <p:spPr bwMode="auto">
            <a:xfrm>
              <a:off x="4425950" y="2325039"/>
              <a:ext cx="731838" cy="159253"/>
            </a:xfrm>
            <a:prstGeom prst="rect">
              <a:avLst/>
            </a:prstGeom>
            <a:noFill/>
            <a:ln w="9525">
              <a:noFill/>
              <a:miter lim="800000"/>
              <a:headEnd/>
              <a:tailEnd/>
            </a:ln>
          </p:spPr>
          <p:txBody>
            <a:bodyPr lIns="0" tIns="0" rIns="0" bIns="0" anchor="b" anchorCtr="0">
              <a:spAutoFit/>
            </a:bodyPr>
            <a:lstStyle/>
            <a:p>
              <a:pPr algn="ctr" defTabSz="639779">
                <a:lnSpc>
                  <a:spcPct val="95000"/>
                </a:lnSpc>
                <a:spcBef>
                  <a:spcPct val="80000"/>
                </a:spcBef>
                <a:buClr>
                  <a:schemeClr val="tx1"/>
                </a:buClr>
              </a:pPr>
              <a:r>
                <a:rPr lang="en-US" sz="1200" dirty="0">
                  <a:latin typeface="Aptos" panose="020B0004020202020204" pitchFamily="34" charset="0"/>
                </a:rPr>
                <a:t>Text</a:t>
              </a:r>
            </a:p>
          </p:txBody>
        </p:sp>
      </p:grpSp>
    </p:spTree>
    <p:extLst>
      <p:ext uri="{BB962C8B-B14F-4D97-AF65-F5344CB8AC3E}">
        <p14:creationId xmlns:p14="http://schemas.microsoft.com/office/powerpoint/2010/main" val="4203088623"/>
      </p:ext>
    </p:extLst>
  </p:cSld>
  <p:clrMapOvr>
    <a:masterClrMapping/>
  </p:clrMapOvr>
  <p:transition>
    <p:fade/>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ext Placeholder 5"/>
          <p:cNvSpPr txBox="1">
            <a:spLocks/>
          </p:cNvSpPr>
          <p:nvPr/>
        </p:nvSpPr>
        <p:spPr>
          <a:xfrm>
            <a:off x="1902005" y="3122377"/>
            <a:ext cx="2355152" cy="1857375"/>
          </a:xfrm>
          <a:prstGeom prst="rect">
            <a:avLst/>
          </a:prstGeom>
          <a:noFill/>
          <a:ln w="12700">
            <a:solidFill>
              <a:schemeClr val="tx1"/>
            </a:solidFill>
          </a:ln>
        </p:spPr>
        <p:txBody>
          <a:bodyPr wrap="square" lIns="74295" tIns="74295" rIns="74295" bIns="74295"/>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0"/>
              </a:spcBef>
              <a:spcAft>
                <a:spcPts val="488"/>
              </a:spcAft>
            </a:pPr>
            <a:r>
              <a:rPr lang="en-US" sz="1200" dirty="0">
                <a:solidFill>
                  <a:schemeClr val="tx1"/>
                </a:solidFill>
                <a:latin typeface="Aptos" panose="020B0004020202020204" pitchFamily="34" charset="0"/>
              </a:rPr>
              <a:t>This is dummy text it is not here to be read </a:t>
            </a:r>
          </a:p>
          <a:p>
            <a:pPr marL="92871" lvl="1" indent="-92871">
              <a:spcBef>
                <a:spcPts val="0"/>
              </a:spcBef>
              <a:spcAft>
                <a:spcPts val="488"/>
              </a:spcAft>
              <a:buSzPct val="100000"/>
              <a:buFont typeface="Arial"/>
              <a:buChar char="•"/>
            </a:pPr>
            <a:r>
              <a:rPr lang="en-US" sz="12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dirty="0">
                <a:solidFill>
                  <a:schemeClr val="tx1"/>
                </a:solidFill>
                <a:latin typeface="Aptos" panose="020B0004020202020204" pitchFamily="34" charset="0"/>
              </a:rPr>
              <a:t>Level 2 bullet</a:t>
            </a:r>
          </a:p>
          <a:p>
            <a:pPr marL="319889" lvl="3" indent="-92871">
              <a:spcBef>
                <a:spcPts val="0"/>
              </a:spcBef>
              <a:spcAft>
                <a:spcPts val="488"/>
              </a:spcAft>
              <a:buSzPct val="100000"/>
              <a:buFont typeface="Arial"/>
              <a:buChar char="◦"/>
            </a:pPr>
            <a:r>
              <a:rPr lang="en-US" dirty="0">
                <a:solidFill>
                  <a:schemeClr val="tx1"/>
                </a:solidFill>
                <a:latin typeface="Aptos" panose="020B0004020202020204" pitchFamily="34" charset="0"/>
              </a:rPr>
              <a:t>Level 3 bullet</a:t>
            </a:r>
          </a:p>
        </p:txBody>
      </p:sp>
      <p:sp>
        <p:nvSpPr>
          <p:cNvPr id="21" name="Text Placeholder 5"/>
          <p:cNvSpPr txBox="1">
            <a:spLocks/>
          </p:cNvSpPr>
          <p:nvPr/>
        </p:nvSpPr>
        <p:spPr>
          <a:xfrm>
            <a:off x="5688212" y="2451658"/>
            <a:ext cx="2355152" cy="1857375"/>
          </a:xfrm>
          <a:prstGeom prst="rect">
            <a:avLst/>
          </a:prstGeom>
          <a:noFill/>
          <a:ln w="12700">
            <a:solidFill>
              <a:schemeClr val="accent3"/>
            </a:solidFill>
          </a:ln>
        </p:spPr>
        <p:txBody>
          <a:bodyPr wrap="square" lIns="74295" tIns="74295" rIns="74295" bIns="74295"/>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0"/>
              </a:spcBef>
              <a:spcAft>
                <a:spcPts val="488"/>
              </a:spcAft>
            </a:pPr>
            <a:r>
              <a:rPr lang="en-US" sz="1200" dirty="0">
                <a:solidFill>
                  <a:schemeClr val="tx1"/>
                </a:solidFill>
                <a:latin typeface="Aptos" panose="020B0004020202020204" pitchFamily="34" charset="0"/>
              </a:rPr>
              <a:t>This is dummy text it is not here to be read </a:t>
            </a:r>
          </a:p>
          <a:p>
            <a:pPr marL="92871" lvl="1" indent="-92871">
              <a:spcBef>
                <a:spcPts val="0"/>
              </a:spcBef>
              <a:spcAft>
                <a:spcPts val="488"/>
              </a:spcAft>
              <a:buSzPct val="100000"/>
              <a:buFont typeface="Arial"/>
              <a:buChar char="•"/>
            </a:pPr>
            <a:r>
              <a:rPr lang="en-US" sz="12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dirty="0">
                <a:solidFill>
                  <a:schemeClr val="tx1"/>
                </a:solidFill>
                <a:latin typeface="Aptos" panose="020B0004020202020204" pitchFamily="34" charset="0"/>
              </a:rPr>
              <a:t>Level 2 bullet</a:t>
            </a:r>
          </a:p>
          <a:p>
            <a:pPr marL="319889" lvl="3" indent="-92871">
              <a:spcBef>
                <a:spcPts val="0"/>
              </a:spcBef>
              <a:spcAft>
                <a:spcPts val="488"/>
              </a:spcAft>
              <a:buSzPct val="100000"/>
              <a:buFont typeface="Arial"/>
              <a:buChar char="◦"/>
            </a:pPr>
            <a:r>
              <a:rPr lang="en-US" dirty="0">
                <a:solidFill>
                  <a:schemeClr val="tx1"/>
                </a:solidFill>
                <a:latin typeface="Aptos" panose="020B0004020202020204" pitchFamily="34" charset="0"/>
              </a:rPr>
              <a:t>Level 3 bullet</a:t>
            </a:r>
          </a:p>
        </p:txBody>
      </p:sp>
      <p:sp>
        <p:nvSpPr>
          <p:cNvPr id="5" name="AutoShape 3"/>
          <p:cNvSpPr>
            <a:spLocks noChangeArrowheads="1"/>
          </p:cNvSpPr>
          <p:nvPr/>
        </p:nvSpPr>
        <p:spPr bwMode="auto">
          <a:xfrm flipV="1">
            <a:off x="4697613" y="5036287"/>
            <a:ext cx="486272" cy="423069"/>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0 h 21600"/>
              <a:gd name="T8" fmla="*/ 0 60000 65536"/>
              <a:gd name="T9" fmla="*/ 0 60000 65536"/>
              <a:gd name="T10" fmla="*/ 0 60000 65536"/>
              <a:gd name="T11" fmla="*/ 0 60000 65536"/>
              <a:gd name="T12" fmla="*/ 6772 w 21600"/>
              <a:gd name="T13" fmla="*/ 6772 h 21600"/>
              <a:gd name="T14" fmla="*/ 14828 w 21600"/>
              <a:gd name="T15" fmla="*/ 14828 h 21600"/>
            </a:gdLst>
            <a:ahLst/>
            <a:cxnLst>
              <a:cxn ang="T8">
                <a:pos x="T0" y="T1"/>
              </a:cxn>
              <a:cxn ang="T9">
                <a:pos x="T2" y="T3"/>
              </a:cxn>
              <a:cxn ang="T10">
                <a:pos x="T4" y="T5"/>
              </a:cxn>
              <a:cxn ang="T11">
                <a:pos x="T6" y="T7"/>
              </a:cxn>
            </a:cxnLst>
            <a:rect l="T12" t="T13" r="T14" b="T15"/>
            <a:pathLst>
              <a:path w="21600" h="21600">
                <a:moveTo>
                  <a:pt x="0" y="0"/>
                </a:moveTo>
                <a:lnTo>
                  <a:pt x="9943" y="21600"/>
                </a:lnTo>
                <a:lnTo>
                  <a:pt x="11657" y="21600"/>
                </a:lnTo>
                <a:lnTo>
                  <a:pt x="21600" y="0"/>
                </a:lnTo>
                <a:close/>
              </a:path>
            </a:pathLst>
          </a:custGeom>
          <a:solidFill>
            <a:schemeClr val="bg1">
              <a:lumMod val="95000"/>
            </a:schemeClr>
          </a:solidFill>
          <a:ln w="12700">
            <a:solidFill>
              <a:schemeClr val="bg1"/>
            </a:solidFill>
            <a:miter lim="800000"/>
            <a:headEnd/>
            <a:tailEnd/>
          </a:ln>
        </p:spPr>
        <p:txBody>
          <a:bodyPr rot="10800000" wrap="none" lIns="29250" tIns="29250" rIns="29250" bIns="29250" anchor="ctr"/>
          <a:lstStyle/>
          <a:p>
            <a:pPr algn="ctr">
              <a:defRPr/>
            </a:pPr>
            <a:endParaRPr lang="en-US" sz="1200" dirty="0">
              <a:latin typeface="Aptos" panose="020B0004020202020204" pitchFamily="34" charset="0"/>
            </a:endParaRPr>
          </a:p>
        </p:txBody>
      </p:sp>
      <p:grpSp>
        <p:nvGrpSpPr>
          <p:cNvPr id="823302" name="Group 6"/>
          <p:cNvGrpSpPr>
            <a:grpSpLocks/>
          </p:cNvGrpSpPr>
          <p:nvPr/>
        </p:nvGrpSpPr>
        <p:grpSpPr bwMode="auto">
          <a:xfrm>
            <a:off x="3084020" y="4350093"/>
            <a:ext cx="3777952" cy="991889"/>
            <a:chOff x="1390" y="2928"/>
            <a:chExt cx="2929" cy="769"/>
          </a:xfrm>
        </p:grpSpPr>
        <p:sp>
          <p:nvSpPr>
            <p:cNvPr id="9" name="Freeform 7"/>
            <p:cNvSpPr>
              <a:spLocks/>
            </p:cNvSpPr>
            <p:nvPr/>
          </p:nvSpPr>
          <p:spPr bwMode="auto">
            <a:xfrm>
              <a:off x="1390" y="2928"/>
              <a:ext cx="2929" cy="769"/>
            </a:xfrm>
            <a:custGeom>
              <a:avLst/>
              <a:gdLst>
                <a:gd name="T0" fmla="*/ 0 w 2929"/>
                <a:gd name="T1" fmla="*/ 528 h 769"/>
                <a:gd name="T2" fmla="*/ 0 w 2929"/>
                <a:gd name="T3" fmla="*/ 768 h 769"/>
                <a:gd name="T4" fmla="*/ 2928 w 2929"/>
                <a:gd name="T5" fmla="*/ 240 h 769"/>
                <a:gd name="T6" fmla="*/ 2928 w 2929"/>
                <a:gd name="T7" fmla="*/ 0 h 769"/>
                <a:gd name="T8" fmla="*/ 0 60000 65536"/>
                <a:gd name="T9" fmla="*/ 0 60000 65536"/>
                <a:gd name="T10" fmla="*/ 0 60000 65536"/>
                <a:gd name="T11" fmla="*/ 0 60000 65536"/>
                <a:gd name="T12" fmla="*/ 0 w 2929"/>
                <a:gd name="T13" fmla="*/ 0 h 769"/>
                <a:gd name="T14" fmla="*/ 2929 w 2929"/>
                <a:gd name="T15" fmla="*/ 769 h 769"/>
              </a:gdLst>
              <a:ahLst/>
              <a:cxnLst>
                <a:cxn ang="T8">
                  <a:pos x="T0" y="T1"/>
                </a:cxn>
                <a:cxn ang="T9">
                  <a:pos x="T2" y="T3"/>
                </a:cxn>
                <a:cxn ang="T10">
                  <a:pos x="T4" y="T5"/>
                </a:cxn>
                <a:cxn ang="T11">
                  <a:pos x="T6" y="T7"/>
                </a:cxn>
              </a:cxnLst>
              <a:rect l="T12" t="T13" r="T14" b="T15"/>
              <a:pathLst>
                <a:path w="2929" h="769">
                  <a:moveTo>
                    <a:pt x="0" y="528"/>
                  </a:moveTo>
                  <a:lnTo>
                    <a:pt x="0" y="768"/>
                  </a:lnTo>
                  <a:lnTo>
                    <a:pt x="2928" y="240"/>
                  </a:lnTo>
                  <a:lnTo>
                    <a:pt x="2928" y="0"/>
                  </a:lnTo>
                </a:path>
              </a:pathLst>
            </a:custGeom>
            <a:noFill/>
            <a:ln w="57150" cap="rnd">
              <a:solidFill>
                <a:schemeClr val="bg1">
                  <a:lumMod val="95000"/>
                </a:schemeClr>
              </a:solidFill>
              <a:round/>
              <a:headEnd type="none" w="sm" len="sm"/>
              <a:tailEnd type="none" w="sm" len="sm"/>
            </a:ln>
          </p:spPr>
          <p:txBody>
            <a:bodyPr lIns="29250" tIns="29250" rIns="29250" bIns="29250"/>
            <a:lstStyle/>
            <a:p>
              <a:pPr>
                <a:defRPr/>
              </a:pPr>
              <a:endParaRPr lang="en-US" sz="1200" dirty="0">
                <a:latin typeface="Aptos" panose="020B0004020202020204" pitchFamily="34" charset="0"/>
              </a:endParaRPr>
            </a:p>
          </p:txBody>
        </p:sp>
        <p:sp>
          <p:nvSpPr>
            <p:cNvPr id="10" name="Line 8"/>
            <p:cNvSpPr>
              <a:spLocks noChangeShapeType="1"/>
            </p:cNvSpPr>
            <p:nvPr/>
          </p:nvSpPr>
          <p:spPr bwMode="auto">
            <a:xfrm rot="20993914" flipV="1">
              <a:off x="2822" y="3168"/>
              <a:ext cx="0" cy="480"/>
            </a:xfrm>
            <a:prstGeom prst="line">
              <a:avLst/>
            </a:prstGeom>
            <a:noFill/>
            <a:ln w="57150">
              <a:solidFill>
                <a:schemeClr val="bg1">
                  <a:lumMod val="95000"/>
                </a:schemeClr>
              </a:solidFill>
              <a:round/>
              <a:headEnd/>
              <a:tailEnd type="triangle" w="med" len="med"/>
            </a:ln>
          </p:spPr>
          <p:txBody>
            <a:bodyPr wrap="none" lIns="29250" tIns="29250" rIns="29250" bIns="29250" anchor="ctr"/>
            <a:lstStyle/>
            <a:p>
              <a:pPr>
                <a:defRPr/>
              </a:pPr>
              <a:endParaRPr lang="en-US" sz="1200" dirty="0">
                <a:latin typeface="Aptos" panose="020B0004020202020204" pitchFamily="34" charset="0"/>
              </a:endParaRPr>
            </a:p>
          </p:txBody>
        </p:sp>
      </p:grpSp>
      <p:sp>
        <p:nvSpPr>
          <p:cNvPr id="27" name="Text Box 10"/>
          <p:cNvSpPr txBox="1">
            <a:spLocks noChangeArrowheads="1"/>
          </p:cNvSpPr>
          <p:nvPr/>
        </p:nvSpPr>
        <p:spPr bwMode="auto">
          <a:xfrm>
            <a:off x="1902005" y="2919513"/>
            <a:ext cx="2355152" cy="202863"/>
          </a:xfrm>
          <a:prstGeom prst="rect">
            <a:avLst/>
          </a:prstGeom>
          <a:solidFill>
            <a:schemeClr val="accent3"/>
          </a:solidFill>
          <a:ln w="12700" algn="ctr">
            <a:solidFill>
              <a:schemeClr val="accent3"/>
            </a:solidFill>
            <a:miter lim="800000"/>
            <a:headEnd/>
            <a:tailEnd type="none" w="sm" len="med"/>
          </a:ln>
        </p:spPr>
        <p:txBody>
          <a:bodyPr lIns="74295" tIns="74295" rIns="74295" bIns="74295" anchor="ctr" anchorCtr="0"/>
          <a:lstStyle/>
          <a:p>
            <a:pPr defTabSz="777796"/>
            <a:r>
              <a:rPr lang="en-US" sz="1200" dirty="0">
                <a:solidFill>
                  <a:schemeClr val="bg1"/>
                </a:solidFill>
                <a:latin typeface="Aptos" panose="020B0004020202020204" pitchFamily="34" charset="0"/>
              </a:rPr>
              <a:t>Costs</a:t>
            </a:r>
          </a:p>
        </p:txBody>
      </p:sp>
      <p:sp>
        <p:nvSpPr>
          <p:cNvPr id="20" name="Text Box 10"/>
          <p:cNvSpPr txBox="1">
            <a:spLocks noChangeArrowheads="1"/>
          </p:cNvSpPr>
          <p:nvPr/>
        </p:nvSpPr>
        <p:spPr bwMode="auto">
          <a:xfrm>
            <a:off x="5688212" y="2248794"/>
            <a:ext cx="2355152" cy="202863"/>
          </a:xfrm>
          <a:prstGeom prst="rect">
            <a:avLst/>
          </a:prstGeom>
          <a:solidFill>
            <a:schemeClr val="accent3"/>
          </a:solidFill>
          <a:ln w="12700" algn="ctr">
            <a:solidFill>
              <a:schemeClr val="accent3"/>
            </a:solidFill>
            <a:miter lim="800000"/>
            <a:headEnd/>
            <a:tailEnd type="none" w="sm" len="med"/>
          </a:ln>
        </p:spPr>
        <p:txBody>
          <a:bodyPr lIns="74295" tIns="74295" rIns="74295" bIns="74295" anchor="ctr" anchorCtr="0"/>
          <a:lstStyle/>
          <a:p>
            <a:pPr defTabSz="777796"/>
            <a:r>
              <a:rPr lang="en-US" sz="1200" dirty="0">
                <a:solidFill>
                  <a:schemeClr val="bg1"/>
                </a:solidFill>
                <a:latin typeface="Aptos" panose="020B0004020202020204" pitchFamily="34" charset="0"/>
              </a:rPr>
              <a:t>Benefits</a:t>
            </a:r>
          </a:p>
        </p:txBody>
      </p:sp>
      <p:sp>
        <p:nvSpPr>
          <p:cNvPr id="823297" name="Title 1"/>
          <p:cNvSpPr>
            <a:spLocks noGrp="1"/>
          </p:cNvSpPr>
          <p:nvPr>
            <p:ph type="title"/>
          </p:nvPr>
        </p:nvSpPr>
        <p:spPr/>
        <p:txBody>
          <a:bodyPr/>
          <a:lstStyle/>
          <a:p>
            <a:r>
              <a:rPr lang="en-US" dirty="0"/>
              <a:t>Balance 1</a:t>
            </a:r>
          </a:p>
        </p:txBody>
      </p:sp>
    </p:spTree>
    <p:extLst>
      <p:ext uri="{BB962C8B-B14F-4D97-AF65-F5344CB8AC3E}">
        <p14:creationId xmlns:p14="http://schemas.microsoft.com/office/powerpoint/2010/main" val="663375121"/>
      </p:ext>
    </p:extLst>
  </p:cSld>
  <p:clrMapOvr>
    <a:masterClrMapping/>
  </p:clrMapOvr>
  <p:transition>
    <p:fade/>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4321" name="Title 1"/>
          <p:cNvSpPr>
            <a:spLocks noGrp="1"/>
          </p:cNvSpPr>
          <p:nvPr>
            <p:ph type="title"/>
          </p:nvPr>
        </p:nvSpPr>
        <p:spPr/>
        <p:txBody>
          <a:bodyPr/>
          <a:lstStyle/>
          <a:p>
            <a:r>
              <a:rPr lang="en-US" dirty="0"/>
              <a:t>Jumping point</a:t>
            </a:r>
          </a:p>
        </p:txBody>
      </p:sp>
      <p:grpSp>
        <p:nvGrpSpPr>
          <p:cNvPr id="2" name="Group 1">
            <a:extLst>
              <a:ext uri="{FF2B5EF4-FFF2-40B4-BE49-F238E27FC236}">
                <a16:creationId xmlns:a16="http://schemas.microsoft.com/office/drawing/2014/main" id="{674110BF-0343-4358-88A6-2D82FED1DFEB}"/>
              </a:ext>
            </a:extLst>
          </p:cNvPr>
          <p:cNvGrpSpPr/>
          <p:nvPr/>
        </p:nvGrpSpPr>
        <p:grpSpPr>
          <a:xfrm>
            <a:off x="1426123" y="1995985"/>
            <a:ext cx="6985438" cy="3501259"/>
            <a:chOff x="3860801" y="2266584"/>
            <a:chExt cx="4651375" cy="3195637"/>
          </a:xfrm>
        </p:grpSpPr>
        <p:sp>
          <p:nvSpPr>
            <p:cNvPr id="17" name="Text Box 10"/>
            <p:cNvSpPr txBox="1">
              <a:spLocks noChangeArrowheads="1"/>
            </p:cNvSpPr>
            <p:nvPr/>
          </p:nvSpPr>
          <p:spPr bwMode="auto">
            <a:xfrm>
              <a:off x="6462715" y="3132971"/>
              <a:ext cx="2049461" cy="249678"/>
            </a:xfrm>
            <a:prstGeom prst="rect">
              <a:avLst/>
            </a:prstGeom>
            <a:solidFill>
              <a:schemeClr val="accent3"/>
            </a:solidFill>
            <a:ln w="12700" algn="ctr">
              <a:solidFill>
                <a:schemeClr val="accent3"/>
              </a:solidFill>
              <a:miter lim="800000"/>
              <a:headEnd/>
              <a:tailEnd type="none" w="sm" len="med"/>
            </a:ln>
          </p:spPr>
          <p:txBody>
            <a:bodyPr wrap="square" lIns="74295" tIns="74295" rIns="74295" bIns="74295" anchor="ctr" anchorCtr="0"/>
            <a:lstStyle/>
            <a:p>
              <a:pPr defTabSz="777796"/>
              <a:r>
                <a:rPr lang="en-US" sz="1200" dirty="0">
                  <a:solidFill>
                    <a:schemeClr val="bg1"/>
                  </a:solidFill>
                  <a:latin typeface="Aptos" panose="020B0004020202020204" pitchFamily="34" charset="0"/>
                </a:rPr>
                <a:t>Text</a:t>
              </a:r>
            </a:p>
          </p:txBody>
        </p:sp>
        <p:sp>
          <p:nvSpPr>
            <p:cNvPr id="18" name="Text Placeholder 5"/>
            <p:cNvSpPr txBox="1">
              <a:spLocks/>
            </p:cNvSpPr>
            <p:nvPr/>
          </p:nvSpPr>
          <p:spPr>
            <a:xfrm>
              <a:off x="6462714" y="3382651"/>
              <a:ext cx="2049461" cy="1966859"/>
            </a:xfrm>
            <a:prstGeom prst="rect">
              <a:avLst/>
            </a:prstGeom>
            <a:noFill/>
            <a:ln w="12700">
              <a:solidFill>
                <a:schemeClr val="accent3"/>
              </a:solidFill>
            </a:ln>
          </p:spPr>
          <p:txBody>
            <a:bodyPr wrap="square" lIns="74295" tIns="74295" rIns="74295" bIns="74295"/>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0"/>
                </a:spcBef>
                <a:spcAft>
                  <a:spcPts val="488"/>
                </a:spcAft>
              </a:pPr>
              <a:r>
                <a:rPr lang="en-US" sz="1200" dirty="0">
                  <a:solidFill>
                    <a:schemeClr val="tx1"/>
                  </a:solidFill>
                  <a:latin typeface="Aptos" panose="020B0004020202020204" pitchFamily="34" charset="0"/>
                </a:rPr>
                <a:t>This is dummy text it is not here to be read </a:t>
              </a:r>
            </a:p>
            <a:p>
              <a:pPr marL="92871" lvl="1" indent="-92871">
                <a:spcBef>
                  <a:spcPts val="0"/>
                </a:spcBef>
                <a:spcAft>
                  <a:spcPts val="488"/>
                </a:spcAft>
                <a:buSzPct val="100000"/>
                <a:buFont typeface="Arial"/>
                <a:buChar char="•"/>
              </a:pPr>
              <a:r>
                <a:rPr lang="en-US" sz="12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dirty="0">
                  <a:solidFill>
                    <a:schemeClr val="tx1"/>
                  </a:solidFill>
                  <a:latin typeface="Aptos" panose="020B0004020202020204" pitchFamily="34" charset="0"/>
                </a:rPr>
                <a:t>Level 2 bullet</a:t>
              </a:r>
            </a:p>
            <a:p>
              <a:pPr marL="319889" lvl="3" indent="-92871">
                <a:spcBef>
                  <a:spcPts val="0"/>
                </a:spcBef>
                <a:spcAft>
                  <a:spcPts val="488"/>
                </a:spcAft>
                <a:buSzPct val="100000"/>
                <a:buFont typeface="Arial"/>
                <a:buChar char="◦"/>
              </a:pPr>
              <a:r>
                <a:rPr lang="en-US" dirty="0">
                  <a:solidFill>
                    <a:schemeClr val="tx1"/>
                  </a:solidFill>
                  <a:latin typeface="Aptos" panose="020B0004020202020204" pitchFamily="34" charset="0"/>
                </a:rPr>
                <a:t>Level 3 bullet</a:t>
              </a:r>
            </a:p>
          </p:txBody>
        </p:sp>
        <p:sp>
          <p:nvSpPr>
            <p:cNvPr id="824323" name="Oval 3"/>
            <p:cNvSpPr>
              <a:spLocks noChangeArrowheads="1"/>
            </p:cNvSpPr>
            <p:nvPr/>
          </p:nvSpPr>
          <p:spPr bwMode="auto">
            <a:xfrm>
              <a:off x="6396038" y="2572971"/>
              <a:ext cx="346294" cy="474669"/>
            </a:xfrm>
            <a:prstGeom prst="ellipse">
              <a:avLst/>
            </a:prstGeom>
            <a:solidFill>
              <a:schemeClr val="accent1"/>
            </a:solidFill>
            <a:ln w="9525">
              <a:solidFill>
                <a:schemeClr val="bg1"/>
              </a:solidFill>
              <a:round/>
              <a:headEnd/>
              <a:tailEnd/>
            </a:ln>
          </p:spPr>
          <p:txBody>
            <a:bodyPr wrap="none" anchor="ctr"/>
            <a:lstStyle/>
            <a:p>
              <a:pPr algn="ctr"/>
              <a:endParaRPr lang="en-US" sz="1200" dirty="0">
                <a:latin typeface="Aptos" panose="020B0004020202020204" pitchFamily="34" charset="0"/>
              </a:endParaRPr>
            </a:p>
          </p:txBody>
        </p:sp>
        <p:grpSp>
          <p:nvGrpSpPr>
            <p:cNvPr id="824324" name="Group 15"/>
            <p:cNvGrpSpPr>
              <a:grpSpLocks/>
            </p:cNvGrpSpPr>
            <p:nvPr/>
          </p:nvGrpSpPr>
          <p:grpSpPr bwMode="auto">
            <a:xfrm>
              <a:off x="3900488" y="2266584"/>
              <a:ext cx="2349500" cy="3048000"/>
              <a:chOff x="2574925" y="2636838"/>
              <a:chExt cx="2544763" cy="3048000"/>
            </a:xfrm>
          </p:grpSpPr>
          <p:sp>
            <p:nvSpPr>
              <p:cNvPr id="7" name="Arc 5"/>
              <p:cNvSpPr>
                <a:spLocks/>
              </p:cNvSpPr>
              <p:nvPr/>
            </p:nvSpPr>
            <p:spPr bwMode="auto">
              <a:xfrm>
                <a:off x="2574925" y="4278313"/>
                <a:ext cx="854558" cy="1406525"/>
              </a:xfrm>
              <a:custGeom>
                <a:avLst/>
                <a:gdLst>
                  <a:gd name="T0" fmla="*/ 0 w 28334"/>
                  <a:gd name="T1" fmla="*/ 791053597 h 21600"/>
                  <a:gd name="T2" fmla="*/ 444155411 w 28334"/>
                  <a:gd name="T3" fmla="*/ 2147483647 h 21600"/>
                  <a:gd name="T4" fmla="*/ 105663734 w 28334"/>
                  <a:gd name="T5" fmla="*/ 2147483647 h 21600"/>
                  <a:gd name="T6" fmla="*/ 0 60000 65536"/>
                  <a:gd name="T7" fmla="*/ 0 60000 65536"/>
                  <a:gd name="T8" fmla="*/ 0 60000 65536"/>
                  <a:gd name="T9" fmla="*/ 0 w 28334"/>
                  <a:gd name="T10" fmla="*/ 0 h 21600"/>
                  <a:gd name="T11" fmla="*/ 28334 w 28334"/>
                  <a:gd name="T12" fmla="*/ 21600 h 21600"/>
                </a:gdLst>
                <a:ahLst/>
                <a:cxnLst>
                  <a:cxn ang="T6">
                    <a:pos x="T0" y="T1"/>
                  </a:cxn>
                  <a:cxn ang="T7">
                    <a:pos x="T2" y="T3"/>
                  </a:cxn>
                  <a:cxn ang="T8">
                    <a:pos x="T4" y="T5"/>
                  </a:cxn>
                </a:cxnLst>
                <a:rect l="T9" t="T10" r="T11" b="T12"/>
                <a:pathLst>
                  <a:path w="28334" h="21600" fill="none" extrusionOk="0">
                    <a:moveTo>
                      <a:pt x="-1" y="1076"/>
                    </a:moveTo>
                    <a:cubicBezTo>
                      <a:pt x="2173" y="363"/>
                      <a:pt x="4446" y="-1"/>
                      <a:pt x="6734" y="0"/>
                    </a:cubicBezTo>
                    <a:cubicBezTo>
                      <a:pt x="18663" y="0"/>
                      <a:pt x="28334" y="9670"/>
                      <a:pt x="28334" y="21600"/>
                    </a:cubicBezTo>
                  </a:path>
                  <a:path w="28334" h="21600" stroke="0" extrusionOk="0">
                    <a:moveTo>
                      <a:pt x="-1" y="1076"/>
                    </a:moveTo>
                    <a:cubicBezTo>
                      <a:pt x="2173" y="363"/>
                      <a:pt x="4446" y="-1"/>
                      <a:pt x="6734" y="0"/>
                    </a:cubicBezTo>
                    <a:cubicBezTo>
                      <a:pt x="18663" y="0"/>
                      <a:pt x="28334" y="9670"/>
                      <a:pt x="28334" y="21600"/>
                    </a:cubicBezTo>
                    <a:lnTo>
                      <a:pt x="6734" y="21600"/>
                    </a:lnTo>
                    <a:close/>
                  </a:path>
                </a:pathLst>
              </a:custGeom>
              <a:noFill/>
              <a:ln w="28575" cap="rnd">
                <a:solidFill>
                  <a:schemeClr val="accent1"/>
                </a:solidFill>
                <a:prstDash val="sysDot"/>
                <a:round/>
                <a:headEnd type="none" w="sm" len="sm"/>
                <a:tailEnd type="none" w="sm" len="sm"/>
              </a:ln>
            </p:spPr>
            <p:txBody>
              <a:bodyPr wrap="none" anchor="ctr"/>
              <a:lstStyle/>
              <a:p>
                <a:pPr algn="ctr">
                  <a:defRPr/>
                </a:pPr>
                <a:endParaRPr lang="en-US" sz="1200" dirty="0">
                  <a:latin typeface="Aptos" panose="020B0004020202020204" pitchFamily="34" charset="0"/>
                </a:endParaRPr>
              </a:p>
            </p:txBody>
          </p:sp>
          <p:sp>
            <p:nvSpPr>
              <p:cNvPr id="8" name="Arc 6"/>
              <p:cNvSpPr>
                <a:spLocks/>
              </p:cNvSpPr>
              <p:nvPr/>
            </p:nvSpPr>
            <p:spPr bwMode="auto">
              <a:xfrm>
                <a:off x="3429483" y="2636838"/>
                <a:ext cx="1690205" cy="3048000"/>
              </a:xfrm>
              <a:custGeom>
                <a:avLst/>
                <a:gdLst>
                  <a:gd name="T0" fmla="*/ 0 w 28293"/>
                  <a:gd name="T1" fmla="*/ 2147483647 h 21600"/>
                  <a:gd name="T2" fmla="*/ 2147483647 w 28293"/>
                  <a:gd name="T3" fmla="*/ 2147483647 h 21600"/>
                  <a:gd name="T4" fmla="*/ 2147483647 w 28293"/>
                  <a:gd name="T5" fmla="*/ 2147483647 h 21600"/>
                  <a:gd name="T6" fmla="*/ 0 60000 65536"/>
                  <a:gd name="T7" fmla="*/ 0 60000 65536"/>
                  <a:gd name="T8" fmla="*/ 0 60000 65536"/>
                  <a:gd name="T9" fmla="*/ 0 w 28293"/>
                  <a:gd name="T10" fmla="*/ 0 h 21600"/>
                  <a:gd name="T11" fmla="*/ 28293 w 28293"/>
                  <a:gd name="T12" fmla="*/ 21600 h 21600"/>
                </a:gdLst>
                <a:ahLst/>
                <a:cxnLst>
                  <a:cxn ang="T6">
                    <a:pos x="T0" y="T1"/>
                  </a:cxn>
                  <a:cxn ang="T7">
                    <a:pos x="T2" y="T3"/>
                  </a:cxn>
                  <a:cxn ang="T8">
                    <a:pos x="T4" y="T5"/>
                  </a:cxn>
                </a:cxnLst>
                <a:rect l="T9" t="T10" r="T11" b="T12"/>
                <a:pathLst>
                  <a:path w="28293" h="21600" fill="none" extrusionOk="0">
                    <a:moveTo>
                      <a:pt x="0" y="21544"/>
                    </a:moveTo>
                    <a:cubicBezTo>
                      <a:pt x="30" y="9636"/>
                      <a:pt x="9692" y="-1"/>
                      <a:pt x="21600" y="0"/>
                    </a:cubicBezTo>
                    <a:cubicBezTo>
                      <a:pt x="23873" y="0"/>
                      <a:pt x="26131" y="358"/>
                      <a:pt x="28292" y="1063"/>
                    </a:cubicBezTo>
                  </a:path>
                  <a:path w="28293" h="21600" stroke="0" extrusionOk="0">
                    <a:moveTo>
                      <a:pt x="0" y="21544"/>
                    </a:moveTo>
                    <a:cubicBezTo>
                      <a:pt x="30" y="9636"/>
                      <a:pt x="9692" y="-1"/>
                      <a:pt x="21600" y="0"/>
                    </a:cubicBezTo>
                    <a:cubicBezTo>
                      <a:pt x="23873" y="0"/>
                      <a:pt x="26131" y="358"/>
                      <a:pt x="28292" y="1063"/>
                    </a:cubicBezTo>
                    <a:lnTo>
                      <a:pt x="21600" y="21600"/>
                    </a:lnTo>
                    <a:close/>
                  </a:path>
                </a:pathLst>
              </a:custGeom>
              <a:noFill/>
              <a:ln w="28575" cap="rnd">
                <a:solidFill>
                  <a:schemeClr val="accent1"/>
                </a:solidFill>
                <a:prstDash val="sysDot"/>
                <a:round/>
                <a:headEnd type="none" w="sm" len="sm"/>
                <a:tailEnd type="none" w="sm" len="sm"/>
              </a:ln>
            </p:spPr>
            <p:txBody>
              <a:bodyPr wrap="none" anchor="ctr"/>
              <a:lstStyle/>
              <a:p>
                <a:pPr algn="ctr">
                  <a:defRPr/>
                </a:pPr>
                <a:endParaRPr lang="en-US" sz="1200" dirty="0">
                  <a:latin typeface="Aptos" panose="020B0004020202020204" pitchFamily="34" charset="0"/>
                </a:endParaRPr>
              </a:p>
            </p:txBody>
          </p:sp>
        </p:grpSp>
        <p:sp>
          <p:nvSpPr>
            <p:cNvPr id="9" name="Line 7"/>
            <p:cNvSpPr>
              <a:spLocks noChangeShapeType="1"/>
            </p:cNvSpPr>
            <p:nvPr/>
          </p:nvSpPr>
          <p:spPr bwMode="auto">
            <a:xfrm flipH="1">
              <a:off x="3860801" y="5462221"/>
              <a:ext cx="4640263" cy="0"/>
            </a:xfrm>
            <a:prstGeom prst="line">
              <a:avLst/>
            </a:prstGeom>
            <a:noFill/>
            <a:ln w="38100">
              <a:solidFill>
                <a:schemeClr val="tx1"/>
              </a:solidFill>
              <a:round/>
              <a:headEnd type="none" w="sm" len="sm"/>
              <a:tailEnd type="none" w="sm" len="sm"/>
            </a:ln>
          </p:spPr>
          <p:txBody>
            <a:bodyPr wrap="none" anchor="ctr"/>
            <a:lstStyle/>
            <a:p>
              <a:pPr>
                <a:defRPr/>
              </a:pPr>
              <a:endParaRPr lang="en-US" sz="1200" dirty="0">
                <a:latin typeface="Aptos" panose="020B0004020202020204" pitchFamily="34" charset="0"/>
              </a:endParaRPr>
            </a:p>
          </p:txBody>
        </p:sp>
      </p:grpSp>
    </p:spTree>
    <p:extLst>
      <p:ext uri="{BB962C8B-B14F-4D97-AF65-F5344CB8AC3E}">
        <p14:creationId xmlns:p14="http://schemas.microsoft.com/office/powerpoint/2010/main" val="3104253722"/>
      </p:ext>
    </p:extLst>
  </p:cSld>
  <p:clrMapOvr>
    <a:masterClrMapping/>
  </p:clrMapOvr>
  <p:transition>
    <p:fade/>
  </p:transition>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5345" name="Title 1"/>
          <p:cNvSpPr>
            <a:spLocks noGrp="1"/>
          </p:cNvSpPr>
          <p:nvPr>
            <p:ph type="title"/>
          </p:nvPr>
        </p:nvSpPr>
        <p:spPr/>
        <p:txBody>
          <a:bodyPr/>
          <a:lstStyle/>
          <a:p>
            <a:r>
              <a:rPr lang="en-US" dirty="0"/>
              <a:t>Forces at work</a:t>
            </a:r>
          </a:p>
        </p:txBody>
      </p:sp>
      <p:grpSp>
        <p:nvGrpSpPr>
          <p:cNvPr id="2" name="Group 1">
            <a:extLst>
              <a:ext uri="{FF2B5EF4-FFF2-40B4-BE49-F238E27FC236}">
                <a16:creationId xmlns:a16="http://schemas.microsoft.com/office/drawing/2014/main" id="{BC4D1477-5306-4DB0-A626-C3A30CB71F2F}"/>
              </a:ext>
            </a:extLst>
          </p:cNvPr>
          <p:cNvGrpSpPr/>
          <p:nvPr/>
        </p:nvGrpSpPr>
        <p:grpSpPr>
          <a:xfrm>
            <a:off x="1883318" y="1956674"/>
            <a:ext cx="6258178" cy="3795659"/>
            <a:chOff x="2983319" y="2343927"/>
            <a:chExt cx="6365598" cy="3860811"/>
          </a:xfrm>
        </p:grpSpPr>
        <p:sp>
          <p:nvSpPr>
            <p:cNvPr id="5" name="Freeform 2"/>
            <p:cNvSpPr>
              <a:spLocks/>
            </p:cNvSpPr>
            <p:nvPr/>
          </p:nvSpPr>
          <p:spPr bwMode="blackWhite">
            <a:xfrm>
              <a:off x="4722813" y="3138853"/>
              <a:ext cx="2747962" cy="2170620"/>
            </a:xfrm>
            <a:custGeom>
              <a:avLst/>
              <a:gdLst>
                <a:gd name="T0" fmla="*/ 0 w 1749"/>
                <a:gd name="T1" fmla="*/ 0 h 1710"/>
                <a:gd name="T2" fmla="*/ 0 w 1749"/>
                <a:gd name="T3" fmla="*/ 2147483647 h 1710"/>
                <a:gd name="T4" fmla="*/ 2147483647 w 1749"/>
                <a:gd name="T5" fmla="*/ 2147483647 h 1710"/>
                <a:gd name="T6" fmla="*/ 0 w 1749"/>
                <a:gd name="T7" fmla="*/ 2147483647 h 1710"/>
                <a:gd name="T8" fmla="*/ 0 w 1749"/>
                <a:gd name="T9" fmla="*/ 2147483647 h 1710"/>
                <a:gd name="T10" fmla="*/ 2147483647 w 1749"/>
                <a:gd name="T11" fmla="*/ 2147483647 h 1710"/>
                <a:gd name="T12" fmla="*/ 2147483647 w 1749"/>
                <a:gd name="T13" fmla="*/ 0 h 1710"/>
                <a:gd name="T14" fmla="*/ 0 w 1749"/>
                <a:gd name="T15" fmla="*/ 0 h 1710"/>
                <a:gd name="T16" fmla="*/ 0 60000 65536"/>
                <a:gd name="T17" fmla="*/ 0 60000 65536"/>
                <a:gd name="T18" fmla="*/ 0 60000 65536"/>
                <a:gd name="T19" fmla="*/ 0 60000 65536"/>
                <a:gd name="T20" fmla="*/ 0 60000 65536"/>
                <a:gd name="T21" fmla="*/ 0 60000 65536"/>
                <a:gd name="T22" fmla="*/ 0 60000 65536"/>
                <a:gd name="T23" fmla="*/ 0 60000 65536"/>
                <a:gd name="T24" fmla="*/ 0 w 1749"/>
                <a:gd name="T25" fmla="*/ 0 h 1710"/>
                <a:gd name="T26" fmla="*/ 1749 w 1749"/>
                <a:gd name="T27" fmla="*/ 1710 h 17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49" h="1710">
                  <a:moveTo>
                    <a:pt x="0" y="0"/>
                  </a:moveTo>
                  <a:lnTo>
                    <a:pt x="0" y="352"/>
                  </a:lnTo>
                  <a:lnTo>
                    <a:pt x="299" y="853"/>
                  </a:lnTo>
                  <a:lnTo>
                    <a:pt x="0" y="1368"/>
                  </a:lnTo>
                  <a:lnTo>
                    <a:pt x="0" y="1708"/>
                  </a:lnTo>
                  <a:lnTo>
                    <a:pt x="1748" y="1710"/>
                  </a:lnTo>
                  <a:lnTo>
                    <a:pt x="1749" y="0"/>
                  </a:lnTo>
                  <a:lnTo>
                    <a:pt x="0" y="0"/>
                  </a:lnTo>
                </a:path>
              </a:pathLst>
            </a:custGeom>
            <a:solidFill>
              <a:schemeClr val="bg1"/>
            </a:solidFill>
            <a:ln w="9525" cap="rnd">
              <a:solidFill>
                <a:schemeClr val="tx1"/>
              </a:solidFill>
              <a:round/>
              <a:headEnd/>
              <a:tailEnd/>
            </a:ln>
          </p:spPr>
          <p:txBody>
            <a:bodyPr/>
            <a:lstStyle/>
            <a:p>
              <a:pPr>
                <a:defRPr/>
              </a:pPr>
              <a:endParaRPr lang="en-US" sz="1000" dirty="0">
                <a:solidFill>
                  <a:schemeClr val="tx2"/>
                </a:solidFill>
                <a:latin typeface="Aptos" panose="020B0004020202020204" pitchFamily="34" charset="0"/>
              </a:endParaRPr>
            </a:p>
          </p:txBody>
        </p:sp>
        <p:sp>
          <p:nvSpPr>
            <p:cNvPr id="6" name="AutoShape 3"/>
            <p:cNvSpPr>
              <a:spLocks noChangeArrowheads="1"/>
            </p:cNvSpPr>
            <p:nvPr/>
          </p:nvSpPr>
          <p:spPr bwMode="blackWhite">
            <a:xfrm>
              <a:off x="4202113" y="4064153"/>
              <a:ext cx="1008062" cy="320023"/>
            </a:xfrm>
            <a:prstGeom prst="rightArrow">
              <a:avLst>
                <a:gd name="adj1" fmla="val 48481"/>
                <a:gd name="adj2" fmla="val 73387"/>
              </a:avLst>
            </a:prstGeom>
            <a:solidFill>
              <a:schemeClr val="accent1"/>
            </a:solidFill>
            <a:ln w="12700">
              <a:noFill/>
              <a:miter lim="800000"/>
              <a:headEnd type="none" w="sm" len="sm"/>
              <a:tailEnd type="none" w="sm" len="sm"/>
            </a:ln>
          </p:spPr>
          <p:txBody>
            <a:bodyPr lIns="0" tIns="0" rIns="0" bIns="0" anchor="ctr">
              <a:spAutoFit/>
            </a:bodyPr>
            <a:lstStyle/>
            <a:p>
              <a:pPr algn="ctr">
                <a:buFont typeface="Wingdings 2" pitchFamily="18" charset="2"/>
                <a:buChar char="¡"/>
                <a:defRPr/>
              </a:pPr>
              <a:endParaRPr lang="en-US" sz="1000" dirty="0">
                <a:solidFill>
                  <a:schemeClr val="tx2"/>
                </a:solidFill>
                <a:latin typeface="Aptos" panose="020B0004020202020204" pitchFamily="34" charset="0"/>
              </a:endParaRPr>
            </a:p>
          </p:txBody>
        </p:sp>
        <p:sp>
          <p:nvSpPr>
            <p:cNvPr id="8" name="AutoShape 5"/>
            <p:cNvSpPr>
              <a:spLocks noChangeArrowheads="1"/>
            </p:cNvSpPr>
            <p:nvPr/>
          </p:nvSpPr>
          <p:spPr bwMode="blackWhite">
            <a:xfrm rot="16200000" flipH="1">
              <a:off x="5994309" y="2890358"/>
              <a:ext cx="204972" cy="404812"/>
            </a:xfrm>
            <a:prstGeom prst="rightArrow">
              <a:avLst>
                <a:gd name="adj1" fmla="val 48481"/>
                <a:gd name="adj2" fmla="val 49389"/>
              </a:avLst>
            </a:prstGeom>
            <a:solidFill>
              <a:schemeClr val="tx2">
                <a:lumMod val="75000"/>
                <a:lumOff val="25000"/>
              </a:schemeClr>
            </a:solidFill>
            <a:ln w="12700">
              <a:noFill/>
              <a:miter lim="800000"/>
              <a:headEnd type="none" w="sm" len="sm"/>
              <a:tailEnd type="none" w="sm" len="sm"/>
            </a:ln>
          </p:spPr>
          <p:txBody>
            <a:bodyPr vert="eaVert" lIns="0" tIns="0" rIns="0" bIns="0" anchor="ctr">
              <a:spAutoFit/>
            </a:bodyPr>
            <a:lstStyle/>
            <a:p>
              <a:pPr algn="ctr">
                <a:buFont typeface="Wingdings 2" pitchFamily="18" charset="2"/>
                <a:buChar char="¡"/>
                <a:defRPr/>
              </a:pPr>
              <a:endParaRPr lang="en-US" sz="1000" dirty="0">
                <a:solidFill>
                  <a:schemeClr val="tx2"/>
                </a:solidFill>
                <a:latin typeface="Aptos" panose="020B0004020202020204" pitchFamily="34" charset="0"/>
              </a:endParaRPr>
            </a:p>
          </p:txBody>
        </p:sp>
        <p:sp>
          <p:nvSpPr>
            <p:cNvPr id="9" name="AutoShape 6"/>
            <p:cNvSpPr>
              <a:spLocks noChangeArrowheads="1"/>
            </p:cNvSpPr>
            <p:nvPr/>
          </p:nvSpPr>
          <p:spPr bwMode="blackWhite">
            <a:xfrm rot="5400000" flipH="1" flipV="1">
              <a:off x="5994309" y="5173916"/>
              <a:ext cx="204972" cy="404812"/>
            </a:xfrm>
            <a:prstGeom prst="rightArrow">
              <a:avLst>
                <a:gd name="adj1" fmla="val 48481"/>
                <a:gd name="adj2" fmla="val 49389"/>
              </a:avLst>
            </a:prstGeom>
            <a:solidFill>
              <a:schemeClr val="tx2">
                <a:lumMod val="75000"/>
                <a:lumOff val="25000"/>
              </a:schemeClr>
            </a:solidFill>
            <a:ln w="12700">
              <a:noFill/>
              <a:miter lim="800000"/>
              <a:headEnd type="none" w="sm" len="sm"/>
              <a:tailEnd type="none" w="sm" len="sm"/>
            </a:ln>
          </p:spPr>
          <p:txBody>
            <a:bodyPr vert="eaVert" lIns="0" tIns="0" rIns="0" bIns="0" anchor="ctr">
              <a:spAutoFit/>
            </a:bodyPr>
            <a:lstStyle/>
            <a:p>
              <a:pPr algn="ctr">
                <a:buFont typeface="Wingdings 2" pitchFamily="18" charset="2"/>
                <a:buChar char="¡"/>
                <a:defRPr/>
              </a:pPr>
              <a:endParaRPr lang="en-US" sz="1000" dirty="0">
                <a:solidFill>
                  <a:schemeClr val="tx2"/>
                </a:solidFill>
                <a:latin typeface="Aptos" panose="020B0004020202020204" pitchFamily="34" charset="0"/>
              </a:endParaRPr>
            </a:p>
          </p:txBody>
        </p:sp>
        <p:sp>
          <p:nvSpPr>
            <p:cNvPr id="23" name="Text Placeholder 5"/>
            <p:cNvSpPr txBox="1">
              <a:spLocks/>
            </p:cNvSpPr>
            <p:nvPr/>
          </p:nvSpPr>
          <p:spPr>
            <a:xfrm>
              <a:off x="5418411" y="2343927"/>
              <a:ext cx="2715305" cy="600031"/>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2 bullet</a:t>
              </a:r>
            </a:p>
            <a:p>
              <a:pPr marL="432911" lvl="4" indent="-143328" defTabSz="648808">
                <a:spcBef>
                  <a:spcPts val="0"/>
                </a:spcBef>
                <a:spcAft>
                  <a:spcPts val="488"/>
                </a:spcAft>
                <a:buSzPct val="100000"/>
                <a:buFont typeface="Verdana" panose="020B0604030504040204" pitchFamily="34" charset="0"/>
                <a:buChar char="−"/>
              </a:pPr>
              <a:r>
                <a:rPr lang="en-US" sz="1000" dirty="0">
                  <a:solidFill>
                    <a:schemeClr val="tx1"/>
                  </a:solidFill>
                  <a:latin typeface="Aptos" panose="020B0004020202020204" pitchFamily="34" charset="0"/>
                  <a:ea typeface="+mn-ea"/>
                  <a:cs typeface="+mn-cs"/>
                </a:rPr>
                <a:t>Level 3 bullet</a:t>
              </a:r>
            </a:p>
          </p:txBody>
        </p:sp>
        <p:sp>
          <p:nvSpPr>
            <p:cNvPr id="26" name="AutoShape 3"/>
            <p:cNvSpPr>
              <a:spLocks noChangeArrowheads="1"/>
            </p:cNvSpPr>
            <p:nvPr/>
          </p:nvSpPr>
          <p:spPr bwMode="blackWhite">
            <a:xfrm flipH="1">
              <a:off x="7211568" y="4064153"/>
              <a:ext cx="776732" cy="320023"/>
            </a:xfrm>
            <a:prstGeom prst="rightArrow">
              <a:avLst>
                <a:gd name="adj1" fmla="val 48481"/>
                <a:gd name="adj2" fmla="val 73387"/>
              </a:avLst>
            </a:prstGeom>
            <a:solidFill>
              <a:schemeClr val="tx2">
                <a:lumMod val="75000"/>
                <a:lumOff val="25000"/>
              </a:schemeClr>
            </a:solidFill>
            <a:ln w="12700">
              <a:noFill/>
              <a:miter lim="800000"/>
              <a:headEnd type="none" w="sm" len="sm"/>
              <a:tailEnd type="none" w="sm" len="sm"/>
            </a:ln>
          </p:spPr>
          <p:txBody>
            <a:bodyPr wrap="square" lIns="0" tIns="0" rIns="0" bIns="0" anchor="ctr">
              <a:spAutoFit/>
            </a:bodyPr>
            <a:lstStyle/>
            <a:p>
              <a:pPr algn="ctr">
                <a:buFont typeface="Wingdings 2" pitchFamily="18" charset="2"/>
                <a:buChar char="¡"/>
                <a:defRPr/>
              </a:pPr>
              <a:endParaRPr lang="en-US" sz="1000" dirty="0">
                <a:solidFill>
                  <a:schemeClr val="tx2"/>
                </a:solidFill>
                <a:latin typeface="Aptos" panose="020B0004020202020204" pitchFamily="34" charset="0"/>
              </a:endParaRPr>
            </a:p>
          </p:txBody>
        </p:sp>
        <p:sp>
          <p:nvSpPr>
            <p:cNvPr id="27" name="Text Placeholder 5"/>
            <p:cNvSpPr txBox="1">
              <a:spLocks/>
            </p:cNvSpPr>
            <p:nvPr/>
          </p:nvSpPr>
          <p:spPr>
            <a:xfrm>
              <a:off x="8042910" y="3893303"/>
              <a:ext cx="1306007" cy="600031"/>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2 bullet</a:t>
              </a:r>
            </a:p>
            <a:p>
              <a:pPr marL="432911" lvl="4" indent="-143328" defTabSz="648808">
                <a:spcBef>
                  <a:spcPts val="0"/>
                </a:spcBef>
                <a:spcAft>
                  <a:spcPts val="488"/>
                </a:spcAft>
                <a:buSzPct val="100000"/>
                <a:buFont typeface="Verdana" panose="020B0604030504040204" pitchFamily="34" charset="0"/>
                <a:buChar char="−"/>
              </a:pPr>
              <a:r>
                <a:rPr lang="en-US" sz="1000" dirty="0">
                  <a:solidFill>
                    <a:schemeClr val="tx1"/>
                  </a:solidFill>
                  <a:latin typeface="Aptos" panose="020B0004020202020204" pitchFamily="34" charset="0"/>
                  <a:ea typeface="+mn-ea"/>
                  <a:cs typeface="+mn-cs"/>
                </a:rPr>
                <a:t>Level 3 bullet</a:t>
              </a:r>
            </a:p>
          </p:txBody>
        </p:sp>
        <p:sp>
          <p:nvSpPr>
            <p:cNvPr id="28" name="Text Placeholder 5"/>
            <p:cNvSpPr txBox="1">
              <a:spLocks/>
            </p:cNvSpPr>
            <p:nvPr/>
          </p:nvSpPr>
          <p:spPr>
            <a:xfrm>
              <a:off x="5418411" y="5604707"/>
              <a:ext cx="2715305" cy="600031"/>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2 bullet</a:t>
              </a:r>
            </a:p>
            <a:p>
              <a:pPr marL="432911" lvl="4" indent="-143328" defTabSz="648808">
                <a:spcBef>
                  <a:spcPts val="0"/>
                </a:spcBef>
                <a:spcAft>
                  <a:spcPts val="488"/>
                </a:spcAft>
                <a:buSzPct val="100000"/>
                <a:buFont typeface="Verdana" panose="020B0604030504040204" pitchFamily="34" charset="0"/>
                <a:buChar char="−"/>
              </a:pPr>
              <a:r>
                <a:rPr lang="en-US" sz="1000" dirty="0">
                  <a:solidFill>
                    <a:schemeClr val="tx1"/>
                  </a:solidFill>
                  <a:latin typeface="Aptos" panose="020B0004020202020204" pitchFamily="34" charset="0"/>
                  <a:ea typeface="+mn-ea"/>
                  <a:cs typeface="+mn-cs"/>
                </a:rPr>
                <a:t>Level 3 bullet</a:t>
              </a:r>
            </a:p>
          </p:txBody>
        </p:sp>
        <p:sp>
          <p:nvSpPr>
            <p:cNvPr id="29" name="Text Placeholder 5"/>
            <p:cNvSpPr txBox="1">
              <a:spLocks/>
            </p:cNvSpPr>
            <p:nvPr/>
          </p:nvSpPr>
          <p:spPr>
            <a:xfrm>
              <a:off x="5286058" y="3893303"/>
              <a:ext cx="1952943" cy="600031"/>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2 bullet</a:t>
              </a:r>
            </a:p>
            <a:p>
              <a:pPr marL="432911" lvl="4" indent="-143328" defTabSz="648808">
                <a:spcBef>
                  <a:spcPts val="0"/>
                </a:spcBef>
                <a:spcAft>
                  <a:spcPts val="488"/>
                </a:spcAft>
                <a:buSzPct val="100000"/>
                <a:buFont typeface="Verdana" panose="020B0604030504040204" pitchFamily="34" charset="0"/>
                <a:buChar char="−"/>
              </a:pPr>
              <a:r>
                <a:rPr lang="en-US" sz="1000" dirty="0">
                  <a:solidFill>
                    <a:schemeClr val="tx1"/>
                  </a:solidFill>
                  <a:latin typeface="Aptos" panose="020B0004020202020204" pitchFamily="34" charset="0"/>
                  <a:ea typeface="+mn-ea"/>
                  <a:cs typeface="+mn-cs"/>
                </a:rPr>
                <a:t>Level 3 bullet</a:t>
              </a:r>
            </a:p>
          </p:txBody>
        </p:sp>
        <p:sp>
          <p:nvSpPr>
            <p:cNvPr id="30" name="Text Placeholder 5"/>
            <p:cNvSpPr txBox="1">
              <a:spLocks/>
            </p:cNvSpPr>
            <p:nvPr/>
          </p:nvSpPr>
          <p:spPr>
            <a:xfrm>
              <a:off x="2983319" y="3893303"/>
              <a:ext cx="1522125" cy="600031"/>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2 bullet</a:t>
              </a:r>
            </a:p>
            <a:p>
              <a:pPr marL="432911" lvl="4" indent="-143328" defTabSz="648808">
                <a:spcBef>
                  <a:spcPts val="0"/>
                </a:spcBef>
                <a:spcAft>
                  <a:spcPts val="488"/>
                </a:spcAft>
                <a:buSzPct val="100000"/>
                <a:buFont typeface="Verdana" panose="020B0604030504040204" pitchFamily="34" charset="0"/>
                <a:buChar char="−"/>
              </a:pPr>
              <a:r>
                <a:rPr lang="en-US" sz="1000" dirty="0">
                  <a:solidFill>
                    <a:schemeClr val="tx1"/>
                  </a:solidFill>
                  <a:latin typeface="Aptos" panose="020B0004020202020204" pitchFamily="34" charset="0"/>
                  <a:ea typeface="+mn-ea"/>
                  <a:cs typeface="+mn-cs"/>
                </a:rPr>
                <a:t>Level 3 bullet</a:t>
              </a:r>
            </a:p>
          </p:txBody>
        </p:sp>
      </p:grpSp>
    </p:spTree>
    <p:extLst>
      <p:ext uri="{BB962C8B-B14F-4D97-AF65-F5344CB8AC3E}">
        <p14:creationId xmlns:p14="http://schemas.microsoft.com/office/powerpoint/2010/main" val="1676774795"/>
      </p:ext>
    </p:extLst>
  </p:cSld>
  <p:clrMapOvr>
    <a:masterClrMapping/>
  </p:clrMapOvr>
  <p:transition>
    <p:fade/>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80" name="Title 1"/>
          <p:cNvSpPr>
            <a:spLocks noGrp="1"/>
          </p:cNvSpPr>
          <p:nvPr>
            <p:ph type="title"/>
          </p:nvPr>
        </p:nvSpPr>
        <p:spPr/>
        <p:txBody>
          <a:bodyPr/>
          <a:lstStyle/>
          <a:p>
            <a:r>
              <a:rPr lang="en-US" dirty="0"/>
              <a:t>Force</a:t>
            </a:r>
            <a:r>
              <a:rPr lang="en-US" altLang="ja-JP" dirty="0"/>
              <a:t>d</a:t>
            </a:r>
            <a:endParaRPr lang="en-US" dirty="0"/>
          </a:p>
        </p:txBody>
      </p:sp>
      <p:sp>
        <p:nvSpPr>
          <p:cNvPr id="16" name="Text Placeholder 12"/>
          <p:cNvSpPr>
            <a:spLocks/>
          </p:cNvSpPr>
          <p:nvPr/>
        </p:nvSpPr>
        <p:spPr bwMode="auto">
          <a:xfrm>
            <a:off x="4764519" y="3823581"/>
            <a:ext cx="381071" cy="246221"/>
          </a:xfrm>
          <a:prstGeom prst="rect">
            <a:avLst/>
          </a:prstGeom>
          <a:noFill/>
          <a:ln w="9525">
            <a:noFill/>
            <a:miter lim="800000"/>
            <a:headEnd/>
            <a:tailEnd/>
          </a:ln>
        </p:spPr>
        <p:txBody>
          <a:bodyPr wrap="square" lIns="0" tIns="0" rIns="0" bIns="0" anchor="ctr" anchorCtr="0">
            <a:spAutoFit/>
          </a:bodyPr>
          <a:lstStyle/>
          <a:p>
            <a:pPr algn="ctr" defTabSz="828101">
              <a:spcAft>
                <a:spcPts val="244"/>
              </a:spcAft>
            </a:pPr>
            <a:r>
              <a:rPr lang="en-US" sz="1600" dirty="0">
                <a:latin typeface="Aptos" panose="020B0004020202020204" pitchFamily="34" charset="0"/>
              </a:rPr>
              <a:t>Text</a:t>
            </a:r>
          </a:p>
        </p:txBody>
      </p:sp>
      <p:sp>
        <p:nvSpPr>
          <p:cNvPr id="17" name="Freeform 3"/>
          <p:cNvSpPr>
            <a:spLocks/>
          </p:cNvSpPr>
          <p:nvPr/>
        </p:nvSpPr>
        <p:spPr bwMode="blackWhite">
          <a:xfrm>
            <a:off x="5220118" y="2569782"/>
            <a:ext cx="1175047" cy="1115714"/>
          </a:xfrm>
          <a:custGeom>
            <a:avLst/>
            <a:gdLst>
              <a:gd name="T0" fmla="*/ 2147483647 w 671"/>
              <a:gd name="T1" fmla="*/ 2147483647 h 658"/>
              <a:gd name="T2" fmla="*/ 2147483647 w 671"/>
              <a:gd name="T3" fmla="*/ 2147483647 h 658"/>
              <a:gd name="T4" fmla="*/ 0 w 671"/>
              <a:gd name="T5" fmla="*/ 2147483647 h 658"/>
              <a:gd name="T6" fmla="*/ 0 w 671"/>
              <a:gd name="T7" fmla="*/ 2147483647 h 658"/>
              <a:gd name="T8" fmla="*/ 2147483647 w 671"/>
              <a:gd name="T9" fmla="*/ 2147483647 h 658"/>
              <a:gd name="T10" fmla="*/ 2147483647 w 671"/>
              <a:gd name="T11" fmla="*/ 2147483647 h 658"/>
              <a:gd name="T12" fmla="*/ 2147483647 w 671"/>
              <a:gd name="T13" fmla="*/ 0 h 658"/>
              <a:gd name="T14" fmla="*/ 2147483647 w 671"/>
              <a:gd name="T15" fmla="*/ 2147483647 h 658"/>
              <a:gd name="T16" fmla="*/ 2147483647 w 671"/>
              <a:gd name="T17" fmla="*/ 2147483647 h 658"/>
              <a:gd name="T18" fmla="*/ 2147483647 w 671"/>
              <a:gd name="T19" fmla="*/ 2147483647 h 658"/>
              <a:gd name="T20" fmla="*/ 2147483647 w 671"/>
              <a:gd name="T21" fmla="*/ 2147483647 h 658"/>
              <a:gd name="T22" fmla="*/ 2147483647 w 671"/>
              <a:gd name="T23" fmla="*/ 2147483647 h 6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1"/>
              <a:gd name="T37" fmla="*/ 0 h 658"/>
              <a:gd name="T38" fmla="*/ 671 w 671"/>
              <a:gd name="T39" fmla="*/ 658 h 6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1" h="658">
                <a:moveTo>
                  <a:pt x="491" y="578"/>
                </a:moveTo>
                <a:lnTo>
                  <a:pt x="491" y="657"/>
                </a:lnTo>
                <a:lnTo>
                  <a:pt x="0" y="657"/>
                </a:lnTo>
                <a:lnTo>
                  <a:pt x="0" y="166"/>
                </a:lnTo>
                <a:lnTo>
                  <a:pt x="95" y="166"/>
                </a:lnTo>
                <a:lnTo>
                  <a:pt x="95" y="506"/>
                </a:lnTo>
                <a:lnTo>
                  <a:pt x="602" y="0"/>
                </a:lnTo>
                <a:lnTo>
                  <a:pt x="670" y="63"/>
                </a:lnTo>
                <a:lnTo>
                  <a:pt x="166" y="570"/>
                </a:lnTo>
                <a:lnTo>
                  <a:pt x="491" y="570"/>
                </a:lnTo>
                <a:lnTo>
                  <a:pt x="491" y="657"/>
                </a:lnTo>
                <a:lnTo>
                  <a:pt x="491" y="578"/>
                </a:lnTo>
              </a:path>
            </a:pathLst>
          </a:custGeom>
          <a:solidFill>
            <a:schemeClr val="accent3"/>
          </a:solidFill>
          <a:ln w="12700" cap="rnd">
            <a:solidFill>
              <a:schemeClr val="bg1"/>
            </a:solidFill>
            <a:round/>
            <a:headEnd/>
            <a:tailEnd/>
          </a:ln>
        </p:spPr>
        <p:txBody>
          <a:bodyPr lIns="29250" tIns="29250" rIns="29250" bIns="29250"/>
          <a:lstStyle/>
          <a:p>
            <a:endParaRPr lang="en-US" sz="1463" dirty="0">
              <a:latin typeface="Aptos" panose="020B0004020202020204" pitchFamily="34" charset="0"/>
            </a:endParaRPr>
          </a:p>
        </p:txBody>
      </p:sp>
      <p:sp>
        <p:nvSpPr>
          <p:cNvPr id="18" name="Freeform 4"/>
          <p:cNvSpPr>
            <a:spLocks/>
          </p:cNvSpPr>
          <p:nvPr/>
        </p:nvSpPr>
        <p:spPr bwMode="blackWhite">
          <a:xfrm>
            <a:off x="5220117" y="4207883"/>
            <a:ext cx="1181497" cy="1128613"/>
          </a:xfrm>
          <a:custGeom>
            <a:avLst/>
            <a:gdLst>
              <a:gd name="T0" fmla="*/ 2147483647 w 674"/>
              <a:gd name="T1" fmla="*/ 2147483647 h 666"/>
              <a:gd name="T2" fmla="*/ 2147483647 w 674"/>
              <a:gd name="T3" fmla="*/ 0 h 666"/>
              <a:gd name="T4" fmla="*/ 0 w 674"/>
              <a:gd name="T5" fmla="*/ 0 h 666"/>
              <a:gd name="T6" fmla="*/ 0 w 674"/>
              <a:gd name="T7" fmla="*/ 2147483647 h 666"/>
              <a:gd name="T8" fmla="*/ 2147483647 w 674"/>
              <a:gd name="T9" fmla="*/ 2147483647 h 666"/>
              <a:gd name="T10" fmla="*/ 2147483647 w 674"/>
              <a:gd name="T11" fmla="*/ 2147483647 h 666"/>
              <a:gd name="T12" fmla="*/ 2147483647 w 674"/>
              <a:gd name="T13" fmla="*/ 2147483647 h 666"/>
              <a:gd name="T14" fmla="*/ 2147483647 w 674"/>
              <a:gd name="T15" fmla="*/ 2147483647 h 666"/>
              <a:gd name="T16" fmla="*/ 2147483647 w 674"/>
              <a:gd name="T17" fmla="*/ 2147483647 h 666"/>
              <a:gd name="T18" fmla="*/ 2147483647 w 674"/>
              <a:gd name="T19" fmla="*/ 2147483647 h 666"/>
              <a:gd name="T20" fmla="*/ 2147483647 w 674"/>
              <a:gd name="T21" fmla="*/ 0 h 666"/>
              <a:gd name="T22" fmla="*/ 2147483647 w 674"/>
              <a:gd name="T23" fmla="*/ 2147483647 h 66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4"/>
              <a:gd name="T37" fmla="*/ 0 h 666"/>
              <a:gd name="T38" fmla="*/ 674 w 674"/>
              <a:gd name="T39" fmla="*/ 666 h 66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4" h="666">
                <a:moveTo>
                  <a:pt x="491" y="79"/>
                </a:moveTo>
                <a:lnTo>
                  <a:pt x="491" y="0"/>
                </a:lnTo>
                <a:lnTo>
                  <a:pt x="0" y="0"/>
                </a:lnTo>
                <a:lnTo>
                  <a:pt x="0" y="491"/>
                </a:lnTo>
                <a:lnTo>
                  <a:pt x="95" y="491"/>
                </a:lnTo>
                <a:lnTo>
                  <a:pt x="95" y="159"/>
                </a:lnTo>
                <a:lnTo>
                  <a:pt x="602" y="665"/>
                </a:lnTo>
                <a:lnTo>
                  <a:pt x="673" y="594"/>
                </a:lnTo>
                <a:lnTo>
                  <a:pt x="174" y="95"/>
                </a:lnTo>
                <a:lnTo>
                  <a:pt x="491" y="95"/>
                </a:lnTo>
                <a:lnTo>
                  <a:pt x="491" y="0"/>
                </a:lnTo>
                <a:lnTo>
                  <a:pt x="491" y="79"/>
                </a:lnTo>
              </a:path>
            </a:pathLst>
          </a:custGeom>
          <a:solidFill>
            <a:schemeClr val="accent3"/>
          </a:solidFill>
          <a:ln w="12700" cap="rnd">
            <a:solidFill>
              <a:schemeClr val="bg1"/>
            </a:solidFill>
            <a:round/>
            <a:headEnd/>
            <a:tailEnd/>
          </a:ln>
        </p:spPr>
        <p:txBody>
          <a:bodyPr lIns="29250" tIns="29250" rIns="29250" bIns="29250"/>
          <a:lstStyle/>
          <a:p>
            <a:endParaRPr lang="en-US" sz="1463" dirty="0">
              <a:latin typeface="Aptos" panose="020B0004020202020204" pitchFamily="34" charset="0"/>
            </a:endParaRPr>
          </a:p>
        </p:txBody>
      </p:sp>
      <p:sp>
        <p:nvSpPr>
          <p:cNvPr id="19" name="Freeform 5"/>
          <p:cNvSpPr>
            <a:spLocks/>
          </p:cNvSpPr>
          <p:nvPr/>
        </p:nvSpPr>
        <p:spPr bwMode="blackWhite">
          <a:xfrm>
            <a:off x="3499466" y="4207882"/>
            <a:ext cx="1190525" cy="1140222"/>
          </a:xfrm>
          <a:custGeom>
            <a:avLst/>
            <a:gdLst>
              <a:gd name="T0" fmla="*/ 2147483647 w 680"/>
              <a:gd name="T1" fmla="*/ 2147483647 h 672"/>
              <a:gd name="T2" fmla="*/ 2147483647 w 680"/>
              <a:gd name="T3" fmla="*/ 0 h 672"/>
              <a:gd name="T4" fmla="*/ 2147483647 w 680"/>
              <a:gd name="T5" fmla="*/ 0 h 672"/>
              <a:gd name="T6" fmla="*/ 2147483647 w 680"/>
              <a:gd name="T7" fmla="*/ 2147483647 h 672"/>
              <a:gd name="T8" fmla="*/ 2147483647 w 680"/>
              <a:gd name="T9" fmla="*/ 2147483647 h 672"/>
              <a:gd name="T10" fmla="*/ 2147483647 w 680"/>
              <a:gd name="T11" fmla="*/ 2147483647 h 672"/>
              <a:gd name="T12" fmla="*/ 2147483647 w 680"/>
              <a:gd name="T13" fmla="*/ 2147483647 h 672"/>
              <a:gd name="T14" fmla="*/ 0 w 680"/>
              <a:gd name="T15" fmla="*/ 2147483647 h 672"/>
              <a:gd name="T16" fmla="*/ 2147483647 w 680"/>
              <a:gd name="T17" fmla="*/ 2147483647 h 672"/>
              <a:gd name="T18" fmla="*/ 2147483647 w 680"/>
              <a:gd name="T19" fmla="*/ 2147483647 h 672"/>
              <a:gd name="T20" fmla="*/ 2147483647 w 680"/>
              <a:gd name="T21" fmla="*/ 0 h 6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80"/>
              <a:gd name="T34" fmla="*/ 0 h 672"/>
              <a:gd name="T35" fmla="*/ 680 w 680"/>
              <a:gd name="T36" fmla="*/ 672 h 6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80" h="672">
                <a:moveTo>
                  <a:pt x="184" y="80"/>
                </a:moveTo>
                <a:lnTo>
                  <a:pt x="184" y="0"/>
                </a:lnTo>
                <a:lnTo>
                  <a:pt x="679" y="0"/>
                </a:lnTo>
                <a:lnTo>
                  <a:pt x="679" y="495"/>
                </a:lnTo>
                <a:lnTo>
                  <a:pt x="583" y="495"/>
                </a:lnTo>
                <a:lnTo>
                  <a:pt x="583" y="160"/>
                </a:lnTo>
                <a:lnTo>
                  <a:pt x="72" y="671"/>
                </a:lnTo>
                <a:lnTo>
                  <a:pt x="0" y="599"/>
                </a:lnTo>
                <a:lnTo>
                  <a:pt x="503" y="96"/>
                </a:lnTo>
                <a:lnTo>
                  <a:pt x="184" y="96"/>
                </a:lnTo>
                <a:lnTo>
                  <a:pt x="184" y="0"/>
                </a:lnTo>
              </a:path>
            </a:pathLst>
          </a:custGeom>
          <a:solidFill>
            <a:schemeClr val="accent3"/>
          </a:solidFill>
          <a:ln w="12700" cap="rnd">
            <a:solidFill>
              <a:schemeClr val="bg1"/>
            </a:solidFill>
            <a:round/>
            <a:headEnd type="none" w="sm" len="sm"/>
            <a:tailEnd type="none" w="sm" len="sm"/>
          </a:ln>
        </p:spPr>
        <p:txBody>
          <a:bodyPr lIns="29250" tIns="29250" rIns="29250" bIns="29250"/>
          <a:lstStyle/>
          <a:p>
            <a:endParaRPr lang="en-US" sz="1463" dirty="0">
              <a:latin typeface="Aptos" panose="020B0004020202020204" pitchFamily="34" charset="0"/>
            </a:endParaRPr>
          </a:p>
        </p:txBody>
      </p:sp>
      <p:sp>
        <p:nvSpPr>
          <p:cNvPr id="20" name="Freeform 6"/>
          <p:cNvSpPr>
            <a:spLocks/>
          </p:cNvSpPr>
          <p:nvPr/>
        </p:nvSpPr>
        <p:spPr bwMode="blackWhite">
          <a:xfrm>
            <a:off x="3499466" y="2559465"/>
            <a:ext cx="1190525" cy="1126033"/>
          </a:xfrm>
          <a:custGeom>
            <a:avLst/>
            <a:gdLst>
              <a:gd name="T0" fmla="*/ 2147483647 w 680"/>
              <a:gd name="T1" fmla="*/ 2147483647 h 664"/>
              <a:gd name="T2" fmla="*/ 2147483647 w 680"/>
              <a:gd name="T3" fmla="*/ 2147483647 h 664"/>
              <a:gd name="T4" fmla="*/ 2147483647 w 680"/>
              <a:gd name="T5" fmla="*/ 2147483647 h 664"/>
              <a:gd name="T6" fmla="*/ 2147483647 w 680"/>
              <a:gd name="T7" fmla="*/ 2147483647 h 664"/>
              <a:gd name="T8" fmla="*/ 2147483647 w 680"/>
              <a:gd name="T9" fmla="*/ 2147483647 h 664"/>
              <a:gd name="T10" fmla="*/ 2147483647 w 680"/>
              <a:gd name="T11" fmla="*/ 2147483647 h 664"/>
              <a:gd name="T12" fmla="*/ 2147483647 w 680"/>
              <a:gd name="T13" fmla="*/ 0 h 664"/>
              <a:gd name="T14" fmla="*/ 0 w 680"/>
              <a:gd name="T15" fmla="*/ 2147483647 h 664"/>
              <a:gd name="T16" fmla="*/ 2147483647 w 680"/>
              <a:gd name="T17" fmla="*/ 2147483647 h 664"/>
              <a:gd name="T18" fmla="*/ 2147483647 w 680"/>
              <a:gd name="T19" fmla="*/ 2147483647 h 664"/>
              <a:gd name="T20" fmla="*/ 2147483647 w 680"/>
              <a:gd name="T21" fmla="*/ 2147483647 h 6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80"/>
              <a:gd name="T34" fmla="*/ 0 h 664"/>
              <a:gd name="T35" fmla="*/ 680 w 680"/>
              <a:gd name="T36" fmla="*/ 664 h 6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80" h="664">
                <a:moveTo>
                  <a:pt x="184" y="583"/>
                </a:moveTo>
                <a:lnTo>
                  <a:pt x="184" y="663"/>
                </a:lnTo>
                <a:lnTo>
                  <a:pt x="679" y="663"/>
                </a:lnTo>
                <a:lnTo>
                  <a:pt x="679" y="168"/>
                </a:lnTo>
                <a:lnTo>
                  <a:pt x="583" y="168"/>
                </a:lnTo>
                <a:lnTo>
                  <a:pt x="583" y="511"/>
                </a:lnTo>
                <a:lnTo>
                  <a:pt x="72" y="0"/>
                </a:lnTo>
                <a:lnTo>
                  <a:pt x="0" y="72"/>
                </a:lnTo>
                <a:lnTo>
                  <a:pt x="511" y="575"/>
                </a:lnTo>
                <a:lnTo>
                  <a:pt x="184" y="575"/>
                </a:lnTo>
                <a:lnTo>
                  <a:pt x="184" y="663"/>
                </a:lnTo>
              </a:path>
            </a:pathLst>
          </a:custGeom>
          <a:solidFill>
            <a:schemeClr val="accent3"/>
          </a:solidFill>
          <a:ln w="12700" cap="rnd">
            <a:solidFill>
              <a:schemeClr val="bg1"/>
            </a:solidFill>
            <a:round/>
            <a:headEnd type="none" w="sm" len="sm"/>
            <a:tailEnd type="none" w="sm" len="sm"/>
          </a:ln>
        </p:spPr>
        <p:txBody>
          <a:bodyPr lIns="29250" tIns="29250" rIns="29250" bIns="29250"/>
          <a:lstStyle/>
          <a:p>
            <a:endParaRPr lang="en-US" sz="1463" dirty="0">
              <a:latin typeface="Aptos" panose="020B0004020202020204" pitchFamily="34" charset="0"/>
            </a:endParaRPr>
          </a:p>
        </p:txBody>
      </p:sp>
      <p:sp>
        <p:nvSpPr>
          <p:cNvPr id="32" name="Text Placeholder 5"/>
          <p:cNvSpPr txBox="1">
            <a:spLocks/>
          </p:cNvSpPr>
          <p:nvPr/>
        </p:nvSpPr>
        <p:spPr>
          <a:xfrm>
            <a:off x="6493655" y="2520256"/>
            <a:ext cx="1931670" cy="589905"/>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2 bullet</a:t>
            </a:r>
          </a:p>
          <a:p>
            <a:pPr marL="432911" lvl="4" indent="-143328" defTabSz="648808">
              <a:spcBef>
                <a:spcPts val="0"/>
              </a:spcBef>
              <a:spcAft>
                <a:spcPts val="488"/>
              </a:spcAft>
              <a:buSzPct val="100000"/>
              <a:buFont typeface="Verdana" panose="020B0604030504040204" pitchFamily="34" charset="0"/>
              <a:buChar char="−"/>
            </a:pPr>
            <a:r>
              <a:rPr lang="en-US" sz="1000" dirty="0">
                <a:solidFill>
                  <a:schemeClr val="tx1"/>
                </a:solidFill>
                <a:latin typeface="Aptos" panose="020B0004020202020204" pitchFamily="34" charset="0"/>
                <a:ea typeface="+mn-ea"/>
                <a:cs typeface="+mn-cs"/>
              </a:rPr>
              <a:t>Level 3 bullet</a:t>
            </a:r>
          </a:p>
        </p:txBody>
      </p:sp>
      <p:sp>
        <p:nvSpPr>
          <p:cNvPr id="33" name="Text Placeholder 5"/>
          <p:cNvSpPr txBox="1">
            <a:spLocks/>
          </p:cNvSpPr>
          <p:nvPr/>
        </p:nvSpPr>
        <p:spPr>
          <a:xfrm>
            <a:off x="1569556" y="4802452"/>
            <a:ext cx="1931670" cy="589905"/>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2 bullet</a:t>
            </a:r>
          </a:p>
          <a:p>
            <a:pPr marL="432911" lvl="4" indent="-143328" defTabSz="648808">
              <a:spcBef>
                <a:spcPts val="0"/>
              </a:spcBef>
              <a:spcAft>
                <a:spcPts val="488"/>
              </a:spcAft>
              <a:buSzPct val="100000"/>
              <a:buFont typeface="Verdana" panose="020B0604030504040204" pitchFamily="34" charset="0"/>
              <a:buChar char="−"/>
            </a:pPr>
            <a:r>
              <a:rPr lang="en-US" sz="1000" dirty="0">
                <a:solidFill>
                  <a:schemeClr val="tx1"/>
                </a:solidFill>
                <a:latin typeface="Aptos" panose="020B0004020202020204" pitchFamily="34" charset="0"/>
                <a:ea typeface="+mn-ea"/>
                <a:cs typeface="+mn-cs"/>
              </a:rPr>
              <a:t>Level 3 bullet</a:t>
            </a:r>
          </a:p>
        </p:txBody>
      </p:sp>
      <p:sp>
        <p:nvSpPr>
          <p:cNvPr id="34" name="Text Placeholder 5"/>
          <p:cNvSpPr txBox="1">
            <a:spLocks/>
          </p:cNvSpPr>
          <p:nvPr/>
        </p:nvSpPr>
        <p:spPr>
          <a:xfrm>
            <a:off x="6493655" y="4802452"/>
            <a:ext cx="1931670" cy="589905"/>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2 bullet</a:t>
            </a:r>
          </a:p>
          <a:p>
            <a:pPr marL="432911" lvl="4" indent="-143328" defTabSz="648808">
              <a:spcBef>
                <a:spcPts val="0"/>
              </a:spcBef>
              <a:spcAft>
                <a:spcPts val="488"/>
              </a:spcAft>
              <a:buSzPct val="100000"/>
              <a:buFont typeface="Verdana" panose="020B0604030504040204" pitchFamily="34" charset="0"/>
              <a:buChar char="−"/>
            </a:pPr>
            <a:r>
              <a:rPr lang="en-US" sz="1000" dirty="0">
                <a:solidFill>
                  <a:schemeClr val="tx1"/>
                </a:solidFill>
                <a:latin typeface="Aptos" panose="020B0004020202020204" pitchFamily="34" charset="0"/>
                <a:ea typeface="+mn-ea"/>
                <a:cs typeface="+mn-cs"/>
              </a:rPr>
              <a:t>Level 3 bullet</a:t>
            </a:r>
          </a:p>
        </p:txBody>
      </p:sp>
      <p:sp>
        <p:nvSpPr>
          <p:cNvPr id="35" name="Text Placeholder 5"/>
          <p:cNvSpPr txBox="1">
            <a:spLocks/>
          </p:cNvSpPr>
          <p:nvPr/>
        </p:nvSpPr>
        <p:spPr>
          <a:xfrm>
            <a:off x="1569556" y="2520256"/>
            <a:ext cx="1931670" cy="589905"/>
          </a:xfrm>
          <a:prstGeom prst="rect">
            <a:avLst/>
          </a:prstGeom>
        </p:spPr>
        <p:txBody>
          <a:bodyPr wrap="square" lIns="0" tIns="0" rIns="0" bIns="0">
            <a:spAutoFit/>
          </a:bodyPr>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2871" lvl="1"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1 bullet</a:t>
            </a:r>
          </a:p>
          <a:p>
            <a:pPr marL="206380" lvl="2" indent="-92871">
              <a:spcBef>
                <a:spcPts val="0"/>
              </a:spcBef>
              <a:spcAft>
                <a:spcPts val="488"/>
              </a:spcAft>
              <a:buSzPct val="100000"/>
              <a:buFont typeface="Arial"/>
              <a:buChar char="−"/>
            </a:pPr>
            <a:r>
              <a:rPr lang="en-US" sz="1000" dirty="0">
                <a:solidFill>
                  <a:schemeClr val="tx1"/>
                </a:solidFill>
                <a:latin typeface="Aptos" panose="020B0004020202020204" pitchFamily="34" charset="0"/>
              </a:rPr>
              <a:t>Level 2 bullet</a:t>
            </a:r>
          </a:p>
          <a:p>
            <a:pPr marL="432911" lvl="4" indent="-143328" defTabSz="648808">
              <a:spcBef>
                <a:spcPts val="0"/>
              </a:spcBef>
              <a:spcAft>
                <a:spcPts val="488"/>
              </a:spcAft>
              <a:buSzPct val="100000"/>
              <a:buFont typeface="Verdana" panose="020B0604030504040204" pitchFamily="34" charset="0"/>
              <a:buChar char="−"/>
            </a:pPr>
            <a:r>
              <a:rPr lang="en-US" sz="1000" dirty="0">
                <a:solidFill>
                  <a:schemeClr val="tx1"/>
                </a:solidFill>
                <a:latin typeface="Aptos" panose="020B0004020202020204" pitchFamily="34" charset="0"/>
                <a:ea typeface="+mn-ea"/>
                <a:cs typeface="+mn-cs"/>
              </a:rPr>
              <a:t>Level 3 bullet</a:t>
            </a:r>
          </a:p>
        </p:txBody>
      </p:sp>
    </p:spTree>
    <p:extLst>
      <p:ext uri="{BB962C8B-B14F-4D97-AF65-F5344CB8AC3E}">
        <p14:creationId xmlns:p14="http://schemas.microsoft.com/office/powerpoint/2010/main" val="180694700"/>
      </p:ext>
    </p:extLst>
  </p:cSld>
  <p:clrMapOvr>
    <a:masterClrMapping/>
  </p:clrMapOvr>
  <p:transition>
    <p:fade/>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7393" name="Title 1"/>
          <p:cNvSpPr>
            <a:spLocks noGrp="1"/>
          </p:cNvSpPr>
          <p:nvPr>
            <p:ph type="title"/>
          </p:nvPr>
        </p:nvSpPr>
        <p:spPr/>
        <p:txBody>
          <a:bodyPr/>
          <a:lstStyle/>
          <a:p>
            <a:r>
              <a:rPr lang="en-US"/>
              <a:t>Surround</a:t>
            </a:r>
            <a:endParaRPr lang="en-US" dirty="0"/>
          </a:p>
        </p:txBody>
      </p:sp>
      <p:sp>
        <p:nvSpPr>
          <p:cNvPr id="15" name="Freeform 3"/>
          <p:cNvSpPr>
            <a:spLocks/>
          </p:cNvSpPr>
          <p:nvPr/>
        </p:nvSpPr>
        <p:spPr bwMode="auto">
          <a:xfrm>
            <a:off x="4524744" y="4715232"/>
            <a:ext cx="895152" cy="968672"/>
          </a:xfrm>
          <a:custGeom>
            <a:avLst/>
            <a:gdLst>
              <a:gd name="T0" fmla="*/ 605650 w 553"/>
              <a:gd name="T1" fmla="*/ 1190277 h 616"/>
              <a:gd name="T2" fmla="*/ 478145 w 553"/>
              <a:gd name="T3" fmla="*/ 1190277 h 616"/>
              <a:gd name="T4" fmla="*/ 478145 w 553"/>
              <a:gd name="T5" fmla="*/ 230314 h 616"/>
              <a:gd name="T6" fmla="*/ 79691 w 553"/>
              <a:gd name="T7" fmla="*/ 601912 h 616"/>
              <a:gd name="T8" fmla="*/ 0 w 553"/>
              <a:gd name="T9" fmla="*/ 539979 h 616"/>
              <a:gd name="T10" fmla="*/ 573774 w 553"/>
              <a:gd name="T11" fmla="*/ 0 h 616"/>
              <a:gd name="T12" fmla="*/ 1099733 w 553"/>
              <a:gd name="T13" fmla="*/ 524496 h 616"/>
              <a:gd name="T14" fmla="*/ 1020042 w 553"/>
              <a:gd name="T15" fmla="*/ 601912 h 616"/>
              <a:gd name="T16" fmla="*/ 605650 w 553"/>
              <a:gd name="T17" fmla="*/ 230314 h 616"/>
              <a:gd name="T18" fmla="*/ 605650 w 553"/>
              <a:gd name="T19" fmla="*/ 1190277 h 6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3"/>
              <a:gd name="T31" fmla="*/ 0 h 616"/>
              <a:gd name="T32" fmla="*/ 553 w 553"/>
              <a:gd name="T33" fmla="*/ 616 h 6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3" h="616">
                <a:moveTo>
                  <a:pt x="304" y="615"/>
                </a:moveTo>
                <a:lnTo>
                  <a:pt x="240" y="615"/>
                </a:lnTo>
                <a:lnTo>
                  <a:pt x="240" y="119"/>
                </a:lnTo>
                <a:lnTo>
                  <a:pt x="40" y="311"/>
                </a:lnTo>
                <a:lnTo>
                  <a:pt x="0" y="279"/>
                </a:lnTo>
                <a:lnTo>
                  <a:pt x="288" y="0"/>
                </a:lnTo>
                <a:lnTo>
                  <a:pt x="552" y="271"/>
                </a:lnTo>
                <a:lnTo>
                  <a:pt x="512" y="311"/>
                </a:lnTo>
                <a:lnTo>
                  <a:pt x="304" y="119"/>
                </a:lnTo>
                <a:lnTo>
                  <a:pt x="304" y="615"/>
                </a:lnTo>
              </a:path>
            </a:pathLst>
          </a:custGeom>
          <a:solidFill>
            <a:schemeClr val="accent1"/>
          </a:solidFill>
          <a:ln w="12700" cap="rnd">
            <a:noFill/>
            <a:round/>
            <a:headEnd/>
            <a:tailEnd/>
          </a:ln>
        </p:spPr>
        <p:txBody>
          <a:bodyPr wrap="square" lIns="29250" tIns="29250" rIns="29250" bIns="29250"/>
          <a:lstStyle/>
          <a:p>
            <a:pPr>
              <a:defRPr/>
            </a:pPr>
            <a:endParaRPr lang="en-US" sz="1463" dirty="0"/>
          </a:p>
        </p:txBody>
      </p:sp>
      <p:sp>
        <p:nvSpPr>
          <p:cNvPr id="16" name="Oval 4"/>
          <p:cNvSpPr>
            <a:spLocks noChangeArrowheads="1"/>
          </p:cNvSpPr>
          <p:nvPr/>
        </p:nvSpPr>
        <p:spPr bwMode="auto">
          <a:xfrm>
            <a:off x="4408012" y="3340260"/>
            <a:ext cx="1114425" cy="1114425"/>
          </a:xfrm>
          <a:prstGeom prst="ellipse">
            <a:avLst/>
          </a:prstGeom>
          <a:noFill/>
          <a:ln w="38100">
            <a:solidFill>
              <a:schemeClr val="tx1"/>
            </a:solidFill>
            <a:round/>
            <a:headEnd/>
            <a:tailEnd/>
          </a:ln>
        </p:spPr>
        <p:txBody>
          <a:bodyPr wrap="square" lIns="74295" tIns="74295" rIns="74295" bIns="74295" anchor="ctr"/>
          <a:lstStyle/>
          <a:p>
            <a:pPr algn="ctr">
              <a:spcBef>
                <a:spcPct val="0"/>
              </a:spcBef>
            </a:pPr>
            <a:r>
              <a:rPr lang="en-US" sz="1600" dirty="0">
                <a:latin typeface="Aptos" panose="020B0004020202020204" pitchFamily="34" charset="0"/>
              </a:rPr>
              <a:t>Text</a:t>
            </a:r>
          </a:p>
        </p:txBody>
      </p:sp>
      <p:sp>
        <p:nvSpPr>
          <p:cNvPr id="17" name="Freeform 5"/>
          <p:cNvSpPr>
            <a:spLocks/>
          </p:cNvSpPr>
          <p:nvPr/>
        </p:nvSpPr>
        <p:spPr bwMode="auto">
          <a:xfrm>
            <a:off x="5573388" y="4502408"/>
            <a:ext cx="776486" cy="728762"/>
          </a:xfrm>
          <a:custGeom>
            <a:avLst/>
            <a:gdLst>
              <a:gd name="T0" fmla="*/ 698837 w 480"/>
              <a:gd name="T1" fmla="*/ 92787 h 464"/>
              <a:gd name="T2" fmla="*/ 698837 w 480"/>
              <a:gd name="T3" fmla="*/ 0 h 464"/>
              <a:gd name="T4" fmla="*/ 0 w 480"/>
              <a:gd name="T5" fmla="*/ 0 h 464"/>
              <a:gd name="T6" fmla="*/ 0 w 480"/>
              <a:gd name="T7" fmla="*/ 663038 h 464"/>
              <a:gd name="T8" fmla="*/ 127423 w 480"/>
              <a:gd name="T9" fmla="*/ 663038 h 464"/>
              <a:gd name="T10" fmla="*/ 127423 w 480"/>
              <a:gd name="T11" fmla="*/ 201038 h 464"/>
              <a:gd name="T12" fmla="*/ 842189 w 480"/>
              <a:gd name="T13" fmla="*/ 895005 h 464"/>
              <a:gd name="T14" fmla="*/ 953684 w 480"/>
              <a:gd name="T15" fmla="*/ 786754 h 464"/>
              <a:gd name="T16" fmla="*/ 238919 w 480"/>
              <a:gd name="T17" fmla="*/ 123716 h 464"/>
              <a:gd name="T18" fmla="*/ 698837 w 480"/>
              <a:gd name="T19" fmla="*/ 123716 h 464"/>
              <a:gd name="T20" fmla="*/ 698837 w 480"/>
              <a:gd name="T21" fmla="*/ 0 h 4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0"/>
              <a:gd name="T34" fmla="*/ 0 h 464"/>
              <a:gd name="T35" fmla="*/ 480 w 480"/>
              <a:gd name="T36" fmla="*/ 464 h 4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0" h="464">
                <a:moveTo>
                  <a:pt x="351" y="48"/>
                </a:moveTo>
                <a:lnTo>
                  <a:pt x="351" y="0"/>
                </a:lnTo>
                <a:lnTo>
                  <a:pt x="0" y="0"/>
                </a:lnTo>
                <a:lnTo>
                  <a:pt x="0" y="343"/>
                </a:lnTo>
                <a:lnTo>
                  <a:pt x="64" y="343"/>
                </a:lnTo>
                <a:lnTo>
                  <a:pt x="64" y="104"/>
                </a:lnTo>
                <a:lnTo>
                  <a:pt x="423" y="463"/>
                </a:lnTo>
                <a:lnTo>
                  <a:pt x="479" y="407"/>
                </a:lnTo>
                <a:lnTo>
                  <a:pt x="120" y="64"/>
                </a:lnTo>
                <a:lnTo>
                  <a:pt x="351" y="64"/>
                </a:lnTo>
                <a:lnTo>
                  <a:pt x="351" y="0"/>
                </a:lnTo>
              </a:path>
            </a:pathLst>
          </a:custGeom>
          <a:solidFill>
            <a:schemeClr val="accent1"/>
          </a:solidFill>
          <a:ln w="12700" cap="rnd">
            <a:noFill/>
            <a:round/>
            <a:headEnd type="none" w="sm" len="sm"/>
            <a:tailEnd type="none" w="sm" len="sm"/>
          </a:ln>
        </p:spPr>
        <p:txBody>
          <a:bodyPr wrap="square" lIns="29250" tIns="29250" rIns="29250" bIns="29250"/>
          <a:lstStyle/>
          <a:p>
            <a:pPr>
              <a:defRPr/>
            </a:pPr>
            <a:endParaRPr lang="en-US" sz="1463" dirty="0"/>
          </a:p>
        </p:txBody>
      </p:sp>
      <p:sp>
        <p:nvSpPr>
          <p:cNvPr id="18" name="Freeform 6"/>
          <p:cNvSpPr>
            <a:spLocks/>
          </p:cNvSpPr>
          <p:nvPr/>
        </p:nvSpPr>
        <p:spPr bwMode="auto">
          <a:xfrm>
            <a:off x="5561777" y="2615368"/>
            <a:ext cx="762297" cy="718443"/>
          </a:xfrm>
          <a:custGeom>
            <a:avLst/>
            <a:gdLst>
              <a:gd name="T0" fmla="*/ 681794 w 472"/>
              <a:gd name="T1" fmla="*/ 789220 h 456"/>
              <a:gd name="T2" fmla="*/ 681794 w 472"/>
              <a:gd name="T3" fmla="*/ 882298 h 456"/>
              <a:gd name="T4" fmla="*/ 0 w 472"/>
              <a:gd name="T5" fmla="*/ 882298 h 456"/>
              <a:gd name="T6" fmla="*/ 0 w 472"/>
              <a:gd name="T7" fmla="*/ 217181 h 456"/>
              <a:gd name="T8" fmla="*/ 127215 w 472"/>
              <a:gd name="T9" fmla="*/ 217181 h 456"/>
              <a:gd name="T10" fmla="*/ 127215 w 472"/>
              <a:gd name="T11" fmla="*/ 680630 h 456"/>
              <a:gd name="T12" fmla="*/ 840813 w 472"/>
              <a:gd name="T13" fmla="*/ 0 h 456"/>
              <a:gd name="T14" fmla="*/ 936224 w 472"/>
              <a:gd name="T15" fmla="*/ 93078 h 456"/>
              <a:gd name="T16" fmla="*/ 222627 w 472"/>
              <a:gd name="T17" fmla="*/ 758194 h 456"/>
              <a:gd name="T18" fmla="*/ 681794 w 472"/>
              <a:gd name="T19" fmla="*/ 758194 h 456"/>
              <a:gd name="T20" fmla="*/ 681794 w 472"/>
              <a:gd name="T21" fmla="*/ 882298 h 4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2"/>
              <a:gd name="T34" fmla="*/ 0 h 456"/>
              <a:gd name="T35" fmla="*/ 472 w 472"/>
              <a:gd name="T36" fmla="*/ 456 h 4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2" h="456">
                <a:moveTo>
                  <a:pt x="343" y="407"/>
                </a:moveTo>
                <a:lnTo>
                  <a:pt x="343" y="455"/>
                </a:lnTo>
                <a:lnTo>
                  <a:pt x="0" y="455"/>
                </a:lnTo>
                <a:lnTo>
                  <a:pt x="0" y="112"/>
                </a:lnTo>
                <a:lnTo>
                  <a:pt x="64" y="112"/>
                </a:lnTo>
                <a:lnTo>
                  <a:pt x="64" y="351"/>
                </a:lnTo>
                <a:lnTo>
                  <a:pt x="423" y="0"/>
                </a:lnTo>
                <a:lnTo>
                  <a:pt x="471" y="48"/>
                </a:lnTo>
                <a:lnTo>
                  <a:pt x="112" y="391"/>
                </a:lnTo>
                <a:lnTo>
                  <a:pt x="343" y="391"/>
                </a:lnTo>
                <a:lnTo>
                  <a:pt x="343" y="455"/>
                </a:lnTo>
              </a:path>
            </a:pathLst>
          </a:custGeom>
          <a:solidFill>
            <a:schemeClr val="accent1"/>
          </a:solidFill>
          <a:ln w="12700" cap="rnd">
            <a:noFill/>
            <a:round/>
            <a:headEnd type="none" w="sm" len="sm"/>
            <a:tailEnd type="none" w="sm" len="sm"/>
          </a:ln>
        </p:spPr>
        <p:txBody>
          <a:bodyPr wrap="square" lIns="29250" tIns="29250" rIns="29250" bIns="29250"/>
          <a:lstStyle/>
          <a:p>
            <a:pPr>
              <a:defRPr/>
            </a:pPr>
            <a:endParaRPr lang="en-US" sz="1463" dirty="0"/>
          </a:p>
        </p:txBody>
      </p:sp>
      <p:sp>
        <p:nvSpPr>
          <p:cNvPr id="19" name="Freeform 7"/>
          <p:cNvSpPr>
            <a:spLocks/>
          </p:cNvSpPr>
          <p:nvPr/>
        </p:nvSpPr>
        <p:spPr bwMode="auto">
          <a:xfrm>
            <a:off x="3594768" y="4475321"/>
            <a:ext cx="761008" cy="731341"/>
          </a:xfrm>
          <a:custGeom>
            <a:avLst/>
            <a:gdLst>
              <a:gd name="T0" fmla="*/ 254000 w 472"/>
              <a:gd name="T1" fmla="*/ 108634 h 464"/>
              <a:gd name="T2" fmla="*/ 254000 w 472"/>
              <a:gd name="T3" fmla="*/ 0 h 464"/>
              <a:gd name="T4" fmla="*/ 934641 w 472"/>
              <a:gd name="T5" fmla="*/ 0 h 464"/>
              <a:gd name="T6" fmla="*/ 934641 w 472"/>
              <a:gd name="T7" fmla="*/ 665385 h 464"/>
              <a:gd name="T8" fmla="*/ 807641 w 472"/>
              <a:gd name="T9" fmla="*/ 665385 h 464"/>
              <a:gd name="T10" fmla="*/ 807641 w 472"/>
              <a:gd name="T11" fmla="*/ 201749 h 464"/>
              <a:gd name="T12" fmla="*/ 95250 w 472"/>
              <a:gd name="T13" fmla="*/ 898172 h 464"/>
              <a:gd name="T14" fmla="*/ 0 w 472"/>
              <a:gd name="T15" fmla="*/ 789538 h 464"/>
              <a:gd name="T16" fmla="*/ 696516 w 472"/>
              <a:gd name="T17" fmla="*/ 124153 h 464"/>
              <a:gd name="T18" fmla="*/ 254000 w 472"/>
              <a:gd name="T19" fmla="*/ 124153 h 464"/>
              <a:gd name="T20" fmla="*/ 254000 w 472"/>
              <a:gd name="T21" fmla="*/ 0 h 4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2"/>
              <a:gd name="T34" fmla="*/ 0 h 464"/>
              <a:gd name="T35" fmla="*/ 472 w 472"/>
              <a:gd name="T36" fmla="*/ 464 h 4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2" h="464">
                <a:moveTo>
                  <a:pt x="128" y="56"/>
                </a:moveTo>
                <a:lnTo>
                  <a:pt x="128" y="0"/>
                </a:lnTo>
                <a:lnTo>
                  <a:pt x="471" y="0"/>
                </a:lnTo>
                <a:lnTo>
                  <a:pt x="471" y="343"/>
                </a:lnTo>
                <a:lnTo>
                  <a:pt x="407" y="343"/>
                </a:lnTo>
                <a:lnTo>
                  <a:pt x="407" y="104"/>
                </a:lnTo>
                <a:lnTo>
                  <a:pt x="48" y="463"/>
                </a:lnTo>
                <a:lnTo>
                  <a:pt x="0" y="407"/>
                </a:lnTo>
                <a:lnTo>
                  <a:pt x="351" y="64"/>
                </a:lnTo>
                <a:lnTo>
                  <a:pt x="128" y="64"/>
                </a:lnTo>
                <a:lnTo>
                  <a:pt x="128" y="0"/>
                </a:lnTo>
              </a:path>
            </a:pathLst>
          </a:custGeom>
          <a:solidFill>
            <a:schemeClr val="accent1"/>
          </a:solidFill>
          <a:ln w="12700" cap="rnd">
            <a:noFill/>
            <a:round/>
            <a:headEnd type="none" w="sm" len="sm"/>
            <a:tailEnd type="none" w="sm" len="sm"/>
          </a:ln>
        </p:spPr>
        <p:txBody>
          <a:bodyPr wrap="square" lIns="29250" tIns="29250" rIns="29250" bIns="29250"/>
          <a:lstStyle/>
          <a:p>
            <a:pPr>
              <a:defRPr/>
            </a:pPr>
            <a:endParaRPr lang="en-US" sz="1463" dirty="0"/>
          </a:p>
        </p:txBody>
      </p:sp>
      <p:sp>
        <p:nvSpPr>
          <p:cNvPr id="20" name="Freeform 8"/>
          <p:cNvSpPr>
            <a:spLocks/>
          </p:cNvSpPr>
          <p:nvPr/>
        </p:nvSpPr>
        <p:spPr bwMode="auto">
          <a:xfrm>
            <a:off x="3606375" y="2590859"/>
            <a:ext cx="762297" cy="728762"/>
          </a:xfrm>
          <a:custGeom>
            <a:avLst/>
            <a:gdLst>
              <a:gd name="T0" fmla="*/ 254430 w 472"/>
              <a:gd name="T1" fmla="*/ 786754 h 464"/>
              <a:gd name="T2" fmla="*/ 254430 w 472"/>
              <a:gd name="T3" fmla="*/ 895005 h 464"/>
              <a:gd name="T4" fmla="*/ 936224 w 472"/>
              <a:gd name="T5" fmla="*/ 895005 h 464"/>
              <a:gd name="T6" fmla="*/ 936224 w 472"/>
              <a:gd name="T7" fmla="*/ 231967 h 464"/>
              <a:gd name="T8" fmla="*/ 809009 w 472"/>
              <a:gd name="T9" fmla="*/ 231967 h 464"/>
              <a:gd name="T10" fmla="*/ 809009 w 472"/>
              <a:gd name="T11" fmla="*/ 693967 h 464"/>
              <a:gd name="T12" fmla="*/ 111313 w 472"/>
              <a:gd name="T13" fmla="*/ 0 h 464"/>
              <a:gd name="T14" fmla="*/ 0 w 472"/>
              <a:gd name="T15" fmla="*/ 108251 h 464"/>
              <a:gd name="T16" fmla="*/ 713598 w 472"/>
              <a:gd name="T17" fmla="*/ 771289 h 464"/>
              <a:gd name="T18" fmla="*/ 254430 w 472"/>
              <a:gd name="T19" fmla="*/ 771289 h 464"/>
              <a:gd name="T20" fmla="*/ 254430 w 472"/>
              <a:gd name="T21" fmla="*/ 895005 h 4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2"/>
              <a:gd name="T34" fmla="*/ 0 h 464"/>
              <a:gd name="T35" fmla="*/ 472 w 472"/>
              <a:gd name="T36" fmla="*/ 464 h 4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2" h="464">
                <a:moveTo>
                  <a:pt x="128" y="407"/>
                </a:moveTo>
                <a:lnTo>
                  <a:pt x="128" y="463"/>
                </a:lnTo>
                <a:lnTo>
                  <a:pt x="471" y="463"/>
                </a:lnTo>
                <a:lnTo>
                  <a:pt x="471" y="120"/>
                </a:lnTo>
                <a:lnTo>
                  <a:pt x="407" y="120"/>
                </a:lnTo>
                <a:lnTo>
                  <a:pt x="407" y="359"/>
                </a:lnTo>
                <a:lnTo>
                  <a:pt x="56" y="0"/>
                </a:lnTo>
                <a:lnTo>
                  <a:pt x="0" y="56"/>
                </a:lnTo>
                <a:lnTo>
                  <a:pt x="359" y="399"/>
                </a:lnTo>
                <a:lnTo>
                  <a:pt x="128" y="399"/>
                </a:lnTo>
                <a:lnTo>
                  <a:pt x="128" y="463"/>
                </a:lnTo>
              </a:path>
            </a:pathLst>
          </a:custGeom>
          <a:solidFill>
            <a:schemeClr val="accent1"/>
          </a:solidFill>
          <a:ln w="12700" cap="rnd">
            <a:noFill/>
            <a:round/>
            <a:headEnd type="none" w="sm" len="sm"/>
            <a:tailEnd type="none" w="sm" len="sm"/>
          </a:ln>
        </p:spPr>
        <p:txBody>
          <a:bodyPr wrap="square" lIns="29250" tIns="29250" rIns="29250" bIns="29250"/>
          <a:lstStyle/>
          <a:p>
            <a:pPr>
              <a:defRPr/>
            </a:pPr>
            <a:endParaRPr lang="en-US" sz="1463" dirty="0"/>
          </a:p>
        </p:txBody>
      </p:sp>
      <p:sp>
        <p:nvSpPr>
          <p:cNvPr id="21" name="Freeform 9"/>
          <p:cNvSpPr>
            <a:spLocks/>
          </p:cNvSpPr>
          <p:nvPr/>
        </p:nvSpPr>
        <p:spPr bwMode="auto">
          <a:xfrm>
            <a:off x="4497657" y="2138128"/>
            <a:ext cx="895152" cy="957064"/>
          </a:xfrm>
          <a:custGeom>
            <a:avLst/>
            <a:gdLst>
              <a:gd name="T0" fmla="*/ 637526 w 553"/>
              <a:gd name="T1" fmla="*/ 0 h 608"/>
              <a:gd name="T2" fmla="*/ 494083 w 553"/>
              <a:gd name="T3" fmla="*/ 0 h 608"/>
              <a:gd name="T4" fmla="*/ 494083 w 553"/>
              <a:gd name="T5" fmla="*/ 960939 h 608"/>
              <a:gd name="T6" fmla="*/ 79691 w 553"/>
              <a:gd name="T7" fmla="*/ 588963 h 608"/>
              <a:gd name="T8" fmla="*/ 0 w 553"/>
              <a:gd name="T9" fmla="*/ 635460 h 608"/>
              <a:gd name="T10" fmla="*/ 589712 w 553"/>
              <a:gd name="T11" fmla="*/ 1175988 h 608"/>
              <a:gd name="T12" fmla="*/ 1099733 w 553"/>
              <a:gd name="T13" fmla="*/ 666458 h 608"/>
              <a:gd name="T14" fmla="*/ 1020042 w 553"/>
              <a:gd name="T15" fmla="*/ 588963 h 608"/>
              <a:gd name="T16" fmla="*/ 637526 w 553"/>
              <a:gd name="T17" fmla="*/ 960939 h 608"/>
              <a:gd name="T18" fmla="*/ 637526 w 553"/>
              <a:gd name="T19" fmla="*/ 0 h 6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3"/>
              <a:gd name="T31" fmla="*/ 0 h 608"/>
              <a:gd name="T32" fmla="*/ 553 w 553"/>
              <a:gd name="T33" fmla="*/ 608 h 6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3" h="608">
                <a:moveTo>
                  <a:pt x="320" y="0"/>
                </a:moveTo>
                <a:lnTo>
                  <a:pt x="248" y="0"/>
                </a:lnTo>
                <a:lnTo>
                  <a:pt x="248" y="496"/>
                </a:lnTo>
                <a:lnTo>
                  <a:pt x="40" y="304"/>
                </a:lnTo>
                <a:lnTo>
                  <a:pt x="0" y="328"/>
                </a:lnTo>
                <a:lnTo>
                  <a:pt x="296" y="607"/>
                </a:lnTo>
                <a:lnTo>
                  <a:pt x="552" y="344"/>
                </a:lnTo>
                <a:lnTo>
                  <a:pt x="512" y="304"/>
                </a:lnTo>
                <a:lnTo>
                  <a:pt x="320" y="496"/>
                </a:lnTo>
                <a:lnTo>
                  <a:pt x="320" y="0"/>
                </a:lnTo>
              </a:path>
            </a:pathLst>
          </a:custGeom>
          <a:solidFill>
            <a:schemeClr val="accent1"/>
          </a:solidFill>
          <a:ln w="12700" cap="rnd">
            <a:noFill/>
            <a:round/>
            <a:headEnd/>
            <a:tailEnd/>
          </a:ln>
        </p:spPr>
        <p:txBody>
          <a:bodyPr wrap="square" lIns="29250" tIns="29250" rIns="29250" bIns="29250"/>
          <a:lstStyle/>
          <a:p>
            <a:pPr>
              <a:defRPr/>
            </a:pPr>
            <a:endParaRPr lang="en-US" sz="1463" dirty="0"/>
          </a:p>
        </p:txBody>
      </p:sp>
      <p:sp>
        <p:nvSpPr>
          <p:cNvPr id="22" name="Freeform 10"/>
          <p:cNvSpPr>
            <a:spLocks/>
          </p:cNvSpPr>
          <p:nvPr/>
        </p:nvSpPr>
        <p:spPr bwMode="auto">
          <a:xfrm>
            <a:off x="3126556" y="3462149"/>
            <a:ext cx="998339" cy="870644"/>
          </a:xfrm>
          <a:custGeom>
            <a:avLst/>
            <a:gdLst>
              <a:gd name="T0" fmla="*/ 0 w 616"/>
              <a:gd name="T1" fmla="*/ 449552 h 553"/>
              <a:gd name="T2" fmla="*/ 0 w 616"/>
              <a:gd name="T3" fmla="*/ 589068 h 553"/>
              <a:gd name="T4" fmla="*/ 989363 w 616"/>
              <a:gd name="T5" fmla="*/ 589068 h 553"/>
              <a:gd name="T6" fmla="*/ 606384 w 616"/>
              <a:gd name="T7" fmla="*/ 992115 h 553"/>
              <a:gd name="T8" fmla="*/ 654256 w 616"/>
              <a:gd name="T9" fmla="*/ 1069624 h 553"/>
              <a:gd name="T10" fmla="*/ 1226730 w 616"/>
              <a:gd name="T11" fmla="*/ 496058 h 553"/>
              <a:gd name="T12" fmla="*/ 686171 w 616"/>
              <a:gd name="T13" fmla="*/ 0 h 553"/>
              <a:gd name="T14" fmla="*/ 606384 w 616"/>
              <a:gd name="T15" fmla="*/ 77509 h 553"/>
              <a:gd name="T16" fmla="*/ 989363 w 616"/>
              <a:gd name="T17" fmla="*/ 449552 h 553"/>
              <a:gd name="T18" fmla="*/ 0 w 616"/>
              <a:gd name="T19" fmla="*/ 449552 h 5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6"/>
              <a:gd name="T31" fmla="*/ 0 h 553"/>
              <a:gd name="T32" fmla="*/ 616 w 616"/>
              <a:gd name="T33" fmla="*/ 553 h 5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6" h="553">
                <a:moveTo>
                  <a:pt x="0" y="232"/>
                </a:moveTo>
                <a:lnTo>
                  <a:pt x="0" y="304"/>
                </a:lnTo>
                <a:lnTo>
                  <a:pt x="496" y="304"/>
                </a:lnTo>
                <a:lnTo>
                  <a:pt x="304" y="512"/>
                </a:lnTo>
                <a:lnTo>
                  <a:pt x="328" y="552"/>
                </a:lnTo>
                <a:lnTo>
                  <a:pt x="615" y="256"/>
                </a:lnTo>
                <a:lnTo>
                  <a:pt x="344" y="0"/>
                </a:lnTo>
                <a:lnTo>
                  <a:pt x="304" y="40"/>
                </a:lnTo>
                <a:lnTo>
                  <a:pt x="496" y="232"/>
                </a:lnTo>
                <a:lnTo>
                  <a:pt x="0" y="232"/>
                </a:lnTo>
              </a:path>
            </a:pathLst>
          </a:custGeom>
          <a:solidFill>
            <a:schemeClr val="accent1"/>
          </a:solidFill>
          <a:ln w="12700" cap="rnd">
            <a:noFill/>
            <a:round/>
            <a:headEnd/>
            <a:tailEnd/>
          </a:ln>
        </p:spPr>
        <p:txBody>
          <a:bodyPr wrap="square" lIns="29250" tIns="29250" rIns="29250" bIns="29250"/>
          <a:lstStyle/>
          <a:p>
            <a:pPr>
              <a:defRPr/>
            </a:pPr>
            <a:endParaRPr lang="en-US" sz="1463" dirty="0"/>
          </a:p>
        </p:txBody>
      </p:sp>
      <p:sp>
        <p:nvSpPr>
          <p:cNvPr id="23" name="Freeform 11"/>
          <p:cNvSpPr>
            <a:spLocks/>
          </p:cNvSpPr>
          <p:nvPr/>
        </p:nvSpPr>
        <p:spPr bwMode="auto">
          <a:xfrm>
            <a:off x="5792662" y="3467957"/>
            <a:ext cx="998339" cy="859036"/>
          </a:xfrm>
          <a:custGeom>
            <a:avLst/>
            <a:gdLst>
              <a:gd name="T0" fmla="*/ 1226730 w 616"/>
              <a:gd name="T1" fmla="*/ 465589 h 545"/>
              <a:gd name="T2" fmla="*/ 1226730 w 616"/>
              <a:gd name="T3" fmla="*/ 589746 h 545"/>
              <a:gd name="T4" fmla="*/ 237367 w 616"/>
              <a:gd name="T5" fmla="*/ 589746 h 545"/>
              <a:gd name="T6" fmla="*/ 620347 w 616"/>
              <a:gd name="T7" fmla="*/ 977737 h 545"/>
              <a:gd name="T8" fmla="*/ 556517 w 616"/>
              <a:gd name="T9" fmla="*/ 1055335 h 545"/>
              <a:gd name="T10" fmla="*/ 0 w 616"/>
              <a:gd name="T11" fmla="*/ 496628 h 545"/>
              <a:gd name="T12" fmla="*/ 540559 w 616"/>
              <a:gd name="T13" fmla="*/ 0 h 545"/>
              <a:gd name="T14" fmla="*/ 620347 w 616"/>
              <a:gd name="T15" fmla="*/ 77598 h 545"/>
              <a:gd name="T16" fmla="*/ 237367 w 616"/>
              <a:gd name="T17" fmla="*/ 465589 h 545"/>
              <a:gd name="T18" fmla="*/ 1226730 w 616"/>
              <a:gd name="T19" fmla="*/ 465589 h 5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6"/>
              <a:gd name="T31" fmla="*/ 0 h 545"/>
              <a:gd name="T32" fmla="*/ 616 w 616"/>
              <a:gd name="T33" fmla="*/ 545 h 5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6" h="545">
                <a:moveTo>
                  <a:pt x="615" y="240"/>
                </a:moveTo>
                <a:lnTo>
                  <a:pt x="615" y="304"/>
                </a:lnTo>
                <a:lnTo>
                  <a:pt x="119" y="304"/>
                </a:lnTo>
                <a:lnTo>
                  <a:pt x="311" y="504"/>
                </a:lnTo>
                <a:lnTo>
                  <a:pt x="279" y="544"/>
                </a:lnTo>
                <a:lnTo>
                  <a:pt x="0" y="256"/>
                </a:lnTo>
                <a:lnTo>
                  <a:pt x="271" y="0"/>
                </a:lnTo>
                <a:lnTo>
                  <a:pt x="311" y="40"/>
                </a:lnTo>
                <a:lnTo>
                  <a:pt x="119" y="240"/>
                </a:lnTo>
                <a:lnTo>
                  <a:pt x="615" y="240"/>
                </a:lnTo>
              </a:path>
            </a:pathLst>
          </a:custGeom>
          <a:solidFill>
            <a:schemeClr val="accent1"/>
          </a:solidFill>
          <a:ln w="12700" cap="rnd">
            <a:noFill/>
            <a:round/>
            <a:headEnd/>
            <a:tailEnd/>
          </a:ln>
        </p:spPr>
        <p:txBody>
          <a:bodyPr wrap="square" lIns="29250" tIns="29250" rIns="29250" bIns="29250"/>
          <a:lstStyle/>
          <a:p>
            <a:pPr>
              <a:defRPr/>
            </a:pPr>
            <a:endParaRPr lang="en-US" sz="1463" dirty="0"/>
          </a:p>
        </p:txBody>
      </p:sp>
    </p:spTree>
    <p:extLst>
      <p:ext uri="{BB962C8B-B14F-4D97-AF65-F5344CB8AC3E}">
        <p14:creationId xmlns:p14="http://schemas.microsoft.com/office/powerpoint/2010/main" val="3217485956"/>
      </p:ext>
    </p:extLst>
  </p:cSld>
  <p:clrMapOvr>
    <a:masterClrMapping/>
  </p:clrMapOvr>
  <p:transition>
    <p:fade/>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8417" name="Title 1"/>
          <p:cNvSpPr>
            <a:spLocks noGrp="1"/>
          </p:cNvSpPr>
          <p:nvPr>
            <p:ph type="title"/>
          </p:nvPr>
        </p:nvSpPr>
        <p:spPr/>
        <p:txBody>
          <a:bodyPr/>
          <a:lstStyle/>
          <a:p>
            <a:r>
              <a:rPr lang="en-US" dirty="0"/>
              <a:t>Flow down</a:t>
            </a:r>
          </a:p>
        </p:txBody>
      </p:sp>
      <p:grpSp>
        <p:nvGrpSpPr>
          <p:cNvPr id="2" name="Group 1"/>
          <p:cNvGrpSpPr/>
          <p:nvPr/>
        </p:nvGrpSpPr>
        <p:grpSpPr>
          <a:xfrm>
            <a:off x="3345856" y="2434534"/>
            <a:ext cx="3202682" cy="3215580"/>
            <a:chOff x="2593975" y="1976438"/>
            <a:chExt cx="3941763" cy="3957637"/>
          </a:xfrm>
        </p:grpSpPr>
        <p:sp>
          <p:nvSpPr>
            <p:cNvPr id="5" name="Freeform 3"/>
            <p:cNvSpPr>
              <a:spLocks/>
            </p:cNvSpPr>
            <p:nvPr/>
          </p:nvSpPr>
          <p:spPr bwMode="blackWhite">
            <a:xfrm>
              <a:off x="2595563" y="1976438"/>
              <a:ext cx="3937000" cy="3957637"/>
            </a:xfrm>
            <a:custGeom>
              <a:avLst/>
              <a:gdLst>
                <a:gd name="T0" fmla="*/ 2147483647 w 2634"/>
                <a:gd name="T1" fmla="*/ 2147483647 h 2443"/>
                <a:gd name="T2" fmla="*/ 2147483647 w 2634"/>
                <a:gd name="T3" fmla="*/ 2147483647 h 2443"/>
                <a:gd name="T4" fmla="*/ 2147483647 w 2634"/>
                <a:gd name="T5" fmla="*/ 2147483647 h 2443"/>
                <a:gd name="T6" fmla="*/ 2147483647 w 2634"/>
                <a:gd name="T7" fmla="*/ 2147483647 h 2443"/>
                <a:gd name="T8" fmla="*/ 2147483647 w 2634"/>
                <a:gd name="T9" fmla="*/ 2147483647 h 2443"/>
                <a:gd name="T10" fmla="*/ 2147483647 w 2634"/>
                <a:gd name="T11" fmla="*/ 0 h 2443"/>
                <a:gd name="T12" fmla="*/ 0 w 2634"/>
                <a:gd name="T13" fmla="*/ 0 h 2443"/>
                <a:gd name="T14" fmla="*/ 2147483647 w 2634"/>
                <a:gd name="T15" fmla="*/ 2147483647 h 2443"/>
                <a:gd name="T16" fmla="*/ 0 60000 65536"/>
                <a:gd name="T17" fmla="*/ 0 60000 65536"/>
                <a:gd name="T18" fmla="*/ 0 60000 65536"/>
                <a:gd name="T19" fmla="*/ 0 60000 65536"/>
                <a:gd name="T20" fmla="*/ 0 60000 65536"/>
                <a:gd name="T21" fmla="*/ 0 60000 65536"/>
                <a:gd name="T22" fmla="*/ 0 60000 65536"/>
                <a:gd name="T23" fmla="*/ 0 60000 65536"/>
                <a:gd name="T24" fmla="*/ 0 w 2634"/>
                <a:gd name="T25" fmla="*/ 0 h 2443"/>
                <a:gd name="T26" fmla="*/ 2634 w 2634"/>
                <a:gd name="T27" fmla="*/ 2443 h 24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34" h="2443">
                  <a:moveTo>
                    <a:pt x="791" y="2042"/>
                  </a:moveTo>
                  <a:lnTo>
                    <a:pt x="495" y="2042"/>
                  </a:lnTo>
                  <a:lnTo>
                    <a:pt x="1318" y="2443"/>
                  </a:lnTo>
                  <a:lnTo>
                    <a:pt x="2141" y="2042"/>
                  </a:lnTo>
                  <a:lnTo>
                    <a:pt x="1799" y="2042"/>
                  </a:lnTo>
                  <a:lnTo>
                    <a:pt x="2634" y="0"/>
                  </a:lnTo>
                  <a:lnTo>
                    <a:pt x="0" y="0"/>
                  </a:lnTo>
                  <a:lnTo>
                    <a:pt x="791" y="2042"/>
                  </a:lnTo>
                  <a:close/>
                </a:path>
              </a:pathLst>
            </a:custGeom>
            <a:noFill/>
            <a:ln w="38100" cap="rnd">
              <a:solidFill>
                <a:schemeClr val="accent1"/>
              </a:solidFill>
              <a:round/>
              <a:headEnd/>
              <a:tailEnd/>
            </a:ln>
          </p:spPr>
          <p:txBody>
            <a:bodyPr lIns="29250" tIns="29250" rIns="29250" bIns="29250"/>
            <a:lstStyle/>
            <a:p>
              <a:pPr>
                <a:defRPr/>
              </a:pPr>
              <a:endParaRPr lang="en-US" sz="1400" dirty="0">
                <a:latin typeface="Aptos" panose="020B0004020202020204" pitchFamily="34" charset="0"/>
              </a:endParaRPr>
            </a:p>
          </p:txBody>
        </p:sp>
        <p:sp>
          <p:nvSpPr>
            <p:cNvPr id="828420" name="Rectangle 4"/>
            <p:cNvSpPr>
              <a:spLocks noChangeArrowheads="1"/>
            </p:cNvSpPr>
            <p:nvPr/>
          </p:nvSpPr>
          <p:spPr bwMode="blackWhite">
            <a:xfrm>
              <a:off x="2593975" y="4156075"/>
              <a:ext cx="3941763" cy="215900"/>
            </a:xfrm>
            <a:prstGeom prst="rect">
              <a:avLst/>
            </a:prstGeom>
            <a:solidFill>
              <a:schemeClr val="tx1"/>
            </a:solidFill>
            <a:ln w="9525">
              <a:noFill/>
              <a:miter lim="800000"/>
              <a:headEnd/>
              <a:tailEnd/>
            </a:ln>
          </p:spPr>
          <p:txBody>
            <a:bodyPr wrap="none" lIns="29250" tIns="29250" rIns="29250" bIns="29250" anchor="ctr"/>
            <a:lstStyle/>
            <a:p>
              <a:pPr algn="ctr"/>
              <a:endParaRPr lang="en-US" sz="1400" dirty="0">
                <a:latin typeface="Aptos" panose="020B0004020202020204" pitchFamily="34" charset="0"/>
              </a:endParaRPr>
            </a:p>
          </p:txBody>
        </p:sp>
        <p:sp>
          <p:nvSpPr>
            <p:cNvPr id="828421" name="Rectangle 5"/>
            <p:cNvSpPr>
              <a:spLocks noChangeArrowheads="1"/>
            </p:cNvSpPr>
            <p:nvPr/>
          </p:nvSpPr>
          <p:spPr bwMode="blackWhite">
            <a:xfrm>
              <a:off x="2593975" y="3043238"/>
              <a:ext cx="3941763" cy="217487"/>
            </a:xfrm>
            <a:prstGeom prst="rect">
              <a:avLst/>
            </a:prstGeom>
            <a:solidFill>
              <a:schemeClr val="tx1"/>
            </a:solidFill>
            <a:ln w="9525">
              <a:noFill/>
              <a:miter lim="800000"/>
              <a:headEnd/>
              <a:tailEnd/>
            </a:ln>
          </p:spPr>
          <p:txBody>
            <a:bodyPr wrap="none" lIns="29250" tIns="29250" rIns="29250" bIns="29250" anchor="ctr"/>
            <a:lstStyle/>
            <a:p>
              <a:pPr algn="ctr"/>
              <a:endParaRPr lang="en-US" sz="1400" dirty="0">
                <a:latin typeface="Aptos" panose="020B0004020202020204" pitchFamily="34" charset="0"/>
              </a:endParaRPr>
            </a:p>
          </p:txBody>
        </p:sp>
        <p:sp>
          <p:nvSpPr>
            <p:cNvPr id="828422" name="Rectangle 6"/>
            <p:cNvSpPr>
              <a:spLocks noChangeArrowheads="1"/>
            </p:cNvSpPr>
            <p:nvPr>
              <p:custDataLst>
                <p:tags r:id="rId1"/>
              </p:custDataLst>
            </p:nvPr>
          </p:nvSpPr>
          <p:spPr bwMode="auto">
            <a:xfrm>
              <a:off x="4333441" y="2435761"/>
              <a:ext cx="477118" cy="251903"/>
            </a:xfrm>
            <a:prstGeom prst="rect">
              <a:avLst/>
            </a:prstGeom>
            <a:noFill/>
            <a:ln w="9525">
              <a:noFill/>
              <a:miter lim="800000"/>
              <a:headEnd/>
              <a:tailEnd/>
            </a:ln>
          </p:spPr>
          <p:txBody>
            <a:bodyPr wrap="square" lIns="0" tIns="0" rIns="0" bIns="0" anchor="ctr" anchorCtr="0">
              <a:spAutoFit/>
            </a:bodyPr>
            <a:lstStyle/>
            <a:p>
              <a:pPr algn="ctr" defTabSz="639779">
                <a:lnSpc>
                  <a:spcPct val="95000"/>
                </a:lnSpc>
                <a:spcBef>
                  <a:spcPct val="80000"/>
                </a:spcBef>
              </a:pPr>
              <a:r>
                <a:rPr lang="en-US" sz="1400" dirty="0">
                  <a:latin typeface="Aptos" panose="020B0004020202020204" pitchFamily="34" charset="0"/>
                </a:rPr>
                <a:t>Text</a:t>
              </a:r>
            </a:p>
          </p:txBody>
        </p:sp>
        <p:sp>
          <p:nvSpPr>
            <p:cNvPr id="828423" name="Rectangle 7"/>
            <p:cNvSpPr>
              <a:spLocks noChangeArrowheads="1"/>
            </p:cNvSpPr>
            <p:nvPr>
              <p:custDataLst>
                <p:tags r:id="rId2"/>
              </p:custDataLst>
            </p:nvPr>
          </p:nvSpPr>
          <p:spPr bwMode="auto">
            <a:xfrm>
              <a:off x="4333441" y="3643847"/>
              <a:ext cx="477118" cy="251903"/>
            </a:xfrm>
            <a:prstGeom prst="rect">
              <a:avLst/>
            </a:prstGeom>
            <a:noFill/>
            <a:ln w="9525">
              <a:noFill/>
              <a:miter lim="800000"/>
              <a:headEnd/>
              <a:tailEnd/>
            </a:ln>
          </p:spPr>
          <p:txBody>
            <a:bodyPr wrap="square" lIns="0" tIns="0" rIns="0" bIns="0" anchor="ctr" anchorCtr="0">
              <a:spAutoFit/>
            </a:bodyPr>
            <a:lstStyle/>
            <a:p>
              <a:pPr algn="ctr" defTabSz="639779">
                <a:lnSpc>
                  <a:spcPct val="95000"/>
                </a:lnSpc>
                <a:spcBef>
                  <a:spcPct val="80000"/>
                </a:spcBef>
              </a:pPr>
              <a:r>
                <a:rPr lang="en-US" sz="1400" dirty="0">
                  <a:latin typeface="Aptos" panose="020B0004020202020204" pitchFamily="34" charset="0"/>
                </a:rPr>
                <a:t>Text</a:t>
              </a:r>
            </a:p>
          </p:txBody>
        </p:sp>
        <p:sp>
          <p:nvSpPr>
            <p:cNvPr id="828424" name="Rectangle 8"/>
            <p:cNvSpPr>
              <a:spLocks noChangeArrowheads="1"/>
            </p:cNvSpPr>
            <p:nvPr>
              <p:custDataLst>
                <p:tags r:id="rId3"/>
              </p:custDataLst>
            </p:nvPr>
          </p:nvSpPr>
          <p:spPr bwMode="auto">
            <a:xfrm>
              <a:off x="4333441" y="4821772"/>
              <a:ext cx="477118" cy="251903"/>
            </a:xfrm>
            <a:prstGeom prst="rect">
              <a:avLst/>
            </a:prstGeom>
            <a:noFill/>
            <a:ln w="9525">
              <a:noFill/>
              <a:miter lim="800000"/>
              <a:headEnd/>
              <a:tailEnd/>
            </a:ln>
          </p:spPr>
          <p:txBody>
            <a:bodyPr wrap="square" lIns="0" tIns="0" rIns="0" bIns="0" anchor="ctr" anchorCtr="0">
              <a:spAutoFit/>
            </a:bodyPr>
            <a:lstStyle/>
            <a:p>
              <a:pPr algn="ctr" defTabSz="639779">
                <a:lnSpc>
                  <a:spcPct val="95000"/>
                </a:lnSpc>
                <a:spcBef>
                  <a:spcPct val="80000"/>
                </a:spcBef>
              </a:pPr>
              <a:r>
                <a:rPr lang="en-US" sz="1400" dirty="0">
                  <a:latin typeface="Aptos" panose="020B0004020202020204" pitchFamily="34" charset="0"/>
                </a:rPr>
                <a:t>Text</a:t>
              </a:r>
            </a:p>
          </p:txBody>
        </p:sp>
      </p:grpSp>
    </p:spTree>
    <p:extLst>
      <p:ext uri="{BB962C8B-B14F-4D97-AF65-F5344CB8AC3E}">
        <p14:creationId xmlns:p14="http://schemas.microsoft.com/office/powerpoint/2010/main" val="4128314513"/>
      </p:ext>
    </p:extLst>
  </p:cSld>
  <p:clrMapOvr>
    <a:masterClrMapping/>
  </p:clrMapOvr>
  <p:transition>
    <p:fade/>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41" name="Title 1"/>
          <p:cNvSpPr>
            <a:spLocks noGrp="1"/>
          </p:cNvSpPr>
          <p:nvPr>
            <p:ph type="title"/>
          </p:nvPr>
        </p:nvSpPr>
        <p:spPr/>
        <p:txBody>
          <a:bodyPr/>
          <a:lstStyle/>
          <a:p>
            <a:r>
              <a:rPr lang="en-US" altLang="ja-JP" dirty="0"/>
              <a:t>History</a:t>
            </a:r>
            <a:endParaRPr lang="en-US" dirty="0"/>
          </a:p>
        </p:txBody>
      </p:sp>
      <p:grpSp>
        <p:nvGrpSpPr>
          <p:cNvPr id="4" name="Group 3">
            <a:extLst>
              <a:ext uri="{FF2B5EF4-FFF2-40B4-BE49-F238E27FC236}">
                <a16:creationId xmlns:a16="http://schemas.microsoft.com/office/drawing/2014/main" id="{88C8881D-8722-463E-ACD7-4BCA215F45D2}"/>
              </a:ext>
            </a:extLst>
          </p:cNvPr>
          <p:cNvGrpSpPr/>
          <p:nvPr/>
        </p:nvGrpSpPr>
        <p:grpSpPr>
          <a:xfrm>
            <a:off x="454080" y="2195075"/>
            <a:ext cx="9023597" cy="2166802"/>
            <a:chOff x="1910345" y="1998438"/>
            <a:chExt cx="8341250" cy="2002953"/>
          </a:xfrm>
        </p:grpSpPr>
        <p:sp>
          <p:nvSpPr>
            <p:cNvPr id="48" name="Rectangle 47"/>
            <p:cNvSpPr/>
            <p:nvPr/>
          </p:nvSpPr>
          <p:spPr>
            <a:xfrm rot="16200000">
              <a:off x="8039705" y="2515474"/>
              <a:ext cx="1161269" cy="127197"/>
            </a:xfrm>
            <a:prstGeom prst="rect">
              <a:avLst/>
            </a:prstGeom>
          </p:spPr>
          <p:txBody>
            <a:bodyPr wrap="square" lIns="0" tIns="0" rIns="0" bIns="0" anchor="ctr" anchorCtr="0">
              <a:spAutoFit/>
            </a:bodyPr>
            <a:lstStyle/>
            <a:p>
              <a:r>
                <a:rPr lang="en-US" sz="894" dirty="0">
                  <a:solidFill>
                    <a:srgbClr val="53565A"/>
                  </a:solidFill>
                  <a:latin typeface="Aptos" panose="020B0004020202020204" pitchFamily="34" charset="0"/>
                </a:rPr>
                <a:t>Detail Seven</a:t>
              </a:r>
            </a:p>
          </p:txBody>
        </p:sp>
        <p:sp>
          <p:nvSpPr>
            <p:cNvPr id="21" name="Rectangle 20"/>
            <p:cNvSpPr/>
            <p:nvPr/>
          </p:nvSpPr>
          <p:spPr>
            <a:xfrm>
              <a:off x="3467503" y="3306808"/>
              <a:ext cx="5212080" cy="101846"/>
            </a:xfrm>
            <a:prstGeom prst="rect">
              <a:avLst/>
            </a:prstGeom>
            <a:solidFill>
              <a:schemeClr val="tx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dirty="0">
                <a:solidFill>
                  <a:schemeClr val="tx2"/>
                </a:solidFill>
                <a:latin typeface="Aptos" panose="020B0004020202020204" pitchFamily="34" charset="0"/>
              </a:endParaRPr>
            </a:p>
          </p:txBody>
        </p:sp>
        <p:sp>
          <p:nvSpPr>
            <p:cNvPr id="22" name="TextBox 21"/>
            <p:cNvSpPr txBox="1"/>
            <p:nvPr/>
          </p:nvSpPr>
          <p:spPr>
            <a:xfrm>
              <a:off x="3118913" y="2817355"/>
              <a:ext cx="366457" cy="231158"/>
            </a:xfrm>
            <a:prstGeom prst="rect">
              <a:avLst/>
            </a:prstGeom>
            <a:noFill/>
          </p:spPr>
          <p:txBody>
            <a:bodyPr wrap="square" lIns="0" tIns="0" rIns="0" bIns="0" rtlCol="0">
              <a:spAutoFit/>
            </a:bodyPr>
            <a:lstStyle/>
            <a:p>
              <a:pPr algn="ctr"/>
              <a:r>
                <a:rPr lang="en-US" sz="1625" dirty="0">
                  <a:solidFill>
                    <a:schemeClr val="accent3"/>
                  </a:solidFill>
                  <a:latin typeface="Aptos" panose="020B0004020202020204" pitchFamily="34" charset="0"/>
                </a:rPr>
                <a:t>01</a:t>
              </a:r>
            </a:p>
          </p:txBody>
        </p:sp>
        <p:sp>
          <p:nvSpPr>
            <p:cNvPr id="23" name="Oval 22"/>
            <p:cNvSpPr/>
            <p:nvPr/>
          </p:nvSpPr>
          <p:spPr>
            <a:xfrm>
              <a:off x="3441072" y="3248856"/>
              <a:ext cx="201168" cy="203689"/>
            </a:xfrm>
            <a:prstGeom prst="ellipse">
              <a:avLst/>
            </a:prstGeom>
            <a:solidFill>
              <a:schemeClr val="tx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sz="813" b="1" dirty="0">
                <a:solidFill>
                  <a:schemeClr val="bg2"/>
                </a:solidFill>
                <a:latin typeface="Aptos" panose="020B0004020202020204" pitchFamily="34" charset="0"/>
              </a:endParaRPr>
            </a:p>
          </p:txBody>
        </p:sp>
        <p:sp>
          <p:nvSpPr>
            <p:cNvPr id="24" name="Oval 23"/>
            <p:cNvSpPr/>
            <p:nvPr/>
          </p:nvSpPr>
          <p:spPr>
            <a:xfrm>
              <a:off x="4285212" y="3248856"/>
              <a:ext cx="201168" cy="203689"/>
            </a:xfrm>
            <a:prstGeom prst="ellipse">
              <a:avLst/>
            </a:prstGeom>
            <a:solidFill>
              <a:schemeClr val="tx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sz="813" b="1" dirty="0">
                <a:solidFill>
                  <a:schemeClr val="bg2"/>
                </a:solidFill>
                <a:latin typeface="Aptos" panose="020B0004020202020204" pitchFamily="34" charset="0"/>
              </a:endParaRPr>
            </a:p>
          </p:txBody>
        </p:sp>
        <p:sp>
          <p:nvSpPr>
            <p:cNvPr id="25" name="Oval 24"/>
            <p:cNvSpPr/>
            <p:nvPr/>
          </p:nvSpPr>
          <p:spPr>
            <a:xfrm>
              <a:off x="5129352" y="3248856"/>
              <a:ext cx="201168" cy="203689"/>
            </a:xfrm>
            <a:prstGeom prst="ellipse">
              <a:avLst/>
            </a:prstGeom>
            <a:solidFill>
              <a:schemeClr val="tx1"/>
            </a:solid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sz="813" b="1" dirty="0">
                <a:solidFill>
                  <a:schemeClr val="bg2"/>
                </a:solidFill>
                <a:latin typeface="Aptos" panose="020B0004020202020204" pitchFamily="34" charset="0"/>
              </a:endParaRPr>
            </a:p>
          </p:txBody>
        </p:sp>
        <p:sp>
          <p:nvSpPr>
            <p:cNvPr id="26" name="Oval 25"/>
            <p:cNvSpPr/>
            <p:nvPr/>
          </p:nvSpPr>
          <p:spPr>
            <a:xfrm>
              <a:off x="5973492" y="3248856"/>
              <a:ext cx="201168" cy="203689"/>
            </a:xfrm>
            <a:prstGeom prst="ellipse">
              <a:avLst/>
            </a:prstGeom>
            <a:solidFill>
              <a:schemeClr val="tx1"/>
            </a:solid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sz="813" b="1" dirty="0">
                <a:solidFill>
                  <a:schemeClr val="bg2"/>
                </a:solidFill>
                <a:latin typeface="Aptos" panose="020B0004020202020204" pitchFamily="34" charset="0"/>
              </a:endParaRPr>
            </a:p>
          </p:txBody>
        </p:sp>
        <p:sp>
          <p:nvSpPr>
            <p:cNvPr id="27" name="Oval 26"/>
            <p:cNvSpPr/>
            <p:nvPr/>
          </p:nvSpPr>
          <p:spPr>
            <a:xfrm>
              <a:off x="6817632" y="3248856"/>
              <a:ext cx="201168" cy="203689"/>
            </a:xfrm>
            <a:prstGeom prst="ellipse">
              <a:avLst/>
            </a:prstGeom>
            <a:solidFill>
              <a:schemeClr val="tx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sz="813" b="1" dirty="0">
                <a:solidFill>
                  <a:schemeClr val="bg2"/>
                </a:solidFill>
                <a:latin typeface="Aptos" panose="020B0004020202020204" pitchFamily="34" charset="0"/>
              </a:endParaRPr>
            </a:p>
          </p:txBody>
        </p:sp>
        <p:sp>
          <p:nvSpPr>
            <p:cNvPr id="28" name="Oval 27"/>
            <p:cNvSpPr/>
            <p:nvPr/>
          </p:nvSpPr>
          <p:spPr>
            <a:xfrm>
              <a:off x="7661772" y="3248856"/>
              <a:ext cx="201168" cy="203689"/>
            </a:xfrm>
            <a:prstGeom prst="ellipse">
              <a:avLst/>
            </a:prstGeom>
            <a:solidFill>
              <a:schemeClr val="tx1"/>
            </a:solid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sz="813" b="1" dirty="0">
                <a:solidFill>
                  <a:schemeClr val="bg2"/>
                </a:solidFill>
                <a:latin typeface="Aptos" panose="020B0004020202020204" pitchFamily="34" charset="0"/>
              </a:endParaRPr>
            </a:p>
          </p:txBody>
        </p:sp>
        <p:sp>
          <p:nvSpPr>
            <p:cNvPr id="29" name="Oval 28"/>
            <p:cNvSpPr/>
            <p:nvPr/>
          </p:nvSpPr>
          <p:spPr>
            <a:xfrm>
              <a:off x="8505910" y="3248856"/>
              <a:ext cx="201168" cy="203689"/>
            </a:xfrm>
            <a:prstGeom prst="ellipse">
              <a:avLst/>
            </a:prstGeom>
            <a:solidFill>
              <a:schemeClr val="tx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sz="813" b="1" dirty="0">
                <a:solidFill>
                  <a:schemeClr val="bg2"/>
                </a:solidFill>
                <a:latin typeface="Aptos" panose="020B0004020202020204" pitchFamily="34" charset="0"/>
              </a:endParaRPr>
            </a:p>
          </p:txBody>
        </p:sp>
        <p:sp>
          <p:nvSpPr>
            <p:cNvPr id="30" name="Pentagon 29"/>
            <p:cNvSpPr/>
            <p:nvPr/>
          </p:nvSpPr>
          <p:spPr>
            <a:xfrm>
              <a:off x="1910345" y="3030376"/>
              <a:ext cx="1484008" cy="640080"/>
            </a:xfrm>
            <a:prstGeom prst="homePlate">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dirty="0">
                <a:solidFill>
                  <a:schemeClr val="tx2"/>
                </a:solidFill>
                <a:latin typeface="Aptos" panose="020B0004020202020204" pitchFamily="34" charset="0"/>
              </a:endParaRPr>
            </a:p>
          </p:txBody>
        </p:sp>
        <p:sp>
          <p:nvSpPr>
            <p:cNvPr id="31" name="Pentagon 30"/>
            <p:cNvSpPr/>
            <p:nvPr/>
          </p:nvSpPr>
          <p:spPr>
            <a:xfrm flipH="1">
              <a:off x="8767587" y="3030376"/>
              <a:ext cx="1484008" cy="640080"/>
            </a:xfrm>
            <a:prstGeom prst="homePlate">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dirty="0">
                <a:solidFill>
                  <a:schemeClr val="tx2"/>
                </a:solidFill>
                <a:latin typeface="Aptos" panose="020B0004020202020204" pitchFamily="34" charset="0"/>
              </a:endParaRPr>
            </a:p>
          </p:txBody>
        </p:sp>
        <p:sp>
          <p:nvSpPr>
            <p:cNvPr id="32" name="Isosceles Triangle 31"/>
            <p:cNvSpPr/>
            <p:nvPr/>
          </p:nvSpPr>
          <p:spPr>
            <a:xfrm flipV="1">
              <a:off x="3475638" y="3487291"/>
              <a:ext cx="132843" cy="138989"/>
            </a:xfrm>
            <a:prstGeom prst="triangle">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dirty="0">
                <a:solidFill>
                  <a:schemeClr val="tx2"/>
                </a:solidFill>
                <a:latin typeface="Aptos" panose="020B0004020202020204" pitchFamily="34" charset="0"/>
              </a:endParaRPr>
            </a:p>
          </p:txBody>
        </p:sp>
        <p:sp>
          <p:nvSpPr>
            <p:cNvPr id="33" name="Isosceles Triangle 32"/>
            <p:cNvSpPr/>
            <p:nvPr/>
          </p:nvSpPr>
          <p:spPr>
            <a:xfrm flipV="1">
              <a:off x="4328113" y="3487291"/>
              <a:ext cx="132843" cy="138989"/>
            </a:xfrm>
            <a:prstGeom prst="triangle">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dirty="0">
                <a:solidFill>
                  <a:schemeClr val="tx2"/>
                </a:solidFill>
                <a:latin typeface="Aptos" panose="020B0004020202020204" pitchFamily="34" charset="0"/>
              </a:endParaRPr>
            </a:p>
          </p:txBody>
        </p:sp>
        <p:sp>
          <p:nvSpPr>
            <p:cNvPr id="34" name="Isosceles Triangle 33"/>
            <p:cNvSpPr/>
            <p:nvPr/>
          </p:nvSpPr>
          <p:spPr>
            <a:xfrm flipV="1">
              <a:off x="6863433" y="3487291"/>
              <a:ext cx="132843" cy="138989"/>
            </a:xfrm>
            <a:prstGeom prst="triangle">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dirty="0">
                <a:solidFill>
                  <a:schemeClr val="tx2"/>
                </a:solidFill>
                <a:latin typeface="Aptos" panose="020B0004020202020204" pitchFamily="34" charset="0"/>
              </a:endParaRPr>
            </a:p>
          </p:txBody>
        </p:sp>
        <p:sp>
          <p:nvSpPr>
            <p:cNvPr id="35" name="Isosceles Triangle 34"/>
            <p:cNvSpPr/>
            <p:nvPr/>
          </p:nvSpPr>
          <p:spPr>
            <a:xfrm flipV="1">
              <a:off x="8554056" y="3487291"/>
              <a:ext cx="132843" cy="138989"/>
            </a:xfrm>
            <a:prstGeom prst="triangle">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dirty="0">
                <a:solidFill>
                  <a:schemeClr val="tx2"/>
                </a:solidFill>
                <a:latin typeface="Aptos" panose="020B0004020202020204" pitchFamily="34" charset="0"/>
              </a:endParaRPr>
            </a:p>
          </p:txBody>
        </p:sp>
        <p:sp>
          <p:nvSpPr>
            <p:cNvPr id="40" name="Rectangle 39"/>
            <p:cNvSpPr/>
            <p:nvPr/>
          </p:nvSpPr>
          <p:spPr>
            <a:xfrm>
              <a:off x="1967602" y="3286818"/>
              <a:ext cx="1151310" cy="127197"/>
            </a:xfrm>
            <a:prstGeom prst="rect">
              <a:avLst/>
            </a:prstGeom>
          </p:spPr>
          <p:txBody>
            <a:bodyPr wrap="square" lIns="0" tIns="0" rIns="0" bIns="0" anchor="ctr" anchorCtr="0">
              <a:spAutoFit/>
            </a:bodyPr>
            <a:lstStyle/>
            <a:p>
              <a:r>
                <a:rPr lang="en-US" sz="894" dirty="0">
                  <a:latin typeface="Aptos" panose="020B0004020202020204" pitchFamily="34" charset="0"/>
                </a:rPr>
                <a:t>Call out detail 1</a:t>
              </a:r>
            </a:p>
          </p:txBody>
        </p:sp>
        <p:sp>
          <p:nvSpPr>
            <p:cNvPr id="41" name="Rectangle 40"/>
            <p:cNvSpPr/>
            <p:nvPr/>
          </p:nvSpPr>
          <p:spPr>
            <a:xfrm>
              <a:off x="9099090" y="3286818"/>
              <a:ext cx="1151310" cy="127197"/>
            </a:xfrm>
            <a:prstGeom prst="rect">
              <a:avLst/>
            </a:prstGeom>
          </p:spPr>
          <p:txBody>
            <a:bodyPr wrap="square" lIns="0" tIns="0" rIns="0" bIns="0" anchor="ctr" anchorCtr="0">
              <a:spAutoFit/>
            </a:bodyPr>
            <a:lstStyle/>
            <a:p>
              <a:r>
                <a:rPr lang="en-US" sz="894" dirty="0">
                  <a:latin typeface="Aptos" panose="020B0004020202020204" pitchFamily="34" charset="0"/>
                </a:rPr>
                <a:t>Call out detail 1</a:t>
              </a:r>
            </a:p>
          </p:txBody>
        </p:sp>
        <p:sp>
          <p:nvSpPr>
            <p:cNvPr id="42" name="Rectangle 41"/>
            <p:cNvSpPr/>
            <p:nvPr/>
          </p:nvSpPr>
          <p:spPr>
            <a:xfrm rot="16200000">
              <a:off x="3113247" y="2662432"/>
              <a:ext cx="867356" cy="127197"/>
            </a:xfrm>
            <a:prstGeom prst="rect">
              <a:avLst/>
            </a:prstGeom>
          </p:spPr>
          <p:txBody>
            <a:bodyPr wrap="square" lIns="0" tIns="0" rIns="0" bIns="0" anchor="ctr" anchorCtr="0">
              <a:spAutoFit/>
            </a:bodyPr>
            <a:lstStyle/>
            <a:p>
              <a:r>
                <a:rPr lang="en-US" sz="894" dirty="0">
                  <a:solidFill>
                    <a:srgbClr val="53565A"/>
                  </a:solidFill>
                  <a:latin typeface="Aptos" panose="020B0004020202020204" pitchFamily="34" charset="0"/>
                </a:rPr>
                <a:t>Detail One</a:t>
              </a:r>
            </a:p>
          </p:txBody>
        </p:sp>
        <p:sp>
          <p:nvSpPr>
            <p:cNvPr id="43" name="Rectangle 42"/>
            <p:cNvSpPr/>
            <p:nvPr/>
          </p:nvSpPr>
          <p:spPr>
            <a:xfrm rot="16200000">
              <a:off x="3958465" y="2662432"/>
              <a:ext cx="867356" cy="127197"/>
            </a:xfrm>
            <a:prstGeom prst="rect">
              <a:avLst/>
            </a:prstGeom>
          </p:spPr>
          <p:txBody>
            <a:bodyPr wrap="square" lIns="0" tIns="0" rIns="0" bIns="0" anchor="ctr" anchorCtr="0">
              <a:spAutoFit/>
            </a:bodyPr>
            <a:lstStyle/>
            <a:p>
              <a:r>
                <a:rPr lang="en-US" sz="894" dirty="0">
                  <a:solidFill>
                    <a:srgbClr val="53565A"/>
                  </a:solidFill>
                  <a:latin typeface="Aptos" panose="020B0004020202020204" pitchFamily="34" charset="0"/>
                </a:rPr>
                <a:t>Detail Two</a:t>
              </a:r>
            </a:p>
          </p:txBody>
        </p:sp>
        <p:sp>
          <p:nvSpPr>
            <p:cNvPr id="44" name="Rectangle 43"/>
            <p:cNvSpPr/>
            <p:nvPr/>
          </p:nvSpPr>
          <p:spPr>
            <a:xfrm rot="16200000">
              <a:off x="4803683" y="2662432"/>
              <a:ext cx="867356" cy="127197"/>
            </a:xfrm>
            <a:prstGeom prst="rect">
              <a:avLst/>
            </a:prstGeom>
          </p:spPr>
          <p:txBody>
            <a:bodyPr wrap="square" lIns="0" tIns="0" rIns="0" bIns="0" anchor="ctr" anchorCtr="0">
              <a:spAutoFit/>
            </a:bodyPr>
            <a:lstStyle/>
            <a:p>
              <a:r>
                <a:rPr lang="en-US" sz="894" dirty="0">
                  <a:solidFill>
                    <a:srgbClr val="53565A"/>
                  </a:solidFill>
                  <a:latin typeface="Aptos" panose="020B0004020202020204" pitchFamily="34" charset="0"/>
                </a:rPr>
                <a:t>Detail Three</a:t>
              </a:r>
            </a:p>
          </p:txBody>
        </p:sp>
        <p:sp>
          <p:nvSpPr>
            <p:cNvPr id="45" name="Rectangle 44"/>
            <p:cNvSpPr/>
            <p:nvPr/>
          </p:nvSpPr>
          <p:spPr>
            <a:xfrm rot="16200000">
              <a:off x="5648902" y="2662432"/>
              <a:ext cx="867356" cy="127197"/>
            </a:xfrm>
            <a:prstGeom prst="rect">
              <a:avLst/>
            </a:prstGeom>
          </p:spPr>
          <p:txBody>
            <a:bodyPr wrap="square" lIns="0" tIns="0" rIns="0" bIns="0" anchor="ctr" anchorCtr="0">
              <a:spAutoFit/>
            </a:bodyPr>
            <a:lstStyle/>
            <a:p>
              <a:r>
                <a:rPr lang="en-US" sz="894" dirty="0">
                  <a:solidFill>
                    <a:srgbClr val="53565A"/>
                  </a:solidFill>
                  <a:latin typeface="Aptos" panose="020B0004020202020204" pitchFamily="34" charset="0"/>
                </a:rPr>
                <a:t>Detail Four</a:t>
              </a:r>
            </a:p>
          </p:txBody>
        </p:sp>
        <p:sp>
          <p:nvSpPr>
            <p:cNvPr id="46" name="Rectangle 45"/>
            <p:cNvSpPr/>
            <p:nvPr/>
          </p:nvSpPr>
          <p:spPr>
            <a:xfrm rot="16200000">
              <a:off x="6494121" y="2662432"/>
              <a:ext cx="867356" cy="127197"/>
            </a:xfrm>
            <a:prstGeom prst="rect">
              <a:avLst/>
            </a:prstGeom>
          </p:spPr>
          <p:txBody>
            <a:bodyPr wrap="square" lIns="0" tIns="0" rIns="0" bIns="0" anchor="ctr" anchorCtr="0">
              <a:spAutoFit/>
            </a:bodyPr>
            <a:lstStyle/>
            <a:p>
              <a:r>
                <a:rPr lang="en-US" sz="894" dirty="0">
                  <a:solidFill>
                    <a:srgbClr val="53565A"/>
                  </a:solidFill>
                  <a:latin typeface="Aptos" panose="020B0004020202020204" pitchFamily="34" charset="0"/>
                </a:rPr>
                <a:t>Detail Five</a:t>
              </a:r>
            </a:p>
          </p:txBody>
        </p:sp>
        <p:sp>
          <p:nvSpPr>
            <p:cNvPr id="47" name="Rectangle 46"/>
            <p:cNvSpPr/>
            <p:nvPr/>
          </p:nvSpPr>
          <p:spPr>
            <a:xfrm rot="16200000">
              <a:off x="7332909" y="2662432"/>
              <a:ext cx="867356" cy="127197"/>
            </a:xfrm>
            <a:prstGeom prst="rect">
              <a:avLst/>
            </a:prstGeom>
          </p:spPr>
          <p:txBody>
            <a:bodyPr wrap="square" lIns="0" tIns="0" rIns="0" bIns="0" anchor="ctr" anchorCtr="0">
              <a:spAutoFit/>
            </a:bodyPr>
            <a:lstStyle/>
            <a:p>
              <a:r>
                <a:rPr lang="en-US" sz="894" dirty="0">
                  <a:solidFill>
                    <a:srgbClr val="53565A"/>
                  </a:solidFill>
                  <a:latin typeface="Aptos" panose="020B0004020202020204" pitchFamily="34" charset="0"/>
                </a:rPr>
                <a:t>Detail Six</a:t>
              </a:r>
            </a:p>
          </p:txBody>
        </p:sp>
        <p:sp>
          <p:nvSpPr>
            <p:cNvPr id="49" name="TextBox 48"/>
            <p:cNvSpPr txBox="1"/>
            <p:nvPr/>
          </p:nvSpPr>
          <p:spPr>
            <a:xfrm>
              <a:off x="3951551" y="2817355"/>
              <a:ext cx="366457" cy="231158"/>
            </a:xfrm>
            <a:prstGeom prst="rect">
              <a:avLst/>
            </a:prstGeom>
            <a:noFill/>
          </p:spPr>
          <p:txBody>
            <a:bodyPr wrap="square" lIns="0" tIns="0" rIns="0" bIns="0" rtlCol="0">
              <a:spAutoFit/>
            </a:bodyPr>
            <a:lstStyle/>
            <a:p>
              <a:pPr algn="ctr"/>
              <a:r>
                <a:rPr lang="en-US" sz="1625" dirty="0">
                  <a:solidFill>
                    <a:schemeClr val="accent3"/>
                  </a:solidFill>
                  <a:latin typeface="Aptos" panose="020B0004020202020204" pitchFamily="34" charset="0"/>
                </a:rPr>
                <a:t>02</a:t>
              </a:r>
            </a:p>
          </p:txBody>
        </p:sp>
        <p:sp>
          <p:nvSpPr>
            <p:cNvPr id="50" name="TextBox 49"/>
            <p:cNvSpPr txBox="1"/>
            <p:nvPr/>
          </p:nvSpPr>
          <p:spPr>
            <a:xfrm>
              <a:off x="4811808" y="2817355"/>
              <a:ext cx="366457" cy="231158"/>
            </a:xfrm>
            <a:prstGeom prst="rect">
              <a:avLst/>
            </a:prstGeom>
            <a:noFill/>
          </p:spPr>
          <p:txBody>
            <a:bodyPr wrap="square" lIns="0" tIns="0" rIns="0" bIns="0" rtlCol="0">
              <a:spAutoFit/>
            </a:bodyPr>
            <a:lstStyle/>
            <a:p>
              <a:pPr algn="ctr"/>
              <a:r>
                <a:rPr lang="en-US" sz="1625" dirty="0">
                  <a:solidFill>
                    <a:schemeClr val="accent3"/>
                  </a:solidFill>
                  <a:latin typeface="Aptos" panose="020B0004020202020204" pitchFamily="34" charset="0"/>
                </a:rPr>
                <a:t>03</a:t>
              </a:r>
            </a:p>
          </p:txBody>
        </p:sp>
        <p:sp>
          <p:nvSpPr>
            <p:cNvPr id="51" name="TextBox 50"/>
            <p:cNvSpPr txBox="1"/>
            <p:nvPr/>
          </p:nvSpPr>
          <p:spPr>
            <a:xfrm>
              <a:off x="5654568" y="2817355"/>
              <a:ext cx="366457" cy="231158"/>
            </a:xfrm>
            <a:prstGeom prst="rect">
              <a:avLst/>
            </a:prstGeom>
            <a:noFill/>
          </p:spPr>
          <p:txBody>
            <a:bodyPr wrap="square" lIns="0" tIns="0" rIns="0" bIns="0" rtlCol="0">
              <a:spAutoFit/>
            </a:bodyPr>
            <a:lstStyle/>
            <a:p>
              <a:pPr algn="ctr"/>
              <a:r>
                <a:rPr lang="en-US" sz="1625" dirty="0">
                  <a:solidFill>
                    <a:schemeClr val="accent3"/>
                  </a:solidFill>
                  <a:latin typeface="Aptos" panose="020B0004020202020204" pitchFamily="34" charset="0"/>
                </a:rPr>
                <a:t>04</a:t>
              </a:r>
            </a:p>
          </p:txBody>
        </p:sp>
        <p:sp>
          <p:nvSpPr>
            <p:cNvPr id="52" name="TextBox 51"/>
            <p:cNvSpPr txBox="1"/>
            <p:nvPr/>
          </p:nvSpPr>
          <p:spPr>
            <a:xfrm>
              <a:off x="6496976" y="2817355"/>
              <a:ext cx="366457" cy="231158"/>
            </a:xfrm>
            <a:prstGeom prst="rect">
              <a:avLst/>
            </a:prstGeom>
            <a:noFill/>
          </p:spPr>
          <p:txBody>
            <a:bodyPr wrap="square" lIns="0" tIns="0" rIns="0" bIns="0" rtlCol="0">
              <a:spAutoFit/>
            </a:bodyPr>
            <a:lstStyle/>
            <a:p>
              <a:pPr algn="ctr"/>
              <a:r>
                <a:rPr lang="en-US" sz="1625" dirty="0">
                  <a:solidFill>
                    <a:schemeClr val="accent3"/>
                  </a:solidFill>
                  <a:latin typeface="Aptos" panose="020B0004020202020204" pitchFamily="34" charset="0"/>
                </a:rPr>
                <a:t>05</a:t>
              </a:r>
            </a:p>
          </p:txBody>
        </p:sp>
        <p:sp>
          <p:nvSpPr>
            <p:cNvPr id="53" name="TextBox 52"/>
            <p:cNvSpPr txBox="1"/>
            <p:nvPr/>
          </p:nvSpPr>
          <p:spPr>
            <a:xfrm>
              <a:off x="7344229" y="2817355"/>
              <a:ext cx="366457" cy="231158"/>
            </a:xfrm>
            <a:prstGeom prst="rect">
              <a:avLst/>
            </a:prstGeom>
            <a:noFill/>
          </p:spPr>
          <p:txBody>
            <a:bodyPr wrap="square" lIns="0" tIns="0" rIns="0" bIns="0" rtlCol="0">
              <a:spAutoFit/>
            </a:bodyPr>
            <a:lstStyle/>
            <a:p>
              <a:pPr algn="ctr"/>
              <a:r>
                <a:rPr lang="en-US" sz="1625" dirty="0">
                  <a:solidFill>
                    <a:schemeClr val="accent3"/>
                  </a:solidFill>
                  <a:latin typeface="Aptos" panose="020B0004020202020204" pitchFamily="34" charset="0"/>
                </a:rPr>
                <a:t>06</a:t>
              </a:r>
            </a:p>
          </p:txBody>
        </p:sp>
        <p:sp>
          <p:nvSpPr>
            <p:cNvPr id="54" name="TextBox 53"/>
            <p:cNvSpPr txBox="1"/>
            <p:nvPr/>
          </p:nvSpPr>
          <p:spPr>
            <a:xfrm>
              <a:off x="8186961" y="2817355"/>
              <a:ext cx="366457" cy="231158"/>
            </a:xfrm>
            <a:prstGeom prst="rect">
              <a:avLst/>
            </a:prstGeom>
            <a:noFill/>
          </p:spPr>
          <p:txBody>
            <a:bodyPr wrap="square" lIns="0" tIns="0" rIns="0" bIns="0" rtlCol="0">
              <a:spAutoFit/>
            </a:bodyPr>
            <a:lstStyle/>
            <a:p>
              <a:pPr algn="ctr"/>
              <a:r>
                <a:rPr lang="en-US" sz="1625" dirty="0">
                  <a:solidFill>
                    <a:schemeClr val="accent3"/>
                  </a:solidFill>
                  <a:latin typeface="Aptos" panose="020B0004020202020204" pitchFamily="34" charset="0"/>
                </a:rPr>
                <a:t>07</a:t>
              </a:r>
            </a:p>
          </p:txBody>
        </p:sp>
        <p:sp>
          <p:nvSpPr>
            <p:cNvPr id="58" name="Freeform 13"/>
            <p:cNvSpPr>
              <a:spLocks noChangeAspect="1" noEditPoints="1"/>
            </p:cNvSpPr>
            <p:nvPr/>
          </p:nvSpPr>
          <p:spPr bwMode="auto">
            <a:xfrm>
              <a:off x="3424950" y="3723369"/>
              <a:ext cx="238746" cy="259115"/>
            </a:xfrm>
            <a:custGeom>
              <a:avLst/>
              <a:gdLst/>
              <a:ahLst/>
              <a:cxnLst>
                <a:cxn ang="0">
                  <a:pos x="54" y="31"/>
                </a:cxn>
                <a:cxn ang="0">
                  <a:pos x="25" y="4"/>
                </a:cxn>
                <a:cxn ang="0">
                  <a:pos x="17" y="1"/>
                </a:cxn>
                <a:cxn ang="0">
                  <a:pos x="12" y="8"/>
                </a:cxn>
                <a:cxn ang="0">
                  <a:pos x="7" y="49"/>
                </a:cxn>
                <a:cxn ang="0">
                  <a:pos x="4" y="67"/>
                </a:cxn>
                <a:cxn ang="0">
                  <a:pos x="41" y="69"/>
                </a:cxn>
                <a:cxn ang="0">
                  <a:pos x="68" y="43"/>
                </a:cxn>
                <a:cxn ang="0">
                  <a:pos x="54" y="31"/>
                </a:cxn>
                <a:cxn ang="0">
                  <a:pos x="39" y="64"/>
                </a:cxn>
                <a:cxn ang="0">
                  <a:pos x="10" y="65"/>
                </a:cxn>
                <a:cxn ang="0">
                  <a:pos x="33" y="47"/>
                </a:cxn>
                <a:cxn ang="0">
                  <a:pos x="62" y="45"/>
                </a:cxn>
                <a:cxn ang="0">
                  <a:pos x="39" y="64"/>
                </a:cxn>
                <a:cxn ang="0">
                  <a:pos x="34" y="50"/>
                </a:cxn>
                <a:cxn ang="0">
                  <a:pos x="16" y="60"/>
                </a:cxn>
                <a:cxn ang="0">
                  <a:pos x="29" y="61"/>
                </a:cxn>
                <a:cxn ang="0">
                  <a:pos x="37" y="49"/>
                </a:cxn>
                <a:cxn ang="0">
                  <a:pos x="37" y="49"/>
                </a:cxn>
                <a:cxn ang="0">
                  <a:pos x="34" y="50"/>
                </a:cxn>
              </a:cxnLst>
              <a:rect l="0" t="0" r="r" b="b"/>
              <a:pathLst>
                <a:path w="70" h="76">
                  <a:moveTo>
                    <a:pt x="54" y="31"/>
                  </a:moveTo>
                  <a:cubicBezTo>
                    <a:pt x="45" y="11"/>
                    <a:pt x="40" y="3"/>
                    <a:pt x="25" y="4"/>
                  </a:cubicBezTo>
                  <a:cubicBezTo>
                    <a:pt x="20" y="4"/>
                    <a:pt x="21" y="0"/>
                    <a:pt x="17" y="1"/>
                  </a:cubicBezTo>
                  <a:cubicBezTo>
                    <a:pt x="13" y="3"/>
                    <a:pt x="16" y="5"/>
                    <a:pt x="12" y="8"/>
                  </a:cubicBezTo>
                  <a:cubicBezTo>
                    <a:pt x="0" y="18"/>
                    <a:pt x="1" y="27"/>
                    <a:pt x="7" y="49"/>
                  </a:cubicBezTo>
                  <a:cubicBezTo>
                    <a:pt x="9" y="58"/>
                    <a:pt x="1" y="58"/>
                    <a:pt x="4" y="67"/>
                  </a:cubicBezTo>
                  <a:cubicBezTo>
                    <a:pt x="6" y="73"/>
                    <a:pt x="23" y="76"/>
                    <a:pt x="41" y="69"/>
                  </a:cubicBezTo>
                  <a:cubicBezTo>
                    <a:pt x="59" y="63"/>
                    <a:pt x="70" y="50"/>
                    <a:pt x="68" y="43"/>
                  </a:cubicBezTo>
                  <a:cubicBezTo>
                    <a:pt x="65" y="35"/>
                    <a:pt x="58" y="39"/>
                    <a:pt x="54" y="31"/>
                  </a:cubicBezTo>
                  <a:close/>
                  <a:moveTo>
                    <a:pt x="39" y="64"/>
                  </a:moveTo>
                  <a:cubicBezTo>
                    <a:pt x="23" y="70"/>
                    <a:pt x="10" y="67"/>
                    <a:pt x="10" y="65"/>
                  </a:cubicBezTo>
                  <a:cubicBezTo>
                    <a:pt x="9" y="62"/>
                    <a:pt x="15" y="53"/>
                    <a:pt x="33" y="47"/>
                  </a:cubicBezTo>
                  <a:cubicBezTo>
                    <a:pt x="51" y="40"/>
                    <a:pt x="61" y="42"/>
                    <a:pt x="62" y="45"/>
                  </a:cubicBezTo>
                  <a:cubicBezTo>
                    <a:pt x="63" y="47"/>
                    <a:pt x="55" y="58"/>
                    <a:pt x="39" y="64"/>
                  </a:cubicBezTo>
                  <a:close/>
                  <a:moveTo>
                    <a:pt x="34" y="50"/>
                  </a:moveTo>
                  <a:cubicBezTo>
                    <a:pt x="26" y="53"/>
                    <a:pt x="20" y="56"/>
                    <a:pt x="16" y="60"/>
                  </a:cubicBezTo>
                  <a:cubicBezTo>
                    <a:pt x="19" y="62"/>
                    <a:pt x="24" y="63"/>
                    <a:pt x="29" y="61"/>
                  </a:cubicBezTo>
                  <a:cubicBezTo>
                    <a:pt x="35" y="58"/>
                    <a:pt x="39" y="53"/>
                    <a:pt x="37" y="49"/>
                  </a:cubicBezTo>
                  <a:cubicBezTo>
                    <a:pt x="37" y="49"/>
                    <a:pt x="37" y="49"/>
                    <a:pt x="37" y="49"/>
                  </a:cubicBezTo>
                  <a:cubicBezTo>
                    <a:pt x="36" y="49"/>
                    <a:pt x="35" y="49"/>
                    <a:pt x="34" y="50"/>
                  </a:cubicBezTo>
                  <a:close/>
                </a:path>
              </a:pathLst>
            </a:custGeom>
            <a:solidFill>
              <a:schemeClr val="accent1"/>
            </a:solidFill>
            <a:ln w="9525">
              <a:solidFill>
                <a:schemeClr val="accent1"/>
              </a:solidFill>
              <a:round/>
              <a:headEnd/>
              <a:tailEnd/>
            </a:ln>
          </p:spPr>
          <p:txBody>
            <a:bodyPr vert="horz" wrap="square" lIns="74295" tIns="37148" rIns="74295" bIns="37148" numCol="1" anchor="t" anchorCtr="0" compatLnSpc="1">
              <a:prstTxWarp prst="textNoShape">
                <a:avLst/>
              </a:prstTxWarp>
            </a:bodyPr>
            <a:lstStyle/>
            <a:p>
              <a:endParaRPr lang="en-GB" sz="1463" dirty="0">
                <a:latin typeface="Aptos" panose="020B0004020202020204" pitchFamily="34" charset="0"/>
              </a:endParaRPr>
            </a:p>
          </p:txBody>
        </p:sp>
        <p:sp>
          <p:nvSpPr>
            <p:cNvPr id="59" name="Freeform 38"/>
            <p:cNvSpPr>
              <a:spLocks noChangeAspect="1" noEditPoints="1"/>
            </p:cNvSpPr>
            <p:nvPr/>
          </p:nvSpPr>
          <p:spPr bwMode="auto">
            <a:xfrm>
              <a:off x="4191285" y="3723053"/>
              <a:ext cx="395955" cy="259744"/>
            </a:xfrm>
            <a:custGeom>
              <a:avLst/>
              <a:gdLst/>
              <a:ahLst/>
              <a:cxnLst>
                <a:cxn ang="0">
                  <a:pos x="81" y="8"/>
                </a:cxn>
                <a:cxn ang="0">
                  <a:pos x="72" y="7"/>
                </a:cxn>
                <a:cxn ang="0">
                  <a:pos x="79" y="0"/>
                </a:cxn>
                <a:cxn ang="0">
                  <a:pos x="84" y="7"/>
                </a:cxn>
                <a:cxn ang="0">
                  <a:pos x="57" y="21"/>
                </a:cxn>
                <a:cxn ang="0">
                  <a:pos x="28" y="21"/>
                </a:cxn>
                <a:cxn ang="0">
                  <a:pos x="55" y="26"/>
                </a:cxn>
                <a:cxn ang="0">
                  <a:pos x="111" y="53"/>
                </a:cxn>
                <a:cxn ang="0">
                  <a:pos x="102" y="71"/>
                </a:cxn>
                <a:cxn ang="0">
                  <a:pos x="87" y="64"/>
                </a:cxn>
                <a:cxn ang="0">
                  <a:pos x="117" y="54"/>
                </a:cxn>
                <a:cxn ang="0">
                  <a:pos x="102" y="67"/>
                </a:cxn>
                <a:cxn ang="0">
                  <a:pos x="95" y="58"/>
                </a:cxn>
                <a:cxn ang="0">
                  <a:pos x="110" y="61"/>
                </a:cxn>
                <a:cxn ang="0">
                  <a:pos x="109" y="61"/>
                </a:cxn>
                <a:cxn ang="0">
                  <a:pos x="117" y="51"/>
                </a:cxn>
                <a:cxn ang="0">
                  <a:pos x="86" y="61"/>
                </a:cxn>
                <a:cxn ang="0">
                  <a:pos x="80" y="64"/>
                </a:cxn>
                <a:cxn ang="0">
                  <a:pos x="79" y="63"/>
                </a:cxn>
                <a:cxn ang="0">
                  <a:pos x="99" y="41"/>
                </a:cxn>
                <a:cxn ang="0">
                  <a:pos x="117" y="49"/>
                </a:cxn>
                <a:cxn ang="0">
                  <a:pos x="117" y="51"/>
                </a:cxn>
                <a:cxn ang="0">
                  <a:pos x="77" y="12"/>
                </a:cxn>
                <a:cxn ang="0">
                  <a:pos x="74" y="12"/>
                </a:cxn>
                <a:cxn ang="0">
                  <a:pos x="83" y="31"/>
                </a:cxn>
                <a:cxn ang="0">
                  <a:pos x="73" y="53"/>
                </a:cxn>
                <a:cxn ang="0">
                  <a:pos x="70" y="56"/>
                </a:cxn>
                <a:cxn ang="0">
                  <a:pos x="47" y="44"/>
                </a:cxn>
                <a:cxn ang="0">
                  <a:pos x="57" y="31"/>
                </a:cxn>
                <a:cxn ang="0">
                  <a:pos x="31" y="29"/>
                </a:cxn>
                <a:cxn ang="0">
                  <a:pos x="27" y="30"/>
                </a:cxn>
                <a:cxn ang="0">
                  <a:pos x="9" y="36"/>
                </a:cxn>
                <a:cxn ang="0">
                  <a:pos x="6" y="38"/>
                </a:cxn>
                <a:cxn ang="0">
                  <a:pos x="6" y="43"/>
                </a:cxn>
                <a:cxn ang="0">
                  <a:pos x="0" y="60"/>
                </a:cxn>
                <a:cxn ang="0">
                  <a:pos x="6" y="61"/>
                </a:cxn>
                <a:cxn ang="0">
                  <a:pos x="38" y="62"/>
                </a:cxn>
                <a:cxn ang="0">
                  <a:pos x="72" y="62"/>
                </a:cxn>
                <a:cxn ang="0">
                  <a:pos x="76" y="60"/>
                </a:cxn>
                <a:cxn ang="0">
                  <a:pos x="91" y="41"/>
                </a:cxn>
                <a:cxn ang="0">
                  <a:pos x="93" y="38"/>
                </a:cxn>
                <a:cxn ang="0">
                  <a:pos x="29" y="62"/>
                </a:cxn>
                <a:cxn ang="0">
                  <a:pos x="29" y="62"/>
                </a:cxn>
                <a:cxn ang="0">
                  <a:pos x="15" y="62"/>
                </a:cxn>
                <a:cxn ang="0">
                  <a:pos x="33" y="62"/>
                </a:cxn>
              </a:cxnLst>
              <a:rect l="0" t="0" r="r" b="b"/>
              <a:pathLst>
                <a:path w="118" h="77">
                  <a:moveTo>
                    <a:pt x="82" y="0"/>
                  </a:moveTo>
                  <a:cubicBezTo>
                    <a:pt x="82" y="8"/>
                    <a:pt x="82" y="8"/>
                    <a:pt x="82" y="8"/>
                  </a:cubicBezTo>
                  <a:cubicBezTo>
                    <a:pt x="81" y="8"/>
                    <a:pt x="81" y="8"/>
                    <a:pt x="81" y="8"/>
                  </a:cubicBezTo>
                  <a:cubicBezTo>
                    <a:pt x="78" y="8"/>
                    <a:pt x="76" y="8"/>
                    <a:pt x="74" y="8"/>
                  </a:cubicBezTo>
                  <a:cubicBezTo>
                    <a:pt x="74" y="8"/>
                    <a:pt x="74" y="9"/>
                    <a:pt x="73" y="9"/>
                  </a:cubicBezTo>
                  <a:cubicBezTo>
                    <a:pt x="72" y="9"/>
                    <a:pt x="72" y="8"/>
                    <a:pt x="72" y="7"/>
                  </a:cubicBezTo>
                  <a:cubicBezTo>
                    <a:pt x="72" y="7"/>
                    <a:pt x="72" y="7"/>
                    <a:pt x="72" y="7"/>
                  </a:cubicBezTo>
                  <a:cubicBezTo>
                    <a:pt x="72" y="6"/>
                    <a:pt x="71" y="6"/>
                    <a:pt x="71" y="5"/>
                  </a:cubicBezTo>
                  <a:cubicBezTo>
                    <a:pt x="71" y="3"/>
                    <a:pt x="75" y="1"/>
                    <a:pt x="79" y="0"/>
                  </a:cubicBezTo>
                  <a:cubicBezTo>
                    <a:pt x="80" y="0"/>
                    <a:pt x="81" y="0"/>
                    <a:pt x="82" y="0"/>
                  </a:cubicBezTo>
                  <a:close/>
                  <a:moveTo>
                    <a:pt x="84" y="0"/>
                  </a:moveTo>
                  <a:cubicBezTo>
                    <a:pt x="84" y="7"/>
                    <a:pt x="84" y="7"/>
                    <a:pt x="84" y="7"/>
                  </a:cubicBezTo>
                  <a:cubicBezTo>
                    <a:pt x="85" y="7"/>
                    <a:pt x="86" y="6"/>
                    <a:pt x="86" y="4"/>
                  </a:cubicBezTo>
                  <a:cubicBezTo>
                    <a:pt x="86" y="2"/>
                    <a:pt x="85" y="0"/>
                    <a:pt x="84" y="0"/>
                  </a:cubicBezTo>
                  <a:close/>
                  <a:moveTo>
                    <a:pt x="57" y="21"/>
                  </a:moveTo>
                  <a:cubicBezTo>
                    <a:pt x="57" y="20"/>
                    <a:pt x="56" y="19"/>
                    <a:pt x="55" y="19"/>
                  </a:cubicBezTo>
                  <a:cubicBezTo>
                    <a:pt x="30" y="19"/>
                    <a:pt x="30" y="19"/>
                    <a:pt x="30" y="19"/>
                  </a:cubicBezTo>
                  <a:cubicBezTo>
                    <a:pt x="29" y="19"/>
                    <a:pt x="28" y="20"/>
                    <a:pt x="28" y="21"/>
                  </a:cubicBezTo>
                  <a:cubicBezTo>
                    <a:pt x="28" y="24"/>
                    <a:pt x="28" y="24"/>
                    <a:pt x="28" y="24"/>
                  </a:cubicBezTo>
                  <a:cubicBezTo>
                    <a:pt x="28" y="25"/>
                    <a:pt x="29" y="26"/>
                    <a:pt x="30" y="26"/>
                  </a:cubicBezTo>
                  <a:cubicBezTo>
                    <a:pt x="55" y="26"/>
                    <a:pt x="55" y="26"/>
                    <a:pt x="55" y="26"/>
                  </a:cubicBezTo>
                  <a:cubicBezTo>
                    <a:pt x="56" y="26"/>
                    <a:pt x="57" y="25"/>
                    <a:pt x="57" y="24"/>
                  </a:cubicBezTo>
                  <a:lnTo>
                    <a:pt x="57" y="21"/>
                  </a:lnTo>
                  <a:close/>
                  <a:moveTo>
                    <a:pt x="111" y="53"/>
                  </a:moveTo>
                  <a:cubicBezTo>
                    <a:pt x="111" y="53"/>
                    <a:pt x="110" y="53"/>
                    <a:pt x="110" y="53"/>
                  </a:cubicBezTo>
                  <a:cubicBezTo>
                    <a:pt x="112" y="55"/>
                    <a:pt x="113" y="58"/>
                    <a:pt x="113" y="61"/>
                  </a:cubicBezTo>
                  <a:cubicBezTo>
                    <a:pt x="113" y="66"/>
                    <a:pt x="108" y="71"/>
                    <a:pt x="102" y="71"/>
                  </a:cubicBezTo>
                  <a:cubicBezTo>
                    <a:pt x="97" y="71"/>
                    <a:pt x="92" y="66"/>
                    <a:pt x="92" y="61"/>
                  </a:cubicBezTo>
                  <a:cubicBezTo>
                    <a:pt x="92" y="60"/>
                    <a:pt x="92" y="60"/>
                    <a:pt x="92" y="60"/>
                  </a:cubicBezTo>
                  <a:cubicBezTo>
                    <a:pt x="91" y="61"/>
                    <a:pt x="87" y="64"/>
                    <a:pt x="87" y="64"/>
                  </a:cubicBezTo>
                  <a:cubicBezTo>
                    <a:pt x="88" y="71"/>
                    <a:pt x="95" y="77"/>
                    <a:pt x="102" y="77"/>
                  </a:cubicBezTo>
                  <a:cubicBezTo>
                    <a:pt x="111" y="77"/>
                    <a:pt x="118" y="69"/>
                    <a:pt x="118" y="61"/>
                  </a:cubicBezTo>
                  <a:cubicBezTo>
                    <a:pt x="118" y="58"/>
                    <a:pt x="118" y="56"/>
                    <a:pt x="117" y="54"/>
                  </a:cubicBezTo>
                  <a:cubicBezTo>
                    <a:pt x="117" y="54"/>
                    <a:pt x="113" y="53"/>
                    <a:pt x="111" y="53"/>
                  </a:cubicBezTo>
                  <a:close/>
                  <a:moveTo>
                    <a:pt x="109" y="61"/>
                  </a:moveTo>
                  <a:cubicBezTo>
                    <a:pt x="109" y="64"/>
                    <a:pt x="106" y="67"/>
                    <a:pt x="102" y="67"/>
                  </a:cubicBezTo>
                  <a:cubicBezTo>
                    <a:pt x="99" y="67"/>
                    <a:pt x="96" y="64"/>
                    <a:pt x="96" y="61"/>
                  </a:cubicBezTo>
                  <a:cubicBezTo>
                    <a:pt x="96" y="59"/>
                    <a:pt x="96" y="58"/>
                    <a:pt x="97" y="57"/>
                  </a:cubicBezTo>
                  <a:cubicBezTo>
                    <a:pt x="96" y="58"/>
                    <a:pt x="95" y="58"/>
                    <a:pt x="95" y="58"/>
                  </a:cubicBezTo>
                  <a:cubicBezTo>
                    <a:pt x="94" y="59"/>
                    <a:pt x="94" y="60"/>
                    <a:pt x="94" y="61"/>
                  </a:cubicBezTo>
                  <a:cubicBezTo>
                    <a:pt x="94" y="65"/>
                    <a:pt x="98" y="69"/>
                    <a:pt x="102" y="69"/>
                  </a:cubicBezTo>
                  <a:cubicBezTo>
                    <a:pt x="107" y="69"/>
                    <a:pt x="110" y="65"/>
                    <a:pt x="110" y="61"/>
                  </a:cubicBezTo>
                  <a:cubicBezTo>
                    <a:pt x="110" y="58"/>
                    <a:pt x="109" y="55"/>
                    <a:pt x="106" y="54"/>
                  </a:cubicBezTo>
                  <a:cubicBezTo>
                    <a:pt x="106" y="54"/>
                    <a:pt x="105" y="54"/>
                    <a:pt x="104" y="54"/>
                  </a:cubicBezTo>
                  <a:cubicBezTo>
                    <a:pt x="107" y="55"/>
                    <a:pt x="109" y="58"/>
                    <a:pt x="109" y="61"/>
                  </a:cubicBezTo>
                  <a:close/>
                  <a:moveTo>
                    <a:pt x="117" y="51"/>
                  </a:moveTo>
                  <a:cubicBezTo>
                    <a:pt x="117" y="51"/>
                    <a:pt x="117" y="51"/>
                    <a:pt x="117" y="51"/>
                  </a:cubicBezTo>
                  <a:cubicBezTo>
                    <a:pt x="117" y="51"/>
                    <a:pt x="117" y="51"/>
                    <a:pt x="117" y="51"/>
                  </a:cubicBezTo>
                  <a:cubicBezTo>
                    <a:pt x="115" y="51"/>
                    <a:pt x="113" y="50"/>
                    <a:pt x="111" y="50"/>
                  </a:cubicBezTo>
                  <a:cubicBezTo>
                    <a:pt x="107" y="50"/>
                    <a:pt x="102" y="52"/>
                    <a:pt x="97" y="54"/>
                  </a:cubicBezTo>
                  <a:cubicBezTo>
                    <a:pt x="93" y="56"/>
                    <a:pt x="89" y="58"/>
                    <a:pt x="86" y="61"/>
                  </a:cubicBezTo>
                  <a:cubicBezTo>
                    <a:pt x="86" y="61"/>
                    <a:pt x="86" y="61"/>
                    <a:pt x="86" y="61"/>
                  </a:cubicBezTo>
                  <a:cubicBezTo>
                    <a:pt x="86" y="61"/>
                    <a:pt x="86" y="61"/>
                    <a:pt x="85" y="61"/>
                  </a:cubicBezTo>
                  <a:cubicBezTo>
                    <a:pt x="83" y="63"/>
                    <a:pt x="81" y="64"/>
                    <a:pt x="80" y="64"/>
                  </a:cubicBezTo>
                  <a:cubicBezTo>
                    <a:pt x="80" y="64"/>
                    <a:pt x="80" y="64"/>
                    <a:pt x="80" y="64"/>
                  </a:cubicBezTo>
                  <a:cubicBezTo>
                    <a:pt x="79" y="64"/>
                    <a:pt x="79" y="64"/>
                    <a:pt x="79" y="63"/>
                  </a:cubicBezTo>
                  <a:cubicBezTo>
                    <a:pt x="79" y="63"/>
                    <a:pt x="79" y="63"/>
                    <a:pt x="79" y="63"/>
                  </a:cubicBezTo>
                  <a:cubicBezTo>
                    <a:pt x="79" y="63"/>
                    <a:pt x="79" y="62"/>
                    <a:pt x="79" y="62"/>
                  </a:cubicBezTo>
                  <a:cubicBezTo>
                    <a:pt x="80" y="60"/>
                    <a:pt x="80" y="58"/>
                    <a:pt x="82" y="56"/>
                  </a:cubicBezTo>
                  <a:cubicBezTo>
                    <a:pt x="86" y="48"/>
                    <a:pt x="93" y="42"/>
                    <a:pt x="99" y="41"/>
                  </a:cubicBezTo>
                  <a:cubicBezTo>
                    <a:pt x="101" y="41"/>
                    <a:pt x="102" y="41"/>
                    <a:pt x="103" y="41"/>
                  </a:cubicBezTo>
                  <a:cubicBezTo>
                    <a:pt x="103" y="41"/>
                    <a:pt x="104" y="41"/>
                    <a:pt x="104" y="41"/>
                  </a:cubicBezTo>
                  <a:cubicBezTo>
                    <a:pt x="109" y="41"/>
                    <a:pt x="115" y="44"/>
                    <a:pt x="117" y="49"/>
                  </a:cubicBezTo>
                  <a:cubicBezTo>
                    <a:pt x="117" y="49"/>
                    <a:pt x="117" y="49"/>
                    <a:pt x="117" y="49"/>
                  </a:cubicBezTo>
                  <a:cubicBezTo>
                    <a:pt x="118" y="49"/>
                    <a:pt x="118" y="50"/>
                    <a:pt x="118" y="51"/>
                  </a:cubicBezTo>
                  <a:cubicBezTo>
                    <a:pt x="118" y="51"/>
                    <a:pt x="118" y="51"/>
                    <a:pt x="117" y="51"/>
                  </a:cubicBezTo>
                  <a:close/>
                  <a:moveTo>
                    <a:pt x="92" y="36"/>
                  </a:moveTo>
                  <a:cubicBezTo>
                    <a:pt x="92" y="36"/>
                    <a:pt x="92" y="36"/>
                    <a:pt x="92" y="36"/>
                  </a:cubicBezTo>
                  <a:cubicBezTo>
                    <a:pt x="77" y="12"/>
                    <a:pt x="77" y="12"/>
                    <a:pt x="77" y="12"/>
                  </a:cubicBezTo>
                  <a:cubicBezTo>
                    <a:pt x="77" y="12"/>
                    <a:pt x="77" y="12"/>
                    <a:pt x="77" y="12"/>
                  </a:cubicBezTo>
                  <a:cubicBezTo>
                    <a:pt x="76" y="11"/>
                    <a:pt x="76" y="11"/>
                    <a:pt x="75" y="11"/>
                  </a:cubicBezTo>
                  <a:cubicBezTo>
                    <a:pt x="74" y="11"/>
                    <a:pt x="74" y="12"/>
                    <a:pt x="74" y="12"/>
                  </a:cubicBezTo>
                  <a:cubicBezTo>
                    <a:pt x="74" y="13"/>
                    <a:pt x="74" y="13"/>
                    <a:pt x="74" y="13"/>
                  </a:cubicBezTo>
                  <a:cubicBezTo>
                    <a:pt x="74" y="13"/>
                    <a:pt x="74" y="13"/>
                    <a:pt x="74" y="13"/>
                  </a:cubicBezTo>
                  <a:cubicBezTo>
                    <a:pt x="83" y="31"/>
                    <a:pt x="83" y="31"/>
                    <a:pt x="83" y="31"/>
                  </a:cubicBezTo>
                  <a:cubicBezTo>
                    <a:pt x="83" y="32"/>
                    <a:pt x="84" y="34"/>
                    <a:pt x="84" y="35"/>
                  </a:cubicBezTo>
                  <a:cubicBezTo>
                    <a:pt x="84" y="37"/>
                    <a:pt x="83" y="39"/>
                    <a:pt x="82" y="40"/>
                  </a:cubicBezTo>
                  <a:cubicBezTo>
                    <a:pt x="73" y="53"/>
                    <a:pt x="73" y="53"/>
                    <a:pt x="73" y="53"/>
                  </a:cubicBezTo>
                  <a:cubicBezTo>
                    <a:pt x="73" y="54"/>
                    <a:pt x="73" y="54"/>
                    <a:pt x="73" y="54"/>
                  </a:cubicBezTo>
                  <a:cubicBezTo>
                    <a:pt x="72" y="55"/>
                    <a:pt x="71" y="56"/>
                    <a:pt x="70" y="56"/>
                  </a:cubicBezTo>
                  <a:cubicBezTo>
                    <a:pt x="70" y="56"/>
                    <a:pt x="70" y="56"/>
                    <a:pt x="70" y="56"/>
                  </a:cubicBezTo>
                  <a:cubicBezTo>
                    <a:pt x="58" y="56"/>
                    <a:pt x="58" y="56"/>
                    <a:pt x="58" y="56"/>
                  </a:cubicBezTo>
                  <a:cubicBezTo>
                    <a:pt x="58" y="56"/>
                    <a:pt x="58" y="56"/>
                    <a:pt x="58" y="56"/>
                  </a:cubicBezTo>
                  <a:cubicBezTo>
                    <a:pt x="52" y="55"/>
                    <a:pt x="47" y="50"/>
                    <a:pt x="47" y="44"/>
                  </a:cubicBezTo>
                  <a:cubicBezTo>
                    <a:pt x="47" y="38"/>
                    <a:pt x="51" y="34"/>
                    <a:pt x="56" y="32"/>
                  </a:cubicBezTo>
                  <a:cubicBezTo>
                    <a:pt x="56" y="32"/>
                    <a:pt x="56" y="32"/>
                    <a:pt x="56" y="32"/>
                  </a:cubicBezTo>
                  <a:cubicBezTo>
                    <a:pt x="57" y="32"/>
                    <a:pt x="57" y="31"/>
                    <a:pt x="57" y="31"/>
                  </a:cubicBezTo>
                  <a:cubicBezTo>
                    <a:pt x="57" y="30"/>
                    <a:pt x="56" y="29"/>
                    <a:pt x="55" y="29"/>
                  </a:cubicBezTo>
                  <a:cubicBezTo>
                    <a:pt x="55" y="29"/>
                    <a:pt x="55" y="29"/>
                    <a:pt x="55" y="29"/>
                  </a:cubicBezTo>
                  <a:cubicBezTo>
                    <a:pt x="31" y="29"/>
                    <a:pt x="31" y="29"/>
                    <a:pt x="31" y="29"/>
                  </a:cubicBezTo>
                  <a:cubicBezTo>
                    <a:pt x="31" y="29"/>
                    <a:pt x="31" y="29"/>
                    <a:pt x="31" y="29"/>
                  </a:cubicBezTo>
                  <a:cubicBezTo>
                    <a:pt x="31" y="29"/>
                    <a:pt x="31" y="29"/>
                    <a:pt x="31" y="29"/>
                  </a:cubicBezTo>
                  <a:cubicBezTo>
                    <a:pt x="30" y="29"/>
                    <a:pt x="28" y="29"/>
                    <a:pt x="27" y="30"/>
                  </a:cubicBezTo>
                  <a:cubicBezTo>
                    <a:pt x="26" y="30"/>
                    <a:pt x="25" y="30"/>
                    <a:pt x="25" y="30"/>
                  </a:cubicBezTo>
                  <a:cubicBezTo>
                    <a:pt x="21" y="31"/>
                    <a:pt x="18" y="33"/>
                    <a:pt x="14" y="36"/>
                  </a:cubicBezTo>
                  <a:cubicBezTo>
                    <a:pt x="9" y="36"/>
                    <a:pt x="9" y="36"/>
                    <a:pt x="9" y="36"/>
                  </a:cubicBezTo>
                  <a:cubicBezTo>
                    <a:pt x="9" y="36"/>
                    <a:pt x="8" y="36"/>
                    <a:pt x="8" y="37"/>
                  </a:cubicBezTo>
                  <a:cubicBezTo>
                    <a:pt x="7" y="38"/>
                    <a:pt x="7" y="38"/>
                    <a:pt x="7" y="38"/>
                  </a:cubicBezTo>
                  <a:cubicBezTo>
                    <a:pt x="6" y="38"/>
                    <a:pt x="6" y="38"/>
                    <a:pt x="6" y="38"/>
                  </a:cubicBezTo>
                  <a:cubicBezTo>
                    <a:pt x="6" y="38"/>
                    <a:pt x="5" y="39"/>
                    <a:pt x="5" y="39"/>
                  </a:cubicBezTo>
                  <a:cubicBezTo>
                    <a:pt x="5" y="42"/>
                    <a:pt x="5" y="42"/>
                    <a:pt x="5" y="42"/>
                  </a:cubicBezTo>
                  <a:cubicBezTo>
                    <a:pt x="5" y="42"/>
                    <a:pt x="6" y="43"/>
                    <a:pt x="6" y="43"/>
                  </a:cubicBezTo>
                  <a:cubicBezTo>
                    <a:pt x="8" y="43"/>
                    <a:pt x="8" y="43"/>
                    <a:pt x="8" y="43"/>
                  </a:cubicBezTo>
                  <a:cubicBezTo>
                    <a:pt x="4" y="48"/>
                    <a:pt x="1" y="54"/>
                    <a:pt x="0" y="59"/>
                  </a:cubicBezTo>
                  <a:cubicBezTo>
                    <a:pt x="0" y="60"/>
                    <a:pt x="0" y="60"/>
                    <a:pt x="0" y="60"/>
                  </a:cubicBezTo>
                  <a:cubicBezTo>
                    <a:pt x="0" y="61"/>
                    <a:pt x="0" y="61"/>
                    <a:pt x="0" y="61"/>
                  </a:cubicBezTo>
                  <a:cubicBezTo>
                    <a:pt x="0" y="61"/>
                    <a:pt x="0" y="61"/>
                    <a:pt x="1" y="61"/>
                  </a:cubicBezTo>
                  <a:cubicBezTo>
                    <a:pt x="6" y="61"/>
                    <a:pt x="6" y="61"/>
                    <a:pt x="6" y="61"/>
                  </a:cubicBezTo>
                  <a:cubicBezTo>
                    <a:pt x="7" y="70"/>
                    <a:pt x="14" y="77"/>
                    <a:pt x="22" y="77"/>
                  </a:cubicBezTo>
                  <a:cubicBezTo>
                    <a:pt x="31" y="77"/>
                    <a:pt x="37" y="70"/>
                    <a:pt x="38" y="62"/>
                  </a:cubicBezTo>
                  <a:cubicBezTo>
                    <a:pt x="38" y="62"/>
                    <a:pt x="38" y="62"/>
                    <a:pt x="38" y="62"/>
                  </a:cubicBezTo>
                  <a:cubicBezTo>
                    <a:pt x="58" y="62"/>
                    <a:pt x="58" y="62"/>
                    <a:pt x="58" y="62"/>
                  </a:cubicBezTo>
                  <a:cubicBezTo>
                    <a:pt x="68" y="62"/>
                    <a:pt x="68" y="62"/>
                    <a:pt x="68" y="62"/>
                  </a:cubicBezTo>
                  <a:cubicBezTo>
                    <a:pt x="72" y="62"/>
                    <a:pt x="72" y="62"/>
                    <a:pt x="72" y="62"/>
                  </a:cubicBezTo>
                  <a:cubicBezTo>
                    <a:pt x="74" y="62"/>
                    <a:pt x="75" y="62"/>
                    <a:pt x="75" y="61"/>
                  </a:cubicBezTo>
                  <a:cubicBezTo>
                    <a:pt x="76" y="60"/>
                    <a:pt x="76" y="60"/>
                    <a:pt x="76" y="60"/>
                  </a:cubicBezTo>
                  <a:cubicBezTo>
                    <a:pt x="76" y="60"/>
                    <a:pt x="76" y="60"/>
                    <a:pt x="76" y="60"/>
                  </a:cubicBezTo>
                  <a:cubicBezTo>
                    <a:pt x="76" y="60"/>
                    <a:pt x="78" y="56"/>
                    <a:pt x="80" y="52"/>
                  </a:cubicBezTo>
                  <a:cubicBezTo>
                    <a:pt x="82" y="49"/>
                    <a:pt x="85" y="46"/>
                    <a:pt x="85" y="46"/>
                  </a:cubicBezTo>
                  <a:cubicBezTo>
                    <a:pt x="87" y="44"/>
                    <a:pt x="89" y="42"/>
                    <a:pt x="91" y="41"/>
                  </a:cubicBezTo>
                  <a:cubicBezTo>
                    <a:pt x="91" y="41"/>
                    <a:pt x="91" y="41"/>
                    <a:pt x="91" y="41"/>
                  </a:cubicBezTo>
                  <a:cubicBezTo>
                    <a:pt x="92" y="40"/>
                    <a:pt x="92" y="39"/>
                    <a:pt x="93" y="38"/>
                  </a:cubicBezTo>
                  <a:cubicBezTo>
                    <a:pt x="93" y="38"/>
                    <a:pt x="93" y="38"/>
                    <a:pt x="93" y="38"/>
                  </a:cubicBezTo>
                  <a:cubicBezTo>
                    <a:pt x="93" y="38"/>
                    <a:pt x="93" y="38"/>
                    <a:pt x="93" y="38"/>
                  </a:cubicBezTo>
                  <a:cubicBezTo>
                    <a:pt x="93" y="37"/>
                    <a:pt x="93" y="37"/>
                    <a:pt x="92" y="36"/>
                  </a:cubicBezTo>
                  <a:close/>
                  <a:moveTo>
                    <a:pt x="29" y="62"/>
                  </a:moveTo>
                  <a:cubicBezTo>
                    <a:pt x="28" y="65"/>
                    <a:pt x="25" y="67"/>
                    <a:pt x="22" y="67"/>
                  </a:cubicBezTo>
                  <a:cubicBezTo>
                    <a:pt x="19" y="67"/>
                    <a:pt x="17" y="65"/>
                    <a:pt x="16" y="62"/>
                  </a:cubicBezTo>
                  <a:lnTo>
                    <a:pt x="29" y="62"/>
                  </a:lnTo>
                  <a:close/>
                  <a:moveTo>
                    <a:pt x="22" y="71"/>
                  </a:moveTo>
                  <a:cubicBezTo>
                    <a:pt x="17" y="71"/>
                    <a:pt x="13" y="67"/>
                    <a:pt x="12" y="62"/>
                  </a:cubicBezTo>
                  <a:cubicBezTo>
                    <a:pt x="15" y="62"/>
                    <a:pt x="15" y="62"/>
                    <a:pt x="15" y="62"/>
                  </a:cubicBezTo>
                  <a:cubicBezTo>
                    <a:pt x="15" y="66"/>
                    <a:pt x="19" y="69"/>
                    <a:pt x="22" y="69"/>
                  </a:cubicBezTo>
                  <a:cubicBezTo>
                    <a:pt x="26" y="69"/>
                    <a:pt x="29" y="66"/>
                    <a:pt x="30" y="62"/>
                  </a:cubicBezTo>
                  <a:cubicBezTo>
                    <a:pt x="33" y="62"/>
                    <a:pt x="33" y="62"/>
                    <a:pt x="33" y="62"/>
                  </a:cubicBezTo>
                  <a:cubicBezTo>
                    <a:pt x="32" y="67"/>
                    <a:pt x="27" y="71"/>
                    <a:pt x="22" y="71"/>
                  </a:cubicBezTo>
                  <a:close/>
                </a:path>
              </a:pathLst>
            </a:custGeom>
            <a:solidFill>
              <a:schemeClr val="accent1"/>
            </a:solidFill>
            <a:ln w="9525">
              <a:solidFill>
                <a:schemeClr val="accent1"/>
              </a:solidFill>
              <a:round/>
              <a:headEnd/>
              <a:tailEnd/>
            </a:ln>
          </p:spPr>
          <p:txBody>
            <a:bodyPr vert="horz" wrap="square" lIns="74295" tIns="37148" rIns="74295" bIns="37148" numCol="1" anchor="t" anchorCtr="0" compatLnSpc="1">
              <a:prstTxWarp prst="textNoShape">
                <a:avLst/>
              </a:prstTxWarp>
            </a:bodyPr>
            <a:lstStyle/>
            <a:p>
              <a:endParaRPr lang="en-GB" sz="1463" dirty="0">
                <a:latin typeface="Aptos" panose="020B0004020202020204" pitchFamily="34" charset="0"/>
              </a:endParaRPr>
            </a:p>
          </p:txBody>
        </p:sp>
        <p:sp>
          <p:nvSpPr>
            <p:cNvPr id="60" name="Freeform 59"/>
            <p:cNvSpPr>
              <a:spLocks noChangeAspect="1" noEditPoints="1"/>
            </p:cNvSpPr>
            <p:nvPr/>
          </p:nvSpPr>
          <p:spPr bwMode="auto">
            <a:xfrm>
              <a:off x="6790623" y="3704459"/>
              <a:ext cx="294057" cy="296932"/>
            </a:xfrm>
            <a:custGeom>
              <a:avLst/>
              <a:gdLst/>
              <a:ahLst/>
              <a:cxnLst>
                <a:cxn ang="0">
                  <a:pos x="86" y="24"/>
                </a:cxn>
                <a:cxn ang="0">
                  <a:pos x="53" y="24"/>
                </a:cxn>
                <a:cxn ang="0">
                  <a:pos x="50" y="21"/>
                </a:cxn>
                <a:cxn ang="0">
                  <a:pos x="61" y="3"/>
                </a:cxn>
                <a:cxn ang="0">
                  <a:pos x="60" y="1"/>
                </a:cxn>
                <a:cxn ang="0">
                  <a:pos x="57" y="1"/>
                </a:cxn>
                <a:cxn ang="0">
                  <a:pos x="46" y="20"/>
                </a:cxn>
                <a:cxn ang="0">
                  <a:pos x="43" y="19"/>
                </a:cxn>
                <a:cxn ang="0">
                  <a:pos x="39" y="20"/>
                </a:cxn>
                <a:cxn ang="0">
                  <a:pos x="28" y="1"/>
                </a:cxn>
                <a:cxn ang="0">
                  <a:pos x="26" y="1"/>
                </a:cxn>
                <a:cxn ang="0">
                  <a:pos x="25" y="3"/>
                </a:cxn>
                <a:cxn ang="0">
                  <a:pos x="35" y="21"/>
                </a:cxn>
                <a:cxn ang="0">
                  <a:pos x="32" y="24"/>
                </a:cxn>
                <a:cxn ang="0">
                  <a:pos x="17" y="24"/>
                </a:cxn>
                <a:cxn ang="0">
                  <a:pos x="1" y="36"/>
                </a:cxn>
                <a:cxn ang="0">
                  <a:pos x="1" y="90"/>
                </a:cxn>
                <a:cxn ang="0">
                  <a:pos x="17" y="100"/>
                </a:cxn>
                <a:cxn ang="0">
                  <a:pos x="83" y="100"/>
                </a:cxn>
                <a:cxn ang="0">
                  <a:pos x="99" y="90"/>
                </a:cxn>
                <a:cxn ang="0">
                  <a:pos x="99" y="36"/>
                </a:cxn>
                <a:cxn ang="0">
                  <a:pos x="86" y="24"/>
                </a:cxn>
                <a:cxn ang="0">
                  <a:pos x="72" y="82"/>
                </a:cxn>
                <a:cxn ang="0">
                  <a:pos x="62" y="90"/>
                </a:cxn>
                <a:cxn ang="0">
                  <a:pos x="21" y="90"/>
                </a:cxn>
                <a:cxn ang="0">
                  <a:pos x="11" y="82"/>
                </a:cxn>
                <a:cxn ang="0">
                  <a:pos x="11" y="42"/>
                </a:cxn>
                <a:cxn ang="0">
                  <a:pos x="21" y="33"/>
                </a:cxn>
                <a:cxn ang="0">
                  <a:pos x="64" y="33"/>
                </a:cxn>
                <a:cxn ang="0">
                  <a:pos x="72" y="42"/>
                </a:cxn>
                <a:cxn ang="0">
                  <a:pos x="72" y="82"/>
                </a:cxn>
                <a:cxn ang="0">
                  <a:pos x="84" y="82"/>
                </a:cxn>
                <a:cxn ang="0">
                  <a:pos x="78" y="76"/>
                </a:cxn>
                <a:cxn ang="0">
                  <a:pos x="84" y="70"/>
                </a:cxn>
                <a:cxn ang="0">
                  <a:pos x="90" y="76"/>
                </a:cxn>
                <a:cxn ang="0">
                  <a:pos x="84" y="82"/>
                </a:cxn>
                <a:cxn ang="0">
                  <a:pos x="84" y="59"/>
                </a:cxn>
                <a:cxn ang="0">
                  <a:pos x="78" y="53"/>
                </a:cxn>
                <a:cxn ang="0">
                  <a:pos x="84" y="47"/>
                </a:cxn>
                <a:cxn ang="0">
                  <a:pos x="90" y="53"/>
                </a:cxn>
                <a:cxn ang="0">
                  <a:pos x="84" y="59"/>
                </a:cxn>
              </a:cxnLst>
              <a:rect l="0" t="0" r="r" b="b"/>
              <a:pathLst>
                <a:path w="100" h="101">
                  <a:moveTo>
                    <a:pt x="86" y="24"/>
                  </a:moveTo>
                  <a:cubicBezTo>
                    <a:pt x="53" y="24"/>
                    <a:pt x="53" y="24"/>
                    <a:pt x="53" y="24"/>
                  </a:cubicBezTo>
                  <a:cubicBezTo>
                    <a:pt x="53" y="23"/>
                    <a:pt x="52" y="22"/>
                    <a:pt x="50" y="21"/>
                  </a:cubicBezTo>
                  <a:cubicBezTo>
                    <a:pt x="61" y="3"/>
                    <a:pt x="61" y="3"/>
                    <a:pt x="61" y="3"/>
                  </a:cubicBezTo>
                  <a:cubicBezTo>
                    <a:pt x="61" y="2"/>
                    <a:pt x="60" y="1"/>
                    <a:pt x="60" y="1"/>
                  </a:cubicBezTo>
                  <a:cubicBezTo>
                    <a:pt x="59" y="0"/>
                    <a:pt x="57" y="0"/>
                    <a:pt x="57" y="1"/>
                  </a:cubicBezTo>
                  <a:cubicBezTo>
                    <a:pt x="46" y="20"/>
                    <a:pt x="46" y="20"/>
                    <a:pt x="46" y="20"/>
                  </a:cubicBezTo>
                  <a:cubicBezTo>
                    <a:pt x="45" y="19"/>
                    <a:pt x="44" y="19"/>
                    <a:pt x="43" y="19"/>
                  </a:cubicBezTo>
                  <a:cubicBezTo>
                    <a:pt x="41" y="19"/>
                    <a:pt x="40" y="20"/>
                    <a:pt x="39" y="20"/>
                  </a:cubicBezTo>
                  <a:cubicBezTo>
                    <a:pt x="28" y="1"/>
                    <a:pt x="28" y="1"/>
                    <a:pt x="28" y="1"/>
                  </a:cubicBezTo>
                  <a:cubicBezTo>
                    <a:pt x="28" y="0"/>
                    <a:pt x="27" y="0"/>
                    <a:pt x="26" y="1"/>
                  </a:cubicBezTo>
                  <a:cubicBezTo>
                    <a:pt x="25" y="1"/>
                    <a:pt x="24" y="2"/>
                    <a:pt x="25" y="3"/>
                  </a:cubicBezTo>
                  <a:cubicBezTo>
                    <a:pt x="35" y="21"/>
                    <a:pt x="35" y="21"/>
                    <a:pt x="35" y="21"/>
                  </a:cubicBezTo>
                  <a:cubicBezTo>
                    <a:pt x="33" y="22"/>
                    <a:pt x="32" y="23"/>
                    <a:pt x="32" y="24"/>
                  </a:cubicBezTo>
                  <a:cubicBezTo>
                    <a:pt x="17" y="24"/>
                    <a:pt x="17" y="24"/>
                    <a:pt x="17" y="24"/>
                  </a:cubicBezTo>
                  <a:cubicBezTo>
                    <a:pt x="0" y="23"/>
                    <a:pt x="1" y="36"/>
                    <a:pt x="1" y="36"/>
                  </a:cubicBezTo>
                  <a:cubicBezTo>
                    <a:pt x="1" y="90"/>
                    <a:pt x="1" y="90"/>
                    <a:pt x="1" y="90"/>
                  </a:cubicBezTo>
                  <a:cubicBezTo>
                    <a:pt x="2" y="101"/>
                    <a:pt x="17" y="100"/>
                    <a:pt x="17" y="100"/>
                  </a:cubicBezTo>
                  <a:cubicBezTo>
                    <a:pt x="83" y="100"/>
                    <a:pt x="83" y="100"/>
                    <a:pt x="83" y="100"/>
                  </a:cubicBezTo>
                  <a:cubicBezTo>
                    <a:pt x="83" y="100"/>
                    <a:pt x="98" y="101"/>
                    <a:pt x="99" y="90"/>
                  </a:cubicBezTo>
                  <a:cubicBezTo>
                    <a:pt x="99" y="36"/>
                    <a:pt x="99" y="36"/>
                    <a:pt x="99" y="36"/>
                  </a:cubicBezTo>
                  <a:cubicBezTo>
                    <a:pt x="99" y="36"/>
                    <a:pt x="100" y="25"/>
                    <a:pt x="86" y="24"/>
                  </a:cubicBezTo>
                  <a:close/>
                  <a:moveTo>
                    <a:pt x="72" y="82"/>
                  </a:moveTo>
                  <a:cubicBezTo>
                    <a:pt x="71" y="90"/>
                    <a:pt x="62" y="90"/>
                    <a:pt x="62" y="90"/>
                  </a:cubicBezTo>
                  <a:cubicBezTo>
                    <a:pt x="21" y="90"/>
                    <a:pt x="21" y="90"/>
                    <a:pt x="21" y="90"/>
                  </a:cubicBezTo>
                  <a:cubicBezTo>
                    <a:pt x="21" y="90"/>
                    <a:pt x="12" y="90"/>
                    <a:pt x="11" y="82"/>
                  </a:cubicBezTo>
                  <a:cubicBezTo>
                    <a:pt x="11" y="42"/>
                    <a:pt x="11" y="42"/>
                    <a:pt x="11" y="42"/>
                  </a:cubicBezTo>
                  <a:cubicBezTo>
                    <a:pt x="11" y="42"/>
                    <a:pt x="10" y="33"/>
                    <a:pt x="21" y="33"/>
                  </a:cubicBezTo>
                  <a:cubicBezTo>
                    <a:pt x="64" y="33"/>
                    <a:pt x="64" y="33"/>
                    <a:pt x="64" y="33"/>
                  </a:cubicBezTo>
                  <a:cubicBezTo>
                    <a:pt x="73" y="34"/>
                    <a:pt x="72" y="42"/>
                    <a:pt x="72" y="42"/>
                  </a:cubicBezTo>
                  <a:lnTo>
                    <a:pt x="72" y="82"/>
                  </a:lnTo>
                  <a:close/>
                  <a:moveTo>
                    <a:pt x="84" y="82"/>
                  </a:moveTo>
                  <a:cubicBezTo>
                    <a:pt x="81" y="82"/>
                    <a:pt x="78" y="80"/>
                    <a:pt x="78" y="76"/>
                  </a:cubicBezTo>
                  <a:cubicBezTo>
                    <a:pt x="78" y="73"/>
                    <a:pt x="81" y="70"/>
                    <a:pt x="84" y="70"/>
                  </a:cubicBezTo>
                  <a:cubicBezTo>
                    <a:pt x="88" y="70"/>
                    <a:pt x="90" y="73"/>
                    <a:pt x="90" y="76"/>
                  </a:cubicBezTo>
                  <a:cubicBezTo>
                    <a:pt x="90" y="80"/>
                    <a:pt x="88" y="82"/>
                    <a:pt x="84" y="82"/>
                  </a:cubicBezTo>
                  <a:close/>
                  <a:moveTo>
                    <a:pt x="84" y="59"/>
                  </a:moveTo>
                  <a:cubicBezTo>
                    <a:pt x="81" y="59"/>
                    <a:pt x="78" y="57"/>
                    <a:pt x="78" y="53"/>
                  </a:cubicBezTo>
                  <a:cubicBezTo>
                    <a:pt x="78" y="50"/>
                    <a:pt x="81" y="47"/>
                    <a:pt x="84" y="47"/>
                  </a:cubicBezTo>
                  <a:cubicBezTo>
                    <a:pt x="88" y="47"/>
                    <a:pt x="90" y="50"/>
                    <a:pt x="90" y="53"/>
                  </a:cubicBezTo>
                  <a:cubicBezTo>
                    <a:pt x="90" y="57"/>
                    <a:pt x="88" y="59"/>
                    <a:pt x="84" y="59"/>
                  </a:cubicBezTo>
                  <a:close/>
                </a:path>
              </a:pathLst>
            </a:custGeom>
            <a:solidFill>
              <a:schemeClr val="accent1"/>
            </a:solidFill>
            <a:ln w="9525">
              <a:solidFill>
                <a:schemeClr val="accent1"/>
              </a:solidFill>
              <a:round/>
              <a:headEnd/>
              <a:tailEnd/>
            </a:ln>
          </p:spPr>
          <p:txBody>
            <a:bodyPr vert="horz" wrap="square" lIns="74295" tIns="37148" rIns="74295" bIns="37148" numCol="1" anchor="t" anchorCtr="0" compatLnSpc="1">
              <a:prstTxWarp prst="textNoShape">
                <a:avLst/>
              </a:prstTxWarp>
            </a:bodyPr>
            <a:lstStyle/>
            <a:p>
              <a:endParaRPr lang="en-GB" sz="1463" dirty="0">
                <a:latin typeface="Aptos" panose="020B0004020202020204" pitchFamily="34" charset="0"/>
              </a:endParaRPr>
            </a:p>
          </p:txBody>
        </p:sp>
        <p:sp>
          <p:nvSpPr>
            <p:cNvPr id="61" name="Freeform 39"/>
            <p:cNvSpPr>
              <a:spLocks noChangeAspect="1"/>
            </p:cNvSpPr>
            <p:nvPr/>
          </p:nvSpPr>
          <p:spPr bwMode="auto">
            <a:xfrm>
              <a:off x="8430772" y="3761328"/>
              <a:ext cx="395987" cy="183197"/>
            </a:xfrm>
            <a:custGeom>
              <a:avLst/>
              <a:gdLst/>
              <a:ahLst/>
              <a:cxnLst>
                <a:cxn ang="0">
                  <a:pos x="117" y="19"/>
                </a:cxn>
                <a:cxn ang="0">
                  <a:pos x="62" y="0"/>
                </a:cxn>
                <a:cxn ang="0">
                  <a:pos x="57" y="0"/>
                </a:cxn>
                <a:cxn ang="0">
                  <a:pos x="1" y="20"/>
                </a:cxn>
                <a:cxn ang="0">
                  <a:pos x="1" y="21"/>
                </a:cxn>
                <a:cxn ang="0">
                  <a:pos x="24" y="29"/>
                </a:cxn>
                <a:cxn ang="0">
                  <a:pos x="24" y="46"/>
                </a:cxn>
                <a:cxn ang="0">
                  <a:pos x="42" y="46"/>
                </a:cxn>
                <a:cxn ang="0">
                  <a:pos x="58" y="54"/>
                </a:cxn>
                <a:cxn ang="0">
                  <a:pos x="59" y="54"/>
                </a:cxn>
                <a:cxn ang="0">
                  <a:pos x="75" y="46"/>
                </a:cxn>
                <a:cxn ang="0">
                  <a:pos x="92" y="45"/>
                </a:cxn>
                <a:cxn ang="0">
                  <a:pos x="92" y="30"/>
                </a:cxn>
                <a:cxn ang="0">
                  <a:pos x="101" y="26"/>
                </a:cxn>
                <a:cxn ang="0">
                  <a:pos x="101" y="30"/>
                </a:cxn>
                <a:cxn ang="0">
                  <a:pos x="99" y="33"/>
                </a:cxn>
                <a:cxn ang="0">
                  <a:pos x="100" y="36"/>
                </a:cxn>
                <a:cxn ang="0">
                  <a:pos x="98" y="52"/>
                </a:cxn>
                <a:cxn ang="0">
                  <a:pos x="107" y="52"/>
                </a:cxn>
                <a:cxn ang="0">
                  <a:pos x="105" y="36"/>
                </a:cxn>
                <a:cxn ang="0">
                  <a:pos x="106" y="33"/>
                </a:cxn>
                <a:cxn ang="0">
                  <a:pos x="104" y="30"/>
                </a:cxn>
                <a:cxn ang="0">
                  <a:pos x="104" y="25"/>
                </a:cxn>
                <a:cxn ang="0">
                  <a:pos x="117" y="21"/>
                </a:cxn>
                <a:cxn ang="0">
                  <a:pos x="117" y="19"/>
                </a:cxn>
              </a:cxnLst>
              <a:rect l="0" t="0" r="r" b="b"/>
              <a:pathLst>
                <a:path w="118" h="54">
                  <a:moveTo>
                    <a:pt x="117" y="19"/>
                  </a:moveTo>
                  <a:cubicBezTo>
                    <a:pt x="62" y="0"/>
                    <a:pt x="62" y="0"/>
                    <a:pt x="62" y="0"/>
                  </a:cubicBezTo>
                  <a:cubicBezTo>
                    <a:pt x="60" y="0"/>
                    <a:pt x="58" y="0"/>
                    <a:pt x="57" y="0"/>
                  </a:cubicBezTo>
                  <a:cubicBezTo>
                    <a:pt x="1" y="20"/>
                    <a:pt x="1" y="20"/>
                    <a:pt x="1" y="20"/>
                  </a:cubicBezTo>
                  <a:cubicBezTo>
                    <a:pt x="0" y="20"/>
                    <a:pt x="0" y="21"/>
                    <a:pt x="1" y="21"/>
                  </a:cubicBezTo>
                  <a:cubicBezTo>
                    <a:pt x="24" y="29"/>
                    <a:pt x="24" y="29"/>
                    <a:pt x="24" y="29"/>
                  </a:cubicBezTo>
                  <a:cubicBezTo>
                    <a:pt x="24" y="46"/>
                    <a:pt x="24" y="46"/>
                    <a:pt x="24" y="46"/>
                  </a:cubicBezTo>
                  <a:cubicBezTo>
                    <a:pt x="27" y="44"/>
                    <a:pt x="34" y="44"/>
                    <a:pt x="42" y="46"/>
                  </a:cubicBezTo>
                  <a:cubicBezTo>
                    <a:pt x="49" y="48"/>
                    <a:pt x="55" y="51"/>
                    <a:pt x="58" y="54"/>
                  </a:cubicBezTo>
                  <a:cubicBezTo>
                    <a:pt x="58" y="54"/>
                    <a:pt x="59" y="54"/>
                    <a:pt x="59" y="54"/>
                  </a:cubicBezTo>
                  <a:cubicBezTo>
                    <a:pt x="62" y="51"/>
                    <a:pt x="68" y="48"/>
                    <a:pt x="75" y="46"/>
                  </a:cubicBezTo>
                  <a:cubicBezTo>
                    <a:pt x="81" y="44"/>
                    <a:pt x="88" y="44"/>
                    <a:pt x="92" y="45"/>
                  </a:cubicBezTo>
                  <a:cubicBezTo>
                    <a:pt x="92" y="30"/>
                    <a:pt x="92" y="30"/>
                    <a:pt x="92" y="30"/>
                  </a:cubicBezTo>
                  <a:cubicBezTo>
                    <a:pt x="101" y="26"/>
                    <a:pt x="101" y="26"/>
                    <a:pt x="101" y="26"/>
                  </a:cubicBezTo>
                  <a:cubicBezTo>
                    <a:pt x="101" y="30"/>
                    <a:pt x="101" y="30"/>
                    <a:pt x="101" y="30"/>
                  </a:cubicBezTo>
                  <a:cubicBezTo>
                    <a:pt x="100" y="31"/>
                    <a:pt x="99" y="32"/>
                    <a:pt x="99" y="33"/>
                  </a:cubicBezTo>
                  <a:cubicBezTo>
                    <a:pt x="99" y="34"/>
                    <a:pt x="100" y="35"/>
                    <a:pt x="100" y="36"/>
                  </a:cubicBezTo>
                  <a:cubicBezTo>
                    <a:pt x="98" y="52"/>
                    <a:pt x="98" y="52"/>
                    <a:pt x="98" y="52"/>
                  </a:cubicBezTo>
                  <a:cubicBezTo>
                    <a:pt x="107" y="52"/>
                    <a:pt x="107" y="52"/>
                    <a:pt x="107" y="52"/>
                  </a:cubicBezTo>
                  <a:cubicBezTo>
                    <a:pt x="105" y="36"/>
                    <a:pt x="105" y="36"/>
                    <a:pt x="105" y="36"/>
                  </a:cubicBezTo>
                  <a:cubicBezTo>
                    <a:pt x="105" y="35"/>
                    <a:pt x="106" y="34"/>
                    <a:pt x="106" y="33"/>
                  </a:cubicBezTo>
                  <a:cubicBezTo>
                    <a:pt x="106" y="32"/>
                    <a:pt x="105" y="31"/>
                    <a:pt x="104" y="30"/>
                  </a:cubicBezTo>
                  <a:cubicBezTo>
                    <a:pt x="104" y="25"/>
                    <a:pt x="104" y="25"/>
                    <a:pt x="104" y="25"/>
                  </a:cubicBezTo>
                  <a:cubicBezTo>
                    <a:pt x="117" y="21"/>
                    <a:pt x="117" y="21"/>
                    <a:pt x="117" y="21"/>
                  </a:cubicBezTo>
                  <a:cubicBezTo>
                    <a:pt x="118" y="20"/>
                    <a:pt x="118" y="20"/>
                    <a:pt x="117" y="19"/>
                  </a:cubicBezTo>
                  <a:close/>
                </a:path>
              </a:pathLst>
            </a:custGeom>
            <a:solidFill>
              <a:schemeClr val="accent1"/>
            </a:solidFill>
            <a:ln w="9525">
              <a:solidFill>
                <a:schemeClr val="accent1"/>
              </a:solidFill>
              <a:round/>
              <a:headEnd/>
              <a:tailEnd/>
            </a:ln>
          </p:spPr>
          <p:txBody>
            <a:bodyPr vert="horz" wrap="square" lIns="74295" tIns="37148" rIns="74295" bIns="37148" numCol="1" anchor="t" anchorCtr="0" compatLnSpc="1">
              <a:prstTxWarp prst="textNoShape">
                <a:avLst/>
              </a:prstTxWarp>
            </a:bodyPr>
            <a:lstStyle/>
            <a:p>
              <a:endParaRPr lang="en-GB" sz="1463" dirty="0">
                <a:latin typeface="Aptos" panose="020B0004020202020204" pitchFamily="34" charset="0"/>
              </a:endParaRPr>
            </a:p>
          </p:txBody>
        </p:sp>
      </p:grpSp>
    </p:spTree>
    <p:extLst>
      <p:ext uri="{BB962C8B-B14F-4D97-AF65-F5344CB8AC3E}">
        <p14:creationId xmlns:p14="http://schemas.microsoft.com/office/powerpoint/2010/main" val="805331678"/>
      </p:ext>
    </p:extLst>
  </p:cSld>
  <p:clrMapOvr>
    <a:masterClrMapping/>
  </p:clrMapOvr>
  <p:transition>
    <p:fade/>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0465" name="Title 1"/>
          <p:cNvSpPr>
            <a:spLocks noGrp="1"/>
          </p:cNvSpPr>
          <p:nvPr>
            <p:ph type="title"/>
          </p:nvPr>
        </p:nvSpPr>
        <p:spPr/>
        <p:txBody>
          <a:bodyPr/>
          <a:lstStyle/>
          <a:p>
            <a:r>
              <a:rPr lang="en-US" altLang="de-DE" dirty="0"/>
              <a:t>Timelines</a:t>
            </a:r>
            <a:endParaRPr lang="en-US" dirty="0"/>
          </a:p>
        </p:txBody>
      </p:sp>
      <p:sp>
        <p:nvSpPr>
          <p:cNvPr id="830467" name="Text Box 3"/>
          <p:cNvSpPr txBox="1">
            <a:spLocks noChangeArrowheads="1"/>
          </p:cNvSpPr>
          <p:nvPr/>
        </p:nvSpPr>
        <p:spPr bwMode="auto">
          <a:xfrm>
            <a:off x="639446" y="224028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468" name="Text Box 4"/>
          <p:cNvSpPr txBox="1">
            <a:spLocks noChangeArrowheads="1"/>
          </p:cNvSpPr>
          <p:nvPr/>
        </p:nvSpPr>
        <p:spPr bwMode="auto">
          <a:xfrm>
            <a:off x="1417290" y="224028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469" name="Text Box 5"/>
          <p:cNvSpPr txBox="1">
            <a:spLocks noChangeArrowheads="1"/>
          </p:cNvSpPr>
          <p:nvPr/>
        </p:nvSpPr>
        <p:spPr bwMode="auto">
          <a:xfrm>
            <a:off x="2195132" y="224028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470" name="Text Box 6"/>
          <p:cNvSpPr txBox="1">
            <a:spLocks noChangeArrowheads="1"/>
          </p:cNvSpPr>
          <p:nvPr/>
        </p:nvSpPr>
        <p:spPr bwMode="auto">
          <a:xfrm>
            <a:off x="2972974" y="224028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471" name="Text Box 7"/>
          <p:cNvSpPr txBox="1">
            <a:spLocks noChangeArrowheads="1"/>
          </p:cNvSpPr>
          <p:nvPr/>
        </p:nvSpPr>
        <p:spPr bwMode="auto">
          <a:xfrm>
            <a:off x="3750816" y="224028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472" name="Text Box 8"/>
          <p:cNvSpPr txBox="1">
            <a:spLocks noChangeArrowheads="1"/>
          </p:cNvSpPr>
          <p:nvPr/>
        </p:nvSpPr>
        <p:spPr bwMode="auto">
          <a:xfrm>
            <a:off x="4528658" y="224028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473" name="Text Box 9"/>
          <p:cNvSpPr txBox="1">
            <a:spLocks noChangeArrowheads="1"/>
          </p:cNvSpPr>
          <p:nvPr/>
        </p:nvSpPr>
        <p:spPr bwMode="auto">
          <a:xfrm>
            <a:off x="5306499" y="224028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474" name="Text Box 10"/>
          <p:cNvSpPr txBox="1">
            <a:spLocks noChangeArrowheads="1"/>
          </p:cNvSpPr>
          <p:nvPr/>
        </p:nvSpPr>
        <p:spPr bwMode="auto">
          <a:xfrm>
            <a:off x="6084341" y="224028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475" name="Text Box 11"/>
          <p:cNvSpPr txBox="1">
            <a:spLocks noChangeArrowheads="1"/>
          </p:cNvSpPr>
          <p:nvPr/>
        </p:nvSpPr>
        <p:spPr bwMode="auto">
          <a:xfrm>
            <a:off x="6862183" y="224028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476" name="Text Box 12"/>
          <p:cNvSpPr txBox="1">
            <a:spLocks noChangeArrowheads="1"/>
          </p:cNvSpPr>
          <p:nvPr/>
        </p:nvSpPr>
        <p:spPr bwMode="auto">
          <a:xfrm>
            <a:off x="7640025" y="224028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477" name="Text Box 13"/>
          <p:cNvSpPr txBox="1">
            <a:spLocks noChangeArrowheads="1"/>
          </p:cNvSpPr>
          <p:nvPr/>
        </p:nvSpPr>
        <p:spPr bwMode="auto">
          <a:xfrm>
            <a:off x="8417871" y="224028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16" name="Freeform 14"/>
          <p:cNvSpPr>
            <a:spLocks/>
          </p:cNvSpPr>
          <p:nvPr/>
        </p:nvSpPr>
        <p:spPr bwMode="auto">
          <a:xfrm>
            <a:off x="639445" y="2473893"/>
            <a:ext cx="8558950" cy="117375"/>
          </a:xfrm>
          <a:custGeom>
            <a:avLst/>
            <a:gdLst>
              <a:gd name="T0" fmla="*/ 0 w 4490"/>
              <a:gd name="T1" fmla="*/ 2147483647 h 91"/>
              <a:gd name="T2" fmla="*/ 0 w 4490"/>
              <a:gd name="T3" fmla="*/ 0 h 91"/>
              <a:gd name="T4" fmla="*/ 2147483647 w 4490"/>
              <a:gd name="T5" fmla="*/ 0 h 91"/>
              <a:gd name="T6" fmla="*/ 2147483647 w 4490"/>
              <a:gd name="T7" fmla="*/ 2147483647 h 91"/>
              <a:gd name="T8" fmla="*/ 0 60000 65536"/>
              <a:gd name="T9" fmla="*/ 0 60000 65536"/>
              <a:gd name="T10" fmla="*/ 0 60000 65536"/>
              <a:gd name="T11" fmla="*/ 0 60000 65536"/>
              <a:gd name="T12" fmla="*/ 0 w 4490"/>
              <a:gd name="T13" fmla="*/ 0 h 91"/>
              <a:gd name="T14" fmla="*/ 4490 w 4490"/>
              <a:gd name="T15" fmla="*/ 91 h 91"/>
            </a:gdLst>
            <a:ahLst/>
            <a:cxnLst>
              <a:cxn ang="T8">
                <a:pos x="T0" y="T1"/>
              </a:cxn>
              <a:cxn ang="T9">
                <a:pos x="T2" y="T3"/>
              </a:cxn>
              <a:cxn ang="T10">
                <a:pos x="T4" y="T5"/>
              </a:cxn>
              <a:cxn ang="T11">
                <a:pos x="T6" y="T7"/>
              </a:cxn>
            </a:cxnLst>
            <a:rect l="T12" t="T13" r="T14" b="T15"/>
            <a:pathLst>
              <a:path w="4490" h="91">
                <a:moveTo>
                  <a:pt x="0" y="91"/>
                </a:moveTo>
                <a:lnTo>
                  <a:pt x="0" y="0"/>
                </a:lnTo>
                <a:lnTo>
                  <a:pt x="4490" y="0"/>
                </a:lnTo>
                <a:lnTo>
                  <a:pt x="4490" y="91"/>
                </a:lnTo>
              </a:path>
            </a:pathLst>
          </a:custGeom>
          <a:noFill/>
          <a:ln w="6350">
            <a:solidFill>
              <a:srgbClr val="BBBCBC"/>
            </a:solidFill>
            <a:round/>
            <a:headEnd/>
            <a:tailEnd/>
          </a:ln>
        </p:spPr>
        <p:txBody>
          <a:bodyPr wrap="none" lIns="0" tIns="0" rIns="0" bIns="0" anchor="ctr"/>
          <a:lstStyle/>
          <a:p>
            <a:pPr>
              <a:defRPr/>
            </a:pPr>
            <a:endParaRPr lang="en-US" sz="800" dirty="0">
              <a:latin typeface="Aptos" panose="020B0004020202020204" pitchFamily="34" charset="0"/>
            </a:endParaRPr>
          </a:p>
        </p:txBody>
      </p:sp>
      <p:sp>
        <p:nvSpPr>
          <p:cNvPr id="17" name="AutoShape 15"/>
          <p:cNvSpPr>
            <a:spLocks noChangeArrowheads="1"/>
          </p:cNvSpPr>
          <p:nvPr/>
        </p:nvSpPr>
        <p:spPr bwMode="auto">
          <a:xfrm>
            <a:off x="939269" y="2415850"/>
            <a:ext cx="173450" cy="111443"/>
          </a:xfrm>
          <a:prstGeom prst="diamond">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latin typeface="Aptos" panose="020B0004020202020204" pitchFamily="34" charset="0"/>
            </a:endParaRPr>
          </a:p>
        </p:txBody>
      </p:sp>
      <p:sp>
        <p:nvSpPr>
          <p:cNvPr id="18" name="AutoShape 16"/>
          <p:cNvSpPr>
            <a:spLocks noChangeArrowheads="1"/>
          </p:cNvSpPr>
          <p:nvPr/>
        </p:nvSpPr>
        <p:spPr bwMode="auto">
          <a:xfrm>
            <a:off x="1717111" y="2415850"/>
            <a:ext cx="173450" cy="111443"/>
          </a:xfrm>
          <a:prstGeom prst="diamond">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latin typeface="Aptos" panose="020B0004020202020204" pitchFamily="34" charset="0"/>
            </a:endParaRPr>
          </a:p>
        </p:txBody>
      </p:sp>
      <p:sp>
        <p:nvSpPr>
          <p:cNvPr id="19" name="AutoShape 17"/>
          <p:cNvSpPr>
            <a:spLocks noChangeArrowheads="1"/>
          </p:cNvSpPr>
          <p:nvPr/>
        </p:nvSpPr>
        <p:spPr bwMode="auto">
          <a:xfrm>
            <a:off x="2494953" y="2415850"/>
            <a:ext cx="173450" cy="111443"/>
          </a:xfrm>
          <a:prstGeom prst="diamond">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latin typeface="Aptos" panose="020B0004020202020204" pitchFamily="34" charset="0"/>
            </a:endParaRPr>
          </a:p>
        </p:txBody>
      </p:sp>
      <p:sp>
        <p:nvSpPr>
          <p:cNvPr id="20" name="AutoShape 18"/>
          <p:cNvSpPr>
            <a:spLocks noChangeArrowheads="1"/>
          </p:cNvSpPr>
          <p:nvPr/>
        </p:nvSpPr>
        <p:spPr bwMode="auto">
          <a:xfrm>
            <a:off x="3272795" y="2415850"/>
            <a:ext cx="173450" cy="111443"/>
          </a:xfrm>
          <a:prstGeom prst="diamond">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latin typeface="Aptos" panose="020B0004020202020204" pitchFamily="34" charset="0"/>
            </a:endParaRPr>
          </a:p>
        </p:txBody>
      </p:sp>
      <p:sp>
        <p:nvSpPr>
          <p:cNvPr id="21" name="AutoShape 19"/>
          <p:cNvSpPr>
            <a:spLocks noChangeArrowheads="1"/>
          </p:cNvSpPr>
          <p:nvPr/>
        </p:nvSpPr>
        <p:spPr bwMode="auto">
          <a:xfrm>
            <a:off x="4050636" y="2415850"/>
            <a:ext cx="173450" cy="111443"/>
          </a:xfrm>
          <a:prstGeom prst="diamond">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latin typeface="Aptos" panose="020B0004020202020204" pitchFamily="34" charset="0"/>
            </a:endParaRPr>
          </a:p>
        </p:txBody>
      </p:sp>
      <p:sp>
        <p:nvSpPr>
          <p:cNvPr id="22" name="AutoShape 20"/>
          <p:cNvSpPr>
            <a:spLocks noChangeArrowheads="1"/>
          </p:cNvSpPr>
          <p:nvPr/>
        </p:nvSpPr>
        <p:spPr bwMode="auto">
          <a:xfrm>
            <a:off x="4828478" y="2415850"/>
            <a:ext cx="173450" cy="111443"/>
          </a:xfrm>
          <a:prstGeom prst="diamond">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latin typeface="Aptos" panose="020B0004020202020204" pitchFamily="34" charset="0"/>
            </a:endParaRPr>
          </a:p>
        </p:txBody>
      </p:sp>
      <p:sp>
        <p:nvSpPr>
          <p:cNvPr id="23" name="AutoShape 21"/>
          <p:cNvSpPr>
            <a:spLocks noChangeArrowheads="1"/>
          </p:cNvSpPr>
          <p:nvPr/>
        </p:nvSpPr>
        <p:spPr bwMode="auto">
          <a:xfrm>
            <a:off x="5606320" y="2415850"/>
            <a:ext cx="173450" cy="111443"/>
          </a:xfrm>
          <a:prstGeom prst="diamond">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latin typeface="Aptos" panose="020B0004020202020204" pitchFamily="34" charset="0"/>
            </a:endParaRPr>
          </a:p>
        </p:txBody>
      </p:sp>
      <p:sp>
        <p:nvSpPr>
          <p:cNvPr id="24" name="AutoShape 22"/>
          <p:cNvSpPr>
            <a:spLocks noChangeArrowheads="1"/>
          </p:cNvSpPr>
          <p:nvPr/>
        </p:nvSpPr>
        <p:spPr bwMode="auto">
          <a:xfrm>
            <a:off x="6384162" y="2415850"/>
            <a:ext cx="173450" cy="111443"/>
          </a:xfrm>
          <a:prstGeom prst="diamond">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latin typeface="Aptos" panose="020B0004020202020204" pitchFamily="34" charset="0"/>
            </a:endParaRPr>
          </a:p>
        </p:txBody>
      </p:sp>
      <p:sp>
        <p:nvSpPr>
          <p:cNvPr id="25" name="AutoShape 23"/>
          <p:cNvSpPr>
            <a:spLocks noChangeArrowheads="1"/>
          </p:cNvSpPr>
          <p:nvPr/>
        </p:nvSpPr>
        <p:spPr bwMode="auto">
          <a:xfrm>
            <a:off x="7162004" y="2415850"/>
            <a:ext cx="173450" cy="111443"/>
          </a:xfrm>
          <a:prstGeom prst="diamond">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latin typeface="Aptos" panose="020B0004020202020204" pitchFamily="34" charset="0"/>
            </a:endParaRPr>
          </a:p>
        </p:txBody>
      </p:sp>
      <p:sp>
        <p:nvSpPr>
          <p:cNvPr id="26" name="AutoShape 24"/>
          <p:cNvSpPr>
            <a:spLocks noChangeArrowheads="1"/>
          </p:cNvSpPr>
          <p:nvPr/>
        </p:nvSpPr>
        <p:spPr bwMode="auto">
          <a:xfrm>
            <a:off x="7939846" y="2415850"/>
            <a:ext cx="173450" cy="111443"/>
          </a:xfrm>
          <a:prstGeom prst="diamond">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latin typeface="Aptos" panose="020B0004020202020204" pitchFamily="34" charset="0"/>
            </a:endParaRPr>
          </a:p>
        </p:txBody>
      </p:sp>
      <p:sp>
        <p:nvSpPr>
          <p:cNvPr id="27" name="AutoShape 25"/>
          <p:cNvSpPr>
            <a:spLocks noChangeArrowheads="1"/>
          </p:cNvSpPr>
          <p:nvPr/>
        </p:nvSpPr>
        <p:spPr bwMode="auto">
          <a:xfrm>
            <a:off x="8717692" y="2415850"/>
            <a:ext cx="173450" cy="111443"/>
          </a:xfrm>
          <a:prstGeom prst="diamond">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latin typeface="Aptos" panose="020B0004020202020204" pitchFamily="34" charset="0"/>
            </a:endParaRPr>
          </a:p>
        </p:txBody>
      </p:sp>
      <p:sp>
        <p:nvSpPr>
          <p:cNvPr id="28" name="Freeform 26"/>
          <p:cNvSpPr>
            <a:spLocks/>
          </p:cNvSpPr>
          <p:nvPr/>
        </p:nvSpPr>
        <p:spPr bwMode="auto">
          <a:xfrm>
            <a:off x="639447" y="4279494"/>
            <a:ext cx="8558948" cy="117375"/>
          </a:xfrm>
          <a:custGeom>
            <a:avLst/>
            <a:gdLst>
              <a:gd name="T0" fmla="*/ 0 w 4490"/>
              <a:gd name="T1" fmla="*/ 2147483647 h 91"/>
              <a:gd name="T2" fmla="*/ 0 w 4490"/>
              <a:gd name="T3" fmla="*/ 0 h 91"/>
              <a:gd name="T4" fmla="*/ 2147483647 w 4490"/>
              <a:gd name="T5" fmla="*/ 0 h 91"/>
              <a:gd name="T6" fmla="*/ 2147483647 w 4490"/>
              <a:gd name="T7" fmla="*/ 2147483647 h 91"/>
              <a:gd name="T8" fmla="*/ 0 60000 65536"/>
              <a:gd name="T9" fmla="*/ 0 60000 65536"/>
              <a:gd name="T10" fmla="*/ 0 60000 65536"/>
              <a:gd name="T11" fmla="*/ 0 60000 65536"/>
              <a:gd name="T12" fmla="*/ 0 w 4490"/>
              <a:gd name="T13" fmla="*/ 0 h 91"/>
              <a:gd name="T14" fmla="*/ 4490 w 4490"/>
              <a:gd name="T15" fmla="*/ 91 h 91"/>
            </a:gdLst>
            <a:ahLst/>
            <a:cxnLst>
              <a:cxn ang="T8">
                <a:pos x="T0" y="T1"/>
              </a:cxn>
              <a:cxn ang="T9">
                <a:pos x="T2" y="T3"/>
              </a:cxn>
              <a:cxn ang="T10">
                <a:pos x="T4" y="T5"/>
              </a:cxn>
              <a:cxn ang="T11">
                <a:pos x="T6" y="T7"/>
              </a:cxn>
            </a:cxnLst>
            <a:rect l="T12" t="T13" r="T14" b="T15"/>
            <a:pathLst>
              <a:path w="4490" h="91">
                <a:moveTo>
                  <a:pt x="0" y="91"/>
                </a:moveTo>
                <a:lnTo>
                  <a:pt x="0" y="0"/>
                </a:lnTo>
                <a:lnTo>
                  <a:pt x="4490" y="0"/>
                </a:lnTo>
                <a:lnTo>
                  <a:pt x="4490" y="91"/>
                </a:lnTo>
              </a:path>
            </a:pathLst>
          </a:custGeom>
          <a:noFill/>
          <a:ln w="6350">
            <a:solidFill>
              <a:srgbClr val="BBBCBC"/>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29" name="Rectangle 27"/>
          <p:cNvSpPr>
            <a:spLocks noChangeArrowheads="1"/>
          </p:cNvSpPr>
          <p:nvPr/>
        </p:nvSpPr>
        <p:spPr bwMode="auto">
          <a:xfrm>
            <a:off x="936791" y="4221453"/>
            <a:ext cx="178406" cy="111443"/>
          </a:xfrm>
          <a:prstGeom prst="rect">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30" name="Rectangle 28"/>
          <p:cNvSpPr>
            <a:spLocks noChangeArrowheads="1"/>
          </p:cNvSpPr>
          <p:nvPr/>
        </p:nvSpPr>
        <p:spPr bwMode="auto">
          <a:xfrm>
            <a:off x="1714633" y="4221453"/>
            <a:ext cx="178406" cy="111443"/>
          </a:xfrm>
          <a:prstGeom prst="rect">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31" name="Rectangle 29"/>
          <p:cNvSpPr>
            <a:spLocks noChangeArrowheads="1"/>
          </p:cNvSpPr>
          <p:nvPr/>
        </p:nvSpPr>
        <p:spPr bwMode="auto">
          <a:xfrm>
            <a:off x="2492475" y="4221453"/>
            <a:ext cx="178406" cy="111443"/>
          </a:xfrm>
          <a:prstGeom prst="rect">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32" name="Rectangle 30"/>
          <p:cNvSpPr>
            <a:spLocks noChangeArrowheads="1"/>
          </p:cNvSpPr>
          <p:nvPr/>
        </p:nvSpPr>
        <p:spPr bwMode="auto">
          <a:xfrm>
            <a:off x="3270317" y="4221453"/>
            <a:ext cx="178406" cy="111443"/>
          </a:xfrm>
          <a:prstGeom prst="rect">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33" name="Rectangle 31"/>
          <p:cNvSpPr>
            <a:spLocks noChangeArrowheads="1"/>
          </p:cNvSpPr>
          <p:nvPr/>
        </p:nvSpPr>
        <p:spPr bwMode="auto">
          <a:xfrm>
            <a:off x="4048159" y="4221453"/>
            <a:ext cx="178406" cy="111443"/>
          </a:xfrm>
          <a:prstGeom prst="rect">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34" name="Rectangle 32"/>
          <p:cNvSpPr>
            <a:spLocks noChangeArrowheads="1"/>
          </p:cNvSpPr>
          <p:nvPr/>
        </p:nvSpPr>
        <p:spPr bwMode="auto">
          <a:xfrm>
            <a:off x="4826001" y="4221453"/>
            <a:ext cx="178406" cy="111443"/>
          </a:xfrm>
          <a:prstGeom prst="rect">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35" name="Rectangle 33"/>
          <p:cNvSpPr>
            <a:spLocks noChangeArrowheads="1"/>
          </p:cNvSpPr>
          <p:nvPr/>
        </p:nvSpPr>
        <p:spPr bwMode="auto">
          <a:xfrm>
            <a:off x="5603843" y="4221453"/>
            <a:ext cx="178406" cy="111443"/>
          </a:xfrm>
          <a:prstGeom prst="rect">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36" name="Rectangle 34"/>
          <p:cNvSpPr>
            <a:spLocks noChangeArrowheads="1"/>
          </p:cNvSpPr>
          <p:nvPr/>
        </p:nvSpPr>
        <p:spPr bwMode="auto">
          <a:xfrm>
            <a:off x="6381685" y="4221453"/>
            <a:ext cx="178406" cy="111443"/>
          </a:xfrm>
          <a:prstGeom prst="rect">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37" name="Rectangle 35"/>
          <p:cNvSpPr>
            <a:spLocks noChangeArrowheads="1"/>
          </p:cNvSpPr>
          <p:nvPr/>
        </p:nvSpPr>
        <p:spPr bwMode="auto">
          <a:xfrm>
            <a:off x="7159526" y="4221453"/>
            <a:ext cx="178406" cy="111443"/>
          </a:xfrm>
          <a:prstGeom prst="rect">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38" name="Rectangle 36"/>
          <p:cNvSpPr>
            <a:spLocks noChangeArrowheads="1"/>
          </p:cNvSpPr>
          <p:nvPr/>
        </p:nvSpPr>
        <p:spPr bwMode="auto">
          <a:xfrm>
            <a:off x="7937368" y="4221453"/>
            <a:ext cx="178406" cy="111443"/>
          </a:xfrm>
          <a:prstGeom prst="rect">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39" name="Rectangle 37"/>
          <p:cNvSpPr>
            <a:spLocks noChangeArrowheads="1"/>
          </p:cNvSpPr>
          <p:nvPr/>
        </p:nvSpPr>
        <p:spPr bwMode="auto">
          <a:xfrm>
            <a:off x="8715214" y="4221453"/>
            <a:ext cx="178406" cy="111443"/>
          </a:xfrm>
          <a:prstGeom prst="rect">
            <a:avLst/>
          </a:prstGeom>
          <a:solidFill>
            <a:schemeClr val="accent3"/>
          </a:solidFill>
          <a:ln w="6350" algn="ctr">
            <a:solidFill>
              <a:schemeClr val="bg1"/>
            </a:solidFill>
            <a:miter lim="800000"/>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830502" name="Text Box 38"/>
          <p:cNvSpPr txBox="1">
            <a:spLocks noChangeArrowheads="1"/>
          </p:cNvSpPr>
          <p:nvPr/>
        </p:nvSpPr>
        <p:spPr bwMode="auto">
          <a:xfrm>
            <a:off x="639446" y="4045882"/>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03" name="Text Box 39"/>
          <p:cNvSpPr txBox="1">
            <a:spLocks noChangeArrowheads="1"/>
          </p:cNvSpPr>
          <p:nvPr/>
        </p:nvSpPr>
        <p:spPr bwMode="auto">
          <a:xfrm>
            <a:off x="1417290" y="4045882"/>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04" name="Text Box 40"/>
          <p:cNvSpPr txBox="1">
            <a:spLocks noChangeArrowheads="1"/>
          </p:cNvSpPr>
          <p:nvPr/>
        </p:nvSpPr>
        <p:spPr bwMode="auto">
          <a:xfrm>
            <a:off x="2195132" y="4045882"/>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05" name="Text Box 41"/>
          <p:cNvSpPr txBox="1">
            <a:spLocks noChangeArrowheads="1"/>
          </p:cNvSpPr>
          <p:nvPr/>
        </p:nvSpPr>
        <p:spPr bwMode="auto">
          <a:xfrm>
            <a:off x="2972974" y="4045882"/>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06" name="Text Box 42"/>
          <p:cNvSpPr txBox="1">
            <a:spLocks noChangeArrowheads="1"/>
          </p:cNvSpPr>
          <p:nvPr/>
        </p:nvSpPr>
        <p:spPr bwMode="auto">
          <a:xfrm>
            <a:off x="3750816" y="4045882"/>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07" name="Text Box 43"/>
          <p:cNvSpPr txBox="1">
            <a:spLocks noChangeArrowheads="1"/>
          </p:cNvSpPr>
          <p:nvPr/>
        </p:nvSpPr>
        <p:spPr bwMode="auto">
          <a:xfrm>
            <a:off x="4528658" y="4045882"/>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08" name="Text Box 44"/>
          <p:cNvSpPr txBox="1">
            <a:spLocks noChangeArrowheads="1"/>
          </p:cNvSpPr>
          <p:nvPr/>
        </p:nvSpPr>
        <p:spPr bwMode="auto">
          <a:xfrm>
            <a:off x="5306499" y="4045882"/>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09" name="Text Box 45"/>
          <p:cNvSpPr txBox="1">
            <a:spLocks noChangeArrowheads="1"/>
          </p:cNvSpPr>
          <p:nvPr/>
        </p:nvSpPr>
        <p:spPr bwMode="auto">
          <a:xfrm>
            <a:off x="6084341" y="4045882"/>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10" name="Text Box 46"/>
          <p:cNvSpPr txBox="1">
            <a:spLocks noChangeArrowheads="1"/>
          </p:cNvSpPr>
          <p:nvPr/>
        </p:nvSpPr>
        <p:spPr bwMode="auto">
          <a:xfrm>
            <a:off x="6862183" y="4045882"/>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11" name="Text Box 47"/>
          <p:cNvSpPr txBox="1">
            <a:spLocks noChangeArrowheads="1"/>
          </p:cNvSpPr>
          <p:nvPr/>
        </p:nvSpPr>
        <p:spPr bwMode="auto">
          <a:xfrm>
            <a:off x="7640025" y="4045882"/>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12" name="Text Box 48"/>
          <p:cNvSpPr txBox="1">
            <a:spLocks noChangeArrowheads="1"/>
          </p:cNvSpPr>
          <p:nvPr/>
        </p:nvSpPr>
        <p:spPr bwMode="auto">
          <a:xfrm>
            <a:off x="8417871" y="4045882"/>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13" name="Text Box 49"/>
          <p:cNvSpPr txBox="1">
            <a:spLocks noChangeArrowheads="1"/>
          </p:cNvSpPr>
          <p:nvPr/>
        </p:nvSpPr>
        <p:spPr bwMode="auto">
          <a:xfrm>
            <a:off x="639446" y="316036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14" name="Text Box 50"/>
          <p:cNvSpPr txBox="1">
            <a:spLocks noChangeArrowheads="1"/>
          </p:cNvSpPr>
          <p:nvPr/>
        </p:nvSpPr>
        <p:spPr bwMode="auto">
          <a:xfrm>
            <a:off x="1417290" y="316036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15" name="Text Box 51"/>
          <p:cNvSpPr txBox="1">
            <a:spLocks noChangeArrowheads="1"/>
          </p:cNvSpPr>
          <p:nvPr/>
        </p:nvSpPr>
        <p:spPr bwMode="auto">
          <a:xfrm>
            <a:off x="2195132" y="316036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16" name="Text Box 52"/>
          <p:cNvSpPr txBox="1">
            <a:spLocks noChangeArrowheads="1"/>
          </p:cNvSpPr>
          <p:nvPr/>
        </p:nvSpPr>
        <p:spPr bwMode="auto">
          <a:xfrm>
            <a:off x="2972974" y="316036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17" name="Text Box 53"/>
          <p:cNvSpPr txBox="1">
            <a:spLocks noChangeArrowheads="1"/>
          </p:cNvSpPr>
          <p:nvPr/>
        </p:nvSpPr>
        <p:spPr bwMode="auto">
          <a:xfrm>
            <a:off x="3750816" y="316036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18" name="Text Box 54"/>
          <p:cNvSpPr txBox="1">
            <a:spLocks noChangeArrowheads="1"/>
          </p:cNvSpPr>
          <p:nvPr/>
        </p:nvSpPr>
        <p:spPr bwMode="auto">
          <a:xfrm>
            <a:off x="4528658" y="316036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19" name="Text Box 55"/>
          <p:cNvSpPr txBox="1">
            <a:spLocks noChangeArrowheads="1"/>
          </p:cNvSpPr>
          <p:nvPr/>
        </p:nvSpPr>
        <p:spPr bwMode="auto">
          <a:xfrm>
            <a:off x="5306499" y="316036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20" name="Text Box 56"/>
          <p:cNvSpPr txBox="1">
            <a:spLocks noChangeArrowheads="1"/>
          </p:cNvSpPr>
          <p:nvPr/>
        </p:nvSpPr>
        <p:spPr bwMode="auto">
          <a:xfrm>
            <a:off x="6084341" y="316036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21" name="Text Box 57"/>
          <p:cNvSpPr txBox="1">
            <a:spLocks noChangeArrowheads="1"/>
          </p:cNvSpPr>
          <p:nvPr/>
        </p:nvSpPr>
        <p:spPr bwMode="auto">
          <a:xfrm>
            <a:off x="6862183" y="316036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22" name="Text Box 58"/>
          <p:cNvSpPr txBox="1">
            <a:spLocks noChangeArrowheads="1"/>
          </p:cNvSpPr>
          <p:nvPr/>
        </p:nvSpPr>
        <p:spPr bwMode="auto">
          <a:xfrm>
            <a:off x="7640025" y="316036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830523" name="Text Box 59"/>
          <p:cNvSpPr txBox="1">
            <a:spLocks noChangeArrowheads="1"/>
          </p:cNvSpPr>
          <p:nvPr/>
        </p:nvSpPr>
        <p:spPr bwMode="auto">
          <a:xfrm>
            <a:off x="8417871" y="3160360"/>
            <a:ext cx="773093" cy="118815"/>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x</a:t>
            </a:r>
          </a:p>
        </p:txBody>
      </p:sp>
      <p:sp>
        <p:nvSpPr>
          <p:cNvPr id="62" name="Freeform 60"/>
          <p:cNvSpPr>
            <a:spLocks/>
          </p:cNvSpPr>
          <p:nvPr/>
        </p:nvSpPr>
        <p:spPr bwMode="auto">
          <a:xfrm>
            <a:off x="639445" y="3393971"/>
            <a:ext cx="8558950" cy="117376"/>
          </a:xfrm>
          <a:custGeom>
            <a:avLst/>
            <a:gdLst>
              <a:gd name="T0" fmla="*/ 0 w 4490"/>
              <a:gd name="T1" fmla="*/ 2147483647 h 91"/>
              <a:gd name="T2" fmla="*/ 0 w 4490"/>
              <a:gd name="T3" fmla="*/ 0 h 91"/>
              <a:gd name="T4" fmla="*/ 2147483647 w 4490"/>
              <a:gd name="T5" fmla="*/ 0 h 91"/>
              <a:gd name="T6" fmla="*/ 2147483647 w 4490"/>
              <a:gd name="T7" fmla="*/ 2147483647 h 91"/>
              <a:gd name="T8" fmla="*/ 0 60000 65536"/>
              <a:gd name="T9" fmla="*/ 0 60000 65536"/>
              <a:gd name="T10" fmla="*/ 0 60000 65536"/>
              <a:gd name="T11" fmla="*/ 0 60000 65536"/>
              <a:gd name="T12" fmla="*/ 0 w 4490"/>
              <a:gd name="T13" fmla="*/ 0 h 91"/>
              <a:gd name="T14" fmla="*/ 4490 w 4490"/>
              <a:gd name="T15" fmla="*/ 91 h 91"/>
            </a:gdLst>
            <a:ahLst/>
            <a:cxnLst>
              <a:cxn ang="T8">
                <a:pos x="T0" y="T1"/>
              </a:cxn>
              <a:cxn ang="T9">
                <a:pos x="T2" y="T3"/>
              </a:cxn>
              <a:cxn ang="T10">
                <a:pos x="T4" y="T5"/>
              </a:cxn>
              <a:cxn ang="T11">
                <a:pos x="T6" y="T7"/>
              </a:cxn>
            </a:cxnLst>
            <a:rect l="T12" t="T13" r="T14" b="T15"/>
            <a:pathLst>
              <a:path w="4490" h="91">
                <a:moveTo>
                  <a:pt x="0" y="91"/>
                </a:moveTo>
                <a:lnTo>
                  <a:pt x="0" y="0"/>
                </a:lnTo>
                <a:lnTo>
                  <a:pt x="4490" y="0"/>
                </a:lnTo>
                <a:lnTo>
                  <a:pt x="4490" y="91"/>
                </a:lnTo>
              </a:path>
            </a:pathLst>
          </a:custGeom>
          <a:noFill/>
          <a:ln w="6350">
            <a:solidFill>
              <a:srgbClr val="BBBCBC"/>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63" name="Oval 61"/>
          <p:cNvSpPr>
            <a:spLocks noChangeArrowheads="1"/>
          </p:cNvSpPr>
          <p:nvPr/>
        </p:nvSpPr>
        <p:spPr bwMode="auto">
          <a:xfrm>
            <a:off x="936788" y="3335927"/>
            <a:ext cx="148590" cy="148590"/>
          </a:xfrm>
          <a:prstGeom prst="ellipse">
            <a:avLst/>
          </a:prstGeom>
          <a:solidFill>
            <a:schemeClr val="accent3"/>
          </a:solidFill>
          <a:ln w="6350" algn="ctr">
            <a:solidFill>
              <a:schemeClr val="bg1"/>
            </a:solidFill>
            <a:round/>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64" name="Oval 62"/>
          <p:cNvSpPr>
            <a:spLocks noChangeArrowheads="1"/>
          </p:cNvSpPr>
          <p:nvPr/>
        </p:nvSpPr>
        <p:spPr bwMode="auto">
          <a:xfrm>
            <a:off x="1714630" y="3335927"/>
            <a:ext cx="148590" cy="148590"/>
          </a:xfrm>
          <a:prstGeom prst="ellipse">
            <a:avLst/>
          </a:prstGeom>
          <a:solidFill>
            <a:schemeClr val="accent3"/>
          </a:solidFill>
          <a:ln w="6350" algn="ctr">
            <a:solidFill>
              <a:schemeClr val="bg1"/>
            </a:solidFill>
            <a:round/>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65" name="Oval 63"/>
          <p:cNvSpPr>
            <a:spLocks noChangeArrowheads="1"/>
          </p:cNvSpPr>
          <p:nvPr/>
        </p:nvSpPr>
        <p:spPr bwMode="auto">
          <a:xfrm>
            <a:off x="2492472" y="3335927"/>
            <a:ext cx="148590" cy="148590"/>
          </a:xfrm>
          <a:prstGeom prst="ellipse">
            <a:avLst/>
          </a:prstGeom>
          <a:solidFill>
            <a:schemeClr val="accent3"/>
          </a:solidFill>
          <a:ln w="6350" algn="ctr">
            <a:solidFill>
              <a:schemeClr val="bg1"/>
            </a:solidFill>
            <a:round/>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66" name="Oval 64"/>
          <p:cNvSpPr>
            <a:spLocks noChangeArrowheads="1"/>
          </p:cNvSpPr>
          <p:nvPr/>
        </p:nvSpPr>
        <p:spPr bwMode="auto">
          <a:xfrm>
            <a:off x="3270314" y="3335927"/>
            <a:ext cx="148590" cy="148590"/>
          </a:xfrm>
          <a:prstGeom prst="ellipse">
            <a:avLst/>
          </a:prstGeom>
          <a:solidFill>
            <a:schemeClr val="accent3"/>
          </a:solidFill>
          <a:ln w="6350" algn="ctr">
            <a:solidFill>
              <a:schemeClr val="bg1"/>
            </a:solidFill>
            <a:round/>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67" name="Oval 65"/>
          <p:cNvSpPr>
            <a:spLocks noChangeArrowheads="1"/>
          </p:cNvSpPr>
          <p:nvPr/>
        </p:nvSpPr>
        <p:spPr bwMode="auto">
          <a:xfrm>
            <a:off x="4048156" y="3335927"/>
            <a:ext cx="148590" cy="148590"/>
          </a:xfrm>
          <a:prstGeom prst="ellipse">
            <a:avLst/>
          </a:prstGeom>
          <a:solidFill>
            <a:schemeClr val="accent3"/>
          </a:solidFill>
          <a:ln w="6350" algn="ctr">
            <a:solidFill>
              <a:schemeClr val="bg1"/>
            </a:solidFill>
            <a:round/>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68" name="Oval 66"/>
          <p:cNvSpPr>
            <a:spLocks noChangeArrowheads="1"/>
          </p:cNvSpPr>
          <p:nvPr/>
        </p:nvSpPr>
        <p:spPr bwMode="auto">
          <a:xfrm>
            <a:off x="4825998" y="3335927"/>
            <a:ext cx="148590" cy="148590"/>
          </a:xfrm>
          <a:prstGeom prst="ellipse">
            <a:avLst/>
          </a:prstGeom>
          <a:solidFill>
            <a:schemeClr val="accent3"/>
          </a:solidFill>
          <a:ln w="6350" algn="ctr">
            <a:solidFill>
              <a:schemeClr val="bg1"/>
            </a:solidFill>
            <a:round/>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69" name="Oval 67"/>
          <p:cNvSpPr>
            <a:spLocks noChangeArrowheads="1"/>
          </p:cNvSpPr>
          <p:nvPr/>
        </p:nvSpPr>
        <p:spPr bwMode="auto">
          <a:xfrm>
            <a:off x="6381682" y="3335927"/>
            <a:ext cx="148590" cy="148590"/>
          </a:xfrm>
          <a:prstGeom prst="ellipse">
            <a:avLst/>
          </a:prstGeom>
          <a:solidFill>
            <a:schemeClr val="accent3"/>
          </a:solidFill>
          <a:ln w="6350" algn="ctr">
            <a:solidFill>
              <a:schemeClr val="bg1"/>
            </a:solidFill>
            <a:round/>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70" name="Oval 68"/>
          <p:cNvSpPr>
            <a:spLocks noChangeArrowheads="1"/>
          </p:cNvSpPr>
          <p:nvPr/>
        </p:nvSpPr>
        <p:spPr bwMode="auto">
          <a:xfrm>
            <a:off x="7159523" y="3335927"/>
            <a:ext cx="148590" cy="148590"/>
          </a:xfrm>
          <a:prstGeom prst="ellipse">
            <a:avLst/>
          </a:prstGeom>
          <a:solidFill>
            <a:schemeClr val="accent3"/>
          </a:solidFill>
          <a:ln w="6350" algn="ctr">
            <a:solidFill>
              <a:schemeClr val="bg1"/>
            </a:solidFill>
            <a:round/>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71" name="Oval 69"/>
          <p:cNvSpPr>
            <a:spLocks noChangeArrowheads="1"/>
          </p:cNvSpPr>
          <p:nvPr/>
        </p:nvSpPr>
        <p:spPr bwMode="auto">
          <a:xfrm>
            <a:off x="7937365" y="3335927"/>
            <a:ext cx="148590" cy="148590"/>
          </a:xfrm>
          <a:prstGeom prst="ellipse">
            <a:avLst/>
          </a:prstGeom>
          <a:solidFill>
            <a:schemeClr val="accent3"/>
          </a:solidFill>
          <a:ln w="6350" algn="ctr">
            <a:solidFill>
              <a:schemeClr val="bg1"/>
            </a:solidFill>
            <a:round/>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72" name="Oval 70"/>
          <p:cNvSpPr>
            <a:spLocks noChangeArrowheads="1"/>
          </p:cNvSpPr>
          <p:nvPr/>
        </p:nvSpPr>
        <p:spPr bwMode="auto">
          <a:xfrm>
            <a:off x="8715211" y="3335927"/>
            <a:ext cx="148590" cy="148590"/>
          </a:xfrm>
          <a:prstGeom prst="ellipse">
            <a:avLst/>
          </a:prstGeom>
          <a:solidFill>
            <a:schemeClr val="accent3"/>
          </a:solidFill>
          <a:ln w="6350" algn="ctr">
            <a:solidFill>
              <a:schemeClr val="bg1"/>
            </a:solidFill>
            <a:round/>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sp>
        <p:nvSpPr>
          <p:cNvPr id="73" name="Oval 71"/>
          <p:cNvSpPr>
            <a:spLocks noChangeArrowheads="1"/>
          </p:cNvSpPr>
          <p:nvPr/>
        </p:nvSpPr>
        <p:spPr bwMode="auto">
          <a:xfrm>
            <a:off x="5603840" y="3335927"/>
            <a:ext cx="148590" cy="148590"/>
          </a:xfrm>
          <a:prstGeom prst="ellipse">
            <a:avLst/>
          </a:prstGeom>
          <a:solidFill>
            <a:schemeClr val="accent3"/>
          </a:solidFill>
          <a:ln w="6350" algn="ctr">
            <a:solidFill>
              <a:schemeClr val="bg1"/>
            </a:solidFill>
            <a:round/>
            <a:headEnd/>
            <a:tailEnd/>
          </a:ln>
        </p:spPr>
        <p:txBody>
          <a:bodyPr wrap="none" lIns="0" tIns="0" rIns="0" bIns="0" anchor="ctr"/>
          <a:lstStyle/>
          <a:p>
            <a:pPr algn="ctr">
              <a:defRPr/>
            </a:pPr>
            <a:endParaRPr lang="en-US" sz="800" dirty="0">
              <a:solidFill>
                <a:srgbClr val="53565A"/>
              </a:solidFill>
              <a:latin typeface="Aptos" panose="020B0004020202020204" pitchFamily="34" charset="0"/>
            </a:endParaRPr>
          </a:p>
        </p:txBody>
      </p:sp>
      <p:grpSp>
        <p:nvGrpSpPr>
          <p:cNvPr id="2" name="Group 1">
            <a:extLst>
              <a:ext uri="{FF2B5EF4-FFF2-40B4-BE49-F238E27FC236}">
                <a16:creationId xmlns:a16="http://schemas.microsoft.com/office/drawing/2014/main" id="{F1C51EE3-9D5D-4964-8EB1-74C9B3FDB8F1}"/>
              </a:ext>
            </a:extLst>
          </p:cNvPr>
          <p:cNvGrpSpPr/>
          <p:nvPr/>
        </p:nvGrpSpPr>
        <p:grpSpPr>
          <a:xfrm>
            <a:off x="512535" y="4846135"/>
            <a:ext cx="8812769" cy="662321"/>
            <a:chOff x="630812" y="5171505"/>
            <a:chExt cx="8386872" cy="630313"/>
          </a:xfrm>
        </p:grpSpPr>
        <p:sp>
          <p:nvSpPr>
            <p:cNvPr id="75" name="Line 73"/>
            <p:cNvSpPr>
              <a:spLocks noChangeShapeType="1"/>
            </p:cNvSpPr>
            <p:nvPr/>
          </p:nvSpPr>
          <p:spPr bwMode="auto">
            <a:xfrm>
              <a:off x="751590" y="5475595"/>
              <a:ext cx="8145319" cy="0"/>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76" name="Line 74"/>
            <p:cNvSpPr>
              <a:spLocks noChangeShapeType="1"/>
            </p:cNvSpPr>
            <p:nvPr/>
          </p:nvSpPr>
          <p:spPr bwMode="auto">
            <a:xfrm>
              <a:off x="1651644"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77" name="Line 75"/>
            <p:cNvSpPr>
              <a:spLocks noChangeShapeType="1"/>
            </p:cNvSpPr>
            <p:nvPr/>
          </p:nvSpPr>
          <p:spPr bwMode="auto">
            <a:xfrm>
              <a:off x="2356667"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78" name="Line 76"/>
            <p:cNvSpPr>
              <a:spLocks noChangeShapeType="1"/>
            </p:cNvSpPr>
            <p:nvPr/>
          </p:nvSpPr>
          <p:spPr bwMode="auto">
            <a:xfrm>
              <a:off x="3061690"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79" name="Line 77"/>
            <p:cNvSpPr>
              <a:spLocks noChangeShapeType="1"/>
            </p:cNvSpPr>
            <p:nvPr/>
          </p:nvSpPr>
          <p:spPr bwMode="auto">
            <a:xfrm>
              <a:off x="3766713"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80" name="Line 78"/>
            <p:cNvSpPr>
              <a:spLocks noChangeShapeType="1"/>
            </p:cNvSpPr>
            <p:nvPr/>
          </p:nvSpPr>
          <p:spPr bwMode="auto">
            <a:xfrm>
              <a:off x="4471736"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81" name="Line 79"/>
            <p:cNvSpPr>
              <a:spLocks noChangeShapeType="1"/>
            </p:cNvSpPr>
            <p:nvPr/>
          </p:nvSpPr>
          <p:spPr bwMode="auto">
            <a:xfrm>
              <a:off x="5176759"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82" name="Line 80"/>
            <p:cNvSpPr>
              <a:spLocks noChangeShapeType="1"/>
            </p:cNvSpPr>
            <p:nvPr/>
          </p:nvSpPr>
          <p:spPr bwMode="auto">
            <a:xfrm>
              <a:off x="5881782"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83" name="Line 81"/>
            <p:cNvSpPr>
              <a:spLocks noChangeShapeType="1"/>
            </p:cNvSpPr>
            <p:nvPr/>
          </p:nvSpPr>
          <p:spPr bwMode="auto">
            <a:xfrm>
              <a:off x="6586805"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84" name="Line 82"/>
            <p:cNvSpPr>
              <a:spLocks noChangeShapeType="1"/>
            </p:cNvSpPr>
            <p:nvPr/>
          </p:nvSpPr>
          <p:spPr bwMode="auto">
            <a:xfrm>
              <a:off x="7291828"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85" name="Line 83"/>
            <p:cNvSpPr>
              <a:spLocks noChangeShapeType="1"/>
            </p:cNvSpPr>
            <p:nvPr/>
          </p:nvSpPr>
          <p:spPr bwMode="auto">
            <a:xfrm>
              <a:off x="7996851"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86" name="Line 84"/>
            <p:cNvSpPr>
              <a:spLocks noChangeShapeType="1"/>
            </p:cNvSpPr>
            <p:nvPr/>
          </p:nvSpPr>
          <p:spPr bwMode="auto">
            <a:xfrm>
              <a:off x="8701875"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87" name="Line 85"/>
            <p:cNvSpPr>
              <a:spLocks noChangeShapeType="1"/>
            </p:cNvSpPr>
            <p:nvPr/>
          </p:nvSpPr>
          <p:spPr bwMode="auto">
            <a:xfrm>
              <a:off x="946621" y="5403365"/>
              <a:ext cx="0" cy="144463"/>
            </a:xfrm>
            <a:prstGeom prst="line">
              <a:avLst/>
            </a:prstGeom>
            <a:noFill/>
            <a:ln w="9525">
              <a:solidFill>
                <a:schemeClr val="accent3"/>
              </a:solidFill>
              <a:round/>
              <a:headEnd/>
              <a:tailEnd/>
            </a:ln>
          </p:spPr>
          <p:txBody>
            <a:bodyPr wrap="none" lIns="0" tIns="0" rIns="0" bIns="0" anchor="ctr"/>
            <a:lstStyle/>
            <a:p>
              <a:pPr>
                <a:defRPr/>
              </a:pPr>
              <a:endParaRPr lang="en-US" sz="800" dirty="0">
                <a:solidFill>
                  <a:srgbClr val="53565A"/>
                </a:solidFill>
                <a:latin typeface="Aptos" panose="020B0004020202020204" pitchFamily="34" charset="0"/>
              </a:endParaRPr>
            </a:p>
          </p:txBody>
        </p:sp>
        <p:sp>
          <p:nvSpPr>
            <p:cNvPr id="830551" name="Text Box 86"/>
            <p:cNvSpPr txBox="1">
              <a:spLocks noChangeArrowheads="1"/>
            </p:cNvSpPr>
            <p:nvPr/>
          </p:nvSpPr>
          <p:spPr bwMode="auto">
            <a:xfrm>
              <a:off x="630812"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January</a:t>
              </a:r>
            </a:p>
          </p:txBody>
        </p:sp>
        <p:sp>
          <p:nvSpPr>
            <p:cNvPr id="830552" name="Text Box 87"/>
            <p:cNvSpPr txBox="1">
              <a:spLocks noChangeArrowheads="1"/>
            </p:cNvSpPr>
            <p:nvPr/>
          </p:nvSpPr>
          <p:spPr bwMode="auto">
            <a:xfrm>
              <a:off x="1335835"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February</a:t>
              </a:r>
            </a:p>
          </p:txBody>
        </p:sp>
        <p:sp>
          <p:nvSpPr>
            <p:cNvPr id="830553" name="Text Box 88"/>
            <p:cNvSpPr txBox="1">
              <a:spLocks noChangeArrowheads="1"/>
            </p:cNvSpPr>
            <p:nvPr/>
          </p:nvSpPr>
          <p:spPr bwMode="auto">
            <a:xfrm>
              <a:off x="2040858"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March</a:t>
              </a:r>
            </a:p>
          </p:txBody>
        </p:sp>
        <p:sp>
          <p:nvSpPr>
            <p:cNvPr id="830554" name="Text Box 89"/>
            <p:cNvSpPr txBox="1">
              <a:spLocks noChangeArrowheads="1"/>
            </p:cNvSpPr>
            <p:nvPr/>
          </p:nvSpPr>
          <p:spPr bwMode="auto">
            <a:xfrm>
              <a:off x="2745881"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April</a:t>
              </a:r>
            </a:p>
          </p:txBody>
        </p:sp>
        <p:sp>
          <p:nvSpPr>
            <p:cNvPr id="830555" name="Text Box 90"/>
            <p:cNvSpPr txBox="1">
              <a:spLocks noChangeArrowheads="1"/>
            </p:cNvSpPr>
            <p:nvPr/>
          </p:nvSpPr>
          <p:spPr bwMode="auto">
            <a:xfrm>
              <a:off x="3450904"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May</a:t>
              </a:r>
            </a:p>
          </p:txBody>
        </p:sp>
        <p:sp>
          <p:nvSpPr>
            <p:cNvPr id="830556" name="Text Box 91"/>
            <p:cNvSpPr txBox="1">
              <a:spLocks noChangeArrowheads="1"/>
            </p:cNvSpPr>
            <p:nvPr/>
          </p:nvSpPr>
          <p:spPr bwMode="auto">
            <a:xfrm>
              <a:off x="4155927"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June</a:t>
              </a:r>
            </a:p>
          </p:txBody>
        </p:sp>
        <p:sp>
          <p:nvSpPr>
            <p:cNvPr id="830557" name="Text Box 92"/>
            <p:cNvSpPr txBox="1">
              <a:spLocks noChangeArrowheads="1"/>
            </p:cNvSpPr>
            <p:nvPr/>
          </p:nvSpPr>
          <p:spPr bwMode="auto">
            <a:xfrm>
              <a:off x="4860950"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July</a:t>
              </a:r>
            </a:p>
          </p:txBody>
        </p:sp>
        <p:sp>
          <p:nvSpPr>
            <p:cNvPr id="830558" name="Text Box 93"/>
            <p:cNvSpPr txBox="1">
              <a:spLocks noChangeArrowheads="1"/>
            </p:cNvSpPr>
            <p:nvPr/>
          </p:nvSpPr>
          <p:spPr bwMode="auto">
            <a:xfrm>
              <a:off x="5565973"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August</a:t>
              </a:r>
            </a:p>
          </p:txBody>
        </p:sp>
        <p:sp>
          <p:nvSpPr>
            <p:cNvPr id="830559" name="Text Box 94"/>
            <p:cNvSpPr txBox="1">
              <a:spLocks noChangeArrowheads="1"/>
            </p:cNvSpPr>
            <p:nvPr/>
          </p:nvSpPr>
          <p:spPr bwMode="auto">
            <a:xfrm>
              <a:off x="6270996"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September</a:t>
              </a:r>
            </a:p>
          </p:txBody>
        </p:sp>
        <p:sp>
          <p:nvSpPr>
            <p:cNvPr id="830560" name="Text Box 95"/>
            <p:cNvSpPr txBox="1">
              <a:spLocks noChangeArrowheads="1"/>
            </p:cNvSpPr>
            <p:nvPr/>
          </p:nvSpPr>
          <p:spPr bwMode="auto">
            <a:xfrm>
              <a:off x="6976019"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October</a:t>
              </a:r>
            </a:p>
          </p:txBody>
        </p:sp>
        <p:sp>
          <p:nvSpPr>
            <p:cNvPr id="830561" name="Text Box 96"/>
            <p:cNvSpPr txBox="1">
              <a:spLocks noChangeArrowheads="1"/>
            </p:cNvSpPr>
            <p:nvPr/>
          </p:nvSpPr>
          <p:spPr bwMode="auto">
            <a:xfrm>
              <a:off x="7681042"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November</a:t>
              </a:r>
            </a:p>
          </p:txBody>
        </p:sp>
        <p:sp>
          <p:nvSpPr>
            <p:cNvPr id="830562" name="Text Box 97"/>
            <p:cNvSpPr txBox="1">
              <a:spLocks noChangeArrowheads="1"/>
            </p:cNvSpPr>
            <p:nvPr/>
          </p:nvSpPr>
          <p:spPr bwMode="auto">
            <a:xfrm>
              <a:off x="8386066" y="5171505"/>
              <a:ext cx="631618" cy="111303"/>
            </a:xfrm>
            <a:prstGeom prst="rect">
              <a:avLst/>
            </a:prstGeom>
            <a:noFill/>
            <a:ln w="12700" algn="ctr">
              <a:noFill/>
              <a:miter lim="800000"/>
              <a:headEnd/>
              <a:tailEnd/>
            </a:ln>
          </p:spPr>
          <p:txBody>
            <a:bodyPr lIns="0" tIns="0" rIns="0" bIns="0" anchor="b" anchorCtr="0">
              <a:spAutoFit/>
            </a:bodyPr>
            <a:lstStyle/>
            <a:p>
              <a:pPr algn="ctr">
                <a:lnSpc>
                  <a:spcPct val="95000"/>
                </a:lnSpc>
              </a:pPr>
              <a:r>
                <a:rPr lang="en-US" sz="800" dirty="0">
                  <a:solidFill>
                    <a:srgbClr val="53565A"/>
                  </a:solidFill>
                  <a:latin typeface="Aptos" panose="020B0004020202020204" pitchFamily="34" charset="0"/>
                  <a:ea typeface="ＭＳ Ｐゴシック" charset="-128"/>
                </a:rPr>
                <a:t>December</a:t>
              </a:r>
            </a:p>
          </p:txBody>
        </p:sp>
        <p:sp>
          <p:nvSpPr>
            <p:cNvPr id="830563" name="Text Box 98"/>
            <p:cNvSpPr txBox="1">
              <a:spLocks noChangeArrowheads="1"/>
            </p:cNvSpPr>
            <p:nvPr/>
          </p:nvSpPr>
          <p:spPr bwMode="auto">
            <a:xfrm>
              <a:off x="630812"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January</a:t>
              </a:r>
            </a:p>
          </p:txBody>
        </p:sp>
        <p:sp>
          <p:nvSpPr>
            <p:cNvPr id="830564" name="Text Box 99"/>
            <p:cNvSpPr txBox="1">
              <a:spLocks noChangeArrowheads="1"/>
            </p:cNvSpPr>
            <p:nvPr/>
          </p:nvSpPr>
          <p:spPr bwMode="auto">
            <a:xfrm>
              <a:off x="1335835"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February</a:t>
              </a:r>
            </a:p>
          </p:txBody>
        </p:sp>
        <p:sp>
          <p:nvSpPr>
            <p:cNvPr id="830565" name="Text Box 100"/>
            <p:cNvSpPr txBox="1">
              <a:spLocks noChangeArrowheads="1"/>
            </p:cNvSpPr>
            <p:nvPr/>
          </p:nvSpPr>
          <p:spPr bwMode="auto">
            <a:xfrm>
              <a:off x="2040858"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March</a:t>
              </a:r>
            </a:p>
          </p:txBody>
        </p:sp>
        <p:sp>
          <p:nvSpPr>
            <p:cNvPr id="830566" name="Text Box 101"/>
            <p:cNvSpPr txBox="1">
              <a:spLocks noChangeArrowheads="1"/>
            </p:cNvSpPr>
            <p:nvPr/>
          </p:nvSpPr>
          <p:spPr bwMode="auto">
            <a:xfrm>
              <a:off x="2745881"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April</a:t>
              </a:r>
            </a:p>
          </p:txBody>
        </p:sp>
        <p:sp>
          <p:nvSpPr>
            <p:cNvPr id="830567" name="Text Box 102"/>
            <p:cNvSpPr txBox="1">
              <a:spLocks noChangeArrowheads="1"/>
            </p:cNvSpPr>
            <p:nvPr/>
          </p:nvSpPr>
          <p:spPr bwMode="auto">
            <a:xfrm>
              <a:off x="3450904"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May</a:t>
              </a:r>
            </a:p>
          </p:txBody>
        </p:sp>
        <p:sp>
          <p:nvSpPr>
            <p:cNvPr id="830568" name="Text Box 103"/>
            <p:cNvSpPr txBox="1">
              <a:spLocks noChangeArrowheads="1"/>
            </p:cNvSpPr>
            <p:nvPr/>
          </p:nvSpPr>
          <p:spPr bwMode="auto">
            <a:xfrm>
              <a:off x="4155927"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June</a:t>
              </a:r>
            </a:p>
          </p:txBody>
        </p:sp>
        <p:sp>
          <p:nvSpPr>
            <p:cNvPr id="830569" name="Text Box 104"/>
            <p:cNvSpPr txBox="1">
              <a:spLocks noChangeArrowheads="1"/>
            </p:cNvSpPr>
            <p:nvPr/>
          </p:nvSpPr>
          <p:spPr bwMode="auto">
            <a:xfrm>
              <a:off x="4860950"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July</a:t>
              </a:r>
            </a:p>
          </p:txBody>
        </p:sp>
        <p:sp>
          <p:nvSpPr>
            <p:cNvPr id="830570" name="Text Box 105"/>
            <p:cNvSpPr txBox="1">
              <a:spLocks noChangeArrowheads="1"/>
            </p:cNvSpPr>
            <p:nvPr/>
          </p:nvSpPr>
          <p:spPr bwMode="auto">
            <a:xfrm>
              <a:off x="5565973"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August</a:t>
              </a:r>
            </a:p>
          </p:txBody>
        </p:sp>
        <p:sp>
          <p:nvSpPr>
            <p:cNvPr id="830571" name="Text Box 106"/>
            <p:cNvSpPr txBox="1">
              <a:spLocks noChangeArrowheads="1"/>
            </p:cNvSpPr>
            <p:nvPr/>
          </p:nvSpPr>
          <p:spPr bwMode="auto">
            <a:xfrm>
              <a:off x="6270996"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September</a:t>
              </a:r>
            </a:p>
          </p:txBody>
        </p:sp>
        <p:sp>
          <p:nvSpPr>
            <p:cNvPr id="830572" name="Text Box 107"/>
            <p:cNvSpPr txBox="1">
              <a:spLocks noChangeArrowheads="1"/>
            </p:cNvSpPr>
            <p:nvPr/>
          </p:nvSpPr>
          <p:spPr bwMode="auto">
            <a:xfrm>
              <a:off x="6976019"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October</a:t>
              </a:r>
            </a:p>
          </p:txBody>
        </p:sp>
        <p:sp>
          <p:nvSpPr>
            <p:cNvPr id="830573" name="Text Box 108"/>
            <p:cNvSpPr txBox="1">
              <a:spLocks noChangeArrowheads="1"/>
            </p:cNvSpPr>
            <p:nvPr/>
          </p:nvSpPr>
          <p:spPr bwMode="auto">
            <a:xfrm>
              <a:off x="7681042"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November</a:t>
              </a:r>
            </a:p>
          </p:txBody>
        </p:sp>
        <p:sp>
          <p:nvSpPr>
            <p:cNvPr id="830574" name="Text Box 109"/>
            <p:cNvSpPr txBox="1">
              <a:spLocks noChangeArrowheads="1"/>
            </p:cNvSpPr>
            <p:nvPr/>
          </p:nvSpPr>
          <p:spPr bwMode="auto">
            <a:xfrm>
              <a:off x="8386066" y="5690515"/>
              <a:ext cx="631618" cy="111303"/>
            </a:xfrm>
            <a:prstGeom prst="rect">
              <a:avLst/>
            </a:prstGeom>
            <a:noFill/>
            <a:ln w="12700" algn="ctr">
              <a:noFill/>
              <a:miter lim="800000"/>
              <a:headEnd/>
              <a:tailEnd/>
            </a:ln>
          </p:spPr>
          <p:txBody>
            <a:bodyPr lIns="0" tIns="0" rIns="0" bIns="0">
              <a:spAutoFit/>
            </a:bodyPr>
            <a:lstStyle/>
            <a:p>
              <a:pPr algn="ctr">
                <a:lnSpc>
                  <a:spcPct val="95000"/>
                </a:lnSpc>
              </a:pPr>
              <a:r>
                <a:rPr lang="en-US" sz="800" dirty="0">
                  <a:solidFill>
                    <a:srgbClr val="53565A"/>
                  </a:solidFill>
                  <a:latin typeface="Aptos" panose="020B0004020202020204" pitchFamily="34" charset="0"/>
                  <a:ea typeface="ＭＳ Ｐゴシック" charset="-128"/>
                </a:rPr>
                <a:t>December</a:t>
              </a:r>
            </a:p>
          </p:txBody>
        </p:sp>
      </p:grpSp>
    </p:spTree>
    <p:extLst>
      <p:ext uri="{BB962C8B-B14F-4D97-AF65-F5344CB8AC3E}">
        <p14:creationId xmlns:p14="http://schemas.microsoft.com/office/powerpoint/2010/main" val="3909235343"/>
      </p:ext>
    </p:extLst>
  </p:cSld>
  <p:clrMapOvr>
    <a:masterClrMapping/>
  </p:clrMapOvr>
  <p:transition>
    <p:fade/>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Pull out dates</a:t>
            </a:r>
            <a:endParaRPr lang="en-GB" dirty="0"/>
          </a:p>
        </p:txBody>
      </p:sp>
      <p:sp>
        <p:nvSpPr>
          <p:cNvPr id="3" name="Title 2"/>
          <p:cNvSpPr>
            <a:spLocks noGrp="1"/>
          </p:cNvSpPr>
          <p:nvPr>
            <p:ph type="title"/>
          </p:nvPr>
        </p:nvSpPr>
        <p:spPr/>
        <p:txBody>
          <a:bodyPr/>
          <a:lstStyle/>
          <a:p>
            <a:r>
              <a:rPr lang="en-GB"/>
              <a:t>Timeline</a:t>
            </a:r>
            <a:endParaRPr lang="en-GB" dirty="0"/>
          </a:p>
        </p:txBody>
      </p:sp>
      <p:grpSp>
        <p:nvGrpSpPr>
          <p:cNvPr id="5" name="Group 4"/>
          <p:cNvGrpSpPr/>
          <p:nvPr/>
        </p:nvGrpSpPr>
        <p:grpSpPr>
          <a:xfrm>
            <a:off x="599568" y="1817141"/>
            <a:ext cx="8475478" cy="3834305"/>
            <a:chOff x="396000" y="1832828"/>
            <a:chExt cx="8788625" cy="3975972"/>
          </a:xfrm>
        </p:grpSpPr>
        <p:cxnSp>
          <p:nvCxnSpPr>
            <p:cNvPr id="6" name="Straight Connector 5"/>
            <p:cNvCxnSpPr/>
            <p:nvPr/>
          </p:nvCxnSpPr>
          <p:spPr>
            <a:xfrm>
              <a:off x="396000" y="3835400"/>
              <a:ext cx="8746317" cy="0"/>
            </a:xfrm>
            <a:prstGeom prst="line">
              <a:avLst/>
            </a:prstGeom>
            <a:ln w="19050">
              <a:solidFill>
                <a:srgbClr val="BBBCBC"/>
              </a:solidFill>
            </a:ln>
          </p:spPr>
          <p:style>
            <a:lnRef idx="1">
              <a:schemeClr val="accent1"/>
            </a:lnRef>
            <a:fillRef idx="0">
              <a:schemeClr val="accent1"/>
            </a:fillRef>
            <a:effectRef idx="0">
              <a:schemeClr val="accent1"/>
            </a:effectRef>
            <a:fontRef idx="minor">
              <a:schemeClr val="tx1"/>
            </a:fontRef>
          </p:style>
        </p:cxnSp>
        <p:sp>
          <p:nvSpPr>
            <p:cNvPr id="8" name="Oval 7"/>
            <p:cNvSpPr/>
            <p:nvPr/>
          </p:nvSpPr>
          <p:spPr bwMode="gray">
            <a:xfrm>
              <a:off x="1414818" y="3551497"/>
              <a:ext cx="567806" cy="567806"/>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10" name="Oval 9"/>
            <p:cNvSpPr/>
            <p:nvPr/>
          </p:nvSpPr>
          <p:spPr bwMode="gray">
            <a:xfrm>
              <a:off x="2483658" y="3759200"/>
              <a:ext cx="152400" cy="152400"/>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12" name="Straight Connector 11"/>
            <p:cNvCxnSpPr>
              <a:stCxn id="10" idx="0"/>
            </p:cNvCxnSpPr>
            <p:nvPr/>
          </p:nvCxnSpPr>
          <p:spPr>
            <a:xfrm flipV="1">
              <a:off x="2559858" y="1863050"/>
              <a:ext cx="0" cy="18961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14" name="Oval 13"/>
            <p:cNvSpPr/>
            <p:nvPr/>
          </p:nvSpPr>
          <p:spPr bwMode="gray">
            <a:xfrm>
              <a:off x="4288097" y="3551497"/>
              <a:ext cx="567806" cy="567806"/>
            </a:xfrm>
            <a:prstGeom prst="ellipse">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15" name="Oval 14"/>
            <p:cNvSpPr/>
            <p:nvPr/>
          </p:nvSpPr>
          <p:spPr bwMode="gray">
            <a:xfrm>
              <a:off x="7161376" y="3551497"/>
              <a:ext cx="567806" cy="567806"/>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19" name="TextBox 18"/>
            <p:cNvSpPr txBox="1"/>
            <p:nvPr/>
          </p:nvSpPr>
          <p:spPr>
            <a:xfrm>
              <a:off x="2637357" y="1832828"/>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04</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21" name="Oval 20"/>
            <p:cNvSpPr/>
            <p:nvPr/>
          </p:nvSpPr>
          <p:spPr bwMode="gray">
            <a:xfrm>
              <a:off x="3482263" y="3759200"/>
              <a:ext cx="152400" cy="152400"/>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22" name="Straight Connector 21"/>
            <p:cNvCxnSpPr>
              <a:stCxn id="21" idx="0"/>
            </p:cNvCxnSpPr>
            <p:nvPr/>
          </p:nvCxnSpPr>
          <p:spPr>
            <a:xfrm flipV="1">
              <a:off x="3558463" y="2494548"/>
              <a:ext cx="0" cy="1264652"/>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3627995" y="2452454"/>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22</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30" name="Oval 29"/>
            <p:cNvSpPr/>
            <p:nvPr/>
          </p:nvSpPr>
          <p:spPr bwMode="gray">
            <a:xfrm>
              <a:off x="6490315" y="3759200"/>
              <a:ext cx="152400" cy="152400"/>
            </a:xfrm>
            <a:prstGeom prst="ellipse">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31" name="Straight Connector 30"/>
            <p:cNvCxnSpPr>
              <a:stCxn id="30" idx="0"/>
            </p:cNvCxnSpPr>
            <p:nvPr/>
          </p:nvCxnSpPr>
          <p:spPr>
            <a:xfrm flipV="1">
              <a:off x="6566515" y="1863050"/>
              <a:ext cx="0" cy="18961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6639950" y="1832828"/>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23</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40" name="Oval 39"/>
            <p:cNvSpPr/>
            <p:nvPr/>
          </p:nvSpPr>
          <p:spPr bwMode="gray">
            <a:xfrm>
              <a:off x="572528" y="3759200"/>
              <a:ext cx="152400" cy="152400"/>
            </a:xfrm>
            <a:prstGeom prst="ellipse">
              <a:avLst/>
            </a:prstGeom>
            <a:solidFill>
              <a:schemeClr val="accent4"/>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accent4"/>
                </a:solidFill>
                <a:latin typeface="Aptos" panose="020B0004020202020204" pitchFamily="34" charset="0"/>
              </a:endParaRPr>
            </a:p>
          </p:txBody>
        </p:sp>
        <p:cxnSp>
          <p:nvCxnSpPr>
            <p:cNvPr id="41" name="Straight Connector 40"/>
            <p:cNvCxnSpPr>
              <a:stCxn id="40" idx="0"/>
            </p:cNvCxnSpPr>
            <p:nvPr/>
          </p:nvCxnSpPr>
          <p:spPr>
            <a:xfrm flipV="1">
              <a:off x="648728" y="2494548"/>
              <a:ext cx="0" cy="1264652"/>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718259" y="2452454"/>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26</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43" name="Oval 42"/>
            <p:cNvSpPr/>
            <p:nvPr/>
          </p:nvSpPr>
          <p:spPr bwMode="gray">
            <a:xfrm>
              <a:off x="5479260" y="3759200"/>
              <a:ext cx="152400" cy="152400"/>
            </a:xfrm>
            <a:prstGeom prst="ellipse">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44" name="Straight Connector 43"/>
            <p:cNvCxnSpPr>
              <a:stCxn id="43" idx="0"/>
            </p:cNvCxnSpPr>
            <p:nvPr/>
          </p:nvCxnSpPr>
          <p:spPr>
            <a:xfrm flipV="1">
              <a:off x="5555460" y="2494548"/>
              <a:ext cx="0" cy="126465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5624989" y="2452454"/>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16</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46" name="Oval 45"/>
            <p:cNvSpPr/>
            <p:nvPr/>
          </p:nvSpPr>
          <p:spPr bwMode="gray">
            <a:xfrm>
              <a:off x="8020032" y="3759200"/>
              <a:ext cx="152400" cy="152400"/>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47" name="Straight Connector 46"/>
            <p:cNvCxnSpPr>
              <a:stCxn id="46" idx="0"/>
            </p:cNvCxnSpPr>
            <p:nvPr/>
          </p:nvCxnSpPr>
          <p:spPr>
            <a:xfrm flipV="1">
              <a:off x="8096232" y="2494548"/>
              <a:ext cx="0" cy="1264652"/>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8169665" y="2452454"/>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5</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49" name="Oval 48"/>
            <p:cNvSpPr/>
            <p:nvPr/>
          </p:nvSpPr>
          <p:spPr bwMode="gray">
            <a:xfrm>
              <a:off x="3028738" y="3759200"/>
              <a:ext cx="152400" cy="152400"/>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50" name="Straight Connector 49"/>
            <p:cNvCxnSpPr>
              <a:endCxn id="49" idx="4"/>
            </p:cNvCxnSpPr>
            <p:nvPr/>
          </p:nvCxnSpPr>
          <p:spPr>
            <a:xfrm flipH="1" flipV="1">
              <a:off x="3104938" y="3911600"/>
              <a:ext cx="0" cy="189720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1" name="TextBox 50"/>
            <p:cNvSpPr txBox="1"/>
            <p:nvPr/>
          </p:nvSpPr>
          <p:spPr>
            <a:xfrm>
              <a:off x="3173685" y="5171386"/>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15</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54" name="Oval 53"/>
            <p:cNvSpPr/>
            <p:nvPr/>
          </p:nvSpPr>
          <p:spPr bwMode="gray">
            <a:xfrm>
              <a:off x="5859203" y="3759200"/>
              <a:ext cx="152400" cy="152400"/>
            </a:xfrm>
            <a:prstGeom prst="ellipse">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55" name="Straight Connector 54"/>
            <p:cNvCxnSpPr>
              <a:endCxn id="54" idx="4"/>
            </p:cNvCxnSpPr>
            <p:nvPr/>
          </p:nvCxnSpPr>
          <p:spPr>
            <a:xfrm flipH="1" flipV="1">
              <a:off x="5935403" y="3911600"/>
              <a:ext cx="0" cy="189720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6004149" y="5171386"/>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13</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57" name="TextBox 56"/>
            <p:cNvSpPr txBox="1"/>
            <p:nvPr/>
          </p:nvSpPr>
          <p:spPr>
            <a:xfrm rot="16200000">
              <a:off x="1195306" y="4599492"/>
              <a:ext cx="1014960" cy="181583"/>
            </a:xfrm>
            <a:prstGeom prst="rect">
              <a:avLst/>
            </a:prstGeom>
            <a:noFill/>
          </p:spPr>
          <p:txBody>
            <a:bodyPr wrap="square" lIns="0" tIns="0" rIns="0" bIns="0" rtlCol="0">
              <a:spAutoFit/>
            </a:bodyPr>
            <a:lstStyle/>
            <a:p>
              <a:pPr algn="r">
                <a:spcBef>
                  <a:spcPts val="488"/>
                </a:spcBef>
                <a:buSzPct val="100000"/>
              </a:pPr>
              <a:r>
                <a:rPr lang="en-GB" sz="1138" b="1" dirty="0">
                  <a:latin typeface="Aptos" panose="020B0004020202020204" pitchFamily="34" charset="0"/>
                </a:rPr>
                <a:t>June</a:t>
              </a:r>
              <a:endParaRPr lang="en-GB" sz="650" dirty="0">
                <a:latin typeface="Aptos" panose="020B0004020202020204" pitchFamily="34" charset="0"/>
              </a:endParaRPr>
            </a:p>
          </p:txBody>
        </p:sp>
        <p:sp>
          <p:nvSpPr>
            <p:cNvPr id="58" name="TextBox 57"/>
            <p:cNvSpPr txBox="1"/>
            <p:nvPr/>
          </p:nvSpPr>
          <p:spPr>
            <a:xfrm rot="16200000">
              <a:off x="4064520" y="4599492"/>
              <a:ext cx="1014960" cy="181583"/>
            </a:xfrm>
            <a:prstGeom prst="rect">
              <a:avLst/>
            </a:prstGeom>
            <a:noFill/>
          </p:spPr>
          <p:txBody>
            <a:bodyPr wrap="square" lIns="0" tIns="0" rIns="0" bIns="0" rtlCol="0">
              <a:spAutoFit/>
            </a:bodyPr>
            <a:lstStyle/>
            <a:p>
              <a:pPr algn="r">
                <a:spcBef>
                  <a:spcPts val="488"/>
                </a:spcBef>
                <a:buSzPct val="100000"/>
              </a:pPr>
              <a:r>
                <a:rPr lang="en-GB" sz="1138" b="1" dirty="0">
                  <a:latin typeface="Aptos" panose="020B0004020202020204" pitchFamily="34" charset="0"/>
                </a:rPr>
                <a:t>July</a:t>
              </a:r>
              <a:endParaRPr lang="en-GB" sz="650" dirty="0">
                <a:latin typeface="Aptos" panose="020B0004020202020204" pitchFamily="34" charset="0"/>
              </a:endParaRPr>
            </a:p>
          </p:txBody>
        </p:sp>
        <p:sp>
          <p:nvSpPr>
            <p:cNvPr id="59" name="TextBox 58"/>
            <p:cNvSpPr txBox="1"/>
            <p:nvPr/>
          </p:nvSpPr>
          <p:spPr>
            <a:xfrm rot="16200000">
              <a:off x="6937799" y="4599492"/>
              <a:ext cx="1014960" cy="181583"/>
            </a:xfrm>
            <a:prstGeom prst="rect">
              <a:avLst/>
            </a:prstGeom>
            <a:noFill/>
          </p:spPr>
          <p:txBody>
            <a:bodyPr wrap="square" lIns="0" tIns="0" rIns="0" bIns="0" rtlCol="0">
              <a:spAutoFit/>
            </a:bodyPr>
            <a:lstStyle/>
            <a:p>
              <a:pPr algn="r">
                <a:spcBef>
                  <a:spcPts val="488"/>
                </a:spcBef>
                <a:buSzPct val="100000"/>
              </a:pPr>
              <a:r>
                <a:rPr lang="en-GB" sz="1138" b="1" dirty="0">
                  <a:latin typeface="Aptos" panose="020B0004020202020204" pitchFamily="34" charset="0"/>
                </a:rPr>
                <a:t>August</a:t>
              </a:r>
              <a:endParaRPr lang="en-GB" sz="650" dirty="0">
                <a:latin typeface="Aptos" panose="020B0004020202020204" pitchFamily="34" charset="0"/>
              </a:endParaRPr>
            </a:p>
          </p:txBody>
        </p:sp>
      </p:grpSp>
    </p:spTree>
    <p:extLst>
      <p:ext uri="{BB962C8B-B14F-4D97-AF65-F5344CB8AC3E}">
        <p14:creationId xmlns:p14="http://schemas.microsoft.com/office/powerpoint/2010/main" val="421888968"/>
      </p:ext>
    </p:extLst>
  </p:cSld>
  <p:clrMapOvr>
    <a:masterClrMapping/>
  </p:clrMapOvr>
  <p:transition>
    <p:fade/>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Pull out dates</a:t>
            </a:r>
            <a:endParaRPr lang="en-GB" dirty="0"/>
          </a:p>
        </p:txBody>
      </p:sp>
      <p:sp>
        <p:nvSpPr>
          <p:cNvPr id="3" name="Title 2"/>
          <p:cNvSpPr>
            <a:spLocks noGrp="1"/>
          </p:cNvSpPr>
          <p:nvPr>
            <p:ph type="title"/>
          </p:nvPr>
        </p:nvSpPr>
        <p:spPr/>
        <p:txBody>
          <a:bodyPr/>
          <a:lstStyle/>
          <a:p>
            <a:r>
              <a:rPr lang="en-GB"/>
              <a:t>Timeline</a:t>
            </a:r>
            <a:endParaRPr lang="en-GB" dirty="0"/>
          </a:p>
        </p:txBody>
      </p:sp>
      <p:grpSp>
        <p:nvGrpSpPr>
          <p:cNvPr id="5" name="Group 4"/>
          <p:cNvGrpSpPr/>
          <p:nvPr/>
        </p:nvGrpSpPr>
        <p:grpSpPr>
          <a:xfrm>
            <a:off x="599568" y="1817141"/>
            <a:ext cx="8475478" cy="3834305"/>
            <a:chOff x="396000" y="1832828"/>
            <a:chExt cx="8788625" cy="3975972"/>
          </a:xfrm>
        </p:grpSpPr>
        <p:cxnSp>
          <p:nvCxnSpPr>
            <p:cNvPr id="6" name="Straight Connector 5"/>
            <p:cNvCxnSpPr/>
            <p:nvPr/>
          </p:nvCxnSpPr>
          <p:spPr>
            <a:xfrm>
              <a:off x="396000" y="3835400"/>
              <a:ext cx="8746317" cy="0"/>
            </a:xfrm>
            <a:prstGeom prst="line">
              <a:avLst/>
            </a:prstGeom>
            <a:ln w="19050">
              <a:solidFill>
                <a:srgbClr val="BBBCBC"/>
              </a:solidFill>
            </a:ln>
          </p:spPr>
          <p:style>
            <a:lnRef idx="1">
              <a:schemeClr val="accent1"/>
            </a:lnRef>
            <a:fillRef idx="0">
              <a:schemeClr val="accent1"/>
            </a:fillRef>
            <a:effectRef idx="0">
              <a:schemeClr val="accent1"/>
            </a:effectRef>
            <a:fontRef idx="minor">
              <a:schemeClr val="tx1"/>
            </a:fontRef>
          </p:style>
        </p:cxnSp>
        <p:sp>
          <p:nvSpPr>
            <p:cNvPr id="8" name="Oval 7"/>
            <p:cNvSpPr/>
            <p:nvPr/>
          </p:nvSpPr>
          <p:spPr bwMode="gray">
            <a:xfrm>
              <a:off x="1414818" y="3551497"/>
              <a:ext cx="567806" cy="567806"/>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10" name="Oval 9"/>
            <p:cNvSpPr/>
            <p:nvPr/>
          </p:nvSpPr>
          <p:spPr bwMode="gray">
            <a:xfrm>
              <a:off x="2483658" y="3759200"/>
              <a:ext cx="152400" cy="152400"/>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12" name="Straight Connector 11"/>
            <p:cNvCxnSpPr>
              <a:stCxn id="10" idx="0"/>
            </p:cNvCxnSpPr>
            <p:nvPr/>
          </p:nvCxnSpPr>
          <p:spPr>
            <a:xfrm flipV="1">
              <a:off x="2559858" y="1863050"/>
              <a:ext cx="0" cy="18961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14" name="Oval 13"/>
            <p:cNvSpPr/>
            <p:nvPr/>
          </p:nvSpPr>
          <p:spPr bwMode="gray">
            <a:xfrm>
              <a:off x="4288097" y="3551497"/>
              <a:ext cx="567806" cy="567806"/>
            </a:xfrm>
            <a:prstGeom prst="ellipse">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15" name="Oval 14"/>
            <p:cNvSpPr/>
            <p:nvPr/>
          </p:nvSpPr>
          <p:spPr bwMode="gray">
            <a:xfrm>
              <a:off x="7161376" y="3551497"/>
              <a:ext cx="567806" cy="567806"/>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sp>
          <p:nvSpPr>
            <p:cNvPr id="19" name="TextBox 18"/>
            <p:cNvSpPr txBox="1"/>
            <p:nvPr/>
          </p:nvSpPr>
          <p:spPr>
            <a:xfrm>
              <a:off x="2637357" y="1832828"/>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04</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21" name="Oval 20"/>
            <p:cNvSpPr/>
            <p:nvPr/>
          </p:nvSpPr>
          <p:spPr bwMode="gray">
            <a:xfrm>
              <a:off x="3482263" y="3759200"/>
              <a:ext cx="152400" cy="152400"/>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22" name="Straight Connector 21"/>
            <p:cNvCxnSpPr>
              <a:stCxn id="21" idx="0"/>
            </p:cNvCxnSpPr>
            <p:nvPr/>
          </p:nvCxnSpPr>
          <p:spPr>
            <a:xfrm flipV="1">
              <a:off x="3558463" y="2494548"/>
              <a:ext cx="0" cy="1264652"/>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3627995" y="2452454"/>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22</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30" name="Oval 29"/>
            <p:cNvSpPr/>
            <p:nvPr/>
          </p:nvSpPr>
          <p:spPr bwMode="gray">
            <a:xfrm>
              <a:off x="6490315" y="3759200"/>
              <a:ext cx="152400" cy="152400"/>
            </a:xfrm>
            <a:prstGeom prst="ellipse">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31" name="Straight Connector 30"/>
            <p:cNvCxnSpPr>
              <a:stCxn id="30" idx="0"/>
            </p:cNvCxnSpPr>
            <p:nvPr/>
          </p:nvCxnSpPr>
          <p:spPr>
            <a:xfrm flipV="1">
              <a:off x="6566515" y="1863050"/>
              <a:ext cx="0" cy="18961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6639950" y="1832828"/>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23</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40" name="Oval 39"/>
            <p:cNvSpPr/>
            <p:nvPr/>
          </p:nvSpPr>
          <p:spPr bwMode="gray">
            <a:xfrm>
              <a:off x="572528" y="3759200"/>
              <a:ext cx="152400" cy="152400"/>
            </a:xfrm>
            <a:prstGeom prst="ellipse">
              <a:avLst/>
            </a:prstGeom>
            <a:solidFill>
              <a:schemeClr val="accent4"/>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accent4"/>
                </a:solidFill>
                <a:latin typeface="Aptos" panose="020B0004020202020204" pitchFamily="34" charset="0"/>
              </a:endParaRPr>
            </a:p>
          </p:txBody>
        </p:sp>
        <p:cxnSp>
          <p:nvCxnSpPr>
            <p:cNvPr id="41" name="Straight Connector 40"/>
            <p:cNvCxnSpPr>
              <a:stCxn id="40" idx="0"/>
            </p:cNvCxnSpPr>
            <p:nvPr/>
          </p:nvCxnSpPr>
          <p:spPr>
            <a:xfrm flipV="1">
              <a:off x="648728" y="2494548"/>
              <a:ext cx="0" cy="1264652"/>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718259" y="2452454"/>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26</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43" name="Oval 42"/>
            <p:cNvSpPr/>
            <p:nvPr/>
          </p:nvSpPr>
          <p:spPr bwMode="gray">
            <a:xfrm>
              <a:off x="5479260" y="3759200"/>
              <a:ext cx="152400" cy="152400"/>
            </a:xfrm>
            <a:prstGeom prst="ellipse">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44" name="Straight Connector 43"/>
            <p:cNvCxnSpPr>
              <a:stCxn id="43" idx="0"/>
            </p:cNvCxnSpPr>
            <p:nvPr/>
          </p:nvCxnSpPr>
          <p:spPr>
            <a:xfrm flipV="1">
              <a:off x="5555460" y="2494548"/>
              <a:ext cx="0" cy="126465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5624989" y="2452454"/>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16</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46" name="Oval 45"/>
            <p:cNvSpPr/>
            <p:nvPr/>
          </p:nvSpPr>
          <p:spPr bwMode="gray">
            <a:xfrm>
              <a:off x="8020032" y="3759200"/>
              <a:ext cx="152400" cy="152400"/>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47" name="Straight Connector 46"/>
            <p:cNvCxnSpPr>
              <a:stCxn id="46" idx="0"/>
            </p:cNvCxnSpPr>
            <p:nvPr/>
          </p:nvCxnSpPr>
          <p:spPr>
            <a:xfrm flipV="1">
              <a:off x="8096232" y="2494548"/>
              <a:ext cx="0" cy="1264652"/>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8169665" y="2452454"/>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5</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49" name="Oval 48"/>
            <p:cNvSpPr/>
            <p:nvPr/>
          </p:nvSpPr>
          <p:spPr bwMode="gray">
            <a:xfrm>
              <a:off x="3028738" y="3759200"/>
              <a:ext cx="152400" cy="152400"/>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50" name="Straight Connector 49"/>
            <p:cNvCxnSpPr>
              <a:endCxn id="49" idx="4"/>
            </p:cNvCxnSpPr>
            <p:nvPr/>
          </p:nvCxnSpPr>
          <p:spPr>
            <a:xfrm flipH="1" flipV="1">
              <a:off x="3104938" y="3911600"/>
              <a:ext cx="0" cy="189720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1" name="TextBox 50"/>
            <p:cNvSpPr txBox="1"/>
            <p:nvPr/>
          </p:nvSpPr>
          <p:spPr>
            <a:xfrm>
              <a:off x="3173685" y="5171386"/>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15</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54" name="Oval 53"/>
            <p:cNvSpPr/>
            <p:nvPr/>
          </p:nvSpPr>
          <p:spPr bwMode="gray">
            <a:xfrm>
              <a:off x="5859203" y="3759200"/>
              <a:ext cx="152400" cy="152400"/>
            </a:xfrm>
            <a:prstGeom prst="ellipse">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latin typeface="Aptos" panose="020B0004020202020204" pitchFamily="34" charset="0"/>
              </a:endParaRPr>
            </a:p>
          </p:txBody>
        </p:sp>
        <p:cxnSp>
          <p:nvCxnSpPr>
            <p:cNvPr id="55" name="Straight Connector 54"/>
            <p:cNvCxnSpPr>
              <a:endCxn id="54" idx="4"/>
            </p:cNvCxnSpPr>
            <p:nvPr/>
          </p:nvCxnSpPr>
          <p:spPr>
            <a:xfrm flipH="1" flipV="1">
              <a:off x="5935403" y="3911600"/>
              <a:ext cx="0" cy="189720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6004149" y="5171386"/>
              <a:ext cx="1014960" cy="492752"/>
            </a:xfrm>
            <a:prstGeom prst="rect">
              <a:avLst/>
            </a:prstGeom>
            <a:noFill/>
          </p:spPr>
          <p:txBody>
            <a:bodyPr wrap="square" lIns="0" tIns="0" rIns="0" bIns="0" rtlCol="0">
              <a:spAutoFit/>
            </a:bodyPr>
            <a:lstStyle/>
            <a:p>
              <a:pPr>
                <a:spcBef>
                  <a:spcPts val="488"/>
                </a:spcBef>
                <a:buSzPct val="100000"/>
              </a:pPr>
              <a:r>
                <a:rPr lang="en-GB" sz="1138" b="1" dirty="0">
                  <a:latin typeface="Aptos" panose="020B0004020202020204" pitchFamily="34" charset="0"/>
                </a:rPr>
                <a:t>13</a:t>
              </a:r>
            </a:p>
            <a:p>
              <a:r>
                <a:rPr lang="en-GB" sz="650" dirty="0">
                  <a:latin typeface="Aptos" panose="020B0004020202020204" pitchFamily="34" charset="0"/>
                </a:rPr>
                <a:t>Lorem ipsum</a:t>
              </a:r>
            </a:p>
            <a:p>
              <a:r>
                <a:rPr lang="en-GB" sz="650" dirty="0" err="1">
                  <a:latin typeface="Aptos" panose="020B0004020202020204" pitchFamily="34" charset="0"/>
                </a:rPr>
                <a:t>odit</a:t>
              </a:r>
              <a:r>
                <a:rPr lang="en-GB" sz="650" dirty="0">
                  <a:latin typeface="Aptos" panose="020B0004020202020204" pitchFamily="34" charset="0"/>
                </a:rPr>
                <a:t> que </a:t>
              </a:r>
              <a:r>
                <a:rPr lang="en-GB" sz="650" dirty="0" err="1">
                  <a:latin typeface="Aptos" panose="020B0004020202020204" pitchFamily="34" charset="0"/>
                </a:rPr>
                <a:t>perovit</a:t>
              </a:r>
              <a:endParaRPr lang="en-GB" sz="650" dirty="0">
                <a:latin typeface="Aptos" panose="020B0004020202020204" pitchFamily="34" charset="0"/>
              </a:endParaRPr>
            </a:p>
            <a:p>
              <a:r>
                <a:rPr lang="en-GB" sz="650" dirty="0" err="1">
                  <a:latin typeface="Aptos" panose="020B0004020202020204" pitchFamily="34" charset="0"/>
                </a:rPr>
                <a:t>unt</a:t>
              </a:r>
              <a:r>
                <a:rPr lang="en-GB" sz="650" dirty="0">
                  <a:latin typeface="Aptos" panose="020B0004020202020204" pitchFamily="34" charset="0"/>
                </a:rPr>
                <a:t> pa </a:t>
              </a:r>
              <a:r>
                <a:rPr lang="en-GB" sz="650" dirty="0" err="1">
                  <a:latin typeface="Aptos" panose="020B0004020202020204" pitchFamily="34" charset="0"/>
                </a:rPr>
                <a:t>voluptio</a:t>
              </a:r>
              <a:endParaRPr lang="en-GB" sz="650" dirty="0">
                <a:latin typeface="Aptos" panose="020B0004020202020204" pitchFamily="34" charset="0"/>
              </a:endParaRPr>
            </a:p>
          </p:txBody>
        </p:sp>
        <p:sp>
          <p:nvSpPr>
            <p:cNvPr id="57" name="TextBox 56"/>
            <p:cNvSpPr txBox="1"/>
            <p:nvPr/>
          </p:nvSpPr>
          <p:spPr>
            <a:xfrm rot="16200000">
              <a:off x="1195306" y="4599492"/>
              <a:ext cx="1014960" cy="181583"/>
            </a:xfrm>
            <a:prstGeom prst="rect">
              <a:avLst/>
            </a:prstGeom>
            <a:noFill/>
          </p:spPr>
          <p:txBody>
            <a:bodyPr wrap="square" lIns="0" tIns="0" rIns="0" bIns="0" rtlCol="0">
              <a:spAutoFit/>
            </a:bodyPr>
            <a:lstStyle/>
            <a:p>
              <a:pPr algn="r">
                <a:spcBef>
                  <a:spcPts val="488"/>
                </a:spcBef>
                <a:buSzPct val="100000"/>
              </a:pPr>
              <a:r>
                <a:rPr lang="en-GB" sz="1138" b="1" dirty="0">
                  <a:latin typeface="Aptos" panose="020B0004020202020204" pitchFamily="34" charset="0"/>
                </a:rPr>
                <a:t>June</a:t>
              </a:r>
              <a:endParaRPr lang="en-GB" sz="650" dirty="0">
                <a:latin typeface="Aptos" panose="020B0004020202020204" pitchFamily="34" charset="0"/>
              </a:endParaRPr>
            </a:p>
          </p:txBody>
        </p:sp>
        <p:sp>
          <p:nvSpPr>
            <p:cNvPr id="58" name="TextBox 57"/>
            <p:cNvSpPr txBox="1"/>
            <p:nvPr/>
          </p:nvSpPr>
          <p:spPr>
            <a:xfrm rot="16200000">
              <a:off x="4064520" y="4599492"/>
              <a:ext cx="1014960" cy="181583"/>
            </a:xfrm>
            <a:prstGeom prst="rect">
              <a:avLst/>
            </a:prstGeom>
            <a:noFill/>
          </p:spPr>
          <p:txBody>
            <a:bodyPr wrap="square" lIns="0" tIns="0" rIns="0" bIns="0" rtlCol="0">
              <a:spAutoFit/>
            </a:bodyPr>
            <a:lstStyle/>
            <a:p>
              <a:pPr algn="r">
                <a:spcBef>
                  <a:spcPts val="488"/>
                </a:spcBef>
                <a:buSzPct val="100000"/>
              </a:pPr>
              <a:r>
                <a:rPr lang="en-GB" sz="1138" b="1" dirty="0">
                  <a:latin typeface="Aptos" panose="020B0004020202020204" pitchFamily="34" charset="0"/>
                </a:rPr>
                <a:t>July</a:t>
              </a:r>
              <a:endParaRPr lang="en-GB" sz="650" dirty="0">
                <a:latin typeface="Aptos" panose="020B0004020202020204" pitchFamily="34" charset="0"/>
              </a:endParaRPr>
            </a:p>
          </p:txBody>
        </p:sp>
        <p:sp>
          <p:nvSpPr>
            <p:cNvPr id="59" name="TextBox 58"/>
            <p:cNvSpPr txBox="1"/>
            <p:nvPr/>
          </p:nvSpPr>
          <p:spPr>
            <a:xfrm rot="16200000">
              <a:off x="6937799" y="4599492"/>
              <a:ext cx="1014960" cy="181583"/>
            </a:xfrm>
            <a:prstGeom prst="rect">
              <a:avLst/>
            </a:prstGeom>
            <a:noFill/>
          </p:spPr>
          <p:txBody>
            <a:bodyPr wrap="square" lIns="0" tIns="0" rIns="0" bIns="0" rtlCol="0">
              <a:spAutoFit/>
            </a:bodyPr>
            <a:lstStyle/>
            <a:p>
              <a:pPr algn="r">
                <a:spcBef>
                  <a:spcPts val="488"/>
                </a:spcBef>
                <a:buSzPct val="100000"/>
              </a:pPr>
              <a:r>
                <a:rPr lang="en-GB" sz="1138" b="1" dirty="0">
                  <a:latin typeface="Aptos" panose="020B0004020202020204" pitchFamily="34" charset="0"/>
                </a:rPr>
                <a:t>August</a:t>
              </a:r>
              <a:endParaRPr lang="en-GB" sz="650" dirty="0">
                <a:latin typeface="Aptos" panose="020B0004020202020204" pitchFamily="34" charset="0"/>
              </a:endParaRPr>
            </a:p>
          </p:txBody>
        </p:sp>
      </p:grpSp>
    </p:spTree>
    <p:extLst>
      <p:ext uri="{BB962C8B-B14F-4D97-AF65-F5344CB8AC3E}">
        <p14:creationId xmlns:p14="http://schemas.microsoft.com/office/powerpoint/2010/main" val="3261522890"/>
      </p:ext>
    </p:extLst>
  </p:cSld>
  <p:clrMapOvr>
    <a:masterClrMapping/>
  </p:clrMapOvr>
  <p:transition>
    <p:fade/>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2513" name="Title 1"/>
          <p:cNvSpPr>
            <a:spLocks noGrp="1"/>
          </p:cNvSpPr>
          <p:nvPr>
            <p:ph type="title"/>
          </p:nvPr>
        </p:nvSpPr>
        <p:spPr/>
        <p:txBody>
          <a:bodyPr/>
          <a:lstStyle/>
          <a:p>
            <a:r>
              <a:rPr lang="en-US"/>
              <a:t>Calendar</a:t>
            </a:r>
            <a:endParaRPr lang="en-US" dirty="0"/>
          </a:p>
        </p:txBody>
      </p:sp>
      <p:graphicFrame>
        <p:nvGraphicFramePr>
          <p:cNvPr id="5" name="Group 3"/>
          <p:cNvGraphicFramePr>
            <a:graphicFrameLocks noGrp="1"/>
          </p:cNvGraphicFramePr>
          <p:nvPr>
            <p:extLst>
              <p:ext uri="{D42A27DB-BD31-4B8C-83A1-F6EECF244321}">
                <p14:modId xmlns:p14="http://schemas.microsoft.com/office/powerpoint/2010/main" val="2059540175"/>
              </p:ext>
            </p:extLst>
          </p:nvPr>
        </p:nvGraphicFramePr>
        <p:xfrm>
          <a:off x="589237" y="1954713"/>
          <a:ext cx="8727526" cy="3414743"/>
        </p:xfrm>
        <a:graphic>
          <a:graphicData uri="http://schemas.openxmlformats.org/drawingml/2006/table">
            <a:tbl>
              <a:tblPr/>
              <a:tblGrid>
                <a:gridCol w="1270727">
                  <a:extLst>
                    <a:ext uri="{9D8B030D-6E8A-4147-A177-3AD203B41FA5}">
                      <a16:colId xmlns:a16="http://schemas.microsoft.com/office/drawing/2014/main" val="20000"/>
                    </a:ext>
                  </a:extLst>
                </a:gridCol>
                <a:gridCol w="1473981">
                  <a:extLst>
                    <a:ext uri="{9D8B030D-6E8A-4147-A177-3AD203B41FA5}">
                      <a16:colId xmlns:a16="http://schemas.microsoft.com/office/drawing/2014/main" val="20001"/>
                    </a:ext>
                  </a:extLst>
                </a:gridCol>
                <a:gridCol w="1509668">
                  <a:extLst>
                    <a:ext uri="{9D8B030D-6E8A-4147-A177-3AD203B41FA5}">
                      <a16:colId xmlns:a16="http://schemas.microsoft.com/office/drawing/2014/main" val="20002"/>
                    </a:ext>
                  </a:extLst>
                </a:gridCol>
                <a:gridCol w="1489498">
                  <a:extLst>
                    <a:ext uri="{9D8B030D-6E8A-4147-A177-3AD203B41FA5}">
                      <a16:colId xmlns:a16="http://schemas.microsoft.com/office/drawing/2014/main" val="20003"/>
                    </a:ext>
                  </a:extLst>
                </a:gridCol>
                <a:gridCol w="1494154">
                  <a:extLst>
                    <a:ext uri="{9D8B030D-6E8A-4147-A177-3AD203B41FA5}">
                      <a16:colId xmlns:a16="http://schemas.microsoft.com/office/drawing/2014/main" val="20004"/>
                    </a:ext>
                  </a:extLst>
                </a:gridCol>
                <a:gridCol w="1489498">
                  <a:extLst>
                    <a:ext uri="{9D8B030D-6E8A-4147-A177-3AD203B41FA5}">
                      <a16:colId xmlns:a16="http://schemas.microsoft.com/office/drawing/2014/main" val="20005"/>
                    </a:ext>
                  </a:extLst>
                </a:gridCol>
              </a:tblGrid>
              <a:tr h="297180">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1"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rgbClr val="53565A"/>
                          </a:solidFill>
                          <a:effectLst/>
                          <a:latin typeface="Aptos" panose="020B0004020202020204" pitchFamily="34" charset="0"/>
                        </a:rPr>
                        <a:t>Monday</a:t>
                      </a:r>
                    </a:p>
                  </a:txBody>
                  <a:tcPr marL="74295" marR="74295" marT="74295" marB="74295" anchor="ctr"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rgbClr val="53565A"/>
                          </a:solidFill>
                          <a:effectLst/>
                          <a:latin typeface="Aptos" panose="020B0004020202020204" pitchFamily="34" charset="0"/>
                        </a:rPr>
                        <a:t>Tuesday</a:t>
                      </a:r>
                    </a:p>
                  </a:txBody>
                  <a:tcPr marL="74295" marR="74295" marT="74295" marB="74295" anchor="ctr"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rgbClr val="53565A"/>
                          </a:solidFill>
                          <a:effectLst/>
                          <a:latin typeface="Aptos" panose="020B0004020202020204" pitchFamily="34" charset="0"/>
                        </a:rPr>
                        <a:t>Wednesday</a:t>
                      </a:r>
                    </a:p>
                  </a:txBody>
                  <a:tcPr marL="74295" marR="74295" marT="74295" marB="74295" anchor="ctr"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rgbClr val="53565A"/>
                          </a:solidFill>
                          <a:effectLst/>
                          <a:latin typeface="Aptos" panose="020B0004020202020204" pitchFamily="34" charset="0"/>
                        </a:rPr>
                        <a:t>Thursday</a:t>
                      </a:r>
                    </a:p>
                  </a:txBody>
                  <a:tcPr marL="74295" marR="74295" marT="74295" marB="74295" anchor="ctr"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rgbClr val="53565A"/>
                          </a:solidFill>
                          <a:effectLst/>
                          <a:latin typeface="Aptos" panose="020B0004020202020204" pitchFamily="34" charset="0"/>
                        </a:rPr>
                        <a:t>Friday</a:t>
                      </a:r>
                    </a:p>
                  </a:txBody>
                  <a:tcPr marL="74295" marR="74295" marT="74295" marB="74295" anchor="ctr"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17836">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Week #</a:t>
                      </a:r>
                    </a:p>
                  </a:txBody>
                  <a:tcPr marL="74295" marR="74295" marT="74295" marB="74295" anchor="ctr"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bg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bg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1"/>
                  </a:ext>
                </a:extLst>
              </a:tr>
              <a:tr h="6229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Week #</a:t>
                      </a:r>
                    </a:p>
                  </a:txBody>
                  <a:tcPr marL="74295" marR="74295" marT="74295" marB="74295" anchor="ctr"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2"/>
                  </a:ext>
                </a:extLst>
              </a:tr>
              <a:tr h="6229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Week #</a:t>
                      </a:r>
                    </a:p>
                  </a:txBody>
                  <a:tcPr marL="74295" marR="74295" marT="74295" marB="74295" anchor="ctr"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3"/>
                  </a:ext>
                </a:extLst>
              </a:tr>
              <a:tr h="6229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Week #</a:t>
                      </a:r>
                    </a:p>
                  </a:txBody>
                  <a:tcPr marL="74295" marR="74295" marT="74295" marB="74295" anchor="ctr"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4"/>
                  </a:ext>
                </a:extLst>
              </a:tr>
              <a:tr h="6229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1000" b="0" i="0" u="none" strike="noStrike" cap="none" normalizeH="0" baseline="0" dirty="0">
                          <a:ln>
                            <a:noFill/>
                          </a:ln>
                          <a:solidFill>
                            <a:schemeClr val="tx1"/>
                          </a:solidFill>
                          <a:effectLst/>
                          <a:latin typeface="Aptos" panose="020B0004020202020204" pitchFamily="34" charset="0"/>
                        </a:rPr>
                        <a:t>Week #</a:t>
                      </a:r>
                    </a:p>
                  </a:txBody>
                  <a:tcPr marL="74295" marR="74295" marT="74295" marB="74295" anchor="ctr"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accent3"/>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1000" b="0" i="0" u="none" strike="noStrike" cap="none" normalizeH="0" baseline="0" dirty="0">
                        <a:ln>
                          <a:noFill/>
                        </a:ln>
                        <a:solidFill>
                          <a:schemeClr val="tx1"/>
                        </a:solidFill>
                        <a:effectLst/>
                        <a:latin typeface="Aptos" panose="020B0004020202020204" pitchFamily="34" charset="0"/>
                      </a:endParaRPr>
                    </a:p>
                  </a:txBody>
                  <a:tcPr marL="74295" marR="74295" marT="74295" marB="74295" anchor="ctr"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22" name="Rectangle 47"/>
          <p:cNvSpPr>
            <a:spLocks noChangeArrowheads="1"/>
          </p:cNvSpPr>
          <p:nvPr>
            <p:custDataLst>
              <p:tags r:id="rId1"/>
            </p:custDataLst>
          </p:nvPr>
        </p:nvSpPr>
        <p:spPr bwMode="auto">
          <a:xfrm>
            <a:off x="3593059" y="5568263"/>
            <a:ext cx="108347" cy="117376"/>
          </a:xfrm>
          <a:prstGeom prst="rect">
            <a:avLst/>
          </a:prstGeom>
          <a:solidFill>
            <a:schemeClr val="tx2"/>
          </a:solidFill>
          <a:ln w="12700" algn="ctr">
            <a:noFill/>
            <a:miter lim="800000"/>
            <a:headEnd/>
            <a:tailEnd/>
          </a:ln>
        </p:spPr>
        <p:txBody>
          <a:bodyPr wrap="square" lIns="29250" tIns="29250" rIns="29250" bIns="29250" anchor="ctr"/>
          <a:lstStyle/>
          <a:p>
            <a:pPr algn="ctr"/>
            <a:endParaRPr lang="en-US" sz="800" dirty="0">
              <a:solidFill>
                <a:schemeClr val="bg1"/>
              </a:solidFill>
              <a:latin typeface="Aptos" panose="020B0004020202020204" pitchFamily="34" charset="0"/>
            </a:endParaRPr>
          </a:p>
        </p:txBody>
      </p:sp>
      <p:sp>
        <p:nvSpPr>
          <p:cNvPr id="23" name="Text Box 48"/>
          <p:cNvSpPr txBox="1">
            <a:spLocks noChangeArrowheads="1"/>
          </p:cNvSpPr>
          <p:nvPr>
            <p:custDataLst>
              <p:tags r:id="rId2"/>
            </p:custDataLst>
          </p:nvPr>
        </p:nvSpPr>
        <p:spPr bwMode="auto">
          <a:xfrm>
            <a:off x="5219552" y="5564400"/>
            <a:ext cx="1269578" cy="125099"/>
          </a:xfrm>
          <a:prstGeom prst="rect">
            <a:avLst/>
          </a:prstGeom>
          <a:noFill/>
          <a:ln w="6350" algn="ctr">
            <a:noFill/>
            <a:miter lim="800000"/>
            <a:headEnd/>
            <a:tailEnd/>
          </a:ln>
        </p:spPr>
        <p:txBody>
          <a:bodyPr wrap="none" lIns="0" tIns="0" rIns="0" bIns="0" anchor="ctr">
            <a:spAutoFit/>
          </a:bodyPr>
          <a:lstStyle/>
          <a:p>
            <a:r>
              <a:rPr lang="en-US" sz="800" dirty="0">
                <a:latin typeface="Aptos" panose="020B0004020202020204" pitchFamily="34" charset="0"/>
                <a:ea typeface="ＭＳ Ｐゴシック" charset="-128"/>
              </a:rPr>
              <a:t>Steering committee meeting</a:t>
            </a:r>
          </a:p>
        </p:txBody>
      </p:sp>
      <p:sp>
        <p:nvSpPr>
          <p:cNvPr id="24" name="Rectangle 49"/>
          <p:cNvSpPr>
            <a:spLocks noChangeArrowheads="1"/>
          </p:cNvSpPr>
          <p:nvPr>
            <p:custDataLst>
              <p:tags r:id="rId3"/>
            </p:custDataLst>
          </p:nvPr>
        </p:nvSpPr>
        <p:spPr bwMode="auto">
          <a:xfrm>
            <a:off x="5078959" y="5568263"/>
            <a:ext cx="108347" cy="117376"/>
          </a:xfrm>
          <a:prstGeom prst="rect">
            <a:avLst/>
          </a:prstGeom>
          <a:solidFill>
            <a:schemeClr val="accent2"/>
          </a:solidFill>
          <a:ln w="12700" algn="ctr">
            <a:noFill/>
            <a:miter lim="800000"/>
            <a:headEnd/>
            <a:tailEnd/>
          </a:ln>
        </p:spPr>
        <p:txBody>
          <a:bodyPr wrap="square" lIns="29250" tIns="29250" rIns="29250" bIns="29250" anchor="ctr"/>
          <a:lstStyle/>
          <a:p>
            <a:pPr algn="ctr"/>
            <a:endParaRPr lang="en-US" sz="800" dirty="0">
              <a:solidFill>
                <a:schemeClr val="bg1"/>
              </a:solidFill>
              <a:latin typeface="Aptos" panose="020B0004020202020204" pitchFamily="34" charset="0"/>
              <a:ea typeface="ＭＳ Ｐゴシック" charset="-128"/>
            </a:endParaRPr>
          </a:p>
        </p:txBody>
      </p:sp>
      <p:sp>
        <p:nvSpPr>
          <p:cNvPr id="25" name="Rectangle 50"/>
          <p:cNvSpPr>
            <a:spLocks noChangeArrowheads="1"/>
          </p:cNvSpPr>
          <p:nvPr>
            <p:custDataLst>
              <p:tags r:id="rId4"/>
            </p:custDataLst>
          </p:nvPr>
        </p:nvSpPr>
        <p:spPr bwMode="auto">
          <a:xfrm>
            <a:off x="6853689" y="5568263"/>
            <a:ext cx="108347" cy="117376"/>
          </a:xfrm>
          <a:prstGeom prst="rect">
            <a:avLst/>
          </a:prstGeom>
          <a:solidFill>
            <a:schemeClr val="accent3"/>
          </a:solidFill>
          <a:ln w="12700" algn="ctr">
            <a:noFill/>
            <a:miter lim="800000"/>
            <a:headEnd/>
            <a:tailEnd/>
          </a:ln>
        </p:spPr>
        <p:txBody>
          <a:bodyPr wrap="square" lIns="29250" tIns="29250" rIns="29250" bIns="29250" anchor="ctr"/>
          <a:lstStyle/>
          <a:p>
            <a:pPr algn="ctr">
              <a:defRPr/>
            </a:pPr>
            <a:endParaRPr lang="en-US" sz="800" dirty="0">
              <a:solidFill>
                <a:schemeClr val="bg1"/>
              </a:solidFill>
              <a:latin typeface="Aptos" panose="020B0004020202020204" pitchFamily="34" charset="0"/>
            </a:endParaRPr>
          </a:p>
        </p:txBody>
      </p:sp>
      <p:sp>
        <p:nvSpPr>
          <p:cNvPr id="26" name="Text Box 51"/>
          <p:cNvSpPr txBox="1">
            <a:spLocks noChangeArrowheads="1"/>
          </p:cNvSpPr>
          <p:nvPr>
            <p:custDataLst>
              <p:tags r:id="rId5"/>
            </p:custDataLst>
          </p:nvPr>
        </p:nvSpPr>
        <p:spPr bwMode="auto">
          <a:xfrm>
            <a:off x="6996099" y="5564400"/>
            <a:ext cx="655629" cy="125099"/>
          </a:xfrm>
          <a:prstGeom prst="rect">
            <a:avLst/>
          </a:prstGeom>
          <a:noFill/>
          <a:ln w="6350" algn="ctr">
            <a:noFill/>
            <a:miter lim="800000"/>
            <a:headEnd/>
            <a:tailEnd/>
          </a:ln>
        </p:spPr>
        <p:txBody>
          <a:bodyPr wrap="none" lIns="0" tIns="0" rIns="0" bIns="0" anchor="ctr">
            <a:spAutoFit/>
          </a:bodyPr>
          <a:lstStyle/>
          <a:p>
            <a:r>
              <a:rPr lang="en-US" sz="800" dirty="0">
                <a:latin typeface="Aptos" panose="020B0004020202020204" pitchFamily="34" charset="0"/>
                <a:ea typeface="ＭＳ Ｐゴシック" charset="-128"/>
              </a:rPr>
              <a:t>Board meeting</a:t>
            </a:r>
          </a:p>
        </p:txBody>
      </p:sp>
      <p:sp>
        <p:nvSpPr>
          <p:cNvPr id="27" name="Text Box 184"/>
          <p:cNvSpPr txBox="1">
            <a:spLocks noChangeArrowheads="1"/>
          </p:cNvSpPr>
          <p:nvPr>
            <p:custDataLst>
              <p:tags r:id="rId6"/>
            </p:custDataLst>
          </p:nvPr>
        </p:nvSpPr>
        <p:spPr bwMode="auto">
          <a:xfrm>
            <a:off x="3727204" y="5564400"/>
            <a:ext cx="1038746" cy="125099"/>
          </a:xfrm>
          <a:prstGeom prst="rect">
            <a:avLst/>
          </a:prstGeom>
          <a:noFill/>
          <a:ln w="6350" algn="ctr">
            <a:noFill/>
            <a:miter lim="800000"/>
            <a:headEnd/>
            <a:tailEnd/>
          </a:ln>
        </p:spPr>
        <p:txBody>
          <a:bodyPr wrap="none" lIns="0" tIns="0" rIns="0" bIns="0" anchor="ctr">
            <a:spAutoFit/>
          </a:bodyPr>
          <a:lstStyle/>
          <a:p>
            <a:r>
              <a:rPr lang="en-US" sz="800" dirty="0">
                <a:latin typeface="Aptos" panose="020B0004020202020204" pitchFamily="34" charset="0"/>
                <a:ea typeface="ＭＳ Ｐゴシック" charset="-128"/>
              </a:rPr>
              <a:t>Working group meeting</a:t>
            </a:r>
          </a:p>
        </p:txBody>
      </p:sp>
    </p:spTree>
    <p:extLst>
      <p:ext uri="{BB962C8B-B14F-4D97-AF65-F5344CB8AC3E}">
        <p14:creationId xmlns:p14="http://schemas.microsoft.com/office/powerpoint/2010/main" val="463523227"/>
      </p:ext>
    </p:extLst>
  </p:cSld>
  <p:clrMapOvr>
    <a:masterClrMapping/>
  </p:clrMapOvr>
  <p:transition>
    <p:fade/>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3"/>
          <p:cNvGraphicFramePr>
            <a:graphicFrameLocks noGrp="1"/>
          </p:cNvGraphicFramePr>
          <p:nvPr>
            <p:extLst>
              <p:ext uri="{D42A27DB-BD31-4B8C-83A1-F6EECF244321}">
                <p14:modId xmlns:p14="http://schemas.microsoft.com/office/powerpoint/2010/main" val="833554712"/>
              </p:ext>
            </p:extLst>
          </p:nvPr>
        </p:nvGraphicFramePr>
        <p:xfrm>
          <a:off x="1528708" y="1945122"/>
          <a:ext cx="3343276" cy="1749587"/>
        </p:xfrm>
        <a:graphic>
          <a:graphicData uri="http://schemas.openxmlformats.org/drawingml/2006/table">
            <a:tbl>
              <a:tblPr/>
              <a:tblGrid>
                <a:gridCol w="660641">
                  <a:extLst>
                    <a:ext uri="{9D8B030D-6E8A-4147-A177-3AD203B41FA5}">
                      <a16:colId xmlns:a16="http://schemas.microsoft.com/office/drawing/2014/main" val="20000"/>
                    </a:ext>
                  </a:extLst>
                </a:gridCol>
                <a:gridCol w="677446">
                  <a:extLst>
                    <a:ext uri="{9D8B030D-6E8A-4147-A177-3AD203B41FA5}">
                      <a16:colId xmlns:a16="http://schemas.microsoft.com/office/drawing/2014/main" val="20001"/>
                    </a:ext>
                  </a:extLst>
                </a:gridCol>
                <a:gridCol w="667104">
                  <a:extLst>
                    <a:ext uri="{9D8B030D-6E8A-4147-A177-3AD203B41FA5}">
                      <a16:colId xmlns:a16="http://schemas.microsoft.com/office/drawing/2014/main" val="20002"/>
                    </a:ext>
                  </a:extLst>
                </a:gridCol>
                <a:gridCol w="669689">
                  <a:extLst>
                    <a:ext uri="{9D8B030D-6E8A-4147-A177-3AD203B41FA5}">
                      <a16:colId xmlns:a16="http://schemas.microsoft.com/office/drawing/2014/main" val="20003"/>
                    </a:ext>
                  </a:extLst>
                </a:gridCol>
                <a:gridCol w="668396">
                  <a:extLst>
                    <a:ext uri="{9D8B030D-6E8A-4147-A177-3AD203B41FA5}">
                      <a16:colId xmlns:a16="http://schemas.microsoft.com/office/drawing/2014/main" val="20004"/>
                    </a:ext>
                  </a:extLst>
                </a:gridCol>
              </a:tblGrid>
              <a:tr h="292795">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800" b="0" i="0" u="none" strike="noStrike" cap="none" normalizeH="0" baseline="0" dirty="0">
                          <a:ln>
                            <a:noFill/>
                          </a:ln>
                          <a:solidFill>
                            <a:srgbClr val="53565A"/>
                          </a:solidFill>
                          <a:effectLst/>
                          <a:latin typeface="Aptos" panose="020B0004020202020204" pitchFamily="34" charset="0"/>
                        </a:rPr>
                        <a:t>M</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800" b="0" i="0" u="none" strike="noStrike" cap="none" normalizeH="0" baseline="0" dirty="0">
                          <a:ln>
                            <a:noFill/>
                          </a:ln>
                          <a:solidFill>
                            <a:srgbClr val="53565A"/>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800" b="0" i="0" u="none" strike="noStrike" cap="none" normalizeH="0" baseline="0" dirty="0">
                          <a:ln>
                            <a:noFill/>
                          </a:ln>
                          <a:solidFill>
                            <a:srgbClr val="53565A"/>
                          </a:solidFill>
                          <a:effectLst/>
                          <a:latin typeface="Aptos" panose="020B0004020202020204" pitchFamily="34" charset="0"/>
                        </a:rPr>
                        <a:t>W</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800" b="0" i="0" u="none" strike="noStrike" cap="none" normalizeH="0" baseline="0" dirty="0">
                          <a:ln>
                            <a:noFill/>
                          </a:ln>
                          <a:solidFill>
                            <a:srgbClr val="53565A"/>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800" b="0" i="0" u="none" strike="noStrike" cap="none" normalizeH="0" baseline="0" dirty="0">
                          <a:ln>
                            <a:noFill/>
                          </a:ln>
                          <a:solidFill>
                            <a:srgbClr val="53565A"/>
                          </a:solidFill>
                          <a:effectLst/>
                          <a:latin typeface="Aptos" panose="020B0004020202020204" pitchFamily="34" charset="0"/>
                        </a:rPr>
                        <a:t>F</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1</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2</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3</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4</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5</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1"/>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8</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9</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chemeClr val="bg1"/>
                          </a:solidFill>
                          <a:effectLst/>
                          <a:latin typeface="Aptos" panose="020B0004020202020204" pitchFamily="34" charset="0"/>
                        </a:rPr>
                        <a:t>10</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chemeClr val="bg1"/>
                          </a:solidFill>
                          <a:effectLst/>
                          <a:latin typeface="Aptos" panose="020B0004020202020204" pitchFamily="34" charset="0"/>
                        </a:rPr>
                        <a:t>11</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12</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2"/>
                  </a:ext>
                </a:extLst>
              </a:tr>
              <a:tr h="285612">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15</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chemeClr val="bg1"/>
                          </a:solidFill>
                          <a:effectLst/>
                          <a:latin typeface="Aptos" panose="020B0004020202020204" pitchFamily="34" charset="0"/>
                        </a:rPr>
                        <a:t>16</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17</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18</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19</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3"/>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22</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23</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chemeClr val="bg1"/>
                          </a:solidFill>
                          <a:effectLst/>
                          <a:latin typeface="Aptos" panose="020B0004020202020204" pitchFamily="34" charset="0"/>
                        </a:rPr>
                        <a:t>24</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accent3"/>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25</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26</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4"/>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29</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30</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r>
                        <a:rPr kumimoji="0" lang="en-US" sz="900" b="0" i="0" u="none" strike="noStrike" cap="none" normalizeH="0" baseline="0" dirty="0">
                          <a:ln>
                            <a:noFill/>
                          </a:ln>
                          <a:solidFill>
                            <a:srgbClr val="53565A"/>
                          </a:solidFill>
                          <a:effectLst/>
                          <a:latin typeface="Aptos" panose="020B0004020202020204" pitchFamily="34" charset="0"/>
                        </a:rPr>
                        <a:t>31</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900" b="0" i="0" u="none" strike="noStrike" cap="none" normalizeH="0" baseline="0" dirty="0">
                        <a:ln>
                          <a:noFill/>
                        </a:ln>
                        <a:solidFill>
                          <a:srgbClr val="53565A"/>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Arial" panose="020B0604020202020204" pitchFamily="34" charset="0"/>
                        <a:buNone/>
                        <a:tabLst/>
                      </a:pPr>
                      <a:endParaRPr kumimoji="0" lang="en-US" sz="900" b="0" i="0" u="none" strike="noStrike" cap="none" normalizeH="0" baseline="0" dirty="0">
                        <a:ln>
                          <a:noFill/>
                        </a:ln>
                        <a:solidFill>
                          <a:srgbClr val="53565A"/>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4" name="Text Placeholder 3"/>
          <p:cNvSpPr>
            <a:spLocks noGrp="1"/>
          </p:cNvSpPr>
          <p:nvPr>
            <p:ph type="body" sz="quarter" idx="13"/>
          </p:nvPr>
        </p:nvSpPr>
        <p:spPr/>
        <p:txBody>
          <a:bodyPr/>
          <a:lstStyle/>
          <a:p>
            <a:r>
              <a:rPr lang="en-US" dirty="0"/>
              <a:t>First day of the month is Monday, Tuesday, Wednesday or Thursday</a:t>
            </a:r>
          </a:p>
        </p:txBody>
      </p:sp>
      <p:sp>
        <p:nvSpPr>
          <p:cNvPr id="281647" name="Title 1"/>
          <p:cNvSpPr>
            <a:spLocks noGrp="1"/>
          </p:cNvSpPr>
          <p:nvPr>
            <p:ph type="title"/>
          </p:nvPr>
        </p:nvSpPr>
        <p:spPr/>
        <p:txBody>
          <a:bodyPr/>
          <a:lstStyle/>
          <a:p>
            <a:r>
              <a:rPr lang="en-US" altLang="ja-JP"/>
              <a:t>Calendars</a:t>
            </a:r>
            <a:endParaRPr lang="en-US" dirty="0"/>
          </a:p>
        </p:txBody>
      </p:sp>
      <p:graphicFrame>
        <p:nvGraphicFramePr>
          <p:cNvPr id="11" name="Group 52"/>
          <p:cNvGraphicFramePr>
            <a:graphicFrameLocks noGrp="1"/>
          </p:cNvGraphicFramePr>
          <p:nvPr>
            <p:extLst>
              <p:ext uri="{D42A27DB-BD31-4B8C-83A1-F6EECF244321}">
                <p14:modId xmlns:p14="http://schemas.microsoft.com/office/powerpoint/2010/main" val="1743363611"/>
              </p:ext>
            </p:extLst>
          </p:nvPr>
        </p:nvGraphicFramePr>
        <p:xfrm>
          <a:off x="5025197" y="1945121"/>
          <a:ext cx="3343275" cy="1756770"/>
        </p:xfrm>
        <a:graphic>
          <a:graphicData uri="http://schemas.openxmlformats.org/drawingml/2006/table">
            <a:tbl>
              <a:tblPr/>
              <a:tblGrid>
                <a:gridCol w="660896">
                  <a:extLst>
                    <a:ext uri="{9D8B030D-6E8A-4147-A177-3AD203B41FA5}">
                      <a16:colId xmlns:a16="http://schemas.microsoft.com/office/drawing/2014/main" val="20000"/>
                    </a:ext>
                  </a:extLst>
                </a:gridCol>
                <a:gridCol w="676416">
                  <a:extLst>
                    <a:ext uri="{9D8B030D-6E8A-4147-A177-3AD203B41FA5}">
                      <a16:colId xmlns:a16="http://schemas.microsoft.com/office/drawing/2014/main" val="20001"/>
                    </a:ext>
                  </a:extLst>
                </a:gridCol>
                <a:gridCol w="668654">
                  <a:extLst>
                    <a:ext uri="{9D8B030D-6E8A-4147-A177-3AD203B41FA5}">
                      <a16:colId xmlns:a16="http://schemas.microsoft.com/office/drawing/2014/main" val="20002"/>
                    </a:ext>
                  </a:extLst>
                </a:gridCol>
                <a:gridCol w="668655">
                  <a:extLst>
                    <a:ext uri="{9D8B030D-6E8A-4147-A177-3AD203B41FA5}">
                      <a16:colId xmlns:a16="http://schemas.microsoft.com/office/drawing/2014/main" val="20003"/>
                    </a:ext>
                  </a:extLst>
                </a:gridCol>
                <a:gridCol w="668654">
                  <a:extLst>
                    <a:ext uri="{9D8B030D-6E8A-4147-A177-3AD203B41FA5}">
                      <a16:colId xmlns:a16="http://schemas.microsoft.com/office/drawing/2014/main" val="20004"/>
                    </a:ext>
                  </a:extLst>
                </a:gridCol>
              </a:tblGrid>
              <a:tr h="292795">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800" b="0" i="0" u="none" strike="noStrike" cap="none" normalizeH="0" baseline="0" dirty="0">
                          <a:ln>
                            <a:noFill/>
                          </a:ln>
                          <a:solidFill>
                            <a:srgbClr val="53565A"/>
                          </a:solidFill>
                          <a:effectLst/>
                          <a:latin typeface="Aptos" panose="020B0004020202020204" pitchFamily="34" charset="0"/>
                        </a:rPr>
                        <a:t>M</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W</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F</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endParaRPr kumimoji="0" lang="en-US" sz="900" b="0" i="0" u="none" strike="noStrike" cap="none" normalizeH="0" baseline="0" dirty="0">
                        <a:ln>
                          <a:noFill/>
                        </a:ln>
                        <a:solidFill>
                          <a:srgbClr val="53565A"/>
                        </a:solidFill>
                        <a:effectLst/>
                        <a:latin typeface="Aptos" panose="020B0004020202020204" pitchFamily="34" charset="0"/>
                      </a:endParaRP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3</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4</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1"/>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7</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8</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9</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10</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11</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2"/>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14</a:t>
                      </a:r>
                    </a:p>
                  </a:txBody>
                  <a:tcPr marL="29250" marR="29250" marT="29250" marB="29250" horzOverflow="overflow">
                    <a:lnL w="190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15</a:t>
                      </a:r>
                    </a:p>
                  </a:txBody>
                  <a:tcPr marL="29250" marR="29250" marT="29250" marB="29250" horzOverflow="overflow">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16</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17</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18</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3"/>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21</a:t>
                      </a:r>
                    </a:p>
                  </a:txBody>
                  <a:tcPr marL="29250" marR="29250" marT="29250" marB="29250" horzOverflow="overflow">
                    <a:lnL w="190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22</a:t>
                      </a:r>
                    </a:p>
                  </a:txBody>
                  <a:tcPr marL="29250" marR="29250" marT="29250" marB="29250" horzOverflow="overflow">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23</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24</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25</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4"/>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28</a:t>
                      </a:r>
                    </a:p>
                  </a:txBody>
                  <a:tcPr marL="29250" marR="29250" marT="29250" marB="29250" horzOverflow="overflow">
                    <a:lnL w="190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905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29</a:t>
                      </a:r>
                    </a:p>
                  </a:txBody>
                  <a:tcPr marL="29250" marR="29250" marT="29250" marB="29250" horzOverflow="overflow">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30</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31</a:t>
                      </a:r>
                    </a:p>
                  </a:txBody>
                  <a:tcPr marL="29250" marR="29250" marT="29250" marB="29250" horzOverflow="overflow">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905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rgbClr val="53565A"/>
                        </a:solidFill>
                        <a:effectLst/>
                        <a:latin typeface="Aptos" panose="020B0004020202020204" pitchFamily="34" charset="0"/>
                      </a:endParaRPr>
                    </a:p>
                  </a:txBody>
                  <a:tcPr marL="29250" marR="29250" marT="29250" marB="29250" horzOverflow="overflow">
                    <a:lnL w="6350" cap="flat" cmpd="sng" algn="ctr">
                      <a:no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graphicFrame>
        <p:nvGraphicFramePr>
          <p:cNvPr id="12" name="Group 96"/>
          <p:cNvGraphicFramePr>
            <a:graphicFrameLocks noGrp="1"/>
          </p:cNvGraphicFramePr>
          <p:nvPr>
            <p:extLst>
              <p:ext uri="{D42A27DB-BD31-4B8C-83A1-F6EECF244321}">
                <p14:modId xmlns:p14="http://schemas.microsoft.com/office/powerpoint/2010/main" val="965656377"/>
              </p:ext>
            </p:extLst>
          </p:nvPr>
        </p:nvGraphicFramePr>
        <p:xfrm>
          <a:off x="1528708" y="3845061"/>
          <a:ext cx="3343276" cy="1756770"/>
        </p:xfrm>
        <a:graphic>
          <a:graphicData uri="http://schemas.openxmlformats.org/drawingml/2006/table">
            <a:tbl>
              <a:tblPr/>
              <a:tblGrid>
                <a:gridCol w="660641">
                  <a:extLst>
                    <a:ext uri="{9D8B030D-6E8A-4147-A177-3AD203B41FA5}">
                      <a16:colId xmlns:a16="http://schemas.microsoft.com/office/drawing/2014/main" val="20000"/>
                    </a:ext>
                  </a:extLst>
                </a:gridCol>
                <a:gridCol w="677446">
                  <a:extLst>
                    <a:ext uri="{9D8B030D-6E8A-4147-A177-3AD203B41FA5}">
                      <a16:colId xmlns:a16="http://schemas.microsoft.com/office/drawing/2014/main" val="20001"/>
                    </a:ext>
                  </a:extLst>
                </a:gridCol>
                <a:gridCol w="667104">
                  <a:extLst>
                    <a:ext uri="{9D8B030D-6E8A-4147-A177-3AD203B41FA5}">
                      <a16:colId xmlns:a16="http://schemas.microsoft.com/office/drawing/2014/main" val="20002"/>
                    </a:ext>
                  </a:extLst>
                </a:gridCol>
                <a:gridCol w="669689">
                  <a:extLst>
                    <a:ext uri="{9D8B030D-6E8A-4147-A177-3AD203B41FA5}">
                      <a16:colId xmlns:a16="http://schemas.microsoft.com/office/drawing/2014/main" val="20003"/>
                    </a:ext>
                  </a:extLst>
                </a:gridCol>
                <a:gridCol w="668396">
                  <a:extLst>
                    <a:ext uri="{9D8B030D-6E8A-4147-A177-3AD203B41FA5}">
                      <a16:colId xmlns:a16="http://schemas.microsoft.com/office/drawing/2014/main" val="20004"/>
                    </a:ext>
                  </a:extLst>
                </a:gridCol>
              </a:tblGrid>
              <a:tr h="292795">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800" b="0" i="0" u="none" strike="noStrike" cap="none" normalizeH="0" baseline="0" dirty="0">
                          <a:ln>
                            <a:noFill/>
                          </a:ln>
                          <a:solidFill>
                            <a:srgbClr val="53565A"/>
                          </a:solidFill>
                          <a:effectLst/>
                          <a:latin typeface="Aptos" panose="020B0004020202020204" pitchFamily="34" charset="0"/>
                        </a:rPr>
                        <a:t>M</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W</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F</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endParaRPr kumimoji="0" lang="en-US" sz="900" b="0" i="0" u="none" strike="noStrike" cap="none" normalizeH="0" baseline="0" dirty="0">
                        <a:ln>
                          <a:noFill/>
                        </a:ln>
                        <a:solidFill>
                          <a:srgbClr val="53565A"/>
                        </a:solidFill>
                        <a:effectLst/>
                        <a:latin typeface="Aptos" panose="020B0004020202020204" pitchFamily="34" charset="0"/>
                      </a:endParaRP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rgbClr val="53565A"/>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3</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1"/>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6</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7</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8</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9</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10</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13</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14</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15</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16</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17</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3"/>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20</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21</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22</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23</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24</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4"/>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27</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28</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29</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30</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31</a:t>
                      </a:r>
                      <a:r>
                        <a:rPr kumimoji="0" lang="ja-JP" altLang="en-US" sz="900" b="0" i="0" u="none" strike="noStrike" cap="none" normalizeH="0" baseline="0" dirty="0">
                          <a:ln>
                            <a:noFill/>
                          </a:ln>
                          <a:solidFill>
                            <a:srgbClr val="53565A"/>
                          </a:solidFill>
                          <a:effectLst/>
                          <a:latin typeface="Aptos" panose="020B0004020202020204" pitchFamily="34" charset="0"/>
                          <a:ea typeface="ＭＳ Ｐゴシック" pitchFamily="50" charset="-128"/>
                        </a:rPr>
                        <a:t>　</a:t>
                      </a:r>
                      <a:endParaRPr kumimoji="0" lang="en-US" altLang="ja-JP" sz="900" b="0" i="0" u="none" strike="noStrike" cap="none" normalizeH="0" baseline="0" dirty="0">
                        <a:ln>
                          <a:noFill/>
                        </a:ln>
                        <a:solidFill>
                          <a:srgbClr val="53565A"/>
                        </a:solidFill>
                        <a:effectLst/>
                        <a:latin typeface="Aptos" panose="020B0004020202020204" pitchFamily="34" charset="0"/>
                        <a:ea typeface="ＭＳ Ｐゴシック" pitchFamily="50" charset="-128"/>
                      </a:endParaRP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5"/>
                  </a:ext>
                </a:extLst>
              </a:tr>
            </a:tbl>
          </a:graphicData>
        </a:graphic>
      </p:graphicFrame>
      <p:graphicFrame>
        <p:nvGraphicFramePr>
          <p:cNvPr id="13" name="Group 140"/>
          <p:cNvGraphicFramePr>
            <a:graphicFrameLocks noGrp="1"/>
          </p:cNvGraphicFramePr>
          <p:nvPr>
            <p:extLst>
              <p:ext uri="{D42A27DB-BD31-4B8C-83A1-F6EECF244321}">
                <p14:modId xmlns:p14="http://schemas.microsoft.com/office/powerpoint/2010/main" val="4139083400"/>
              </p:ext>
            </p:extLst>
          </p:nvPr>
        </p:nvGraphicFramePr>
        <p:xfrm>
          <a:off x="5025197" y="3845061"/>
          <a:ext cx="3343275" cy="1756770"/>
        </p:xfrm>
        <a:graphic>
          <a:graphicData uri="http://schemas.openxmlformats.org/drawingml/2006/table">
            <a:tbl>
              <a:tblPr/>
              <a:tblGrid>
                <a:gridCol w="660896">
                  <a:extLst>
                    <a:ext uri="{9D8B030D-6E8A-4147-A177-3AD203B41FA5}">
                      <a16:colId xmlns:a16="http://schemas.microsoft.com/office/drawing/2014/main" val="20000"/>
                    </a:ext>
                  </a:extLst>
                </a:gridCol>
                <a:gridCol w="676416">
                  <a:extLst>
                    <a:ext uri="{9D8B030D-6E8A-4147-A177-3AD203B41FA5}">
                      <a16:colId xmlns:a16="http://schemas.microsoft.com/office/drawing/2014/main" val="20001"/>
                    </a:ext>
                  </a:extLst>
                </a:gridCol>
                <a:gridCol w="668654">
                  <a:extLst>
                    <a:ext uri="{9D8B030D-6E8A-4147-A177-3AD203B41FA5}">
                      <a16:colId xmlns:a16="http://schemas.microsoft.com/office/drawing/2014/main" val="20002"/>
                    </a:ext>
                  </a:extLst>
                </a:gridCol>
                <a:gridCol w="668655">
                  <a:extLst>
                    <a:ext uri="{9D8B030D-6E8A-4147-A177-3AD203B41FA5}">
                      <a16:colId xmlns:a16="http://schemas.microsoft.com/office/drawing/2014/main" val="20003"/>
                    </a:ext>
                  </a:extLst>
                </a:gridCol>
                <a:gridCol w="668654">
                  <a:extLst>
                    <a:ext uri="{9D8B030D-6E8A-4147-A177-3AD203B41FA5}">
                      <a16:colId xmlns:a16="http://schemas.microsoft.com/office/drawing/2014/main" val="20004"/>
                    </a:ext>
                  </a:extLst>
                </a:gridCol>
              </a:tblGrid>
              <a:tr h="292795">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800" b="0" i="0" u="none" strike="noStrike" cap="none" normalizeH="0" baseline="0" dirty="0">
                          <a:ln>
                            <a:noFill/>
                          </a:ln>
                          <a:solidFill>
                            <a:srgbClr val="53565A"/>
                          </a:solidFill>
                          <a:effectLst/>
                          <a:latin typeface="Aptos" panose="020B0004020202020204" pitchFamily="34" charset="0"/>
                        </a:rPr>
                        <a:t>M</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W</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F</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endParaRPr kumimoji="0" lang="en-US" sz="900" b="0" i="0" u="none" strike="noStrike" cap="none" normalizeH="0" baseline="0" dirty="0">
                        <a:ln>
                          <a:noFill/>
                        </a:ln>
                        <a:solidFill>
                          <a:srgbClr val="53565A"/>
                        </a:solidFill>
                        <a:effectLst/>
                        <a:latin typeface="Aptos" panose="020B0004020202020204" pitchFamily="34" charset="0"/>
                      </a:endParaRP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rgbClr val="53565A"/>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rgbClr val="53565A"/>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1"/>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5</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6</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7</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8</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9</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2"/>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12</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13</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14</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15</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16</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3"/>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19</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20</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21</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22</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23</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4"/>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26</a:t>
                      </a: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27</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28</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29</a:t>
                      </a: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30</a:t>
                      </a: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5"/>
                  </a:ext>
                </a:extLst>
              </a:tr>
            </a:tbl>
          </a:graphicData>
        </a:graphic>
      </p:graphicFrame>
      <p:grpSp>
        <p:nvGrpSpPr>
          <p:cNvPr id="2" name="Group 1"/>
          <p:cNvGrpSpPr/>
          <p:nvPr/>
        </p:nvGrpSpPr>
        <p:grpSpPr>
          <a:xfrm>
            <a:off x="2914804" y="5674696"/>
            <a:ext cx="4058664" cy="125099"/>
            <a:chOff x="1861247" y="6192897"/>
            <a:chExt cx="4995280" cy="153968"/>
          </a:xfrm>
        </p:grpSpPr>
        <p:sp>
          <p:nvSpPr>
            <p:cNvPr id="27" name="Rectangle 47"/>
            <p:cNvSpPr>
              <a:spLocks noChangeArrowheads="1"/>
            </p:cNvSpPr>
            <p:nvPr/>
          </p:nvSpPr>
          <p:spPr bwMode="auto">
            <a:xfrm>
              <a:off x="1861247" y="6197650"/>
              <a:ext cx="133350" cy="144463"/>
            </a:xfrm>
            <a:prstGeom prst="rect">
              <a:avLst/>
            </a:prstGeom>
            <a:solidFill>
              <a:schemeClr val="tx2"/>
            </a:solidFill>
            <a:ln w="12700" algn="ctr">
              <a:noFill/>
              <a:miter lim="800000"/>
              <a:headEnd/>
              <a:tailEnd/>
            </a:ln>
          </p:spPr>
          <p:txBody>
            <a:bodyPr wrap="square" lIns="29250" tIns="29250" rIns="29250" bIns="29250" anchor="ctr"/>
            <a:lstStyle/>
            <a:p>
              <a:pPr algn="ctr"/>
              <a:endParaRPr lang="en-US" sz="813" dirty="0">
                <a:solidFill>
                  <a:schemeClr val="bg1"/>
                </a:solidFill>
                <a:latin typeface="Aptos" panose="020B0004020202020204" pitchFamily="34" charset="0"/>
              </a:endParaRPr>
            </a:p>
          </p:txBody>
        </p:sp>
        <p:sp>
          <p:nvSpPr>
            <p:cNvPr id="28" name="Text Box 48"/>
            <p:cNvSpPr txBox="1">
              <a:spLocks noChangeArrowheads="1"/>
            </p:cNvSpPr>
            <p:nvPr/>
          </p:nvSpPr>
          <p:spPr bwMode="auto">
            <a:xfrm>
              <a:off x="3863084" y="6192897"/>
              <a:ext cx="1562558" cy="153968"/>
            </a:xfrm>
            <a:prstGeom prst="rect">
              <a:avLst/>
            </a:prstGeom>
            <a:noFill/>
            <a:ln w="6350" algn="ctr">
              <a:noFill/>
              <a:miter lim="800000"/>
              <a:headEnd/>
              <a:tailEnd/>
            </a:ln>
          </p:spPr>
          <p:txBody>
            <a:bodyPr wrap="none" lIns="0" tIns="0" rIns="0" bIns="0" anchor="ctr">
              <a:spAutoFit/>
            </a:bodyPr>
            <a:lstStyle/>
            <a:p>
              <a:r>
                <a:rPr lang="en-US" sz="813" dirty="0">
                  <a:latin typeface="Aptos" panose="020B0004020202020204" pitchFamily="34" charset="0"/>
                  <a:ea typeface="ＭＳ Ｐゴシック" charset="-128"/>
                </a:rPr>
                <a:t>Steering committee meeting</a:t>
              </a:r>
            </a:p>
          </p:txBody>
        </p:sp>
        <p:sp>
          <p:nvSpPr>
            <p:cNvPr id="29" name="Rectangle 49"/>
            <p:cNvSpPr>
              <a:spLocks noChangeArrowheads="1"/>
            </p:cNvSpPr>
            <p:nvPr/>
          </p:nvSpPr>
          <p:spPr bwMode="auto">
            <a:xfrm>
              <a:off x="3690047" y="6197650"/>
              <a:ext cx="133350" cy="144463"/>
            </a:xfrm>
            <a:prstGeom prst="rect">
              <a:avLst/>
            </a:prstGeom>
            <a:solidFill>
              <a:schemeClr val="accent2"/>
            </a:solidFill>
            <a:ln w="12700" algn="ctr">
              <a:noFill/>
              <a:miter lim="800000"/>
              <a:headEnd/>
              <a:tailEnd/>
            </a:ln>
          </p:spPr>
          <p:txBody>
            <a:bodyPr wrap="square" lIns="29250" tIns="29250" rIns="29250" bIns="29250" anchor="ctr"/>
            <a:lstStyle/>
            <a:p>
              <a:pPr algn="ctr"/>
              <a:endParaRPr lang="en-US" sz="813" dirty="0">
                <a:solidFill>
                  <a:schemeClr val="bg1"/>
                </a:solidFill>
                <a:latin typeface="Aptos" panose="020B0004020202020204" pitchFamily="34" charset="0"/>
                <a:ea typeface="ＭＳ Ｐゴシック" charset="-128"/>
              </a:endParaRPr>
            </a:p>
          </p:txBody>
        </p:sp>
        <p:sp>
          <p:nvSpPr>
            <p:cNvPr id="30" name="Rectangle 50"/>
            <p:cNvSpPr>
              <a:spLocks noChangeArrowheads="1"/>
            </p:cNvSpPr>
            <p:nvPr/>
          </p:nvSpPr>
          <p:spPr bwMode="auto">
            <a:xfrm>
              <a:off x="5874329" y="6197650"/>
              <a:ext cx="133350" cy="144463"/>
            </a:xfrm>
            <a:prstGeom prst="rect">
              <a:avLst/>
            </a:prstGeom>
            <a:solidFill>
              <a:schemeClr val="accent3"/>
            </a:solidFill>
            <a:ln w="12700" algn="ctr">
              <a:noFill/>
              <a:miter lim="800000"/>
              <a:headEnd/>
              <a:tailEnd/>
            </a:ln>
          </p:spPr>
          <p:txBody>
            <a:bodyPr wrap="square" lIns="29250" tIns="29250" rIns="29250" bIns="29250" anchor="ctr"/>
            <a:lstStyle/>
            <a:p>
              <a:pPr algn="ctr">
                <a:defRPr/>
              </a:pPr>
              <a:endParaRPr lang="en-US" sz="813" dirty="0">
                <a:solidFill>
                  <a:schemeClr val="bg1"/>
                </a:solidFill>
                <a:latin typeface="Aptos" panose="020B0004020202020204" pitchFamily="34" charset="0"/>
              </a:endParaRPr>
            </a:p>
          </p:txBody>
        </p:sp>
        <p:sp>
          <p:nvSpPr>
            <p:cNvPr id="31" name="Text Box 51"/>
            <p:cNvSpPr txBox="1">
              <a:spLocks noChangeArrowheads="1"/>
            </p:cNvSpPr>
            <p:nvPr/>
          </p:nvSpPr>
          <p:spPr bwMode="auto">
            <a:xfrm>
              <a:off x="6049599" y="6192897"/>
              <a:ext cx="806928" cy="153968"/>
            </a:xfrm>
            <a:prstGeom prst="rect">
              <a:avLst/>
            </a:prstGeom>
            <a:noFill/>
            <a:ln w="6350" algn="ctr">
              <a:noFill/>
              <a:miter lim="800000"/>
              <a:headEnd/>
              <a:tailEnd/>
            </a:ln>
          </p:spPr>
          <p:txBody>
            <a:bodyPr wrap="none" lIns="0" tIns="0" rIns="0" bIns="0" anchor="ctr">
              <a:spAutoFit/>
            </a:bodyPr>
            <a:lstStyle/>
            <a:p>
              <a:r>
                <a:rPr lang="en-US" sz="813" dirty="0">
                  <a:latin typeface="Aptos" panose="020B0004020202020204" pitchFamily="34" charset="0"/>
                  <a:ea typeface="ＭＳ Ｐゴシック" charset="-128"/>
                </a:rPr>
                <a:t>Board meeting</a:t>
              </a:r>
            </a:p>
          </p:txBody>
        </p:sp>
        <p:sp>
          <p:nvSpPr>
            <p:cNvPr id="32" name="Text Box 184"/>
            <p:cNvSpPr txBox="1">
              <a:spLocks noChangeArrowheads="1"/>
            </p:cNvSpPr>
            <p:nvPr/>
          </p:nvSpPr>
          <p:spPr bwMode="auto">
            <a:xfrm>
              <a:off x="2026347" y="6192897"/>
              <a:ext cx="1278457" cy="153968"/>
            </a:xfrm>
            <a:prstGeom prst="rect">
              <a:avLst/>
            </a:prstGeom>
            <a:noFill/>
            <a:ln w="6350" algn="ctr">
              <a:noFill/>
              <a:miter lim="800000"/>
              <a:headEnd/>
              <a:tailEnd/>
            </a:ln>
          </p:spPr>
          <p:txBody>
            <a:bodyPr wrap="none" lIns="0" tIns="0" rIns="0" bIns="0" anchor="ctr">
              <a:spAutoFit/>
            </a:bodyPr>
            <a:lstStyle/>
            <a:p>
              <a:r>
                <a:rPr lang="en-US" sz="813" dirty="0">
                  <a:latin typeface="Aptos" panose="020B0004020202020204" pitchFamily="34" charset="0"/>
                  <a:ea typeface="ＭＳ Ｐゴシック" charset="-128"/>
                </a:rPr>
                <a:t>Working group meeting</a:t>
              </a:r>
            </a:p>
          </p:txBody>
        </p:sp>
      </p:grpSp>
    </p:spTree>
    <p:extLst>
      <p:ext uri="{BB962C8B-B14F-4D97-AF65-F5344CB8AC3E}">
        <p14:creationId xmlns:p14="http://schemas.microsoft.com/office/powerpoint/2010/main" val="2043350192"/>
      </p:ext>
    </p:extLst>
  </p:cSld>
  <p:clrMapOvr>
    <a:masterClrMapping/>
  </p:clrMapOvr>
  <p:transition>
    <p:fade/>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3"/>
          </p:nvPr>
        </p:nvSpPr>
        <p:spPr/>
        <p:txBody>
          <a:bodyPr/>
          <a:lstStyle/>
          <a:p>
            <a:r>
              <a:rPr lang="en-US" dirty="0"/>
              <a:t>First day of the month is Friday, Saturday or Sunday</a:t>
            </a:r>
          </a:p>
        </p:txBody>
      </p:sp>
      <p:sp>
        <p:nvSpPr>
          <p:cNvPr id="834561" name="Title 1"/>
          <p:cNvSpPr>
            <a:spLocks noGrp="1"/>
          </p:cNvSpPr>
          <p:nvPr>
            <p:ph type="title"/>
          </p:nvPr>
        </p:nvSpPr>
        <p:spPr/>
        <p:txBody>
          <a:bodyPr/>
          <a:lstStyle/>
          <a:p>
            <a:r>
              <a:rPr lang="en-US" altLang="ja-JP" dirty="0"/>
              <a:t>Calendars</a:t>
            </a:r>
            <a:endParaRPr lang="en-US" sz="1625" dirty="0">
              <a:solidFill>
                <a:schemeClr val="tx2"/>
              </a:solidFill>
            </a:endParaRPr>
          </a:p>
        </p:txBody>
      </p:sp>
      <p:graphicFrame>
        <p:nvGraphicFramePr>
          <p:cNvPr id="6" name="Group 8"/>
          <p:cNvGraphicFramePr>
            <a:graphicFrameLocks noGrp="1"/>
          </p:cNvGraphicFramePr>
          <p:nvPr>
            <p:extLst>
              <p:ext uri="{D42A27DB-BD31-4B8C-83A1-F6EECF244321}">
                <p14:modId xmlns:p14="http://schemas.microsoft.com/office/powerpoint/2010/main" val="2505396135"/>
              </p:ext>
            </p:extLst>
          </p:nvPr>
        </p:nvGraphicFramePr>
        <p:xfrm>
          <a:off x="1528711" y="1945121"/>
          <a:ext cx="3343275" cy="1756981"/>
        </p:xfrm>
        <a:graphic>
          <a:graphicData uri="http://schemas.openxmlformats.org/drawingml/2006/table">
            <a:tbl>
              <a:tblPr/>
              <a:tblGrid>
                <a:gridCol w="660640">
                  <a:extLst>
                    <a:ext uri="{9D8B030D-6E8A-4147-A177-3AD203B41FA5}">
                      <a16:colId xmlns:a16="http://schemas.microsoft.com/office/drawing/2014/main" val="20000"/>
                    </a:ext>
                  </a:extLst>
                </a:gridCol>
                <a:gridCol w="677447">
                  <a:extLst>
                    <a:ext uri="{9D8B030D-6E8A-4147-A177-3AD203B41FA5}">
                      <a16:colId xmlns:a16="http://schemas.microsoft.com/office/drawing/2014/main" val="20001"/>
                    </a:ext>
                  </a:extLst>
                </a:gridCol>
                <a:gridCol w="667103">
                  <a:extLst>
                    <a:ext uri="{9D8B030D-6E8A-4147-A177-3AD203B41FA5}">
                      <a16:colId xmlns:a16="http://schemas.microsoft.com/office/drawing/2014/main" val="20002"/>
                    </a:ext>
                  </a:extLst>
                </a:gridCol>
                <a:gridCol w="669689">
                  <a:extLst>
                    <a:ext uri="{9D8B030D-6E8A-4147-A177-3AD203B41FA5}">
                      <a16:colId xmlns:a16="http://schemas.microsoft.com/office/drawing/2014/main" val="20003"/>
                    </a:ext>
                  </a:extLst>
                </a:gridCol>
                <a:gridCol w="668396">
                  <a:extLst>
                    <a:ext uri="{9D8B030D-6E8A-4147-A177-3AD203B41FA5}">
                      <a16:colId xmlns:a16="http://schemas.microsoft.com/office/drawing/2014/main" val="20004"/>
                    </a:ext>
                  </a:extLst>
                </a:gridCol>
              </a:tblGrid>
              <a:tr h="292795">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1500" b="0" i="0" u="none" strike="noStrike" cap="none" normalizeH="0" baseline="0" dirty="0">
                          <a:ln>
                            <a:noFill/>
                          </a:ln>
                          <a:solidFill>
                            <a:schemeClr val="tx1"/>
                          </a:solidFill>
                          <a:effectLst/>
                          <a:latin typeface="Aptos" panose="020B0004020202020204" pitchFamily="34" charset="0"/>
                        </a:rPr>
                        <a:t>M</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1500" b="0" i="0" u="none" strike="noStrike" cap="none" normalizeH="0" baseline="0" dirty="0">
                          <a:ln>
                            <a:noFill/>
                          </a:ln>
                          <a:solidFill>
                            <a:schemeClr val="tx1"/>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1500" b="0" i="0" u="none" strike="noStrike" cap="none" normalizeH="0" baseline="0" dirty="0">
                          <a:ln>
                            <a:noFill/>
                          </a:ln>
                          <a:solidFill>
                            <a:schemeClr val="tx1"/>
                          </a:solidFill>
                          <a:effectLst/>
                          <a:latin typeface="Aptos" panose="020B0004020202020204" pitchFamily="34" charset="0"/>
                        </a:rPr>
                        <a:t>W</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1500" b="0" i="0" u="none" strike="noStrike" cap="none" normalizeH="0" baseline="0" dirty="0">
                          <a:ln>
                            <a:noFill/>
                          </a:ln>
                          <a:solidFill>
                            <a:schemeClr val="tx1"/>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1500" b="0" i="0" u="none" strike="noStrike" cap="none" normalizeH="0" baseline="0" dirty="0">
                          <a:ln>
                            <a:noFill/>
                          </a:ln>
                          <a:solidFill>
                            <a:schemeClr val="tx1"/>
                          </a:solidFill>
                          <a:effectLst/>
                          <a:latin typeface="Aptos" panose="020B0004020202020204" pitchFamily="34" charset="0"/>
                        </a:rPr>
                        <a:t>F</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endParaRPr kumimoji="0" lang="en-US" sz="900" b="0" i="0" u="none" strike="noStrike" cap="none" normalizeH="0" baseline="0" dirty="0">
                        <a:ln>
                          <a:noFill/>
                        </a:ln>
                        <a:solidFill>
                          <a:schemeClr val="tx1"/>
                        </a:solidFill>
                        <a:effectLst/>
                        <a:latin typeface="Aptos" panose="020B0004020202020204" pitchFamily="34" charset="0"/>
                      </a:endParaRPr>
                    </a:p>
                  </a:txBody>
                  <a:tcPr marL="29250" marR="29250" marT="29250" marB="29250" horzOverflow="overflow">
                    <a:lnL w="190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chemeClr val="tx1"/>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chemeClr val="tx1"/>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chemeClr val="tx1"/>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4</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5</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6</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7</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8</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11</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12</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13</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14</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15</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18</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19</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20</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21</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22</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25</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26</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27</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28</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29</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5"/>
                  </a:ext>
                </a:extLst>
              </a:tr>
            </a:tbl>
          </a:graphicData>
        </a:graphic>
      </p:graphicFrame>
      <p:graphicFrame>
        <p:nvGraphicFramePr>
          <p:cNvPr id="7" name="Group 53"/>
          <p:cNvGraphicFramePr>
            <a:graphicFrameLocks noGrp="1"/>
          </p:cNvGraphicFramePr>
          <p:nvPr>
            <p:extLst>
              <p:ext uri="{D42A27DB-BD31-4B8C-83A1-F6EECF244321}">
                <p14:modId xmlns:p14="http://schemas.microsoft.com/office/powerpoint/2010/main" val="2602017504"/>
              </p:ext>
            </p:extLst>
          </p:nvPr>
        </p:nvGraphicFramePr>
        <p:xfrm>
          <a:off x="5025197" y="1945121"/>
          <a:ext cx="3343275" cy="1756981"/>
        </p:xfrm>
        <a:graphic>
          <a:graphicData uri="http://schemas.openxmlformats.org/drawingml/2006/table">
            <a:tbl>
              <a:tblPr/>
              <a:tblGrid>
                <a:gridCol w="660896">
                  <a:extLst>
                    <a:ext uri="{9D8B030D-6E8A-4147-A177-3AD203B41FA5}">
                      <a16:colId xmlns:a16="http://schemas.microsoft.com/office/drawing/2014/main" val="20000"/>
                    </a:ext>
                  </a:extLst>
                </a:gridCol>
                <a:gridCol w="676416">
                  <a:extLst>
                    <a:ext uri="{9D8B030D-6E8A-4147-A177-3AD203B41FA5}">
                      <a16:colId xmlns:a16="http://schemas.microsoft.com/office/drawing/2014/main" val="20001"/>
                    </a:ext>
                  </a:extLst>
                </a:gridCol>
                <a:gridCol w="668654">
                  <a:extLst>
                    <a:ext uri="{9D8B030D-6E8A-4147-A177-3AD203B41FA5}">
                      <a16:colId xmlns:a16="http://schemas.microsoft.com/office/drawing/2014/main" val="20002"/>
                    </a:ext>
                  </a:extLst>
                </a:gridCol>
                <a:gridCol w="668655">
                  <a:extLst>
                    <a:ext uri="{9D8B030D-6E8A-4147-A177-3AD203B41FA5}">
                      <a16:colId xmlns:a16="http://schemas.microsoft.com/office/drawing/2014/main" val="20003"/>
                    </a:ext>
                  </a:extLst>
                </a:gridCol>
                <a:gridCol w="668654">
                  <a:extLst>
                    <a:ext uri="{9D8B030D-6E8A-4147-A177-3AD203B41FA5}">
                      <a16:colId xmlns:a16="http://schemas.microsoft.com/office/drawing/2014/main" val="20004"/>
                    </a:ext>
                  </a:extLst>
                </a:gridCol>
              </a:tblGrid>
              <a:tr h="292795">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1500" b="0" i="0" u="none" strike="noStrike" cap="none" normalizeH="0" baseline="0" dirty="0">
                          <a:ln>
                            <a:noFill/>
                          </a:ln>
                          <a:solidFill>
                            <a:schemeClr val="tx1"/>
                          </a:solidFill>
                          <a:effectLst/>
                          <a:latin typeface="Aptos" panose="020B0004020202020204" pitchFamily="34" charset="0"/>
                        </a:rPr>
                        <a:t>M</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1500" b="0" i="0" u="none" strike="noStrike" cap="none" normalizeH="0" baseline="0" dirty="0">
                          <a:ln>
                            <a:noFill/>
                          </a:ln>
                          <a:solidFill>
                            <a:schemeClr val="tx1"/>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1500" b="0" i="0" u="none" strike="noStrike" cap="none" normalizeH="0" baseline="0" dirty="0">
                          <a:ln>
                            <a:noFill/>
                          </a:ln>
                          <a:solidFill>
                            <a:schemeClr val="tx1"/>
                          </a:solidFill>
                          <a:effectLst/>
                          <a:latin typeface="Aptos" panose="020B0004020202020204" pitchFamily="34" charset="0"/>
                        </a:rPr>
                        <a:t>W</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1500" b="0" i="0" u="none" strike="noStrike" cap="none" normalizeH="0" baseline="0" dirty="0">
                          <a:ln>
                            <a:noFill/>
                          </a:ln>
                          <a:solidFill>
                            <a:schemeClr val="tx1"/>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1500" b="0" i="0" u="none" strike="noStrike" cap="none" normalizeH="0" baseline="0" dirty="0">
                          <a:ln>
                            <a:noFill/>
                          </a:ln>
                          <a:solidFill>
                            <a:schemeClr val="tx1"/>
                          </a:solidFill>
                          <a:effectLst/>
                          <a:latin typeface="Aptos" panose="020B0004020202020204" pitchFamily="34" charset="0"/>
                        </a:rPr>
                        <a:t>F</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3</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4</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5</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6</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7</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10</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11</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12</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13</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14</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17</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18</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19</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20</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21</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24</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25</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26</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27</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28</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4"/>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31</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chemeClr val="tx1"/>
                        </a:solidFill>
                        <a:effectLst/>
                        <a:latin typeface="Aptos" panose="020B0004020202020204" pitchFamily="34" charset="0"/>
                      </a:endParaRPr>
                    </a:p>
                  </a:txBody>
                  <a:tcPr marL="29250" marR="29250" marT="29250" marB="29250" horzOverflow="overflow">
                    <a:lnL w="12700" cap="flat" cmpd="sng" algn="ctr">
                      <a:solidFill>
                        <a:schemeClr val="tx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chemeClr val="tx1"/>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chemeClr val="tx1"/>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chemeClr val="tx2"/>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graphicFrame>
        <p:nvGraphicFramePr>
          <p:cNvPr id="8" name="Group 97"/>
          <p:cNvGraphicFramePr>
            <a:graphicFrameLocks noGrp="1"/>
          </p:cNvGraphicFramePr>
          <p:nvPr>
            <p:extLst>
              <p:ext uri="{D42A27DB-BD31-4B8C-83A1-F6EECF244321}">
                <p14:modId xmlns:p14="http://schemas.microsoft.com/office/powerpoint/2010/main" val="4221275707"/>
              </p:ext>
            </p:extLst>
          </p:nvPr>
        </p:nvGraphicFramePr>
        <p:xfrm>
          <a:off x="1528711" y="3843772"/>
          <a:ext cx="3343275" cy="1756770"/>
        </p:xfrm>
        <a:graphic>
          <a:graphicData uri="http://schemas.openxmlformats.org/drawingml/2006/table">
            <a:tbl>
              <a:tblPr/>
              <a:tblGrid>
                <a:gridCol w="660640">
                  <a:extLst>
                    <a:ext uri="{9D8B030D-6E8A-4147-A177-3AD203B41FA5}">
                      <a16:colId xmlns:a16="http://schemas.microsoft.com/office/drawing/2014/main" val="20000"/>
                    </a:ext>
                  </a:extLst>
                </a:gridCol>
                <a:gridCol w="677447">
                  <a:extLst>
                    <a:ext uri="{9D8B030D-6E8A-4147-A177-3AD203B41FA5}">
                      <a16:colId xmlns:a16="http://schemas.microsoft.com/office/drawing/2014/main" val="20001"/>
                    </a:ext>
                  </a:extLst>
                </a:gridCol>
                <a:gridCol w="667103">
                  <a:extLst>
                    <a:ext uri="{9D8B030D-6E8A-4147-A177-3AD203B41FA5}">
                      <a16:colId xmlns:a16="http://schemas.microsoft.com/office/drawing/2014/main" val="20002"/>
                    </a:ext>
                  </a:extLst>
                </a:gridCol>
                <a:gridCol w="669689">
                  <a:extLst>
                    <a:ext uri="{9D8B030D-6E8A-4147-A177-3AD203B41FA5}">
                      <a16:colId xmlns:a16="http://schemas.microsoft.com/office/drawing/2014/main" val="20003"/>
                    </a:ext>
                  </a:extLst>
                </a:gridCol>
                <a:gridCol w="668396">
                  <a:extLst>
                    <a:ext uri="{9D8B030D-6E8A-4147-A177-3AD203B41FA5}">
                      <a16:colId xmlns:a16="http://schemas.microsoft.com/office/drawing/2014/main" val="20004"/>
                    </a:ext>
                  </a:extLst>
                </a:gridCol>
              </a:tblGrid>
              <a:tr h="292795">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800" b="0" i="0" u="none" strike="noStrike" cap="none" normalizeH="0" baseline="0" dirty="0">
                          <a:ln>
                            <a:noFill/>
                          </a:ln>
                          <a:solidFill>
                            <a:srgbClr val="53565A"/>
                          </a:solidFill>
                          <a:effectLst/>
                          <a:latin typeface="Aptos" panose="020B0004020202020204" pitchFamily="34" charset="0"/>
                        </a:rPr>
                        <a:t>M</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W</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T</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Tx/>
                        <a:buNone/>
                        <a:tabLst/>
                      </a:pPr>
                      <a:r>
                        <a:rPr kumimoji="0" lang="en-US" sz="800" b="0" i="0" u="none" strike="noStrike" cap="none" normalizeH="0" baseline="0" dirty="0">
                          <a:ln>
                            <a:noFill/>
                          </a:ln>
                          <a:solidFill>
                            <a:srgbClr val="53565A"/>
                          </a:solidFill>
                          <a:effectLst/>
                          <a:latin typeface="Aptos" panose="020B0004020202020204" pitchFamily="34" charset="0"/>
                        </a:rPr>
                        <a:t>F</a:t>
                      </a:r>
                    </a:p>
                  </a:txBody>
                  <a:tcPr marL="29250" marR="29250" marT="29250" marB="29250" anchor="b" horzOverflow="overflow">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2</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3</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4</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5</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6</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9</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10</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11</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12</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13</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rgbClr val="53565A"/>
                          </a:solidFill>
                          <a:effectLst/>
                          <a:latin typeface="Aptos" panose="020B0004020202020204" pitchFamily="34" charset="0"/>
                        </a:rPr>
                        <a:t>16</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17</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18</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19</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20</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chemeClr val="bg1"/>
                          </a:solidFill>
                          <a:effectLst/>
                          <a:latin typeface="Aptos" panose="020B0004020202020204" pitchFamily="34" charset="0"/>
                        </a:rPr>
                        <a:t>23</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24</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25</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rgbClr val="53565A"/>
                          </a:solidFill>
                          <a:effectLst/>
                          <a:latin typeface="Aptos" panose="020B0004020202020204" pitchFamily="34" charset="0"/>
                        </a:rPr>
                        <a:t>26</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27</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extLst>
                  <a:ext uri="{0D108BD9-81ED-4DB2-BD59-A6C34878D82A}">
                    <a16:rowId xmlns:a16="http://schemas.microsoft.com/office/drawing/2014/main" val="10004"/>
                  </a:ext>
                </a:extLst>
              </a:tr>
              <a:tr h="292795">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pPr>
                      <a:r>
                        <a:rPr kumimoji="0" lang="en-US" sz="900" b="0" i="0" u="none" strike="noStrike" cap="none" normalizeH="0" baseline="0" dirty="0">
                          <a:ln>
                            <a:noFill/>
                          </a:ln>
                          <a:solidFill>
                            <a:schemeClr val="bg1"/>
                          </a:solidFill>
                          <a:effectLst/>
                          <a:latin typeface="Aptos" panose="020B0004020202020204" pitchFamily="34" charset="0"/>
                        </a:rPr>
                        <a:t>30</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r>
                        <a:rPr kumimoji="0" lang="en-US" sz="900" b="0" i="0" u="none" strike="noStrike" cap="none" normalizeH="0" baseline="0" dirty="0">
                          <a:ln>
                            <a:noFill/>
                          </a:ln>
                          <a:solidFill>
                            <a:schemeClr val="bg1"/>
                          </a:solidFill>
                          <a:effectLst/>
                          <a:latin typeface="Aptos" panose="020B0004020202020204" pitchFamily="34" charset="0"/>
                        </a:rPr>
                        <a:t>31</a:t>
                      </a:r>
                    </a:p>
                  </a:txBody>
                  <a:tcPr marL="29250" marR="29250" marT="29250" marB="2925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chemeClr val="tx1"/>
                        </a:solidFill>
                        <a:effectLst/>
                        <a:latin typeface="Aptos" panose="020B0004020202020204" pitchFamily="34" charset="0"/>
                      </a:endParaRPr>
                    </a:p>
                  </a:txBody>
                  <a:tcPr marL="29250" marR="29250" marT="29250" marB="29250" horzOverflow="overflow">
                    <a:lnL w="12700" cap="flat" cmpd="sng" algn="ctr">
                      <a:solidFill>
                        <a:schemeClr val="tx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chemeClr val="tx1"/>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Tx/>
                        <a:buNone/>
                        <a:tabLst/>
                      </a:pPr>
                      <a:endParaRPr kumimoji="0" lang="en-US" sz="900" b="0" i="0" u="none" strike="noStrike" cap="none" normalizeH="0" baseline="0" dirty="0">
                        <a:ln>
                          <a:noFill/>
                        </a:ln>
                        <a:solidFill>
                          <a:schemeClr val="tx1"/>
                        </a:solidFill>
                        <a:effectLst/>
                        <a:latin typeface="Aptos" panose="020B0004020202020204" pitchFamily="34" charset="0"/>
                      </a:endParaRPr>
                    </a:p>
                  </a:txBody>
                  <a:tcPr marL="29250" marR="29250" marT="29250" marB="29250" horzOverflow="overflow">
                    <a:lnL w="63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grpSp>
        <p:nvGrpSpPr>
          <p:cNvPr id="13" name="Group 12"/>
          <p:cNvGrpSpPr/>
          <p:nvPr/>
        </p:nvGrpSpPr>
        <p:grpSpPr>
          <a:xfrm>
            <a:off x="2914804" y="5674696"/>
            <a:ext cx="4058664" cy="125099"/>
            <a:chOff x="1861247" y="6192897"/>
            <a:chExt cx="4995280" cy="153968"/>
          </a:xfrm>
        </p:grpSpPr>
        <p:sp>
          <p:nvSpPr>
            <p:cNvPr id="14" name="Rectangle 47"/>
            <p:cNvSpPr>
              <a:spLocks noChangeArrowheads="1"/>
            </p:cNvSpPr>
            <p:nvPr/>
          </p:nvSpPr>
          <p:spPr bwMode="auto">
            <a:xfrm>
              <a:off x="1861247" y="6197650"/>
              <a:ext cx="133350" cy="144463"/>
            </a:xfrm>
            <a:prstGeom prst="rect">
              <a:avLst/>
            </a:prstGeom>
            <a:solidFill>
              <a:schemeClr val="tx2"/>
            </a:solidFill>
            <a:ln w="12700" algn="ctr">
              <a:noFill/>
              <a:miter lim="800000"/>
              <a:headEnd/>
              <a:tailEnd/>
            </a:ln>
          </p:spPr>
          <p:txBody>
            <a:bodyPr wrap="square" lIns="29250" tIns="29250" rIns="29250" bIns="29250" anchor="ctr"/>
            <a:lstStyle/>
            <a:p>
              <a:pPr algn="ctr"/>
              <a:endParaRPr lang="en-US" sz="800" dirty="0">
                <a:solidFill>
                  <a:schemeClr val="bg1"/>
                </a:solidFill>
                <a:latin typeface="Aptos" panose="020B0004020202020204" pitchFamily="34" charset="0"/>
              </a:endParaRPr>
            </a:p>
          </p:txBody>
        </p:sp>
        <p:sp>
          <p:nvSpPr>
            <p:cNvPr id="15" name="Text Box 48"/>
            <p:cNvSpPr txBox="1">
              <a:spLocks noChangeArrowheads="1"/>
            </p:cNvSpPr>
            <p:nvPr/>
          </p:nvSpPr>
          <p:spPr bwMode="auto">
            <a:xfrm>
              <a:off x="3863084" y="6192897"/>
              <a:ext cx="1562558" cy="153968"/>
            </a:xfrm>
            <a:prstGeom prst="rect">
              <a:avLst/>
            </a:prstGeom>
            <a:noFill/>
            <a:ln w="6350" algn="ctr">
              <a:noFill/>
              <a:miter lim="800000"/>
              <a:headEnd/>
              <a:tailEnd/>
            </a:ln>
          </p:spPr>
          <p:txBody>
            <a:bodyPr wrap="none" lIns="0" tIns="0" rIns="0" bIns="0" anchor="ctr">
              <a:spAutoFit/>
            </a:bodyPr>
            <a:lstStyle/>
            <a:p>
              <a:r>
                <a:rPr lang="en-US" sz="800" dirty="0">
                  <a:latin typeface="Aptos" panose="020B0004020202020204" pitchFamily="34" charset="0"/>
                  <a:ea typeface="ＭＳ Ｐゴシック" charset="-128"/>
                </a:rPr>
                <a:t>Steering committee meeting</a:t>
              </a:r>
            </a:p>
          </p:txBody>
        </p:sp>
        <p:sp>
          <p:nvSpPr>
            <p:cNvPr id="22" name="Rectangle 49"/>
            <p:cNvSpPr>
              <a:spLocks noChangeArrowheads="1"/>
            </p:cNvSpPr>
            <p:nvPr/>
          </p:nvSpPr>
          <p:spPr bwMode="auto">
            <a:xfrm>
              <a:off x="3690047" y="6197650"/>
              <a:ext cx="133350" cy="144463"/>
            </a:xfrm>
            <a:prstGeom prst="rect">
              <a:avLst/>
            </a:prstGeom>
            <a:solidFill>
              <a:schemeClr val="accent2"/>
            </a:solidFill>
            <a:ln w="12700" algn="ctr">
              <a:noFill/>
              <a:miter lim="800000"/>
              <a:headEnd/>
              <a:tailEnd/>
            </a:ln>
          </p:spPr>
          <p:txBody>
            <a:bodyPr wrap="square" lIns="29250" tIns="29250" rIns="29250" bIns="29250" anchor="ctr"/>
            <a:lstStyle/>
            <a:p>
              <a:pPr algn="ctr"/>
              <a:endParaRPr lang="en-US" sz="800" dirty="0">
                <a:solidFill>
                  <a:schemeClr val="bg1"/>
                </a:solidFill>
                <a:latin typeface="Aptos" panose="020B0004020202020204" pitchFamily="34" charset="0"/>
                <a:ea typeface="ＭＳ Ｐゴシック" charset="-128"/>
              </a:endParaRPr>
            </a:p>
          </p:txBody>
        </p:sp>
        <p:sp>
          <p:nvSpPr>
            <p:cNvPr id="23" name="Rectangle 50"/>
            <p:cNvSpPr>
              <a:spLocks noChangeArrowheads="1"/>
            </p:cNvSpPr>
            <p:nvPr/>
          </p:nvSpPr>
          <p:spPr bwMode="auto">
            <a:xfrm>
              <a:off x="5874329" y="6197650"/>
              <a:ext cx="133350" cy="144463"/>
            </a:xfrm>
            <a:prstGeom prst="rect">
              <a:avLst/>
            </a:prstGeom>
            <a:solidFill>
              <a:schemeClr val="accent3"/>
            </a:solidFill>
            <a:ln w="12700" algn="ctr">
              <a:noFill/>
              <a:miter lim="800000"/>
              <a:headEnd/>
              <a:tailEnd/>
            </a:ln>
          </p:spPr>
          <p:txBody>
            <a:bodyPr wrap="square" lIns="29250" tIns="29250" rIns="29250" bIns="29250" anchor="ctr"/>
            <a:lstStyle/>
            <a:p>
              <a:pPr algn="ctr">
                <a:defRPr/>
              </a:pPr>
              <a:endParaRPr lang="en-US" sz="800" dirty="0">
                <a:solidFill>
                  <a:schemeClr val="bg1"/>
                </a:solidFill>
                <a:latin typeface="Aptos" panose="020B0004020202020204" pitchFamily="34" charset="0"/>
              </a:endParaRPr>
            </a:p>
          </p:txBody>
        </p:sp>
        <p:sp>
          <p:nvSpPr>
            <p:cNvPr id="24" name="Text Box 51"/>
            <p:cNvSpPr txBox="1">
              <a:spLocks noChangeArrowheads="1"/>
            </p:cNvSpPr>
            <p:nvPr/>
          </p:nvSpPr>
          <p:spPr bwMode="auto">
            <a:xfrm>
              <a:off x="6049599" y="6192897"/>
              <a:ext cx="806928" cy="153968"/>
            </a:xfrm>
            <a:prstGeom prst="rect">
              <a:avLst/>
            </a:prstGeom>
            <a:noFill/>
            <a:ln w="6350" algn="ctr">
              <a:noFill/>
              <a:miter lim="800000"/>
              <a:headEnd/>
              <a:tailEnd/>
            </a:ln>
          </p:spPr>
          <p:txBody>
            <a:bodyPr wrap="none" lIns="0" tIns="0" rIns="0" bIns="0" anchor="ctr">
              <a:spAutoFit/>
            </a:bodyPr>
            <a:lstStyle/>
            <a:p>
              <a:r>
                <a:rPr lang="en-US" sz="800" dirty="0">
                  <a:latin typeface="Aptos" panose="020B0004020202020204" pitchFamily="34" charset="0"/>
                  <a:ea typeface="ＭＳ Ｐゴシック" charset="-128"/>
                </a:rPr>
                <a:t>Board meeting</a:t>
              </a:r>
            </a:p>
          </p:txBody>
        </p:sp>
        <p:sp>
          <p:nvSpPr>
            <p:cNvPr id="25" name="Text Box 184"/>
            <p:cNvSpPr txBox="1">
              <a:spLocks noChangeArrowheads="1"/>
            </p:cNvSpPr>
            <p:nvPr/>
          </p:nvSpPr>
          <p:spPr bwMode="auto">
            <a:xfrm>
              <a:off x="2026347" y="6192897"/>
              <a:ext cx="1278457" cy="153968"/>
            </a:xfrm>
            <a:prstGeom prst="rect">
              <a:avLst/>
            </a:prstGeom>
            <a:noFill/>
            <a:ln w="6350" algn="ctr">
              <a:noFill/>
              <a:miter lim="800000"/>
              <a:headEnd/>
              <a:tailEnd/>
            </a:ln>
          </p:spPr>
          <p:txBody>
            <a:bodyPr wrap="none" lIns="0" tIns="0" rIns="0" bIns="0" anchor="ctr">
              <a:spAutoFit/>
            </a:bodyPr>
            <a:lstStyle/>
            <a:p>
              <a:r>
                <a:rPr lang="en-US" sz="800" dirty="0">
                  <a:latin typeface="Aptos" panose="020B0004020202020204" pitchFamily="34" charset="0"/>
                  <a:ea typeface="ＭＳ Ｐゴシック" charset="-128"/>
                </a:rPr>
                <a:t>Working group meeting</a:t>
              </a:r>
            </a:p>
          </p:txBody>
        </p:sp>
      </p:grpSp>
    </p:spTree>
    <p:extLst>
      <p:ext uri="{BB962C8B-B14F-4D97-AF65-F5344CB8AC3E}">
        <p14:creationId xmlns:p14="http://schemas.microsoft.com/office/powerpoint/2010/main" val="2616636642"/>
      </p:ext>
    </p:extLst>
  </p:cSld>
  <p:clrMapOvr>
    <a:masterClrMapping/>
  </p:clrMapOvr>
  <p:transition>
    <p:fade/>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Illustrative graphics, charts and diagrams</a:t>
            </a:r>
            <a:endParaRPr lang="en-GB" dirty="0"/>
          </a:p>
        </p:txBody>
      </p:sp>
      <p:sp>
        <p:nvSpPr>
          <p:cNvPr id="4" name="Rectangle 3">
            <a:extLst>
              <a:ext uri="{FF2B5EF4-FFF2-40B4-BE49-F238E27FC236}">
                <a16:creationId xmlns:a16="http://schemas.microsoft.com/office/drawing/2014/main" id="{F798412A-D6B1-1B6D-16A1-BDA6EDB2EA7B}"/>
              </a:ext>
            </a:extLst>
          </p:cNvPr>
          <p:cNvSpPr>
            <a:spLocks noChangeArrowheads="1"/>
          </p:cNvSpPr>
          <p:nvPr/>
        </p:nvSpPr>
        <p:spPr bwMode="auto">
          <a:xfrm>
            <a:off x="6431136" y="342900"/>
            <a:ext cx="3101163" cy="853440"/>
          </a:xfrm>
          <a:prstGeom prst="rect">
            <a:avLst/>
          </a:prstGeom>
          <a:solidFill>
            <a:schemeClr val="bg1"/>
          </a:solidFill>
          <a:ln w="6350" algn="ctr">
            <a:solidFill>
              <a:srgbClr val="00A3E0"/>
            </a:solidFill>
            <a:miter lim="800000"/>
            <a:headEnd/>
            <a:tailEnd/>
          </a:ln>
        </p:spPr>
        <p:txBody>
          <a:bodyPr tIns="91440" bIns="91440">
            <a:noAutofit/>
          </a:bodyPr>
          <a:lstStyle/>
          <a:p>
            <a:pPr>
              <a:defRPr/>
            </a:pPr>
            <a:r>
              <a:rPr lang="en-US" altLang="ja-JP" sz="1000" b="1" dirty="0">
                <a:solidFill>
                  <a:sysClr val="windowText" lastClr="000000"/>
                </a:solidFill>
                <a:latin typeface="Aptos" panose="020B0004020202020204" pitchFamily="34" charset="0"/>
                <a:ea typeface="ＭＳ Ｐゴシック" pitchFamily="50" charset="-128"/>
              </a:rPr>
              <a:t>Note:</a:t>
            </a:r>
          </a:p>
          <a:p>
            <a:pPr>
              <a:defRPr/>
            </a:pPr>
            <a:r>
              <a:rPr lang="en-US" altLang="ja-JP" sz="1000" dirty="0">
                <a:solidFill>
                  <a:sysClr val="windowText" lastClr="000000"/>
                </a:solidFill>
                <a:latin typeface="Aptos" panose="020B0004020202020204" pitchFamily="34" charset="0"/>
                <a:ea typeface="ＭＳ Ｐゴシック" pitchFamily="50" charset="-128"/>
              </a:rPr>
              <a:t>Many of the following examples may require assistance from a designer. If you need graphic assistance, please contact </a:t>
            </a:r>
            <a:r>
              <a:rPr lang="en-US" altLang="ja-JP" sz="1000" dirty="0">
                <a:solidFill>
                  <a:sysClr val="windowText" lastClr="000000"/>
                </a:solidFill>
                <a:latin typeface="Aptos" panose="020B0004020202020204" pitchFamily="34" charset="0"/>
                <a:ea typeface="ＭＳ Ｐゴシック" pitchFamily="50" charset="-128"/>
                <a:hlinkClick r:id="rId2"/>
              </a:rPr>
              <a:t>CoRe Creative Services</a:t>
            </a:r>
            <a:r>
              <a:rPr lang="en-US" altLang="ja-JP" sz="1000" dirty="0">
                <a:solidFill>
                  <a:sysClr val="windowText" lastClr="000000"/>
                </a:solidFill>
                <a:latin typeface="Aptos" panose="020B0004020202020204" pitchFamily="34" charset="0"/>
                <a:ea typeface="ＭＳ Ｐゴシック" pitchFamily="50" charset="-128"/>
              </a:rPr>
              <a:t>.</a:t>
            </a:r>
          </a:p>
        </p:txBody>
      </p:sp>
    </p:spTree>
    <p:extLst>
      <p:ext uri="{BB962C8B-B14F-4D97-AF65-F5344CB8AC3E}">
        <p14:creationId xmlns:p14="http://schemas.microsoft.com/office/powerpoint/2010/main" val="1629395815"/>
      </p:ext>
    </p:extLst>
  </p:cSld>
  <p:clrMapOvr>
    <a:masterClrMapping/>
  </p:clrMapOvr>
  <p:transition>
    <p:fade/>
  </p:transition>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510A51B-281E-4DD0-BCB8-0BB86F46BBAF}"/>
              </a:ext>
            </a:extLst>
          </p:cNvPr>
          <p:cNvSpPr>
            <a:spLocks noGrp="1"/>
          </p:cNvSpPr>
          <p:nvPr>
            <p:ph type="title"/>
          </p:nvPr>
        </p:nvSpPr>
        <p:spPr/>
        <p:txBody>
          <a:bodyPr/>
          <a:lstStyle/>
          <a:p>
            <a:r>
              <a:rPr lang="en-US" dirty="0"/>
              <a:t>Agenda</a:t>
            </a:r>
            <a:br>
              <a:rPr lang="en-US" dirty="0"/>
            </a:br>
            <a:endParaRPr lang="en-US" dirty="0"/>
          </a:p>
        </p:txBody>
      </p:sp>
      <p:sp>
        <p:nvSpPr>
          <p:cNvPr id="100" name="Rectangle 5">
            <a:extLst>
              <a:ext uri="{FF2B5EF4-FFF2-40B4-BE49-F238E27FC236}">
                <a16:creationId xmlns:a16="http://schemas.microsoft.com/office/drawing/2014/main" id="{D818A44A-E511-45D4-B2D6-5461597CA302}"/>
              </a:ext>
            </a:extLst>
          </p:cNvPr>
          <p:cNvSpPr/>
          <p:nvPr/>
        </p:nvSpPr>
        <p:spPr bwMode="gray">
          <a:xfrm>
            <a:off x="7769206" y="3982373"/>
            <a:ext cx="1755000" cy="4387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defTabSz="742969">
              <a:defRPr/>
            </a:pPr>
            <a:endParaRPr lang="en-US" sz="1200" dirty="0">
              <a:solidFill>
                <a:prstClr val="white"/>
              </a:solidFill>
              <a:latin typeface="Aptos" panose="020B0004020202020204" pitchFamily="34" charset="0"/>
            </a:endParaRPr>
          </a:p>
        </p:txBody>
      </p:sp>
      <p:sp>
        <p:nvSpPr>
          <p:cNvPr id="101" name="Rectangle 3">
            <a:extLst>
              <a:ext uri="{FF2B5EF4-FFF2-40B4-BE49-F238E27FC236}">
                <a16:creationId xmlns:a16="http://schemas.microsoft.com/office/drawing/2014/main" id="{7AA53DAB-12EB-4497-A3D2-F221665D8D86}"/>
              </a:ext>
            </a:extLst>
          </p:cNvPr>
          <p:cNvSpPr/>
          <p:nvPr/>
        </p:nvSpPr>
        <p:spPr bwMode="gray">
          <a:xfrm>
            <a:off x="2228647" y="3982373"/>
            <a:ext cx="1755000" cy="43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defTabSz="742969">
              <a:defRPr/>
            </a:pPr>
            <a:endParaRPr lang="en-US" sz="1200" dirty="0">
              <a:solidFill>
                <a:prstClr val="white"/>
              </a:solidFill>
              <a:latin typeface="Aptos" panose="020B0004020202020204" pitchFamily="34" charset="0"/>
            </a:endParaRPr>
          </a:p>
        </p:txBody>
      </p:sp>
      <p:sp>
        <p:nvSpPr>
          <p:cNvPr id="105" name="Rectangle 4">
            <a:extLst>
              <a:ext uri="{FF2B5EF4-FFF2-40B4-BE49-F238E27FC236}">
                <a16:creationId xmlns:a16="http://schemas.microsoft.com/office/drawing/2014/main" id="{CCCC734A-C57E-410D-B5A5-BC47B8BA63AF}"/>
              </a:ext>
            </a:extLst>
          </p:cNvPr>
          <p:cNvSpPr/>
          <p:nvPr/>
        </p:nvSpPr>
        <p:spPr bwMode="gray">
          <a:xfrm>
            <a:off x="381794" y="3701000"/>
            <a:ext cx="1755000" cy="32524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defTabSz="742969">
              <a:defRPr/>
            </a:pPr>
            <a:endParaRPr lang="en-US" sz="1200" dirty="0">
              <a:solidFill>
                <a:prstClr val="white"/>
              </a:solidFill>
              <a:latin typeface="Aptos" panose="020B0004020202020204" pitchFamily="34" charset="0"/>
            </a:endParaRPr>
          </a:p>
        </p:txBody>
      </p:sp>
      <p:sp>
        <p:nvSpPr>
          <p:cNvPr id="107" name="Rectangle 3">
            <a:extLst>
              <a:ext uri="{FF2B5EF4-FFF2-40B4-BE49-F238E27FC236}">
                <a16:creationId xmlns:a16="http://schemas.microsoft.com/office/drawing/2014/main" id="{3D2F90D7-A13A-4887-A373-3BE0BEC51615}"/>
              </a:ext>
            </a:extLst>
          </p:cNvPr>
          <p:cNvSpPr/>
          <p:nvPr/>
        </p:nvSpPr>
        <p:spPr bwMode="gray">
          <a:xfrm>
            <a:off x="4075500" y="3982373"/>
            <a:ext cx="1755000" cy="43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defTabSz="742969">
              <a:defRPr/>
            </a:pPr>
            <a:endParaRPr lang="en-US" sz="1200" dirty="0">
              <a:solidFill>
                <a:prstClr val="white"/>
              </a:solidFill>
              <a:latin typeface="Aptos" panose="020B0004020202020204" pitchFamily="34" charset="0"/>
            </a:endParaRPr>
          </a:p>
        </p:txBody>
      </p:sp>
      <p:sp>
        <p:nvSpPr>
          <p:cNvPr id="108" name="Rectangle 5">
            <a:extLst>
              <a:ext uri="{FF2B5EF4-FFF2-40B4-BE49-F238E27FC236}">
                <a16:creationId xmlns:a16="http://schemas.microsoft.com/office/drawing/2014/main" id="{29EF69E9-7F38-4B85-9F75-DB513DB8A8DA}"/>
              </a:ext>
            </a:extLst>
          </p:cNvPr>
          <p:cNvSpPr/>
          <p:nvPr/>
        </p:nvSpPr>
        <p:spPr bwMode="gray">
          <a:xfrm>
            <a:off x="5922353" y="3982373"/>
            <a:ext cx="1755000" cy="43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defTabSz="742969">
              <a:defRPr/>
            </a:pPr>
            <a:endParaRPr lang="en-US" sz="1200" dirty="0">
              <a:solidFill>
                <a:prstClr val="white"/>
              </a:solidFill>
              <a:latin typeface="Aptos" panose="020B0004020202020204" pitchFamily="34" charset="0"/>
            </a:endParaRPr>
          </a:p>
        </p:txBody>
      </p:sp>
      <p:sp>
        <p:nvSpPr>
          <p:cNvPr id="110" name="Text Placeholder 3">
            <a:extLst>
              <a:ext uri="{FF2B5EF4-FFF2-40B4-BE49-F238E27FC236}">
                <a16:creationId xmlns:a16="http://schemas.microsoft.com/office/drawing/2014/main" id="{1CC600D2-1B61-42B8-A53D-A0A30767A817}"/>
              </a:ext>
            </a:extLst>
          </p:cNvPr>
          <p:cNvSpPr txBox="1">
            <a:spLocks/>
          </p:cNvSpPr>
          <p:nvPr/>
        </p:nvSpPr>
        <p:spPr bwMode="gray">
          <a:xfrm>
            <a:off x="7769206" y="3235383"/>
            <a:ext cx="1755000" cy="1564420"/>
          </a:xfrm>
          <a:prstGeom prst="rect">
            <a:avLst/>
          </a:prstGeom>
          <a:ln>
            <a:noFill/>
          </a:ln>
        </p:spPr>
        <p:txBody>
          <a:bodyPr vert="horz" lIns="0" tIns="848250" rIns="0" bIns="0" rtlCol="0" anchor="t">
            <a:spAutoFit/>
          </a:bodyPr>
          <a:lstStyle>
            <a:defPPr>
              <a:defRPr lang="en-US"/>
            </a:defPPr>
            <a:lvl2pPr marL="0" lvl="1">
              <a:spcBef>
                <a:spcPts val="1200"/>
              </a:spcBef>
              <a:buSzPct val="100000"/>
              <a:defRPr sz="1200" b="1">
                <a:solidFill>
                  <a:schemeClr val="accent1"/>
                </a:solidFill>
              </a:defRPr>
            </a:lvl2pPr>
          </a:lstStyle>
          <a:p>
            <a:pPr lvl="1" algn="ctr" defTabSz="742969">
              <a:defRPr/>
            </a:pPr>
            <a:r>
              <a:rPr lang="en-US" dirty="0">
                <a:solidFill>
                  <a:srgbClr val="53565A"/>
                </a:solidFill>
                <a:latin typeface="Aptos" panose="020B0004020202020204" pitchFamily="34" charset="0"/>
              </a:rPr>
              <a:t>Heading</a:t>
            </a:r>
            <a:endParaRPr lang="en-US" b="0" dirty="0">
              <a:solidFill>
                <a:srgbClr val="53565A"/>
              </a:solidFill>
              <a:latin typeface="Aptos" panose="020B0004020202020204" pitchFamily="34" charset="0"/>
            </a:endParaRPr>
          </a:p>
          <a:p>
            <a:pPr lvl="1" algn="ctr" defTabSz="742969">
              <a:defRPr/>
            </a:pPr>
            <a:br>
              <a:rPr lang="en-US" b="0" dirty="0">
                <a:solidFill>
                  <a:prstClr val="black"/>
                </a:solidFill>
                <a:latin typeface="Aptos" panose="020B0004020202020204" pitchFamily="34" charset="0"/>
              </a:rPr>
            </a:br>
            <a:r>
              <a:rPr lang="en-US" b="0" dirty="0">
                <a:solidFill>
                  <a:prstClr val="black"/>
                </a:solidFill>
                <a:latin typeface="Aptos" panose="020B0004020202020204" pitchFamily="34" charset="0"/>
              </a:rPr>
              <a:t>text</a:t>
            </a:r>
          </a:p>
        </p:txBody>
      </p:sp>
      <p:sp>
        <p:nvSpPr>
          <p:cNvPr id="111" name="Text Placeholder 3">
            <a:extLst>
              <a:ext uri="{FF2B5EF4-FFF2-40B4-BE49-F238E27FC236}">
                <a16:creationId xmlns:a16="http://schemas.microsoft.com/office/drawing/2014/main" id="{638C9B80-D9F8-4D8D-91B0-36D6AB20E6B8}"/>
              </a:ext>
            </a:extLst>
          </p:cNvPr>
          <p:cNvSpPr txBox="1">
            <a:spLocks/>
          </p:cNvSpPr>
          <p:nvPr/>
        </p:nvSpPr>
        <p:spPr bwMode="gray">
          <a:xfrm>
            <a:off x="2228647" y="3235381"/>
            <a:ext cx="1755000" cy="1564420"/>
          </a:xfrm>
          <a:prstGeom prst="rect">
            <a:avLst/>
          </a:prstGeom>
          <a:ln>
            <a:noFill/>
          </a:ln>
        </p:spPr>
        <p:txBody>
          <a:bodyPr vert="horz" lIns="0" tIns="848250" rIns="0" bIns="0" rtlCol="0" anchor="t">
            <a:spAutoFit/>
          </a:bodyPr>
          <a:lstStyle>
            <a:defPPr>
              <a:defRPr lang="en-US"/>
            </a:defPPr>
            <a:lvl2pPr marL="0" lvl="1">
              <a:spcBef>
                <a:spcPts val="1200"/>
              </a:spcBef>
              <a:buSzPct val="100000"/>
              <a:defRPr sz="1200" b="1">
                <a:solidFill>
                  <a:schemeClr val="accent6">
                    <a:lumMod val="40000"/>
                    <a:lumOff val="60000"/>
                  </a:schemeClr>
                </a:solidFill>
              </a:defRPr>
            </a:lvl2pPr>
          </a:lstStyle>
          <a:p>
            <a:pPr lvl="1" algn="ctr" defTabSz="742969">
              <a:defRPr/>
            </a:pPr>
            <a:r>
              <a:rPr lang="en-US" dirty="0">
                <a:solidFill>
                  <a:srgbClr val="046A38"/>
                </a:solidFill>
                <a:latin typeface="Aptos" panose="020B0004020202020204" pitchFamily="34" charset="0"/>
              </a:rPr>
              <a:t>Heading</a:t>
            </a:r>
            <a:br>
              <a:rPr lang="en-US" dirty="0">
                <a:solidFill>
                  <a:srgbClr val="046A38"/>
                </a:solidFill>
                <a:latin typeface="Aptos" panose="020B0004020202020204" pitchFamily="34" charset="0"/>
              </a:rPr>
            </a:br>
            <a:endParaRPr lang="en-US" dirty="0">
              <a:solidFill>
                <a:srgbClr val="046A38"/>
              </a:solidFill>
              <a:latin typeface="Aptos" panose="020B0004020202020204" pitchFamily="34" charset="0"/>
            </a:endParaRPr>
          </a:p>
          <a:p>
            <a:pPr lvl="1" algn="ctr" defTabSz="742969">
              <a:defRPr/>
            </a:pPr>
            <a:r>
              <a:rPr lang="en-US" b="0" dirty="0">
                <a:solidFill>
                  <a:prstClr val="black"/>
                </a:solidFill>
                <a:latin typeface="Aptos" panose="020B0004020202020204" pitchFamily="34" charset="0"/>
              </a:rPr>
              <a:t>text</a:t>
            </a:r>
          </a:p>
        </p:txBody>
      </p:sp>
      <p:sp>
        <p:nvSpPr>
          <p:cNvPr id="113" name="Text Placeholder 3">
            <a:extLst>
              <a:ext uri="{FF2B5EF4-FFF2-40B4-BE49-F238E27FC236}">
                <a16:creationId xmlns:a16="http://schemas.microsoft.com/office/drawing/2014/main" id="{043C274B-2C0D-4EF5-9D2D-186BA04A4A62}"/>
              </a:ext>
            </a:extLst>
          </p:cNvPr>
          <p:cNvSpPr txBox="1">
            <a:spLocks/>
          </p:cNvSpPr>
          <p:nvPr/>
        </p:nvSpPr>
        <p:spPr bwMode="gray">
          <a:xfrm>
            <a:off x="381794" y="3235381"/>
            <a:ext cx="1755000" cy="1538772"/>
          </a:xfrm>
          <a:prstGeom prst="rect">
            <a:avLst/>
          </a:prstGeom>
          <a:ln>
            <a:noFill/>
          </a:ln>
        </p:spPr>
        <p:txBody>
          <a:bodyPr vert="horz" lIns="0" tIns="848250" rIns="0" bIns="0" rtlCol="0" anchor="t">
            <a:spAutoFit/>
          </a:bodyPr>
          <a:lstStyle/>
          <a:p>
            <a:pPr marL="0" lvl="1" algn="ctr" defTabSz="742969">
              <a:spcBef>
                <a:spcPts val="975"/>
              </a:spcBef>
              <a:buSzPct val="100000"/>
              <a:defRPr/>
            </a:pPr>
            <a:r>
              <a:rPr lang="en-US" sz="1200" b="1" dirty="0">
                <a:solidFill>
                  <a:srgbClr val="0D8390"/>
                </a:solidFill>
                <a:latin typeface="Aptos" panose="020B0004020202020204" pitchFamily="34" charset="0"/>
              </a:rPr>
              <a:t>Heading</a:t>
            </a:r>
            <a:br>
              <a:rPr lang="en-US" sz="1200" b="1" dirty="0">
                <a:solidFill>
                  <a:srgbClr val="0D8390"/>
                </a:solidFill>
                <a:latin typeface="Aptos" panose="020B0004020202020204" pitchFamily="34" charset="0"/>
              </a:rPr>
            </a:br>
            <a:endParaRPr lang="en-US" sz="1200" b="1" dirty="0">
              <a:solidFill>
                <a:srgbClr val="0D8390"/>
              </a:solidFill>
              <a:latin typeface="Aptos" panose="020B0004020202020204" pitchFamily="34" charset="0"/>
            </a:endParaRPr>
          </a:p>
          <a:p>
            <a:pPr marL="0" lvl="1" algn="ctr" defTabSz="742969">
              <a:spcBef>
                <a:spcPts val="975"/>
              </a:spcBef>
              <a:buSzPct val="100000"/>
              <a:defRPr/>
            </a:pPr>
            <a:r>
              <a:rPr lang="en-US" sz="1200" dirty="0">
                <a:solidFill>
                  <a:prstClr val="black"/>
                </a:solidFill>
                <a:latin typeface="Aptos" panose="020B0004020202020204" pitchFamily="34" charset="0"/>
              </a:rPr>
              <a:t>text</a:t>
            </a:r>
          </a:p>
        </p:txBody>
      </p:sp>
      <p:sp>
        <p:nvSpPr>
          <p:cNvPr id="114" name="Text Placeholder 3">
            <a:extLst>
              <a:ext uri="{FF2B5EF4-FFF2-40B4-BE49-F238E27FC236}">
                <a16:creationId xmlns:a16="http://schemas.microsoft.com/office/drawing/2014/main" id="{27443C9F-6F38-41D1-9AF7-CF5253A53CFD}"/>
              </a:ext>
            </a:extLst>
          </p:cNvPr>
          <p:cNvSpPr txBox="1">
            <a:spLocks/>
          </p:cNvSpPr>
          <p:nvPr/>
        </p:nvSpPr>
        <p:spPr bwMode="gray">
          <a:xfrm>
            <a:off x="4075500" y="3235381"/>
            <a:ext cx="1755000" cy="1564420"/>
          </a:xfrm>
          <a:prstGeom prst="rect">
            <a:avLst/>
          </a:prstGeom>
          <a:ln>
            <a:noFill/>
          </a:ln>
        </p:spPr>
        <p:txBody>
          <a:bodyPr vert="horz" lIns="0" tIns="848250" rIns="0" bIns="0" rtlCol="0" anchor="t">
            <a:spAutoFit/>
          </a:bodyPr>
          <a:lstStyle>
            <a:defPPr>
              <a:defRPr lang="en-US"/>
            </a:defPPr>
            <a:lvl2pPr marL="0" lvl="1">
              <a:spcBef>
                <a:spcPts val="1200"/>
              </a:spcBef>
              <a:buSzPct val="100000"/>
              <a:defRPr sz="1200" b="1">
                <a:solidFill>
                  <a:schemeClr val="accent1"/>
                </a:solidFill>
              </a:defRPr>
            </a:lvl2pPr>
          </a:lstStyle>
          <a:p>
            <a:pPr lvl="1" algn="ctr" defTabSz="742969">
              <a:defRPr/>
            </a:pPr>
            <a:r>
              <a:rPr lang="en-US" dirty="0">
                <a:solidFill>
                  <a:srgbClr val="007CB0"/>
                </a:solidFill>
                <a:latin typeface="Aptos" panose="020B0004020202020204" pitchFamily="34" charset="0"/>
              </a:rPr>
              <a:t>Heading</a:t>
            </a:r>
            <a:br>
              <a:rPr lang="en-US" dirty="0">
                <a:solidFill>
                  <a:srgbClr val="007CB0"/>
                </a:solidFill>
                <a:latin typeface="Aptos" panose="020B0004020202020204" pitchFamily="34" charset="0"/>
              </a:rPr>
            </a:br>
            <a:endParaRPr lang="en-US" dirty="0">
              <a:solidFill>
                <a:srgbClr val="007CB0"/>
              </a:solidFill>
              <a:latin typeface="Aptos" panose="020B0004020202020204" pitchFamily="34" charset="0"/>
            </a:endParaRPr>
          </a:p>
          <a:p>
            <a:pPr lvl="1" algn="ctr" defTabSz="742969">
              <a:defRPr/>
            </a:pPr>
            <a:r>
              <a:rPr lang="en-US" b="0" dirty="0">
                <a:solidFill>
                  <a:prstClr val="black"/>
                </a:solidFill>
                <a:latin typeface="Aptos" panose="020B0004020202020204" pitchFamily="34" charset="0"/>
              </a:rPr>
              <a:t>text</a:t>
            </a:r>
          </a:p>
        </p:txBody>
      </p:sp>
      <p:sp>
        <p:nvSpPr>
          <p:cNvPr id="115" name="Text Placeholder 3">
            <a:extLst>
              <a:ext uri="{FF2B5EF4-FFF2-40B4-BE49-F238E27FC236}">
                <a16:creationId xmlns:a16="http://schemas.microsoft.com/office/drawing/2014/main" id="{F92BC711-077A-4D01-94DA-7128D3D3BB6A}"/>
              </a:ext>
            </a:extLst>
          </p:cNvPr>
          <p:cNvSpPr txBox="1">
            <a:spLocks/>
          </p:cNvSpPr>
          <p:nvPr/>
        </p:nvSpPr>
        <p:spPr bwMode="gray">
          <a:xfrm>
            <a:off x="5922353" y="3235381"/>
            <a:ext cx="1755000" cy="1564420"/>
          </a:xfrm>
          <a:prstGeom prst="rect">
            <a:avLst/>
          </a:prstGeom>
          <a:ln>
            <a:noFill/>
          </a:ln>
        </p:spPr>
        <p:txBody>
          <a:bodyPr vert="horz" lIns="0" tIns="848250" rIns="0" bIns="0" rtlCol="0" anchor="t">
            <a:spAutoFit/>
          </a:bodyPr>
          <a:lstStyle>
            <a:defPPr>
              <a:defRPr lang="en-US"/>
            </a:defPPr>
            <a:lvl2pPr marL="0" lvl="1">
              <a:spcBef>
                <a:spcPts val="1200"/>
              </a:spcBef>
              <a:buSzPct val="100000"/>
              <a:defRPr sz="1200" b="1">
                <a:solidFill>
                  <a:schemeClr val="accent1"/>
                </a:solidFill>
              </a:defRPr>
            </a:lvl2pPr>
          </a:lstStyle>
          <a:p>
            <a:pPr lvl="1" algn="ctr" defTabSz="742969">
              <a:defRPr/>
            </a:pPr>
            <a:r>
              <a:rPr lang="en-US" dirty="0">
                <a:solidFill>
                  <a:schemeClr val="accent3"/>
                </a:solidFill>
                <a:latin typeface="Aptos" panose="020B0004020202020204" pitchFamily="34" charset="0"/>
              </a:rPr>
              <a:t>Heading</a:t>
            </a:r>
            <a:br>
              <a:rPr lang="en-US" dirty="0">
                <a:solidFill>
                  <a:schemeClr val="accent3"/>
                </a:solidFill>
                <a:latin typeface="Aptos" panose="020B0004020202020204" pitchFamily="34" charset="0"/>
              </a:rPr>
            </a:br>
            <a:endParaRPr lang="en-US" b="0" dirty="0">
              <a:solidFill>
                <a:schemeClr val="accent3"/>
              </a:solidFill>
              <a:latin typeface="Aptos" panose="020B0004020202020204" pitchFamily="34" charset="0"/>
            </a:endParaRPr>
          </a:p>
          <a:p>
            <a:pPr lvl="1" algn="ctr" defTabSz="742969">
              <a:defRPr/>
            </a:pPr>
            <a:r>
              <a:rPr lang="en-US" b="0" dirty="0">
                <a:solidFill>
                  <a:prstClr val="black"/>
                </a:solidFill>
                <a:latin typeface="Aptos" panose="020B0004020202020204" pitchFamily="34" charset="0"/>
              </a:rPr>
              <a:t>text</a:t>
            </a:r>
          </a:p>
        </p:txBody>
      </p:sp>
      <p:sp>
        <p:nvSpPr>
          <p:cNvPr id="116" name="Rectangle 115">
            <a:extLst>
              <a:ext uri="{FF2B5EF4-FFF2-40B4-BE49-F238E27FC236}">
                <a16:creationId xmlns:a16="http://schemas.microsoft.com/office/drawing/2014/main" id="{D4EDFEF8-557F-49C3-A558-7FE3B642AC34}"/>
              </a:ext>
            </a:extLst>
          </p:cNvPr>
          <p:cNvSpPr/>
          <p:nvPr/>
        </p:nvSpPr>
        <p:spPr bwMode="gray">
          <a:xfrm>
            <a:off x="7422977" y="2991454"/>
            <a:ext cx="630870" cy="63285"/>
          </a:xfrm>
          <a:prstGeom prst="rect">
            <a:avLst/>
          </a:prstGeom>
          <a:gradFill>
            <a:gsLst>
              <a:gs pos="16000">
                <a:schemeClr val="accent1"/>
              </a:gs>
              <a:gs pos="83000">
                <a:schemeClr val="bg2"/>
              </a:gs>
            </a:gsLst>
            <a:lin ang="0" scaled="0"/>
          </a:gra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19" name="Rectangle 118">
            <a:extLst>
              <a:ext uri="{FF2B5EF4-FFF2-40B4-BE49-F238E27FC236}">
                <a16:creationId xmlns:a16="http://schemas.microsoft.com/office/drawing/2014/main" id="{744FF225-4BB4-42B6-ABE2-F4E1036D3532}"/>
              </a:ext>
            </a:extLst>
          </p:cNvPr>
          <p:cNvSpPr/>
          <p:nvPr/>
        </p:nvSpPr>
        <p:spPr bwMode="gray">
          <a:xfrm>
            <a:off x="1794459" y="2991454"/>
            <a:ext cx="738417" cy="63285"/>
          </a:xfrm>
          <a:prstGeom prst="rect">
            <a:avLst/>
          </a:prstGeom>
          <a:gradFill>
            <a:gsLst>
              <a:gs pos="17000">
                <a:schemeClr val="accent5"/>
              </a:gs>
              <a:gs pos="83000">
                <a:srgbClr val="046A38"/>
              </a:gs>
            </a:gsLst>
            <a:lin ang="0" scaled="0"/>
          </a:gra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grpSp>
        <p:nvGrpSpPr>
          <p:cNvPr id="120" name="Group 119">
            <a:extLst>
              <a:ext uri="{FF2B5EF4-FFF2-40B4-BE49-F238E27FC236}">
                <a16:creationId xmlns:a16="http://schemas.microsoft.com/office/drawing/2014/main" id="{63EC2A19-030D-4F6D-AAE3-0638CADC878A}"/>
              </a:ext>
            </a:extLst>
          </p:cNvPr>
          <p:cNvGrpSpPr/>
          <p:nvPr/>
        </p:nvGrpSpPr>
        <p:grpSpPr>
          <a:xfrm>
            <a:off x="575714" y="2071316"/>
            <a:ext cx="1298800" cy="1629684"/>
            <a:chOff x="2055768" y="1602865"/>
            <a:chExt cx="1598523" cy="2005765"/>
          </a:xfrm>
        </p:grpSpPr>
        <p:sp>
          <p:nvSpPr>
            <p:cNvPr id="122" name="Teardrop 121">
              <a:extLst>
                <a:ext uri="{FF2B5EF4-FFF2-40B4-BE49-F238E27FC236}">
                  <a16:creationId xmlns:a16="http://schemas.microsoft.com/office/drawing/2014/main" id="{36921185-60E3-4E47-9B80-4E6E488065D9}"/>
                </a:ext>
              </a:extLst>
            </p:cNvPr>
            <p:cNvSpPr/>
            <p:nvPr/>
          </p:nvSpPr>
          <p:spPr bwMode="gray">
            <a:xfrm rot="8100000">
              <a:off x="2103109" y="1602865"/>
              <a:ext cx="1503841" cy="1503844"/>
            </a:xfrm>
            <a:prstGeom prst="teardrop">
              <a:avLst/>
            </a:prstGeom>
            <a:solidFill>
              <a:schemeClr val="accent5"/>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23" name="Freeform 23">
              <a:extLst>
                <a:ext uri="{FF2B5EF4-FFF2-40B4-BE49-F238E27FC236}">
                  <a16:creationId xmlns:a16="http://schemas.microsoft.com/office/drawing/2014/main" id="{63543E58-773F-4ECC-AE41-B64295829B6E}"/>
                </a:ext>
              </a:extLst>
            </p:cNvPr>
            <p:cNvSpPr/>
            <p:nvPr/>
          </p:nvSpPr>
          <p:spPr bwMode="gray">
            <a:xfrm>
              <a:off x="2055768" y="2736722"/>
              <a:ext cx="1598523" cy="871908"/>
            </a:xfrm>
            <a:custGeom>
              <a:avLst/>
              <a:gdLst>
                <a:gd name="connsiteX0" fmla="*/ 0 w 2235812"/>
                <a:gd name="connsiteY0" fmla="*/ 0 h 1219515"/>
                <a:gd name="connsiteX1" fmla="*/ 135994 w 2235812"/>
                <a:gd name="connsiteY1" fmla="*/ 0 h 1219515"/>
                <a:gd name="connsiteX2" fmla="*/ 183908 w 2235812"/>
                <a:gd name="connsiteY2" fmla="*/ 81083 h 1219515"/>
                <a:gd name="connsiteX3" fmla="*/ 327199 w 2235812"/>
                <a:gd name="connsiteY3" fmla="*/ 256502 h 1219515"/>
                <a:gd name="connsiteX4" fmla="*/ 1117908 w 2235812"/>
                <a:gd name="connsiteY4" fmla="*/ 1047211 h 1219515"/>
                <a:gd name="connsiteX5" fmla="*/ 1908614 w 2235812"/>
                <a:gd name="connsiteY5" fmla="*/ 256504 h 1219515"/>
                <a:gd name="connsiteX6" fmla="*/ 2051905 w 2235812"/>
                <a:gd name="connsiteY6" fmla="*/ 81085 h 1219515"/>
                <a:gd name="connsiteX7" fmla="*/ 2099821 w 2235812"/>
                <a:gd name="connsiteY7" fmla="*/ 0 h 1219515"/>
                <a:gd name="connsiteX8" fmla="*/ 2235812 w 2235812"/>
                <a:gd name="connsiteY8" fmla="*/ 0 h 1219515"/>
                <a:gd name="connsiteX9" fmla="*/ 2216094 w 2235812"/>
                <a:gd name="connsiteY9" fmla="*/ 42485 h 1219515"/>
                <a:gd name="connsiteX10" fmla="*/ 1994765 w 2235812"/>
                <a:gd name="connsiteY10" fmla="*/ 342657 h 1219515"/>
                <a:gd name="connsiteX11" fmla="*/ 1117907 w 2235812"/>
                <a:gd name="connsiteY11" fmla="*/ 1219515 h 1219515"/>
                <a:gd name="connsiteX12" fmla="*/ 241048 w 2235812"/>
                <a:gd name="connsiteY12" fmla="*/ 342656 h 1219515"/>
                <a:gd name="connsiteX13" fmla="*/ 19718 w 2235812"/>
                <a:gd name="connsiteY13" fmla="*/ 42483 h 1219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5812" h="1219515">
                  <a:moveTo>
                    <a:pt x="0" y="0"/>
                  </a:moveTo>
                  <a:lnTo>
                    <a:pt x="135994" y="0"/>
                  </a:lnTo>
                  <a:lnTo>
                    <a:pt x="183908" y="81083"/>
                  </a:lnTo>
                  <a:cubicBezTo>
                    <a:pt x="224849" y="143089"/>
                    <a:pt x="272612" y="201915"/>
                    <a:pt x="327199" y="256502"/>
                  </a:cubicBezTo>
                  <a:lnTo>
                    <a:pt x="1117908" y="1047211"/>
                  </a:lnTo>
                  <a:lnTo>
                    <a:pt x="1908614" y="256504"/>
                  </a:lnTo>
                  <a:cubicBezTo>
                    <a:pt x="1963201" y="201918"/>
                    <a:pt x="2010965" y="143091"/>
                    <a:pt x="2051905" y="81085"/>
                  </a:cubicBezTo>
                  <a:lnTo>
                    <a:pt x="2099821" y="0"/>
                  </a:lnTo>
                  <a:lnTo>
                    <a:pt x="2235812" y="0"/>
                  </a:lnTo>
                  <a:lnTo>
                    <a:pt x="2216094" y="42485"/>
                  </a:lnTo>
                  <a:cubicBezTo>
                    <a:pt x="2159343" y="150476"/>
                    <a:pt x="2085567" y="251855"/>
                    <a:pt x="1994765" y="342657"/>
                  </a:cubicBezTo>
                  <a:lnTo>
                    <a:pt x="1117907" y="1219515"/>
                  </a:lnTo>
                  <a:lnTo>
                    <a:pt x="241048" y="342656"/>
                  </a:lnTo>
                  <a:cubicBezTo>
                    <a:pt x="150246" y="251854"/>
                    <a:pt x="76469" y="150475"/>
                    <a:pt x="19718" y="42483"/>
                  </a:cubicBezTo>
                  <a:close/>
                </a:path>
              </a:pathLst>
            </a:custGeom>
            <a:solidFill>
              <a:schemeClr val="accent5"/>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25" name="Oval 124">
              <a:extLst>
                <a:ext uri="{FF2B5EF4-FFF2-40B4-BE49-F238E27FC236}">
                  <a16:creationId xmlns:a16="http://schemas.microsoft.com/office/drawing/2014/main" id="{921DCB89-68EB-4171-B7ED-C7750D1C6101}"/>
                </a:ext>
              </a:extLst>
            </p:cNvPr>
            <p:cNvSpPr/>
            <p:nvPr/>
          </p:nvSpPr>
          <p:spPr bwMode="gray">
            <a:xfrm>
              <a:off x="2303206" y="1758652"/>
              <a:ext cx="1119070" cy="1119071"/>
            </a:xfrm>
            <a:prstGeom prst="ellipse">
              <a:avLst/>
            </a:prstGeom>
            <a:solidFill>
              <a:schemeClr val="bg1"/>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grpSp>
      <p:grpSp>
        <p:nvGrpSpPr>
          <p:cNvPr id="126" name="Group 125">
            <a:extLst>
              <a:ext uri="{FF2B5EF4-FFF2-40B4-BE49-F238E27FC236}">
                <a16:creationId xmlns:a16="http://schemas.microsoft.com/office/drawing/2014/main" id="{A6664128-FFF9-4B21-8A4E-12599E521DD0}"/>
              </a:ext>
            </a:extLst>
          </p:cNvPr>
          <p:cNvGrpSpPr/>
          <p:nvPr/>
        </p:nvGrpSpPr>
        <p:grpSpPr>
          <a:xfrm>
            <a:off x="2475481" y="2071318"/>
            <a:ext cx="1298800" cy="1629684"/>
            <a:chOff x="3622989" y="1602865"/>
            <a:chExt cx="1598523" cy="2005765"/>
          </a:xfrm>
        </p:grpSpPr>
        <p:sp>
          <p:nvSpPr>
            <p:cNvPr id="127" name="Teardrop 126">
              <a:extLst>
                <a:ext uri="{FF2B5EF4-FFF2-40B4-BE49-F238E27FC236}">
                  <a16:creationId xmlns:a16="http://schemas.microsoft.com/office/drawing/2014/main" id="{8700C81D-8B09-45CB-9BA7-46CE17AC84C4}"/>
                </a:ext>
              </a:extLst>
            </p:cNvPr>
            <p:cNvSpPr/>
            <p:nvPr/>
          </p:nvSpPr>
          <p:spPr bwMode="gray">
            <a:xfrm rot="8100000">
              <a:off x="3670329" y="1602865"/>
              <a:ext cx="1503841" cy="1503844"/>
            </a:xfrm>
            <a:prstGeom prst="teardrop">
              <a:avLst/>
            </a:prstGeom>
            <a:solidFill>
              <a:schemeClr val="accent4"/>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046A38"/>
                </a:solidFill>
                <a:latin typeface="Aptos" panose="020B0004020202020204" pitchFamily="34" charset="0"/>
              </a:endParaRPr>
            </a:p>
          </p:txBody>
        </p:sp>
        <p:sp>
          <p:nvSpPr>
            <p:cNvPr id="128" name="Freeform 27">
              <a:extLst>
                <a:ext uri="{FF2B5EF4-FFF2-40B4-BE49-F238E27FC236}">
                  <a16:creationId xmlns:a16="http://schemas.microsoft.com/office/drawing/2014/main" id="{3462ED85-0C05-4CE2-AE44-6035A8D1A9C4}"/>
                </a:ext>
              </a:extLst>
            </p:cNvPr>
            <p:cNvSpPr/>
            <p:nvPr/>
          </p:nvSpPr>
          <p:spPr bwMode="gray">
            <a:xfrm>
              <a:off x="3622989" y="2736722"/>
              <a:ext cx="1598523" cy="871908"/>
            </a:xfrm>
            <a:custGeom>
              <a:avLst/>
              <a:gdLst>
                <a:gd name="connsiteX0" fmla="*/ 0 w 2235812"/>
                <a:gd name="connsiteY0" fmla="*/ 0 h 1219515"/>
                <a:gd name="connsiteX1" fmla="*/ 135994 w 2235812"/>
                <a:gd name="connsiteY1" fmla="*/ 0 h 1219515"/>
                <a:gd name="connsiteX2" fmla="*/ 183908 w 2235812"/>
                <a:gd name="connsiteY2" fmla="*/ 81083 h 1219515"/>
                <a:gd name="connsiteX3" fmla="*/ 327199 w 2235812"/>
                <a:gd name="connsiteY3" fmla="*/ 256502 h 1219515"/>
                <a:gd name="connsiteX4" fmla="*/ 1117908 w 2235812"/>
                <a:gd name="connsiteY4" fmla="*/ 1047211 h 1219515"/>
                <a:gd name="connsiteX5" fmla="*/ 1908614 w 2235812"/>
                <a:gd name="connsiteY5" fmla="*/ 256504 h 1219515"/>
                <a:gd name="connsiteX6" fmla="*/ 2051905 w 2235812"/>
                <a:gd name="connsiteY6" fmla="*/ 81085 h 1219515"/>
                <a:gd name="connsiteX7" fmla="*/ 2099821 w 2235812"/>
                <a:gd name="connsiteY7" fmla="*/ 0 h 1219515"/>
                <a:gd name="connsiteX8" fmla="*/ 2235812 w 2235812"/>
                <a:gd name="connsiteY8" fmla="*/ 0 h 1219515"/>
                <a:gd name="connsiteX9" fmla="*/ 2216094 w 2235812"/>
                <a:gd name="connsiteY9" fmla="*/ 42485 h 1219515"/>
                <a:gd name="connsiteX10" fmla="*/ 1994765 w 2235812"/>
                <a:gd name="connsiteY10" fmla="*/ 342657 h 1219515"/>
                <a:gd name="connsiteX11" fmla="*/ 1117907 w 2235812"/>
                <a:gd name="connsiteY11" fmla="*/ 1219515 h 1219515"/>
                <a:gd name="connsiteX12" fmla="*/ 241048 w 2235812"/>
                <a:gd name="connsiteY12" fmla="*/ 342656 h 1219515"/>
                <a:gd name="connsiteX13" fmla="*/ 19718 w 2235812"/>
                <a:gd name="connsiteY13" fmla="*/ 42483 h 1219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5812" h="1219515">
                  <a:moveTo>
                    <a:pt x="0" y="0"/>
                  </a:moveTo>
                  <a:lnTo>
                    <a:pt x="135994" y="0"/>
                  </a:lnTo>
                  <a:lnTo>
                    <a:pt x="183908" y="81083"/>
                  </a:lnTo>
                  <a:cubicBezTo>
                    <a:pt x="224849" y="143089"/>
                    <a:pt x="272612" y="201915"/>
                    <a:pt x="327199" y="256502"/>
                  </a:cubicBezTo>
                  <a:lnTo>
                    <a:pt x="1117908" y="1047211"/>
                  </a:lnTo>
                  <a:lnTo>
                    <a:pt x="1908614" y="256504"/>
                  </a:lnTo>
                  <a:cubicBezTo>
                    <a:pt x="1963201" y="201918"/>
                    <a:pt x="2010965" y="143091"/>
                    <a:pt x="2051905" y="81085"/>
                  </a:cubicBezTo>
                  <a:lnTo>
                    <a:pt x="2099821" y="0"/>
                  </a:lnTo>
                  <a:lnTo>
                    <a:pt x="2235812" y="0"/>
                  </a:lnTo>
                  <a:lnTo>
                    <a:pt x="2216094" y="42485"/>
                  </a:lnTo>
                  <a:cubicBezTo>
                    <a:pt x="2159343" y="150476"/>
                    <a:pt x="2085567" y="251855"/>
                    <a:pt x="1994765" y="342657"/>
                  </a:cubicBezTo>
                  <a:lnTo>
                    <a:pt x="1117907" y="1219515"/>
                  </a:lnTo>
                  <a:lnTo>
                    <a:pt x="241048" y="342656"/>
                  </a:lnTo>
                  <a:cubicBezTo>
                    <a:pt x="150246" y="251854"/>
                    <a:pt x="76469" y="150475"/>
                    <a:pt x="19718" y="42483"/>
                  </a:cubicBezTo>
                  <a:close/>
                </a:path>
              </a:pathLst>
            </a:custGeom>
            <a:solidFill>
              <a:schemeClr val="accent4"/>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046A38"/>
                </a:solidFill>
                <a:latin typeface="Aptos" panose="020B0004020202020204" pitchFamily="34" charset="0"/>
              </a:endParaRPr>
            </a:p>
          </p:txBody>
        </p:sp>
        <p:sp>
          <p:nvSpPr>
            <p:cNvPr id="129" name="Oval 128">
              <a:extLst>
                <a:ext uri="{FF2B5EF4-FFF2-40B4-BE49-F238E27FC236}">
                  <a16:creationId xmlns:a16="http://schemas.microsoft.com/office/drawing/2014/main" id="{DFD0DB57-AC18-4EF1-907F-BF455E79E8D1}"/>
                </a:ext>
              </a:extLst>
            </p:cNvPr>
            <p:cNvSpPr/>
            <p:nvPr/>
          </p:nvSpPr>
          <p:spPr bwMode="gray">
            <a:xfrm>
              <a:off x="3862715" y="1758652"/>
              <a:ext cx="1119070" cy="1119071"/>
            </a:xfrm>
            <a:prstGeom prst="ellipse">
              <a:avLst/>
            </a:prstGeom>
            <a:solidFill>
              <a:schemeClr val="bg1"/>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046A38"/>
                </a:solidFill>
                <a:latin typeface="Aptos" panose="020B0004020202020204" pitchFamily="34" charset="0"/>
              </a:endParaRPr>
            </a:p>
          </p:txBody>
        </p:sp>
      </p:grpSp>
      <p:grpSp>
        <p:nvGrpSpPr>
          <p:cNvPr id="130" name="Group 129">
            <a:extLst>
              <a:ext uri="{FF2B5EF4-FFF2-40B4-BE49-F238E27FC236}">
                <a16:creationId xmlns:a16="http://schemas.microsoft.com/office/drawing/2014/main" id="{B5416F2C-AE2C-4787-B0F9-06E24C1BCA16}"/>
              </a:ext>
            </a:extLst>
          </p:cNvPr>
          <p:cNvGrpSpPr/>
          <p:nvPr/>
        </p:nvGrpSpPr>
        <p:grpSpPr>
          <a:xfrm>
            <a:off x="4269176" y="2071318"/>
            <a:ext cx="1298800" cy="1629684"/>
            <a:chOff x="5190209" y="1602865"/>
            <a:chExt cx="1598523" cy="2005765"/>
          </a:xfrm>
        </p:grpSpPr>
        <p:sp>
          <p:nvSpPr>
            <p:cNvPr id="131" name="Teardrop 130">
              <a:extLst>
                <a:ext uri="{FF2B5EF4-FFF2-40B4-BE49-F238E27FC236}">
                  <a16:creationId xmlns:a16="http://schemas.microsoft.com/office/drawing/2014/main" id="{8DAD929B-B306-448A-8D7F-6670106F5B07}"/>
                </a:ext>
              </a:extLst>
            </p:cNvPr>
            <p:cNvSpPr/>
            <p:nvPr/>
          </p:nvSpPr>
          <p:spPr bwMode="gray">
            <a:xfrm rot="8100000">
              <a:off x="5237549" y="1602865"/>
              <a:ext cx="1503841" cy="1503844"/>
            </a:xfrm>
            <a:prstGeom prst="teardrop">
              <a:avLst/>
            </a:prstGeom>
            <a:solidFill>
              <a:schemeClr val="accent6"/>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32" name="Freeform 31">
              <a:extLst>
                <a:ext uri="{FF2B5EF4-FFF2-40B4-BE49-F238E27FC236}">
                  <a16:creationId xmlns:a16="http://schemas.microsoft.com/office/drawing/2014/main" id="{02DA98FE-67F2-4190-B846-BC71955D5DCF}"/>
                </a:ext>
              </a:extLst>
            </p:cNvPr>
            <p:cNvSpPr/>
            <p:nvPr/>
          </p:nvSpPr>
          <p:spPr bwMode="gray">
            <a:xfrm>
              <a:off x="5190209" y="2736722"/>
              <a:ext cx="1598523" cy="871908"/>
            </a:xfrm>
            <a:custGeom>
              <a:avLst/>
              <a:gdLst>
                <a:gd name="connsiteX0" fmla="*/ 0 w 2235812"/>
                <a:gd name="connsiteY0" fmla="*/ 0 h 1219515"/>
                <a:gd name="connsiteX1" fmla="*/ 135994 w 2235812"/>
                <a:gd name="connsiteY1" fmla="*/ 0 h 1219515"/>
                <a:gd name="connsiteX2" fmla="*/ 183908 w 2235812"/>
                <a:gd name="connsiteY2" fmla="*/ 81083 h 1219515"/>
                <a:gd name="connsiteX3" fmla="*/ 327199 w 2235812"/>
                <a:gd name="connsiteY3" fmla="*/ 256502 h 1219515"/>
                <a:gd name="connsiteX4" fmla="*/ 1117908 w 2235812"/>
                <a:gd name="connsiteY4" fmla="*/ 1047211 h 1219515"/>
                <a:gd name="connsiteX5" fmla="*/ 1908614 w 2235812"/>
                <a:gd name="connsiteY5" fmla="*/ 256504 h 1219515"/>
                <a:gd name="connsiteX6" fmla="*/ 2051905 w 2235812"/>
                <a:gd name="connsiteY6" fmla="*/ 81085 h 1219515"/>
                <a:gd name="connsiteX7" fmla="*/ 2099821 w 2235812"/>
                <a:gd name="connsiteY7" fmla="*/ 0 h 1219515"/>
                <a:gd name="connsiteX8" fmla="*/ 2235812 w 2235812"/>
                <a:gd name="connsiteY8" fmla="*/ 0 h 1219515"/>
                <a:gd name="connsiteX9" fmla="*/ 2216094 w 2235812"/>
                <a:gd name="connsiteY9" fmla="*/ 42485 h 1219515"/>
                <a:gd name="connsiteX10" fmla="*/ 1994765 w 2235812"/>
                <a:gd name="connsiteY10" fmla="*/ 342657 h 1219515"/>
                <a:gd name="connsiteX11" fmla="*/ 1117907 w 2235812"/>
                <a:gd name="connsiteY11" fmla="*/ 1219515 h 1219515"/>
                <a:gd name="connsiteX12" fmla="*/ 241048 w 2235812"/>
                <a:gd name="connsiteY12" fmla="*/ 342656 h 1219515"/>
                <a:gd name="connsiteX13" fmla="*/ 19718 w 2235812"/>
                <a:gd name="connsiteY13" fmla="*/ 42483 h 1219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5812" h="1219515">
                  <a:moveTo>
                    <a:pt x="0" y="0"/>
                  </a:moveTo>
                  <a:lnTo>
                    <a:pt x="135994" y="0"/>
                  </a:lnTo>
                  <a:lnTo>
                    <a:pt x="183908" y="81083"/>
                  </a:lnTo>
                  <a:cubicBezTo>
                    <a:pt x="224849" y="143089"/>
                    <a:pt x="272612" y="201915"/>
                    <a:pt x="327199" y="256502"/>
                  </a:cubicBezTo>
                  <a:lnTo>
                    <a:pt x="1117908" y="1047211"/>
                  </a:lnTo>
                  <a:lnTo>
                    <a:pt x="1908614" y="256504"/>
                  </a:lnTo>
                  <a:cubicBezTo>
                    <a:pt x="1963201" y="201918"/>
                    <a:pt x="2010965" y="143091"/>
                    <a:pt x="2051905" y="81085"/>
                  </a:cubicBezTo>
                  <a:lnTo>
                    <a:pt x="2099821" y="0"/>
                  </a:lnTo>
                  <a:lnTo>
                    <a:pt x="2235812" y="0"/>
                  </a:lnTo>
                  <a:lnTo>
                    <a:pt x="2216094" y="42485"/>
                  </a:lnTo>
                  <a:cubicBezTo>
                    <a:pt x="2159343" y="150476"/>
                    <a:pt x="2085567" y="251855"/>
                    <a:pt x="1994765" y="342657"/>
                  </a:cubicBezTo>
                  <a:lnTo>
                    <a:pt x="1117907" y="1219515"/>
                  </a:lnTo>
                  <a:lnTo>
                    <a:pt x="241048" y="342656"/>
                  </a:lnTo>
                  <a:cubicBezTo>
                    <a:pt x="150246" y="251854"/>
                    <a:pt x="76469" y="150475"/>
                    <a:pt x="19718" y="42483"/>
                  </a:cubicBezTo>
                  <a:close/>
                </a:path>
              </a:pathLst>
            </a:custGeom>
            <a:solidFill>
              <a:schemeClr val="accent6"/>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34" name="Oval 133">
              <a:extLst>
                <a:ext uri="{FF2B5EF4-FFF2-40B4-BE49-F238E27FC236}">
                  <a16:creationId xmlns:a16="http://schemas.microsoft.com/office/drawing/2014/main" id="{4AB60942-A244-4F0B-8B45-012B9C782162}"/>
                </a:ext>
              </a:extLst>
            </p:cNvPr>
            <p:cNvSpPr/>
            <p:nvPr/>
          </p:nvSpPr>
          <p:spPr bwMode="gray">
            <a:xfrm>
              <a:off x="5429936" y="1758652"/>
              <a:ext cx="1119070" cy="1119071"/>
            </a:xfrm>
            <a:prstGeom prst="ellipse">
              <a:avLst/>
            </a:prstGeom>
            <a:solidFill>
              <a:schemeClr val="bg1"/>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grpSp>
      <p:grpSp>
        <p:nvGrpSpPr>
          <p:cNvPr id="135" name="Group 134">
            <a:extLst>
              <a:ext uri="{FF2B5EF4-FFF2-40B4-BE49-F238E27FC236}">
                <a16:creationId xmlns:a16="http://schemas.microsoft.com/office/drawing/2014/main" id="{583E8883-3086-48B1-8236-60731D417E74}"/>
              </a:ext>
            </a:extLst>
          </p:cNvPr>
          <p:cNvGrpSpPr/>
          <p:nvPr/>
        </p:nvGrpSpPr>
        <p:grpSpPr>
          <a:xfrm>
            <a:off x="6181639" y="2071318"/>
            <a:ext cx="1298800" cy="1629684"/>
            <a:chOff x="6763077" y="1602865"/>
            <a:chExt cx="1598523" cy="2005765"/>
          </a:xfrm>
        </p:grpSpPr>
        <p:sp>
          <p:nvSpPr>
            <p:cNvPr id="136" name="Teardrop 135">
              <a:extLst>
                <a:ext uri="{FF2B5EF4-FFF2-40B4-BE49-F238E27FC236}">
                  <a16:creationId xmlns:a16="http://schemas.microsoft.com/office/drawing/2014/main" id="{500582AA-607B-4C0A-9AA8-B49305A1C27A}"/>
                </a:ext>
              </a:extLst>
            </p:cNvPr>
            <p:cNvSpPr/>
            <p:nvPr/>
          </p:nvSpPr>
          <p:spPr bwMode="gray">
            <a:xfrm rot="8100000">
              <a:off x="6810418" y="1602865"/>
              <a:ext cx="1503841" cy="1503844"/>
            </a:xfrm>
            <a:prstGeom prst="teardrop">
              <a:avLst/>
            </a:prstGeom>
            <a:solidFill>
              <a:schemeClr val="accent1"/>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37" name="Freeform 35">
              <a:extLst>
                <a:ext uri="{FF2B5EF4-FFF2-40B4-BE49-F238E27FC236}">
                  <a16:creationId xmlns:a16="http://schemas.microsoft.com/office/drawing/2014/main" id="{8EEC739B-9B53-49BA-94AC-06DD070756DA}"/>
                </a:ext>
              </a:extLst>
            </p:cNvPr>
            <p:cNvSpPr/>
            <p:nvPr/>
          </p:nvSpPr>
          <p:spPr bwMode="gray">
            <a:xfrm>
              <a:off x="6763077" y="2736722"/>
              <a:ext cx="1598523" cy="871908"/>
            </a:xfrm>
            <a:custGeom>
              <a:avLst/>
              <a:gdLst>
                <a:gd name="connsiteX0" fmla="*/ 0 w 2235812"/>
                <a:gd name="connsiteY0" fmla="*/ 0 h 1219515"/>
                <a:gd name="connsiteX1" fmla="*/ 135994 w 2235812"/>
                <a:gd name="connsiteY1" fmla="*/ 0 h 1219515"/>
                <a:gd name="connsiteX2" fmla="*/ 183908 w 2235812"/>
                <a:gd name="connsiteY2" fmla="*/ 81083 h 1219515"/>
                <a:gd name="connsiteX3" fmla="*/ 327199 w 2235812"/>
                <a:gd name="connsiteY3" fmla="*/ 256502 h 1219515"/>
                <a:gd name="connsiteX4" fmla="*/ 1117908 w 2235812"/>
                <a:gd name="connsiteY4" fmla="*/ 1047211 h 1219515"/>
                <a:gd name="connsiteX5" fmla="*/ 1908614 w 2235812"/>
                <a:gd name="connsiteY5" fmla="*/ 256504 h 1219515"/>
                <a:gd name="connsiteX6" fmla="*/ 2051905 w 2235812"/>
                <a:gd name="connsiteY6" fmla="*/ 81085 h 1219515"/>
                <a:gd name="connsiteX7" fmla="*/ 2099821 w 2235812"/>
                <a:gd name="connsiteY7" fmla="*/ 0 h 1219515"/>
                <a:gd name="connsiteX8" fmla="*/ 2235812 w 2235812"/>
                <a:gd name="connsiteY8" fmla="*/ 0 h 1219515"/>
                <a:gd name="connsiteX9" fmla="*/ 2216094 w 2235812"/>
                <a:gd name="connsiteY9" fmla="*/ 42485 h 1219515"/>
                <a:gd name="connsiteX10" fmla="*/ 1994765 w 2235812"/>
                <a:gd name="connsiteY10" fmla="*/ 342657 h 1219515"/>
                <a:gd name="connsiteX11" fmla="*/ 1117907 w 2235812"/>
                <a:gd name="connsiteY11" fmla="*/ 1219515 h 1219515"/>
                <a:gd name="connsiteX12" fmla="*/ 241048 w 2235812"/>
                <a:gd name="connsiteY12" fmla="*/ 342656 h 1219515"/>
                <a:gd name="connsiteX13" fmla="*/ 19718 w 2235812"/>
                <a:gd name="connsiteY13" fmla="*/ 42483 h 1219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5812" h="1219515">
                  <a:moveTo>
                    <a:pt x="0" y="0"/>
                  </a:moveTo>
                  <a:lnTo>
                    <a:pt x="135994" y="0"/>
                  </a:lnTo>
                  <a:lnTo>
                    <a:pt x="183908" y="81083"/>
                  </a:lnTo>
                  <a:cubicBezTo>
                    <a:pt x="224849" y="143089"/>
                    <a:pt x="272612" y="201915"/>
                    <a:pt x="327199" y="256502"/>
                  </a:cubicBezTo>
                  <a:lnTo>
                    <a:pt x="1117908" y="1047211"/>
                  </a:lnTo>
                  <a:lnTo>
                    <a:pt x="1908614" y="256504"/>
                  </a:lnTo>
                  <a:cubicBezTo>
                    <a:pt x="1963201" y="201918"/>
                    <a:pt x="2010965" y="143091"/>
                    <a:pt x="2051905" y="81085"/>
                  </a:cubicBezTo>
                  <a:lnTo>
                    <a:pt x="2099821" y="0"/>
                  </a:lnTo>
                  <a:lnTo>
                    <a:pt x="2235812" y="0"/>
                  </a:lnTo>
                  <a:lnTo>
                    <a:pt x="2216094" y="42485"/>
                  </a:lnTo>
                  <a:cubicBezTo>
                    <a:pt x="2159343" y="150476"/>
                    <a:pt x="2085567" y="251855"/>
                    <a:pt x="1994765" y="342657"/>
                  </a:cubicBezTo>
                  <a:lnTo>
                    <a:pt x="1117907" y="1219515"/>
                  </a:lnTo>
                  <a:lnTo>
                    <a:pt x="241048" y="342656"/>
                  </a:lnTo>
                  <a:cubicBezTo>
                    <a:pt x="150246" y="251854"/>
                    <a:pt x="76469" y="150475"/>
                    <a:pt x="19718" y="42483"/>
                  </a:cubicBezTo>
                  <a:close/>
                </a:path>
              </a:pathLst>
            </a:custGeom>
            <a:solidFill>
              <a:schemeClr val="accent1"/>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39" name="Oval 138">
              <a:extLst>
                <a:ext uri="{FF2B5EF4-FFF2-40B4-BE49-F238E27FC236}">
                  <a16:creationId xmlns:a16="http://schemas.microsoft.com/office/drawing/2014/main" id="{870972BF-AB98-4CC2-BB60-84903DB5CFE2}"/>
                </a:ext>
              </a:extLst>
            </p:cNvPr>
            <p:cNvSpPr/>
            <p:nvPr/>
          </p:nvSpPr>
          <p:spPr bwMode="gray">
            <a:xfrm>
              <a:off x="7007153" y="1758652"/>
              <a:ext cx="1119070" cy="1119071"/>
            </a:xfrm>
            <a:prstGeom prst="ellipse">
              <a:avLst/>
            </a:prstGeom>
            <a:solidFill>
              <a:schemeClr val="bg1"/>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grpSp>
      <p:grpSp>
        <p:nvGrpSpPr>
          <p:cNvPr id="140" name="Group 139">
            <a:extLst>
              <a:ext uri="{FF2B5EF4-FFF2-40B4-BE49-F238E27FC236}">
                <a16:creationId xmlns:a16="http://schemas.microsoft.com/office/drawing/2014/main" id="{2746340E-86D4-41CA-93A9-4E98D191BE05}"/>
              </a:ext>
            </a:extLst>
          </p:cNvPr>
          <p:cNvGrpSpPr/>
          <p:nvPr/>
        </p:nvGrpSpPr>
        <p:grpSpPr>
          <a:xfrm>
            <a:off x="7995340" y="2071318"/>
            <a:ext cx="1298800" cy="1629684"/>
            <a:chOff x="8355090" y="1602865"/>
            <a:chExt cx="1598523" cy="2005765"/>
          </a:xfrm>
        </p:grpSpPr>
        <p:sp>
          <p:nvSpPr>
            <p:cNvPr id="141" name="Teardrop 140">
              <a:extLst>
                <a:ext uri="{FF2B5EF4-FFF2-40B4-BE49-F238E27FC236}">
                  <a16:creationId xmlns:a16="http://schemas.microsoft.com/office/drawing/2014/main" id="{78FD4A15-BB61-4D87-9E87-382B927FB4C9}"/>
                </a:ext>
              </a:extLst>
            </p:cNvPr>
            <p:cNvSpPr/>
            <p:nvPr/>
          </p:nvSpPr>
          <p:spPr bwMode="gray">
            <a:xfrm rot="8100000">
              <a:off x="8402430" y="1602865"/>
              <a:ext cx="1503841" cy="1503844"/>
            </a:xfrm>
            <a:prstGeom prst="teardrop">
              <a:avLst/>
            </a:prstGeom>
            <a:solidFill>
              <a:schemeClr val="bg2"/>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42" name="Freeform 39">
              <a:extLst>
                <a:ext uri="{FF2B5EF4-FFF2-40B4-BE49-F238E27FC236}">
                  <a16:creationId xmlns:a16="http://schemas.microsoft.com/office/drawing/2014/main" id="{4BC9A539-3667-4BFE-9E4F-81FA02EFA619}"/>
                </a:ext>
              </a:extLst>
            </p:cNvPr>
            <p:cNvSpPr/>
            <p:nvPr/>
          </p:nvSpPr>
          <p:spPr bwMode="gray">
            <a:xfrm>
              <a:off x="8355090" y="2736722"/>
              <a:ext cx="1598523" cy="871908"/>
            </a:xfrm>
            <a:custGeom>
              <a:avLst/>
              <a:gdLst>
                <a:gd name="connsiteX0" fmla="*/ 0 w 2235812"/>
                <a:gd name="connsiteY0" fmla="*/ 0 h 1219515"/>
                <a:gd name="connsiteX1" fmla="*/ 135994 w 2235812"/>
                <a:gd name="connsiteY1" fmla="*/ 0 h 1219515"/>
                <a:gd name="connsiteX2" fmla="*/ 183908 w 2235812"/>
                <a:gd name="connsiteY2" fmla="*/ 81083 h 1219515"/>
                <a:gd name="connsiteX3" fmla="*/ 327199 w 2235812"/>
                <a:gd name="connsiteY3" fmla="*/ 256502 h 1219515"/>
                <a:gd name="connsiteX4" fmla="*/ 1117908 w 2235812"/>
                <a:gd name="connsiteY4" fmla="*/ 1047211 h 1219515"/>
                <a:gd name="connsiteX5" fmla="*/ 1908614 w 2235812"/>
                <a:gd name="connsiteY5" fmla="*/ 256504 h 1219515"/>
                <a:gd name="connsiteX6" fmla="*/ 2051905 w 2235812"/>
                <a:gd name="connsiteY6" fmla="*/ 81085 h 1219515"/>
                <a:gd name="connsiteX7" fmla="*/ 2099821 w 2235812"/>
                <a:gd name="connsiteY7" fmla="*/ 0 h 1219515"/>
                <a:gd name="connsiteX8" fmla="*/ 2235812 w 2235812"/>
                <a:gd name="connsiteY8" fmla="*/ 0 h 1219515"/>
                <a:gd name="connsiteX9" fmla="*/ 2216094 w 2235812"/>
                <a:gd name="connsiteY9" fmla="*/ 42485 h 1219515"/>
                <a:gd name="connsiteX10" fmla="*/ 1994765 w 2235812"/>
                <a:gd name="connsiteY10" fmla="*/ 342657 h 1219515"/>
                <a:gd name="connsiteX11" fmla="*/ 1117907 w 2235812"/>
                <a:gd name="connsiteY11" fmla="*/ 1219515 h 1219515"/>
                <a:gd name="connsiteX12" fmla="*/ 241048 w 2235812"/>
                <a:gd name="connsiteY12" fmla="*/ 342656 h 1219515"/>
                <a:gd name="connsiteX13" fmla="*/ 19718 w 2235812"/>
                <a:gd name="connsiteY13" fmla="*/ 42483 h 1219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5812" h="1219515">
                  <a:moveTo>
                    <a:pt x="0" y="0"/>
                  </a:moveTo>
                  <a:lnTo>
                    <a:pt x="135994" y="0"/>
                  </a:lnTo>
                  <a:lnTo>
                    <a:pt x="183908" y="81083"/>
                  </a:lnTo>
                  <a:cubicBezTo>
                    <a:pt x="224849" y="143089"/>
                    <a:pt x="272612" y="201915"/>
                    <a:pt x="327199" y="256502"/>
                  </a:cubicBezTo>
                  <a:lnTo>
                    <a:pt x="1117908" y="1047211"/>
                  </a:lnTo>
                  <a:lnTo>
                    <a:pt x="1908614" y="256504"/>
                  </a:lnTo>
                  <a:cubicBezTo>
                    <a:pt x="1963201" y="201918"/>
                    <a:pt x="2010965" y="143091"/>
                    <a:pt x="2051905" y="81085"/>
                  </a:cubicBezTo>
                  <a:lnTo>
                    <a:pt x="2099821" y="0"/>
                  </a:lnTo>
                  <a:lnTo>
                    <a:pt x="2235812" y="0"/>
                  </a:lnTo>
                  <a:lnTo>
                    <a:pt x="2216094" y="42485"/>
                  </a:lnTo>
                  <a:cubicBezTo>
                    <a:pt x="2159343" y="150476"/>
                    <a:pt x="2085567" y="251855"/>
                    <a:pt x="1994765" y="342657"/>
                  </a:cubicBezTo>
                  <a:lnTo>
                    <a:pt x="1117907" y="1219515"/>
                  </a:lnTo>
                  <a:lnTo>
                    <a:pt x="241048" y="342656"/>
                  </a:lnTo>
                  <a:cubicBezTo>
                    <a:pt x="150246" y="251854"/>
                    <a:pt x="76469" y="150475"/>
                    <a:pt x="19718" y="42483"/>
                  </a:cubicBezTo>
                  <a:close/>
                </a:path>
              </a:pathLst>
            </a:custGeom>
            <a:solidFill>
              <a:schemeClr val="bg2"/>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grpSp>
          <p:nvGrpSpPr>
            <p:cNvPr id="143" name="Group 925">
              <a:extLst>
                <a:ext uri="{FF2B5EF4-FFF2-40B4-BE49-F238E27FC236}">
                  <a16:creationId xmlns:a16="http://schemas.microsoft.com/office/drawing/2014/main" id="{E0D16D89-D72D-4F33-88DE-F94293011149}"/>
                </a:ext>
              </a:extLst>
            </p:cNvPr>
            <p:cNvGrpSpPr>
              <a:grpSpLocks noChangeAspect="1"/>
            </p:cNvGrpSpPr>
            <p:nvPr/>
          </p:nvGrpSpPr>
          <p:grpSpPr bwMode="auto">
            <a:xfrm>
              <a:off x="8797164" y="1976762"/>
              <a:ext cx="686450" cy="682877"/>
              <a:chOff x="1224" y="3504"/>
              <a:chExt cx="192" cy="191"/>
            </a:xfrm>
            <a:solidFill>
              <a:schemeClr val="accent1"/>
            </a:solidFill>
          </p:grpSpPr>
          <p:sp>
            <p:nvSpPr>
              <p:cNvPr id="145" name="Freeform 926">
                <a:extLst>
                  <a:ext uri="{FF2B5EF4-FFF2-40B4-BE49-F238E27FC236}">
                    <a16:creationId xmlns:a16="http://schemas.microsoft.com/office/drawing/2014/main" id="{790BD73C-DE12-4489-882E-13024C466361}"/>
                  </a:ext>
                </a:extLst>
              </p:cNvPr>
              <p:cNvSpPr>
                <a:spLocks/>
              </p:cNvSpPr>
              <p:nvPr/>
            </p:nvSpPr>
            <p:spPr bwMode="auto">
              <a:xfrm>
                <a:off x="1259" y="3539"/>
                <a:ext cx="71" cy="71"/>
              </a:xfrm>
              <a:custGeom>
                <a:avLst/>
                <a:gdLst>
                  <a:gd name="T0" fmla="*/ 96 w 107"/>
                  <a:gd name="T1" fmla="*/ 43 h 107"/>
                  <a:gd name="T2" fmla="*/ 64 w 107"/>
                  <a:gd name="T3" fmla="*/ 43 h 107"/>
                  <a:gd name="T4" fmla="*/ 64 w 107"/>
                  <a:gd name="T5" fmla="*/ 11 h 107"/>
                  <a:gd name="T6" fmla="*/ 53 w 107"/>
                  <a:gd name="T7" fmla="*/ 0 h 107"/>
                  <a:gd name="T8" fmla="*/ 43 w 107"/>
                  <a:gd name="T9" fmla="*/ 11 h 107"/>
                  <a:gd name="T10" fmla="*/ 43 w 107"/>
                  <a:gd name="T11" fmla="*/ 43 h 107"/>
                  <a:gd name="T12" fmla="*/ 11 w 107"/>
                  <a:gd name="T13" fmla="*/ 43 h 107"/>
                  <a:gd name="T14" fmla="*/ 0 w 107"/>
                  <a:gd name="T15" fmla="*/ 53 h 107"/>
                  <a:gd name="T16" fmla="*/ 11 w 107"/>
                  <a:gd name="T17" fmla="*/ 64 h 107"/>
                  <a:gd name="T18" fmla="*/ 43 w 107"/>
                  <a:gd name="T19" fmla="*/ 64 h 107"/>
                  <a:gd name="T20" fmla="*/ 43 w 107"/>
                  <a:gd name="T21" fmla="*/ 96 h 107"/>
                  <a:gd name="T22" fmla="*/ 53 w 107"/>
                  <a:gd name="T23" fmla="*/ 107 h 107"/>
                  <a:gd name="T24" fmla="*/ 64 w 107"/>
                  <a:gd name="T25" fmla="*/ 96 h 107"/>
                  <a:gd name="T26" fmla="*/ 64 w 107"/>
                  <a:gd name="T27" fmla="*/ 64 h 107"/>
                  <a:gd name="T28" fmla="*/ 96 w 107"/>
                  <a:gd name="T29" fmla="*/ 64 h 107"/>
                  <a:gd name="T30" fmla="*/ 107 w 107"/>
                  <a:gd name="T31" fmla="*/ 53 h 107"/>
                  <a:gd name="T32" fmla="*/ 96 w 107"/>
                  <a:gd name="T33" fmla="*/ 4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7" h="107">
                    <a:moveTo>
                      <a:pt x="96" y="43"/>
                    </a:moveTo>
                    <a:cubicBezTo>
                      <a:pt x="64" y="43"/>
                      <a:pt x="64" y="43"/>
                      <a:pt x="64" y="43"/>
                    </a:cubicBezTo>
                    <a:cubicBezTo>
                      <a:pt x="64" y="11"/>
                      <a:pt x="64" y="11"/>
                      <a:pt x="64" y="11"/>
                    </a:cubicBezTo>
                    <a:cubicBezTo>
                      <a:pt x="64" y="5"/>
                      <a:pt x="59" y="0"/>
                      <a:pt x="53" y="0"/>
                    </a:cubicBezTo>
                    <a:cubicBezTo>
                      <a:pt x="47" y="0"/>
                      <a:pt x="43" y="5"/>
                      <a:pt x="43" y="11"/>
                    </a:cubicBezTo>
                    <a:cubicBezTo>
                      <a:pt x="43" y="43"/>
                      <a:pt x="43" y="43"/>
                      <a:pt x="43" y="43"/>
                    </a:cubicBezTo>
                    <a:cubicBezTo>
                      <a:pt x="11" y="43"/>
                      <a:pt x="11" y="43"/>
                      <a:pt x="11" y="43"/>
                    </a:cubicBezTo>
                    <a:cubicBezTo>
                      <a:pt x="5" y="43"/>
                      <a:pt x="0" y="47"/>
                      <a:pt x="0" y="53"/>
                    </a:cubicBezTo>
                    <a:cubicBezTo>
                      <a:pt x="0" y="59"/>
                      <a:pt x="5" y="64"/>
                      <a:pt x="11" y="64"/>
                    </a:cubicBezTo>
                    <a:cubicBezTo>
                      <a:pt x="43" y="64"/>
                      <a:pt x="43" y="64"/>
                      <a:pt x="43" y="64"/>
                    </a:cubicBezTo>
                    <a:cubicBezTo>
                      <a:pt x="43" y="96"/>
                      <a:pt x="43" y="96"/>
                      <a:pt x="43" y="96"/>
                    </a:cubicBezTo>
                    <a:cubicBezTo>
                      <a:pt x="43" y="102"/>
                      <a:pt x="47" y="107"/>
                      <a:pt x="53" y="107"/>
                    </a:cubicBezTo>
                    <a:cubicBezTo>
                      <a:pt x="59" y="107"/>
                      <a:pt x="64" y="102"/>
                      <a:pt x="64" y="96"/>
                    </a:cubicBezTo>
                    <a:cubicBezTo>
                      <a:pt x="64" y="64"/>
                      <a:pt x="64" y="64"/>
                      <a:pt x="64" y="64"/>
                    </a:cubicBezTo>
                    <a:cubicBezTo>
                      <a:pt x="96" y="64"/>
                      <a:pt x="96" y="64"/>
                      <a:pt x="96" y="64"/>
                    </a:cubicBezTo>
                    <a:cubicBezTo>
                      <a:pt x="102" y="64"/>
                      <a:pt x="107" y="59"/>
                      <a:pt x="107" y="53"/>
                    </a:cubicBezTo>
                    <a:cubicBezTo>
                      <a:pt x="107" y="47"/>
                      <a:pt x="102" y="43"/>
                      <a:pt x="96" y="4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990601">
                  <a:defRPr/>
                </a:pPr>
                <a:endParaRPr lang="en-GB" sz="1200">
                  <a:solidFill>
                    <a:srgbClr val="000000"/>
                  </a:solidFill>
                  <a:latin typeface="Aptos" panose="020B0004020202020204" pitchFamily="34" charset="0"/>
                </a:endParaRPr>
              </a:p>
            </p:txBody>
          </p:sp>
          <p:sp>
            <p:nvSpPr>
              <p:cNvPr id="146" name="Freeform 927">
                <a:extLst>
                  <a:ext uri="{FF2B5EF4-FFF2-40B4-BE49-F238E27FC236}">
                    <a16:creationId xmlns:a16="http://schemas.microsoft.com/office/drawing/2014/main" id="{15FDF464-77C7-4E79-91EF-7F13541D888A}"/>
                  </a:ext>
                </a:extLst>
              </p:cNvPr>
              <p:cNvSpPr>
                <a:spLocks noEditPoints="1"/>
              </p:cNvSpPr>
              <p:nvPr/>
            </p:nvSpPr>
            <p:spPr bwMode="auto">
              <a:xfrm>
                <a:off x="1224" y="3504"/>
                <a:ext cx="192" cy="191"/>
              </a:xfrm>
              <a:custGeom>
                <a:avLst/>
                <a:gdLst>
                  <a:gd name="T0" fmla="*/ 189 w 289"/>
                  <a:gd name="T1" fmla="*/ 174 h 288"/>
                  <a:gd name="T2" fmla="*/ 213 w 289"/>
                  <a:gd name="T3" fmla="*/ 106 h 288"/>
                  <a:gd name="T4" fmla="*/ 106 w 289"/>
                  <a:gd name="T5" fmla="*/ 0 h 288"/>
                  <a:gd name="T6" fmla="*/ 0 w 289"/>
                  <a:gd name="T7" fmla="*/ 106 h 288"/>
                  <a:gd name="T8" fmla="*/ 106 w 289"/>
                  <a:gd name="T9" fmla="*/ 213 h 288"/>
                  <a:gd name="T10" fmla="*/ 174 w 289"/>
                  <a:gd name="T11" fmla="*/ 189 h 288"/>
                  <a:gd name="T12" fmla="*/ 269 w 289"/>
                  <a:gd name="T13" fmla="*/ 285 h 288"/>
                  <a:gd name="T14" fmla="*/ 277 w 289"/>
                  <a:gd name="T15" fmla="*/ 288 h 288"/>
                  <a:gd name="T16" fmla="*/ 285 w 289"/>
                  <a:gd name="T17" fmla="*/ 285 h 288"/>
                  <a:gd name="T18" fmla="*/ 285 w 289"/>
                  <a:gd name="T19" fmla="*/ 269 h 288"/>
                  <a:gd name="T20" fmla="*/ 189 w 289"/>
                  <a:gd name="T21" fmla="*/ 174 h 288"/>
                  <a:gd name="T22" fmla="*/ 106 w 289"/>
                  <a:gd name="T23" fmla="*/ 192 h 288"/>
                  <a:gd name="T24" fmla="*/ 21 w 289"/>
                  <a:gd name="T25" fmla="*/ 106 h 288"/>
                  <a:gd name="T26" fmla="*/ 106 w 289"/>
                  <a:gd name="T27" fmla="*/ 21 h 288"/>
                  <a:gd name="T28" fmla="*/ 192 w 289"/>
                  <a:gd name="T29" fmla="*/ 106 h 288"/>
                  <a:gd name="T30" fmla="*/ 106 w 289"/>
                  <a:gd name="T31"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288">
                    <a:moveTo>
                      <a:pt x="189" y="174"/>
                    </a:moveTo>
                    <a:cubicBezTo>
                      <a:pt x="204" y="155"/>
                      <a:pt x="213" y="132"/>
                      <a:pt x="213" y="106"/>
                    </a:cubicBezTo>
                    <a:cubicBezTo>
                      <a:pt x="213" y="48"/>
                      <a:pt x="165" y="0"/>
                      <a:pt x="106" y="0"/>
                    </a:cubicBezTo>
                    <a:cubicBezTo>
                      <a:pt x="48" y="0"/>
                      <a:pt x="0" y="48"/>
                      <a:pt x="0" y="106"/>
                    </a:cubicBezTo>
                    <a:cubicBezTo>
                      <a:pt x="0" y="165"/>
                      <a:pt x="48" y="213"/>
                      <a:pt x="106" y="213"/>
                    </a:cubicBezTo>
                    <a:cubicBezTo>
                      <a:pt x="132" y="213"/>
                      <a:pt x="155" y="204"/>
                      <a:pt x="174" y="189"/>
                    </a:cubicBezTo>
                    <a:cubicBezTo>
                      <a:pt x="269" y="285"/>
                      <a:pt x="269" y="285"/>
                      <a:pt x="269" y="285"/>
                    </a:cubicBezTo>
                    <a:cubicBezTo>
                      <a:pt x="272" y="287"/>
                      <a:pt x="274" y="288"/>
                      <a:pt x="277" y="288"/>
                    </a:cubicBezTo>
                    <a:cubicBezTo>
                      <a:pt x="280" y="288"/>
                      <a:pt x="282" y="287"/>
                      <a:pt x="285" y="285"/>
                    </a:cubicBezTo>
                    <a:cubicBezTo>
                      <a:pt x="289" y="280"/>
                      <a:pt x="289" y="274"/>
                      <a:pt x="285" y="269"/>
                    </a:cubicBezTo>
                    <a:lnTo>
                      <a:pt x="189" y="174"/>
                    </a:lnTo>
                    <a:close/>
                    <a:moveTo>
                      <a:pt x="106" y="192"/>
                    </a:moveTo>
                    <a:cubicBezTo>
                      <a:pt x="59" y="192"/>
                      <a:pt x="21" y="153"/>
                      <a:pt x="21" y="106"/>
                    </a:cubicBezTo>
                    <a:cubicBezTo>
                      <a:pt x="21" y="59"/>
                      <a:pt x="59" y="21"/>
                      <a:pt x="106" y="21"/>
                    </a:cubicBezTo>
                    <a:cubicBezTo>
                      <a:pt x="153" y="21"/>
                      <a:pt x="192" y="59"/>
                      <a:pt x="192" y="106"/>
                    </a:cubicBezTo>
                    <a:cubicBezTo>
                      <a:pt x="192" y="153"/>
                      <a:pt x="153" y="192"/>
                      <a:pt x="106" y="19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990601">
                  <a:defRPr/>
                </a:pPr>
                <a:endParaRPr lang="en-GB" sz="1200">
                  <a:solidFill>
                    <a:srgbClr val="000000"/>
                  </a:solidFill>
                  <a:latin typeface="Aptos" panose="020B0004020202020204" pitchFamily="34" charset="0"/>
                </a:endParaRPr>
              </a:p>
            </p:txBody>
          </p:sp>
        </p:grpSp>
        <p:sp>
          <p:nvSpPr>
            <p:cNvPr id="144" name="Oval 143">
              <a:extLst>
                <a:ext uri="{FF2B5EF4-FFF2-40B4-BE49-F238E27FC236}">
                  <a16:creationId xmlns:a16="http://schemas.microsoft.com/office/drawing/2014/main" id="{A05F4DB7-700C-4A2E-969D-33283C120EC9}"/>
                </a:ext>
              </a:extLst>
            </p:cNvPr>
            <p:cNvSpPr/>
            <p:nvPr/>
          </p:nvSpPr>
          <p:spPr bwMode="gray">
            <a:xfrm>
              <a:off x="8591201" y="1758652"/>
              <a:ext cx="1119070" cy="1119071"/>
            </a:xfrm>
            <a:prstGeom prst="ellipse">
              <a:avLst/>
            </a:prstGeom>
            <a:solidFill>
              <a:schemeClr val="bg1"/>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grpSp>
      <p:sp>
        <p:nvSpPr>
          <p:cNvPr id="147" name="Freeform 389">
            <a:extLst>
              <a:ext uri="{FF2B5EF4-FFF2-40B4-BE49-F238E27FC236}">
                <a16:creationId xmlns:a16="http://schemas.microsoft.com/office/drawing/2014/main" id="{B218BD5D-ED08-49ED-BA00-6C403F0988DA}"/>
              </a:ext>
            </a:extLst>
          </p:cNvPr>
          <p:cNvSpPr>
            <a:spLocks noEditPoints="1"/>
          </p:cNvSpPr>
          <p:nvPr/>
        </p:nvSpPr>
        <p:spPr bwMode="auto">
          <a:xfrm>
            <a:off x="2821840" y="2449971"/>
            <a:ext cx="610591" cy="427127"/>
          </a:xfrm>
          <a:custGeom>
            <a:avLst/>
            <a:gdLst>
              <a:gd name="T0" fmla="*/ 321 w 321"/>
              <a:gd name="T1" fmla="*/ 160 h 224"/>
              <a:gd name="T2" fmla="*/ 129 w 321"/>
              <a:gd name="T3" fmla="*/ 170 h 224"/>
              <a:gd name="T4" fmla="*/ 129 w 321"/>
              <a:gd name="T5" fmla="*/ 149 h 224"/>
              <a:gd name="T6" fmla="*/ 299 w 321"/>
              <a:gd name="T7" fmla="*/ 21 h 224"/>
              <a:gd name="T8" fmla="*/ 75 w 321"/>
              <a:gd name="T9" fmla="*/ 32 h 224"/>
              <a:gd name="T10" fmla="*/ 54 w 321"/>
              <a:gd name="T11" fmla="*/ 32 h 224"/>
              <a:gd name="T12" fmla="*/ 65 w 321"/>
              <a:gd name="T13" fmla="*/ 0 h 224"/>
              <a:gd name="T14" fmla="*/ 321 w 321"/>
              <a:gd name="T15" fmla="*/ 10 h 224"/>
              <a:gd name="T16" fmla="*/ 90 w 321"/>
              <a:gd name="T17" fmla="*/ 193 h 224"/>
              <a:gd name="T18" fmla="*/ 101 w 321"/>
              <a:gd name="T19" fmla="*/ 136 h 224"/>
              <a:gd name="T20" fmla="*/ 54 w 321"/>
              <a:gd name="T21" fmla="*/ 58 h 224"/>
              <a:gd name="T22" fmla="*/ 54 w 321"/>
              <a:gd name="T23" fmla="*/ 58 h 224"/>
              <a:gd name="T24" fmla="*/ 54 w 321"/>
              <a:gd name="T25" fmla="*/ 58 h 224"/>
              <a:gd name="T26" fmla="*/ 6 w 321"/>
              <a:gd name="T27" fmla="*/ 136 h 224"/>
              <a:gd name="T28" fmla="*/ 18 w 321"/>
              <a:gd name="T29" fmla="*/ 192 h 224"/>
              <a:gd name="T30" fmla="*/ 22 w 321"/>
              <a:gd name="T31" fmla="*/ 213 h 224"/>
              <a:gd name="T32" fmla="*/ 42 w 321"/>
              <a:gd name="T33" fmla="*/ 190 h 224"/>
              <a:gd name="T34" fmla="*/ 27 w 321"/>
              <a:gd name="T35" fmla="*/ 131 h 224"/>
              <a:gd name="T36" fmla="*/ 54 w 321"/>
              <a:gd name="T37" fmla="*/ 80 h 224"/>
              <a:gd name="T38" fmla="*/ 54 w 321"/>
              <a:gd name="T39" fmla="*/ 80 h 224"/>
              <a:gd name="T40" fmla="*/ 81 w 321"/>
              <a:gd name="T41" fmla="*/ 131 h 224"/>
              <a:gd name="T42" fmla="*/ 65 w 321"/>
              <a:gd name="T43" fmla="*/ 190 h 224"/>
              <a:gd name="T44" fmla="*/ 99 w 321"/>
              <a:gd name="T45" fmla="*/ 216 h 224"/>
              <a:gd name="T46" fmla="*/ 128 w 321"/>
              <a:gd name="T47" fmla="*/ 224 h 224"/>
              <a:gd name="T48" fmla="*/ 135 w 321"/>
              <a:gd name="T49" fmla="*/ 206 h 224"/>
              <a:gd name="T50" fmla="*/ 139 w 321"/>
              <a:gd name="T51" fmla="*/ 74 h 224"/>
              <a:gd name="T52" fmla="*/ 278 w 321"/>
              <a:gd name="T53" fmla="*/ 64 h 224"/>
              <a:gd name="T54" fmla="*/ 139 w 321"/>
              <a:gd name="T55" fmla="*/ 53 h 224"/>
              <a:gd name="T56" fmla="*/ 139 w 321"/>
              <a:gd name="T57" fmla="*/ 74 h 224"/>
              <a:gd name="T58" fmla="*/ 267 w 321"/>
              <a:gd name="T59" fmla="*/ 117 h 224"/>
              <a:gd name="T60" fmla="*/ 267 w 321"/>
              <a:gd name="T61" fmla="*/ 96 h 224"/>
              <a:gd name="T62" fmla="*/ 129 w 321"/>
              <a:gd name="T63" fmla="*/ 10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1" h="224">
                <a:moveTo>
                  <a:pt x="321" y="10"/>
                </a:moveTo>
                <a:cubicBezTo>
                  <a:pt x="321" y="160"/>
                  <a:pt x="321" y="160"/>
                  <a:pt x="321" y="160"/>
                </a:cubicBezTo>
                <a:cubicBezTo>
                  <a:pt x="321" y="166"/>
                  <a:pt x="316" y="170"/>
                  <a:pt x="310" y="170"/>
                </a:cubicBezTo>
                <a:cubicBezTo>
                  <a:pt x="129" y="170"/>
                  <a:pt x="129" y="170"/>
                  <a:pt x="129" y="170"/>
                </a:cubicBezTo>
                <a:cubicBezTo>
                  <a:pt x="123" y="170"/>
                  <a:pt x="118" y="166"/>
                  <a:pt x="118" y="160"/>
                </a:cubicBezTo>
                <a:cubicBezTo>
                  <a:pt x="118" y="154"/>
                  <a:pt x="123" y="149"/>
                  <a:pt x="129" y="149"/>
                </a:cubicBezTo>
                <a:cubicBezTo>
                  <a:pt x="299" y="149"/>
                  <a:pt x="299" y="149"/>
                  <a:pt x="299" y="149"/>
                </a:cubicBezTo>
                <a:cubicBezTo>
                  <a:pt x="299" y="21"/>
                  <a:pt x="299" y="21"/>
                  <a:pt x="299" y="21"/>
                </a:cubicBezTo>
                <a:cubicBezTo>
                  <a:pt x="75" y="21"/>
                  <a:pt x="75" y="21"/>
                  <a:pt x="75" y="21"/>
                </a:cubicBezTo>
                <a:cubicBezTo>
                  <a:pt x="75" y="32"/>
                  <a:pt x="75" y="32"/>
                  <a:pt x="75" y="32"/>
                </a:cubicBezTo>
                <a:cubicBezTo>
                  <a:pt x="75" y="38"/>
                  <a:pt x="71" y="42"/>
                  <a:pt x="65" y="42"/>
                </a:cubicBezTo>
                <a:cubicBezTo>
                  <a:pt x="59" y="42"/>
                  <a:pt x="54" y="38"/>
                  <a:pt x="54" y="32"/>
                </a:cubicBezTo>
                <a:cubicBezTo>
                  <a:pt x="54" y="10"/>
                  <a:pt x="54" y="10"/>
                  <a:pt x="54" y="10"/>
                </a:cubicBezTo>
                <a:cubicBezTo>
                  <a:pt x="54" y="4"/>
                  <a:pt x="59" y="0"/>
                  <a:pt x="65" y="0"/>
                </a:cubicBezTo>
                <a:cubicBezTo>
                  <a:pt x="310" y="0"/>
                  <a:pt x="310" y="0"/>
                  <a:pt x="310" y="0"/>
                </a:cubicBezTo>
                <a:cubicBezTo>
                  <a:pt x="316" y="0"/>
                  <a:pt x="321" y="4"/>
                  <a:pt x="321" y="10"/>
                </a:cubicBezTo>
                <a:close/>
                <a:moveTo>
                  <a:pt x="103" y="195"/>
                </a:moveTo>
                <a:cubicBezTo>
                  <a:pt x="98" y="194"/>
                  <a:pt x="92" y="193"/>
                  <a:pt x="90" y="193"/>
                </a:cubicBezTo>
                <a:cubicBezTo>
                  <a:pt x="88" y="191"/>
                  <a:pt x="84" y="180"/>
                  <a:pt x="85" y="176"/>
                </a:cubicBezTo>
                <a:cubicBezTo>
                  <a:pt x="91" y="166"/>
                  <a:pt x="98" y="150"/>
                  <a:pt x="101" y="136"/>
                </a:cubicBezTo>
                <a:cubicBezTo>
                  <a:pt x="108" y="110"/>
                  <a:pt x="105" y="90"/>
                  <a:pt x="94" y="77"/>
                </a:cubicBezTo>
                <a:cubicBezTo>
                  <a:pt x="80" y="59"/>
                  <a:pt x="58" y="58"/>
                  <a:pt x="54" y="58"/>
                </a:cubicBezTo>
                <a:cubicBezTo>
                  <a:pt x="54" y="58"/>
                  <a:pt x="54" y="58"/>
                  <a:pt x="54" y="58"/>
                </a:cubicBezTo>
                <a:cubicBezTo>
                  <a:pt x="54" y="58"/>
                  <a:pt x="54" y="58"/>
                  <a:pt x="54" y="58"/>
                </a:cubicBezTo>
                <a:cubicBezTo>
                  <a:pt x="54" y="58"/>
                  <a:pt x="54" y="58"/>
                  <a:pt x="54" y="58"/>
                </a:cubicBezTo>
                <a:cubicBezTo>
                  <a:pt x="54" y="58"/>
                  <a:pt x="54" y="58"/>
                  <a:pt x="54" y="58"/>
                </a:cubicBezTo>
                <a:cubicBezTo>
                  <a:pt x="51" y="58"/>
                  <a:pt x="28" y="59"/>
                  <a:pt x="14" y="77"/>
                </a:cubicBezTo>
                <a:cubicBezTo>
                  <a:pt x="3" y="90"/>
                  <a:pt x="0" y="110"/>
                  <a:pt x="6" y="136"/>
                </a:cubicBezTo>
                <a:cubicBezTo>
                  <a:pt x="10" y="150"/>
                  <a:pt x="17" y="166"/>
                  <a:pt x="23" y="176"/>
                </a:cubicBezTo>
                <a:cubicBezTo>
                  <a:pt x="24" y="180"/>
                  <a:pt x="20" y="191"/>
                  <a:pt x="18" y="192"/>
                </a:cubicBezTo>
                <a:cubicBezTo>
                  <a:pt x="13" y="194"/>
                  <a:pt x="10" y="201"/>
                  <a:pt x="12" y="206"/>
                </a:cubicBezTo>
                <a:cubicBezTo>
                  <a:pt x="14" y="210"/>
                  <a:pt x="18" y="213"/>
                  <a:pt x="22" y="213"/>
                </a:cubicBezTo>
                <a:cubicBezTo>
                  <a:pt x="23" y="213"/>
                  <a:pt x="25" y="213"/>
                  <a:pt x="26" y="212"/>
                </a:cubicBezTo>
                <a:cubicBezTo>
                  <a:pt x="36" y="209"/>
                  <a:pt x="40" y="197"/>
                  <a:pt x="42" y="190"/>
                </a:cubicBezTo>
                <a:cubicBezTo>
                  <a:pt x="44" y="184"/>
                  <a:pt x="47" y="172"/>
                  <a:pt x="41" y="164"/>
                </a:cubicBezTo>
                <a:cubicBezTo>
                  <a:pt x="36" y="157"/>
                  <a:pt x="30" y="142"/>
                  <a:pt x="27" y="131"/>
                </a:cubicBezTo>
                <a:cubicBezTo>
                  <a:pt x="23" y="112"/>
                  <a:pt x="24" y="99"/>
                  <a:pt x="30" y="90"/>
                </a:cubicBezTo>
                <a:cubicBezTo>
                  <a:pt x="39" y="80"/>
                  <a:pt x="53" y="80"/>
                  <a:pt x="54" y="80"/>
                </a:cubicBezTo>
                <a:cubicBezTo>
                  <a:pt x="54" y="80"/>
                  <a:pt x="54" y="80"/>
                  <a:pt x="54" y="80"/>
                </a:cubicBezTo>
                <a:cubicBezTo>
                  <a:pt x="54" y="80"/>
                  <a:pt x="54" y="80"/>
                  <a:pt x="54" y="80"/>
                </a:cubicBezTo>
                <a:cubicBezTo>
                  <a:pt x="54" y="80"/>
                  <a:pt x="69" y="80"/>
                  <a:pt x="77" y="90"/>
                </a:cubicBezTo>
                <a:cubicBezTo>
                  <a:pt x="84" y="98"/>
                  <a:pt x="85" y="112"/>
                  <a:pt x="81" y="131"/>
                </a:cubicBezTo>
                <a:cubicBezTo>
                  <a:pt x="78" y="142"/>
                  <a:pt x="72" y="157"/>
                  <a:pt x="66" y="164"/>
                </a:cubicBezTo>
                <a:cubicBezTo>
                  <a:pt x="61" y="172"/>
                  <a:pt x="64" y="183"/>
                  <a:pt x="65" y="190"/>
                </a:cubicBezTo>
                <a:cubicBezTo>
                  <a:pt x="67" y="197"/>
                  <a:pt x="72" y="209"/>
                  <a:pt x="82" y="212"/>
                </a:cubicBezTo>
                <a:cubicBezTo>
                  <a:pt x="86" y="214"/>
                  <a:pt x="92" y="215"/>
                  <a:pt x="99" y="216"/>
                </a:cubicBezTo>
                <a:cubicBezTo>
                  <a:pt x="105" y="217"/>
                  <a:pt x="118" y="219"/>
                  <a:pt x="121" y="222"/>
                </a:cubicBezTo>
                <a:cubicBezTo>
                  <a:pt x="123" y="223"/>
                  <a:pt x="126" y="224"/>
                  <a:pt x="128" y="224"/>
                </a:cubicBezTo>
                <a:cubicBezTo>
                  <a:pt x="131" y="224"/>
                  <a:pt x="134" y="223"/>
                  <a:pt x="136" y="221"/>
                </a:cubicBezTo>
                <a:cubicBezTo>
                  <a:pt x="140" y="216"/>
                  <a:pt x="140" y="210"/>
                  <a:pt x="135" y="206"/>
                </a:cubicBezTo>
                <a:cubicBezTo>
                  <a:pt x="128" y="199"/>
                  <a:pt x="115" y="197"/>
                  <a:pt x="103" y="195"/>
                </a:cubicBezTo>
                <a:close/>
                <a:moveTo>
                  <a:pt x="139" y="74"/>
                </a:moveTo>
                <a:cubicBezTo>
                  <a:pt x="267" y="74"/>
                  <a:pt x="267" y="74"/>
                  <a:pt x="267" y="74"/>
                </a:cubicBezTo>
                <a:cubicBezTo>
                  <a:pt x="273" y="74"/>
                  <a:pt x="278" y="70"/>
                  <a:pt x="278" y="64"/>
                </a:cubicBezTo>
                <a:cubicBezTo>
                  <a:pt x="278" y="58"/>
                  <a:pt x="273" y="53"/>
                  <a:pt x="267" y="53"/>
                </a:cubicBezTo>
                <a:cubicBezTo>
                  <a:pt x="139" y="53"/>
                  <a:pt x="139" y="53"/>
                  <a:pt x="139" y="53"/>
                </a:cubicBezTo>
                <a:cubicBezTo>
                  <a:pt x="133" y="53"/>
                  <a:pt x="129" y="58"/>
                  <a:pt x="129" y="64"/>
                </a:cubicBezTo>
                <a:cubicBezTo>
                  <a:pt x="129" y="70"/>
                  <a:pt x="133" y="74"/>
                  <a:pt x="139" y="74"/>
                </a:cubicBezTo>
                <a:close/>
                <a:moveTo>
                  <a:pt x="139" y="117"/>
                </a:moveTo>
                <a:cubicBezTo>
                  <a:pt x="267" y="117"/>
                  <a:pt x="267" y="117"/>
                  <a:pt x="267" y="117"/>
                </a:cubicBezTo>
                <a:cubicBezTo>
                  <a:pt x="273" y="117"/>
                  <a:pt x="278" y="112"/>
                  <a:pt x="278" y="106"/>
                </a:cubicBezTo>
                <a:cubicBezTo>
                  <a:pt x="278" y="100"/>
                  <a:pt x="273" y="96"/>
                  <a:pt x="267" y="96"/>
                </a:cubicBezTo>
                <a:cubicBezTo>
                  <a:pt x="139" y="96"/>
                  <a:pt x="139" y="96"/>
                  <a:pt x="139" y="96"/>
                </a:cubicBezTo>
                <a:cubicBezTo>
                  <a:pt x="133" y="96"/>
                  <a:pt x="129" y="100"/>
                  <a:pt x="129" y="106"/>
                </a:cubicBezTo>
                <a:cubicBezTo>
                  <a:pt x="129" y="112"/>
                  <a:pt x="133" y="117"/>
                  <a:pt x="139" y="117"/>
                </a:cubicBezTo>
                <a:close/>
              </a:path>
            </a:pathLst>
          </a:custGeom>
          <a:solidFill>
            <a:srgbClr val="046A38"/>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sp>
        <p:nvSpPr>
          <p:cNvPr id="148" name="Rectangle 147">
            <a:extLst>
              <a:ext uri="{FF2B5EF4-FFF2-40B4-BE49-F238E27FC236}">
                <a16:creationId xmlns:a16="http://schemas.microsoft.com/office/drawing/2014/main" id="{CA0BB8F2-9CB8-4B26-9351-D5522ADF53AB}"/>
              </a:ext>
            </a:extLst>
          </p:cNvPr>
          <p:cNvSpPr/>
          <p:nvPr/>
        </p:nvSpPr>
        <p:spPr bwMode="gray">
          <a:xfrm>
            <a:off x="0" y="2991451"/>
            <a:ext cx="636971" cy="63285"/>
          </a:xfrm>
          <a:prstGeom prst="rect">
            <a:avLst/>
          </a:prstGeom>
          <a:solidFill>
            <a:schemeClr val="accent5"/>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49" name="Rectangle 148">
            <a:extLst>
              <a:ext uri="{FF2B5EF4-FFF2-40B4-BE49-F238E27FC236}">
                <a16:creationId xmlns:a16="http://schemas.microsoft.com/office/drawing/2014/main" id="{81AB32D8-1E1F-4805-A285-6CDA13E7FA8B}"/>
              </a:ext>
            </a:extLst>
          </p:cNvPr>
          <p:cNvSpPr/>
          <p:nvPr/>
        </p:nvSpPr>
        <p:spPr bwMode="gray">
          <a:xfrm>
            <a:off x="9229756" y="2991453"/>
            <a:ext cx="685410" cy="63285"/>
          </a:xfrm>
          <a:prstGeom prst="rect">
            <a:avLst/>
          </a:prstGeom>
          <a:solidFill>
            <a:schemeClr val="bg2"/>
          </a:soli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50" name="Rectangle 149">
            <a:extLst>
              <a:ext uri="{FF2B5EF4-FFF2-40B4-BE49-F238E27FC236}">
                <a16:creationId xmlns:a16="http://schemas.microsoft.com/office/drawing/2014/main" id="{37F4D018-52D1-43F5-90FA-FD3489D874A2}"/>
              </a:ext>
            </a:extLst>
          </p:cNvPr>
          <p:cNvSpPr/>
          <p:nvPr/>
        </p:nvSpPr>
        <p:spPr bwMode="gray">
          <a:xfrm>
            <a:off x="3716884" y="2991454"/>
            <a:ext cx="607282" cy="63285"/>
          </a:xfrm>
          <a:prstGeom prst="rect">
            <a:avLst/>
          </a:prstGeom>
          <a:gradFill>
            <a:gsLst>
              <a:gs pos="17000">
                <a:srgbClr val="046A38"/>
              </a:gs>
              <a:gs pos="83000">
                <a:schemeClr val="accent6"/>
              </a:gs>
            </a:gsLst>
            <a:lin ang="0" scaled="0"/>
          </a:gra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51" name="Rectangle 150">
            <a:extLst>
              <a:ext uri="{FF2B5EF4-FFF2-40B4-BE49-F238E27FC236}">
                <a16:creationId xmlns:a16="http://schemas.microsoft.com/office/drawing/2014/main" id="{1B2D7A2E-05BD-40D9-B7DD-7C6514CD2561}"/>
              </a:ext>
            </a:extLst>
          </p:cNvPr>
          <p:cNvSpPr/>
          <p:nvPr/>
        </p:nvSpPr>
        <p:spPr bwMode="gray">
          <a:xfrm>
            <a:off x="5501671" y="2991454"/>
            <a:ext cx="729154" cy="63285"/>
          </a:xfrm>
          <a:prstGeom prst="rect">
            <a:avLst/>
          </a:prstGeom>
          <a:gradFill>
            <a:gsLst>
              <a:gs pos="17000">
                <a:schemeClr val="accent6"/>
              </a:gs>
              <a:gs pos="83000">
                <a:schemeClr val="accent1"/>
              </a:gs>
            </a:gsLst>
            <a:lin ang="0" scaled="0"/>
          </a:gradFill>
          <a:ln w="19050" algn="ctr">
            <a:noFill/>
            <a:miter lim="800000"/>
            <a:headEnd/>
            <a:tailEnd/>
          </a:ln>
        </p:spPr>
        <p:txBody>
          <a:bodyPr wrap="square" lIns="72231" tIns="72231" rIns="72231" bIns="72231" rtlCol="0" anchor="ctr"/>
          <a:lstStyle/>
          <a:p>
            <a:pPr algn="ctr" defTabSz="990601">
              <a:lnSpc>
                <a:spcPct val="106000"/>
              </a:lnSpc>
              <a:defRPr/>
            </a:pPr>
            <a:endParaRPr lang="en-US" sz="1200" b="1" dirty="0" err="1">
              <a:solidFill>
                <a:srgbClr val="FFFFFF"/>
              </a:solidFill>
              <a:latin typeface="Aptos" panose="020B0004020202020204" pitchFamily="34" charset="0"/>
            </a:endParaRPr>
          </a:p>
        </p:txBody>
      </p:sp>
      <p:sp>
        <p:nvSpPr>
          <p:cNvPr id="152" name="Freeform 845">
            <a:extLst>
              <a:ext uri="{FF2B5EF4-FFF2-40B4-BE49-F238E27FC236}">
                <a16:creationId xmlns:a16="http://schemas.microsoft.com/office/drawing/2014/main" id="{CD51B204-B0AD-40BE-A05C-CD6A094230A6}"/>
              </a:ext>
            </a:extLst>
          </p:cNvPr>
          <p:cNvSpPr>
            <a:spLocks noEditPoints="1"/>
          </p:cNvSpPr>
          <p:nvPr/>
        </p:nvSpPr>
        <p:spPr bwMode="auto">
          <a:xfrm>
            <a:off x="1020281" y="2376569"/>
            <a:ext cx="412932" cy="561164"/>
          </a:xfrm>
          <a:custGeom>
            <a:avLst/>
            <a:gdLst>
              <a:gd name="T0" fmla="*/ 214 w 235"/>
              <a:gd name="T1" fmla="*/ 258 h 320"/>
              <a:gd name="T2" fmla="*/ 214 w 235"/>
              <a:gd name="T3" fmla="*/ 181 h 320"/>
              <a:gd name="T4" fmla="*/ 182 w 235"/>
              <a:gd name="T5" fmla="*/ 149 h 320"/>
              <a:gd name="T6" fmla="*/ 128 w 235"/>
              <a:gd name="T7" fmla="*/ 149 h 320"/>
              <a:gd name="T8" fmla="*/ 128 w 235"/>
              <a:gd name="T9" fmla="*/ 62 h 320"/>
              <a:gd name="T10" fmla="*/ 150 w 235"/>
              <a:gd name="T11" fmla="*/ 32 h 320"/>
              <a:gd name="T12" fmla="*/ 118 w 235"/>
              <a:gd name="T13" fmla="*/ 0 h 320"/>
              <a:gd name="T14" fmla="*/ 86 w 235"/>
              <a:gd name="T15" fmla="*/ 32 h 320"/>
              <a:gd name="T16" fmla="*/ 107 w 235"/>
              <a:gd name="T17" fmla="*/ 62 h 320"/>
              <a:gd name="T18" fmla="*/ 107 w 235"/>
              <a:gd name="T19" fmla="*/ 149 h 320"/>
              <a:gd name="T20" fmla="*/ 54 w 235"/>
              <a:gd name="T21" fmla="*/ 149 h 320"/>
              <a:gd name="T22" fmla="*/ 22 w 235"/>
              <a:gd name="T23" fmla="*/ 181 h 320"/>
              <a:gd name="T24" fmla="*/ 22 w 235"/>
              <a:gd name="T25" fmla="*/ 258 h 320"/>
              <a:gd name="T26" fmla="*/ 0 w 235"/>
              <a:gd name="T27" fmla="*/ 288 h 320"/>
              <a:gd name="T28" fmla="*/ 32 w 235"/>
              <a:gd name="T29" fmla="*/ 320 h 320"/>
              <a:gd name="T30" fmla="*/ 64 w 235"/>
              <a:gd name="T31" fmla="*/ 288 h 320"/>
              <a:gd name="T32" fmla="*/ 43 w 235"/>
              <a:gd name="T33" fmla="*/ 258 h 320"/>
              <a:gd name="T34" fmla="*/ 43 w 235"/>
              <a:gd name="T35" fmla="*/ 181 h 320"/>
              <a:gd name="T36" fmla="*/ 54 w 235"/>
              <a:gd name="T37" fmla="*/ 170 h 320"/>
              <a:gd name="T38" fmla="*/ 107 w 235"/>
              <a:gd name="T39" fmla="*/ 170 h 320"/>
              <a:gd name="T40" fmla="*/ 107 w 235"/>
              <a:gd name="T41" fmla="*/ 258 h 320"/>
              <a:gd name="T42" fmla="*/ 86 w 235"/>
              <a:gd name="T43" fmla="*/ 288 h 320"/>
              <a:gd name="T44" fmla="*/ 118 w 235"/>
              <a:gd name="T45" fmla="*/ 320 h 320"/>
              <a:gd name="T46" fmla="*/ 150 w 235"/>
              <a:gd name="T47" fmla="*/ 288 h 320"/>
              <a:gd name="T48" fmla="*/ 128 w 235"/>
              <a:gd name="T49" fmla="*/ 258 h 320"/>
              <a:gd name="T50" fmla="*/ 128 w 235"/>
              <a:gd name="T51" fmla="*/ 170 h 320"/>
              <a:gd name="T52" fmla="*/ 182 w 235"/>
              <a:gd name="T53" fmla="*/ 170 h 320"/>
              <a:gd name="T54" fmla="*/ 192 w 235"/>
              <a:gd name="T55" fmla="*/ 181 h 320"/>
              <a:gd name="T56" fmla="*/ 192 w 235"/>
              <a:gd name="T57" fmla="*/ 258 h 320"/>
              <a:gd name="T58" fmla="*/ 171 w 235"/>
              <a:gd name="T59" fmla="*/ 288 h 320"/>
              <a:gd name="T60" fmla="*/ 203 w 235"/>
              <a:gd name="T61" fmla="*/ 320 h 320"/>
              <a:gd name="T62" fmla="*/ 235 w 235"/>
              <a:gd name="T63" fmla="*/ 288 h 320"/>
              <a:gd name="T64" fmla="*/ 214 w 235"/>
              <a:gd name="T65" fmla="*/ 258 h 320"/>
              <a:gd name="T66" fmla="*/ 118 w 235"/>
              <a:gd name="T67" fmla="*/ 21 h 320"/>
              <a:gd name="T68" fmla="*/ 128 w 235"/>
              <a:gd name="T69" fmla="*/ 32 h 320"/>
              <a:gd name="T70" fmla="*/ 118 w 235"/>
              <a:gd name="T71" fmla="*/ 42 h 320"/>
              <a:gd name="T72" fmla="*/ 107 w 235"/>
              <a:gd name="T73" fmla="*/ 32 h 320"/>
              <a:gd name="T74" fmla="*/ 118 w 235"/>
              <a:gd name="T75" fmla="*/ 21 h 320"/>
              <a:gd name="T76" fmla="*/ 32 w 235"/>
              <a:gd name="T77" fmla="*/ 298 h 320"/>
              <a:gd name="T78" fmla="*/ 22 w 235"/>
              <a:gd name="T79" fmla="*/ 288 h 320"/>
              <a:gd name="T80" fmla="*/ 32 w 235"/>
              <a:gd name="T81" fmla="*/ 277 h 320"/>
              <a:gd name="T82" fmla="*/ 43 w 235"/>
              <a:gd name="T83" fmla="*/ 288 h 320"/>
              <a:gd name="T84" fmla="*/ 32 w 235"/>
              <a:gd name="T85" fmla="*/ 298 h 320"/>
              <a:gd name="T86" fmla="*/ 118 w 235"/>
              <a:gd name="T87" fmla="*/ 298 h 320"/>
              <a:gd name="T88" fmla="*/ 107 w 235"/>
              <a:gd name="T89" fmla="*/ 288 h 320"/>
              <a:gd name="T90" fmla="*/ 118 w 235"/>
              <a:gd name="T91" fmla="*/ 277 h 320"/>
              <a:gd name="T92" fmla="*/ 128 w 235"/>
              <a:gd name="T93" fmla="*/ 288 h 320"/>
              <a:gd name="T94" fmla="*/ 118 w 235"/>
              <a:gd name="T95" fmla="*/ 298 h 320"/>
              <a:gd name="T96" fmla="*/ 203 w 235"/>
              <a:gd name="T97" fmla="*/ 298 h 320"/>
              <a:gd name="T98" fmla="*/ 192 w 235"/>
              <a:gd name="T99" fmla="*/ 288 h 320"/>
              <a:gd name="T100" fmla="*/ 203 w 235"/>
              <a:gd name="T101" fmla="*/ 277 h 320"/>
              <a:gd name="T102" fmla="*/ 214 w 235"/>
              <a:gd name="T103" fmla="*/ 288 h 320"/>
              <a:gd name="T104" fmla="*/ 203 w 235"/>
              <a:gd name="T105"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5" h="320">
                <a:moveTo>
                  <a:pt x="214" y="258"/>
                </a:moveTo>
                <a:cubicBezTo>
                  <a:pt x="214" y="181"/>
                  <a:pt x="214" y="181"/>
                  <a:pt x="214" y="181"/>
                </a:cubicBezTo>
                <a:cubicBezTo>
                  <a:pt x="214" y="158"/>
                  <a:pt x="195" y="149"/>
                  <a:pt x="182" y="149"/>
                </a:cubicBezTo>
                <a:cubicBezTo>
                  <a:pt x="128" y="149"/>
                  <a:pt x="128" y="149"/>
                  <a:pt x="128" y="149"/>
                </a:cubicBezTo>
                <a:cubicBezTo>
                  <a:pt x="128" y="62"/>
                  <a:pt x="128" y="62"/>
                  <a:pt x="128" y="62"/>
                </a:cubicBezTo>
                <a:cubicBezTo>
                  <a:pt x="141" y="57"/>
                  <a:pt x="150" y="46"/>
                  <a:pt x="150" y="32"/>
                </a:cubicBezTo>
                <a:cubicBezTo>
                  <a:pt x="150" y="14"/>
                  <a:pt x="135" y="0"/>
                  <a:pt x="118" y="0"/>
                </a:cubicBezTo>
                <a:cubicBezTo>
                  <a:pt x="100" y="0"/>
                  <a:pt x="86" y="14"/>
                  <a:pt x="86" y="32"/>
                </a:cubicBezTo>
                <a:cubicBezTo>
                  <a:pt x="86" y="46"/>
                  <a:pt x="95" y="57"/>
                  <a:pt x="107" y="62"/>
                </a:cubicBezTo>
                <a:cubicBezTo>
                  <a:pt x="107" y="149"/>
                  <a:pt x="107" y="149"/>
                  <a:pt x="107" y="149"/>
                </a:cubicBezTo>
                <a:cubicBezTo>
                  <a:pt x="54" y="149"/>
                  <a:pt x="54" y="149"/>
                  <a:pt x="54" y="149"/>
                </a:cubicBezTo>
                <a:cubicBezTo>
                  <a:pt x="31" y="149"/>
                  <a:pt x="22" y="168"/>
                  <a:pt x="22" y="181"/>
                </a:cubicBezTo>
                <a:cubicBezTo>
                  <a:pt x="22" y="258"/>
                  <a:pt x="22" y="258"/>
                  <a:pt x="22" y="258"/>
                </a:cubicBezTo>
                <a:cubicBezTo>
                  <a:pt x="9" y="262"/>
                  <a:pt x="0" y="274"/>
                  <a:pt x="0" y="288"/>
                </a:cubicBezTo>
                <a:cubicBezTo>
                  <a:pt x="0" y="305"/>
                  <a:pt x="15" y="320"/>
                  <a:pt x="32" y="320"/>
                </a:cubicBezTo>
                <a:cubicBezTo>
                  <a:pt x="50" y="320"/>
                  <a:pt x="64" y="305"/>
                  <a:pt x="64" y="288"/>
                </a:cubicBezTo>
                <a:cubicBezTo>
                  <a:pt x="64" y="274"/>
                  <a:pt x="55" y="262"/>
                  <a:pt x="43" y="258"/>
                </a:cubicBezTo>
                <a:cubicBezTo>
                  <a:pt x="43" y="181"/>
                  <a:pt x="43" y="181"/>
                  <a:pt x="43" y="181"/>
                </a:cubicBezTo>
                <a:cubicBezTo>
                  <a:pt x="43" y="179"/>
                  <a:pt x="44" y="170"/>
                  <a:pt x="54" y="170"/>
                </a:cubicBezTo>
                <a:cubicBezTo>
                  <a:pt x="107" y="170"/>
                  <a:pt x="107" y="170"/>
                  <a:pt x="107" y="170"/>
                </a:cubicBezTo>
                <a:cubicBezTo>
                  <a:pt x="107" y="258"/>
                  <a:pt x="107" y="258"/>
                  <a:pt x="107" y="258"/>
                </a:cubicBezTo>
                <a:cubicBezTo>
                  <a:pt x="95" y="262"/>
                  <a:pt x="86" y="274"/>
                  <a:pt x="86" y="288"/>
                </a:cubicBezTo>
                <a:cubicBezTo>
                  <a:pt x="86" y="305"/>
                  <a:pt x="100" y="320"/>
                  <a:pt x="118" y="320"/>
                </a:cubicBezTo>
                <a:cubicBezTo>
                  <a:pt x="135" y="320"/>
                  <a:pt x="150" y="305"/>
                  <a:pt x="150" y="288"/>
                </a:cubicBezTo>
                <a:cubicBezTo>
                  <a:pt x="150" y="274"/>
                  <a:pt x="141" y="262"/>
                  <a:pt x="128" y="258"/>
                </a:cubicBezTo>
                <a:cubicBezTo>
                  <a:pt x="128" y="170"/>
                  <a:pt x="128" y="170"/>
                  <a:pt x="128" y="170"/>
                </a:cubicBezTo>
                <a:cubicBezTo>
                  <a:pt x="182" y="170"/>
                  <a:pt x="182" y="170"/>
                  <a:pt x="182" y="170"/>
                </a:cubicBezTo>
                <a:cubicBezTo>
                  <a:pt x="186" y="170"/>
                  <a:pt x="192" y="172"/>
                  <a:pt x="192" y="181"/>
                </a:cubicBezTo>
                <a:cubicBezTo>
                  <a:pt x="192" y="258"/>
                  <a:pt x="192" y="258"/>
                  <a:pt x="192" y="258"/>
                </a:cubicBezTo>
                <a:cubicBezTo>
                  <a:pt x="180" y="262"/>
                  <a:pt x="171" y="274"/>
                  <a:pt x="171" y="288"/>
                </a:cubicBezTo>
                <a:cubicBezTo>
                  <a:pt x="171" y="305"/>
                  <a:pt x="185" y="320"/>
                  <a:pt x="203" y="320"/>
                </a:cubicBezTo>
                <a:cubicBezTo>
                  <a:pt x="221" y="320"/>
                  <a:pt x="235" y="305"/>
                  <a:pt x="235" y="288"/>
                </a:cubicBezTo>
                <a:cubicBezTo>
                  <a:pt x="235" y="274"/>
                  <a:pt x="226" y="262"/>
                  <a:pt x="214" y="258"/>
                </a:cubicBezTo>
                <a:close/>
                <a:moveTo>
                  <a:pt x="118" y="21"/>
                </a:moveTo>
                <a:cubicBezTo>
                  <a:pt x="124" y="21"/>
                  <a:pt x="128" y="26"/>
                  <a:pt x="128" y="32"/>
                </a:cubicBezTo>
                <a:cubicBezTo>
                  <a:pt x="128" y="38"/>
                  <a:pt x="124" y="42"/>
                  <a:pt x="118" y="42"/>
                </a:cubicBezTo>
                <a:cubicBezTo>
                  <a:pt x="112" y="42"/>
                  <a:pt x="107" y="38"/>
                  <a:pt x="107" y="32"/>
                </a:cubicBezTo>
                <a:cubicBezTo>
                  <a:pt x="107" y="26"/>
                  <a:pt x="112" y="21"/>
                  <a:pt x="118" y="21"/>
                </a:cubicBezTo>
                <a:close/>
                <a:moveTo>
                  <a:pt x="32" y="298"/>
                </a:moveTo>
                <a:cubicBezTo>
                  <a:pt x="26" y="298"/>
                  <a:pt x="22" y="294"/>
                  <a:pt x="22" y="288"/>
                </a:cubicBezTo>
                <a:cubicBezTo>
                  <a:pt x="22" y="282"/>
                  <a:pt x="26" y="277"/>
                  <a:pt x="32" y="277"/>
                </a:cubicBezTo>
                <a:cubicBezTo>
                  <a:pt x="38" y="277"/>
                  <a:pt x="43" y="282"/>
                  <a:pt x="43" y="288"/>
                </a:cubicBezTo>
                <a:cubicBezTo>
                  <a:pt x="43" y="294"/>
                  <a:pt x="38" y="298"/>
                  <a:pt x="32" y="298"/>
                </a:cubicBezTo>
                <a:close/>
                <a:moveTo>
                  <a:pt x="118" y="298"/>
                </a:moveTo>
                <a:cubicBezTo>
                  <a:pt x="112" y="298"/>
                  <a:pt x="107" y="294"/>
                  <a:pt x="107" y="288"/>
                </a:cubicBezTo>
                <a:cubicBezTo>
                  <a:pt x="107" y="282"/>
                  <a:pt x="112" y="277"/>
                  <a:pt x="118" y="277"/>
                </a:cubicBezTo>
                <a:cubicBezTo>
                  <a:pt x="124" y="277"/>
                  <a:pt x="128" y="282"/>
                  <a:pt x="128" y="288"/>
                </a:cubicBezTo>
                <a:cubicBezTo>
                  <a:pt x="128" y="294"/>
                  <a:pt x="124" y="298"/>
                  <a:pt x="118" y="298"/>
                </a:cubicBezTo>
                <a:close/>
                <a:moveTo>
                  <a:pt x="203" y="298"/>
                </a:moveTo>
                <a:cubicBezTo>
                  <a:pt x="197" y="298"/>
                  <a:pt x="192" y="294"/>
                  <a:pt x="192" y="288"/>
                </a:cubicBezTo>
                <a:cubicBezTo>
                  <a:pt x="192" y="282"/>
                  <a:pt x="197" y="277"/>
                  <a:pt x="203" y="277"/>
                </a:cubicBezTo>
                <a:cubicBezTo>
                  <a:pt x="209" y="277"/>
                  <a:pt x="214" y="282"/>
                  <a:pt x="214" y="288"/>
                </a:cubicBezTo>
                <a:cubicBezTo>
                  <a:pt x="214" y="294"/>
                  <a:pt x="209" y="298"/>
                  <a:pt x="203" y="298"/>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sp>
        <p:nvSpPr>
          <p:cNvPr id="153" name="Freeform 400">
            <a:extLst>
              <a:ext uri="{FF2B5EF4-FFF2-40B4-BE49-F238E27FC236}">
                <a16:creationId xmlns:a16="http://schemas.microsoft.com/office/drawing/2014/main" id="{F0CB5C78-806A-4062-A3FE-9B93B43A1AE9}"/>
              </a:ext>
            </a:extLst>
          </p:cNvPr>
          <p:cNvSpPr>
            <a:spLocks noEditPoints="1"/>
          </p:cNvSpPr>
          <p:nvPr/>
        </p:nvSpPr>
        <p:spPr bwMode="auto">
          <a:xfrm>
            <a:off x="4675808" y="2402368"/>
            <a:ext cx="499758" cy="499758"/>
          </a:xfrm>
          <a:custGeom>
            <a:avLst/>
            <a:gdLst>
              <a:gd name="T0" fmla="*/ 22 w 277"/>
              <a:gd name="T1" fmla="*/ 53 h 277"/>
              <a:gd name="T2" fmla="*/ 64 w 277"/>
              <a:gd name="T3" fmla="*/ 9 h 277"/>
              <a:gd name="T4" fmla="*/ 0 w 277"/>
              <a:gd name="T5" fmla="*/ 64 h 277"/>
              <a:gd name="T6" fmla="*/ 11 w 277"/>
              <a:gd name="T7" fmla="*/ 117 h 277"/>
              <a:gd name="T8" fmla="*/ 64 w 277"/>
              <a:gd name="T9" fmla="*/ 107 h 277"/>
              <a:gd name="T10" fmla="*/ 53 w 277"/>
              <a:gd name="T11" fmla="*/ 53 h 277"/>
              <a:gd name="T12" fmla="*/ 21 w 277"/>
              <a:gd name="T13" fmla="*/ 96 h 277"/>
              <a:gd name="T14" fmla="*/ 43 w 277"/>
              <a:gd name="T15" fmla="*/ 75 h 277"/>
              <a:gd name="T16" fmla="*/ 149 w 277"/>
              <a:gd name="T17" fmla="*/ 107 h 277"/>
              <a:gd name="T18" fmla="*/ 139 w 277"/>
              <a:gd name="T19" fmla="*/ 53 h 277"/>
              <a:gd name="T20" fmla="*/ 140 w 277"/>
              <a:gd name="T21" fmla="*/ 21 h 277"/>
              <a:gd name="T22" fmla="*/ 137 w 277"/>
              <a:gd name="T23" fmla="*/ 0 h 277"/>
              <a:gd name="T24" fmla="*/ 85 w 277"/>
              <a:gd name="T25" fmla="*/ 107 h 277"/>
              <a:gd name="T26" fmla="*/ 139 w 277"/>
              <a:gd name="T27" fmla="*/ 117 h 277"/>
              <a:gd name="T28" fmla="*/ 128 w 277"/>
              <a:gd name="T29" fmla="*/ 96 h 277"/>
              <a:gd name="T30" fmla="*/ 107 w 277"/>
              <a:gd name="T31" fmla="*/ 75 h 277"/>
              <a:gd name="T32" fmla="*/ 128 w 277"/>
              <a:gd name="T33" fmla="*/ 96 h 277"/>
              <a:gd name="T34" fmla="*/ 224 w 277"/>
              <a:gd name="T35" fmla="*/ 160 h 277"/>
              <a:gd name="T36" fmla="*/ 213 w 277"/>
              <a:gd name="T37" fmla="*/ 213 h 277"/>
              <a:gd name="T38" fmla="*/ 255 w 277"/>
              <a:gd name="T39" fmla="*/ 224 h 277"/>
              <a:gd name="T40" fmla="*/ 213 w 277"/>
              <a:gd name="T41" fmla="*/ 268 h 277"/>
              <a:gd name="T42" fmla="*/ 225 w 277"/>
              <a:gd name="T43" fmla="*/ 277 h 277"/>
              <a:gd name="T44" fmla="*/ 277 w 277"/>
              <a:gd name="T45" fmla="*/ 171 h 277"/>
              <a:gd name="T46" fmla="*/ 235 w 277"/>
              <a:gd name="T47" fmla="*/ 181 h 277"/>
              <a:gd name="T48" fmla="*/ 256 w 277"/>
              <a:gd name="T49" fmla="*/ 203 h 277"/>
              <a:gd name="T50" fmla="*/ 235 w 277"/>
              <a:gd name="T51" fmla="*/ 181 h 277"/>
              <a:gd name="T52" fmla="*/ 139 w 277"/>
              <a:gd name="T53" fmla="*/ 160 h 277"/>
              <a:gd name="T54" fmla="*/ 128 w 277"/>
              <a:gd name="T55" fmla="*/ 213 h 277"/>
              <a:gd name="T56" fmla="*/ 170 w 277"/>
              <a:gd name="T57" fmla="*/ 224 h 277"/>
              <a:gd name="T58" fmla="*/ 128 w 277"/>
              <a:gd name="T59" fmla="*/ 268 h 277"/>
              <a:gd name="T60" fmla="*/ 140 w 277"/>
              <a:gd name="T61" fmla="*/ 277 h 277"/>
              <a:gd name="T62" fmla="*/ 192 w 277"/>
              <a:gd name="T63" fmla="*/ 171 h 277"/>
              <a:gd name="T64" fmla="*/ 149 w 277"/>
              <a:gd name="T65" fmla="*/ 181 h 277"/>
              <a:gd name="T66" fmla="*/ 171 w 277"/>
              <a:gd name="T67" fmla="*/ 203 h 277"/>
              <a:gd name="T68" fmla="*/ 149 w 277"/>
              <a:gd name="T69" fmla="*/ 181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277">
                <a:moveTo>
                  <a:pt x="53" y="53"/>
                </a:moveTo>
                <a:cubicBezTo>
                  <a:pt x="22" y="53"/>
                  <a:pt x="22" y="53"/>
                  <a:pt x="22" y="53"/>
                </a:cubicBezTo>
                <a:cubicBezTo>
                  <a:pt x="27" y="26"/>
                  <a:pt x="51" y="22"/>
                  <a:pt x="55" y="21"/>
                </a:cubicBezTo>
                <a:cubicBezTo>
                  <a:pt x="60" y="21"/>
                  <a:pt x="65" y="15"/>
                  <a:pt x="64" y="9"/>
                </a:cubicBezTo>
                <a:cubicBezTo>
                  <a:pt x="63" y="4"/>
                  <a:pt x="58" y="0"/>
                  <a:pt x="52" y="0"/>
                </a:cubicBezTo>
                <a:cubicBezTo>
                  <a:pt x="34" y="2"/>
                  <a:pt x="0" y="18"/>
                  <a:pt x="0" y="64"/>
                </a:cubicBezTo>
                <a:cubicBezTo>
                  <a:pt x="0" y="107"/>
                  <a:pt x="0" y="107"/>
                  <a:pt x="0" y="107"/>
                </a:cubicBezTo>
                <a:cubicBezTo>
                  <a:pt x="0" y="113"/>
                  <a:pt x="5" y="117"/>
                  <a:pt x="11" y="117"/>
                </a:cubicBezTo>
                <a:cubicBezTo>
                  <a:pt x="53" y="117"/>
                  <a:pt x="53" y="117"/>
                  <a:pt x="53" y="117"/>
                </a:cubicBezTo>
                <a:cubicBezTo>
                  <a:pt x="59" y="117"/>
                  <a:pt x="64" y="113"/>
                  <a:pt x="64" y="107"/>
                </a:cubicBezTo>
                <a:cubicBezTo>
                  <a:pt x="64" y="64"/>
                  <a:pt x="64" y="64"/>
                  <a:pt x="64" y="64"/>
                </a:cubicBezTo>
                <a:cubicBezTo>
                  <a:pt x="64" y="58"/>
                  <a:pt x="59" y="53"/>
                  <a:pt x="53" y="53"/>
                </a:cubicBezTo>
                <a:close/>
                <a:moveTo>
                  <a:pt x="43" y="96"/>
                </a:moveTo>
                <a:cubicBezTo>
                  <a:pt x="21" y="96"/>
                  <a:pt x="21" y="96"/>
                  <a:pt x="21" y="96"/>
                </a:cubicBezTo>
                <a:cubicBezTo>
                  <a:pt x="21" y="75"/>
                  <a:pt x="21" y="75"/>
                  <a:pt x="21" y="75"/>
                </a:cubicBezTo>
                <a:cubicBezTo>
                  <a:pt x="43" y="75"/>
                  <a:pt x="43" y="75"/>
                  <a:pt x="43" y="75"/>
                </a:cubicBezTo>
                <a:lnTo>
                  <a:pt x="43" y="96"/>
                </a:lnTo>
                <a:close/>
                <a:moveTo>
                  <a:pt x="149" y="107"/>
                </a:moveTo>
                <a:cubicBezTo>
                  <a:pt x="149" y="64"/>
                  <a:pt x="149" y="64"/>
                  <a:pt x="149" y="64"/>
                </a:cubicBezTo>
                <a:cubicBezTo>
                  <a:pt x="149" y="58"/>
                  <a:pt x="145" y="53"/>
                  <a:pt x="139" y="53"/>
                </a:cubicBezTo>
                <a:cubicBezTo>
                  <a:pt x="108" y="53"/>
                  <a:pt x="108" y="53"/>
                  <a:pt x="108" y="53"/>
                </a:cubicBezTo>
                <a:cubicBezTo>
                  <a:pt x="113" y="26"/>
                  <a:pt x="137" y="22"/>
                  <a:pt x="140" y="21"/>
                </a:cubicBezTo>
                <a:cubicBezTo>
                  <a:pt x="146" y="21"/>
                  <a:pt x="150" y="15"/>
                  <a:pt x="149" y="9"/>
                </a:cubicBezTo>
                <a:cubicBezTo>
                  <a:pt x="149" y="4"/>
                  <a:pt x="143" y="0"/>
                  <a:pt x="137" y="0"/>
                </a:cubicBezTo>
                <a:cubicBezTo>
                  <a:pt x="119" y="2"/>
                  <a:pt x="85" y="18"/>
                  <a:pt x="85" y="64"/>
                </a:cubicBezTo>
                <a:cubicBezTo>
                  <a:pt x="85" y="107"/>
                  <a:pt x="85" y="107"/>
                  <a:pt x="85" y="107"/>
                </a:cubicBezTo>
                <a:cubicBezTo>
                  <a:pt x="85" y="113"/>
                  <a:pt x="90" y="117"/>
                  <a:pt x="96" y="117"/>
                </a:cubicBezTo>
                <a:cubicBezTo>
                  <a:pt x="139" y="117"/>
                  <a:pt x="139" y="117"/>
                  <a:pt x="139" y="117"/>
                </a:cubicBezTo>
                <a:cubicBezTo>
                  <a:pt x="145" y="117"/>
                  <a:pt x="149" y="113"/>
                  <a:pt x="149" y="107"/>
                </a:cubicBezTo>
                <a:close/>
                <a:moveTo>
                  <a:pt x="128" y="96"/>
                </a:moveTo>
                <a:cubicBezTo>
                  <a:pt x="107" y="96"/>
                  <a:pt x="107" y="96"/>
                  <a:pt x="107" y="96"/>
                </a:cubicBezTo>
                <a:cubicBezTo>
                  <a:pt x="107" y="75"/>
                  <a:pt x="107" y="75"/>
                  <a:pt x="107" y="75"/>
                </a:cubicBezTo>
                <a:cubicBezTo>
                  <a:pt x="128" y="75"/>
                  <a:pt x="128" y="75"/>
                  <a:pt x="128" y="75"/>
                </a:cubicBezTo>
                <a:lnTo>
                  <a:pt x="128" y="96"/>
                </a:lnTo>
                <a:close/>
                <a:moveTo>
                  <a:pt x="267" y="160"/>
                </a:moveTo>
                <a:cubicBezTo>
                  <a:pt x="224" y="160"/>
                  <a:pt x="224" y="160"/>
                  <a:pt x="224" y="160"/>
                </a:cubicBezTo>
                <a:cubicBezTo>
                  <a:pt x="218" y="160"/>
                  <a:pt x="213" y="165"/>
                  <a:pt x="213" y="171"/>
                </a:cubicBezTo>
                <a:cubicBezTo>
                  <a:pt x="213" y="213"/>
                  <a:pt x="213" y="213"/>
                  <a:pt x="213" y="213"/>
                </a:cubicBezTo>
                <a:cubicBezTo>
                  <a:pt x="213" y="219"/>
                  <a:pt x="218" y="224"/>
                  <a:pt x="224" y="224"/>
                </a:cubicBezTo>
                <a:cubicBezTo>
                  <a:pt x="255" y="224"/>
                  <a:pt x="255" y="224"/>
                  <a:pt x="255" y="224"/>
                </a:cubicBezTo>
                <a:cubicBezTo>
                  <a:pt x="250" y="252"/>
                  <a:pt x="226" y="256"/>
                  <a:pt x="223" y="256"/>
                </a:cubicBezTo>
                <a:cubicBezTo>
                  <a:pt x="217" y="257"/>
                  <a:pt x="213" y="262"/>
                  <a:pt x="213" y="268"/>
                </a:cubicBezTo>
                <a:cubicBezTo>
                  <a:pt x="214" y="273"/>
                  <a:pt x="219" y="277"/>
                  <a:pt x="224" y="277"/>
                </a:cubicBezTo>
                <a:cubicBezTo>
                  <a:pt x="224" y="277"/>
                  <a:pt x="225" y="277"/>
                  <a:pt x="225" y="277"/>
                </a:cubicBezTo>
                <a:cubicBezTo>
                  <a:pt x="243" y="275"/>
                  <a:pt x="277" y="259"/>
                  <a:pt x="277" y="213"/>
                </a:cubicBezTo>
                <a:cubicBezTo>
                  <a:pt x="277" y="171"/>
                  <a:pt x="277" y="171"/>
                  <a:pt x="277" y="171"/>
                </a:cubicBezTo>
                <a:cubicBezTo>
                  <a:pt x="277" y="165"/>
                  <a:pt x="273" y="160"/>
                  <a:pt x="267" y="160"/>
                </a:cubicBezTo>
                <a:close/>
                <a:moveTo>
                  <a:pt x="235" y="181"/>
                </a:moveTo>
                <a:cubicBezTo>
                  <a:pt x="256" y="181"/>
                  <a:pt x="256" y="181"/>
                  <a:pt x="256" y="181"/>
                </a:cubicBezTo>
                <a:cubicBezTo>
                  <a:pt x="256" y="203"/>
                  <a:pt x="256" y="203"/>
                  <a:pt x="256" y="203"/>
                </a:cubicBezTo>
                <a:cubicBezTo>
                  <a:pt x="235" y="203"/>
                  <a:pt x="235" y="203"/>
                  <a:pt x="235" y="203"/>
                </a:cubicBezTo>
                <a:lnTo>
                  <a:pt x="235" y="181"/>
                </a:lnTo>
                <a:close/>
                <a:moveTo>
                  <a:pt x="181" y="160"/>
                </a:moveTo>
                <a:cubicBezTo>
                  <a:pt x="139" y="160"/>
                  <a:pt x="139" y="160"/>
                  <a:pt x="139" y="160"/>
                </a:cubicBezTo>
                <a:cubicBezTo>
                  <a:pt x="133" y="160"/>
                  <a:pt x="128" y="165"/>
                  <a:pt x="128" y="171"/>
                </a:cubicBezTo>
                <a:cubicBezTo>
                  <a:pt x="128" y="213"/>
                  <a:pt x="128" y="213"/>
                  <a:pt x="128" y="213"/>
                </a:cubicBezTo>
                <a:cubicBezTo>
                  <a:pt x="128" y="219"/>
                  <a:pt x="133" y="224"/>
                  <a:pt x="139" y="224"/>
                </a:cubicBezTo>
                <a:cubicBezTo>
                  <a:pt x="170" y="224"/>
                  <a:pt x="170" y="224"/>
                  <a:pt x="170" y="224"/>
                </a:cubicBezTo>
                <a:cubicBezTo>
                  <a:pt x="165" y="252"/>
                  <a:pt x="141" y="256"/>
                  <a:pt x="137" y="256"/>
                </a:cubicBezTo>
                <a:cubicBezTo>
                  <a:pt x="132" y="257"/>
                  <a:pt x="127" y="262"/>
                  <a:pt x="128" y="268"/>
                </a:cubicBezTo>
                <a:cubicBezTo>
                  <a:pt x="129" y="273"/>
                  <a:pt x="133" y="277"/>
                  <a:pt x="139" y="277"/>
                </a:cubicBezTo>
                <a:cubicBezTo>
                  <a:pt x="139" y="277"/>
                  <a:pt x="139" y="277"/>
                  <a:pt x="140" y="277"/>
                </a:cubicBezTo>
                <a:cubicBezTo>
                  <a:pt x="158" y="275"/>
                  <a:pt x="192" y="259"/>
                  <a:pt x="192" y="213"/>
                </a:cubicBezTo>
                <a:cubicBezTo>
                  <a:pt x="192" y="171"/>
                  <a:pt x="192" y="171"/>
                  <a:pt x="192" y="171"/>
                </a:cubicBezTo>
                <a:cubicBezTo>
                  <a:pt x="192" y="165"/>
                  <a:pt x="187" y="160"/>
                  <a:pt x="181" y="160"/>
                </a:cubicBezTo>
                <a:close/>
                <a:moveTo>
                  <a:pt x="149" y="181"/>
                </a:moveTo>
                <a:cubicBezTo>
                  <a:pt x="171" y="181"/>
                  <a:pt x="171" y="181"/>
                  <a:pt x="171" y="181"/>
                </a:cubicBezTo>
                <a:cubicBezTo>
                  <a:pt x="171" y="203"/>
                  <a:pt x="171" y="203"/>
                  <a:pt x="171" y="203"/>
                </a:cubicBezTo>
                <a:cubicBezTo>
                  <a:pt x="149" y="203"/>
                  <a:pt x="149" y="203"/>
                  <a:pt x="149" y="203"/>
                </a:cubicBezTo>
                <a:lnTo>
                  <a:pt x="149" y="181"/>
                </a:lnTo>
                <a:close/>
              </a:path>
            </a:pathLst>
          </a:custGeom>
          <a:solidFill>
            <a:schemeClr val="accent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grpSp>
        <p:nvGrpSpPr>
          <p:cNvPr id="154" name="Group 245">
            <a:extLst>
              <a:ext uri="{FF2B5EF4-FFF2-40B4-BE49-F238E27FC236}">
                <a16:creationId xmlns:a16="http://schemas.microsoft.com/office/drawing/2014/main" id="{C6FA0BEA-237C-4B7A-8EE8-2F9E03DEFA6B}"/>
              </a:ext>
            </a:extLst>
          </p:cNvPr>
          <p:cNvGrpSpPr>
            <a:grpSpLocks noChangeAspect="1"/>
          </p:cNvGrpSpPr>
          <p:nvPr/>
        </p:nvGrpSpPr>
        <p:grpSpPr bwMode="auto">
          <a:xfrm>
            <a:off x="6537034" y="2436910"/>
            <a:ext cx="574338" cy="498482"/>
            <a:chOff x="3544" y="884"/>
            <a:chExt cx="212" cy="184"/>
          </a:xfrm>
          <a:solidFill>
            <a:schemeClr val="accent1"/>
          </a:solidFill>
        </p:grpSpPr>
        <p:sp>
          <p:nvSpPr>
            <p:cNvPr id="155" name="Freeform 247">
              <a:extLst>
                <a:ext uri="{FF2B5EF4-FFF2-40B4-BE49-F238E27FC236}">
                  <a16:creationId xmlns:a16="http://schemas.microsoft.com/office/drawing/2014/main" id="{68414C74-9DA3-402A-9D0B-D79AE4BF2211}"/>
                </a:ext>
              </a:extLst>
            </p:cNvPr>
            <p:cNvSpPr>
              <a:spLocks noEditPoints="1"/>
            </p:cNvSpPr>
            <p:nvPr/>
          </p:nvSpPr>
          <p:spPr bwMode="auto">
            <a:xfrm>
              <a:off x="3544" y="884"/>
              <a:ext cx="212" cy="184"/>
            </a:xfrm>
            <a:custGeom>
              <a:avLst/>
              <a:gdLst>
                <a:gd name="T0" fmla="*/ 309 w 320"/>
                <a:gd name="T1" fmla="*/ 0 h 278"/>
                <a:gd name="T2" fmla="*/ 10 w 320"/>
                <a:gd name="T3" fmla="*/ 0 h 278"/>
                <a:gd name="T4" fmla="*/ 0 w 320"/>
                <a:gd name="T5" fmla="*/ 11 h 278"/>
                <a:gd name="T6" fmla="*/ 0 w 320"/>
                <a:gd name="T7" fmla="*/ 203 h 278"/>
                <a:gd name="T8" fmla="*/ 10 w 320"/>
                <a:gd name="T9" fmla="*/ 214 h 278"/>
                <a:gd name="T10" fmla="*/ 53 w 320"/>
                <a:gd name="T11" fmla="*/ 214 h 278"/>
                <a:gd name="T12" fmla="*/ 53 w 320"/>
                <a:gd name="T13" fmla="*/ 267 h 278"/>
                <a:gd name="T14" fmla="*/ 60 w 320"/>
                <a:gd name="T15" fmla="*/ 277 h 278"/>
                <a:gd name="T16" fmla="*/ 64 w 320"/>
                <a:gd name="T17" fmla="*/ 278 h 278"/>
                <a:gd name="T18" fmla="*/ 72 w 320"/>
                <a:gd name="T19" fmla="*/ 274 h 278"/>
                <a:gd name="T20" fmla="*/ 122 w 320"/>
                <a:gd name="T21" fmla="*/ 214 h 278"/>
                <a:gd name="T22" fmla="*/ 309 w 320"/>
                <a:gd name="T23" fmla="*/ 214 h 278"/>
                <a:gd name="T24" fmla="*/ 320 w 320"/>
                <a:gd name="T25" fmla="*/ 203 h 278"/>
                <a:gd name="T26" fmla="*/ 320 w 320"/>
                <a:gd name="T27" fmla="*/ 11 h 278"/>
                <a:gd name="T28" fmla="*/ 309 w 320"/>
                <a:gd name="T29" fmla="*/ 0 h 278"/>
                <a:gd name="T30" fmla="*/ 298 w 320"/>
                <a:gd name="T31" fmla="*/ 192 h 278"/>
                <a:gd name="T32" fmla="*/ 117 w 320"/>
                <a:gd name="T33" fmla="*/ 192 h 278"/>
                <a:gd name="T34" fmla="*/ 109 w 320"/>
                <a:gd name="T35" fmla="*/ 196 h 278"/>
                <a:gd name="T36" fmla="*/ 74 w 320"/>
                <a:gd name="T37" fmla="*/ 238 h 278"/>
                <a:gd name="T38" fmla="*/ 74 w 320"/>
                <a:gd name="T39" fmla="*/ 203 h 278"/>
                <a:gd name="T40" fmla="*/ 64 w 320"/>
                <a:gd name="T41" fmla="*/ 192 h 278"/>
                <a:gd name="T42" fmla="*/ 21 w 320"/>
                <a:gd name="T43" fmla="*/ 192 h 278"/>
                <a:gd name="T44" fmla="*/ 21 w 320"/>
                <a:gd name="T45" fmla="*/ 22 h 278"/>
                <a:gd name="T46" fmla="*/ 298 w 320"/>
                <a:gd name="T47" fmla="*/ 22 h 278"/>
                <a:gd name="T48" fmla="*/ 298 w 320"/>
                <a:gd name="T49"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0" h="278">
                  <a:moveTo>
                    <a:pt x="309" y="0"/>
                  </a:moveTo>
                  <a:cubicBezTo>
                    <a:pt x="10" y="0"/>
                    <a:pt x="10" y="0"/>
                    <a:pt x="10" y="0"/>
                  </a:cubicBezTo>
                  <a:cubicBezTo>
                    <a:pt x="4" y="0"/>
                    <a:pt x="0" y="5"/>
                    <a:pt x="0" y="11"/>
                  </a:cubicBezTo>
                  <a:cubicBezTo>
                    <a:pt x="0" y="203"/>
                    <a:pt x="0" y="203"/>
                    <a:pt x="0" y="203"/>
                  </a:cubicBezTo>
                  <a:cubicBezTo>
                    <a:pt x="0" y="209"/>
                    <a:pt x="4" y="214"/>
                    <a:pt x="10" y="214"/>
                  </a:cubicBezTo>
                  <a:cubicBezTo>
                    <a:pt x="53" y="214"/>
                    <a:pt x="53" y="214"/>
                    <a:pt x="53" y="214"/>
                  </a:cubicBezTo>
                  <a:cubicBezTo>
                    <a:pt x="53" y="267"/>
                    <a:pt x="53" y="267"/>
                    <a:pt x="53" y="267"/>
                  </a:cubicBezTo>
                  <a:cubicBezTo>
                    <a:pt x="53" y="271"/>
                    <a:pt x="56" y="276"/>
                    <a:pt x="60" y="277"/>
                  </a:cubicBezTo>
                  <a:cubicBezTo>
                    <a:pt x="61" y="277"/>
                    <a:pt x="62" y="278"/>
                    <a:pt x="64" y="278"/>
                  </a:cubicBezTo>
                  <a:cubicBezTo>
                    <a:pt x="67" y="278"/>
                    <a:pt x="70" y="276"/>
                    <a:pt x="72" y="274"/>
                  </a:cubicBezTo>
                  <a:cubicBezTo>
                    <a:pt x="122" y="214"/>
                    <a:pt x="122" y="214"/>
                    <a:pt x="122" y="214"/>
                  </a:cubicBezTo>
                  <a:cubicBezTo>
                    <a:pt x="309" y="214"/>
                    <a:pt x="309" y="214"/>
                    <a:pt x="309" y="214"/>
                  </a:cubicBezTo>
                  <a:cubicBezTo>
                    <a:pt x="315" y="214"/>
                    <a:pt x="320" y="209"/>
                    <a:pt x="320" y="203"/>
                  </a:cubicBezTo>
                  <a:cubicBezTo>
                    <a:pt x="320" y="11"/>
                    <a:pt x="320" y="11"/>
                    <a:pt x="320" y="11"/>
                  </a:cubicBezTo>
                  <a:cubicBezTo>
                    <a:pt x="320" y="5"/>
                    <a:pt x="315" y="0"/>
                    <a:pt x="309" y="0"/>
                  </a:cubicBezTo>
                  <a:close/>
                  <a:moveTo>
                    <a:pt x="298" y="192"/>
                  </a:moveTo>
                  <a:cubicBezTo>
                    <a:pt x="117" y="192"/>
                    <a:pt x="117" y="192"/>
                    <a:pt x="117" y="192"/>
                  </a:cubicBezTo>
                  <a:cubicBezTo>
                    <a:pt x="114" y="192"/>
                    <a:pt x="111" y="194"/>
                    <a:pt x="109" y="196"/>
                  </a:cubicBezTo>
                  <a:cubicBezTo>
                    <a:pt x="74" y="238"/>
                    <a:pt x="74" y="238"/>
                    <a:pt x="74" y="238"/>
                  </a:cubicBezTo>
                  <a:cubicBezTo>
                    <a:pt x="74" y="203"/>
                    <a:pt x="74" y="203"/>
                    <a:pt x="74" y="203"/>
                  </a:cubicBezTo>
                  <a:cubicBezTo>
                    <a:pt x="74" y="197"/>
                    <a:pt x="70" y="192"/>
                    <a:pt x="64" y="192"/>
                  </a:cubicBezTo>
                  <a:cubicBezTo>
                    <a:pt x="21" y="192"/>
                    <a:pt x="21" y="192"/>
                    <a:pt x="21" y="192"/>
                  </a:cubicBezTo>
                  <a:cubicBezTo>
                    <a:pt x="21" y="22"/>
                    <a:pt x="21" y="22"/>
                    <a:pt x="21" y="22"/>
                  </a:cubicBezTo>
                  <a:cubicBezTo>
                    <a:pt x="298" y="22"/>
                    <a:pt x="298" y="22"/>
                    <a:pt x="298" y="22"/>
                  </a:cubicBezTo>
                  <a:lnTo>
                    <a:pt x="298" y="19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sp>
          <p:nvSpPr>
            <p:cNvPr id="156" name="Freeform 248">
              <a:extLst>
                <a:ext uri="{FF2B5EF4-FFF2-40B4-BE49-F238E27FC236}">
                  <a16:creationId xmlns:a16="http://schemas.microsoft.com/office/drawing/2014/main" id="{8D6B0C56-6DA7-4581-B8C8-22DDD9BE263F}"/>
                </a:ext>
              </a:extLst>
            </p:cNvPr>
            <p:cNvSpPr>
              <a:spLocks/>
            </p:cNvSpPr>
            <p:nvPr/>
          </p:nvSpPr>
          <p:spPr bwMode="auto">
            <a:xfrm>
              <a:off x="3572" y="919"/>
              <a:ext cx="156" cy="14"/>
            </a:xfrm>
            <a:custGeom>
              <a:avLst/>
              <a:gdLst>
                <a:gd name="T0" fmla="*/ 11 w 235"/>
                <a:gd name="T1" fmla="*/ 21 h 21"/>
                <a:gd name="T2" fmla="*/ 224 w 235"/>
                <a:gd name="T3" fmla="*/ 21 h 21"/>
                <a:gd name="T4" fmla="*/ 235 w 235"/>
                <a:gd name="T5" fmla="*/ 10 h 21"/>
                <a:gd name="T6" fmla="*/ 224 w 235"/>
                <a:gd name="T7" fmla="*/ 0 h 21"/>
                <a:gd name="T8" fmla="*/ 11 w 235"/>
                <a:gd name="T9" fmla="*/ 0 h 21"/>
                <a:gd name="T10" fmla="*/ 0 w 235"/>
                <a:gd name="T11" fmla="*/ 10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6"/>
                    <a:pt x="235" y="10"/>
                  </a:cubicBezTo>
                  <a:cubicBezTo>
                    <a:pt x="235" y="4"/>
                    <a:pt x="230" y="0"/>
                    <a:pt x="224" y="0"/>
                  </a:cubicBezTo>
                  <a:cubicBezTo>
                    <a:pt x="11" y="0"/>
                    <a:pt x="11" y="0"/>
                    <a:pt x="11" y="0"/>
                  </a:cubicBezTo>
                  <a:cubicBezTo>
                    <a:pt x="5" y="0"/>
                    <a:pt x="0" y="4"/>
                    <a:pt x="0" y="10"/>
                  </a:cubicBezTo>
                  <a:cubicBezTo>
                    <a:pt x="0" y="16"/>
                    <a:pt x="5" y="21"/>
                    <a:pt x="11"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sp>
          <p:nvSpPr>
            <p:cNvPr id="157" name="Freeform 249">
              <a:extLst>
                <a:ext uri="{FF2B5EF4-FFF2-40B4-BE49-F238E27FC236}">
                  <a16:creationId xmlns:a16="http://schemas.microsoft.com/office/drawing/2014/main" id="{988EA793-FA74-44B2-B525-1DD52D2E4BF9}"/>
                </a:ext>
              </a:extLst>
            </p:cNvPr>
            <p:cNvSpPr>
              <a:spLocks/>
            </p:cNvSpPr>
            <p:nvPr/>
          </p:nvSpPr>
          <p:spPr bwMode="auto">
            <a:xfrm>
              <a:off x="3572" y="947"/>
              <a:ext cx="156" cy="15"/>
            </a:xfrm>
            <a:custGeom>
              <a:avLst/>
              <a:gdLst>
                <a:gd name="T0" fmla="*/ 11 w 235"/>
                <a:gd name="T1" fmla="*/ 22 h 22"/>
                <a:gd name="T2" fmla="*/ 224 w 235"/>
                <a:gd name="T3" fmla="*/ 22 h 22"/>
                <a:gd name="T4" fmla="*/ 235 w 235"/>
                <a:gd name="T5" fmla="*/ 11 h 22"/>
                <a:gd name="T6" fmla="*/ 224 w 235"/>
                <a:gd name="T7" fmla="*/ 0 h 22"/>
                <a:gd name="T8" fmla="*/ 11 w 235"/>
                <a:gd name="T9" fmla="*/ 0 h 22"/>
                <a:gd name="T10" fmla="*/ 0 w 235"/>
                <a:gd name="T11" fmla="*/ 11 h 22"/>
                <a:gd name="T12" fmla="*/ 11 w 23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35" h="22">
                  <a:moveTo>
                    <a:pt x="11" y="22"/>
                  </a:moveTo>
                  <a:cubicBezTo>
                    <a:pt x="224" y="22"/>
                    <a:pt x="224" y="22"/>
                    <a:pt x="224" y="22"/>
                  </a:cubicBezTo>
                  <a:cubicBezTo>
                    <a:pt x="230" y="22"/>
                    <a:pt x="235" y="17"/>
                    <a:pt x="235" y="11"/>
                  </a:cubicBezTo>
                  <a:cubicBezTo>
                    <a:pt x="235" y="5"/>
                    <a:pt x="230" y="0"/>
                    <a:pt x="224" y="0"/>
                  </a:cubicBezTo>
                  <a:cubicBezTo>
                    <a:pt x="11" y="0"/>
                    <a:pt x="11" y="0"/>
                    <a:pt x="11" y="0"/>
                  </a:cubicBezTo>
                  <a:cubicBezTo>
                    <a:pt x="5" y="0"/>
                    <a:pt x="0" y="5"/>
                    <a:pt x="0" y="11"/>
                  </a:cubicBezTo>
                  <a:cubicBezTo>
                    <a:pt x="0" y="17"/>
                    <a:pt x="5" y="22"/>
                    <a:pt x="11"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sp>
          <p:nvSpPr>
            <p:cNvPr id="158" name="Freeform 250">
              <a:extLst>
                <a:ext uri="{FF2B5EF4-FFF2-40B4-BE49-F238E27FC236}">
                  <a16:creationId xmlns:a16="http://schemas.microsoft.com/office/drawing/2014/main" id="{4B5F7AC2-1B0F-4EEA-BC80-AE899365B441}"/>
                </a:ext>
              </a:extLst>
            </p:cNvPr>
            <p:cNvSpPr>
              <a:spLocks/>
            </p:cNvSpPr>
            <p:nvPr/>
          </p:nvSpPr>
          <p:spPr bwMode="auto">
            <a:xfrm>
              <a:off x="3572" y="976"/>
              <a:ext cx="156" cy="14"/>
            </a:xfrm>
            <a:custGeom>
              <a:avLst/>
              <a:gdLst>
                <a:gd name="T0" fmla="*/ 11 w 235"/>
                <a:gd name="T1" fmla="*/ 21 h 21"/>
                <a:gd name="T2" fmla="*/ 224 w 235"/>
                <a:gd name="T3" fmla="*/ 21 h 21"/>
                <a:gd name="T4" fmla="*/ 235 w 235"/>
                <a:gd name="T5" fmla="*/ 11 h 21"/>
                <a:gd name="T6" fmla="*/ 224 w 235"/>
                <a:gd name="T7" fmla="*/ 0 h 21"/>
                <a:gd name="T8" fmla="*/ 11 w 235"/>
                <a:gd name="T9" fmla="*/ 0 h 21"/>
                <a:gd name="T10" fmla="*/ 0 w 235"/>
                <a:gd name="T11" fmla="*/ 11 h 21"/>
                <a:gd name="T12" fmla="*/ 11 w 2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35" h="21">
                  <a:moveTo>
                    <a:pt x="11" y="21"/>
                  </a:moveTo>
                  <a:cubicBezTo>
                    <a:pt x="224" y="21"/>
                    <a:pt x="224" y="21"/>
                    <a:pt x="224" y="21"/>
                  </a:cubicBezTo>
                  <a:cubicBezTo>
                    <a:pt x="230" y="21"/>
                    <a:pt x="235" y="17"/>
                    <a:pt x="235" y="11"/>
                  </a:cubicBezTo>
                  <a:cubicBezTo>
                    <a:pt x="235" y="5"/>
                    <a:pt x="230" y="0"/>
                    <a:pt x="224" y="0"/>
                  </a:cubicBezTo>
                  <a:cubicBezTo>
                    <a:pt x="11" y="0"/>
                    <a:pt x="11" y="0"/>
                    <a:pt x="11" y="0"/>
                  </a:cubicBezTo>
                  <a:cubicBezTo>
                    <a:pt x="5" y="0"/>
                    <a:pt x="0" y="5"/>
                    <a:pt x="0" y="11"/>
                  </a:cubicBezTo>
                  <a:cubicBezTo>
                    <a:pt x="0" y="17"/>
                    <a:pt x="5" y="21"/>
                    <a:pt x="11"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grpSp>
      <p:sp>
        <p:nvSpPr>
          <p:cNvPr id="159" name="Freeform 872">
            <a:extLst>
              <a:ext uri="{FF2B5EF4-FFF2-40B4-BE49-F238E27FC236}">
                <a16:creationId xmlns:a16="http://schemas.microsoft.com/office/drawing/2014/main" id="{3A5E8132-90F6-4363-8253-88158E2CBC05}"/>
              </a:ext>
            </a:extLst>
          </p:cNvPr>
          <p:cNvSpPr>
            <a:spLocks noEditPoints="1"/>
          </p:cNvSpPr>
          <p:nvPr/>
        </p:nvSpPr>
        <p:spPr bwMode="auto">
          <a:xfrm>
            <a:off x="8395158" y="2382209"/>
            <a:ext cx="490618" cy="549278"/>
          </a:xfrm>
          <a:custGeom>
            <a:avLst/>
            <a:gdLst>
              <a:gd name="T0" fmla="*/ 267 w 277"/>
              <a:gd name="T1" fmla="*/ 11 h 310"/>
              <a:gd name="T2" fmla="*/ 149 w 277"/>
              <a:gd name="T3" fmla="*/ 11 h 310"/>
              <a:gd name="T4" fmla="*/ 139 w 277"/>
              <a:gd name="T5" fmla="*/ 0 h 310"/>
              <a:gd name="T6" fmla="*/ 128 w 277"/>
              <a:gd name="T7" fmla="*/ 11 h 310"/>
              <a:gd name="T8" fmla="*/ 11 w 277"/>
              <a:gd name="T9" fmla="*/ 11 h 310"/>
              <a:gd name="T10" fmla="*/ 0 w 277"/>
              <a:gd name="T11" fmla="*/ 22 h 310"/>
              <a:gd name="T12" fmla="*/ 0 w 277"/>
              <a:gd name="T13" fmla="*/ 214 h 310"/>
              <a:gd name="T14" fmla="*/ 11 w 277"/>
              <a:gd name="T15" fmla="*/ 224 h 310"/>
              <a:gd name="T16" fmla="*/ 81 w 277"/>
              <a:gd name="T17" fmla="*/ 224 h 310"/>
              <a:gd name="T18" fmla="*/ 54 w 277"/>
              <a:gd name="T19" fmla="*/ 295 h 310"/>
              <a:gd name="T20" fmla="*/ 60 w 277"/>
              <a:gd name="T21" fmla="*/ 309 h 310"/>
              <a:gd name="T22" fmla="*/ 64 w 277"/>
              <a:gd name="T23" fmla="*/ 310 h 310"/>
              <a:gd name="T24" fmla="*/ 74 w 277"/>
              <a:gd name="T25" fmla="*/ 303 h 310"/>
              <a:gd name="T26" fmla="*/ 103 w 277"/>
              <a:gd name="T27" fmla="*/ 224 h 310"/>
              <a:gd name="T28" fmla="*/ 128 w 277"/>
              <a:gd name="T29" fmla="*/ 224 h 310"/>
              <a:gd name="T30" fmla="*/ 128 w 277"/>
              <a:gd name="T31" fmla="*/ 267 h 310"/>
              <a:gd name="T32" fmla="*/ 139 w 277"/>
              <a:gd name="T33" fmla="*/ 278 h 310"/>
              <a:gd name="T34" fmla="*/ 149 w 277"/>
              <a:gd name="T35" fmla="*/ 267 h 310"/>
              <a:gd name="T36" fmla="*/ 149 w 277"/>
              <a:gd name="T37" fmla="*/ 224 h 310"/>
              <a:gd name="T38" fmla="*/ 174 w 277"/>
              <a:gd name="T39" fmla="*/ 224 h 310"/>
              <a:gd name="T40" fmla="*/ 203 w 277"/>
              <a:gd name="T41" fmla="*/ 303 h 310"/>
              <a:gd name="T42" fmla="*/ 213 w 277"/>
              <a:gd name="T43" fmla="*/ 310 h 310"/>
              <a:gd name="T44" fmla="*/ 217 w 277"/>
              <a:gd name="T45" fmla="*/ 309 h 310"/>
              <a:gd name="T46" fmla="*/ 223 w 277"/>
              <a:gd name="T47" fmla="*/ 295 h 310"/>
              <a:gd name="T48" fmla="*/ 197 w 277"/>
              <a:gd name="T49" fmla="*/ 224 h 310"/>
              <a:gd name="T50" fmla="*/ 267 w 277"/>
              <a:gd name="T51" fmla="*/ 224 h 310"/>
              <a:gd name="T52" fmla="*/ 277 w 277"/>
              <a:gd name="T53" fmla="*/ 214 h 310"/>
              <a:gd name="T54" fmla="*/ 277 w 277"/>
              <a:gd name="T55" fmla="*/ 22 h 310"/>
              <a:gd name="T56" fmla="*/ 267 w 277"/>
              <a:gd name="T57" fmla="*/ 11 h 310"/>
              <a:gd name="T58" fmla="*/ 256 w 277"/>
              <a:gd name="T59" fmla="*/ 203 h 310"/>
              <a:gd name="T60" fmla="*/ 21 w 277"/>
              <a:gd name="T61" fmla="*/ 203 h 310"/>
              <a:gd name="T62" fmla="*/ 21 w 277"/>
              <a:gd name="T63" fmla="*/ 32 h 310"/>
              <a:gd name="T64" fmla="*/ 256 w 277"/>
              <a:gd name="T65" fmla="*/ 32 h 310"/>
              <a:gd name="T66" fmla="*/ 256 w 277"/>
              <a:gd name="T67" fmla="*/ 20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7" h="310">
                <a:moveTo>
                  <a:pt x="267" y="11"/>
                </a:moveTo>
                <a:cubicBezTo>
                  <a:pt x="149" y="11"/>
                  <a:pt x="149" y="11"/>
                  <a:pt x="149" y="11"/>
                </a:cubicBezTo>
                <a:cubicBezTo>
                  <a:pt x="149" y="5"/>
                  <a:pt x="145" y="0"/>
                  <a:pt x="139" y="0"/>
                </a:cubicBezTo>
                <a:cubicBezTo>
                  <a:pt x="133" y="0"/>
                  <a:pt x="128" y="5"/>
                  <a:pt x="128" y="11"/>
                </a:cubicBezTo>
                <a:cubicBezTo>
                  <a:pt x="11" y="11"/>
                  <a:pt x="11" y="11"/>
                  <a:pt x="11" y="11"/>
                </a:cubicBezTo>
                <a:cubicBezTo>
                  <a:pt x="5" y="11"/>
                  <a:pt x="0" y="16"/>
                  <a:pt x="0" y="22"/>
                </a:cubicBezTo>
                <a:cubicBezTo>
                  <a:pt x="0" y="214"/>
                  <a:pt x="0" y="214"/>
                  <a:pt x="0" y="214"/>
                </a:cubicBezTo>
                <a:cubicBezTo>
                  <a:pt x="0" y="220"/>
                  <a:pt x="5" y="224"/>
                  <a:pt x="11" y="224"/>
                </a:cubicBezTo>
                <a:cubicBezTo>
                  <a:pt x="81" y="224"/>
                  <a:pt x="81" y="224"/>
                  <a:pt x="81" y="224"/>
                </a:cubicBezTo>
                <a:cubicBezTo>
                  <a:pt x="54" y="295"/>
                  <a:pt x="54" y="295"/>
                  <a:pt x="54" y="295"/>
                </a:cubicBezTo>
                <a:cubicBezTo>
                  <a:pt x="52" y="301"/>
                  <a:pt x="55" y="307"/>
                  <a:pt x="60" y="309"/>
                </a:cubicBezTo>
                <a:cubicBezTo>
                  <a:pt x="61" y="309"/>
                  <a:pt x="63" y="310"/>
                  <a:pt x="64" y="310"/>
                </a:cubicBezTo>
                <a:cubicBezTo>
                  <a:pt x="68" y="310"/>
                  <a:pt x="72" y="307"/>
                  <a:pt x="74" y="303"/>
                </a:cubicBezTo>
                <a:cubicBezTo>
                  <a:pt x="103" y="224"/>
                  <a:pt x="103" y="224"/>
                  <a:pt x="103" y="224"/>
                </a:cubicBezTo>
                <a:cubicBezTo>
                  <a:pt x="128" y="224"/>
                  <a:pt x="128" y="224"/>
                  <a:pt x="128" y="224"/>
                </a:cubicBezTo>
                <a:cubicBezTo>
                  <a:pt x="128" y="267"/>
                  <a:pt x="128" y="267"/>
                  <a:pt x="128" y="267"/>
                </a:cubicBezTo>
                <a:cubicBezTo>
                  <a:pt x="128" y="273"/>
                  <a:pt x="133" y="278"/>
                  <a:pt x="139" y="278"/>
                </a:cubicBezTo>
                <a:cubicBezTo>
                  <a:pt x="145" y="278"/>
                  <a:pt x="149" y="273"/>
                  <a:pt x="149" y="267"/>
                </a:cubicBezTo>
                <a:cubicBezTo>
                  <a:pt x="149" y="224"/>
                  <a:pt x="149" y="224"/>
                  <a:pt x="149" y="224"/>
                </a:cubicBezTo>
                <a:cubicBezTo>
                  <a:pt x="174" y="224"/>
                  <a:pt x="174" y="224"/>
                  <a:pt x="174" y="224"/>
                </a:cubicBezTo>
                <a:cubicBezTo>
                  <a:pt x="203" y="303"/>
                  <a:pt x="203" y="303"/>
                  <a:pt x="203" y="303"/>
                </a:cubicBezTo>
                <a:cubicBezTo>
                  <a:pt x="205" y="307"/>
                  <a:pt x="209" y="310"/>
                  <a:pt x="213" y="310"/>
                </a:cubicBezTo>
                <a:cubicBezTo>
                  <a:pt x="215" y="310"/>
                  <a:pt x="216" y="309"/>
                  <a:pt x="217" y="309"/>
                </a:cubicBezTo>
                <a:cubicBezTo>
                  <a:pt x="223" y="307"/>
                  <a:pt x="225" y="301"/>
                  <a:pt x="223" y="295"/>
                </a:cubicBezTo>
                <a:cubicBezTo>
                  <a:pt x="197" y="224"/>
                  <a:pt x="197" y="224"/>
                  <a:pt x="197" y="224"/>
                </a:cubicBezTo>
                <a:cubicBezTo>
                  <a:pt x="267" y="224"/>
                  <a:pt x="267" y="224"/>
                  <a:pt x="267" y="224"/>
                </a:cubicBezTo>
                <a:cubicBezTo>
                  <a:pt x="273" y="224"/>
                  <a:pt x="277" y="220"/>
                  <a:pt x="277" y="214"/>
                </a:cubicBezTo>
                <a:cubicBezTo>
                  <a:pt x="277" y="22"/>
                  <a:pt x="277" y="22"/>
                  <a:pt x="277" y="22"/>
                </a:cubicBezTo>
                <a:cubicBezTo>
                  <a:pt x="277" y="16"/>
                  <a:pt x="273" y="11"/>
                  <a:pt x="267" y="11"/>
                </a:cubicBezTo>
                <a:close/>
                <a:moveTo>
                  <a:pt x="256" y="203"/>
                </a:moveTo>
                <a:cubicBezTo>
                  <a:pt x="21" y="203"/>
                  <a:pt x="21" y="203"/>
                  <a:pt x="21" y="203"/>
                </a:cubicBezTo>
                <a:cubicBezTo>
                  <a:pt x="21" y="32"/>
                  <a:pt x="21" y="32"/>
                  <a:pt x="21" y="32"/>
                </a:cubicBezTo>
                <a:cubicBezTo>
                  <a:pt x="256" y="32"/>
                  <a:pt x="256" y="32"/>
                  <a:pt x="256" y="32"/>
                </a:cubicBezTo>
                <a:lnTo>
                  <a:pt x="256" y="20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spTree>
    <p:extLst>
      <p:ext uri="{BB962C8B-B14F-4D97-AF65-F5344CB8AC3E}">
        <p14:creationId xmlns:p14="http://schemas.microsoft.com/office/powerpoint/2010/main" val="521688136"/>
      </p:ext>
    </p:extLst>
  </p:cSld>
  <p:clrMapOvr>
    <a:masterClrMapping/>
  </p:clrMapOvr>
  <p:transition>
    <p:fade/>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8DD1CE0-EEB2-A648-B763-7F40D6671914}"/>
              </a:ext>
            </a:extLst>
          </p:cNvPr>
          <p:cNvSpPr>
            <a:spLocks noGrp="1"/>
          </p:cNvSpPr>
          <p:nvPr>
            <p:ph type="title"/>
          </p:nvPr>
        </p:nvSpPr>
        <p:spPr/>
        <p:txBody>
          <a:bodyPr/>
          <a:lstStyle/>
          <a:p>
            <a:r>
              <a:rPr lang="en-US" dirty="0"/>
              <a:t>Icon chart</a:t>
            </a:r>
          </a:p>
        </p:txBody>
      </p:sp>
      <p:grpSp>
        <p:nvGrpSpPr>
          <p:cNvPr id="5" name="Group 4">
            <a:extLst>
              <a:ext uri="{FF2B5EF4-FFF2-40B4-BE49-F238E27FC236}">
                <a16:creationId xmlns:a16="http://schemas.microsoft.com/office/drawing/2014/main" id="{299C7319-A339-43A2-99F0-65D28EBE86B7}"/>
              </a:ext>
            </a:extLst>
          </p:cNvPr>
          <p:cNvGrpSpPr/>
          <p:nvPr/>
        </p:nvGrpSpPr>
        <p:grpSpPr>
          <a:xfrm>
            <a:off x="485610" y="1680629"/>
            <a:ext cx="8934781" cy="4022578"/>
            <a:chOff x="572494" y="1430668"/>
            <a:chExt cx="9199643" cy="4141823"/>
          </a:xfrm>
        </p:grpSpPr>
        <p:grpSp>
          <p:nvGrpSpPr>
            <p:cNvPr id="53" name="Group 52">
              <a:extLst>
                <a:ext uri="{FF2B5EF4-FFF2-40B4-BE49-F238E27FC236}">
                  <a16:creationId xmlns:a16="http://schemas.microsoft.com/office/drawing/2014/main" id="{FEC51027-46EE-490B-ABC7-45C92C8A352E}"/>
                </a:ext>
              </a:extLst>
            </p:cNvPr>
            <p:cNvGrpSpPr/>
            <p:nvPr/>
          </p:nvGrpSpPr>
          <p:grpSpPr>
            <a:xfrm>
              <a:off x="5057699" y="1430668"/>
              <a:ext cx="4711729" cy="1538514"/>
              <a:chOff x="4485205" y="1478376"/>
              <a:chExt cx="4711729" cy="1538514"/>
            </a:xfrm>
          </p:grpSpPr>
          <p:sp>
            <p:nvSpPr>
              <p:cNvPr id="54" name="Hexagon 53">
                <a:extLst>
                  <a:ext uri="{FF2B5EF4-FFF2-40B4-BE49-F238E27FC236}">
                    <a16:creationId xmlns:a16="http://schemas.microsoft.com/office/drawing/2014/main" id="{206BC65B-DE00-4E93-B9A5-3C239D5EB2F2}"/>
                  </a:ext>
                </a:extLst>
              </p:cNvPr>
              <p:cNvSpPr/>
              <p:nvPr/>
            </p:nvSpPr>
            <p:spPr bwMode="gray">
              <a:xfrm>
                <a:off x="4485205" y="1478376"/>
                <a:ext cx="1784676" cy="1538514"/>
              </a:xfrm>
              <a:prstGeom prst="hexagon">
                <a:avLst/>
              </a:prstGeom>
              <a:solidFill>
                <a:srgbClr val="00A3E0"/>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nvGrpSpPr>
              <p:cNvPr id="55" name="Group 54">
                <a:extLst>
                  <a:ext uri="{FF2B5EF4-FFF2-40B4-BE49-F238E27FC236}">
                    <a16:creationId xmlns:a16="http://schemas.microsoft.com/office/drawing/2014/main" id="{3BF63A82-F129-428F-961D-69DCAA9E9814}"/>
                  </a:ext>
                </a:extLst>
              </p:cNvPr>
              <p:cNvGrpSpPr/>
              <p:nvPr/>
            </p:nvGrpSpPr>
            <p:grpSpPr>
              <a:xfrm>
                <a:off x="4740162" y="1715886"/>
                <a:ext cx="4456772" cy="1068855"/>
                <a:chOff x="4561486" y="1984708"/>
                <a:chExt cx="4456772" cy="1068855"/>
              </a:xfrm>
            </p:grpSpPr>
            <p:sp>
              <p:nvSpPr>
                <p:cNvPr id="56" name="Pentagon 3">
                  <a:extLst>
                    <a:ext uri="{FF2B5EF4-FFF2-40B4-BE49-F238E27FC236}">
                      <a16:creationId xmlns:a16="http://schemas.microsoft.com/office/drawing/2014/main" id="{59F440A8-AF07-46B8-BA85-7082092A1431}"/>
                    </a:ext>
                  </a:extLst>
                </p:cNvPr>
                <p:cNvSpPr/>
                <p:nvPr/>
              </p:nvSpPr>
              <p:spPr bwMode="gray">
                <a:xfrm flipH="1">
                  <a:off x="4561486" y="1984708"/>
                  <a:ext cx="4403838" cy="1068855"/>
                </a:xfrm>
                <a:prstGeom prst="homePlate">
                  <a:avLst>
                    <a:gd name="adj" fmla="val 29778"/>
                  </a:avLst>
                </a:prstGeom>
                <a:ln>
                  <a:noFill/>
                  <a:headEnd/>
                  <a:tailEnd/>
                </a:ln>
                <a:effectLst/>
              </p:spPr>
              <p:style>
                <a:lnRef idx="2">
                  <a:schemeClr val="accent1"/>
                </a:lnRef>
                <a:fillRef idx="1">
                  <a:schemeClr val="lt1"/>
                </a:fillRef>
                <a:effectRef idx="0">
                  <a:schemeClr val="accent1"/>
                </a:effectRef>
                <a:fontRef idx="minor">
                  <a:schemeClr val="dk1"/>
                </a:fontRef>
              </p:style>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57" name="Freeform 542">
                  <a:extLst>
                    <a:ext uri="{FF2B5EF4-FFF2-40B4-BE49-F238E27FC236}">
                      <a16:creationId xmlns:a16="http://schemas.microsoft.com/office/drawing/2014/main" id="{591B608A-2BB6-4AA3-9251-FCC3F0EB892A}"/>
                    </a:ext>
                  </a:extLst>
                </p:cNvPr>
                <p:cNvSpPr>
                  <a:spLocks noEditPoints="1"/>
                </p:cNvSpPr>
                <p:nvPr/>
              </p:nvSpPr>
              <p:spPr bwMode="auto">
                <a:xfrm>
                  <a:off x="5062819" y="2201090"/>
                  <a:ext cx="396055" cy="636090"/>
                </a:xfrm>
                <a:custGeom>
                  <a:avLst/>
                  <a:gdLst>
                    <a:gd name="T0" fmla="*/ 99 w 199"/>
                    <a:gd name="T1" fmla="*/ 0 h 320"/>
                    <a:gd name="T2" fmla="*/ 99 w 199"/>
                    <a:gd name="T3" fmla="*/ 0 h 320"/>
                    <a:gd name="T4" fmla="*/ 99 w 199"/>
                    <a:gd name="T5" fmla="*/ 0 h 320"/>
                    <a:gd name="T6" fmla="*/ 99 w 199"/>
                    <a:gd name="T7" fmla="*/ 0 h 320"/>
                    <a:gd name="T8" fmla="*/ 98 w 199"/>
                    <a:gd name="T9" fmla="*/ 0 h 320"/>
                    <a:gd name="T10" fmla="*/ 0 w 199"/>
                    <a:gd name="T11" fmla="*/ 95 h 320"/>
                    <a:gd name="T12" fmla="*/ 19 w 199"/>
                    <a:gd name="T13" fmla="*/ 158 h 320"/>
                    <a:gd name="T14" fmla="*/ 45 w 199"/>
                    <a:gd name="T15" fmla="*/ 213 h 320"/>
                    <a:gd name="T16" fmla="*/ 45 w 199"/>
                    <a:gd name="T17" fmla="*/ 245 h 320"/>
                    <a:gd name="T18" fmla="*/ 46 w 199"/>
                    <a:gd name="T19" fmla="*/ 246 h 320"/>
                    <a:gd name="T20" fmla="*/ 45 w 199"/>
                    <a:gd name="T21" fmla="*/ 247 h 320"/>
                    <a:gd name="T22" fmla="*/ 56 w 199"/>
                    <a:gd name="T23" fmla="*/ 311 h 320"/>
                    <a:gd name="T24" fmla="*/ 67 w 199"/>
                    <a:gd name="T25" fmla="*/ 320 h 320"/>
                    <a:gd name="T26" fmla="*/ 131 w 199"/>
                    <a:gd name="T27" fmla="*/ 320 h 320"/>
                    <a:gd name="T28" fmla="*/ 141 w 199"/>
                    <a:gd name="T29" fmla="*/ 311 h 320"/>
                    <a:gd name="T30" fmla="*/ 152 w 199"/>
                    <a:gd name="T31" fmla="*/ 247 h 320"/>
                    <a:gd name="T32" fmla="*/ 152 w 199"/>
                    <a:gd name="T33" fmla="*/ 246 h 320"/>
                    <a:gd name="T34" fmla="*/ 152 w 199"/>
                    <a:gd name="T35" fmla="*/ 245 h 320"/>
                    <a:gd name="T36" fmla="*/ 152 w 199"/>
                    <a:gd name="T37" fmla="*/ 213 h 320"/>
                    <a:gd name="T38" fmla="*/ 179 w 199"/>
                    <a:gd name="T39" fmla="*/ 158 h 320"/>
                    <a:gd name="T40" fmla="*/ 199 w 199"/>
                    <a:gd name="T41" fmla="*/ 95 h 320"/>
                    <a:gd name="T42" fmla="*/ 99 w 199"/>
                    <a:gd name="T43" fmla="*/ 0 h 320"/>
                    <a:gd name="T44" fmla="*/ 122 w 199"/>
                    <a:gd name="T45" fmla="*/ 298 h 320"/>
                    <a:gd name="T46" fmla="*/ 76 w 199"/>
                    <a:gd name="T47" fmla="*/ 298 h 320"/>
                    <a:gd name="T48" fmla="*/ 69 w 199"/>
                    <a:gd name="T49" fmla="*/ 256 h 320"/>
                    <a:gd name="T50" fmla="*/ 129 w 199"/>
                    <a:gd name="T51" fmla="*/ 256 h 320"/>
                    <a:gd name="T52" fmla="*/ 122 w 199"/>
                    <a:gd name="T53" fmla="*/ 298 h 320"/>
                    <a:gd name="T54" fmla="*/ 161 w 199"/>
                    <a:gd name="T55" fmla="*/ 147 h 320"/>
                    <a:gd name="T56" fmla="*/ 131 w 199"/>
                    <a:gd name="T57" fmla="*/ 213 h 320"/>
                    <a:gd name="T58" fmla="*/ 131 w 199"/>
                    <a:gd name="T59" fmla="*/ 234 h 320"/>
                    <a:gd name="T60" fmla="*/ 109 w 199"/>
                    <a:gd name="T61" fmla="*/ 234 h 320"/>
                    <a:gd name="T62" fmla="*/ 109 w 199"/>
                    <a:gd name="T63" fmla="*/ 153 h 320"/>
                    <a:gd name="T64" fmla="*/ 128 w 199"/>
                    <a:gd name="T65" fmla="*/ 135 h 320"/>
                    <a:gd name="T66" fmla="*/ 128 w 199"/>
                    <a:gd name="T67" fmla="*/ 120 h 320"/>
                    <a:gd name="T68" fmla="*/ 112 w 199"/>
                    <a:gd name="T69" fmla="*/ 120 h 320"/>
                    <a:gd name="T70" fmla="*/ 99 w 199"/>
                    <a:gd name="T71" fmla="*/ 134 h 320"/>
                    <a:gd name="T72" fmla="*/ 85 w 199"/>
                    <a:gd name="T73" fmla="*/ 120 h 320"/>
                    <a:gd name="T74" fmla="*/ 70 w 199"/>
                    <a:gd name="T75" fmla="*/ 120 h 320"/>
                    <a:gd name="T76" fmla="*/ 70 w 199"/>
                    <a:gd name="T77" fmla="*/ 135 h 320"/>
                    <a:gd name="T78" fmla="*/ 88 w 199"/>
                    <a:gd name="T79" fmla="*/ 153 h 320"/>
                    <a:gd name="T80" fmla="*/ 88 w 199"/>
                    <a:gd name="T81" fmla="*/ 234 h 320"/>
                    <a:gd name="T82" fmla="*/ 67 w 199"/>
                    <a:gd name="T83" fmla="*/ 234 h 320"/>
                    <a:gd name="T84" fmla="*/ 67 w 199"/>
                    <a:gd name="T85" fmla="*/ 213 h 320"/>
                    <a:gd name="T86" fmla="*/ 37 w 199"/>
                    <a:gd name="T87" fmla="*/ 146 h 320"/>
                    <a:gd name="T88" fmla="*/ 21 w 199"/>
                    <a:gd name="T89" fmla="*/ 95 h 320"/>
                    <a:gd name="T90" fmla="*/ 99 w 199"/>
                    <a:gd name="T91" fmla="*/ 21 h 320"/>
                    <a:gd name="T92" fmla="*/ 177 w 199"/>
                    <a:gd name="T93" fmla="*/ 95 h 320"/>
                    <a:gd name="T94" fmla="*/ 161 w 199"/>
                    <a:gd name="T95" fmla="*/ 14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 h="320">
                      <a:moveTo>
                        <a:pt x="99" y="0"/>
                      </a:moveTo>
                      <a:cubicBezTo>
                        <a:pt x="99" y="0"/>
                        <a:pt x="99" y="0"/>
                        <a:pt x="99" y="0"/>
                      </a:cubicBezTo>
                      <a:cubicBezTo>
                        <a:pt x="99" y="0"/>
                        <a:pt x="99" y="0"/>
                        <a:pt x="99" y="0"/>
                      </a:cubicBezTo>
                      <a:cubicBezTo>
                        <a:pt x="99" y="0"/>
                        <a:pt x="99" y="0"/>
                        <a:pt x="99" y="0"/>
                      </a:cubicBezTo>
                      <a:cubicBezTo>
                        <a:pt x="99" y="0"/>
                        <a:pt x="99" y="0"/>
                        <a:pt x="98" y="0"/>
                      </a:cubicBezTo>
                      <a:cubicBezTo>
                        <a:pt x="45" y="0"/>
                        <a:pt x="0" y="44"/>
                        <a:pt x="0" y="95"/>
                      </a:cubicBezTo>
                      <a:cubicBezTo>
                        <a:pt x="0" y="129"/>
                        <a:pt x="18" y="157"/>
                        <a:pt x="19" y="158"/>
                      </a:cubicBezTo>
                      <a:cubicBezTo>
                        <a:pt x="32" y="179"/>
                        <a:pt x="45" y="206"/>
                        <a:pt x="45" y="213"/>
                      </a:cubicBezTo>
                      <a:cubicBezTo>
                        <a:pt x="45" y="245"/>
                        <a:pt x="45" y="245"/>
                        <a:pt x="45" y="245"/>
                      </a:cubicBezTo>
                      <a:cubicBezTo>
                        <a:pt x="45" y="245"/>
                        <a:pt x="45" y="246"/>
                        <a:pt x="46" y="246"/>
                      </a:cubicBezTo>
                      <a:cubicBezTo>
                        <a:pt x="46" y="246"/>
                        <a:pt x="45" y="246"/>
                        <a:pt x="45" y="247"/>
                      </a:cubicBezTo>
                      <a:cubicBezTo>
                        <a:pt x="56" y="311"/>
                        <a:pt x="56" y="311"/>
                        <a:pt x="56" y="311"/>
                      </a:cubicBezTo>
                      <a:cubicBezTo>
                        <a:pt x="57" y="316"/>
                        <a:pt x="61" y="320"/>
                        <a:pt x="67" y="320"/>
                      </a:cubicBezTo>
                      <a:cubicBezTo>
                        <a:pt x="131" y="320"/>
                        <a:pt x="131" y="320"/>
                        <a:pt x="131" y="320"/>
                      </a:cubicBezTo>
                      <a:cubicBezTo>
                        <a:pt x="136" y="320"/>
                        <a:pt x="140" y="316"/>
                        <a:pt x="141" y="311"/>
                      </a:cubicBezTo>
                      <a:cubicBezTo>
                        <a:pt x="152" y="247"/>
                        <a:pt x="152" y="247"/>
                        <a:pt x="152" y="247"/>
                      </a:cubicBezTo>
                      <a:cubicBezTo>
                        <a:pt x="152" y="246"/>
                        <a:pt x="152" y="246"/>
                        <a:pt x="152" y="246"/>
                      </a:cubicBezTo>
                      <a:cubicBezTo>
                        <a:pt x="152" y="246"/>
                        <a:pt x="152" y="245"/>
                        <a:pt x="152" y="245"/>
                      </a:cubicBezTo>
                      <a:cubicBezTo>
                        <a:pt x="152" y="213"/>
                        <a:pt x="152" y="213"/>
                        <a:pt x="152" y="213"/>
                      </a:cubicBezTo>
                      <a:cubicBezTo>
                        <a:pt x="152" y="206"/>
                        <a:pt x="166" y="179"/>
                        <a:pt x="179" y="158"/>
                      </a:cubicBezTo>
                      <a:cubicBezTo>
                        <a:pt x="180" y="157"/>
                        <a:pt x="199" y="129"/>
                        <a:pt x="199" y="95"/>
                      </a:cubicBezTo>
                      <a:cubicBezTo>
                        <a:pt x="199" y="44"/>
                        <a:pt x="153" y="0"/>
                        <a:pt x="99" y="0"/>
                      </a:cubicBezTo>
                      <a:close/>
                      <a:moveTo>
                        <a:pt x="122" y="298"/>
                      </a:moveTo>
                      <a:cubicBezTo>
                        <a:pt x="76" y="298"/>
                        <a:pt x="76" y="298"/>
                        <a:pt x="76" y="298"/>
                      </a:cubicBezTo>
                      <a:cubicBezTo>
                        <a:pt x="69" y="256"/>
                        <a:pt x="69" y="256"/>
                        <a:pt x="69" y="256"/>
                      </a:cubicBezTo>
                      <a:cubicBezTo>
                        <a:pt x="129" y="256"/>
                        <a:pt x="129" y="256"/>
                        <a:pt x="129" y="256"/>
                      </a:cubicBezTo>
                      <a:lnTo>
                        <a:pt x="122" y="298"/>
                      </a:lnTo>
                      <a:close/>
                      <a:moveTo>
                        <a:pt x="161" y="147"/>
                      </a:moveTo>
                      <a:cubicBezTo>
                        <a:pt x="154" y="158"/>
                        <a:pt x="131" y="196"/>
                        <a:pt x="131" y="213"/>
                      </a:cubicBezTo>
                      <a:cubicBezTo>
                        <a:pt x="131" y="234"/>
                        <a:pt x="131" y="234"/>
                        <a:pt x="131" y="234"/>
                      </a:cubicBezTo>
                      <a:cubicBezTo>
                        <a:pt x="109" y="234"/>
                        <a:pt x="109" y="234"/>
                        <a:pt x="109" y="234"/>
                      </a:cubicBezTo>
                      <a:cubicBezTo>
                        <a:pt x="109" y="153"/>
                        <a:pt x="109" y="153"/>
                        <a:pt x="109" y="153"/>
                      </a:cubicBezTo>
                      <a:cubicBezTo>
                        <a:pt x="128" y="135"/>
                        <a:pt x="128" y="135"/>
                        <a:pt x="128" y="135"/>
                      </a:cubicBezTo>
                      <a:cubicBezTo>
                        <a:pt x="132" y="131"/>
                        <a:pt x="132" y="124"/>
                        <a:pt x="128" y="120"/>
                      </a:cubicBezTo>
                      <a:cubicBezTo>
                        <a:pt x="123" y="116"/>
                        <a:pt x="117" y="116"/>
                        <a:pt x="112" y="120"/>
                      </a:cubicBezTo>
                      <a:cubicBezTo>
                        <a:pt x="99" y="134"/>
                        <a:pt x="99" y="134"/>
                        <a:pt x="99" y="134"/>
                      </a:cubicBezTo>
                      <a:cubicBezTo>
                        <a:pt x="85" y="120"/>
                        <a:pt x="85" y="120"/>
                        <a:pt x="85" y="120"/>
                      </a:cubicBezTo>
                      <a:cubicBezTo>
                        <a:pt x="81" y="116"/>
                        <a:pt x="74" y="116"/>
                        <a:pt x="70" y="120"/>
                      </a:cubicBezTo>
                      <a:cubicBezTo>
                        <a:pt x="66" y="124"/>
                        <a:pt x="66" y="131"/>
                        <a:pt x="70" y="135"/>
                      </a:cubicBezTo>
                      <a:cubicBezTo>
                        <a:pt x="88" y="153"/>
                        <a:pt x="88" y="153"/>
                        <a:pt x="88" y="153"/>
                      </a:cubicBezTo>
                      <a:cubicBezTo>
                        <a:pt x="88" y="234"/>
                        <a:pt x="88" y="234"/>
                        <a:pt x="88" y="234"/>
                      </a:cubicBezTo>
                      <a:cubicBezTo>
                        <a:pt x="67" y="234"/>
                        <a:pt x="67" y="234"/>
                        <a:pt x="67" y="234"/>
                      </a:cubicBezTo>
                      <a:cubicBezTo>
                        <a:pt x="67" y="213"/>
                        <a:pt x="67" y="213"/>
                        <a:pt x="67" y="213"/>
                      </a:cubicBezTo>
                      <a:cubicBezTo>
                        <a:pt x="67" y="196"/>
                        <a:pt x="44" y="158"/>
                        <a:pt x="37" y="146"/>
                      </a:cubicBezTo>
                      <a:cubicBezTo>
                        <a:pt x="37" y="146"/>
                        <a:pt x="21" y="123"/>
                        <a:pt x="21" y="95"/>
                      </a:cubicBezTo>
                      <a:cubicBezTo>
                        <a:pt x="21" y="55"/>
                        <a:pt x="57" y="21"/>
                        <a:pt x="99" y="21"/>
                      </a:cubicBezTo>
                      <a:cubicBezTo>
                        <a:pt x="141" y="21"/>
                        <a:pt x="177" y="55"/>
                        <a:pt x="177" y="95"/>
                      </a:cubicBezTo>
                      <a:cubicBezTo>
                        <a:pt x="177" y="122"/>
                        <a:pt x="161" y="146"/>
                        <a:pt x="161" y="147"/>
                      </a:cubicBezTo>
                      <a:close/>
                    </a:path>
                  </a:pathLst>
                </a:custGeom>
                <a:solidFill>
                  <a:srgbClr val="00A3E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latin typeface="Aptos" panose="020B0004020202020204" pitchFamily="34" charset="0"/>
                  </a:endParaRPr>
                </a:p>
              </p:txBody>
            </p:sp>
            <p:sp>
              <p:nvSpPr>
                <p:cNvPr id="58" name="Rectangle 57">
                  <a:extLst>
                    <a:ext uri="{FF2B5EF4-FFF2-40B4-BE49-F238E27FC236}">
                      <a16:creationId xmlns:a16="http://schemas.microsoft.com/office/drawing/2014/main" id="{A4E5CB12-D334-4F3C-8E95-18A0829C146E}"/>
                    </a:ext>
                  </a:extLst>
                </p:cNvPr>
                <p:cNvSpPr/>
                <p:nvPr/>
              </p:nvSpPr>
              <p:spPr>
                <a:xfrm>
                  <a:off x="5638436" y="2226747"/>
                  <a:ext cx="720883" cy="507041"/>
                </a:xfrm>
                <a:prstGeom prst="rect">
                  <a:avLst/>
                </a:prstGeom>
              </p:spPr>
              <p:txBody>
                <a:bodyPr wrap="none">
                  <a:spAutoFit/>
                </a:bodyPr>
                <a:lstStyle/>
                <a:p>
                  <a:pPr defTabSz="742969">
                    <a:defRPr/>
                  </a:pPr>
                  <a:r>
                    <a:rPr lang="en-US" sz="1300" b="1" dirty="0">
                      <a:solidFill>
                        <a:srgbClr val="00A3E0"/>
                      </a:solidFill>
                      <a:latin typeface="Aptos" panose="020B0004020202020204" pitchFamily="34" charset="0"/>
                    </a:rPr>
                    <a:t>Lorem </a:t>
                  </a:r>
                  <a:endParaRPr lang="hu-HU" sz="1300" b="1" dirty="0">
                    <a:solidFill>
                      <a:srgbClr val="00A3E0"/>
                    </a:solidFill>
                    <a:latin typeface="Aptos" panose="020B0004020202020204" pitchFamily="34" charset="0"/>
                  </a:endParaRPr>
                </a:p>
                <a:p>
                  <a:pPr defTabSz="742969">
                    <a:defRPr/>
                  </a:pPr>
                  <a:r>
                    <a:rPr lang="en-US" sz="1300" b="1" dirty="0">
                      <a:solidFill>
                        <a:srgbClr val="00A3E0"/>
                      </a:solidFill>
                      <a:latin typeface="Aptos" panose="020B0004020202020204" pitchFamily="34" charset="0"/>
                    </a:rPr>
                    <a:t>ipsum</a:t>
                  </a:r>
                </a:p>
              </p:txBody>
            </p:sp>
            <p:sp>
              <p:nvSpPr>
                <p:cNvPr id="59" name="Rectangle 58">
                  <a:extLst>
                    <a:ext uri="{FF2B5EF4-FFF2-40B4-BE49-F238E27FC236}">
                      <a16:creationId xmlns:a16="http://schemas.microsoft.com/office/drawing/2014/main" id="{6FDB15B8-560E-45B5-BDEC-60A51C02DC5B}"/>
                    </a:ext>
                  </a:extLst>
                </p:cNvPr>
                <p:cNvSpPr/>
                <p:nvPr/>
              </p:nvSpPr>
              <p:spPr>
                <a:xfrm>
                  <a:off x="6548820" y="2257524"/>
                  <a:ext cx="2469438" cy="475351"/>
                </a:xfrm>
                <a:prstGeom prst="rect">
                  <a:avLst/>
                </a:prstGeom>
              </p:spPr>
              <p:txBody>
                <a:bodyPr wrap="square">
                  <a:spAutoFit/>
                </a:bodyPr>
                <a:lstStyle/>
                <a:p>
                  <a:pPr defTabSz="742969">
                    <a:defRPr/>
                  </a:pPr>
                  <a:r>
                    <a:rPr lang="en-US" sz="1200" dirty="0">
                      <a:solidFill>
                        <a:prstClr val="black"/>
                      </a:solidFill>
                      <a:latin typeface="Aptos" panose="020B0004020202020204" pitchFamily="34" charset="0"/>
                    </a:rPr>
                    <a:t>Lorem ipsum dolor sit </a:t>
                  </a:r>
                  <a:r>
                    <a:rPr lang="en-US" sz="1200" dirty="0" err="1">
                      <a:solidFill>
                        <a:prstClr val="black"/>
                      </a:solidFill>
                      <a:latin typeface="Aptos" panose="020B0004020202020204" pitchFamily="34" charset="0"/>
                    </a:rPr>
                    <a:t>amet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consectetur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adipiscing</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elit</a:t>
                  </a:r>
                  <a:endParaRPr lang="en-US" sz="1200" b="1" dirty="0">
                    <a:solidFill>
                      <a:prstClr val="black"/>
                    </a:solidFill>
                    <a:latin typeface="Aptos" panose="020B0004020202020204" pitchFamily="34" charset="0"/>
                  </a:endParaRPr>
                </a:p>
              </p:txBody>
            </p:sp>
          </p:grpSp>
        </p:grpSp>
        <p:grpSp>
          <p:nvGrpSpPr>
            <p:cNvPr id="60" name="Group 59">
              <a:extLst>
                <a:ext uri="{FF2B5EF4-FFF2-40B4-BE49-F238E27FC236}">
                  <a16:creationId xmlns:a16="http://schemas.microsoft.com/office/drawing/2014/main" id="{5F5D5C88-160D-49A2-A3A3-EE34C8EE34E0}"/>
                </a:ext>
              </a:extLst>
            </p:cNvPr>
            <p:cNvGrpSpPr/>
            <p:nvPr/>
          </p:nvGrpSpPr>
          <p:grpSpPr>
            <a:xfrm>
              <a:off x="5057699" y="3091646"/>
              <a:ext cx="4714438" cy="1538514"/>
              <a:chOff x="4485205" y="3139354"/>
              <a:chExt cx="4714438" cy="1538514"/>
            </a:xfrm>
          </p:grpSpPr>
          <p:sp>
            <p:nvSpPr>
              <p:cNvPr id="61" name="Hexagon 60">
                <a:extLst>
                  <a:ext uri="{FF2B5EF4-FFF2-40B4-BE49-F238E27FC236}">
                    <a16:creationId xmlns:a16="http://schemas.microsoft.com/office/drawing/2014/main" id="{7C8116ED-D9C5-4F33-829C-ED9A72C64C9B}"/>
                  </a:ext>
                </a:extLst>
              </p:cNvPr>
              <p:cNvSpPr/>
              <p:nvPr/>
            </p:nvSpPr>
            <p:spPr bwMode="gray">
              <a:xfrm>
                <a:off x="4485205" y="3139354"/>
                <a:ext cx="1784676" cy="1538514"/>
              </a:xfrm>
              <a:prstGeom prst="hexagon">
                <a:avLst/>
              </a:prstGeom>
              <a:solidFill>
                <a:srgbClr val="005587"/>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nvGrpSpPr>
              <p:cNvPr id="62" name="Group 61">
                <a:extLst>
                  <a:ext uri="{FF2B5EF4-FFF2-40B4-BE49-F238E27FC236}">
                    <a16:creationId xmlns:a16="http://schemas.microsoft.com/office/drawing/2014/main" id="{6F12B60C-5B96-432C-811A-A7DFEE2D54C6}"/>
                  </a:ext>
                </a:extLst>
              </p:cNvPr>
              <p:cNvGrpSpPr/>
              <p:nvPr/>
            </p:nvGrpSpPr>
            <p:grpSpPr>
              <a:xfrm>
                <a:off x="4742870" y="3374183"/>
                <a:ext cx="4456773" cy="1068855"/>
                <a:chOff x="4561485" y="3645686"/>
                <a:chExt cx="4456773" cy="1068855"/>
              </a:xfrm>
            </p:grpSpPr>
            <p:sp>
              <p:nvSpPr>
                <p:cNvPr id="63" name="Pentagon 13">
                  <a:extLst>
                    <a:ext uri="{FF2B5EF4-FFF2-40B4-BE49-F238E27FC236}">
                      <a16:creationId xmlns:a16="http://schemas.microsoft.com/office/drawing/2014/main" id="{C2B38D58-A3AB-4B46-AE5B-F23962204611}"/>
                    </a:ext>
                  </a:extLst>
                </p:cNvPr>
                <p:cNvSpPr/>
                <p:nvPr/>
              </p:nvSpPr>
              <p:spPr bwMode="gray">
                <a:xfrm flipH="1">
                  <a:off x="4561485" y="3645686"/>
                  <a:ext cx="4401130" cy="1068855"/>
                </a:xfrm>
                <a:prstGeom prst="homePlate">
                  <a:avLst>
                    <a:gd name="adj" fmla="val 29778"/>
                  </a:avLst>
                </a:prstGeom>
                <a:ln>
                  <a:noFill/>
                  <a:headEnd/>
                  <a:tailEnd/>
                </a:ln>
                <a:effectLst/>
              </p:spPr>
              <p:style>
                <a:lnRef idx="2">
                  <a:schemeClr val="accent1"/>
                </a:lnRef>
                <a:fillRef idx="1">
                  <a:schemeClr val="lt1"/>
                </a:fillRef>
                <a:effectRef idx="0">
                  <a:schemeClr val="accent1"/>
                </a:effectRef>
                <a:fontRef idx="minor">
                  <a:schemeClr val="dk1"/>
                </a:fontRef>
              </p:style>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64" name="Freeform 64">
                  <a:extLst>
                    <a:ext uri="{FF2B5EF4-FFF2-40B4-BE49-F238E27FC236}">
                      <a16:creationId xmlns:a16="http://schemas.microsoft.com/office/drawing/2014/main" id="{2033B1B6-115D-44A5-A061-2642C9114AB3}"/>
                    </a:ext>
                  </a:extLst>
                </p:cNvPr>
                <p:cNvSpPr>
                  <a:spLocks noEditPoints="1"/>
                </p:cNvSpPr>
                <p:nvPr/>
              </p:nvSpPr>
              <p:spPr bwMode="auto">
                <a:xfrm>
                  <a:off x="4883518" y="4042120"/>
                  <a:ext cx="691593" cy="275986"/>
                </a:xfrm>
                <a:custGeom>
                  <a:avLst/>
                  <a:gdLst>
                    <a:gd name="T0" fmla="*/ 309 w 320"/>
                    <a:gd name="T1" fmla="*/ 53 h 128"/>
                    <a:gd name="T2" fmla="*/ 308 w 320"/>
                    <a:gd name="T3" fmla="*/ 53 h 128"/>
                    <a:gd name="T4" fmla="*/ 245 w 320"/>
                    <a:gd name="T5" fmla="*/ 0 h 128"/>
                    <a:gd name="T6" fmla="*/ 183 w 320"/>
                    <a:gd name="T7" fmla="*/ 48 h 128"/>
                    <a:gd name="T8" fmla="*/ 160 w 320"/>
                    <a:gd name="T9" fmla="*/ 42 h 128"/>
                    <a:gd name="T10" fmla="*/ 136 w 320"/>
                    <a:gd name="T11" fmla="*/ 48 h 128"/>
                    <a:gd name="T12" fmla="*/ 74 w 320"/>
                    <a:gd name="T13" fmla="*/ 0 h 128"/>
                    <a:gd name="T14" fmla="*/ 11 w 320"/>
                    <a:gd name="T15" fmla="*/ 53 h 128"/>
                    <a:gd name="T16" fmla="*/ 10 w 320"/>
                    <a:gd name="T17" fmla="*/ 53 h 128"/>
                    <a:gd name="T18" fmla="*/ 0 w 320"/>
                    <a:gd name="T19" fmla="*/ 64 h 128"/>
                    <a:gd name="T20" fmla="*/ 10 w 320"/>
                    <a:gd name="T21" fmla="*/ 74 h 128"/>
                    <a:gd name="T22" fmla="*/ 11 w 320"/>
                    <a:gd name="T23" fmla="*/ 74 h 128"/>
                    <a:gd name="T24" fmla="*/ 74 w 320"/>
                    <a:gd name="T25" fmla="*/ 128 h 128"/>
                    <a:gd name="T26" fmla="*/ 138 w 320"/>
                    <a:gd name="T27" fmla="*/ 73 h 128"/>
                    <a:gd name="T28" fmla="*/ 160 w 320"/>
                    <a:gd name="T29" fmla="*/ 64 h 128"/>
                    <a:gd name="T30" fmla="*/ 182 w 320"/>
                    <a:gd name="T31" fmla="*/ 73 h 128"/>
                    <a:gd name="T32" fmla="*/ 245 w 320"/>
                    <a:gd name="T33" fmla="*/ 128 h 128"/>
                    <a:gd name="T34" fmla="*/ 308 w 320"/>
                    <a:gd name="T35" fmla="*/ 74 h 128"/>
                    <a:gd name="T36" fmla="*/ 309 w 320"/>
                    <a:gd name="T37" fmla="*/ 74 h 128"/>
                    <a:gd name="T38" fmla="*/ 320 w 320"/>
                    <a:gd name="T39" fmla="*/ 64 h 128"/>
                    <a:gd name="T40" fmla="*/ 309 w 320"/>
                    <a:gd name="T41" fmla="*/ 53 h 128"/>
                    <a:gd name="T42" fmla="*/ 74 w 320"/>
                    <a:gd name="T43" fmla="*/ 106 h 128"/>
                    <a:gd name="T44" fmla="*/ 32 w 320"/>
                    <a:gd name="T45" fmla="*/ 64 h 128"/>
                    <a:gd name="T46" fmla="*/ 74 w 320"/>
                    <a:gd name="T47" fmla="*/ 21 h 128"/>
                    <a:gd name="T48" fmla="*/ 117 w 320"/>
                    <a:gd name="T49" fmla="*/ 64 h 128"/>
                    <a:gd name="T50" fmla="*/ 74 w 320"/>
                    <a:gd name="T51" fmla="*/ 106 h 128"/>
                    <a:gd name="T52" fmla="*/ 245 w 320"/>
                    <a:gd name="T53" fmla="*/ 106 h 128"/>
                    <a:gd name="T54" fmla="*/ 202 w 320"/>
                    <a:gd name="T55" fmla="*/ 64 h 128"/>
                    <a:gd name="T56" fmla="*/ 245 w 320"/>
                    <a:gd name="T57" fmla="*/ 21 h 128"/>
                    <a:gd name="T58" fmla="*/ 288 w 320"/>
                    <a:gd name="T59" fmla="*/ 64 h 128"/>
                    <a:gd name="T60" fmla="*/ 245 w 320"/>
                    <a:gd name="T61"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0" h="128">
                      <a:moveTo>
                        <a:pt x="309" y="53"/>
                      </a:moveTo>
                      <a:cubicBezTo>
                        <a:pt x="308" y="53"/>
                        <a:pt x="308" y="53"/>
                        <a:pt x="308" y="53"/>
                      </a:cubicBezTo>
                      <a:cubicBezTo>
                        <a:pt x="303" y="23"/>
                        <a:pt x="277" y="0"/>
                        <a:pt x="245" y="0"/>
                      </a:cubicBezTo>
                      <a:cubicBezTo>
                        <a:pt x="215" y="0"/>
                        <a:pt x="190" y="20"/>
                        <a:pt x="183" y="48"/>
                      </a:cubicBezTo>
                      <a:cubicBezTo>
                        <a:pt x="176" y="44"/>
                        <a:pt x="168" y="42"/>
                        <a:pt x="160" y="42"/>
                      </a:cubicBezTo>
                      <a:cubicBezTo>
                        <a:pt x="151" y="42"/>
                        <a:pt x="143" y="44"/>
                        <a:pt x="136" y="48"/>
                      </a:cubicBezTo>
                      <a:cubicBezTo>
                        <a:pt x="129" y="20"/>
                        <a:pt x="104" y="0"/>
                        <a:pt x="74" y="0"/>
                      </a:cubicBezTo>
                      <a:cubicBezTo>
                        <a:pt x="43" y="0"/>
                        <a:pt x="16" y="23"/>
                        <a:pt x="11" y="53"/>
                      </a:cubicBezTo>
                      <a:cubicBezTo>
                        <a:pt x="10" y="53"/>
                        <a:pt x="10" y="53"/>
                        <a:pt x="10" y="53"/>
                      </a:cubicBezTo>
                      <a:cubicBezTo>
                        <a:pt x="4" y="53"/>
                        <a:pt x="0" y="58"/>
                        <a:pt x="0" y="64"/>
                      </a:cubicBezTo>
                      <a:cubicBezTo>
                        <a:pt x="0" y="70"/>
                        <a:pt x="4" y="74"/>
                        <a:pt x="10" y="74"/>
                      </a:cubicBezTo>
                      <a:cubicBezTo>
                        <a:pt x="11" y="74"/>
                        <a:pt x="11" y="74"/>
                        <a:pt x="11" y="74"/>
                      </a:cubicBezTo>
                      <a:cubicBezTo>
                        <a:pt x="16" y="105"/>
                        <a:pt x="43" y="128"/>
                        <a:pt x="74" y="128"/>
                      </a:cubicBezTo>
                      <a:cubicBezTo>
                        <a:pt x="107" y="128"/>
                        <a:pt x="133" y="104"/>
                        <a:pt x="138" y="73"/>
                      </a:cubicBezTo>
                      <a:cubicBezTo>
                        <a:pt x="144" y="67"/>
                        <a:pt x="151" y="64"/>
                        <a:pt x="160" y="64"/>
                      </a:cubicBezTo>
                      <a:cubicBezTo>
                        <a:pt x="168" y="64"/>
                        <a:pt x="176" y="67"/>
                        <a:pt x="182" y="73"/>
                      </a:cubicBezTo>
                      <a:cubicBezTo>
                        <a:pt x="186" y="104"/>
                        <a:pt x="213" y="128"/>
                        <a:pt x="245" y="128"/>
                      </a:cubicBezTo>
                      <a:cubicBezTo>
                        <a:pt x="277" y="128"/>
                        <a:pt x="303" y="105"/>
                        <a:pt x="308" y="74"/>
                      </a:cubicBezTo>
                      <a:cubicBezTo>
                        <a:pt x="309" y="74"/>
                        <a:pt x="309" y="74"/>
                        <a:pt x="309" y="74"/>
                      </a:cubicBezTo>
                      <a:cubicBezTo>
                        <a:pt x="315" y="74"/>
                        <a:pt x="320" y="70"/>
                        <a:pt x="320" y="64"/>
                      </a:cubicBezTo>
                      <a:cubicBezTo>
                        <a:pt x="320" y="58"/>
                        <a:pt x="315" y="53"/>
                        <a:pt x="309" y="53"/>
                      </a:cubicBezTo>
                      <a:close/>
                      <a:moveTo>
                        <a:pt x="74" y="106"/>
                      </a:moveTo>
                      <a:cubicBezTo>
                        <a:pt x="51" y="106"/>
                        <a:pt x="32" y="87"/>
                        <a:pt x="32" y="64"/>
                      </a:cubicBezTo>
                      <a:cubicBezTo>
                        <a:pt x="32" y="40"/>
                        <a:pt x="51" y="21"/>
                        <a:pt x="74" y="21"/>
                      </a:cubicBezTo>
                      <a:cubicBezTo>
                        <a:pt x="98" y="21"/>
                        <a:pt x="117" y="40"/>
                        <a:pt x="117" y="64"/>
                      </a:cubicBezTo>
                      <a:cubicBezTo>
                        <a:pt x="117" y="87"/>
                        <a:pt x="98" y="106"/>
                        <a:pt x="74" y="106"/>
                      </a:cubicBezTo>
                      <a:close/>
                      <a:moveTo>
                        <a:pt x="245" y="106"/>
                      </a:moveTo>
                      <a:cubicBezTo>
                        <a:pt x="221" y="106"/>
                        <a:pt x="202" y="87"/>
                        <a:pt x="202" y="64"/>
                      </a:cubicBezTo>
                      <a:cubicBezTo>
                        <a:pt x="202" y="40"/>
                        <a:pt x="221" y="21"/>
                        <a:pt x="245" y="21"/>
                      </a:cubicBezTo>
                      <a:cubicBezTo>
                        <a:pt x="269" y="21"/>
                        <a:pt x="288" y="40"/>
                        <a:pt x="288" y="64"/>
                      </a:cubicBezTo>
                      <a:cubicBezTo>
                        <a:pt x="288" y="87"/>
                        <a:pt x="269" y="106"/>
                        <a:pt x="245" y="106"/>
                      </a:cubicBezTo>
                      <a:close/>
                    </a:path>
                  </a:pathLst>
                </a:custGeom>
                <a:solidFill>
                  <a:srgbClr val="005587"/>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latin typeface="Aptos" panose="020B0004020202020204" pitchFamily="34" charset="0"/>
                  </a:endParaRPr>
                </a:p>
              </p:txBody>
            </p:sp>
            <p:sp>
              <p:nvSpPr>
                <p:cNvPr id="65" name="Rectangle 64">
                  <a:extLst>
                    <a:ext uri="{FF2B5EF4-FFF2-40B4-BE49-F238E27FC236}">
                      <a16:creationId xmlns:a16="http://schemas.microsoft.com/office/drawing/2014/main" id="{79C6B493-65F8-4AA1-82A6-36E2A64F434B}"/>
                    </a:ext>
                  </a:extLst>
                </p:cNvPr>
                <p:cNvSpPr/>
                <p:nvPr/>
              </p:nvSpPr>
              <p:spPr>
                <a:xfrm>
                  <a:off x="5638436" y="3887725"/>
                  <a:ext cx="720883" cy="507041"/>
                </a:xfrm>
                <a:prstGeom prst="rect">
                  <a:avLst/>
                </a:prstGeom>
              </p:spPr>
              <p:txBody>
                <a:bodyPr wrap="none">
                  <a:spAutoFit/>
                </a:bodyPr>
                <a:lstStyle/>
                <a:p>
                  <a:pPr defTabSz="742969">
                    <a:defRPr/>
                  </a:pPr>
                  <a:r>
                    <a:rPr lang="en-US" sz="1300" b="1" dirty="0">
                      <a:solidFill>
                        <a:srgbClr val="005587"/>
                      </a:solidFill>
                      <a:latin typeface="Aptos" panose="020B0004020202020204" pitchFamily="34" charset="0"/>
                    </a:rPr>
                    <a:t>Lorem </a:t>
                  </a:r>
                  <a:endParaRPr lang="hu-HU" sz="1300" b="1" dirty="0">
                    <a:solidFill>
                      <a:srgbClr val="005587"/>
                    </a:solidFill>
                    <a:latin typeface="Aptos" panose="020B0004020202020204" pitchFamily="34" charset="0"/>
                  </a:endParaRPr>
                </a:p>
                <a:p>
                  <a:pPr defTabSz="742969">
                    <a:defRPr/>
                  </a:pPr>
                  <a:r>
                    <a:rPr lang="en-US" sz="1300" b="1" dirty="0">
                      <a:solidFill>
                        <a:srgbClr val="005587"/>
                      </a:solidFill>
                      <a:latin typeface="Aptos" panose="020B0004020202020204" pitchFamily="34" charset="0"/>
                    </a:rPr>
                    <a:t>ipsum</a:t>
                  </a:r>
                </a:p>
              </p:txBody>
            </p:sp>
            <p:sp>
              <p:nvSpPr>
                <p:cNvPr id="66" name="Rectangle 65">
                  <a:extLst>
                    <a:ext uri="{FF2B5EF4-FFF2-40B4-BE49-F238E27FC236}">
                      <a16:creationId xmlns:a16="http://schemas.microsoft.com/office/drawing/2014/main" id="{EBD0018F-F518-4C94-B08E-6D617F82B93A}"/>
                    </a:ext>
                  </a:extLst>
                </p:cNvPr>
                <p:cNvSpPr/>
                <p:nvPr/>
              </p:nvSpPr>
              <p:spPr>
                <a:xfrm>
                  <a:off x="6548821" y="3887725"/>
                  <a:ext cx="2469437" cy="475351"/>
                </a:xfrm>
                <a:prstGeom prst="rect">
                  <a:avLst/>
                </a:prstGeom>
              </p:spPr>
              <p:txBody>
                <a:bodyPr wrap="square">
                  <a:spAutoFit/>
                </a:bodyPr>
                <a:lstStyle/>
                <a:p>
                  <a:pPr defTabSz="742969">
                    <a:defRPr/>
                  </a:pPr>
                  <a:r>
                    <a:rPr lang="en-US" sz="1200" dirty="0">
                      <a:solidFill>
                        <a:prstClr val="black"/>
                      </a:solidFill>
                      <a:latin typeface="Aptos" panose="020B0004020202020204" pitchFamily="34" charset="0"/>
                    </a:rPr>
                    <a:t>Lorem ipsum dolor sit </a:t>
                  </a:r>
                  <a:r>
                    <a:rPr lang="en-US" sz="1200" dirty="0" err="1">
                      <a:solidFill>
                        <a:prstClr val="black"/>
                      </a:solidFill>
                      <a:latin typeface="Aptos" panose="020B0004020202020204" pitchFamily="34" charset="0"/>
                    </a:rPr>
                    <a:t>amet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consectetur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adipiscing</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elit</a:t>
                  </a:r>
                  <a:endParaRPr lang="en-US" sz="1200" b="1" dirty="0">
                    <a:solidFill>
                      <a:prstClr val="black"/>
                    </a:solidFill>
                    <a:latin typeface="Aptos" panose="020B0004020202020204" pitchFamily="34" charset="0"/>
                  </a:endParaRPr>
                </a:p>
              </p:txBody>
            </p:sp>
          </p:grpSp>
        </p:grpSp>
        <p:grpSp>
          <p:nvGrpSpPr>
            <p:cNvPr id="67" name="Group 66">
              <a:extLst>
                <a:ext uri="{FF2B5EF4-FFF2-40B4-BE49-F238E27FC236}">
                  <a16:creationId xmlns:a16="http://schemas.microsoft.com/office/drawing/2014/main" id="{9B1CA8A9-4290-462C-9FA7-20005130258B}"/>
                </a:ext>
              </a:extLst>
            </p:cNvPr>
            <p:cNvGrpSpPr/>
            <p:nvPr/>
          </p:nvGrpSpPr>
          <p:grpSpPr>
            <a:xfrm>
              <a:off x="572494" y="2322389"/>
              <a:ext cx="4658795" cy="1538514"/>
              <a:chOff x="0" y="2370097"/>
              <a:chExt cx="4658795" cy="1538514"/>
            </a:xfrm>
          </p:grpSpPr>
          <p:sp>
            <p:nvSpPr>
              <p:cNvPr id="68" name="Hexagon 67">
                <a:extLst>
                  <a:ext uri="{FF2B5EF4-FFF2-40B4-BE49-F238E27FC236}">
                    <a16:creationId xmlns:a16="http://schemas.microsoft.com/office/drawing/2014/main" id="{61A22BB6-0514-4240-A124-45008A5CF345}"/>
                  </a:ext>
                </a:extLst>
              </p:cNvPr>
              <p:cNvSpPr/>
              <p:nvPr/>
            </p:nvSpPr>
            <p:spPr bwMode="gray">
              <a:xfrm>
                <a:off x="2874119" y="2370097"/>
                <a:ext cx="1784676" cy="1538514"/>
              </a:xfrm>
              <a:prstGeom prst="hexagon">
                <a:avLst/>
              </a:prstGeom>
              <a:solidFill>
                <a:srgbClr val="43B02A"/>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69" name="Pentagon 14">
                <a:extLst>
                  <a:ext uri="{FF2B5EF4-FFF2-40B4-BE49-F238E27FC236}">
                    <a16:creationId xmlns:a16="http://schemas.microsoft.com/office/drawing/2014/main" id="{1A8AA83F-7396-4CD0-AD3F-A77B78D2FA34}"/>
                  </a:ext>
                </a:extLst>
              </p:cNvPr>
              <p:cNvSpPr/>
              <p:nvPr/>
            </p:nvSpPr>
            <p:spPr bwMode="gray">
              <a:xfrm>
                <a:off x="0" y="2604926"/>
                <a:ext cx="4374345" cy="1068855"/>
              </a:xfrm>
              <a:prstGeom prst="homePlate">
                <a:avLst>
                  <a:gd name="adj" fmla="val 29778"/>
                </a:avLst>
              </a:prstGeom>
              <a:ln>
                <a:noFill/>
                <a:headEnd/>
                <a:tailEnd/>
              </a:ln>
              <a:effectLst/>
            </p:spPr>
            <p:style>
              <a:lnRef idx="2">
                <a:schemeClr val="accent1"/>
              </a:lnRef>
              <a:fillRef idx="1">
                <a:schemeClr val="lt1"/>
              </a:fillRef>
              <a:effectRef idx="0">
                <a:schemeClr val="accent1"/>
              </a:effectRef>
              <a:fontRef idx="minor">
                <a:schemeClr val="dk1"/>
              </a:fontRef>
            </p:style>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nvGrpSpPr>
              <p:cNvPr id="70" name="Group 69">
                <a:extLst>
                  <a:ext uri="{FF2B5EF4-FFF2-40B4-BE49-F238E27FC236}">
                    <a16:creationId xmlns:a16="http://schemas.microsoft.com/office/drawing/2014/main" id="{87BD2185-8DBE-4A53-9110-650A05C4AEC3}"/>
                  </a:ext>
                </a:extLst>
              </p:cNvPr>
              <p:cNvGrpSpPr/>
              <p:nvPr/>
            </p:nvGrpSpPr>
            <p:grpSpPr>
              <a:xfrm>
                <a:off x="93621" y="2798133"/>
                <a:ext cx="3937220" cy="623450"/>
                <a:chOff x="-2401375" y="1192275"/>
                <a:chExt cx="3937220" cy="623450"/>
              </a:xfrm>
            </p:grpSpPr>
            <p:sp>
              <p:nvSpPr>
                <p:cNvPr id="71" name="Freeform 915">
                  <a:extLst>
                    <a:ext uri="{FF2B5EF4-FFF2-40B4-BE49-F238E27FC236}">
                      <a16:creationId xmlns:a16="http://schemas.microsoft.com/office/drawing/2014/main" id="{F37F2C20-08FB-4794-914A-AD2BB82A92B0}"/>
                    </a:ext>
                  </a:extLst>
                </p:cNvPr>
                <p:cNvSpPr>
                  <a:spLocks noChangeAspect="1" noEditPoints="1"/>
                </p:cNvSpPr>
                <p:nvPr/>
              </p:nvSpPr>
              <p:spPr bwMode="auto">
                <a:xfrm>
                  <a:off x="1018740" y="1192275"/>
                  <a:ext cx="517105" cy="623450"/>
                </a:xfrm>
                <a:custGeom>
                  <a:avLst/>
                  <a:gdLst>
                    <a:gd name="T0" fmla="*/ 224 w 256"/>
                    <a:gd name="T1" fmla="*/ 240 h 312"/>
                    <a:gd name="T2" fmla="*/ 199 w 256"/>
                    <a:gd name="T3" fmla="*/ 32 h 312"/>
                    <a:gd name="T4" fmla="*/ 188 w 256"/>
                    <a:gd name="T5" fmla="*/ 6 h 312"/>
                    <a:gd name="T6" fmla="*/ 67 w 256"/>
                    <a:gd name="T7" fmla="*/ 6 h 312"/>
                    <a:gd name="T8" fmla="*/ 56 w 256"/>
                    <a:gd name="T9" fmla="*/ 32 h 312"/>
                    <a:gd name="T10" fmla="*/ 32 w 256"/>
                    <a:gd name="T11" fmla="*/ 240 h 312"/>
                    <a:gd name="T12" fmla="*/ 12 w 256"/>
                    <a:gd name="T13" fmla="*/ 307 h 312"/>
                    <a:gd name="T14" fmla="*/ 234 w 256"/>
                    <a:gd name="T15" fmla="*/ 312 h 312"/>
                    <a:gd name="T16" fmla="*/ 244 w 256"/>
                    <a:gd name="T17" fmla="*/ 297 h 312"/>
                    <a:gd name="T18" fmla="*/ 132 w 256"/>
                    <a:gd name="T19" fmla="*/ 34 h 312"/>
                    <a:gd name="T20" fmla="*/ 177 w 256"/>
                    <a:gd name="T21" fmla="*/ 24 h 312"/>
                    <a:gd name="T22" fmla="*/ 109 w 256"/>
                    <a:gd name="T23" fmla="*/ 56 h 312"/>
                    <a:gd name="T24" fmla="*/ 123 w 256"/>
                    <a:gd name="T25" fmla="*/ 34 h 312"/>
                    <a:gd name="T26" fmla="*/ 53 w 256"/>
                    <a:gd name="T27" fmla="*/ 238 h 312"/>
                    <a:gd name="T28" fmla="*/ 108 w 256"/>
                    <a:gd name="T29" fmla="*/ 78 h 312"/>
                    <a:gd name="T30" fmla="*/ 203 w 256"/>
                    <a:gd name="T31" fmla="*/ 233 h 312"/>
                    <a:gd name="T32" fmla="*/ 218 w 256"/>
                    <a:gd name="T33" fmla="*/ 291 h 312"/>
                    <a:gd name="T34" fmla="*/ 163 w 256"/>
                    <a:gd name="T35" fmla="*/ 203 h 312"/>
                    <a:gd name="T36" fmla="*/ 157 w 256"/>
                    <a:gd name="T37" fmla="*/ 234 h 312"/>
                    <a:gd name="T38" fmla="*/ 133 w 256"/>
                    <a:gd name="T39" fmla="*/ 259 h 312"/>
                    <a:gd name="T40" fmla="*/ 122 w 256"/>
                    <a:gd name="T41" fmla="*/ 244 h 312"/>
                    <a:gd name="T42" fmla="*/ 89 w 256"/>
                    <a:gd name="T43" fmla="*/ 217 h 312"/>
                    <a:gd name="T44" fmla="*/ 122 w 256"/>
                    <a:gd name="T45" fmla="*/ 226 h 312"/>
                    <a:gd name="T46" fmla="*/ 133 w 256"/>
                    <a:gd name="T47" fmla="*/ 225 h 312"/>
                    <a:gd name="T48" fmla="*/ 140 w 256"/>
                    <a:gd name="T49" fmla="*/ 211 h 312"/>
                    <a:gd name="T50" fmla="*/ 122 w 256"/>
                    <a:gd name="T51" fmla="*/ 202 h 312"/>
                    <a:gd name="T52" fmla="*/ 95 w 256"/>
                    <a:gd name="T53" fmla="*/ 187 h 312"/>
                    <a:gd name="T54" fmla="*/ 98 w 256"/>
                    <a:gd name="T55" fmla="*/ 151 h 312"/>
                    <a:gd name="T56" fmla="*/ 122 w 256"/>
                    <a:gd name="T57" fmla="*/ 131 h 312"/>
                    <a:gd name="T58" fmla="*/ 133 w 256"/>
                    <a:gd name="T59" fmla="*/ 142 h 312"/>
                    <a:gd name="T60" fmla="*/ 157 w 256"/>
                    <a:gd name="T61" fmla="*/ 167 h 312"/>
                    <a:gd name="T62" fmla="*/ 128 w 256"/>
                    <a:gd name="T63" fmla="*/ 161 h 312"/>
                    <a:gd name="T64" fmla="*/ 112 w 256"/>
                    <a:gd name="T65" fmla="*/ 170 h 312"/>
                    <a:gd name="T66" fmla="*/ 122 w 256"/>
                    <a:gd name="T67" fmla="*/ 180 h 312"/>
                    <a:gd name="T68" fmla="*/ 154 w 256"/>
                    <a:gd name="T69" fmla="*/ 194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6" h="312">
                      <a:moveTo>
                        <a:pt x="244" y="297"/>
                      </a:moveTo>
                      <a:cubicBezTo>
                        <a:pt x="237" y="281"/>
                        <a:pt x="225" y="253"/>
                        <a:pt x="224" y="240"/>
                      </a:cubicBezTo>
                      <a:cubicBezTo>
                        <a:pt x="230" y="224"/>
                        <a:pt x="256" y="145"/>
                        <a:pt x="167" y="66"/>
                      </a:cubicBezTo>
                      <a:cubicBezTo>
                        <a:pt x="199" y="32"/>
                        <a:pt x="199" y="32"/>
                        <a:pt x="199" y="32"/>
                      </a:cubicBezTo>
                      <a:cubicBezTo>
                        <a:pt x="202" y="29"/>
                        <a:pt x="203" y="25"/>
                        <a:pt x="202" y="22"/>
                      </a:cubicBezTo>
                      <a:cubicBezTo>
                        <a:pt x="202" y="20"/>
                        <a:pt x="199" y="11"/>
                        <a:pt x="188" y="6"/>
                      </a:cubicBezTo>
                      <a:cubicBezTo>
                        <a:pt x="174" y="0"/>
                        <a:pt x="154" y="2"/>
                        <a:pt x="128" y="13"/>
                      </a:cubicBezTo>
                      <a:cubicBezTo>
                        <a:pt x="101" y="2"/>
                        <a:pt x="81" y="0"/>
                        <a:pt x="67" y="6"/>
                      </a:cubicBezTo>
                      <a:cubicBezTo>
                        <a:pt x="57" y="11"/>
                        <a:pt x="54" y="20"/>
                        <a:pt x="53" y="22"/>
                      </a:cubicBezTo>
                      <a:cubicBezTo>
                        <a:pt x="52" y="25"/>
                        <a:pt x="53" y="29"/>
                        <a:pt x="56" y="32"/>
                      </a:cubicBezTo>
                      <a:cubicBezTo>
                        <a:pt x="89" y="66"/>
                        <a:pt x="89" y="66"/>
                        <a:pt x="89" y="66"/>
                      </a:cubicBezTo>
                      <a:cubicBezTo>
                        <a:pt x="0" y="145"/>
                        <a:pt x="25" y="224"/>
                        <a:pt x="32" y="240"/>
                      </a:cubicBezTo>
                      <a:cubicBezTo>
                        <a:pt x="30" y="253"/>
                        <a:pt x="19" y="281"/>
                        <a:pt x="11" y="297"/>
                      </a:cubicBezTo>
                      <a:cubicBezTo>
                        <a:pt x="10" y="300"/>
                        <a:pt x="10" y="304"/>
                        <a:pt x="12" y="307"/>
                      </a:cubicBezTo>
                      <a:cubicBezTo>
                        <a:pt x="14" y="310"/>
                        <a:pt x="17" y="312"/>
                        <a:pt x="21" y="312"/>
                      </a:cubicBezTo>
                      <a:cubicBezTo>
                        <a:pt x="234" y="312"/>
                        <a:pt x="234" y="312"/>
                        <a:pt x="234" y="312"/>
                      </a:cubicBezTo>
                      <a:cubicBezTo>
                        <a:pt x="238" y="312"/>
                        <a:pt x="241" y="310"/>
                        <a:pt x="243" y="307"/>
                      </a:cubicBezTo>
                      <a:cubicBezTo>
                        <a:pt x="245" y="304"/>
                        <a:pt x="246" y="300"/>
                        <a:pt x="244" y="297"/>
                      </a:cubicBezTo>
                      <a:close/>
                      <a:moveTo>
                        <a:pt x="123" y="34"/>
                      </a:moveTo>
                      <a:cubicBezTo>
                        <a:pt x="126" y="35"/>
                        <a:pt x="129" y="35"/>
                        <a:pt x="132" y="34"/>
                      </a:cubicBezTo>
                      <a:cubicBezTo>
                        <a:pt x="132" y="34"/>
                        <a:pt x="132" y="34"/>
                        <a:pt x="132" y="34"/>
                      </a:cubicBezTo>
                      <a:cubicBezTo>
                        <a:pt x="157" y="23"/>
                        <a:pt x="171" y="23"/>
                        <a:pt x="177" y="24"/>
                      </a:cubicBezTo>
                      <a:cubicBezTo>
                        <a:pt x="147" y="56"/>
                        <a:pt x="147" y="56"/>
                        <a:pt x="147" y="56"/>
                      </a:cubicBezTo>
                      <a:cubicBezTo>
                        <a:pt x="109" y="56"/>
                        <a:pt x="109" y="56"/>
                        <a:pt x="109" y="56"/>
                      </a:cubicBezTo>
                      <a:cubicBezTo>
                        <a:pt x="79" y="25"/>
                        <a:pt x="79" y="25"/>
                        <a:pt x="79" y="25"/>
                      </a:cubicBezTo>
                      <a:cubicBezTo>
                        <a:pt x="84" y="23"/>
                        <a:pt x="97" y="22"/>
                        <a:pt x="123" y="34"/>
                      </a:cubicBezTo>
                      <a:close/>
                      <a:moveTo>
                        <a:pt x="37" y="291"/>
                      </a:moveTo>
                      <a:cubicBezTo>
                        <a:pt x="44" y="275"/>
                        <a:pt x="53" y="252"/>
                        <a:pt x="53" y="238"/>
                      </a:cubicBezTo>
                      <a:cubicBezTo>
                        <a:pt x="53" y="236"/>
                        <a:pt x="53" y="234"/>
                        <a:pt x="52" y="233"/>
                      </a:cubicBezTo>
                      <a:cubicBezTo>
                        <a:pt x="50" y="230"/>
                        <a:pt x="15" y="155"/>
                        <a:pt x="108" y="78"/>
                      </a:cubicBezTo>
                      <a:cubicBezTo>
                        <a:pt x="147" y="78"/>
                        <a:pt x="147" y="78"/>
                        <a:pt x="147" y="78"/>
                      </a:cubicBezTo>
                      <a:cubicBezTo>
                        <a:pt x="240" y="155"/>
                        <a:pt x="205" y="230"/>
                        <a:pt x="203" y="233"/>
                      </a:cubicBezTo>
                      <a:cubicBezTo>
                        <a:pt x="203" y="234"/>
                        <a:pt x="202" y="236"/>
                        <a:pt x="202" y="238"/>
                      </a:cubicBezTo>
                      <a:cubicBezTo>
                        <a:pt x="202" y="252"/>
                        <a:pt x="211" y="275"/>
                        <a:pt x="218" y="291"/>
                      </a:cubicBezTo>
                      <a:lnTo>
                        <a:pt x="37" y="291"/>
                      </a:lnTo>
                      <a:close/>
                      <a:moveTo>
                        <a:pt x="163" y="203"/>
                      </a:moveTo>
                      <a:cubicBezTo>
                        <a:pt x="165" y="207"/>
                        <a:pt x="166" y="210"/>
                        <a:pt x="166" y="215"/>
                      </a:cubicBezTo>
                      <a:cubicBezTo>
                        <a:pt x="166" y="223"/>
                        <a:pt x="163" y="230"/>
                        <a:pt x="157" y="234"/>
                      </a:cubicBezTo>
                      <a:cubicBezTo>
                        <a:pt x="151" y="239"/>
                        <a:pt x="143" y="242"/>
                        <a:pt x="133" y="243"/>
                      </a:cubicBezTo>
                      <a:cubicBezTo>
                        <a:pt x="133" y="259"/>
                        <a:pt x="133" y="259"/>
                        <a:pt x="133" y="259"/>
                      </a:cubicBezTo>
                      <a:cubicBezTo>
                        <a:pt x="122" y="259"/>
                        <a:pt x="122" y="259"/>
                        <a:pt x="122" y="259"/>
                      </a:cubicBezTo>
                      <a:cubicBezTo>
                        <a:pt x="122" y="244"/>
                        <a:pt x="122" y="244"/>
                        <a:pt x="122" y="244"/>
                      </a:cubicBezTo>
                      <a:cubicBezTo>
                        <a:pt x="110" y="243"/>
                        <a:pt x="99" y="241"/>
                        <a:pt x="89" y="237"/>
                      </a:cubicBezTo>
                      <a:cubicBezTo>
                        <a:pt x="89" y="217"/>
                        <a:pt x="89" y="217"/>
                        <a:pt x="89" y="217"/>
                      </a:cubicBezTo>
                      <a:cubicBezTo>
                        <a:pt x="94" y="219"/>
                        <a:pt x="99" y="221"/>
                        <a:pt x="105" y="223"/>
                      </a:cubicBezTo>
                      <a:cubicBezTo>
                        <a:pt x="112" y="224"/>
                        <a:pt x="117" y="225"/>
                        <a:pt x="122" y="226"/>
                      </a:cubicBezTo>
                      <a:cubicBezTo>
                        <a:pt x="122" y="226"/>
                        <a:pt x="125" y="226"/>
                        <a:pt x="128" y="226"/>
                      </a:cubicBezTo>
                      <a:cubicBezTo>
                        <a:pt x="130" y="226"/>
                        <a:pt x="133" y="225"/>
                        <a:pt x="133" y="225"/>
                      </a:cubicBezTo>
                      <a:cubicBezTo>
                        <a:pt x="140" y="224"/>
                        <a:pt x="143" y="221"/>
                        <a:pt x="143" y="216"/>
                      </a:cubicBezTo>
                      <a:cubicBezTo>
                        <a:pt x="143" y="214"/>
                        <a:pt x="142" y="212"/>
                        <a:pt x="140" y="211"/>
                      </a:cubicBezTo>
                      <a:cubicBezTo>
                        <a:pt x="139" y="209"/>
                        <a:pt x="136" y="208"/>
                        <a:pt x="133" y="206"/>
                      </a:cubicBezTo>
                      <a:cubicBezTo>
                        <a:pt x="122" y="202"/>
                        <a:pt x="122" y="202"/>
                        <a:pt x="122" y="202"/>
                      </a:cubicBezTo>
                      <a:cubicBezTo>
                        <a:pt x="117" y="200"/>
                        <a:pt x="117" y="200"/>
                        <a:pt x="117" y="200"/>
                      </a:cubicBezTo>
                      <a:cubicBezTo>
                        <a:pt x="107" y="196"/>
                        <a:pt x="100" y="192"/>
                        <a:pt x="95" y="187"/>
                      </a:cubicBezTo>
                      <a:cubicBezTo>
                        <a:pt x="91" y="182"/>
                        <a:pt x="89" y="177"/>
                        <a:pt x="89" y="170"/>
                      </a:cubicBezTo>
                      <a:cubicBezTo>
                        <a:pt x="89" y="162"/>
                        <a:pt x="92" y="156"/>
                        <a:pt x="98" y="151"/>
                      </a:cubicBezTo>
                      <a:cubicBezTo>
                        <a:pt x="104" y="147"/>
                        <a:pt x="112" y="144"/>
                        <a:pt x="122" y="143"/>
                      </a:cubicBezTo>
                      <a:cubicBezTo>
                        <a:pt x="122" y="131"/>
                        <a:pt x="122" y="131"/>
                        <a:pt x="122" y="131"/>
                      </a:cubicBezTo>
                      <a:cubicBezTo>
                        <a:pt x="133" y="131"/>
                        <a:pt x="133" y="131"/>
                        <a:pt x="133" y="131"/>
                      </a:cubicBezTo>
                      <a:cubicBezTo>
                        <a:pt x="133" y="142"/>
                        <a:pt x="133" y="142"/>
                        <a:pt x="133" y="142"/>
                      </a:cubicBezTo>
                      <a:cubicBezTo>
                        <a:pt x="144" y="143"/>
                        <a:pt x="155" y="145"/>
                        <a:pt x="164" y="149"/>
                      </a:cubicBezTo>
                      <a:cubicBezTo>
                        <a:pt x="157" y="167"/>
                        <a:pt x="157" y="167"/>
                        <a:pt x="157" y="167"/>
                      </a:cubicBezTo>
                      <a:cubicBezTo>
                        <a:pt x="149" y="164"/>
                        <a:pt x="141" y="162"/>
                        <a:pt x="133" y="161"/>
                      </a:cubicBezTo>
                      <a:cubicBezTo>
                        <a:pt x="133" y="161"/>
                        <a:pt x="131" y="161"/>
                        <a:pt x="128" y="161"/>
                      </a:cubicBezTo>
                      <a:cubicBezTo>
                        <a:pt x="125" y="161"/>
                        <a:pt x="122" y="162"/>
                        <a:pt x="122" y="162"/>
                      </a:cubicBezTo>
                      <a:cubicBezTo>
                        <a:pt x="116" y="163"/>
                        <a:pt x="112" y="165"/>
                        <a:pt x="112" y="170"/>
                      </a:cubicBezTo>
                      <a:cubicBezTo>
                        <a:pt x="112" y="172"/>
                        <a:pt x="113" y="174"/>
                        <a:pt x="115" y="175"/>
                      </a:cubicBezTo>
                      <a:cubicBezTo>
                        <a:pt x="116" y="177"/>
                        <a:pt x="119" y="178"/>
                        <a:pt x="122" y="180"/>
                      </a:cubicBezTo>
                      <a:cubicBezTo>
                        <a:pt x="133" y="184"/>
                        <a:pt x="133" y="184"/>
                        <a:pt x="133" y="184"/>
                      </a:cubicBezTo>
                      <a:cubicBezTo>
                        <a:pt x="143" y="188"/>
                        <a:pt x="150" y="191"/>
                        <a:pt x="154" y="194"/>
                      </a:cubicBezTo>
                      <a:cubicBezTo>
                        <a:pt x="158" y="197"/>
                        <a:pt x="161" y="200"/>
                        <a:pt x="163" y="203"/>
                      </a:cubicBezTo>
                      <a:close/>
                    </a:path>
                  </a:pathLst>
                </a:custGeom>
                <a:solidFill>
                  <a:srgbClr val="43B02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latin typeface="Aptos" panose="020B0004020202020204" pitchFamily="34" charset="0"/>
                  </a:endParaRPr>
                </a:p>
              </p:txBody>
            </p:sp>
            <p:sp>
              <p:nvSpPr>
                <p:cNvPr id="72" name="Rectangle 71">
                  <a:extLst>
                    <a:ext uri="{FF2B5EF4-FFF2-40B4-BE49-F238E27FC236}">
                      <a16:creationId xmlns:a16="http://schemas.microsoft.com/office/drawing/2014/main" id="{AC12BF62-57A5-4BA6-A79C-F95F03328D4A}"/>
                    </a:ext>
                  </a:extLst>
                </p:cNvPr>
                <p:cNvSpPr/>
                <p:nvPr/>
              </p:nvSpPr>
              <p:spPr>
                <a:xfrm>
                  <a:off x="-80913" y="1241107"/>
                  <a:ext cx="720883" cy="507041"/>
                </a:xfrm>
                <a:prstGeom prst="rect">
                  <a:avLst/>
                </a:prstGeom>
              </p:spPr>
              <p:txBody>
                <a:bodyPr wrap="none">
                  <a:spAutoFit/>
                </a:bodyPr>
                <a:lstStyle/>
                <a:p>
                  <a:pPr defTabSz="742969">
                    <a:defRPr/>
                  </a:pPr>
                  <a:r>
                    <a:rPr lang="en-US" sz="1300" b="1" dirty="0">
                      <a:solidFill>
                        <a:srgbClr val="43B02A"/>
                      </a:solidFill>
                      <a:latin typeface="Aptos" panose="020B0004020202020204" pitchFamily="34" charset="0"/>
                    </a:rPr>
                    <a:t>Lorem </a:t>
                  </a:r>
                  <a:endParaRPr lang="hu-HU" sz="1300" b="1" dirty="0">
                    <a:solidFill>
                      <a:srgbClr val="43B02A"/>
                    </a:solidFill>
                    <a:latin typeface="Aptos" panose="020B0004020202020204" pitchFamily="34" charset="0"/>
                  </a:endParaRPr>
                </a:p>
                <a:p>
                  <a:pPr defTabSz="742969">
                    <a:defRPr/>
                  </a:pPr>
                  <a:r>
                    <a:rPr lang="en-US" sz="1300" b="1" dirty="0">
                      <a:solidFill>
                        <a:srgbClr val="43B02A"/>
                      </a:solidFill>
                      <a:latin typeface="Aptos" panose="020B0004020202020204" pitchFamily="34" charset="0"/>
                    </a:rPr>
                    <a:t>ipsum</a:t>
                  </a:r>
                </a:p>
              </p:txBody>
            </p:sp>
            <p:sp>
              <p:nvSpPr>
                <p:cNvPr id="73" name="Rectangle 72">
                  <a:extLst>
                    <a:ext uri="{FF2B5EF4-FFF2-40B4-BE49-F238E27FC236}">
                      <a16:creationId xmlns:a16="http://schemas.microsoft.com/office/drawing/2014/main" id="{50C42B8C-7B2A-4510-8D4A-D7D635822455}"/>
                    </a:ext>
                  </a:extLst>
                </p:cNvPr>
                <p:cNvSpPr/>
                <p:nvPr/>
              </p:nvSpPr>
              <p:spPr>
                <a:xfrm>
                  <a:off x="-2401375" y="1270984"/>
                  <a:ext cx="2469438" cy="475351"/>
                </a:xfrm>
                <a:prstGeom prst="rect">
                  <a:avLst/>
                </a:prstGeom>
              </p:spPr>
              <p:txBody>
                <a:bodyPr wrap="square">
                  <a:spAutoFit/>
                </a:bodyPr>
                <a:lstStyle/>
                <a:p>
                  <a:pPr defTabSz="742969">
                    <a:defRPr/>
                  </a:pPr>
                  <a:r>
                    <a:rPr lang="en-US" sz="1200" dirty="0">
                      <a:solidFill>
                        <a:prstClr val="black"/>
                      </a:solidFill>
                      <a:latin typeface="Aptos" panose="020B0004020202020204" pitchFamily="34" charset="0"/>
                    </a:rPr>
                    <a:t>Lorem ipsum dolor sit </a:t>
                  </a:r>
                  <a:r>
                    <a:rPr lang="en-US" sz="1200" dirty="0" err="1">
                      <a:solidFill>
                        <a:prstClr val="black"/>
                      </a:solidFill>
                      <a:latin typeface="Aptos" panose="020B0004020202020204" pitchFamily="34" charset="0"/>
                    </a:rPr>
                    <a:t>amet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consectetur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adipiscing</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elit</a:t>
                  </a:r>
                  <a:endParaRPr lang="en-US" sz="1200" b="1" dirty="0">
                    <a:solidFill>
                      <a:prstClr val="black"/>
                    </a:solidFill>
                    <a:latin typeface="Aptos" panose="020B0004020202020204" pitchFamily="34" charset="0"/>
                  </a:endParaRPr>
                </a:p>
              </p:txBody>
            </p:sp>
          </p:grpSp>
        </p:grpSp>
        <p:grpSp>
          <p:nvGrpSpPr>
            <p:cNvPr id="74" name="Group 73">
              <a:extLst>
                <a:ext uri="{FF2B5EF4-FFF2-40B4-BE49-F238E27FC236}">
                  <a16:creationId xmlns:a16="http://schemas.microsoft.com/office/drawing/2014/main" id="{2DE20407-423A-4CC8-8908-04B388496EC7}"/>
                </a:ext>
              </a:extLst>
            </p:cNvPr>
            <p:cNvGrpSpPr/>
            <p:nvPr/>
          </p:nvGrpSpPr>
          <p:grpSpPr>
            <a:xfrm>
              <a:off x="572494" y="4033977"/>
              <a:ext cx="4655892" cy="1538514"/>
              <a:chOff x="0" y="4081685"/>
              <a:chExt cx="4655892" cy="1538514"/>
            </a:xfrm>
          </p:grpSpPr>
          <p:sp>
            <p:nvSpPr>
              <p:cNvPr id="75" name="Hexagon 74">
                <a:extLst>
                  <a:ext uri="{FF2B5EF4-FFF2-40B4-BE49-F238E27FC236}">
                    <a16:creationId xmlns:a16="http://schemas.microsoft.com/office/drawing/2014/main" id="{CE33143E-0943-4436-B249-638EC6D25ED5}"/>
                  </a:ext>
                </a:extLst>
              </p:cNvPr>
              <p:cNvSpPr/>
              <p:nvPr/>
            </p:nvSpPr>
            <p:spPr bwMode="gray">
              <a:xfrm>
                <a:off x="2871216" y="4081685"/>
                <a:ext cx="1784676" cy="1538514"/>
              </a:xfrm>
              <a:prstGeom prst="hexagon">
                <a:avLst/>
              </a:prstGeom>
              <a:solidFill>
                <a:schemeClr val="accent4"/>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nvGrpSpPr>
              <p:cNvPr id="76" name="Group 75">
                <a:extLst>
                  <a:ext uri="{FF2B5EF4-FFF2-40B4-BE49-F238E27FC236}">
                    <a16:creationId xmlns:a16="http://schemas.microsoft.com/office/drawing/2014/main" id="{3590B9B8-FDB8-4F18-B96F-B1DBEEBAA723}"/>
                  </a:ext>
                </a:extLst>
              </p:cNvPr>
              <p:cNvGrpSpPr/>
              <p:nvPr/>
            </p:nvGrpSpPr>
            <p:grpSpPr>
              <a:xfrm>
                <a:off x="0" y="4316515"/>
                <a:ext cx="4398227" cy="1068855"/>
                <a:chOff x="-23882" y="2955804"/>
                <a:chExt cx="4398227" cy="1068855"/>
              </a:xfrm>
            </p:grpSpPr>
            <p:sp>
              <p:nvSpPr>
                <p:cNvPr id="77" name="Pentagon 34">
                  <a:extLst>
                    <a:ext uri="{FF2B5EF4-FFF2-40B4-BE49-F238E27FC236}">
                      <a16:creationId xmlns:a16="http://schemas.microsoft.com/office/drawing/2014/main" id="{D723A76E-43EB-4D08-956B-C13DA946C7BE}"/>
                    </a:ext>
                  </a:extLst>
                </p:cNvPr>
                <p:cNvSpPr/>
                <p:nvPr/>
              </p:nvSpPr>
              <p:spPr bwMode="gray">
                <a:xfrm>
                  <a:off x="-23882" y="2955804"/>
                  <a:ext cx="4398227" cy="1068855"/>
                </a:xfrm>
                <a:prstGeom prst="homePlate">
                  <a:avLst>
                    <a:gd name="adj" fmla="val 29778"/>
                  </a:avLst>
                </a:prstGeom>
                <a:ln>
                  <a:noFill/>
                  <a:headEnd/>
                  <a:tailEnd/>
                </a:ln>
                <a:effectLst/>
              </p:spPr>
              <p:style>
                <a:lnRef idx="2">
                  <a:schemeClr val="accent1"/>
                </a:lnRef>
                <a:fillRef idx="1">
                  <a:schemeClr val="lt1"/>
                </a:fillRef>
                <a:effectRef idx="0">
                  <a:schemeClr val="accent1"/>
                </a:effectRef>
                <a:fontRef idx="minor">
                  <a:schemeClr val="dk1"/>
                </a:fontRef>
              </p:style>
              <p:txBody>
                <a:bodyPr wrap="square" lIns="72231" tIns="72231" rIns="72231" bIns="72231" rtlCol="0" anchor="ctr"/>
                <a:lstStyle/>
                <a:p>
                  <a:pPr algn="ctr" defTabSz="742969">
                    <a:lnSpc>
                      <a:spcPct val="106000"/>
                    </a:lnSpc>
                    <a:defRPr/>
                  </a:pPr>
                  <a:endParaRPr lang="en-US" sz="1200" b="1" dirty="0">
                    <a:solidFill>
                      <a:prstClr val="white"/>
                    </a:solidFill>
                    <a:latin typeface="Aptos" panose="020B0004020202020204" pitchFamily="34" charset="0"/>
                  </a:endParaRPr>
                </a:p>
              </p:txBody>
            </p:sp>
            <p:grpSp>
              <p:nvGrpSpPr>
                <p:cNvPr id="78" name="Group 77">
                  <a:extLst>
                    <a:ext uri="{FF2B5EF4-FFF2-40B4-BE49-F238E27FC236}">
                      <a16:creationId xmlns:a16="http://schemas.microsoft.com/office/drawing/2014/main" id="{0E08AF36-E332-4193-B5D2-E155F07A1FC6}"/>
                    </a:ext>
                  </a:extLst>
                </p:cNvPr>
                <p:cNvGrpSpPr/>
                <p:nvPr/>
              </p:nvGrpSpPr>
              <p:grpSpPr>
                <a:xfrm>
                  <a:off x="93621" y="3197843"/>
                  <a:ext cx="3041345" cy="507041"/>
                  <a:chOff x="-2401375" y="1241107"/>
                  <a:chExt cx="3041345" cy="507041"/>
                </a:xfrm>
              </p:grpSpPr>
              <p:sp>
                <p:nvSpPr>
                  <p:cNvPr id="79" name="Rectangle 78">
                    <a:extLst>
                      <a:ext uri="{FF2B5EF4-FFF2-40B4-BE49-F238E27FC236}">
                        <a16:creationId xmlns:a16="http://schemas.microsoft.com/office/drawing/2014/main" id="{7AED8F5C-E015-4727-AB14-A26513902A17}"/>
                      </a:ext>
                    </a:extLst>
                  </p:cNvPr>
                  <p:cNvSpPr/>
                  <p:nvPr/>
                </p:nvSpPr>
                <p:spPr>
                  <a:xfrm>
                    <a:off x="-80913" y="1241107"/>
                    <a:ext cx="720883" cy="507041"/>
                  </a:xfrm>
                  <a:prstGeom prst="rect">
                    <a:avLst/>
                  </a:prstGeom>
                </p:spPr>
                <p:txBody>
                  <a:bodyPr wrap="none">
                    <a:spAutoFit/>
                  </a:bodyPr>
                  <a:lstStyle/>
                  <a:p>
                    <a:pPr defTabSz="742969">
                      <a:defRPr/>
                    </a:pPr>
                    <a:r>
                      <a:rPr lang="en-US" sz="1300" b="1" dirty="0">
                        <a:solidFill>
                          <a:srgbClr val="046A38"/>
                        </a:solidFill>
                        <a:latin typeface="Aptos" panose="020B0004020202020204" pitchFamily="34" charset="0"/>
                      </a:rPr>
                      <a:t>Lorem </a:t>
                    </a:r>
                    <a:endParaRPr lang="hu-HU" sz="1300" b="1" dirty="0">
                      <a:solidFill>
                        <a:srgbClr val="046A38"/>
                      </a:solidFill>
                      <a:latin typeface="Aptos" panose="020B0004020202020204" pitchFamily="34" charset="0"/>
                    </a:endParaRPr>
                  </a:p>
                  <a:p>
                    <a:pPr defTabSz="742969">
                      <a:defRPr/>
                    </a:pPr>
                    <a:r>
                      <a:rPr lang="en-US" sz="1300" b="1" dirty="0">
                        <a:solidFill>
                          <a:srgbClr val="046A38"/>
                        </a:solidFill>
                        <a:latin typeface="Aptos" panose="020B0004020202020204" pitchFamily="34" charset="0"/>
                      </a:rPr>
                      <a:t>ipsum</a:t>
                    </a:r>
                  </a:p>
                </p:txBody>
              </p:sp>
              <p:sp>
                <p:nvSpPr>
                  <p:cNvPr id="80" name="Rectangle 79">
                    <a:extLst>
                      <a:ext uri="{FF2B5EF4-FFF2-40B4-BE49-F238E27FC236}">
                        <a16:creationId xmlns:a16="http://schemas.microsoft.com/office/drawing/2014/main" id="{30E44304-0535-40DD-B022-152C1A673A86}"/>
                      </a:ext>
                    </a:extLst>
                  </p:cNvPr>
                  <p:cNvSpPr/>
                  <p:nvPr/>
                </p:nvSpPr>
                <p:spPr>
                  <a:xfrm>
                    <a:off x="-2401375" y="1270984"/>
                    <a:ext cx="2469438" cy="475351"/>
                  </a:xfrm>
                  <a:prstGeom prst="rect">
                    <a:avLst/>
                  </a:prstGeom>
                </p:spPr>
                <p:txBody>
                  <a:bodyPr wrap="square">
                    <a:spAutoFit/>
                  </a:bodyPr>
                  <a:lstStyle/>
                  <a:p>
                    <a:pPr defTabSz="742969">
                      <a:defRPr/>
                    </a:pPr>
                    <a:r>
                      <a:rPr lang="en-US" sz="1200" dirty="0">
                        <a:solidFill>
                          <a:prstClr val="black"/>
                        </a:solidFill>
                        <a:latin typeface="Aptos" panose="020B0004020202020204" pitchFamily="34" charset="0"/>
                      </a:rPr>
                      <a:t>Lorem ipsum dolor sit </a:t>
                    </a:r>
                    <a:r>
                      <a:rPr lang="en-US" sz="1200" dirty="0" err="1">
                        <a:solidFill>
                          <a:prstClr val="black"/>
                        </a:solidFill>
                        <a:latin typeface="Aptos" panose="020B0004020202020204" pitchFamily="34" charset="0"/>
                      </a:rPr>
                      <a:t>amet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consectetur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adipiscing</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elit</a:t>
                    </a:r>
                    <a:endParaRPr lang="en-US" sz="1200" b="1" dirty="0">
                      <a:solidFill>
                        <a:prstClr val="black"/>
                      </a:solidFill>
                      <a:latin typeface="Aptos" panose="020B0004020202020204" pitchFamily="34" charset="0"/>
                    </a:endParaRPr>
                  </a:p>
                </p:txBody>
              </p:sp>
            </p:grpSp>
          </p:grpSp>
        </p:grpSp>
        <p:sp>
          <p:nvSpPr>
            <p:cNvPr id="81" name="Freeform 764">
              <a:extLst>
                <a:ext uri="{FF2B5EF4-FFF2-40B4-BE49-F238E27FC236}">
                  <a16:creationId xmlns:a16="http://schemas.microsoft.com/office/drawing/2014/main" id="{ADA2E4B0-D33E-46A6-A464-DD7141CD4831}"/>
                </a:ext>
              </a:extLst>
            </p:cNvPr>
            <p:cNvSpPr>
              <a:spLocks noChangeAspect="1" noEditPoints="1"/>
            </p:cNvSpPr>
            <p:nvPr/>
          </p:nvSpPr>
          <p:spPr bwMode="auto">
            <a:xfrm>
              <a:off x="4117767" y="4510846"/>
              <a:ext cx="426443" cy="579525"/>
            </a:xfrm>
            <a:custGeom>
              <a:avLst/>
              <a:gdLst>
                <a:gd name="T0" fmla="*/ 11 w 235"/>
                <a:gd name="T1" fmla="*/ 0 h 320"/>
                <a:gd name="T2" fmla="*/ 0 w 235"/>
                <a:gd name="T3" fmla="*/ 309 h 320"/>
                <a:gd name="T4" fmla="*/ 224 w 235"/>
                <a:gd name="T5" fmla="*/ 320 h 320"/>
                <a:gd name="T6" fmla="*/ 235 w 235"/>
                <a:gd name="T7" fmla="*/ 10 h 320"/>
                <a:gd name="T8" fmla="*/ 214 w 235"/>
                <a:gd name="T9" fmla="*/ 298 h 320"/>
                <a:gd name="T10" fmla="*/ 22 w 235"/>
                <a:gd name="T11" fmla="*/ 21 h 320"/>
                <a:gd name="T12" fmla="*/ 214 w 235"/>
                <a:gd name="T13" fmla="*/ 298 h 320"/>
                <a:gd name="T14" fmla="*/ 182 w 235"/>
                <a:gd name="T15" fmla="*/ 106 h 320"/>
                <a:gd name="T16" fmla="*/ 192 w 235"/>
                <a:gd name="T17" fmla="*/ 53 h 320"/>
                <a:gd name="T18" fmla="*/ 54 w 235"/>
                <a:gd name="T19" fmla="*/ 42 h 320"/>
                <a:gd name="T20" fmla="*/ 43 w 235"/>
                <a:gd name="T21" fmla="*/ 96 h 320"/>
                <a:gd name="T22" fmla="*/ 64 w 235"/>
                <a:gd name="T23" fmla="*/ 64 h 320"/>
                <a:gd name="T24" fmla="*/ 171 w 235"/>
                <a:gd name="T25" fmla="*/ 85 h 320"/>
                <a:gd name="T26" fmla="*/ 64 w 235"/>
                <a:gd name="T27" fmla="*/ 64 h 320"/>
                <a:gd name="T28" fmla="*/ 54 w 235"/>
                <a:gd name="T29" fmla="*/ 128 h 320"/>
                <a:gd name="T30" fmla="*/ 54 w 235"/>
                <a:gd name="T31" fmla="*/ 149 h 320"/>
                <a:gd name="T32" fmla="*/ 107 w 235"/>
                <a:gd name="T33" fmla="*/ 138 h 320"/>
                <a:gd name="T34" fmla="*/ 86 w 235"/>
                <a:gd name="T35" fmla="*/ 138 h 320"/>
                <a:gd name="T36" fmla="*/ 107 w 235"/>
                <a:gd name="T37" fmla="*/ 138 h 320"/>
                <a:gd name="T38" fmla="*/ 139 w 235"/>
                <a:gd name="T39" fmla="*/ 149 h 320"/>
                <a:gd name="T40" fmla="*/ 139 w 235"/>
                <a:gd name="T41" fmla="*/ 128 h 320"/>
                <a:gd name="T42" fmla="*/ 192 w 235"/>
                <a:gd name="T43" fmla="*/ 138 h 320"/>
                <a:gd name="T44" fmla="*/ 171 w 235"/>
                <a:gd name="T45" fmla="*/ 138 h 320"/>
                <a:gd name="T46" fmla="*/ 192 w 235"/>
                <a:gd name="T47" fmla="*/ 138 h 320"/>
                <a:gd name="T48" fmla="*/ 54 w 235"/>
                <a:gd name="T49" fmla="*/ 170 h 320"/>
                <a:gd name="T50" fmla="*/ 54 w 235"/>
                <a:gd name="T51" fmla="*/ 192 h 320"/>
                <a:gd name="T52" fmla="*/ 107 w 235"/>
                <a:gd name="T53" fmla="*/ 181 h 320"/>
                <a:gd name="T54" fmla="*/ 86 w 235"/>
                <a:gd name="T55" fmla="*/ 181 h 320"/>
                <a:gd name="T56" fmla="*/ 107 w 235"/>
                <a:gd name="T57" fmla="*/ 181 h 320"/>
                <a:gd name="T58" fmla="*/ 139 w 235"/>
                <a:gd name="T59" fmla="*/ 192 h 320"/>
                <a:gd name="T60" fmla="*/ 139 w 235"/>
                <a:gd name="T61" fmla="*/ 170 h 320"/>
                <a:gd name="T62" fmla="*/ 192 w 235"/>
                <a:gd name="T63" fmla="*/ 181 h 320"/>
                <a:gd name="T64" fmla="*/ 171 w 235"/>
                <a:gd name="T65" fmla="*/ 181 h 320"/>
                <a:gd name="T66" fmla="*/ 192 w 235"/>
                <a:gd name="T67" fmla="*/ 181 h 320"/>
                <a:gd name="T68" fmla="*/ 54 w 235"/>
                <a:gd name="T69" fmla="*/ 213 h 320"/>
                <a:gd name="T70" fmla="*/ 54 w 235"/>
                <a:gd name="T71" fmla="*/ 234 h 320"/>
                <a:gd name="T72" fmla="*/ 107 w 235"/>
                <a:gd name="T73" fmla="*/ 224 h 320"/>
                <a:gd name="T74" fmla="*/ 86 w 235"/>
                <a:gd name="T75" fmla="*/ 224 h 320"/>
                <a:gd name="T76" fmla="*/ 107 w 235"/>
                <a:gd name="T77" fmla="*/ 224 h 320"/>
                <a:gd name="T78" fmla="*/ 139 w 235"/>
                <a:gd name="T79" fmla="*/ 234 h 320"/>
                <a:gd name="T80" fmla="*/ 139 w 235"/>
                <a:gd name="T81" fmla="*/ 213 h 320"/>
                <a:gd name="T82" fmla="*/ 192 w 235"/>
                <a:gd name="T83" fmla="*/ 224 h 320"/>
                <a:gd name="T84" fmla="*/ 182 w 235"/>
                <a:gd name="T85" fmla="*/ 277 h 320"/>
                <a:gd name="T86" fmla="*/ 171 w 235"/>
                <a:gd name="T87" fmla="*/ 224 h 320"/>
                <a:gd name="T88" fmla="*/ 192 w 235"/>
                <a:gd name="T89" fmla="*/ 224 h 320"/>
                <a:gd name="T90" fmla="*/ 54 w 235"/>
                <a:gd name="T91" fmla="*/ 256 h 320"/>
                <a:gd name="T92" fmla="*/ 54 w 235"/>
                <a:gd name="T93" fmla="*/ 277 h 320"/>
                <a:gd name="T94" fmla="*/ 107 w 235"/>
                <a:gd name="T95" fmla="*/ 266 h 320"/>
                <a:gd name="T96" fmla="*/ 86 w 235"/>
                <a:gd name="T97" fmla="*/ 266 h 320"/>
                <a:gd name="T98" fmla="*/ 107 w 235"/>
                <a:gd name="T99" fmla="*/ 266 h 320"/>
                <a:gd name="T100" fmla="*/ 139 w 235"/>
                <a:gd name="T101" fmla="*/ 277 h 320"/>
                <a:gd name="T102" fmla="*/ 139 w 235"/>
                <a:gd name="T103" fmla="*/ 2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5" h="320">
                  <a:moveTo>
                    <a:pt x="224" y="0"/>
                  </a:move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10"/>
                    <a:pt x="235" y="10"/>
                    <a:pt x="235" y="10"/>
                  </a:cubicBezTo>
                  <a:cubicBezTo>
                    <a:pt x="235" y="4"/>
                    <a:pt x="230" y="0"/>
                    <a:pt x="224" y="0"/>
                  </a:cubicBezTo>
                  <a:close/>
                  <a:moveTo>
                    <a:pt x="214" y="298"/>
                  </a:moveTo>
                  <a:cubicBezTo>
                    <a:pt x="22" y="298"/>
                    <a:pt x="22" y="298"/>
                    <a:pt x="22" y="298"/>
                  </a:cubicBezTo>
                  <a:cubicBezTo>
                    <a:pt x="22" y="21"/>
                    <a:pt x="22" y="21"/>
                    <a:pt x="22" y="21"/>
                  </a:cubicBezTo>
                  <a:cubicBezTo>
                    <a:pt x="214" y="21"/>
                    <a:pt x="214" y="21"/>
                    <a:pt x="214" y="21"/>
                  </a:cubicBezTo>
                  <a:lnTo>
                    <a:pt x="214" y="298"/>
                  </a:lnTo>
                  <a:close/>
                  <a:moveTo>
                    <a:pt x="54" y="106"/>
                  </a:moveTo>
                  <a:cubicBezTo>
                    <a:pt x="182" y="106"/>
                    <a:pt x="182" y="106"/>
                    <a:pt x="182" y="106"/>
                  </a:cubicBezTo>
                  <a:cubicBezTo>
                    <a:pt x="188" y="106"/>
                    <a:pt x="192" y="102"/>
                    <a:pt x="192" y="96"/>
                  </a:cubicBezTo>
                  <a:cubicBezTo>
                    <a:pt x="192" y="53"/>
                    <a:pt x="192" y="53"/>
                    <a:pt x="192" y="53"/>
                  </a:cubicBezTo>
                  <a:cubicBezTo>
                    <a:pt x="192" y="47"/>
                    <a:pt x="188" y="42"/>
                    <a:pt x="182" y="42"/>
                  </a:cubicBezTo>
                  <a:cubicBezTo>
                    <a:pt x="54" y="42"/>
                    <a:pt x="54" y="42"/>
                    <a:pt x="54" y="42"/>
                  </a:cubicBezTo>
                  <a:cubicBezTo>
                    <a:pt x="48" y="42"/>
                    <a:pt x="43" y="47"/>
                    <a:pt x="43" y="53"/>
                  </a:cubicBezTo>
                  <a:cubicBezTo>
                    <a:pt x="43" y="96"/>
                    <a:pt x="43" y="96"/>
                    <a:pt x="43" y="96"/>
                  </a:cubicBezTo>
                  <a:cubicBezTo>
                    <a:pt x="43" y="102"/>
                    <a:pt x="48" y="106"/>
                    <a:pt x="54" y="106"/>
                  </a:cubicBezTo>
                  <a:close/>
                  <a:moveTo>
                    <a:pt x="64" y="64"/>
                  </a:moveTo>
                  <a:cubicBezTo>
                    <a:pt x="171" y="64"/>
                    <a:pt x="171" y="64"/>
                    <a:pt x="171" y="64"/>
                  </a:cubicBezTo>
                  <a:cubicBezTo>
                    <a:pt x="171" y="85"/>
                    <a:pt x="171" y="85"/>
                    <a:pt x="171" y="85"/>
                  </a:cubicBezTo>
                  <a:cubicBezTo>
                    <a:pt x="64" y="85"/>
                    <a:pt x="64" y="85"/>
                    <a:pt x="64" y="85"/>
                  </a:cubicBezTo>
                  <a:lnTo>
                    <a:pt x="64" y="64"/>
                  </a:lnTo>
                  <a:close/>
                  <a:moveTo>
                    <a:pt x="43" y="138"/>
                  </a:moveTo>
                  <a:cubicBezTo>
                    <a:pt x="43" y="132"/>
                    <a:pt x="48" y="128"/>
                    <a:pt x="54" y="128"/>
                  </a:cubicBezTo>
                  <a:cubicBezTo>
                    <a:pt x="60" y="128"/>
                    <a:pt x="64" y="132"/>
                    <a:pt x="64" y="138"/>
                  </a:cubicBezTo>
                  <a:cubicBezTo>
                    <a:pt x="64" y="144"/>
                    <a:pt x="60" y="149"/>
                    <a:pt x="54" y="149"/>
                  </a:cubicBezTo>
                  <a:cubicBezTo>
                    <a:pt x="48" y="149"/>
                    <a:pt x="43" y="144"/>
                    <a:pt x="43" y="138"/>
                  </a:cubicBezTo>
                  <a:close/>
                  <a:moveTo>
                    <a:pt x="107" y="138"/>
                  </a:moveTo>
                  <a:cubicBezTo>
                    <a:pt x="107" y="144"/>
                    <a:pt x="102" y="149"/>
                    <a:pt x="96" y="149"/>
                  </a:cubicBezTo>
                  <a:cubicBezTo>
                    <a:pt x="90" y="149"/>
                    <a:pt x="86" y="144"/>
                    <a:pt x="86" y="138"/>
                  </a:cubicBezTo>
                  <a:cubicBezTo>
                    <a:pt x="86" y="132"/>
                    <a:pt x="90" y="128"/>
                    <a:pt x="96" y="128"/>
                  </a:cubicBezTo>
                  <a:cubicBezTo>
                    <a:pt x="102" y="128"/>
                    <a:pt x="107" y="132"/>
                    <a:pt x="107" y="138"/>
                  </a:cubicBezTo>
                  <a:close/>
                  <a:moveTo>
                    <a:pt x="150" y="138"/>
                  </a:moveTo>
                  <a:cubicBezTo>
                    <a:pt x="150" y="144"/>
                    <a:pt x="145" y="149"/>
                    <a:pt x="139" y="149"/>
                  </a:cubicBezTo>
                  <a:cubicBezTo>
                    <a:pt x="133" y="149"/>
                    <a:pt x="128" y="144"/>
                    <a:pt x="128" y="138"/>
                  </a:cubicBezTo>
                  <a:cubicBezTo>
                    <a:pt x="128" y="132"/>
                    <a:pt x="133" y="128"/>
                    <a:pt x="139" y="128"/>
                  </a:cubicBezTo>
                  <a:cubicBezTo>
                    <a:pt x="145" y="128"/>
                    <a:pt x="150" y="132"/>
                    <a:pt x="150" y="138"/>
                  </a:cubicBezTo>
                  <a:close/>
                  <a:moveTo>
                    <a:pt x="192" y="138"/>
                  </a:moveTo>
                  <a:cubicBezTo>
                    <a:pt x="192" y="144"/>
                    <a:pt x="188" y="149"/>
                    <a:pt x="182" y="149"/>
                  </a:cubicBezTo>
                  <a:cubicBezTo>
                    <a:pt x="176" y="149"/>
                    <a:pt x="171" y="144"/>
                    <a:pt x="171" y="138"/>
                  </a:cubicBezTo>
                  <a:cubicBezTo>
                    <a:pt x="171" y="132"/>
                    <a:pt x="176" y="128"/>
                    <a:pt x="182" y="128"/>
                  </a:cubicBezTo>
                  <a:cubicBezTo>
                    <a:pt x="188" y="128"/>
                    <a:pt x="192" y="132"/>
                    <a:pt x="192" y="138"/>
                  </a:cubicBezTo>
                  <a:close/>
                  <a:moveTo>
                    <a:pt x="43" y="181"/>
                  </a:moveTo>
                  <a:cubicBezTo>
                    <a:pt x="43" y="175"/>
                    <a:pt x="48" y="170"/>
                    <a:pt x="54" y="170"/>
                  </a:cubicBezTo>
                  <a:cubicBezTo>
                    <a:pt x="60" y="170"/>
                    <a:pt x="64" y="175"/>
                    <a:pt x="64" y="181"/>
                  </a:cubicBezTo>
                  <a:cubicBezTo>
                    <a:pt x="64" y="187"/>
                    <a:pt x="60" y="192"/>
                    <a:pt x="54" y="192"/>
                  </a:cubicBezTo>
                  <a:cubicBezTo>
                    <a:pt x="48" y="192"/>
                    <a:pt x="43" y="187"/>
                    <a:pt x="43" y="181"/>
                  </a:cubicBezTo>
                  <a:close/>
                  <a:moveTo>
                    <a:pt x="107" y="181"/>
                  </a:moveTo>
                  <a:cubicBezTo>
                    <a:pt x="107" y="187"/>
                    <a:pt x="102" y="192"/>
                    <a:pt x="96" y="192"/>
                  </a:cubicBezTo>
                  <a:cubicBezTo>
                    <a:pt x="90" y="192"/>
                    <a:pt x="86" y="187"/>
                    <a:pt x="86" y="181"/>
                  </a:cubicBezTo>
                  <a:cubicBezTo>
                    <a:pt x="86" y="175"/>
                    <a:pt x="90" y="170"/>
                    <a:pt x="96" y="170"/>
                  </a:cubicBezTo>
                  <a:cubicBezTo>
                    <a:pt x="102" y="170"/>
                    <a:pt x="107" y="175"/>
                    <a:pt x="107" y="181"/>
                  </a:cubicBezTo>
                  <a:close/>
                  <a:moveTo>
                    <a:pt x="150" y="181"/>
                  </a:moveTo>
                  <a:cubicBezTo>
                    <a:pt x="150" y="187"/>
                    <a:pt x="145" y="192"/>
                    <a:pt x="139" y="192"/>
                  </a:cubicBezTo>
                  <a:cubicBezTo>
                    <a:pt x="133" y="192"/>
                    <a:pt x="128" y="187"/>
                    <a:pt x="128" y="181"/>
                  </a:cubicBezTo>
                  <a:cubicBezTo>
                    <a:pt x="128" y="175"/>
                    <a:pt x="133" y="170"/>
                    <a:pt x="139" y="170"/>
                  </a:cubicBezTo>
                  <a:cubicBezTo>
                    <a:pt x="145" y="170"/>
                    <a:pt x="150" y="175"/>
                    <a:pt x="150" y="181"/>
                  </a:cubicBezTo>
                  <a:close/>
                  <a:moveTo>
                    <a:pt x="192" y="181"/>
                  </a:moveTo>
                  <a:cubicBezTo>
                    <a:pt x="192" y="187"/>
                    <a:pt x="188" y="192"/>
                    <a:pt x="182" y="192"/>
                  </a:cubicBezTo>
                  <a:cubicBezTo>
                    <a:pt x="176" y="192"/>
                    <a:pt x="171" y="187"/>
                    <a:pt x="171" y="181"/>
                  </a:cubicBezTo>
                  <a:cubicBezTo>
                    <a:pt x="171" y="175"/>
                    <a:pt x="176" y="170"/>
                    <a:pt x="182" y="170"/>
                  </a:cubicBezTo>
                  <a:cubicBezTo>
                    <a:pt x="188" y="170"/>
                    <a:pt x="192" y="175"/>
                    <a:pt x="192" y="181"/>
                  </a:cubicBezTo>
                  <a:close/>
                  <a:moveTo>
                    <a:pt x="43" y="224"/>
                  </a:moveTo>
                  <a:cubicBezTo>
                    <a:pt x="43" y="218"/>
                    <a:pt x="48" y="213"/>
                    <a:pt x="54" y="213"/>
                  </a:cubicBezTo>
                  <a:cubicBezTo>
                    <a:pt x="60" y="213"/>
                    <a:pt x="64" y="218"/>
                    <a:pt x="64" y="224"/>
                  </a:cubicBezTo>
                  <a:cubicBezTo>
                    <a:pt x="64" y="230"/>
                    <a:pt x="60" y="234"/>
                    <a:pt x="54" y="234"/>
                  </a:cubicBezTo>
                  <a:cubicBezTo>
                    <a:pt x="48" y="234"/>
                    <a:pt x="43" y="230"/>
                    <a:pt x="43" y="224"/>
                  </a:cubicBezTo>
                  <a:close/>
                  <a:moveTo>
                    <a:pt x="107" y="224"/>
                  </a:moveTo>
                  <a:cubicBezTo>
                    <a:pt x="107" y="230"/>
                    <a:pt x="102" y="234"/>
                    <a:pt x="96" y="234"/>
                  </a:cubicBezTo>
                  <a:cubicBezTo>
                    <a:pt x="90" y="234"/>
                    <a:pt x="86" y="230"/>
                    <a:pt x="86" y="224"/>
                  </a:cubicBezTo>
                  <a:cubicBezTo>
                    <a:pt x="86" y="218"/>
                    <a:pt x="90" y="213"/>
                    <a:pt x="96" y="213"/>
                  </a:cubicBezTo>
                  <a:cubicBezTo>
                    <a:pt x="102" y="213"/>
                    <a:pt x="107" y="218"/>
                    <a:pt x="107" y="224"/>
                  </a:cubicBezTo>
                  <a:close/>
                  <a:moveTo>
                    <a:pt x="150" y="224"/>
                  </a:moveTo>
                  <a:cubicBezTo>
                    <a:pt x="150" y="230"/>
                    <a:pt x="145" y="234"/>
                    <a:pt x="139" y="234"/>
                  </a:cubicBezTo>
                  <a:cubicBezTo>
                    <a:pt x="133" y="234"/>
                    <a:pt x="128" y="230"/>
                    <a:pt x="128" y="224"/>
                  </a:cubicBezTo>
                  <a:cubicBezTo>
                    <a:pt x="128" y="218"/>
                    <a:pt x="133" y="213"/>
                    <a:pt x="139" y="213"/>
                  </a:cubicBezTo>
                  <a:cubicBezTo>
                    <a:pt x="145" y="213"/>
                    <a:pt x="150" y="218"/>
                    <a:pt x="150" y="224"/>
                  </a:cubicBezTo>
                  <a:close/>
                  <a:moveTo>
                    <a:pt x="192" y="224"/>
                  </a:moveTo>
                  <a:cubicBezTo>
                    <a:pt x="192" y="266"/>
                    <a:pt x="192" y="266"/>
                    <a:pt x="192" y="266"/>
                  </a:cubicBezTo>
                  <a:cubicBezTo>
                    <a:pt x="192" y="272"/>
                    <a:pt x="188" y="277"/>
                    <a:pt x="182" y="277"/>
                  </a:cubicBezTo>
                  <a:cubicBezTo>
                    <a:pt x="176" y="277"/>
                    <a:pt x="171" y="272"/>
                    <a:pt x="171" y="266"/>
                  </a:cubicBezTo>
                  <a:cubicBezTo>
                    <a:pt x="171" y="224"/>
                    <a:pt x="171" y="224"/>
                    <a:pt x="171" y="224"/>
                  </a:cubicBezTo>
                  <a:cubicBezTo>
                    <a:pt x="171" y="218"/>
                    <a:pt x="176" y="213"/>
                    <a:pt x="182" y="213"/>
                  </a:cubicBezTo>
                  <a:cubicBezTo>
                    <a:pt x="188" y="213"/>
                    <a:pt x="192" y="218"/>
                    <a:pt x="192" y="224"/>
                  </a:cubicBezTo>
                  <a:close/>
                  <a:moveTo>
                    <a:pt x="43" y="266"/>
                  </a:moveTo>
                  <a:cubicBezTo>
                    <a:pt x="43" y="260"/>
                    <a:pt x="48" y="256"/>
                    <a:pt x="54" y="256"/>
                  </a:cubicBezTo>
                  <a:cubicBezTo>
                    <a:pt x="60" y="256"/>
                    <a:pt x="64" y="260"/>
                    <a:pt x="64" y="266"/>
                  </a:cubicBezTo>
                  <a:cubicBezTo>
                    <a:pt x="64" y="272"/>
                    <a:pt x="60" y="277"/>
                    <a:pt x="54" y="277"/>
                  </a:cubicBezTo>
                  <a:cubicBezTo>
                    <a:pt x="48" y="277"/>
                    <a:pt x="43" y="272"/>
                    <a:pt x="43" y="266"/>
                  </a:cubicBezTo>
                  <a:close/>
                  <a:moveTo>
                    <a:pt x="107" y="266"/>
                  </a:moveTo>
                  <a:cubicBezTo>
                    <a:pt x="107" y="272"/>
                    <a:pt x="102" y="277"/>
                    <a:pt x="96" y="277"/>
                  </a:cubicBezTo>
                  <a:cubicBezTo>
                    <a:pt x="90" y="277"/>
                    <a:pt x="86" y="272"/>
                    <a:pt x="86" y="266"/>
                  </a:cubicBezTo>
                  <a:cubicBezTo>
                    <a:pt x="86" y="260"/>
                    <a:pt x="90" y="256"/>
                    <a:pt x="96" y="256"/>
                  </a:cubicBezTo>
                  <a:cubicBezTo>
                    <a:pt x="102" y="256"/>
                    <a:pt x="107" y="260"/>
                    <a:pt x="107" y="266"/>
                  </a:cubicBezTo>
                  <a:close/>
                  <a:moveTo>
                    <a:pt x="150" y="266"/>
                  </a:moveTo>
                  <a:cubicBezTo>
                    <a:pt x="150" y="272"/>
                    <a:pt x="145" y="277"/>
                    <a:pt x="139" y="277"/>
                  </a:cubicBezTo>
                  <a:cubicBezTo>
                    <a:pt x="133" y="277"/>
                    <a:pt x="128" y="272"/>
                    <a:pt x="128" y="266"/>
                  </a:cubicBezTo>
                  <a:cubicBezTo>
                    <a:pt x="128" y="260"/>
                    <a:pt x="133" y="256"/>
                    <a:pt x="139" y="256"/>
                  </a:cubicBezTo>
                  <a:cubicBezTo>
                    <a:pt x="145" y="256"/>
                    <a:pt x="150" y="260"/>
                    <a:pt x="150" y="266"/>
                  </a:cubicBezTo>
                  <a:close/>
                </a:path>
              </a:pathLst>
            </a:cu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latin typeface="Aptos" panose="020B0004020202020204" pitchFamily="34" charset="0"/>
              </a:endParaRPr>
            </a:p>
          </p:txBody>
        </p:sp>
      </p:grpSp>
    </p:spTree>
    <p:extLst>
      <p:ext uri="{BB962C8B-B14F-4D97-AF65-F5344CB8AC3E}">
        <p14:creationId xmlns:p14="http://schemas.microsoft.com/office/powerpoint/2010/main" val="989575491"/>
      </p:ext>
    </p:extLst>
  </p:cSld>
  <p:clrMapOvr>
    <a:masterClrMapping/>
  </p:clrMapOvr>
  <p:transition>
    <p:fade/>
  </p:transition>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2E3623-50E0-8F4B-8591-C654EA84AA5C}"/>
              </a:ext>
            </a:extLst>
          </p:cNvPr>
          <p:cNvSpPr>
            <a:spLocks noGrp="1"/>
          </p:cNvSpPr>
          <p:nvPr>
            <p:ph type="title"/>
          </p:nvPr>
        </p:nvSpPr>
        <p:spPr/>
        <p:txBody>
          <a:bodyPr/>
          <a:lstStyle/>
          <a:p>
            <a:r>
              <a:rPr lang="en-US" dirty="0"/>
              <a:t>Icon towers</a:t>
            </a:r>
          </a:p>
        </p:txBody>
      </p:sp>
      <p:sp>
        <p:nvSpPr>
          <p:cNvPr id="29" name="Rectangle 28">
            <a:extLst>
              <a:ext uri="{FF2B5EF4-FFF2-40B4-BE49-F238E27FC236}">
                <a16:creationId xmlns:a16="http://schemas.microsoft.com/office/drawing/2014/main" id="{18505A1F-20ED-4B1C-B58C-C464FE0E1DC8}"/>
              </a:ext>
            </a:extLst>
          </p:cNvPr>
          <p:cNvSpPr/>
          <p:nvPr/>
        </p:nvSpPr>
        <p:spPr bwMode="gray">
          <a:xfrm>
            <a:off x="2891460" y="2401319"/>
            <a:ext cx="1203115" cy="3215413"/>
          </a:xfrm>
          <a:prstGeom prst="rect">
            <a:avLst/>
          </a:prstGeom>
          <a:solidFill>
            <a:srgbClr val="00A3E0"/>
          </a:solidFill>
          <a:ln w="19050" algn="ctr">
            <a:noFill/>
            <a:miter lim="800000"/>
            <a:headEnd/>
            <a:tailEnd/>
          </a:ln>
          <a:effectLst/>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nvGrpSpPr>
          <p:cNvPr id="30" name="Group 29">
            <a:extLst>
              <a:ext uri="{FF2B5EF4-FFF2-40B4-BE49-F238E27FC236}">
                <a16:creationId xmlns:a16="http://schemas.microsoft.com/office/drawing/2014/main" id="{782C15EE-700A-44D0-97B8-73665D0DC6EF}"/>
              </a:ext>
            </a:extLst>
          </p:cNvPr>
          <p:cNvGrpSpPr/>
          <p:nvPr/>
        </p:nvGrpSpPr>
        <p:grpSpPr>
          <a:xfrm>
            <a:off x="2801144" y="1667127"/>
            <a:ext cx="1383747" cy="2418898"/>
            <a:chOff x="1803653" y="1995975"/>
            <a:chExt cx="1703073" cy="2977106"/>
          </a:xfrm>
        </p:grpSpPr>
        <p:sp>
          <p:nvSpPr>
            <p:cNvPr id="31" name="Rectangle 30">
              <a:extLst>
                <a:ext uri="{FF2B5EF4-FFF2-40B4-BE49-F238E27FC236}">
                  <a16:creationId xmlns:a16="http://schemas.microsoft.com/office/drawing/2014/main" id="{BF82051D-8009-45E8-8F0F-036D1679038F}"/>
                </a:ext>
              </a:extLst>
            </p:cNvPr>
            <p:cNvSpPr/>
            <p:nvPr/>
          </p:nvSpPr>
          <p:spPr>
            <a:xfrm>
              <a:off x="1909978" y="3844164"/>
              <a:ext cx="1164422" cy="303041"/>
            </a:xfrm>
            <a:prstGeom prst="rect">
              <a:avLst/>
            </a:prstGeom>
          </p:spPr>
          <p:txBody>
            <a:bodyPr wrap="none">
              <a:spAutoFit/>
            </a:bodyPr>
            <a:lstStyle/>
            <a:p>
              <a:pPr defTabSz="742969">
                <a:defRPr/>
              </a:pPr>
              <a:r>
                <a:rPr lang="en-US" sz="1000" b="1" dirty="0">
                  <a:solidFill>
                    <a:prstClr val="white"/>
                  </a:solidFill>
                  <a:latin typeface="Aptos" panose="020B0004020202020204" pitchFamily="34" charset="0"/>
                </a:rPr>
                <a:t>Lorem ipsum</a:t>
              </a:r>
            </a:p>
          </p:txBody>
        </p:sp>
        <p:sp>
          <p:nvSpPr>
            <p:cNvPr id="32" name="Oval 31">
              <a:extLst>
                <a:ext uri="{FF2B5EF4-FFF2-40B4-BE49-F238E27FC236}">
                  <a16:creationId xmlns:a16="http://schemas.microsoft.com/office/drawing/2014/main" id="{0D9BF483-51FB-429E-B933-2F711A8FED96}"/>
                </a:ext>
              </a:extLst>
            </p:cNvPr>
            <p:cNvSpPr/>
            <p:nvPr/>
          </p:nvSpPr>
          <p:spPr bwMode="gray">
            <a:xfrm>
              <a:off x="1803653" y="1995975"/>
              <a:ext cx="1703073" cy="1699552"/>
            </a:xfrm>
            <a:prstGeom prst="ellipse">
              <a:avLst/>
            </a:prstGeom>
            <a:solidFill>
              <a:schemeClr val="accent6"/>
            </a:solidFill>
            <a:ln w="19050" algn="ctr">
              <a:noFill/>
              <a:miter lim="800000"/>
              <a:headEnd/>
              <a:tailEnd/>
            </a:ln>
            <a:effectLst/>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38" name="Oval 37">
              <a:extLst>
                <a:ext uri="{FF2B5EF4-FFF2-40B4-BE49-F238E27FC236}">
                  <a16:creationId xmlns:a16="http://schemas.microsoft.com/office/drawing/2014/main" id="{637C32F3-7C3A-4EB7-B5F9-7A88F5CBC96B}"/>
                </a:ext>
              </a:extLst>
            </p:cNvPr>
            <p:cNvSpPr/>
            <p:nvPr/>
          </p:nvSpPr>
          <p:spPr bwMode="gray">
            <a:xfrm>
              <a:off x="1997259" y="2189181"/>
              <a:ext cx="1315860" cy="1313139"/>
            </a:xfrm>
            <a:prstGeom prst="ellipse">
              <a:avLst/>
            </a:prstGeom>
            <a:solidFill>
              <a:schemeClr val="bg1"/>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46" name="Freeform 542">
              <a:extLst>
                <a:ext uri="{FF2B5EF4-FFF2-40B4-BE49-F238E27FC236}">
                  <a16:creationId xmlns:a16="http://schemas.microsoft.com/office/drawing/2014/main" id="{1F6218EF-ED41-4675-80A8-2C58357BE7A5}"/>
                </a:ext>
              </a:extLst>
            </p:cNvPr>
            <p:cNvSpPr>
              <a:spLocks noEditPoints="1"/>
            </p:cNvSpPr>
            <p:nvPr/>
          </p:nvSpPr>
          <p:spPr bwMode="auto">
            <a:xfrm>
              <a:off x="2414153" y="2459432"/>
              <a:ext cx="482072" cy="772637"/>
            </a:xfrm>
            <a:custGeom>
              <a:avLst/>
              <a:gdLst>
                <a:gd name="T0" fmla="*/ 99 w 199"/>
                <a:gd name="T1" fmla="*/ 0 h 320"/>
                <a:gd name="T2" fmla="*/ 99 w 199"/>
                <a:gd name="T3" fmla="*/ 0 h 320"/>
                <a:gd name="T4" fmla="*/ 99 w 199"/>
                <a:gd name="T5" fmla="*/ 0 h 320"/>
                <a:gd name="T6" fmla="*/ 99 w 199"/>
                <a:gd name="T7" fmla="*/ 0 h 320"/>
                <a:gd name="T8" fmla="*/ 98 w 199"/>
                <a:gd name="T9" fmla="*/ 0 h 320"/>
                <a:gd name="T10" fmla="*/ 0 w 199"/>
                <a:gd name="T11" fmla="*/ 95 h 320"/>
                <a:gd name="T12" fmla="*/ 19 w 199"/>
                <a:gd name="T13" fmla="*/ 158 h 320"/>
                <a:gd name="T14" fmla="*/ 45 w 199"/>
                <a:gd name="T15" fmla="*/ 213 h 320"/>
                <a:gd name="T16" fmla="*/ 45 w 199"/>
                <a:gd name="T17" fmla="*/ 245 h 320"/>
                <a:gd name="T18" fmla="*/ 46 w 199"/>
                <a:gd name="T19" fmla="*/ 246 h 320"/>
                <a:gd name="T20" fmla="*/ 45 w 199"/>
                <a:gd name="T21" fmla="*/ 247 h 320"/>
                <a:gd name="T22" fmla="*/ 56 w 199"/>
                <a:gd name="T23" fmla="*/ 311 h 320"/>
                <a:gd name="T24" fmla="*/ 67 w 199"/>
                <a:gd name="T25" fmla="*/ 320 h 320"/>
                <a:gd name="T26" fmla="*/ 131 w 199"/>
                <a:gd name="T27" fmla="*/ 320 h 320"/>
                <a:gd name="T28" fmla="*/ 141 w 199"/>
                <a:gd name="T29" fmla="*/ 311 h 320"/>
                <a:gd name="T30" fmla="*/ 152 w 199"/>
                <a:gd name="T31" fmla="*/ 247 h 320"/>
                <a:gd name="T32" fmla="*/ 152 w 199"/>
                <a:gd name="T33" fmla="*/ 246 h 320"/>
                <a:gd name="T34" fmla="*/ 152 w 199"/>
                <a:gd name="T35" fmla="*/ 245 h 320"/>
                <a:gd name="T36" fmla="*/ 152 w 199"/>
                <a:gd name="T37" fmla="*/ 213 h 320"/>
                <a:gd name="T38" fmla="*/ 179 w 199"/>
                <a:gd name="T39" fmla="*/ 158 h 320"/>
                <a:gd name="T40" fmla="*/ 199 w 199"/>
                <a:gd name="T41" fmla="*/ 95 h 320"/>
                <a:gd name="T42" fmla="*/ 99 w 199"/>
                <a:gd name="T43" fmla="*/ 0 h 320"/>
                <a:gd name="T44" fmla="*/ 122 w 199"/>
                <a:gd name="T45" fmla="*/ 298 h 320"/>
                <a:gd name="T46" fmla="*/ 76 w 199"/>
                <a:gd name="T47" fmla="*/ 298 h 320"/>
                <a:gd name="T48" fmla="*/ 69 w 199"/>
                <a:gd name="T49" fmla="*/ 256 h 320"/>
                <a:gd name="T50" fmla="*/ 129 w 199"/>
                <a:gd name="T51" fmla="*/ 256 h 320"/>
                <a:gd name="T52" fmla="*/ 122 w 199"/>
                <a:gd name="T53" fmla="*/ 298 h 320"/>
                <a:gd name="T54" fmla="*/ 161 w 199"/>
                <a:gd name="T55" fmla="*/ 147 h 320"/>
                <a:gd name="T56" fmla="*/ 131 w 199"/>
                <a:gd name="T57" fmla="*/ 213 h 320"/>
                <a:gd name="T58" fmla="*/ 131 w 199"/>
                <a:gd name="T59" fmla="*/ 234 h 320"/>
                <a:gd name="T60" fmla="*/ 109 w 199"/>
                <a:gd name="T61" fmla="*/ 234 h 320"/>
                <a:gd name="T62" fmla="*/ 109 w 199"/>
                <a:gd name="T63" fmla="*/ 153 h 320"/>
                <a:gd name="T64" fmla="*/ 128 w 199"/>
                <a:gd name="T65" fmla="*/ 135 h 320"/>
                <a:gd name="T66" fmla="*/ 128 w 199"/>
                <a:gd name="T67" fmla="*/ 120 h 320"/>
                <a:gd name="T68" fmla="*/ 112 w 199"/>
                <a:gd name="T69" fmla="*/ 120 h 320"/>
                <a:gd name="T70" fmla="*/ 99 w 199"/>
                <a:gd name="T71" fmla="*/ 134 h 320"/>
                <a:gd name="T72" fmla="*/ 85 w 199"/>
                <a:gd name="T73" fmla="*/ 120 h 320"/>
                <a:gd name="T74" fmla="*/ 70 w 199"/>
                <a:gd name="T75" fmla="*/ 120 h 320"/>
                <a:gd name="T76" fmla="*/ 70 w 199"/>
                <a:gd name="T77" fmla="*/ 135 h 320"/>
                <a:gd name="T78" fmla="*/ 88 w 199"/>
                <a:gd name="T79" fmla="*/ 153 h 320"/>
                <a:gd name="T80" fmla="*/ 88 w 199"/>
                <a:gd name="T81" fmla="*/ 234 h 320"/>
                <a:gd name="T82" fmla="*/ 67 w 199"/>
                <a:gd name="T83" fmla="*/ 234 h 320"/>
                <a:gd name="T84" fmla="*/ 67 w 199"/>
                <a:gd name="T85" fmla="*/ 213 h 320"/>
                <a:gd name="T86" fmla="*/ 37 w 199"/>
                <a:gd name="T87" fmla="*/ 146 h 320"/>
                <a:gd name="T88" fmla="*/ 21 w 199"/>
                <a:gd name="T89" fmla="*/ 95 h 320"/>
                <a:gd name="T90" fmla="*/ 99 w 199"/>
                <a:gd name="T91" fmla="*/ 21 h 320"/>
                <a:gd name="T92" fmla="*/ 177 w 199"/>
                <a:gd name="T93" fmla="*/ 95 h 320"/>
                <a:gd name="T94" fmla="*/ 161 w 199"/>
                <a:gd name="T95" fmla="*/ 14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 h="320">
                  <a:moveTo>
                    <a:pt x="99" y="0"/>
                  </a:moveTo>
                  <a:cubicBezTo>
                    <a:pt x="99" y="0"/>
                    <a:pt x="99" y="0"/>
                    <a:pt x="99" y="0"/>
                  </a:cubicBezTo>
                  <a:cubicBezTo>
                    <a:pt x="99" y="0"/>
                    <a:pt x="99" y="0"/>
                    <a:pt x="99" y="0"/>
                  </a:cubicBezTo>
                  <a:cubicBezTo>
                    <a:pt x="99" y="0"/>
                    <a:pt x="99" y="0"/>
                    <a:pt x="99" y="0"/>
                  </a:cubicBezTo>
                  <a:cubicBezTo>
                    <a:pt x="99" y="0"/>
                    <a:pt x="99" y="0"/>
                    <a:pt x="98" y="0"/>
                  </a:cubicBezTo>
                  <a:cubicBezTo>
                    <a:pt x="45" y="0"/>
                    <a:pt x="0" y="44"/>
                    <a:pt x="0" y="95"/>
                  </a:cubicBezTo>
                  <a:cubicBezTo>
                    <a:pt x="0" y="129"/>
                    <a:pt x="18" y="157"/>
                    <a:pt x="19" y="158"/>
                  </a:cubicBezTo>
                  <a:cubicBezTo>
                    <a:pt x="32" y="179"/>
                    <a:pt x="45" y="206"/>
                    <a:pt x="45" y="213"/>
                  </a:cubicBezTo>
                  <a:cubicBezTo>
                    <a:pt x="45" y="245"/>
                    <a:pt x="45" y="245"/>
                    <a:pt x="45" y="245"/>
                  </a:cubicBezTo>
                  <a:cubicBezTo>
                    <a:pt x="45" y="245"/>
                    <a:pt x="45" y="246"/>
                    <a:pt x="46" y="246"/>
                  </a:cubicBezTo>
                  <a:cubicBezTo>
                    <a:pt x="46" y="246"/>
                    <a:pt x="45" y="246"/>
                    <a:pt x="45" y="247"/>
                  </a:cubicBezTo>
                  <a:cubicBezTo>
                    <a:pt x="56" y="311"/>
                    <a:pt x="56" y="311"/>
                    <a:pt x="56" y="311"/>
                  </a:cubicBezTo>
                  <a:cubicBezTo>
                    <a:pt x="57" y="316"/>
                    <a:pt x="61" y="320"/>
                    <a:pt x="67" y="320"/>
                  </a:cubicBezTo>
                  <a:cubicBezTo>
                    <a:pt x="131" y="320"/>
                    <a:pt x="131" y="320"/>
                    <a:pt x="131" y="320"/>
                  </a:cubicBezTo>
                  <a:cubicBezTo>
                    <a:pt x="136" y="320"/>
                    <a:pt x="140" y="316"/>
                    <a:pt x="141" y="311"/>
                  </a:cubicBezTo>
                  <a:cubicBezTo>
                    <a:pt x="152" y="247"/>
                    <a:pt x="152" y="247"/>
                    <a:pt x="152" y="247"/>
                  </a:cubicBezTo>
                  <a:cubicBezTo>
                    <a:pt x="152" y="246"/>
                    <a:pt x="152" y="246"/>
                    <a:pt x="152" y="246"/>
                  </a:cubicBezTo>
                  <a:cubicBezTo>
                    <a:pt x="152" y="246"/>
                    <a:pt x="152" y="245"/>
                    <a:pt x="152" y="245"/>
                  </a:cubicBezTo>
                  <a:cubicBezTo>
                    <a:pt x="152" y="213"/>
                    <a:pt x="152" y="213"/>
                    <a:pt x="152" y="213"/>
                  </a:cubicBezTo>
                  <a:cubicBezTo>
                    <a:pt x="152" y="206"/>
                    <a:pt x="166" y="179"/>
                    <a:pt x="179" y="158"/>
                  </a:cubicBezTo>
                  <a:cubicBezTo>
                    <a:pt x="180" y="157"/>
                    <a:pt x="199" y="129"/>
                    <a:pt x="199" y="95"/>
                  </a:cubicBezTo>
                  <a:cubicBezTo>
                    <a:pt x="199" y="44"/>
                    <a:pt x="153" y="0"/>
                    <a:pt x="99" y="0"/>
                  </a:cubicBezTo>
                  <a:close/>
                  <a:moveTo>
                    <a:pt x="122" y="298"/>
                  </a:moveTo>
                  <a:cubicBezTo>
                    <a:pt x="76" y="298"/>
                    <a:pt x="76" y="298"/>
                    <a:pt x="76" y="298"/>
                  </a:cubicBezTo>
                  <a:cubicBezTo>
                    <a:pt x="69" y="256"/>
                    <a:pt x="69" y="256"/>
                    <a:pt x="69" y="256"/>
                  </a:cubicBezTo>
                  <a:cubicBezTo>
                    <a:pt x="129" y="256"/>
                    <a:pt x="129" y="256"/>
                    <a:pt x="129" y="256"/>
                  </a:cubicBezTo>
                  <a:lnTo>
                    <a:pt x="122" y="298"/>
                  </a:lnTo>
                  <a:close/>
                  <a:moveTo>
                    <a:pt x="161" y="147"/>
                  </a:moveTo>
                  <a:cubicBezTo>
                    <a:pt x="154" y="158"/>
                    <a:pt x="131" y="196"/>
                    <a:pt x="131" y="213"/>
                  </a:cubicBezTo>
                  <a:cubicBezTo>
                    <a:pt x="131" y="234"/>
                    <a:pt x="131" y="234"/>
                    <a:pt x="131" y="234"/>
                  </a:cubicBezTo>
                  <a:cubicBezTo>
                    <a:pt x="109" y="234"/>
                    <a:pt x="109" y="234"/>
                    <a:pt x="109" y="234"/>
                  </a:cubicBezTo>
                  <a:cubicBezTo>
                    <a:pt x="109" y="153"/>
                    <a:pt x="109" y="153"/>
                    <a:pt x="109" y="153"/>
                  </a:cubicBezTo>
                  <a:cubicBezTo>
                    <a:pt x="128" y="135"/>
                    <a:pt x="128" y="135"/>
                    <a:pt x="128" y="135"/>
                  </a:cubicBezTo>
                  <a:cubicBezTo>
                    <a:pt x="132" y="131"/>
                    <a:pt x="132" y="124"/>
                    <a:pt x="128" y="120"/>
                  </a:cubicBezTo>
                  <a:cubicBezTo>
                    <a:pt x="123" y="116"/>
                    <a:pt x="117" y="116"/>
                    <a:pt x="112" y="120"/>
                  </a:cubicBezTo>
                  <a:cubicBezTo>
                    <a:pt x="99" y="134"/>
                    <a:pt x="99" y="134"/>
                    <a:pt x="99" y="134"/>
                  </a:cubicBezTo>
                  <a:cubicBezTo>
                    <a:pt x="85" y="120"/>
                    <a:pt x="85" y="120"/>
                    <a:pt x="85" y="120"/>
                  </a:cubicBezTo>
                  <a:cubicBezTo>
                    <a:pt x="81" y="116"/>
                    <a:pt x="74" y="116"/>
                    <a:pt x="70" y="120"/>
                  </a:cubicBezTo>
                  <a:cubicBezTo>
                    <a:pt x="66" y="124"/>
                    <a:pt x="66" y="131"/>
                    <a:pt x="70" y="135"/>
                  </a:cubicBezTo>
                  <a:cubicBezTo>
                    <a:pt x="88" y="153"/>
                    <a:pt x="88" y="153"/>
                    <a:pt x="88" y="153"/>
                  </a:cubicBezTo>
                  <a:cubicBezTo>
                    <a:pt x="88" y="234"/>
                    <a:pt x="88" y="234"/>
                    <a:pt x="88" y="234"/>
                  </a:cubicBezTo>
                  <a:cubicBezTo>
                    <a:pt x="67" y="234"/>
                    <a:pt x="67" y="234"/>
                    <a:pt x="67" y="234"/>
                  </a:cubicBezTo>
                  <a:cubicBezTo>
                    <a:pt x="67" y="213"/>
                    <a:pt x="67" y="213"/>
                    <a:pt x="67" y="213"/>
                  </a:cubicBezTo>
                  <a:cubicBezTo>
                    <a:pt x="67" y="196"/>
                    <a:pt x="44" y="158"/>
                    <a:pt x="37" y="146"/>
                  </a:cubicBezTo>
                  <a:cubicBezTo>
                    <a:pt x="37" y="146"/>
                    <a:pt x="21" y="123"/>
                    <a:pt x="21" y="95"/>
                  </a:cubicBezTo>
                  <a:cubicBezTo>
                    <a:pt x="21" y="55"/>
                    <a:pt x="57" y="21"/>
                    <a:pt x="99" y="21"/>
                  </a:cubicBezTo>
                  <a:cubicBezTo>
                    <a:pt x="141" y="21"/>
                    <a:pt x="177" y="55"/>
                    <a:pt x="177" y="95"/>
                  </a:cubicBezTo>
                  <a:cubicBezTo>
                    <a:pt x="177" y="122"/>
                    <a:pt x="161" y="146"/>
                    <a:pt x="161" y="147"/>
                  </a:cubicBezTo>
                  <a:close/>
                </a:path>
              </a:pathLst>
            </a:custGeom>
            <a:solidFill>
              <a:schemeClr val="accent6"/>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latin typeface="Aptos" panose="020B0004020202020204" pitchFamily="34" charset="0"/>
              </a:endParaRPr>
            </a:p>
          </p:txBody>
        </p:sp>
        <p:sp>
          <p:nvSpPr>
            <p:cNvPr id="49" name="Rectangle 48">
              <a:extLst>
                <a:ext uri="{FF2B5EF4-FFF2-40B4-BE49-F238E27FC236}">
                  <a16:creationId xmlns:a16="http://schemas.microsoft.com/office/drawing/2014/main" id="{C8F23EE7-AB28-40EE-978D-9C5F66A46356}"/>
                </a:ext>
              </a:extLst>
            </p:cNvPr>
            <p:cNvSpPr/>
            <p:nvPr/>
          </p:nvSpPr>
          <p:spPr>
            <a:xfrm>
              <a:off x="1931198" y="4182016"/>
              <a:ext cx="1480757" cy="791065"/>
            </a:xfrm>
            <a:prstGeom prst="rect">
              <a:avLst/>
            </a:prstGeom>
          </p:spPr>
          <p:txBody>
            <a:bodyPr wrap="square">
              <a:spAutoFit/>
            </a:bodyPr>
            <a:lstStyle/>
            <a:p>
              <a:pPr defTabSz="742969">
                <a:defRPr/>
              </a:pPr>
              <a:r>
                <a:rPr lang="en-US" sz="900" dirty="0">
                  <a:solidFill>
                    <a:prstClr val="white"/>
                  </a:solidFill>
                  <a:latin typeface="Aptos" panose="020B0004020202020204" pitchFamily="34" charset="0"/>
                </a:rPr>
                <a:t>Lorem ipsum dolor sit </a:t>
              </a:r>
              <a:r>
                <a:rPr lang="en-US" sz="900" dirty="0" err="1">
                  <a:solidFill>
                    <a:prstClr val="white"/>
                  </a:solidFill>
                  <a:latin typeface="Aptos" panose="020B0004020202020204" pitchFamily="34" charset="0"/>
                </a:rPr>
                <a:t>amet</a:t>
              </a:r>
              <a:r>
                <a:rPr lang="en-US" sz="900" dirty="0">
                  <a:solidFill>
                    <a:prstClr val="white"/>
                  </a:solidFill>
                  <a:latin typeface="Aptos" panose="020B0004020202020204" pitchFamily="34" charset="0"/>
                </a:rPr>
                <a:t>, </a:t>
              </a:r>
              <a:r>
                <a:rPr lang="en-US" sz="900" dirty="0" err="1">
                  <a:solidFill>
                    <a:prstClr val="white"/>
                  </a:solidFill>
                  <a:latin typeface="Aptos" panose="020B0004020202020204" pitchFamily="34" charset="0"/>
                </a:rPr>
                <a:t>consectetur</a:t>
              </a:r>
              <a:r>
                <a:rPr lang="en-US" sz="900" dirty="0">
                  <a:solidFill>
                    <a:prstClr val="white"/>
                  </a:solidFill>
                  <a:latin typeface="Aptos" panose="020B0004020202020204" pitchFamily="34" charset="0"/>
                </a:rPr>
                <a:t> </a:t>
              </a:r>
              <a:r>
                <a:rPr lang="en-US" sz="900" dirty="0" err="1">
                  <a:solidFill>
                    <a:prstClr val="white"/>
                  </a:solidFill>
                  <a:latin typeface="Aptos" panose="020B0004020202020204" pitchFamily="34" charset="0"/>
                </a:rPr>
                <a:t>adipiscing</a:t>
              </a:r>
              <a:r>
                <a:rPr lang="en-US" sz="900" dirty="0">
                  <a:solidFill>
                    <a:prstClr val="white"/>
                  </a:solidFill>
                  <a:latin typeface="Aptos" panose="020B0004020202020204" pitchFamily="34" charset="0"/>
                </a:rPr>
                <a:t> </a:t>
              </a:r>
              <a:r>
                <a:rPr lang="en-US" sz="900" dirty="0" err="1">
                  <a:solidFill>
                    <a:prstClr val="white"/>
                  </a:solidFill>
                  <a:latin typeface="Aptos" panose="020B0004020202020204" pitchFamily="34" charset="0"/>
                </a:rPr>
                <a:t>elit</a:t>
              </a:r>
              <a:endParaRPr lang="en-US" sz="900" b="1" dirty="0">
                <a:solidFill>
                  <a:prstClr val="white"/>
                </a:solidFill>
                <a:latin typeface="Aptos" panose="020B0004020202020204" pitchFamily="34" charset="0"/>
              </a:endParaRPr>
            </a:p>
          </p:txBody>
        </p:sp>
      </p:grpSp>
      <p:sp>
        <p:nvSpPr>
          <p:cNvPr id="50" name="Rectangle 49">
            <a:extLst>
              <a:ext uri="{FF2B5EF4-FFF2-40B4-BE49-F238E27FC236}">
                <a16:creationId xmlns:a16="http://schemas.microsoft.com/office/drawing/2014/main" id="{3B296F4F-B695-40A5-A8AB-22654B46C836}"/>
              </a:ext>
            </a:extLst>
          </p:cNvPr>
          <p:cNvSpPr/>
          <p:nvPr/>
        </p:nvSpPr>
        <p:spPr bwMode="gray">
          <a:xfrm>
            <a:off x="4400859" y="2401319"/>
            <a:ext cx="1203115" cy="3215413"/>
          </a:xfrm>
          <a:prstGeom prst="rect">
            <a:avLst/>
          </a:prstGeom>
          <a:solidFill>
            <a:srgbClr val="007680"/>
          </a:solidFill>
          <a:ln w="19050" algn="ctr">
            <a:noFill/>
            <a:miter lim="800000"/>
            <a:headEnd/>
            <a:tailEnd/>
          </a:ln>
          <a:effectLst/>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nvGrpSpPr>
          <p:cNvPr id="53" name="Group 52">
            <a:extLst>
              <a:ext uri="{FF2B5EF4-FFF2-40B4-BE49-F238E27FC236}">
                <a16:creationId xmlns:a16="http://schemas.microsoft.com/office/drawing/2014/main" id="{693BE1CA-9A2F-443D-BC96-9A8BF0E7A0CB}"/>
              </a:ext>
            </a:extLst>
          </p:cNvPr>
          <p:cNvGrpSpPr/>
          <p:nvPr/>
        </p:nvGrpSpPr>
        <p:grpSpPr>
          <a:xfrm>
            <a:off x="4310543" y="1667127"/>
            <a:ext cx="1383747" cy="2418898"/>
            <a:chOff x="1803653" y="1995975"/>
            <a:chExt cx="1703073" cy="2977106"/>
          </a:xfrm>
        </p:grpSpPr>
        <p:sp>
          <p:nvSpPr>
            <p:cNvPr id="54" name="Rectangle 53">
              <a:extLst>
                <a:ext uri="{FF2B5EF4-FFF2-40B4-BE49-F238E27FC236}">
                  <a16:creationId xmlns:a16="http://schemas.microsoft.com/office/drawing/2014/main" id="{62436E40-252D-420F-813F-692EBA39EC3B}"/>
                </a:ext>
              </a:extLst>
            </p:cNvPr>
            <p:cNvSpPr/>
            <p:nvPr/>
          </p:nvSpPr>
          <p:spPr>
            <a:xfrm>
              <a:off x="1909978" y="3844164"/>
              <a:ext cx="1164422" cy="303041"/>
            </a:xfrm>
            <a:prstGeom prst="rect">
              <a:avLst/>
            </a:prstGeom>
          </p:spPr>
          <p:txBody>
            <a:bodyPr wrap="none">
              <a:spAutoFit/>
            </a:bodyPr>
            <a:lstStyle/>
            <a:p>
              <a:pPr defTabSz="742969">
                <a:defRPr/>
              </a:pPr>
              <a:r>
                <a:rPr lang="en-US" sz="1000" b="1" dirty="0">
                  <a:solidFill>
                    <a:prstClr val="white"/>
                  </a:solidFill>
                  <a:latin typeface="Aptos" panose="020B0004020202020204" pitchFamily="34" charset="0"/>
                </a:rPr>
                <a:t>Lorem ipsum</a:t>
              </a:r>
            </a:p>
          </p:txBody>
        </p:sp>
        <p:sp>
          <p:nvSpPr>
            <p:cNvPr id="56" name="Oval 55">
              <a:extLst>
                <a:ext uri="{FF2B5EF4-FFF2-40B4-BE49-F238E27FC236}">
                  <a16:creationId xmlns:a16="http://schemas.microsoft.com/office/drawing/2014/main" id="{B6192984-B33C-4680-80DD-0B04E833DF41}"/>
                </a:ext>
              </a:extLst>
            </p:cNvPr>
            <p:cNvSpPr/>
            <p:nvPr/>
          </p:nvSpPr>
          <p:spPr bwMode="gray">
            <a:xfrm>
              <a:off x="1803653" y="1995975"/>
              <a:ext cx="1703073" cy="1699552"/>
            </a:xfrm>
            <a:prstGeom prst="ellipse">
              <a:avLst/>
            </a:prstGeom>
            <a:solidFill>
              <a:srgbClr val="00ABAB"/>
            </a:solidFill>
            <a:ln w="19050" algn="ctr">
              <a:noFill/>
              <a:miter lim="800000"/>
              <a:headEnd/>
              <a:tailEnd/>
            </a:ln>
            <a:effectLst/>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61" name="Oval 60">
              <a:extLst>
                <a:ext uri="{FF2B5EF4-FFF2-40B4-BE49-F238E27FC236}">
                  <a16:creationId xmlns:a16="http://schemas.microsoft.com/office/drawing/2014/main" id="{85CE778F-E418-409A-9EE8-E60A4E493C1E}"/>
                </a:ext>
              </a:extLst>
            </p:cNvPr>
            <p:cNvSpPr/>
            <p:nvPr/>
          </p:nvSpPr>
          <p:spPr bwMode="gray">
            <a:xfrm>
              <a:off x="1997259" y="2189181"/>
              <a:ext cx="1315860" cy="1313139"/>
            </a:xfrm>
            <a:prstGeom prst="ellipse">
              <a:avLst/>
            </a:prstGeom>
            <a:solidFill>
              <a:schemeClr val="bg1"/>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62" name="Rectangle 61">
              <a:extLst>
                <a:ext uri="{FF2B5EF4-FFF2-40B4-BE49-F238E27FC236}">
                  <a16:creationId xmlns:a16="http://schemas.microsoft.com/office/drawing/2014/main" id="{13B65EFE-B5CA-4188-859A-A0324D09EC6F}"/>
                </a:ext>
              </a:extLst>
            </p:cNvPr>
            <p:cNvSpPr/>
            <p:nvPr/>
          </p:nvSpPr>
          <p:spPr>
            <a:xfrm>
              <a:off x="1931198" y="4182016"/>
              <a:ext cx="1480757" cy="791065"/>
            </a:xfrm>
            <a:prstGeom prst="rect">
              <a:avLst/>
            </a:prstGeom>
          </p:spPr>
          <p:txBody>
            <a:bodyPr wrap="square">
              <a:spAutoFit/>
            </a:bodyPr>
            <a:lstStyle/>
            <a:p>
              <a:pPr defTabSz="742969">
                <a:defRPr/>
              </a:pPr>
              <a:r>
                <a:rPr lang="en-US" sz="900" dirty="0">
                  <a:solidFill>
                    <a:prstClr val="white"/>
                  </a:solidFill>
                  <a:latin typeface="Aptos" panose="020B0004020202020204" pitchFamily="34" charset="0"/>
                </a:rPr>
                <a:t>Lorem ipsum dolor sit </a:t>
              </a:r>
              <a:r>
                <a:rPr lang="en-US" sz="900" dirty="0" err="1">
                  <a:solidFill>
                    <a:prstClr val="white"/>
                  </a:solidFill>
                  <a:latin typeface="Aptos" panose="020B0004020202020204" pitchFamily="34" charset="0"/>
                </a:rPr>
                <a:t>amet</a:t>
              </a:r>
              <a:r>
                <a:rPr lang="en-US" sz="900" dirty="0">
                  <a:solidFill>
                    <a:prstClr val="white"/>
                  </a:solidFill>
                  <a:latin typeface="Aptos" panose="020B0004020202020204" pitchFamily="34" charset="0"/>
                </a:rPr>
                <a:t>, </a:t>
              </a:r>
              <a:r>
                <a:rPr lang="en-US" sz="900" dirty="0" err="1">
                  <a:solidFill>
                    <a:prstClr val="white"/>
                  </a:solidFill>
                  <a:latin typeface="Aptos" panose="020B0004020202020204" pitchFamily="34" charset="0"/>
                </a:rPr>
                <a:t>consectetur</a:t>
              </a:r>
              <a:r>
                <a:rPr lang="en-US" sz="900" dirty="0">
                  <a:solidFill>
                    <a:prstClr val="white"/>
                  </a:solidFill>
                  <a:latin typeface="Aptos" panose="020B0004020202020204" pitchFamily="34" charset="0"/>
                </a:rPr>
                <a:t> </a:t>
              </a:r>
              <a:r>
                <a:rPr lang="en-US" sz="900" dirty="0" err="1">
                  <a:solidFill>
                    <a:prstClr val="white"/>
                  </a:solidFill>
                  <a:latin typeface="Aptos" panose="020B0004020202020204" pitchFamily="34" charset="0"/>
                </a:rPr>
                <a:t>adipiscing</a:t>
              </a:r>
              <a:r>
                <a:rPr lang="en-US" sz="900" dirty="0">
                  <a:solidFill>
                    <a:prstClr val="white"/>
                  </a:solidFill>
                  <a:latin typeface="Aptos" panose="020B0004020202020204" pitchFamily="34" charset="0"/>
                </a:rPr>
                <a:t> </a:t>
              </a:r>
              <a:r>
                <a:rPr lang="en-US" sz="900" dirty="0" err="1">
                  <a:solidFill>
                    <a:prstClr val="white"/>
                  </a:solidFill>
                  <a:latin typeface="Aptos" panose="020B0004020202020204" pitchFamily="34" charset="0"/>
                </a:rPr>
                <a:t>elit</a:t>
              </a:r>
              <a:endParaRPr lang="en-US" sz="900" b="1" dirty="0">
                <a:solidFill>
                  <a:prstClr val="white"/>
                </a:solidFill>
                <a:latin typeface="Aptos" panose="020B0004020202020204" pitchFamily="34" charset="0"/>
              </a:endParaRPr>
            </a:p>
          </p:txBody>
        </p:sp>
      </p:grpSp>
      <p:sp>
        <p:nvSpPr>
          <p:cNvPr id="63" name="Freeform 64">
            <a:extLst>
              <a:ext uri="{FF2B5EF4-FFF2-40B4-BE49-F238E27FC236}">
                <a16:creationId xmlns:a16="http://schemas.microsoft.com/office/drawing/2014/main" id="{EE4CCC41-2D7A-4E7C-90ED-3B56625E296B}"/>
              </a:ext>
            </a:extLst>
          </p:cNvPr>
          <p:cNvSpPr>
            <a:spLocks noEditPoints="1"/>
          </p:cNvSpPr>
          <p:nvPr/>
        </p:nvSpPr>
        <p:spPr bwMode="auto">
          <a:xfrm>
            <a:off x="4624134" y="2207719"/>
            <a:ext cx="751010" cy="299697"/>
          </a:xfrm>
          <a:custGeom>
            <a:avLst/>
            <a:gdLst>
              <a:gd name="T0" fmla="*/ 309 w 320"/>
              <a:gd name="T1" fmla="*/ 53 h 128"/>
              <a:gd name="T2" fmla="*/ 308 w 320"/>
              <a:gd name="T3" fmla="*/ 53 h 128"/>
              <a:gd name="T4" fmla="*/ 245 w 320"/>
              <a:gd name="T5" fmla="*/ 0 h 128"/>
              <a:gd name="T6" fmla="*/ 183 w 320"/>
              <a:gd name="T7" fmla="*/ 48 h 128"/>
              <a:gd name="T8" fmla="*/ 160 w 320"/>
              <a:gd name="T9" fmla="*/ 42 h 128"/>
              <a:gd name="T10" fmla="*/ 136 w 320"/>
              <a:gd name="T11" fmla="*/ 48 h 128"/>
              <a:gd name="T12" fmla="*/ 74 w 320"/>
              <a:gd name="T13" fmla="*/ 0 h 128"/>
              <a:gd name="T14" fmla="*/ 11 w 320"/>
              <a:gd name="T15" fmla="*/ 53 h 128"/>
              <a:gd name="T16" fmla="*/ 10 w 320"/>
              <a:gd name="T17" fmla="*/ 53 h 128"/>
              <a:gd name="T18" fmla="*/ 0 w 320"/>
              <a:gd name="T19" fmla="*/ 64 h 128"/>
              <a:gd name="T20" fmla="*/ 10 w 320"/>
              <a:gd name="T21" fmla="*/ 74 h 128"/>
              <a:gd name="T22" fmla="*/ 11 w 320"/>
              <a:gd name="T23" fmla="*/ 74 h 128"/>
              <a:gd name="T24" fmla="*/ 74 w 320"/>
              <a:gd name="T25" fmla="*/ 128 h 128"/>
              <a:gd name="T26" fmla="*/ 138 w 320"/>
              <a:gd name="T27" fmla="*/ 73 h 128"/>
              <a:gd name="T28" fmla="*/ 160 w 320"/>
              <a:gd name="T29" fmla="*/ 64 h 128"/>
              <a:gd name="T30" fmla="*/ 182 w 320"/>
              <a:gd name="T31" fmla="*/ 73 h 128"/>
              <a:gd name="T32" fmla="*/ 245 w 320"/>
              <a:gd name="T33" fmla="*/ 128 h 128"/>
              <a:gd name="T34" fmla="*/ 308 w 320"/>
              <a:gd name="T35" fmla="*/ 74 h 128"/>
              <a:gd name="T36" fmla="*/ 309 w 320"/>
              <a:gd name="T37" fmla="*/ 74 h 128"/>
              <a:gd name="T38" fmla="*/ 320 w 320"/>
              <a:gd name="T39" fmla="*/ 64 h 128"/>
              <a:gd name="T40" fmla="*/ 309 w 320"/>
              <a:gd name="T41" fmla="*/ 53 h 128"/>
              <a:gd name="T42" fmla="*/ 74 w 320"/>
              <a:gd name="T43" fmla="*/ 106 h 128"/>
              <a:gd name="T44" fmla="*/ 32 w 320"/>
              <a:gd name="T45" fmla="*/ 64 h 128"/>
              <a:gd name="T46" fmla="*/ 74 w 320"/>
              <a:gd name="T47" fmla="*/ 21 h 128"/>
              <a:gd name="T48" fmla="*/ 117 w 320"/>
              <a:gd name="T49" fmla="*/ 64 h 128"/>
              <a:gd name="T50" fmla="*/ 74 w 320"/>
              <a:gd name="T51" fmla="*/ 106 h 128"/>
              <a:gd name="T52" fmla="*/ 245 w 320"/>
              <a:gd name="T53" fmla="*/ 106 h 128"/>
              <a:gd name="T54" fmla="*/ 202 w 320"/>
              <a:gd name="T55" fmla="*/ 64 h 128"/>
              <a:gd name="T56" fmla="*/ 245 w 320"/>
              <a:gd name="T57" fmla="*/ 21 h 128"/>
              <a:gd name="T58" fmla="*/ 288 w 320"/>
              <a:gd name="T59" fmla="*/ 64 h 128"/>
              <a:gd name="T60" fmla="*/ 245 w 320"/>
              <a:gd name="T61"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0" h="128">
                <a:moveTo>
                  <a:pt x="309" y="53"/>
                </a:moveTo>
                <a:cubicBezTo>
                  <a:pt x="308" y="53"/>
                  <a:pt x="308" y="53"/>
                  <a:pt x="308" y="53"/>
                </a:cubicBezTo>
                <a:cubicBezTo>
                  <a:pt x="303" y="23"/>
                  <a:pt x="277" y="0"/>
                  <a:pt x="245" y="0"/>
                </a:cubicBezTo>
                <a:cubicBezTo>
                  <a:pt x="215" y="0"/>
                  <a:pt x="190" y="20"/>
                  <a:pt x="183" y="48"/>
                </a:cubicBezTo>
                <a:cubicBezTo>
                  <a:pt x="176" y="44"/>
                  <a:pt x="168" y="42"/>
                  <a:pt x="160" y="42"/>
                </a:cubicBezTo>
                <a:cubicBezTo>
                  <a:pt x="151" y="42"/>
                  <a:pt x="143" y="44"/>
                  <a:pt x="136" y="48"/>
                </a:cubicBezTo>
                <a:cubicBezTo>
                  <a:pt x="129" y="20"/>
                  <a:pt x="104" y="0"/>
                  <a:pt x="74" y="0"/>
                </a:cubicBezTo>
                <a:cubicBezTo>
                  <a:pt x="43" y="0"/>
                  <a:pt x="16" y="23"/>
                  <a:pt x="11" y="53"/>
                </a:cubicBezTo>
                <a:cubicBezTo>
                  <a:pt x="10" y="53"/>
                  <a:pt x="10" y="53"/>
                  <a:pt x="10" y="53"/>
                </a:cubicBezTo>
                <a:cubicBezTo>
                  <a:pt x="4" y="53"/>
                  <a:pt x="0" y="58"/>
                  <a:pt x="0" y="64"/>
                </a:cubicBezTo>
                <a:cubicBezTo>
                  <a:pt x="0" y="70"/>
                  <a:pt x="4" y="74"/>
                  <a:pt x="10" y="74"/>
                </a:cubicBezTo>
                <a:cubicBezTo>
                  <a:pt x="11" y="74"/>
                  <a:pt x="11" y="74"/>
                  <a:pt x="11" y="74"/>
                </a:cubicBezTo>
                <a:cubicBezTo>
                  <a:pt x="16" y="105"/>
                  <a:pt x="43" y="128"/>
                  <a:pt x="74" y="128"/>
                </a:cubicBezTo>
                <a:cubicBezTo>
                  <a:pt x="107" y="128"/>
                  <a:pt x="133" y="104"/>
                  <a:pt x="138" y="73"/>
                </a:cubicBezTo>
                <a:cubicBezTo>
                  <a:pt x="144" y="67"/>
                  <a:pt x="151" y="64"/>
                  <a:pt x="160" y="64"/>
                </a:cubicBezTo>
                <a:cubicBezTo>
                  <a:pt x="168" y="64"/>
                  <a:pt x="176" y="67"/>
                  <a:pt x="182" y="73"/>
                </a:cubicBezTo>
                <a:cubicBezTo>
                  <a:pt x="186" y="104"/>
                  <a:pt x="213" y="128"/>
                  <a:pt x="245" y="128"/>
                </a:cubicBezTo>
                <a:cubicBezTo>
                  <a:pt x="277" y="128"/>
                  <a:pt x="303" y="105"/>
                  <a:pt x="308" y="74"/>
                </a:cubicBezTo>
                <a:cubicBezTo>
                  <a:pt x="309" y="74"/>
                  <a:pt x="309" y="74"/>
                  <a:pt x="309" y="74"/>
                </a:cubicBezTo>
                <a:cubicBezTo>
                  <a:pt x="315" y="74"/>
                  <a:pt x="320" y="70"/>
                  <a:pt x="320" y="64"/>
                </a:cubicBezTo>
                <a:cubicBezTo>
                  <a:pt x="320" y="58"/>
                  <a:pt x="315" y="53"/>
                  <a:pt x="309" y="53"/>
                </a:cubicBezTo>
                <a:close/>
                <a:moveTo>
                  <a:pt x="74" y="106"/>
                </a:moveTo>
                <a:cubicBezTo>
                  <a:pt x="51" y="106"/>
                  <a:pt x="32" y="87"/>
                  <a:pt x="32" y="64"/>
                </a:cubicBezTo>
                <a:cubicBezTo>
                  <a:pt x="32" y="40"/>
                  <a:pt x="51" y="21"/>
                  <a:pt x="74" y="21"/>
                </a:cubicBezTo>
                <a:cubicBezTo>
                  <a:pt x="98" y="21"/>
                  <a:pt x="117" y="40"/>
                  <a:pt x="117" y="64"/>
                </a:cubicBezTo>
                <a:cubicBezTo>
                  <a:pt x="117" y="87"/>
                  <a:pt x="98" y="106"/>
                  <a:pt x="74" y="106"/>
                </a:cubicBezTo>
                <a:close/>
                <a:moveTo>
                  <a:pt x="245" y="106"/>
                </a:moveTo>
                <a:cubicBezTo>
                  <a:pt x="221" y="106"/>
                  <a:pt x="202" y="87"/>
                  <a:pt x="202" y="64"/>
                </a:cubicBezTo>
                <a:cubicBezTo>
                  <a:pt x="202" y="40"/>
                  <a:pt x="221" y="21"/>
                  <a:pt x="245" y="21"/>
                </a:cubicBezTo>
                <a:cubicBezTo>
                  <a:pt x="269" y="21"/>
                  <a:pt x="288" y="40"/>
                  <a:pt x="288" y="64"/>
                </a:cubicBezTo>
                <a:cubicBezTo>
                  <a:pt x="288" y="87"/>
                  <a:pt x="269" y="106"/>
                  <a:pt x="245" y="106"/>
                </a:cubicBezTo>
                <a:close/>
              </a:path>
            </a:pathLst>
          </a:custGeom>
          <a:solidFill>
            <a:srgbClr val="00ABAB"/>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latin typeface="Aptos" panose="020B0004020202020204" pitchFamily="34" charset="0"/>
            </a:endParaRPr>
          </a:p>
        </p:txBody>
      </p:sp>
      <p:sp>
        <p:nvSpPr>
          <p:cNvPr id="64" name="Rectangle 63">
            <a:extLst>
              <a:ext uri="{FF2B5EF4-FFF2-40B4-BE49-F238E27FC236}">
                <a16:creationId xmlns:a16="http://schemas.microsoft.com/office/drawing/2014/main" id="{A50E4562-A4C1-4501-BDA8-5BAEB6931FE9}"/>
              </a:ext>
            </a:extLst>
          </p:cNvPr>
          <p:cNvSpPr/>
          <p:nvPr/>
        </p:nvSpPr>
        <p:spPr bwMode="gray">
          <a:xfrm>
            <a:off x="5910255" y="2401319"/>
            <a:ext cx="1203115" cy="3215413"/>
          </a:xfrm>
          <a:prstGeom prst="rect">
            <a:avLst/>
          </a:prstGeom>
          <a:solidFill>
            <a:schemeClr val="accent3"/>
          </a:solidFill>
          <a:ln w="19050" algn="ctr">
            <a:noFill/>
            <a:miter lim="800000"/>
            <a:headEnd/>
            <a:tailEnd/>
          </a:ln>
          <a:effectLst/>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nvGrpSpPr>
          <p:cNvPr id="65" name="Group 64">
            <a:extLst>
              <a:ext uri="{FF2B5EF4-FFF2-40B4-BE49-F238E27FC236}">
                <a16:creationId xmlns:a16="http://schemas.microsoft.com/office/drawing/2014/main" id="{774AF6F7-2457-4A8A-93B4-E98846CA96FD}"/>
              </a:ext>
            </a:extLst>
          </p:cNvPr>
          <p:cNvGrpSpPr/>
          <p:nvPr/>
        </p:nvGrpSpPr>
        <p:grpSpPr>
          <a:xfrm>
            <a:off x="5819939" y="1667127"/>
            <a:ext cx="1383747" cy="2418898"/>
            <a:chOff x="1803653" y="1995975"/>
            <a:chExt cx="1703073" cy="2977106"/>
          </a:xfrm>
        </p:grpSpPr>
        <p:sp>
          <p:nvSpPr>
            <p:cNvPr id="66" name="Rectangle 65">
              <a:extLst>
                <a:ext uri="{FF2B5EF4-FFF2-40B4-BE49-F238E27FC236}">
                  <a16:creationId xmlns:a16="http://schemas.microsoft.com/office/drawing/2014/main" id="{236130AE-09A7-4B94-AA3E-B34C36F8887E}"/>
                </a:ext>
              </a:extLst>
            </p:cNvPr>
            <p:cNvSpPr/>
            <p:nvPr/>
          </p:nvSpPr>
          <p:spPr>
            <a:xfrm>
              <a:off x="1909978" y="3844164"/>
              <a:ext cx="1164422" cy="303041"/>
            </a:xfrm>
            <a:prstGeom prst="rect">
              <a:avLst/>
            </a:prstGeom>
          </p:spPr>
          <p:txBody>
            <a:bodyPr wrap="none">
              <a:spAutoFit/>
            </a:bodyPr>
            <a:lstStyle/>
            <a:p>
              <a:pPr defTabSz="742969">
                <a:defRPr/>
              </a:pPr>
              <a:r>
                <a:rPr lang="en-US" sz="1000" b="1" dirty="0">
                  <a:solidFill>
                    <a:prstClr val="white"/>
                  </a:solidFill>
                  <a:latin typeface="Aptos" panose="020B0004020202020204" pitchFamily="34" charset="0"/>
                </a:rPr>
                <a:t>Lorem ipsum</a:t>
              </a:r>
            </a:p>
          </p:txBody>
        </p:sp>
        <p:sp>
          <p:nvSpPr>
            <p:cNvPr id="67" name="Oval 66">
              <a:extLst>
                <a:ext uri="{FF2B5EF4-FFF2-40B4-BE49-F238E27FC236}">
                  <a16:creationId xmlns:a16="http://schemas.microsoft.com/office/drawing/2014/main" id="{449FE19D-03EA-48A8-8601-DA74B7C6BA5F}"/>
                </a:ext>
              </a:extLst>
            </p:cNvPr>
            <p:cNvSpPr/>
            <p:nvPr/>
          </p:nvSpPr>
          <p:spPr bwMode="gray">
            <a:xfrm>
              <a:off x="1803653" y="1995975"/>
              <a:ext cx="1703073" cy="1699552"/>
            </a:xfrm>
            <a:prstGeom prst="ellipse">
              <a:avLst/>
            </a:prstGeom>
            <a:solidFill>
              <a:schemeClr val="accent1"/>
            </a:solidFill>
            <a:ln w="19050" algn="ctr">
              <a:noFill/>
              <a:miter lim="800000"/>
              <a:headEnd/>
              <a:tailEnd/>
            </a:ln>
            <a:effectLst/>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68" name="Oval 67">
              <a:extLst>
                <a:ext uri="{FF2B5EF4-FFF2-40B4-BE49-F238E27FC236}">
                  <a16:creationId xmlns:a16="http://schemas.microsoft.com/office/drawing/2014/main" id="{AD89E37A-8B80-4213-AE63-01170F731CD1}"/>
                </a:ext>
              </a:extLst>
            </p:cNvPr>
            <p:cNvSpPr/>
            <p:nvPr/>
          </p:nvSpPr>
          <p:spPr bwMode="gray">
            <a:xfrm>
              <a:off x="1997259" y="2189181"/>
              <a:ext cx="1315860" cy="1313139"/>
            </a:xfrm>
            <a:prstGeom prst="ellipse">
              <a:avLst/>
            </a:prstGeom>
            <a:solidFill>
              <a:schemeClr val="bg1"/>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69" name="Rectangle 68">
              <a:extLst>
                <a:ext uri="{FF2B5EF4-FFF2-40B4-BE49-F238E27FC236}">
                  <a16:creationId xmlns:a16="http://schemas.microsoft.com/office/drawing/2014/main" id="{4F71D54A-649C-429D-A824-5C12F8D687BC}"/>
                </a:ext>
              </a:extLst>
            </p:cNvPr>
            <p:cNvSpPr/>
            <p:nvPr/>
          </p:nvSpPr>
          <p:spPr>
            <a:xfrm>
              <a:off x="1931198" y="4182016"/>
              <a:ext cx="1480757" cy="791065"/>
            </a:xfrm>
            <a:prstGeom prst="rect">
              <a:avLst/>
            </a:prstGeom>
          </p:spPr>
          <p:txBody>
            <a:bodyPr wrap="square">
              <a:spAutoFit/>
            </a:bodyPr>
            <a:lstStyle/>
            <a:p>
              <a:pPr defTabSz="742969">
                <a:defRPr/>
              </a:pPr>
              <a:r>
                <a:rPr lang="en-US" sz="900" dirty="0">
                  <a:solidFill>
                    <a:prstClr val="white"/>
                  </a:solidFill>
                  <a:latin typeface="Aptos" panose="020B0004020202020204" pitchFamily="34" charset="0"/>
                </a:rPr>
                <a:t>Lorem ipsum dolor sit </a:t>
              </a:r>
              <a:r>
                <a:rPr lang="en-US" sz="900" dirty="0" err="1">
                  <a:solidFill>
                    <a:prstClr val="white"/>
                  </a:solidFill>
                  <a:latin typeface="Aptos" panose="020B0004020202020204" pitchFamily="34" charset="0"/>
                </a:rPr>
                <a:t>amet</a:t>
              </a:r>
              <a:r>
                <a:rPr lang="en-US" sz="900" dirty="0">
                  <a:solidFill>
                    <a:prstClr val="white"/>
                  </a:solidFill>
                  <a:latin typeface="Aptos" panose="020B0004020202020204" pitchFamily="34" charset="0"/>
                </a:rPr>
                <a:t>, </a:t>
              </a:r>
              <a:r>
                <a:rPr lang="en-US" sz="900" dirty="0" err="1">
                  <a:solidFill>
                    <a:prstClr val="white"/>
                  </a:solidFill>
                  <a:latin typeface="Aptos" panose="020B0004020202020204" pitchFamily="34" charset="0"/>
                </a:rPr>
                <a:t>consectetur</a:t>
              </a:r>
              <a:r>
                <a:rPr lang="en-US" sz="900" dirty="0">
                  <a:solidFill>
                    <a:prstClr val="white"/>
                  </a:solidFill>
                  <a:latin typeface="Aptos" panose="020B0004020202020204" pitchFamily="34" charset="0"/>
                </a:rPr>
                <a:t> </a:t>
              </a:r>
              <a:r>
                <a:rPr lang="en-US" sz="900" dirty="0" err="1">
                  <a:solidFill>
                    <a:prstClr val="white"/>
                  </a:solidFill>
                  <a:latin typeface="Aptos" panose="020B0004020202020204" pitchFamily="34" charset="0"/>
                </a:rPr>
                <a:t>adipiscing</a:t>
              </a:r>
              <a:r>
                <a:rPr lang="en-US" sz="900" dirty="0">
                  <a:solidFill>
                    <a:prstClr val="white"/>
                  </a:solidFill>
                  <a:latin typeface="Aptos" panose="020B0004020202020204" pitchFamily="34" charset="0"/>
                </a:rPr>
                <a:t> </a:t>
              </a:r>
              <a:r>
                <a:rPr lang="en-US" sz="900" dirty="0" err="1">
                  <a:solidFill>
                    <a:prstClr val="white"/>
                  </a:solidFill>
                  <a:latin typeface="Aptos" panose="020B0004020202020204" pitchFamily="34" charset="0"/>
                </a:rPr>
                <a:t>elit</a:t>
              </a:r>
              <a:endParaRPr lang="en-US" sz="900" b="1" dirty="0">
                <a:solidFill>
                  <a:prstClr val="white"/>
                </a:solidFill>
                <a:latin typeface="Aptos" panose="020B0004020202020204" pitchFamily="34" charset="0"/>
              </a:endParaRPr>
            </a:p>
          </p:txBody>
        </p:sp>
      </p:grpSp>
      <p:sp>
        <p:nvSpPr>
          <p:cNvPr id="70" name="Freeform 764">
            <a:extLst>
              <a:ext uri="{FF2B5EF4-FFF2-40B4-BE49-F238E27FC236}">
                <a16:creationId xmlns:a16="http://schemas.microsoft.com/office/drawing/2014/main" id="{6FC7EAE0-80ED-4C04-891F-6310A53F39E3}"/>
              </a:ext>
            </a:extLst>
          </p:cNvPr>
          <p:cNvSpPr>
            <a:spLocks noChangeAspect="1" noEditPoints="1"/>
          </p:cNvSpPr>
          <p:nvPr/>
        </p:nvSpPr>
        <p:spPr bwMode="auto">
          <a:xfrm>
            <a:off x="6294034" y="2043684"/>
            <a:ext cx="462179" cy="628090"/>
          </a:xfrm>
          <a:custGeom>
            <a:avLst/>
            <a:gdLst>
              <a:gd name="T0" fmla="*/ 11 w 235"/>
              <a:gd name="T1" fmla="*/ 0 h 320"/>
              <a:gd name="T2" fmla="*/ 0 w 235"/>
              <a:gd name="T3" fmla="*/ 309 h 320"/>
              <a:gd name="T4" fmla="*/ 224 w 235"/>
              <a:gd name="T5" fmla="*/ 320 h 320"/>
              <a:gd name="T6" fmla="*/ 235 w 235"/>
              <a:gd name="T7" fmla="*/ 10 h 320"/>
              <a:gd name="T8" fmla="*/ 214 w 235"/>
              <a:gd name="T9" fmla="*/ 298 h 320"/>
              <a:gd name="T10" fmla="*/ 22 w 235"/>
              <a:gd name="T11" fmla="*/ 21 h 320"/>
              <a:gd name="T12" fmla="*/ 214 w 235"/>
              <a:gd name="T13" fmla="*/ 298 h 320"/>
              <a:gd name="T14" fmla="*/ 182 w 235"/>
              <a:gd name="T15" fmla="*/ 106 h 320"/>
              <a:gd name="T16" fmla="*/ 192 w 235"/>
              <a:gd name="T17" fmla="*/ 53 h 320"/>
              <a:gd name="T18" fmla="*/ 54 w 235"/>
              <a:gd name="T19" fmla="*/ 42 h 320"/>
              <a:gd name="T20" fmla="*/ 43 w 235"/>
              <a:gd name="T21" fmla="*/ 96 h 320"/>
              <a:gd name="T22" fmla="*/ 64 w 235"/>
              <a:gd name="T23" fmla="*/ 64 h 320"/>
              <a:gd name="T24" fmla="*/ 171 w 235"/>
              <a:gd name="T25" fmla="*/ 85 h 320"/>
              <a:gd name="T26" fmla="*/ 64 w 235"/>
              <a:gd name="T27" fmla="*/ 64 h 320"/>
              <a:gd name="T28" fmla="*/ 54 w 235"/>
              <a:gd name="T29" fmla="*/ 128 h 320"/>
              <a:gd name="T30" fmla="*/ 54 w 235"/>
              <a:gd name="T31" fmla="*/ 149 h 320"/>
              <a:gd name="T32" fmla="*/ 107 w 235"/>
              <a:gd name="T33" fmla="*/ 138 h 320"/>
              <a:gd name="T34" fmla="*/ 86 w 235"/>
              <a:gd name="T35" fmla="*/ 138 h 320"/>
              <a:gd name="T36" fmla="*/ 107 w 235"/>
              <a:gd name="T37" fmla="*/ 138 h 320"/>
              <a:gd name="T38" fmla="*/ 139 w 235"/>
              <a:gd name="T39" fmla="*/ 149 h 320"/>
              <a:gd name="T40" fmla="*/ 139 w 235"/>
              <a:gd name="T41" fmla="*/ 128 h 320"/>
              <a:gd name="T42" fmla="*/ 192 w 235"/>
              <a:gd name="T43" fmla="*/ 138 h 320"/>
              <a:gd name="T44" fmla="*/ 171 w 235"/>
              <a:gd name="T45" fmla="*/ 138 h 320"/>
              <a:gd name="T46" fmla="*/ 192 w 235"/>
              <a:gd name="T47" fmla="*/ 138 h 320"/>
              <a:gd name="T48" fmla="*/ 54 w 235"/>
              <a:gd name="T49" fmla="*/ 170 h 320"/>
              <a:gd name="T50" fmla="*/ 54 w 235"/>
              <a:gd name="T51" fmla="*/ 192 h 320"/>
              <a:gd name="T52" fmla="*/ 107 w 235"/>
              <a:gd name="T53" fmla="*/ 181 h 320"/>
              <a:gd name="T54" fmla="*/ 86 w 235"/>
              <a:gd name="T55" fmla="*/ 181 h 320"/>
              <a:gd name="T56" fmla="*/ 107 w 235"/>
              <a:gd name="T57" fmla="*/ 181 h 320"/>
              <a:gd name="T58" fmla="*/ 139 w 235"/>
              <a:gd name="T59" fmla="*/ 192 h 320"/>
              <a:gd name="T60" fmla="*/ 139 w 235"/>
              <a:gd name="T61" fmla="*/ 170 h 320"/>
              <a:gd name="T62" fmla="*/ 192 w 235"/>
              <a:gd name="T63" fmla="*/ 181 h 320"/>
              <a:gd name="T64" fmla="*/ 171 w 235"/>
              <a:gd name="T65" fmla="*/ 181 h 320"/>
              <a:gd name="T66" fmla="*/ 192 w 235"/>
              <a:gd name="T67" fmla="*/ 181 h 320"/>
              <a:gd name="T68" fmla="*/ 54 w 235"/>
              <a:gd name="T69" fmla="*/ 213 h 320"/>
              <a:gd name="T70" fmla="*/ 54 w 235"/>
              <a:gd name="T71" fmla="*/ 234 h 320"/>
              <a:gd name="T72" fmla="*/ 107 w 235"/>
              <a:gd name="T73" fmla="*/ 224 h 320"/>
              <a:gd name="T74" fmla="*/ 86 w 235"/>
              <a:gd name="T75" fmla="*/ 224 h 320"/>
              <a:gd name="T76" fmla="*/ 107 w 235"/>
              <a:gd name="T77" fmla="*/ 224 h 320"/>
              <a:gd name="T78" fmla="*/ 139 w 235"/>
              <a:gd name="T79" fmla="*/ 234 h 320"/>
              <a:gd name="T80" fmla="*/ 139 w 235"/>
              <a:gd name="T81" fmla="*/ 213 h 320"/>
              <a:gd name="T82" fmla="*/ 192 w 235"/>
              <a:gd name="T83" fmla="*/ 224 h 320"/>
              <a:gd name="T84" fmla="*/ 182 w 235"/>
              <a:gd name="T85" fmla="*/ 277 h 320"/>
              <a:gd name="T86" fmla="*/ 171 w 235"/>
              <a:gd name="T87" fmla="*/ 224 h 320"/>
              <a:gd name="T88" fmla="*/ 192 w 235"/>
              <a:gd name="T89" fmla="*/ 224 h 320"/>
              <a:gd name="T90" fmla="*/ 54 w 235"/>
              <a:gd name="T91" fmla="*/ 256 h 320"/>
              <a:gd name="T92" fmla="*/ 54 w 235"/>
              <a:gd name="T93" fmla="*/ 277 h 320"/>
              <a:gd name="T94" fmla="*/ 107 w 235"/>
              <a:gd name="T95" fmla="*/ 266 h 320"/>
              <a:gd name="T96" fmla="*/ 86 w 235"/>
              <a:gd name="T97" fmla="*/ 266 h 320"/>
              <a:gd name="T98" fmla="*/ 107 w 235"/>
              <a:gd name="T99" fmla="*/ 266 h 320"/>
              <a:gd name="T100" fmla="*/ 139 w 235"/>
              <a:gd name="T101" fmla="*/ 277 h 320"/>
              <a:gd name="T102" fmla="*/ 139 w 235"/>
              <a:gd name="T103" fmla="*/ 2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5" h="320">
                <a:moveTo>
                  <a:pt x="224" y="0"/>
                </a:move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10"/>
                  <a:pt x="235" y="10"/>
                  <a:pt x="235" y="10"/>
                </a:cubicBezTo>
                <a:cubicBezTo>
                  <a:pt x="235" y="4"/>
                  <a:pt x="230" y="0"/>
                  <a:pt x="224" y="0"/>
                </a:cubicBezTo>
                <a:close/>
                <a:moveTo>
                  <a:pt x="214" y="298"/>
                </a:moveTo>
                <a:cubicBezTo>
                  <a:pt x="22" y="298"/>
                  <a:pt x="22" y="298"/>
                  <a:pt x="22" y="298"/>
                </a:cubicBezTo>
                <a:cubicBezTo>
                  <a:pt x="22" y="21"/>
                  <a:pt x="22" y="21"/>
                  <a:pt x="22" y="21"/>
                </a:cubicBezTo>
                <a:cubicBezTo>
                  <a:pt x="214" y="21"/>
                  <a:pt x="214" y="21"/>
                  <a:pt x="214" y="21"/>
                </a:cubicBezTo>
                <a:lnTo>
                  <a:pt x="214" y="298"/>
                </a:lnTo>
                <a:close/>
                <a:moveTo>
                  <a:pt x="54" y="106"/>
                </a:moveTo>
                <a:cubicBezTo>
                  <a:pt x="182" y="106"/>
                  <a:pt x="182" y="106"/>
                  <a:pt x="182" y="106"/>
                </a:cubicBezTo>
                <a:cubicBezTo>
                  <a:pt x="188" y="106"/>
                  <a:pt x="192" y="102"/>
                  <a:pt x="192" y="96"/>
                </a:cubicBezTo>
                <a:cubicBezTo>
                  <a:pt x="192" y="53"/>
                  <a:pt x="192" y="53"/>
                  <a:pt x="192" y="53"/>
                </a:cubicBezTo>
                <a:cubicBezTo>
                  <a:pt x="192" y="47"/>
                  <a:pt x="188" y="42"/>
                  <a:pt x="182" y="42"/>
                </a:cubicBezTo>
                <a:cubicBezTo>
                  <a:pt x="54" y="42"/>
                  <a:pt x="54" y="42"/>
                  <a:pt x="54" y="42"/>
                </a:cubicBezTo>
                <a:cubicBezTo>
                  <a:pt x="48" y="42"/>
                  <a:pt x="43" y="47"/>
                  <a:pt x="43" y="53"/>
                </a:cubicBezTo>
                <a:cubicBezTo>
                  <a:pt x="43" y="96"/>
                  <a:pt x="43" y="96"/>
                  <a:pt x="43" y="96"/>
                </a:cubicBezTo>
                <a:cubicBezTo>
                  <a:pt x="43" y="102"/>
                  <a:pt x="48" y="106"/>
                  <a:pt x="54" y="106"/>
                </a:cubicBezTo>
                <a:close/>
                <a:moveTo>
                  <a:pt x="64" y="64"/>
                </a:moveTo>
                <a:cubicBezTo>
                  <a:pt x="171" y="64"/>
                  <a:pt x="171" y="64"/>
                  <a:pt x="171" y="64"/>
                </a:cubicBezTo>
                <a:cubicBezTo>
                  <a:pt x="171" y="85"/>
                  <a:pt x="171" y="85"/>
                  <a:pt x="171" y="85"/>
                </a:cubicBezTo>
                <a:cubicBezTo>
                  <a:pt x="64" y="85"/>
                  <a:pt x="64" y="85"/>
                  <a:pt x="64" y="85"/>
                </a:cubicBezTo>
                <a:lnTo>
                  <a:pt x="64" y="64"/>
                </a:lnTo>
                <a:close/>
                <a:moveTo>
                  <a:pt x="43" y="138"/>
                </a:moveTo>
                <a:cubicBezTo>
                  <a:pt x="43" y="132"/>
                  <a:pt x="48" y="128"/>
                  <a:pt x="54" y="128"/>
                </a:cubicBezTo>
                <a:cubicBezTo>
                  <a:pt x="60" y="128"/>
                  <a:pt x="64" y="132"/>
                  <a:pt x="64" y="138"/>
                </a:cubicBezTo>
                <a:cubicBezTo>
                  <a:pt x="64" y="144"/>
                  <a:pt x="60" y="149"/>
                  <a:pt x="54" y="149"/>
                </a:cubicBezTo>
                <a:cubicBezTo>
                  <a:pt x="48" y="149"/>
                  <a:pt x="43" y="144"/>
                  <a:pt x="43" y="138"/>
                </a:cubicBezTo>
                <a:close/>
                <a:moveTo>
                  <a:pt x="107" y="138"/>
                </a:moveTo>
                <a:cubicBezTo>
                  <a:pt x="107" y="144"/>
                  <a:pt x="102" y="149"/>
                  <a:pt x="96" y="149"/>
                </a:cubicBezTo>
                <a:cubicBezTo>
                  <a:pt x="90" y="149"/>
                  <a:pt x="86" y="144"/>
                  <a:pt x="86" y="138"/>
                </a:cubicBezTo>
                <a:cubicBezTo>
                  <a:pt x="86" y="132"/>
                  <a:pt x="90" y="128"/>
                  <a:pt x="96" y="128"/>
                </a:cubicBezTo>
                <a:cubicBezTo>
                  <a:pt x="102" y="128"/>
                  <a:pt x="107" y="132"/>
                  <a:pt x="107" y="138"/>
                </a:cubicBezTo>
                <a:close/>
                <a:moveTo>
                  <a:pt x="150" y="138"/>
                </a:moveTo>
                <a:cubicBezTo>
                  <a:pt x="150" y="144"/>
                  <a:pt x="145" y="149"/>
                  <a:pt x="139" y="149"/>
                </a:cubicBezTo>
                <a:cubicBezTo>
                  <a:pt x="133" y="149"/>
                  <a:pt x="128" y="144"/>
                  <a:pt x="128" y="138"/>
                </a:cubicBezTo>
                <a:cubicBezTo>
                  <a:pt x="128" y="132"/>
                  <a:pt x="133" y="128"/>
                  <a:pt x="139" y="128"/>
                </a:cubicBezTo>
                <a:cubicBezTo>
                  <a:pt x="145" y="128"/>
                  <a:pt x="150" y="132"/>
                  <a:pt x="150" y="138"/>
                </a:cubicBezTo>
                <a:close/>
                <a:moveTo>
                  <a:pt x="192" y="138"/>
                </a:moveTo>
                <a:cubicBezTo>
                  <a:pt x="192" y="144"/>
                  <a:pt x="188" y="149"/>
                  <a:pt x="182" y="149"/>
                </a:cubicBezTo>
                <a:cubicBezTo>
                  <a:pt x="176" y="149"/>
                  <a:pt x="171" y="144"/>
                  <a:pt x="171" y="138"/>
                </a:cubicBezTo>
                <a:cubicBezTo>
                  <a:pt x="171" y="132"/>
                  <a:pt x="176" y="128"/>
                  <a:pt x="182" y="128"/>
                </a:cubicBezTo>
                <a:cubicBezTo>
                  <a:pt x="188" y="128"/>
                  <a:pt x="192" y="132"/>
                  <a:pt x="192" y="138"/>
                </a:cubicBezTo>
                <a:close/>
                <a:moveTo>
                  <a:pt x="43" y="181"/>
                </a:moveTo>
                <a:cubicBezTo>
                  <a:pt x="43" y="175"/>
                  <a:pt x="48" y="170"/>
                  <a:pt x="54" y="170"/>
                </a:cubicBezTo>
                <a:cubicBezTo>
                  <a:pt x="60" y="170"/>
                  <a:pt x="64" y="175"/>
                  <a:pt x="64" y="181"/>
                </a:cubicBezTo>
                <a:cubicBezTo>
                  <a:pt x="64" y="187"/>
                  <a:pt x="60" y="192"/>
                  <a:pt x="54" y="192"/>
                </a:cubicBezTo>
                <a:cubicBezTo>
                  <a:pt x="48" y="192"/>
                  <a:pt x="43" y="187"/>
                  <a:pt x="43" y="181"/>
                </a:cubicBezTo>
                <a:close/>
                <a:moveTo>
                  <a:pt x="107" y="181"/>
                </a:moveTo>
                <a:cubicBezTo>
                  <a:pt x="107" y="187"/>
                  <a:pt x="102" y="192"/>
                  <a:pt x="96" y="192"/>
                </a:cubicBezTo>
                <a:cubicBezTo>
                  <a:pt x="90" y="192"/>
                  <a:pt x="86" y="187"/>
                  <a:pt x="86" y="181"/>
                </a:cubicBezTo>
                <a:cubicBezTo>
                  <a:pt x="86" y="175"/>
                  <a:pt x="90" y="170"/>
                  <a:pt x="96" y="170"/>
                </a:cubicBezTo>
                <a:cubicBezTo>
                  <a:pt x="102" y="170"/>
                  <a:pt x="107" y="175"/>
                  <a:pt x="107" y="181"/>
                </a:cubicBezTo>
                <a:close/>
                <a:moveTo>
                  <a:pt x="150" y="181"/>
                </a:moveTo>
                <a:cubicBezTo>
                  <a:pt x="150" y="187"/>
                  <a:pt x="145" y="192"/>
                  <a:pt x="139" y="192"/>
                </a:cubicBezTo>
                <a:cubicBezTo>
                  <a:pt x="133" y="192"/>
                  <a:pt x="128" y="187"/>
                  <a:pt x="128" y="181"/>
                </a:cubicBezTo>
                <a:cubicBezTo>
                  <a:pt x="128" y="175"/>
                  <a:pt x="133" y="170"/>
                  <a:pt x="139" y="170"/>
                </a:cubicBezTo>
                <a:cubicBezTo>
                  <a:pt x="145" y="170"/>
                  <a:pt x="150" y="175"/>
                  <a:pt x="150" y="181"/>
                </a:cubicBezTo>
                <a:close/>
                <a:moveTo>
                  <a:pt x="192" y="181"/>
                </a:moveTo>
                <a:cubicBezTo>
                  <a:pt x="192" y="187"/>
                  <a:pt x="188" y="192"/>
                  <a:pt x="182" y="192"/>
                </a:cubicBezTo>
                <a:cubicBezTo>
                  <a:pt x="176" y="192"/>
                  <a:pt x="171" y="187"/>
                  <a:pt x="171" y="181"/>
                </a:cubicBezTo>
                <a:cubicBezTo>
                  <a:pt x="171" y="175"/>
                  <a:pt x="176" y="170"/>
                  <a:pt x="182" y="170"/>
                </a:cubicBezTo>
                <a:cubicBezTo>
                  <a:pt x="188" y="170"/>
                  <a:pt x="192" y="175"/>
                  <a:pt x="192" y="181"/>
                </a:cubicBezTo>
                <a:close/>
                <a:moveTo>
                  <a:pt x="43" y="224"/>
                </a:moveTo>
                <a:cubicBezTo>
                  <a:pt x="43" y="218"/>
                  <a:pt x="48" y="213"/>
                  <a:pt x="54" y="213"/>
                </a:cubicBezTo>
                <a:cubicBezTo>
                  <a:pt x="60" y="213"/>
                  <a:pt x="64" y="218"/>
                  <a:pt x="64" y="224"/>
                </a:cubicBezTo>
                <a:cubicBezTo>
                  <a:pt x="64" y="230"/>
                  <a:pt x="60" y="234"/>
                  <a:pt x="54" y="234"/>
                </a:cubicBezTo>
                <a:cubicBezTo>
                  <a:pt x="48" y="234"/>
                  <a:pt x="43" y="230"/>
                  <a:pt x="43" y="224"/>
                </a:cubicBezTo>
                <a:close/>
                <a:moveTo>
                  <a:pt x="107" y="224"/>
                </a:moveTo>
                <a:cubicBezTo>
                  <a:pt x="107" y="230"/>
                  <a:pt x="102" y="234"/>
                  <a:pt x="96" y="234"/>
                </a:cubicBezTo>
                <a:cubicBezTo>
                  <a:pt x="90" y="234"/>
                  <a:pt x="86" y="230"/>
                  <a:pt x="86" y="224"/>
                </a:cubicBezTo>
                <a:cubicBezTo>
                  <a:pt x="86" y="218"/>
                  <a:pt x="90" y="213"/>
                  <a:pt x="96" y="213"/>
                </a:cubicBezTo>
                <a:cubicBezTo>
                  <a:pt x="102" y="213"/>
                  <a:pt x="107" y="218"/>
                  <a:pt x="107" y="224"/>
                </a:cubicBezTo>
                <a:close/>
                <a:moveTo>
                  <a:pt x="150" y="224"/>
                </a:moveTo>
                <a:cubicBezTo>
                  <a:pt x="150" y="230"/>
                  <a:pt x="145" y="234"/>
                  <a:pt x="139" y="234"/>
                </a:cubicBezTo>
                <a:cubicBezTo>
                  <a:pt x="133" y="234"/>
                  <a:pt x="128" y="230"/>
                  <a:pt x="128" y="224"/>
                </a:cubicBezTo>
                <a:cubicBezTo>
                  <a:pt x="128" y="218"/>
                  <a:pt x="133" y="213"/>
                  <a:pt x="139" y="213"/>
                </a:cubicBezTo>
                <a:cubicBezTo>
                  <a:pt x="145" y="213"/>
                  <a:pt x="150" y="218"/>
                  <a:pt x="150" y="224"/>
                </a:cubicBezTo>
                <a:close/>
                <a:moveTo>
                  <a:pt x="192" y="224"/>
                </a:moveTo>
                <a:cubicBezTo>
                  <a:pt x="192" y="266"/>
                  <a:pt x="192" y="266"/>
                  <a:pt x="192" y="266"/>
                </a:cubicBezTo>
                <a:cubicBezTo>
                  <a:pt x="192" y="272"/>
                  <a:pt x="188" y="277"/>
                  <a:pt x="182" y="277"/>
                </a:cubicBezTo>
                <a:cubicBezTo>
                  <a:pt x="176" y="277"/>
                  <a:pt x="171" y="272"/>
                  <a:pt x="171" y="266"/>
                </a:cubicBezTo>
                <a:cubicBezTo>
                  <a:pt x="171" y="224"/>
                  <a:pt x="171" y="224"/>
                  <a:pt x="171" y="224"/>
                </a:cubicBezTo>
                <a:cubicBezTo>
                  <a:pt x="171" y="218"/>
                  <a:pt x="176" y="213"/>
                  <a:pt x="182" y="213"/>
                </a:cubicBezTo>
                <a:cubicBezTo>
                  <a:pt x="188" y="213"/>
                  <a:pt x="192" y="218"/>
                  <a:pt x="192" y="224"/>
                </a:cubicBezTo>
                <a:close/>
                <a:moveTo>
                  <a:pt x="43" y="266"/>
                </a:moveTo>
                <a:cubicBezTo>
                  <a:pt x="43" y="260"/>
                  <a:pt x="48" y="256"/>
                  <a:pt x="54" y="256"/>
                </a:cubicBezTo>
                <a:cubicBezTo>
                  <a:pt x="60" y="256"/>
                  <a:pt x="64" y="260"/>
                  <a:pt x="64" y="266"/>
                </a:cubicBezTo>
                <a:cubicBezTo>
                  <a:pt x="64" y="272"/>
                  <a:pt x="60" y="277"/>
                  <a:pt x="54" y="277"/>
                </a:cubicBezTo>
                <a:cubicBezTo>
                  <a:pt x="48" y="277"/>
                  <a:pt x="43" y="272"/>
                  <a:pt x="43" y="266"/>
                </a:cubicBezTo>
                <a:close/>
                <a:moveTo>
                  <a:pt x="107" y="266"/>
                </a:moveTo>
                <a:cubicBezTo>
                  <a:pt x="107" y="272"/>
                  <a:pt x="102" y="277"/>
                  <a:pt x="96" y="277"/>
                </a:cubicBezTo>
                <a:cubicBezTo>
                  <a:pt x="90" y="277"/>
                  <a:pt x="86" y="272"/>
                  <a:pt x="86" y="266"/>
                </a:cubicBezTo>
                <a:cubicBezTo>
                  <a:pt x="86" y="260"/>
                  <a:pt x="90" y="256"/>
                  <a:pt x="96" y="256"/>
                </a:cubicBezTo>
                <a:cubicBezTo>
                  <a:pt x="102" y="256"/>
                  <a:pt x="107" y="260"/>
                  <a:pt x="107" y="266"/>
                </a:cubicBezTo>
                <a:close/>
                <a:moveTo>
                  <a:pt x="150" y="266"/>
                </a:moveTo>
                <a:cubicBezTo>
                  <a:pt x="150" y="272"/>
                  <a:pt x="145" y="277"/>
                  <a:pt x="139" y="277"/>
                </a:cubicBezTo>
                <a:cubicBezTo>
                  <a:pt x="133" y="277"/>
                  <a:pt x="128" y="272"/>
                  <a:pt x="128" y="266"/>
                </a:cubicBezTo>
                <a:cubicBezTo>
                  <a:pt x="128" y="260"/>
                  <a:pt x="133" y="256"/>
                  <a:pt x="139" y="256"/>
                </a:cubicBezTo>
                <a:cubicBezTo>
                  <a:pt x="145" y="256"/>
                  <a:pt x="150" y="260"/>
                  <a:pt x="150" y="266"/>
                </a:cubicBez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latin typeface="Aptos" panose="020B0004020202020204" pitchFamily="34" charset="0"/>
            </a:endParaRPr>
          </a:p>
        </p:txBody>
      </p:sp>
    </p:spTree>
    <p:extLst>
      <p:ext uri="{BB962C8B-B14F-4D97-AF65-F5344CB8AC3E}">
        <p14:creationId xmlns:p14="http://schemas.microsoft.com/office/powerpoint/2010/main" val="317134227"/>
      </p:ext>
    </p:extLst>
  </p:cSld>
  <p:clrMapOvr>
    <a:masterClrMapping/>
  </p:clrMapOvr>
  <p:transition>
    <p:fade/>
  </p:transition>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2767707" y="1605549"/>
            <a:ext cx="4435004" cy="4401690"/>
            <a:chOff x="1620013" y="521290"/>
            <a:chExt cx="5894609" cy="5850331"/>
          </a:xfrm>
        </p:grpSpPr>
        <p:grpSp>
          <p:nvGrpSpPr>
            <p:cNvPr id="229" name="Group 228"/>
            <p:cNvGrpSpPr/>
            <p:nvPr/>
          </p:nvGrpSpPr>
          <p:grpSpPr>
            <a:xfrm rot="8100000">
              <a:off x="4200876" y="4361448"/>
              <a:ext cx="1789366" cy="2010173"/>
              <a:chOff x="4663441" y="690417"/>
              <a:chExt cx="1789366" cy="2010173"/>
            </a:xfrm>
          </p:grpSpPr>
          <p:sp>
            <p:nvSpPr>
              <p:cNvPr id="230" name="Freeform 229"/>
              <p:cNvSpPr/>
              <p:nvPr/>
            </p:nvSpPr>
            <p:spPr bwMode="gray">
              <a:xfrm>
                <a:off x="4663441" y="690417"/>
                <a:ext cx="1672164" cy="2010173"/>
              </a:xfrm>
              <a:custGeom>
                <a:avLst/>
                <a:gdLst>
                  <a:gd name="connsiteX0" fmla="*/ 0 w 1780549"/>
                  <a:gd name="connsiteY0" fmla="*/ 0 h 2010173"/>
                  <a:gd name="connsiteX1" fmla="*/ 189035 w 1780549"/>
                  <a:gd name="connsiteY1" fmla="*/ 9546 h 2010173"/>
                  <a:gd name="connsiteX2" fmla="*/ 1653489 w 1780549"/>
                  <a:gd name="connsiteY2" fmla="*/ 621796 h 2010173"/>
                  <a:gd name="connsiteX3" fmla="*/ 1780549 w 1780549"/>
                  <a:gd name="connsiteY3" fmla="*/ 737277 h 2010173"/>
                  <a:gd name="connsiteX4" fmla="*/ 507653 w 1780549"/>
                  <a:gd name="connsiteY4" fmla="*/ 2010173 h 2010173"/>
                  <a:gd name="connsiteX5" fmla="*/ 438289 w 1780549"/>
                  <a:gd name="connsiteY5" fmla="*/ 1952943 h 2010173"/>
                  <a:gd name="connsiteX6" fmla="*/ 5431 w 1780549"/>
                  <a:gd name="connsiteY6" fmla="*/ 1796025 h 2010173"/>
                  <a:gd name="connsiteX7" fmla="*/ 0 w 1780549"/>
                  <a:gd name="connsiteY7" fmla="*/ 1795751 h 2010173"/>
                  <a:gd name="connsiteX8" fmla="*/ 0 w 1780549"/>
                  <a:gd name="connsiteY8" fmla="*/ 0 h 2010173"/>
                  <a:gd name="connsiteX0" fmla="*/ 1780549 w 1871989"/>
                  <a:gd name="connsiteY0" fmla="*/ 737277 h 2010173"/>
                  <a:gd name="connsiteX1" fmla="*/ 507653 w 1871989"/>
                  <a:gd name="connsiteY1" fmla="*/ 2010173 h 2010173"/>
                  <a:gd name="connsiteX2" fmla="*/ 438289 w 1871989"/>
                  <a:gd name="connsiteY2" fmla="*/ 1952943 h 2010173"/>
                  <a:gd name="connsiteX3" fmla="*/ 5431 w 1871989"/>
                  <a:gd name="connsiteY3" fmla="*/ 1796025 h 2010173"/>
                  <a:gd name="connsiteX4" fmla="*/ 0 w 1871989"/>
                  <a:gd name="connsiteY4" fmla="*/ 1795751 h 2010173"/>
                  <a:gd name="connsiteX5" fmla="*/ 0 w 1871989"/>
                  <a:gd name="connsiteY5" fmla="*/ 0 h 2010173"/>
                  <a:gd name="connsiteX6" fmla="*/ 189035 w 1871989"/>
                  <a:gd name="connsiteY6" fmla="*/ 9546 h 2010173"/>
                  <a:gd name="connsiteX7" fmla="*/ 1653489 w 1871989"/>
                  <a:gd name="connsiteY7" fmla="*/ 621796 h 2010173"/>
                  <a:gd name="connsiteX8" fmla="*/ 1871989 w 1871989"/>
                  <a:gd name="connsiteY8" fmla="*/ 828717 h 2010173"/>
                  <a:gd name="connsiteX0" fmla="*/ 1780549 w 1780549"/>
                  <a:gd name="connsiteY0" fmla="*/ 737277 h 2010173"/>
                  <a:gd name="connsiteX1" fmla="*/ 507653 w 1780549"/>
                  <a:gd name="connsiteY1" fmla="*/ 2010173 h 2010173"/>
                  <a:gd name="connsiteX2" fmla="*/ 438289 w 1780549"/>
                  <a:gd name="connsiteY2" fmla="*/ 1952943 h 2010173"/>
                  <a:gd name="connsiteX3" fmla="*/ 5431 w 1780549"/>
                  <a:gd name="connsiteY3" fmla="*/ 1796025 h 2010173"/>
                  <a:gd name="connsiteX4" fmla="*/ 0 w 1780549"/>
                  <a:gd name="connsiteY4" fmla="*/ 1795751 h 2010173"/>
                  <a:gd name="connsiteX5" fmla="*/ 0 w 1780549"/>
                  <a:gd name="connsiteY5" fmla="*/ 0 h 2010173"/>
                  <a:gd name="connsiteX6" fmla="*/ 189035 w 1780549"/>
                  <a:gd name="connsiteY6" fmla="*/ 9546 h 2010173"/>
                  <a:gd name="connsiteX7" fmla="*/ 1653489 w 1780549"/>
                  <a:gd name="connsiteY7" fmla="*/ 621796 h 2010173"/>
                  <a:gd name="connsiteX8" fmla="*/ 1652914 w 1780549"/>
                  <a:gd name="connsiteY8" fmla="*/ 622342 h 2010173"/>
                  <a:gd name="connsiteX0" fmla="*/ 1607511 w 1672164"/>
                  <a:gd name="connsiteY0" fmla="*/ 911902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 name="connsiteX0" fmla="*/ 1585286 w 1672164"/>
                  <a:gd name="connsiteY0" fmla="*/ 934127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164" h="2010173">
                    <a:moveTo>
                      <a:pt x="1585286" y="934127"/>
                    </a:moveTo>
                    <a:lnTo>
                      <a:pt x="507653" y="2010173"/>
                    </a:lnTo>
                    <a:lnTo>
                      <a:pt x="438289" y="1952943"/>
                    </a:lnTo>
                    <a:cubicBezTo>
                      <a:pt x="312277" y="1867811"/>
                      <a:pt x="164684" y="1812198"/>
                      <a:pt x="5431" y="1796025"/>
                    </a:cubicBezTo>
                    <a:lnTo>
                      <a:pt x="0" y="1795751"/>
                    </a:lnTo>
                    <a:lnTo>
                      <a:pt x="0" y="0"/>
                    </a:lnTo>
                    <a:lnTo>
                      <a:pt x="189035" y="9546"/>
                    </a:lnTo>
                    <a:cubicBezTo>
                      <a:pt x="742346" y="65738"/>
                      <a:pt x="1247044" y="286368"/>
                      <a:pt x="1653489" y="621796"/>
                    </a:cubicBezTo>
                    <a:cubicBezTo>
                      <a:pt x="1695842" y="660290"/>
                      <a:pt x="1652914" y="622342"/>
                      <a:pt x="1652914" y="622342"/>
                    </a:cubicBezTo>
                  </a:path>
                </a:pathLst>
              </a:custGeom>
              <a:noFill/>
              <a:ln w="28575" algn="ctr">
                <a:solidFill>
                  <a:schemeClr val="accent5"/>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31" name="Isosceles Triangle 230"/>
              <p:cNvSpPr/>
              <p:nvPr/>
            </p:nvSpPr>
            <p:spPr bwMode="gray">
              <a:xfrm rot="7855756">
                <a:off x="6329363" y="1317625"/>
                <a:ext cx="132588" cy="114300"/>
              </a:xfrm>
              <a:prstGeom prst="triangle">
                <a:avLst/>
              </a:prstGeom>
              <a:noFill/>
              <a:ln w="28575" algn="ctr">
                <a:solidFill>
                  <a:schemeClr val="accent5"/>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32" name="Oval 231"/>
              <p:cNvSpPr/>
              <p:nvPr/>
            </p:nvSpPr>
            <p:spPr bwMode="gray">
              <a:xfrm>
                <a:off x="6235103" y="1522413"/>
                <a:ext cx="115888" cy="115888"/>
              </a:xfrm>
              <a:prstGeom prst="ellipse">
                <a:avLst/>
              </a:prstGeom>
              <a:noFill/>
              <a:ln w="28575" algn="ctr">
                <a:solidFill>
                  <a:schemeClr val="accent5"/>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2" name="Group 1"/>
            <p:cNvGrpSpPr/>
            <p:nvPr/>
          </p:nvGrpSpPr>
          <p:grpSpPr>
            <a:xfrm>
              <a:off x="1620013" y="521290"/>
              <a:ext cx="5894609" cy="5681204"/>
              <a:chOff x="1620013" y="521290"/>
              <a:chExt cx="5894609" cy="5681204"/>
            </a:xfrm>
          </p:grpSpPr>
          <p:sp>
            <p:nvSpPr>
              <p:cNvPr id="269" name="Rectangle 268"/>
              <p:cNvSpPr/>
              <p:nvPr/>
            </p:nvSpPr>
            <p:spPr>
              <a:xfrm>
                <a:off x="3650606" y="3097043"/>
                <a:ext cx="1833422" cy="787798"/>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a:p>
                <a:pPr algn="ctr" defTabSz="742969">
                  <a:defRPr/>
                </a:pPr>
                <a:r>
                  <a:rPr lang="en-US" sz="800" dirty="0">
                    <a:solidFill>
                      <a:srgbClr val="000000"/>
                    </a:solidFill>
                    <a:latin typeface="Aptos" panose="020B0004020202020204" pitchFamily="34" charset="0"/>
                  </a:rPr>
                  <a:t>Lorem ipsum dolor sit </a:t>
                </a:r>
                <a:r>
                  <a:rPr lang="en-US" sz="800" dirty="0" err="1">
                    <a:solidFill>
                      <a:srgbClr val="000000"/>
                    </a:solidFill>
                    <a:latin typeface="Aptos" panose="020B0004020202020204" pitchFamily="34" charset="0"/>
                  </a:rPr>
                  <a:t>amet</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consectetur</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adipiscing</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elit</a:t>
                </a:r>
                <a:endParaRPr lang="en-US" sz="800" b="1" dirty="0">
                  <a:solidFill>
                    <a:prstClr val="black"/>
                  </a:solidFill>
                  <a:latin typeface="Aptos" panose="020B0004020202020204" pitchFamily="34" charset="0"/>
                </a:endParaRPr>
              </a:p>
            </p:txBody>
          </p:sp>
          <p:grpSp>
            <p:nvGrpSpPr>
              <p:cNvPr id="221" name="Group 220"/>
              <p:cNvGrpSpPr/>
              <p:nvPr/>
            </p:nvGrpSpPr>
            <p:grpSpPr>
              <a:xfrm rot="2700000">
                <a:off x="5614853" y="1908707"/>
                <a:ext cx="1789366" cy="2010173"/>
                <a:chOff x="4663441" y="690417"/>
                <a:chExt cx="1789366" cy="2010173"/>
              </a:xfrm>
            </p:grpSpPr>
            <p:sp>
              <p:nvSpPr>
                <p:cNvPr id="222" name="Freeform 221"/>
                <p:cNvSpPr/>
                <p:nvPr/>
              </p:nvSpPr>
              <p:spPr bwMode="gray">
                <a:xfrm>
                  <a:off x="4663441" y="690417"/>
                  <a:ext cx="1672164" cy="2010173"/>
                </a:xfrm>
                <a:custGeom>
                  <a:avLst/>
                  <a:gdLst>
                    <a:gd name="connsiteX0" fmla="*/ 0 w 1780549"/>
                    <a:gd name="connsiteY0" fmla="*/ 0 h 2010173"/>
                    <a:gd name="connsiteX1" fmla="*/ 189035 w 1780549"/>
                    <a:gd name="connsiteY1" fmla="*/ 9546 h 2010173"/>
                    <a:gd name="connsiteX2" fmla="*/ 1653489 w 1780549"/>
                    <a:gd name="connsiteY2" fmla="*/ 621796 h 2010173"/>
                    <a:gd name="connsiteX3" fmla="*/ 1780549 w 1780549"/>
                    <a:gd name="connsiteY3" fmla="*/ 737277 h 2010173"/>
                    <a:gd name="connsiteX4" fmla="*/ 507653 w 1780549"/>
                    <a:gd name="connsiteY4" fmla="*/ 2010173 h 2010173"/>
                    <a:gd name="connsiteX5" fmla="*/ 438289 w 1780549"/>
                    <a:gd name="connsiteY5" fmla="*/ 1952943 h 2010173"/>
                    <a:gd name="connsiteX6" fmla="*/ 5431 w 1780549"/>
                    <a:gd name="connsiteY6" fmla="*/ 1796025 h 2010173"/>
                    <a:gd name="connsiteX7" fmla="*/ 0 w 1780549"/>
                    <a:gd name="connsiteY7" fmla="*/ 1795751 h 2010173"/>
                    <a:gd name="connsiteX8" fmla="*/ 0 w 1780549"/>
                    <a:gd name="connsiteY8" fmla="*/ 0 h 2010173"/>
                    <a:gd name="connsiteX0" fmla="*/ 1780549 w 1871989"/>
                    <a:gd name="connsiteY0" fmla="*/ 737277 h 2010173"/>
                    <a:gd name="connsiteX1" fmla="*/ 507653 w 1871989"/>
                    <a:gd name="connsiteY1" fmla="*/ 2010173 h 2010173"/>
                    <a:gd name="connsiteX2" fmla="*/ 438289 w 1871989"/>
                    <a:gd name="connsiteY2" fmla="*/ 1952943 h 2010173"/>
                    <a:gd name="connsiteX3" fmla="*/ 5431 w 1871989"/>
                    <a:gd name="connsiteY3" fmla="*/ 1796025 h 2010173"/>
                    <a:gd name="connsiteX4" fmla="*/ 0 w 1871989"/>
                    <a:gd name="connsiteY4" fmla="*/ 1795751 h 2010173"/>
                    <a:gd name="connsiteX5" fmla="*/ 0 w 1871989"/>
                    <a:gd name="connsiteY5" fmla="*/ 0 h 2010173"/>
                    <a:gd name="connsiteX6" fmla="*/ 189035 w 1871989"/>
                    <a:gd name="connsiteY6" fmla="*/ 9546 h 2010173"/>
                    <a:gd name="connsiteX7" fmla="*/ 1653489 w 1871989"/>
                    <a:gd name="connsiteY7" fmla="*/ 621796 h 2010173"/>
                    <a:gd name="connsiteX8" fmla="*/ 1871989 w 1871989"/>
                    <a:gd name="connsiteY8" fmla="*/ 828717 h 2010173"/>
                    <a:gd name="connsiteX0" fmla="*/ 1780549 w 1780549"/>
                    <a:gd name="connsiteY0" fmla="*/ 737277 h 2010173"/>
                    <a:gd name="connsiteX1" fmla="*/ 507653 w 1780549"/>
                    <a:gd name="connsiteY1" fmla="*/ 2010173 h 2010173"/>
                    <a:gd name="connsiteX2" fmla="*/ 438289 w 1780549"/>
                    <a:gd name="connsiteY2" fmla="*/ 1952943 h 2010173"/>
                    <a:gd name="connsiteX3" fmla="*/ 5431 w 1780549"/>
                    <a:gd name="connsiteY3" fmla="*/ 1796025 h 2010173"/>
                    <a:gd name="connsiteX4" fmla="*/ 0 w 1780549"/>
                    <a:gd name="connsiteY4" fmla="*/ 1795751 h 2010173"/>
                    <a:gd name="connsiteX5" fmla="*/ 0 w 1780549"/>
                    <a:gd name="connsiteY5" fmla="*/ 0 h 2010173"/>
                    <a:gd name="connsiteX6" fmla="*/ 189035 w 1780549"/>
                    <a:gd name="connsiteY6" fmla="*/ 9546 h 2010173"/>
                    <a:gd name="connsiteX7" fmla="*/ 1653489 w 1780549"/>
                    <a:gd name="connsiteY7" fmla="*/ 621796 h 2010173"/>
                    <a:gd name="connsiteX8" fmla="*/ 1652914 w 1780549"/>
                    <a:gd name="connsiteY8" fmla="*/ 622342 h 2010173"/>
                    <a:gd name="connsiteX0" fmla="*/ 1607511 w 1672164"/>
                    <a:gd name="connsiteY0" fmla="*/ 911902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 name="connsiteX0" fmla="*/ 1585286 w 1672164"/>
                    <a:gd name="connsiteY0" fmla="*/ 934127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164" h="2010173">
                      <a:moveTo>
                        <a:pt x="1585286" y="934127"/>
                      </a:moveTo>
                      <a:lnTo>
                        <a:pt x="507653" y="2010173"/>
                      </a:lnTo>
                      <a:lnTo>
                        <a:pt x="438289" y="1952943"/>
                      </a:lnTo>
                      <a:cubicBezTo>
                        <a:pt x="312277" y="1867811"/>
                        <a:pt x="164684" y="1812198"/>
                        <a:pt x="5431" y="1796025"/>
                      </a:cubicBezTo>
                      <a:lnTo>
                        <a:pt x="0" y="1795751"/>
                      </a:lnTo>
                      <a:lnTo>
                        <a:pt x="0" y="0"/>
                      </a:lnTo>
                      <a:lnTo>
                        <a:pt x="189035" y="9546"/>
                      </a:lnTo>
                      <a:cubicBezTo>
                        <a:pt x="742346" y="65738"/>
                        <a:pt x="1247044" y="286368"/>
                        <a:pt x="1653489" y="621796"/>
                      </a:cubicBezTo>
                      <a:cubicBezTo>
                        <a:pt x="1695842" y="660290"/>
                        <a:pt x="1652914" y="622342"/>
                        <a:pt x="1652914" y="622342"/>
                      </a:cubicBezTo>
                    </a:path>
                  </a:pathLst>
                </a:custGeom>
                <a:no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23" name="Isosceles Triangle 222"/>
                <p:cNvSpPr/>
                <p:nvPr/>
              </p:nvSpPr>
              <p:spPr bwMode="gray">
                <a:xfrm rot="7855756">
                  <a:off x="6329363" y="1317625"/>
                  <a:ext cx="132588" cy="114300"/>
                </a:xfrm>
                <a:prstGeom prst="triangle">
                  <a:avLst/>
                </a:prstGeom>
                <a:no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24" name="Oval 223"/>
                <p:cNvSpPr/>
                <p:nvPr/>
              </p:nvSpPr>
              <p:spPr bwMode="gray">
                <a:xfrm>
                  <a:off x="6235103" y="1522413"/>
                  <a:ext cx="115888" cy="115888"/>
                </a:xfrm>
                <a:prstGeom prst="ellipse">
                  <a:avLst/>
                </a:prstGeom>
                <a:no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7" name="Group 6"/>
              <p:cNvGrpSpPr/>
              <p:nvPr/>
            </p:nvGrpSpPr>
            <p:grpSpPr>
              <a:xfrm>
                <a:off x="4663441" y="690417"/>
                <a:ext cx="1789366" cy="2010173"/>
                <a:chOff x="4663441" y="690417"/>
                <a:chExt cx="1789366" cy="2010173"/>
              </a:xfrm>
            </p:grpSpPr>
            <p:sp>
              <p:nvSpPr>
                <p:cNvPr id="211" name="Freeform 210"/>
                <p:cNvSpPr/>
                <p:nvPr/>
              </p:nvSpPr>
              <p:spPr bwMode="gray">
                <a:xfrm>
                  <a:off x="4663441" y="690417"/>
                  <a:ext cx="1672164" cy="2010173"/>
                </a:xfrm>
                <a:custGeom>
                  <a:avLst/>
                  <a:gdLst>
                    <a:gd name="connsiteX0" fmla="*/ 0 w 1780549"/>
                    <a:gd name="connsiteY0" fmla="*/ 0 h 2010173"/>
                    <a:gd name="connsiteX1" fmla="*/ 189035 w 1780549"/>
                    <a:gd name="connsiteY1" fmla="*/ 9546 h 2010173"/>
                    <a:gd name="connsiteX2" fmla="*/ 1653489 w 1780549"/>
                    <a:gd name="connsiteY2" fmla="*/ 621796 h 2010173"/>
                    <a:gd name="connsiteX3" fmla="*/ 1780549 w 1780549"/>
                    <a:gd name="connsiteY3" fmla="*/ 737277 h 2010173"/>
                    <a:gd name="connsiteX4" fmla="*/ 507653 w 1780549"/>
                    <a:gd name="connsiteY4" fmla="*/ 2010173 h 2010173"/>
                    <a:gd name="connsiteX5" fmla="*/ 438289 w 1780549"/>
                    <a:gd name="connsiteY5" fmla="*/ 1952943 h 2010173"/>
                    <a:gd name="connsiteX6" fmla="*/ 5431 w 1780549"/>
                    <a:gd name="connsiteY6" fmla="*/ 1796025 h 2010173"/>
                    <a:gd name="connsiteX7" fmla="*/ 0 w 1780549"/>
                    <a:gd name="connsiteY7" fmla="*/ 1795751 h 2010173"/>
                    <a:gd name="connsiteX8" fmla="*/ 0 w 1780549"/>
                    <a:gd name="connsiteY8" fmla="*/ 0 h 2010173"/>
                    <a:gd name="connsiteX0" fmla="*/ 1780549 w 1871989"/>
                    <a:gd name="connsiteY0" fmla="*/ 737277 h 2010173"/>
                    <a:gd name="connsiteX1" fmla="*/ 507653 w 1871989"/>
                    <a:gd name="connsiteY1" fmla="*/ 2010173 h 2010173"/>
                    <a:gd name="connsiteX2" fmla="*/ 438289 w 1871989"/>
                    <a:gd name="connsiteY2" fmla="*/ 1952943 h 2010173"/>
                    <a:gd name="connsiteX3" fmla="*/ 5431 w 1871989"/>
                    <a:gd name="connsiteY3" fmla="*/ 1796025 h 2010173"/>
                    <a:gd name="connsiteX4" fmla="*/ 0 w 1871989"/>
                    <a:gd name="connsiteY4" fmla="*/ 1795751 h 2010173"/>
                    <a:gd name="connsiteX5" fmla="*/ 0 w 1871989"/>
                    <a:gd name="connsiteY5" fmla="*/ 0 h 2010173"/>
                    <a:gd name="connsiteX6" fmla="*/ 189035 w 1871989"/>
                    <a:gd name="connsiteY6" fmla="*/ 9546 h 2010173"/>
                    <a:gd name="connsiteX7" fmla="*/ 1653489 w 1871989"/>
                    <a:gd name="connsiteY7" fmla="*/ 621796 h 2010173"/>
                    <a:gd name="connsiteX8" fmla="*/ 1871989 w 1871989"/>
                    <a:gd name="connsiteY8" fmla="*/ 828717 h 2010173"/>
                    <a:gd name="connsiteX0" fmla="*/ 1780549 w 1780549"/>
                    <a:gd name="connsiteY0" fmla="*/ 737277 h 2010173"/>
                    <a:gd name="connsiteX1" fmla="*/ 507653 w 1780549"/>
                    <a:gd name="connsiteY1" fmla="*/ 2010173 h 2010173"/>
                    <a:gd name="connsiteX2" fmla="*/ 438289 w 1780549"/>
                    <a:gd name="connsiteY2" fmla="*/ 1952943 h 2010173"/>
                    <a:gd name="connsiteX3" fmla="*/ 5431 w 1780549"/>
                    <a:gd name="connsiteY3" fmla="*/ 1796025 h 2010173"/>
                    <a:gd name="connsiteX4" fmla="*/ 0 w 1780549"/>
                    <a:gd name="connsiteY4" fmla="*/ 1795751 h 2010173"/>
                    <a:gd name="connsiteX5" fmla="*/ 0 w 1780549"/>
                    <a:gd name="connsiteY5" fmla="*/ 0 h 2010173"/>
                    <a:gd name="connsiteX6" fmla="*/ 189035 w 1780549"/>
                    <a:gd name="connsiteY6" fmla="*/ 9546 h 2010173"/>
                    <a:gd name="connsiteX7" fmla="*/ 1653489 w 1780549"/>
                    <a:gd name="connsiteY7" fmla="*/ 621796 h 2010173"/>
                    <a:gd name="connsiteX8" fmla="*/ 1652914 w 1780549"/>
                    <a:gd name="connsiteY8" fmla="*/ 622342 h 2010173"/>
                    <a:gd name="connsiteX0" fmla="*/ 1607511 w 1672164"/>
                    <a:gd name="connsiteY0" fmla="*/ 911902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 name="connsiteX0" fmla="*/ 1585286 w 1672164"/>
                    <a:gd name="connsiteY0" fmla="*/ 934127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164" h="2010173">
                      <a:moveTo>
                        <a:pt x="1585286" y="934127"/>
                      </a:moveTo>
                      <a:lnTo>
                        <a:pt x="507653" y="2010173"/>
                      </a:lnTo>
                      <a:lnTo>
                        <a:pt x="438289" y="1952943"/>
                      </a:lnTo>
                      <a:cubicBezTo>
                        <a:pt x="312277" y="1867811"/>
                        <a:pt x="164684" y="1812198"/>
                        <a:pt x="5431" y="1796025"/>
                      </a:cubicBezTo>
                      <a:lnTo>
                        <a:pt x="0" y="1795751"/>
                      </a:lnTo>
                      <a:lnTo>
                        <a:pt x="0" y="0"/>
                      </a:lnTo>
                      <a:lnTo>
                        <a:pt x="189035" y="9546"/>
                      </a:lnTo>
                      <a:cubicBezTo>
                        <a:pt x="742346" y="65738"/>
                        <a:pt x="1247044" y="286368"/>
                        <a:pt x="1653489" y="621796"/>
                      </a:cubicBezTo>
                      <a:cubicBezTo>
                        <a:pt x="1695842" y="660290"/>
                        <a:pt x="1652914" y="622342"/>
                        <a:pt x="1652914" y="622342"/>
                      </a:cubicBezTo>
                    </a:path>
                  </a:pathLst>
                </a:custGeom>
                <a:no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5" name="Isosceles Triangle 4"/>
                <p:cNvSpPr/>
                <p:nvPr/>
              </p:nvSpPr>
              <p:spPr bwMode="gray">
                <a:xfrm rot="7855756">
                  <a:off x="6329363" y="1317625"/>
                  <a:ext cx="132588" cy="114300"/>
                </a:xfrm>
                <a:prstGeom prst="triangle">
                  <a:avLst/>
                </a:prstGeom>
                <a:no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6" name="Oval 5"/>
                <p:cNvSpPr/>
                <p:nvPr/>
              </p:nvSpPr>
              <p:spPr bwMode="gray">
                <a:xfrm>
                  <a:off x="6235103" y="1522413"/>
                  <a:ext cx="115888" cy="115888"/>
                </a:xfrm>
                <a:prstGeom prst="ellipse">
                  <a:avLst/>
                </a:prstGeom>
                <a:no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225" name="Group 224"/>
              <p:cNvGrpSpPr/>
              <p:nvPr/>
            </p:nvGrpSpPr>
            <p:grpSpPr>
              <a:xfrm rot="5400000">
                <a:off x="5415430" y="3420975"/>
                <a:ext cx="1789366" cy="2010173"/>
                <a:chOff x="4663441" y="690417"/>
                <a:chExt cx="1789366" cy="2010173"/>
              </a:xfrm>
            </p:grpSpPr>
            <p:sp>
              <p:nvSpPr>
                <p:cNvPr id="226" name="Freeform 225"/>
                <p:cNvSpPr/>
                <p:nvPr/>
              </p:nvSpPr>
              <p:spPr bwMode="gray">
                <a:xfrm>
                  <a:off x="4663441" y="690417"/>
                  <a:ext cx="1672164" cy="2010173"/>
                </a:xfrm>
                <a:custGeom>
                  <a:avLst/>
                  <a:gdLst>
                    <a:gd name="connsiteX0" fmla="*/ 0 w 1780549"/>
                    <a:gd name="connsiteY0" fmla="*/ 0 h 2010173"/>
                    <a:gd name="connsiteX1" fmla="*/ 189035 w 1780549"/>
                    <a:gd name="connsiteY1" fmla="*/ 9546 h 2010173"/>
                    <a:gd name="connsiteX2" fmla="*/ 1653489 w 1780549"/>
                    <a:gd name="connsiteY2" fmla="*/ 621796 h 2010173"/>
                    <a:gd name="connsiteX3" fmla="*/ 1780549 w 1780549"/>
                    <a:gd name="connsiteY3" fmla="*/ 737277 h 2010173"/>
                    <a:gd name="connsiteX4" fmla="*/ 507653 w 1780549"/>
                    <a:gd name="connsiteY4" fmla="*/ 2010173 h 2010173"/>
                    <a:gd name="connsiteX5" fmla="*/ 438289 w 1780549"/>
                    <a:gd name="connsiteY5" fmla="*/ 1952943 h 2010173"/>
                    <a:gd name="connsiteX6" fmla="*/ 5431 w 1780549"/>
                    <a:gd name="connsiteY6" fmla="*/ 1796025 h 2010173"/>
                    <a:gd name="connsiteX7" fmla="*/ 0 w 1780549"/>
                    <a:gd name="connsiteY7" fmla="*/ 1795751 h 2010173"/>
                    <a:gd name="connsiteX8" fmla="*/ 0 w 1780549"/>
                    <a:gd name="connsiteY8" fmla="*/ 0 h 2010173"/>
                    <a:gd name="connsiteX0" fmla="*/ 1780549 w 1871989"/>
                    <a:gd name="connsiteY0" fmla="*/ 737277 h 2010173"/>
                    <a:gd name="connsiteX1" fmla="*/ 507653 w 1871989"/>
                    <a:gd name="connsiteY1" fmla="*/ 2010173 h 2010173"/>
                    <a:gd name="connsiteX2" fmla="*/ 438289 w 1871989"/>
                    <a:gd name="connsiteY2" fmla="*/ 1952943 h 2010173"/>
                    <a:gd name="connsiteX3" fmla="*/ 5431 w 1871989"/>
                    <a:gd name="connsiteY3" fmla="*/ 1796025 h 2010173"/>
                    <a:gd name="connsiteX4" fmla="*/ 0 w 1871989"/>
                    <a:gd name="connsiteY4" fmla="*/ 1795751 h 2010173"/>
                    <a:gd name="connsiteX5" fmla="*/ 0 w 1871989"/>
                    <a:gd name="connsiteY5" fmla="*/ 0 h 2010173"/>
                    <a:gd name="connsiteX6" fmla="*/ 189035 w 1871989"/>
                    <a:gd name="connsiteY6" fmla="*/ 9546 h 2010173"/>
                    <a:gd name="connsiteX7" fmla="*/ 1653489 w 1871989"/>
                    <a:gd name="connsiteY7" fmla="*/ 621796 h 2010173"/>
                    <a:gd name="connsiteX8" fmla="*/ 1871989 w 1871989"/>
                    <a:gd name="connsiteY8" fmla="*/ 828717 h 2010173"/>
                    <a:gd name="connsiteX0" fmla="*/ 1780549 w 1780549"/>
                    <a:gd name="connsiteY0" fmla="*/ 737277 h 2010173"/>
                    <a:gd name="connsiteX1" fmla="*/ 507653 w 1780549"/>
                    <a:gd name="connsiteY1" fmla="*/ 2010173 h 2010173"/>
                    <a:gd name="connsiteX2" fmla="*/ 438289 w 1780549"/>
                    <a:gd name="connsiteY2" fmla="*/ 1952943 h 2010173"/>
                    <a:gd name="connsiteX3" fmla="*/ 5431 w 1780549"/>
                    <a:gd name="connsiteY3" fmla="*/ 1796025 h 2010173"/>
                    <a:gd name="connsiteX4" fmla="*/ 0 w 1780549"/>
                    <a:gd name="connsiteY4" fmla="*/ 1795751 h 2010173"/>
                    <a:gd name="connsiteX5" fmla="*/ 0 w 1780549"/>
                    <a:gd name="connsiteY5" fmla="*/ 0 h 2010173"/>
                    <a:gd name="connsiteX6" fmla="*/ 189035 w 1780549"/>
                    <a:gd name="connsiteY6" fmla="*/ 9546 h 2010173"/>
                    <a:gd name="connsiteX7" fmla="*/ 1653489 w 1780549"/>
                    <a:gd name="connsiteY7" fmla="*/ 621796 h 2010173"/>
                    <a:gd name="connsiteX8" fmla="*/ 1652914 w 1780549"/>
                    <a:gd name="connsiteY8" fmla="*/ 622342 h 2010173"/>
                    <a:gd name="connsiteX0" fmla="*/ 1607511 w 1672164"/>
                    <a:gd name="connsiteY0" fmla="*/ 911902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 name="connsiteX0" fmla="*/ 1585286 w 1672164"/>
                    <a:gd name="connsiteY0" fmla="*/ 934127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164" h="2010173">
                      <a:moveTo>
                        <a:pt x="1585286" y="934127"/>
                      </a:moveTo>
                      <a:lnTo>
                        <a:pt x="507653" y="2010173"/>
                      </a:lnTo>
                      <a:lnTo>
                        <a:pt x="438289" y="1952943"/>
                      </a:lnTo>
                      <a:cubicBezTo>
                        <a:pt x="312277" y="1867811"/>
                        <a:pt x="164684" y="1812198"/>
                        <a:pt x="5431" y="1796025"/>
                      </a:cubicBezTo>
                      <a:lnTo>
                        <a:pt x="0" y="1795751"/>
                      </a:lnTo>
                      <a:lnTo>
                        <a:pt x="0" y="0"/>
                      </a:lnTo>
                      <a:lnTo>
                        <a:pt x="189035" y="9546"/>
                      </a:lnTo>
                      <a:cubicBezTo>
                        <a:pt x="742346" y="65738"/>
                        <a:pt x="1247044" y="286368"/>
                        <a:pt x="1653489" y="621796"/>
                      </a:cubicBezTo>
                      <a:cubicBezTo>
                        <a:pt x="1695842" y="660290"/>
                        <a:pt x="1652914" y="622342"/>
                        <a:pt x="1652914" y="622342"/>
                      </a:cubicBezTo>
                    </a:path>
                  </a:pathLst>
                </a:custGeom>
                <a:noFill/>
                <a:ln w="28575" algn="ctr">
                  <a:solidFill>
                    <a:srgbClr val="046A38"/>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27" name="Isosceles Triangle 226"/>
                <p:cNvSpPr/>
                <p:nvPr/>
              </p:nvSpPr>
              <p:spPr bwMode="gray">
                <a:xfrm rot="7855756">
                  <a:off x="6329363" y="1317625"/>
                  <a:ext cx="132588" cy="114300"/>
                </a:xfrm>
                <a:prstGeom prst="triangle">
                  <a:avLst/>
                </a:prstGeom>
                <a:noFill/>
                <a:ln w="28575" algn="ctr">
                  <a:solidFill>
                    <a:srgbClr val="046A38"/>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28" name="Oval 227"/>
                <p:cNvSpPr/>
                <p:nvPr/>
              </p:nvSpPr>
              <p:spPr bwMode="gray">
                <a:xfrm>
                  <a:off x="6235103" y="1522413"/>
                  <a:ext cx="115888" cy="115888"/>
                </a:xfrm>
                <a:prstGeom prst="ellipse">
                  <a:avLst/>
                </a:prstGeom>
                <a:noFill/>
                <a:ln w="28575" algn="ctr">
                  <a:solidFill>
                    <a:srgbClr val="046A38"/>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251" name="Group 250"/>
              <p:cNvGrpSpPr/>
              <p:nvPr/>
            </p:nvGrpSpPr>
            <p:grpSpPr>
              <a:xfrm flipH="1" flipV="1">
                <a:off x="1620013" y="521290"/>
                <a:ext cx="3313746" cy="5681204"/>
                <a:chOff x="4200876" y="690417"/>
                <a:chExt cx="3313746" cy="5681204"/>
              </a:xfrm>
            </p:grpSpPr>
            <p:grpSp>
              <p:nvGrpSpPr>
                <p:cNvPr id="252" name="Group 251"/>
                <p:cNvGrpSpPr/>
                <p:nvPr/>
              </p:nvGrpSpPr>
              <p:grpSpPr>
                <a:xfrm rot="2700000">
                  <a:off x="5614853" y="1908707"/>
                  <a:ext cx="1789366" cy="2010173"/>
                  <a:chOff x="4663441" y="690417"/>
                  <a:chExt cx="1789366" cy="2010173"/>
                </a:xfrm>
              </p:grpSpPr>
              <p:sp>
                <p:nvSpPr>
                  <p:cNvPr id="265" name="Freeform 264"/>
                  <p:cNvSpPr/>
                  <p:nvPr/>
                </p:nvSpPr>
                <p:spPr bwMode="gray">
                  <a:xfrm>
                    <a:off x="4663441" y="690417"/>
                    <a:ext cx="1672164" cy="2010173"/>
                  </a:xfrm>
                  <a:custGeom>
                    <a:avLst/>
                    <a:gdLst>
                      <a:gd name="connsiteX0" fmla="*/ 0 w 1780549"/>
                      <a:gd name="connsiteY0" fmla="*/ 0 h 2010173"/>
                      <a:gd name="connsiteX1" fmla="*/ 189035 w 1780549"/>
                      <a:gd name="connsiteY1" fmla="*/ 9546 h 2010173"/>
                      <a:gd name="connsiteX2" fmla="*/ 1653489 w 1780549"/>
                      <a:gd name="connsiteY2" fmla="*/ 621796 h 2010173"/>
                      <a:gd name="connsiteX3" fmla="*/ 1780549 w 1780549"/>
                      <a:gd name="connsiteY3" fmla="*/ 737277 h 2010173"/>
                      <a:gd name="connsiteX4" fmla="*/ 507653 w 1780549"/>
                      <a:gd name="connsiteY4" fmla="*/ 2010173 h 2010173"/>
                      <a:gd name="connsiteX5" fmla="*/ 438289 w 1780549"/>
                      <a:gd name="connsiteY5" fmla="*/ 1952943 h 2010173"/>
                      <a:gd name="connsiteX6" fmla="*/ 5431 w 1780549"/>
                      <a:gd name="connsiteY6" fmla="*/ 1796025 h 2010173"/>
                      <a:gd name="connsiteX7" fmla="*/ 0 w 1780549"/>
                      <a:gd name="connsiteY7" fmla="*/ 1795751 h 2010173"/>
                      <a:gd name="connsiteX8" fmla="*/ 0 w 1780549"/>
                      <a:gd name="connsiteY8" fmla="*/ 0 h 2010173"/>
                      <a:gd name="connsiteX0" fmla="*/ 1780549 w 1871989"/>
                      <a:gd name="connsiteY0" fmla="*/ 737277 h 2010173"/>
                      <a:gd name="connsiteX1" fmla="*/ 507653 w 1871989"/>
                      <a:gd name="connsiteY1" fmla="*/ 2010173 h 2010173"/>
                      <a:gd name="connsiteX2" fmla="*/ 438289 w 1871989"/>
                      <a:gd name="connsiteY2" fmla="*/ 1952943 h 2010173"/>
                      <a:gd name="connsiteX3" fmla="*/ 5431 w 1871989"/>
                      <a:gd name="connsiteY3" fmla="*/ 1796025 h 2010173"/>
                      <a:gd name="connsiteX4" fmla="*/ 0 w 1871989"/>
                      <a:gd name="connsiteY4" fmla="*/ 1795751 h 2010173"/>
                      <a:gd name="connsiteX5" fmla="*/ 0 w 1871989"/>
                      <a:gd name="connsiteY5" fmla="*/ 0 h 2010173"/>
                      <a:gd name="connsiteX6" fmla="*/ 189035 w 1871989"/>
                      <a:gd name="connsiteY6" fmla="*/ 9546 h 2010173"/>
                      <a:gd name="connsiteX7" fmla="*/ 1653489 w 1871989"/>
                      <a:gd name="connsiteY7" fmla="*/ 621796 h 2010173"/>
                      <a:gd name="connsiteX8" fmla="*/ 1871989 w 1871989"/>
                      <a:gd name="connsiteY8" fmla="*/ 828717 h 2010173"/>
                      <a:gd name="connsiteX0" fmla="*/ 1780549 w 1780549"/>
                      <a:gd name="connsiteY0" fmla="*/ 737277 h 2010173"/>
                      <a:gd name="connsiteX1" fmla="*/ 507653 w 1780549"/>
                      <a:gd name="connsiteY1" fmla="*/ 2010173 h 2010173"/>
                      <a:gd name="connsiteX2" fmla="*/ 438289 w 1780549"/>
                      <a:gd name="connsiteY2" fmla="*/ 1952943 h 2010173"/>
                      <a:gd name="connsiteX3" fmla="*/ 5431 w 1780549"/>
                      <a:gd name="connsiteY3" fmla="*/ 1796025 h 2010173"/>
                      <a:gd name="connsiteX4" fmla="*/ 0 w 1780549"/>
                      <a:gd name="connsiteY4" fmla="*/ 1795751 h 2010173"/>
                      <a:gd name="connsiteX5" fmla="*/ 0 w 1780549"/>
                      <a:gd name="connsiteY5" fmla="*/ 0 h 2010173"/>
                      <a:gd name="connsiteX6" fmla="*/ 189035 w 1780549"/>
                      <a:gd name="connsiteY6" fmla="*/ 9546 h 2010173"/>
                      <a:gd name="connsiteX7" fmla="*/ 1653489 w 1780549"/>
                      <a:gd name="connsiteY7" fmla="*/ 621796 h 2010173"/>
                      <a:gd name="connsiteX8" fmla="*/ 1652914 w 1780549"/>
                      <a:gd name="connsiteY8" fmla="*/ 622342 h 2010173"/>
                      <a:gd name="connsiteX0" fmla="*/ 1607511 w 1672164"/>
                      <a:gd name="connsiteY0" fmla="*/ 911902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 name="connsiteX0" fmla="*/ 1585286 w 1672164"/>
                      <a:gd name="connsiteY0" fmla="*/ 934127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164" h="2010173">
                        <a:moveTo>
                          <a:pt x="1585286" y="934127"/>
                        </a:moveTo>
                        <a:lnTo>
                          <a:pt x="507653" y="2010173"/>
                        </a:lnTo>
                        <a:lnTo>
                          <a:pt x="438289" y="1952943"/>
                        </a:lnTo>
                        <a:cubicBezTo>
                          <a:pt x="312277" y="1867811"/>
                          <a:pt x="164684" y="1812198"/>
                          <a:pt x="5431" y="1796025"/>
                        </a:cubicBezTo>
                        <a:lnTo>
                          <a:pt x="0" y="1795751"/>
                        </a:lnTo>
                        <a:lnTo>
                          <a:pt x="0" y="0"/>
                        </a:lnTo>
                        <a:lnTo>
                          <a:pt x="189035" y="9546"/>
                        </a:lnTo>
                        <a:cubicBezTo>
                          <a:pt x="742346" y="65738"/>
                          <a:pt x="1247044" y="286368"/>
                          <a:pt x="1653489" y="621796"/>
                        </a:cubicBezTo>
                        <a:cubicBezTo>
                          <a:pt x="1695842" y="660290"/>
                          <a:pt x="1652914" y="622342"/>
                          <a:pt x="1652914" y="622342"/>
                        </a:cubicBezTo>
                      </a:path>
                    </a:pathLst>
                  </a:custGeom>
                  <a:no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66" name="Isosceles Triangle 265"/>
                  <p:cNvSpPr/>
                  <p:nvPr/>
                </p:nvSpPr>
                <p:spPr bwMode="gray">
                  <a:xfrm rot="7855756">
                    <a:off x="6329363" y="1317625"/>
                    <a:ext cx="132588" cy="114300"/>
                  </a:xfrm>
                  <a:prstGeom prst="triangle">
                    <a:avLst/>
                  </a:prstGeom>
                  <a:no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67" name="Oval 266"/>
                  <p:cNvSpPr/>
                  <p:nvPr/>
                </p:nvSpPr>
                <p:spPr bwMode="gray">
                  <a:xfrm>
                    <a:off x="6235103" y="1522413"/>
                    <a:ext cx="115888" cy="115888"/>
                  </a:xfrm>
                  <a:prstGeom prst="ellipse">
                    <a:avLst/>
                  </a:prstGeom>
                  <a:no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253" name="Group 252"/>
                <p:cNvGrpSpPr/>
                <p:nvPr/>
              </p:nvGrpSpPr>
              <p:grpSpPr>
                <a:xfrm>
                  <a:off x="4663441" y="690417"/>
                  <a:ext cx="1789366" cy="2010173"/>
                  <a:chOff x="4663441" y="690417"/>
                  <a:chExt cx="1789366" cy="2010173"/>
                </a:xfrm>
              </p:grpSpPr>
              <p:sp>
                <p:nvSpPr>
                  <p:cNvPr id="262" name="Freeform 261"/>
                  <p:cNvSpPr/>
                  <p:nvPr/>
                </p:nvSpPr>
                <p:spPr bwMode="gray">
                  <a:xfrm>
                    <a:off x="4663441" y="690417"/>
                    <a:ext cx="1672164" cy="2010173"/>
                  </a:xfrm>
                  <a:custGeom>
                    <a:avLst/>
                    <a:gdLst>
                      <a:gd name="connsiteX0" fmla="*/ 0 w 1780549"/>
                      <a:gd name="connsiteY0" fmla="*/ 0 h 2010173"/>
                      <a:gd name="connsiteX1" fmla="*/ 189035 w 1780549"/>
                      <a:gd name="connsiteY1" fmla="*/ 9546 h 2010173"/>
                      <a:gd name="connsiteX2" fmla="*/ 1653489 w 1780549"/>
                      <a:gd name="connsiteY2" fmla="*/ 621796 h 2010173"/>
                      <a:gd name="connsiteX3" fmla="*/ 1780549 w 1780549"/>
                      <a:gd name="connsiteY3" fmla="*/ 737277 h 2010173"/>
                      <a:gd name="connsiteX4" fmla="*/ 507653 w 1780549"/>
                      <a:gd name="connsiteY4" fmla="*/ 2010173 h 2010173"/>
                      <a:gd name="connsiteX5" fmla="*/ 438289 w 1780549"/>
                      <a:gd name="connsiteY5" fmla="*/ 1952943 h 2010173"/>
                      <a:gd name="connsiteX6" fmla="*/ 5431 w 1780549"/>
                      <a:gd name="connsiteY6" fmla="*/ 1796025 h 2010173"/>
                      <a:gd name="connsiteX7" fmla="*/ 0 w 1780549"/>
                      <a:gd name="connsiteY7" fmla="*/ 1795751 h 2010173"/>
                      <a:gd name="connsiteX8" fmla="*/ 0 w 1780549"/>
                      <a:gd name="connsiteY8" fmla="*/ 0 h 2010173"/>
                      <a:gd name="connsiteX0" fmla="*/ 1780549 w 1871989"/>
                      <a:gd name="connsiteY0" fmla="*/ 737277 h 2010173"/>
                      <a:gd name="connsiteX1" fmla="*/ 507653 w 1871989"/>
                      <a:gd name="connsiteY1" fmla="*/ 2010173 h 2010173"/>
                      <a:gd name="connsiteX2" fmla="*/ 438289 w 1871989"/>
                      <a:gd name="connsiteY2" fmla="*/ 1952943 h 2010173"/>
                      <a:gd name="connsiteX3" fmla="*/ 5431 w 1871989"/>
                      <a:gd name="connsiteY3" fmla="*/ 1796025 h 2010173"/>
                      <a:gd name="connsiteX4" fmla="*/ 0 w 1871989"/>
                      <a:gd name="connsiteY4" fmla="*/ 1795751 h 2010173"/>
                      <a:gd name="connsiteX5" fmla="*/ 0 w 1871989"/>
                      <a:gd name="connsiteY5" fmla="*/ 0 h 2010173"/>
                      <a:gd name="connsiteX6" fmla="*/ 189035 w 1871989"/>
                      <a:gd name="connsiteY6" fmla="*/ 9546 h 2010173"/>
                      <a:gd name="connsiteX7" fmla="*/ 1653489 w 1871989"/>
                      <a:gd name="connsiteY7" fmla="*/ 621796 h 2010173"/>
                      <a:gd name="connsiteX8" fmla="*/ 1871989 w 1871989"/>
                      <a:gd name="connsiteY8" fmla="*/ 828717 h 2010173"/>
                      <a:gd name="connsiteX0" fmla="*/ 1780549 w 1780549"/>
                      <a:gd name="connsiteY0" fmla="*/ 737277 h 2010173"/>
                      <a:gd name="connsiteX1" fmla="*/ 507653 w 1780549"/>
                      <a:gd name="connsiteY1" fmla="*/ 2010173 h 2010173"/>
                      <a:gd name="connsiteX2" fmla="*/ 438289 w 1780549"/>
                      <a:gd name="connsiteY2" fmla="*/ 1952943 h 2010173"/>
                      <a:gd name="connsiteX3" fmla="*/ 5431 w 1780549"/>
                      <a:gd name="connsiteY3" fmla="*/ 1796025 h 2010173"/>
                      <a:gd name="connsiteX4" fmla="*/ 0 w 1780549"/>
                      <a:gd name="connsiteY4" fmla="*/ 1795751 h 2010173"/>
                      <a:gd name="connsiteX5" fmla="*/ 0 w 1780549"/>
                      <a:gd name="connsiteY5" fmla="*/ 0 h 2010173"/>
                      <a:gd name="connsiteX6" fmla="*/ 189035 w 1780549"/>
                      <a:gd name="connsiteY6" fmla="*/ 9546 h 2010173"/>
                      <a:gd name="connsiteX7" fmla="*/ 1653489 w 1780549"/>
                      <a:gd name="connsiteY7" fmla="*/ 621796 h 2010173"/>
                      <a:gd name="connsiteX8" fmla="*/ 1652914 w 1780549"/>
                      <a:gd name="connsiteY8" fmla="*/ 622342 h 2010173"/>
                      <a:gd name="connsiteX0" fmla="*/ 1607511 w 1672164"/>
                      <a:gd name="connsiteY0" fmla="*/ 911902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 name="connsiteX0" fmla="*/ 1585286 w 1672164"/>
                      <a:gd name="connsiteY0" fmla="*/ 934127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164" h="2010173">
                        <a:moveTo>
                          <a:pt x="1585286" y="934127"/>
                        </a:moveTo>
                        <a:lnTo>
                          <a:pt x="507653" y="2010173"/>
                        </a:lnTo>
                        <a:lnTo>
                          <a:pt x="438289" y="1952943"/>
                        </a:lnTo>
                        <a:cubicBezTo>
                          <a:pt x="312277" y="1867811"/>
                          <a:pt x="164684" y="1812198"/>
                          <a:pt x="5431" y="1796025"/>
                        </a:cubicBezTo>
                        <a:lnTo>
                          <a:pt x="0" y="1795751"/>
                        </a:lnTo>
                        <a:lnTo>
                          <a:pt x="0" y="0"/>
                        </a:lnTo>
                        <a:lnTo>
                          <a:pt x="189035" y="9546"/>
                        </a:lnTo>
                        <a:cubicBezTo>
                          <a:pt x="742346" y="65738"/>
                          <a:pt x="1247044" y="286368"/>
                          <a:pt x="1653489" y="621796"/>
                        </a:cubicBezTo>
                        <a:cubicBezTo>
                          <a:pt x="1695842" y="660290"/>
                          <a:pt x="1652914" y="622342"/>
                          <a:pt x="1652914" y="622342"/>
                        </a:cubicBezTo>
                      </a:path>
                    </a:pathLst>
                  </a:custGeom>
                  <a:no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63" name="Isosceles Triangle 262"/>
                  <p:cNvSpPr/>
                  <p:nvPr/>
                </p:nvSpPr>
                <p:spPr bwMode="gray">
                  <a:xfrm rot="7855756">
                    <a:off x="6329363" y="1317625"/>
                    <a:ext cx="132588" cy="114300"/>
                  </a:xfrm>
                  <a:prstGeom prst="triangle">
                    <a:avLst/>
                  </a:prstGeom>
                  <a:no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64" name="Oval 263"/>
                  <p:cNvSpPr/>
                  <p:nvPr/>
                </p:nvSpPr>
                <p:spPr bwMode="gray">
                  <a:xfrm>
                    <a:off x="6235103" y="1522413"/>
                    <a:ext cx="115888" cy="115888"/>
                  </a:xfrm>
                  <a:prstGeom prst="ellipse">
                    <a:avLst/>
                  </a:prstGeom>
                  <a:no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254" name="Group 253"/>
                <p:cNvGrpSpPr/>
                <p:nvPr/>
              </p:nvGrpSpPr>
              <p:grpSpPr>
                <a:xfrm rot="5400000">
                  <a:off x="5415430" y="3420975"/>
                  <a:ext cx="1789366" cy="2010173"/>
                  <a:chOff x="4663441" y="690417"/>
                  <a:chExt cx="1789366" cy="2010173"/>
                </a:xfrm>
              </p:grpSpPr>
              <p:sp>
                <p:nvSpPr>
                  <p:cNvPr id="259" name="Freeform 258"/>
                  <p:cNvSpPr/>
                  <p:nvPr/>
                </p:nvSpPr>
                <p:spPr bwMode="gray">
                  <a:xfrm>
                    <a:off x="4663441" y="690417"/>
                    <a:ext cx="1672164" cy="2010173"/>
                  </a:xfrm>
                  <a:custGeom>
                    <a:avLst/>
                    <a:gdLst>
                      <a:gd name="connsiteX0" fmla="*/ 0 w 1780549"/>
                      <a:gd name="connsiteY0" fmla="*/ 0 h 2010173"/>
                      <a:gd name="connsiteX1" fmla="*/ 189035 w 1780549"/>
                      <a:gd name="connsiteY1" fmla="*/ 9546 h 2010173"/>
                      <a:gd name="connsiteX2" fmla="*/ 1653489 w 1780549"/>
                      <a:gd name="connsiteY2" fmla="*/ 621796 h 2010173"/>
                      <a:gd name="connsiteX3" fmla="*/ 1780549 w 1780549"/>
                      <a:gd name="connsiteY3" fmla="*/ 737277 h 2010173"/>
                      <a:gd name="connsiteX4" fmla="*/ 507653 w 1780549"/>
                      <a:gd name="connsiteY4" fmla="*/ 2010173 h 2010173"/>
                      <a:gd name="connsiteX5" fmla="*/ 438289 w 1780549"/>
                      <a:gd name="connsiteY5" fmla="*/ 1952943 h 2010173"/>
                      <a:gd name="connsiteX6" fmla="*/ 5431 w 1780549"/>
                      <a:gd name="connsiteY6" fmla="*/ 1796025 h 2010173"/>
                      <a:gd name="connsiteX7" fmla="*/ 0 w 1780549"/>
                      <a:gd name="connsiteY7" fmla="*/ 1795751 h 2010173"/>
                      <a:gd name="connsiteX8" fmla="*/ 0 w 1780549"/>
                      <a:gd name="connsiteY8" fmla="*/ 0 h 2010173"/>
                      <a:gd name="connsiteX0" fmla="*/ 1780549 w 1871989"/>
                      <a:gd name="connsiteY0" fmla="*/ 737277 h 2010173"/>
                      <a:gd name="connsiteX1" fmla="*/ 507653 w 1871989"/>
                      <a:gd name="connsiteY1" fmla="*/ 2010173 h 2010173"/>
                      <a:gd name="connsiteX2" fmla="*/ 438289 w 1871989"/>
                      <a:gd name="connsiteY2" fmla="*/ 1952943 h 2010173"/>
                      <a:gd name="connsiteX3" fmla="*/ 5431 w 1871989"/>
                      <a:gd name="connsiteY3" fmla="*/ 1796025 h 2010173"/>
                      <a:gd name="connsiteX4" fmla="*/ 0 w 1871989"/>
                      <a:gd name="connsiteY4" fmla="*/ 1795751 h 2010173"/>
                      <a:gd name="connsiteX5" fmla="*/ 0 w 1871989"/>
                      <a:gd name="connsiteY5" fmla="*/ 0 h 2010173"/>
                      <a:gd name="connsiteX6" fmla="*/ 189035 w 1871989"/>
                      <a:gd name="connsiteY6" fmla="*/ 9546 h 2010173"/>
                      <a:gd name="connsiteX7" fmla="*/ 1653489 w 1871989"/>
                      <a:gd name="connsiteY7" fmla="*/ 621796 h 2010173"/>
                      <a:gd name="connsiteX8" fmla="*/ 1871989 w 1871989"/>
                      <a:gd name="connsiteY8" fmla="*/ 828717 h 2010173"/>
                      <a:gd name="connsiteX0" fmla="*/ 1780549 w 1780549"/>
                      <a:gd name="connsiteY0" fmla="*/ 737277 h 2010173"/>
                      <a:gd name="connsiteX1" fmla="*/ 507653 w 1780549"/>
                      <a:gd name="connsiteY1" fmla="*/ 2010173 h 2010173"/>
                      <a:gd name="connsiteX2" fmla="*/ 438289 w 1780549"/>
                      <a:gd name="connsiteY2" fmla="*/ 1952943 h 2010173"/>
                      <a:gd name="connsiteX3" fmla="*/ 5431 w 1780549"/>
                      <a:gd name="connsiteY3" fmla="*/ 1796025 h 2010173"/>
                      <a:gd name="connsiteX4" fmla="*/ 0 w 1780549"/>
                      <a:gd name="connsiteY4" fmla="*/ 1795751 h 2010173"/>
                      <a:gd name="connsiteX5" fmla="*/ 0 w 1780549"/>
                      <a:gd name="connsiteY5" fmla="*/ 0 h 2010173"/>
                      <a:gd name="connsiteX6" fmla="*/ 189035 w 1780549"/>
                      <a:gd name="connsiteY6" fmla="*/ 9546 h 2010173"/>
                      <a:gd name="connsiteX7" fmla="*/ 1653489 w 1780549"/>
                      <a:gd name="connsiteY7" fmla="*/ 621796 h 2010173"/>
                      <a:gd name="connsiteX8" fmla="*/ 1652914 w 1780549"/>
                      <a:gd name="connsiteY8" fmla="*/ 622342 h 2010173"/>
                      <a:gd name="connsiteX0" fmla="*/ 1607511 w 1672164"/>
                      <a:gd name="connsiteY0" fmla="*/ 911902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 name="connsiteX0" fmla="*/ 1585286 w 1672164"/>
                      <a:gd name="connsiteY0" fmla="*/ 934127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164" h="2010173">
                        <a:moveTo>
                          <a:pt x="1585286" y="934127"/>
                        </a:moveTo>
                        <a:lnTo>
                          <a:pt x="507653" y="2010173"/>
                        </a:lnTo>
                        <a:lnTo>
                          <a:pt x="438289" y="1952943"/>
                        </a:lnTo>
                        <a:cubicBezTo>
                          <a:pt x="312277" y="1867811"/>
                          <a:pt x="164684" y="1812198"/>
                          <a:pt x="5431" y="1796025"/>
                        </a:cubicBezTo>
                        <a:lnTo>
                          <a:pt x="0" y="1795751"/>
                        </a:lnTo>
                        <a:lnTo>
                          <a:pt x="0" y="0"/>
                        </a:lnTo>
                        <a:lnTo>
                          <a:pt x="189035" y="9546"/>
                        </a:lnTo>
                        <a:cubicBezTo>
                          <a:pt x="742346" y="65738"/>
                          <a:pt x="1247044" y="286368"/>
                          <a:pt x="1653489" y="621796"/>
                        </a:cubicBezTo>
                        <a:cubicBezTo>
                          <a:pt x="1695842" y="660290"/>
                          <a:pt x="1652914" y="622342"/>
                          <a:pt x="1652914" y="622342"/>
                        </a:cubicBezTo>
                      </a:path>
                    </a:pathLst>
                  </a:custGeom>
                  <a:noFill/>
                  <a:ln w="28575" algn="ctr">
                    <a:solidFill>
                      <a:srgbClr val="046A38"/>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60" name="Isosceles Triangle 259"/>
                  <p:cNvSpPr/>
                  <p:nvPr/>
                </p:nvSpPr>
                <p:spPr bwMode="gray">
                  <a:xfrm rot="7855756">
                    <a:off x="6329363" y="1317625"/>
                    <a:ext cx="132588" cy="114300"/>
                  </a:xfrm>
                  <a:prstGeom prst="triangle">
                    <a:avLst/>
                  </a:prstGeom>
                  <a:noFill/>
                  <a:ln w="28575" algn="ctr">
                    <a:solidFill>
                      <a:srgbClr val="046A38"/>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61" name="Oval 260"/>
                  <p:cNvSpPr/>
                  <p:nvPr/>
                </p:nvSpPr>
                <p:spPr bwMode="gray">
                  <a:xfrm>
                    <a:off x="6235103" y="1522413"/>
                    <a:ext cx="115888" cy="115888"/>
                  </a:xfrm>
                  <a:prstGeom prst="ellipse">
                    <a:avLst/>
                  </a:prstGeom>
                  <a:noFill/>
                  <a:ln w="28575" algn="ctr">
                    <a:solidFill>
                      <a:srgbClr val="046A38"/>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255" name="Group 254"/>
                <p:cNvGrpSpPr/>
                <p:nvPr/>
              </p:nvGrpSpPr>
              <p:grpSpPr>
                <a:xfrm rot="8100000">
                  <a:off x="4200876" y="4361448"/>
                  <a:ext cx="1789366" cy="2010173"/>
                  <a:chOff x="4663441" y="690417"/>
                  <a:chExt cx="1789366" cy="2010173"/>
                </a:xfrm>
              </p:grpSpPr>
              <p:sp>
                <p:nvSpPr>
                  <p:cNvPr id="256" name="Freeform 255"/>
                  <p:cNvSpPr/>
                  <p:nvPr/>
                </p:nvSpPr>
                <p:spPr bwMode="gray">
                  <a:xfrm>
                    <a:off x="4663441" y="690417"/>
                    <a:ext cx="1672164" cy="2010173"/>
                  </a:xfrm>
                  <a:custGeom>
                    <a:avLst/>
                    <a:gdLst>
                      <a:gd name="connsiteX0" fmla="*/ 0 w 1780549"/>
                      <a:gd name="connsiteY0" fmla="*/ 0 h 2010173"/>
                      <a:gd name="connsiteX1" fmla="*/ 189035 w 1780549"/>
                      <a:gd name="connsiteY1" fmla="*/ 9546 h 2010173"/>
                      <a:gd name="connsiteX2" fmla="*/ 1653489 w 1780549"/>
                      <a:gd name="connsiteY2" fmla="*/ 621796 h 2010173"/>
                      <a:gd name="connsiteX3" fmla="*/ 1780549 w 1780549"/>
                      <a:gd name="connsiteY3" fmla="*/ 737277 h 2010173"/>
                      <a:gd name="connsiteX4" fmla="*/ 507653 w 1780549"/>
                      <a:gd name="connsiteY4" fmla="*/ 2010173 h 2010173"/>
                      <a:gd name="connsiteX5" fmla="*/ 438289 w 1780549"/>
                      <a:gd name="connsiteY5" fmla="*/ 1952943 h 2010173"/>
                      <a:gd name="connsiteX6" fmla="*/ 5431 w 1780549"/>
                      <a:gd name="connsiteY6" fmla="*/ 1796025 h 2010173"/>
                      <a:gd name="connsiteX7" fmla="*/ 0 w 1780549"/>
                      <a:gd name="connsiteY7" fmla="*/ 1795751 h 2010173"/>
                      <a:gd name="connsiteX8" fmla="*/ 0 w 1780549"/>
                      <a:gd name="connsiteY8" fmla="*/ 0 h 2010173"/>
                      <a:gd name="connsiteX0" fmla="*/ 1780549 w 1871989"/>
                      <a:gd name="connsiteY0" fmla="*/ 737277 h 2010173"/>
                      <a:gd name="connsiteX1" fmla="*/ 507653 w 1871989"/>
                      <a:gd name="connsiteY1" fmla="*/ 2010173 h 2010173"/>
                      <a:gd name="connsiteX2" fmla="*/ 438289 w 1871989"/>
                      <a:gd name="connsiteY2" fmla="*/ 1952943 h 2010173"/>
                      <a:gd name="connsiteX3" fmla="*/ 5431 w 1871989"/>
                      <a:gd name="connsiteY3" fmla="*/ 1796025 h 2010173"/>
                      <a:gd name="connsiteX4" fmla="*/ 0 w 1871989"/>
                      <a:gd name="connsiteY4" fmla="*/ 1795751 h 2010173"/>
                      <a:gd name="connsiteX5" fmla="*/ 0 w 1871989"/>
                      <a:gd name="connsiteY5" fmla="*/ 0 h 2010173"/>
                      <a:gd name="connsiteX6" fmla="*/ 189035 w 1871989"/>
                      <a:gd name="connsiteY6" fmla="*/ 9546 h 2010173"/>
                      <a:gd name="connsiteX7" fmla="*/ 1653489 w 1871989"/>
                      <a:gd name="connsiteY7" fmla="*/ 621796 h 2010173"/>
                      <a:gd name="connsiteX8" fmla="*/ 1871989 w 1871989"/>
                      <a:gd name="connsiteY8" fmla="*/ 828717 h 2010173"/>
                      <a:gd name="connsiteX0" fmla="*/ 1780549 w 1780549"/>
                      <a:gd name="connsiteY0" fmla="*/ 737277 h 2010173"/>
                      <a:gd name="connsiteX1" fmla="*/ 507653 w 1780549"/>
                      <a:gd name="connsiteY1" fmla="*/ 2010173 h 2010173"/>
                      <a:gd name="connsiteX2" fmla="*/ 438289 w 1780549"/>
                      <a:gd name="connsiteY2" fmla="*/ 1952943 h 2010173"/>
                      <a:gd name="connsiteX3" fmla="*/ 5431 w 1780549"/>
                      <a:gd name="connsiteY3" fmla="*/ 1796025 h 2010173"/>
                      <a:gd name="connsiteX4" fmla="*/ 0 w 1780549"/>
                      <a:gd name="connsiteY4" fmla="*/ 1795751 h 2010173"/>
                      <a:gd name="connsiteX5" fmla="*/ 0 w 1780549"/>
                      <a:gd name="connsiteY5" fmla="*/ 0 h 2010173"/>
                      <a:gd name="connsiteX6" fmla="*/ 189035 w 1780549"/>
                      <a:gd name="connsiteY6" fmla="*/ 9546 h 2010173"/>
                      <a:gd name="connsiteX7" fmla="*/ 1653489 w 1780549"/>
                      <a:gd name="connsiteY7" fmla="*/ 621796 h 2010173"/>
                      <a:gd name="connsiteX8" fmla="*/ 1652914 w 1780549"/>
                      <a:gd name="connsiteY8" fmla="*/ 622342 h 2010173"/>
                      <a:gd name="connsiteX0" fmla="*/ 1607511 w 1672164"/>
                      <a:gd name="connsiteY0" fmla="*/ 911902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 name="connsiteX0" fmla="*/ 1585286 w 1672164"/>
                      <a:gd name="connsiteY0" fmla="*/ 934127 h 2010173"/>
                      <a:gd name="connsiteX1" fmla="*/ 507653 w 1672164"/>
                      <a:gd name="connsiteY1" fmla="*/ 2010173 h 2010173"/>
                      <a:gd name="connsiteX2" fmla="*/ 438289 w 1672164"/>
                      <a:gd name="connsiteY2" fmla="*/ 1952943 h 2010173"/>
                      <a:gd name="connsiteX3" fmla="*/ 5431 w 1672164"/>
                      <a:gd name="connsiteY3" fmla="*/ 1796025 h 2010173"/>
                      <a:gd name="connsiteX4" fmla="*/ 0 w 1672164"/>
                      <a:gd name="connsiteY4" fmla="*/ 1795751 h 2010173"/>
                      <a:gd name="connsiteX5" fmla="*/ 0 w 1672164"/>
                      <a:gd name="connsiteY5" fmla="*/ 0 h 2010173"/>
                      <a:gd name="connsiteX6" fmla="*/ 189035 w 1672164"/>
                      <a:gd name="connsiteY6" fmla="*/ 9546 h 2010173"/>
                      <a:gd name="connsiteX7" fmla="*/ 1653489 w 1672164"/>
                      <a:gd name="connsiteY7" fmla="*/ 621796 h 2010173"/>
                      <a:gd name="connsiteX8" fmla="*/ 1652914 w 1672164"/>
                      <a:gd name="connsiteY8" fmla="*/ 622342 h 2010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164" h="2010173">
                        <a:moveTo>
                          <a:pt x="1585286" y="934127"/>
                        </a:moveTo>
                        <a:lnTo>
                          <a:pt x="507653" y="2010173"/>
                        </a:lnTo>
                        <a:lnTo>
                          <a:pt x="438289" y="1952943"/>
                        </a:lnTo>
                        <a:cubicBezTo>
                          <a:pt x="312277" y="1867811"/>
                          <a:pt x="164684" y="1812198"/>
                          <a:pt x="5431" y="1796025"/>
                        </a:cubicBezTo>
                        <a:lnTo>
                          <a:pt x="0" y="1795751"/>
                        </a:lnTo>
                        <a:lnTo>
                          <a:pt x="0" y="0"/>
                        </a:lnTo>
                        <a:lnTo>
                          <a:pt x="189035" y="9546"/>
                        </a:lnTo>
                        <a:cubicBezTo>
                          <a:pt x="742346" y="65738"/>
                          <a:pt x="1247044" y="286368"/>
                          <a:pt x="1653489" y="621796"/>
                        </a:cubicBezTo>
                        <a:cubicBezTo>
                          <a:pt x="1695842" y="660290"/>
                          <a:pt x="1652914" y="622342"/>
                          <a:pt x="1652914" y="622342"/>
                        </a:cubicBezTo>
                      </a:path>
                    </a:pathLst>
                  </a:custGeom>
                  <a:noFill/>
                  <a:ln w="28575" algn="ctr">
                    <a:solidFill>
                      <a:schemeClr val="accent5"/>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57" name="Isosceles Triangle 256"/>
                  <p:cNvSpPr/>
                  <p:nvPr/>
                </p:nvSpPr>
                <p:spPr bwMode="gray">
                  <a:xfrm rot="7855756">
                    <a:off x="6329363" y="1317625"/>
                    <a:ext cx="132588" cy="114300"/>
                  </a:xfrm>
                  <a:prstGeom prst="triangle">
                    <a:avLst/>
                  </a:prstGeom>
                  <a:noFill/>
                  <a:ln w="28575" algn="ctr">
                    <a:solidFill>
                      <a:schemeClr val="accent5"/>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258" name="Oval 257"/>
                  <p:cNvSpPr/>
                  <p:nvPr/>
                </p:nvSpPr>
                <p:spPr bwMode="gray">
                  <a:xfrm>
                    <a:off x="6235103" y="1522413"/>
                    <a:ext cx="115888" cy="115888"/>
                  </a:xfrm>
                  <a:prstGeom prst="ellipse">
                    <a:avLst/>
                  </a:prstGeom>
                  <a:noFill/>
                  <a:ln w="28575" algn="ctr">
                    <a:solidFill>
                      <a:schemeClr val="accent5"/>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grpSp>
            <p:nvGrpSpPr>
              <p:cNvPr id="270" name="Group 432"/>
              <p:cNvGrpSpPr>
                <a:grpSpLocks noChangeAspect="1"/>
              </p:cNvGrpSpPr>
              <p:nvPr/>
            </p:nvGrpSpPr>
            <p:grpSpPr bwMode="auto">
              <a:xfrm>
                <a:off x="5189463" y="1095945"/>
                <a:ext cx="455860" cy="457200"/>
                <a:chOff x="3505" y="1546"/>
                <a:chExt cx="340" cy="341"/>
              </a:xfrm>
              <a:solidFill>
                <a:schemeClr val="accent1"/>
              </a:solidFill>
            </p:grpSpPr>
            <p:sp>
              <p:nvSpPr>
                <p:cNvPr id="271" name="Freeform 433"/>
                <p:cNvSpPr>
                  <a:spLocks noEditPoints="1"/>
                </p:cNvSpPr>
                <p:nvPr/>
              </p:nvSpPr>
              <p:spPr bwMode="auto">
                <a:xfrm>
                  <a:off x="3569" y="1610"/>
                  <a:ext cx="212" cy="213"/>
                </a:xfrm>
                <a:custGeom>
                  <a:avLst/>
                  <a:gdLst>
                    <a:gd name="T0" fmla="*/ 309 w 320"/>
                    <a:gd name="T1" fmla="*/ 149 h 320"/>
                    <a:gd name="T2" fmla="*/ 287 w 320"/>
                    <a:gd name="T3" fmla="*/ 149 h 320"/>
                    <a:gd name="T4" fmla="*/ 170 w 320"/>
                    <a:gd name="T5" fmla="*/ 32 h 320"/>
                    <a:gd name="T6" fmla="*/ 170 w 320"/>
                    <a:gd name="T7" fmla="*/ 10 h 320"/>
                    <a:gd name="T8" fmla="*/ 160 w 320"/>
                    <a:gd name="T9" fmla="*/ 0 h 320"/>
                    <a:gd name="T10" fmla="*/ 149 w 320"/>
                    <a:gd name="T11" fmla="*/ 10 h 320"/>
                    <a:gd name="T12" fmla="*/ 149 w 320"/>
                    <a:gd name="T13" fmla="*/ 32 h 320"/>
                    <a:gd name="T14" fmla="*/ 32 w 320"/>
                    <a:gd name="T15" fmla="*/ 149 h 320"/>
                    <a:gd name="T16" fmla="*/ 10 w 320"/>
                    <a:gd name="T17" fmla="*/ 149 h 320"/>
                    <a:gd name="T18" fmla="*/ 0 w 320"/>
                    <a:gd name="T19" fmla="*/ 160 h 320"/>
                    <a:gd name="T20" fmla="*/ 10 w 320"/>
                    <a:gd name="T21" fmla="*/ 170 h 320"/>
                    <a:gd name="T22" fmla="*/ 32 w 320"/>
                    <a:gd name="T23" fmla="*/ 170 h 320"/>
                    <a:gd name="T24" fmla="*/ 149 w 320"/>
                    <a:gd name="T25" fmla="*/ 287 h 320"/>
                    <a:gd name="T26" fmla="*/ 149 w 320"/>
                    <a:gd name="T27" fmla="*/ 309 h 320"/>
                    <a:gd name="T28" fmla="*/ 160 w 320"/>
                    <a:gd name="T29" fmla="*/ 320 h 320"/>
                    <a:gd name="T30" fmla="*/ 170 w 320"/>
                    <a:gd name="T31" fmla="*/ 309 h 320"/>
                    <a:gd name="T32" fmla="*/ 170 w 320"/>
                    <a:gd name="T33" fmla="*/ 287 h 320"/>
                    <a:gd name="T34" fmla="*/ 287 w 320"/>
                    <a:gd name="T35" fmla="*/ 170 h 320"/>
                    <a:gd name="T36" fmla="*/ 309 w 320"/>
                    <a:gd name="T37" fmla="*/ 170 h 320"/>
                    <a:gd name="T38" fmla="*/ 320 w 320"/>
                    <a:gd name="T39" fmla="*/ 160 h 320"/>
                    <a:gd name="T40" fmla="*/ 309 w 320"/>
                    <a:gd name="T41" fmla="*/ 149 h 320"/>
                    <a:gd name="T42" fmla="*/ 266 w 320"/>
                    <a:gd name="T43" fmla="*/ 149 h 320"/>
                    <a:gd name="T44" fmla="*/ 233 w 320"/>
                    <a:gd name="T45" fmla="*/ 149 h 320"/>
                    <a:gd name="T46" fmla="*/ 170 w 320"/>
                    <a:gd name="T47" fmla="*/ 86 h 320"/>
                    <a:gd name="T48" fmla="*/ 170 w 320"/>
                    <a:gd name="T49" fmla="*/ 54 h 320"/>
                    <a:gd name="T50" fmla="*/ 266 w 320"/>
                    <a:gd name="T51" fmla="*/ 149 h 320"/>
                    <a:gd name="T52" fmla="*/ 149 w 320"/>
                    <a:gd name="T53" fmla="*/ 149 h 320"/>
                    <a:gd name="T54" fmla="*/ 107 w 320"/>
                    <a:gd name="T55" fmla="*/ 149 h 320"/>
                    <a:gd name="T56" fmla="*/ 149 w 320"/>
                    <a:gd name="T57" fmla="*/ 107 h 320"/>
                    <a:gd name="T58" fmla="*/ 149 w 320"/>
                    <a:gd name="T59" fmla="*/ 149 h 320"/>
                    <a:gd name="T60" fmla="*/ 149 w 320"/>
                    <a:gd name="T61" fmla="*/ 170 h 320"/>
                    <a:gd name="T62" fmla="*/ 149 w 320"/>
                    <a:gd name="T63" fmla="*/ 212 h 320"/>
                    <a:gd name="T64" fmla="*/ 107 w 320"/>
                    <a:gd name="T65" fmla="*/ 170 h 320"/>
                    <a:gd name="T66" fmla="*/ 149 w 320"/>
                    <a:gd name="T67" fmla="*/ 170 h 320"/>
                    <a:gd name="T68" fmla="*/ 170 w 320"/>
                    <a:gd name="T69" fmla="*/ 170 h 320"/>
                    <a:gd name="T70" fmla="*/ 212 w 320"/>
                    <a:gd name="T71" fmla="*/ 170 h 320"/>
                    <a:gd name="T72" fmla="*/ 170 w 320"/>
                    <a:gd name="T73" fmla="*/ 212 h 320"/>
                    <a:gd name="T74" fmla="*/ 170 w 320"/>
                    <a:gd name="T75" fmla="*/ 170 h 320"/>
                    <a:gd name="T76" fmla="*/ 170 w 320"/>
                    <a:gd name="T77" fmla="*/ 149 h 320"/>
                    <a:gd name="T78" fmla="*/ 170 w 320"/>
                    <a:gd name="T79" fmla="*/ 107 h 320"/>
                    <a:gd name="T80" fmla="*/ 212 w 320"/>
                    <a:gd name="T81" fmla="*/ 149 h 320"/>
                    <a:gd name="T82" fmla="*/ 170 w 320"/>
                    <a:gd name="T83" fmla="*/ 149 h 320"/>
                    <a:gd name="T84" fmla="*/ 149 w 320"/>
                    <a:gd name="T85" fmla="*/ 54 h 320"/>
                    <a:gd name="T86" fmla="*/ 149 w 320"/>
                    <a:gd name="T87" fmla="*/ 86 h 320"/>
                    <a:gd name="T88" fmla="*/ 86 w 320"/>
                    <a:gd name="T89" fmla="*/ 149 h 320"/>
                    <a:gd name="T90" fmla="*/ 54 w 320"/>
                    <a:gd name="T91" fmla="*/ 149 h 320"/>
                    <a:gd name="T92" fmla="*/ 149 w 320"/>
                    <a:gd name="T93" fmla="*/ 54 h 320"/>
                    <a:gd name="T94" fmla="*/ 54 w 320"/>
                    <a:gd name="T95" fmla="*/ 170 h 320"/>
                    <a:gd name="T96" fmla="*/ 86 w 320"/>
                    <a:gd name="T97" fmla="*/ 170 h 320"/>
                    <a:gd name="T98" fmla="*/ 149 w 320"/>
                    <a:gd name="T99" fmla="*/ 233 h 320"/>
                    <a:gd name="T100" fmla="*/ 149 w 320"/>
                    <a:gd name="T101" fmla="*/ 266 h 320"/>
                    <a:gd name="T102" fmla="*/ 54 w 320"/>
                    <a:gd name="T103" fmla="*/ 170 h 320"/>
                    <a:gd name="T104" fmla="*/ 170 w 320"/>
                    <a:gd name="T105" fmla="*/ 266 h 320"/>
                    <a:gd name="T106" fmla="*/ 170 w 320"/>
                    <a:gd name="T107" fmla="*/ 233 h 320"/>
                    <a:gd name="T108" fmla="*/ 233 w 320"/>
                    <a:gd name="T109" fmla="*/ 170 h 320"/>
                    <a:gd name="T110" fmla="*/ 266 w 320"/>
                    <a:gd name="T111" fmla="*/ 170 h 320"/>
                    <a:gd name="T112" fmla="*/ 170 w 320"/>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20">
                      <a:moveTo>
                        <a:pt x="309" y="149"/>
                      </a:moveTo>
                      <a:cubicBezTo>
                        <a:pt x="287" y="149"/>
                        <a:pt x="287" y="149"/>
                        <a:pt x="287" y="149"/>
                      </a:cubicBezTo>
                      <a:cubicBezTo>
                        <a:pt x="282" y="87"/>
                        <a:pt x="232" y="37"/>
                        <a:pt x="170" y="32"/>
                      </a:cubicBezTo>
                      <a:cubicBezTo>
                        <a:pt x="170" y="10"/>
                        <a:pt x="170" y="10"/>
                        <a:pt x="170" y="10"/>
                      </a:cubicBezTo>
                      <a:cubicBezTo>
                        <a:pt x="170" y="4"/>
                        <a:pt x="166" y="0"/>
                        <a:pt x="160" y="0"/>
                      </a:cubicBezTo>
                      <a:cubicBezTo>
                        <a:pt x="154" y="0"/>
                        <a:pt x="149" y="4"/>
                        <a:pt x="149" y="10"/>
                      </a:cubicBezTo>
                      <a:cubicBezTo>
                        <a:pt x="149" y="32"/>
                        <a:pt x="149" y="32"/>
                        <a:pt x="149" y="32"/>
                      </a:cubicBezTo>
                      <a:cubicBezTo>
                        <a:pt x="87" y="37"/>
                        <a:pt x="37" y="87"/>
                        <a:pt x="32" y="149"/>
                      </a:cubicBezTo>
                      <a:cubicBezTo>
                        <a:pt x="10" y="149"/>
                        <a:pt x="10" y="149"/>
                        <a:pt x="10" y="149"/>
                      </a:cubicBezTo>
                      <a:cubicBezTo>
                        <a:pt x="4" y="149"/>
                        <a:pt x="0" y="154"/>
                        <a:pt x="0" y="160"/>
                      </a:cubicBezTo>
                      <a:cubicBezTo>
                        <a:pt x="0" y="166"/>
                        <a:pt x="4" y="170"/>
                        <a:pt x="10" y="170"/>
                      </a:cubicBezTo>
                      <a:cubicBezTo>
                        <a:pt x="32" y="170"/>
                        <a:pt x="32" y="170"/>
                        <a:pt x="32" y="170"/>
                      </a:cubicBezTo>
                      <a:cubicBezTo>
                        <a:pt x="37" y="232"/>
                        <a:pt x="87" y="282"/>
                        <a:pt x="149" y="287"/>
                      </a:cubicBezTo>
                      <a:cubicBezTo>
                        <a:pt x="149" y="309"/>
                        <a:pt x="149" y="309"/>
                        <a:pt x="149" y="309"/>
                      </a:cubicBezTo>
                      <a:cubicBezTo>
                        <a:pt x="149" y="315"/>
                        <a:pt x="154" y="320"/>
                        <a:pt x="160" y="320"/>
                      </a:cubicBezTo>
                      <a:cubicBezTo>
                        <a:pt x="166" y="320"/>
                        <a:pt x="170" y="315"/>
                        <a:pt x="170" y="309"/>
                      </a:cubicBezTo>
                      <a:cubicBezTo>
                        <a:pt x="170" y="287"/>
                        <a:pt x="170" y="287"/>
                        <a:pt x="170" y="287"/>
                      </a:cubicBezTo>
                      <a:cubicBezTo>
                        <a:pt x="232" y="282"/>
                        <a:pt x="282" y="232"/>
                        <a:pt x="287" y="170"/>
                      </a:cubicBezTo>
                      <a:cubicBezTo>
                        <a:pt x="309" y="170"/>
                        <a:pt x="309" y="170"/>
                        <a:pt x="309" y="170"/>
                      </a:cubicBezTo>
                      <a:cubicBezTo>
                        <a:pt x="315" y="170"/>
                        <a:pt x="320" y="166"/>
                        <a:pt x="320" y="160"/>
                      </a:cubicBezTo>
                      <a:cubicBezTo>
                        <a:pt x="320" y="154"/>
                        <a:pt x="315" y="149"/>
                        <a:pt x="309" y="149"/>
                      </a:cubicBezTo>
                      <a:close/>
                      <a:moveTo>
                        <a:pt x="266" y="149"/>
                      </a:moveTo>
                      <a:cubicBezTo>
                        <a:pt x="233" y="149"/>
                        <a:pt x="233" y="149"/>
                        <a:pt x="233" y="149"/>
                      </a:cubicBezTo>
                      <a:cubicBezTo>
                        <a:pt x="229" y="116"/>
                        <a:pt x="203" y="91"/>
                        <a:pt x="170" y="86"/>
                      </a:cubicBezTo>
                      <a:cubicBezTo>
                        <a:pt x="170" y="54"/>
                        <a:pt x="170" y="54"/>
                        <a:pt x="170" y="54"/>
                      </a:cubicBezTo>
                      <a:cubicBezTo>
                        <a:pt x="221" y="59"/>
                        <a:pt x="261" y="99"/>
                        <a:pt x="266" y="149"/>
                      </a:cubicBezTo>
                      <a:close/>
                      <a:moveTo>
                        <a:pt x="149" y="149"/>
                      </a:moveTo>
                      <a:cubicBezTo>
                        <a:pt x="107" y="149"/>
                        <a:pt x="107" y="149"/>
                        <a:pt x="107" y="149"/>
                      </a:cubicBezTo>
                      <a:cubicBezTo>
                        <a:pt x="112" y="128"/>
                        <a:pt x="128" y="112"/>
                        <a:pt x="149" y="107"/>
                      </a:cubicBezTo>
                      <a:lnTo>
                        <a:pt x="149" y="149"/>
                      </a:lnTo>
                      <a:close/>
                      <a:moveTo>
                        <a:pt x="149" y="170"/>
                      </a:moveTo>
                      <a:cubicBezTo>
                        <a:pt x="149" y="212"/>
                        <a:pt x="149" y="212"/>
                        <a:pt x="149" y="212"/>
                      </a:cubicBezTo>
                      <a:cubicBezTo>
                        <a:pt x="128" y="208"/>
                        <a:pt x="112" y="191"/>
                        <a:pt x="107" y="170"/>
                      </a:cubicBezTo>
                      <a:lnTo>
                        <a:pt x="149" y="170"/>
                      </a:lnTo>
                      <a:close/>
                      <a:moveTo>
                        <a:pt x="170" y="170"/>
                      </a:moveTo>
                      <a:cubicBezTo>
                        <a:pt x="212" y="170"/>
                        <a:pt x="212" y="170"/>
                        <a:pt x="212" y="170"/>
                      </a:cubicBezTo>
                      <a:cubicBezTo>
                        <a:pt x="208" y="191"/>
                        <a:pt x="191" y="208"/>
                        <a:pt x="170" y="212"/>
                      </a:cubicBezTo>
                      <a:lnTo>
                        <a:pt x="170" y="170"/>
                      </a:lnTo>
                      <a:close/>
                      <a:moveTo>
                        <a:pt x="170" y="149"/>
                      </a:moveTo>
                      <a:cubicBezTo>
                        <a:pt x="170" y="107"/>
                        <a:pt x="170" y="107"/>
                        <a:pt x="170" y="107"/>
                      </a:cubicBezTo>
                      <a:cubicBezTo>
                        <a:pt x="191" y="112"/>
                        <a:pt x="208" y="128"/>
                        <a:pt x="212" y="149"/>
                      </a:cubicBezTo>
                      <a:lnTo>
                        <a:pt x="170" y="149"/>
                      </a:lnTo>
                      <a:close/>
                      <a:moveTo>
                        <a:pt x="149" y="54"/>
                      </a:moveTo>
                      <a:cubicBezTo>
                        <a:pt x="149" y="86"/>
                        <a:pt x="149" y="86"/>
                        <a:pt x="149" y="86"/>
                      </a:cubicBezTo>
                      <a:cubicBezTo>
                        <a:pt x="116" y="91"/>
                        <a:pt x="91" y="116"/>
                        <a:pt x="86" y="149"/>
                      </a:cubicBezTo>
                      <a:cubicBezTo>
                        <a:pt x="54" y="149"/>
                        <a:pt x="54" y="149"/>
                        <a:pt x="54" y="149"/>
                      </a:cubicBezTo>
                      <a:cubicBezTo>
                        <a:pt x="59" y="99"/>
                        <a:pt x="99" y="59"/>
                        <a:pt x="149" y="54"/>
                      </a:cubicBezTo>
                      <a:close/>
                      <a:moveTo>
                        <a:pt x="54" y="170"/>
                      </a:moveTo>
                      <a:cubicBezTo>
                        <a:pt x="86" y="170"/>
                        <a:pt x="86" y="170"/>
                        <a:pt x="86" y="170"/>
                      </a:cubicBezTo>
                      <a:cubicBezTo>
                        <a:pt x="91" y="203"/>
                        <a:pt x="116" y="229"/>
                        <a:pt x="149" y="233"/>
                      </a:cubicBezTo>
                      <a:cubicBezTo>
                        <a:pt x="149" y="266"/>
                        <a:pt x="149" y="266"/>
                        <a:pt x="149" y="266"/>
                      </a:cubicBezTo>
                      <a:cubicBezTo>
                        <a:pt x="99" y="261"/>
                        <a:pt x="59" y="221"/>
                        <a:pt x="54" y="170"/>
                      </a:cubicBezTo>
                      <a:close/>
                      <a:moveTo>
                        <a:pt x="170" y="266"/>
                      </a:moveTo>
                      <a:cubicBezTo>
                        <a:pt x="170" y="233"/>
                        <a:pt x="170" y="233"/>
                        <a:pt x="170" y="233"/>
                      </a:cubicBezTo>
                      <a:cubicBezTo>
                        <a:pt x="203" y="229"/>
                        <a:pt x="229" y="203"/>
                        <a:pt x="233" y="170"/>
                      </a:cubicBezTo>
                      <a:cubicBezTo>
                        <a:pt x="266" y="170"/>
                        <a:pt x="266" y="170"/>
                        <a:pt x="266" y="170"/>
                      </a:cubicBezTo>
                      <a:cubicBezTo>
                        <a:pt x="261" y="221"/>
                        <a:pt x="221" y="261"/>
                        <a:pt x="170"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72" name="Freeform 434"/>
                <p:cNvSpPr>
                  <a:spLocks noEditPoints="1"/>
                </p:cNvSpPr>
                <p:nvPr/>
              </p:nvSpPr>
              <p:spPr bwMode="auto">
                <a:xfrm>
                  <a:off x="3505" y="15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sp>
            <p:nvSpPr>
              <p:cNvPr id="283" name="Rectangle 282"/>
              <p:cNvSpPr/>
              <p:nvPr/>
            </p:nvSpPr>
            <p:spPr>
              <a:xfrm>
                <a:off x="4636280" y="1723800"/>
                <a:ext cx="1327665" cy="288991"/>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p:txBody>
          </p:sp>
          <p:grpSp>
            <p:nvGrpSpPr>
              <p:cNvPr id="284" name="Group 360"/>
              <p:cNvGrpSpPr>
                <a:grpSpLocks noChangeAspect="1"/>
              </p:cNvGrpSpPr>
              <p:nvPr/>
            </p:nvGrpSpPr>
            <p:grpSpPr bwMode="auto">
              <a:xfrm>
                <a:off x="6303550" y="2140684"/>
                <a:ext cx="458544" cy="457200"/>
                <a:chOff x="1935" y="1199"/>
                <a:chExt cx="341" cy="340"/>
              </a:xfrm>
              <a:solidFill>
                <a:srgbClr val="004F59"/>
              </a:solidFill>
            </p:grpSpPr>
            <p:sp>
              <p:nvSpPr>
                <p:cNvPr id="285" name="Freeform 361"/>
                <p:cNvSpPr>
                  <a:spLocks noEditPoints="1"/>
                </p:cNvSpPr>
                <p:nvPr/>
              </p:nvSpPr>
              <p:spPr bwMode="auto">
                <a:xfrm>
                  <a:off x="1998" y="1263"/>
                  <a:ext cx="214" cy="206"/>
                </a:xfrm>
                <a:custGeom>
                  <a:avLst/>
                  <a:gdLst>
                    <a:gd name="T0" fmla="*/ 257 w 321"/>
                    <a:gd name="T1" fmla="*/ 309 h 310"/>
                    <a:gd name="T2" fmla="*/ 251 w 321"/>
                    <a:gd name="T3" fmla="*/ 308 h 310"/>
                    <a:gd name="T4" fmla="*/ 161 w 321"/>
                    <a:gd name="T5" fmla="*/ 257 h 310"/>
                    <a:gd name="T6" fmla="*/ 70 w 321"/>
                    <a:gd name="T7" fmla="*/ 308 h 310"/>
                    <a:gd name="T8" fmla="*/ 58 w 321"/>
                    <a:gd name="T9" fmla="*/ 307 h 310"/>
                    <a:gd name="T10" fmla="*/ 54 w 321"/>
                    <a:gd name="T11" fmla="*/ 296 h 310"/>
                    <a:gd name="T12" fmla="*/ 74 w 321"/>
                    <a:gd name="T13" fmla="*/ 195 h 310"/>
                    <a:gd name="T14" fmla="*/ 4 w 321"/>
                    <a:gd name="T15" fmla="*/ 125 h 310"/>
                    <a:gd name="T16" fmla="*/ 1 w 321"/>
                    <a:gd name="T17" fmla="*/ 113 h 310"/>
                    <a:gd name="T18" fmla="*/ 10 w 321"/>
                    <a:gd name="T19" fmla="*/ 106 h 310"/>
                    <a:gd name="T20" fmla="*/ 111 w 321"/>
                    <a:gd name="T21" fmla="*/ 96 h 310"/>
                    <a:gd name="T22" fmla="*/ 151 w 321"/>
                    <a:gd name="T23" fmla="*/ 6 h 310"/>
                    <a:gd name="T24" fmla="*/ 161 w 321"/>
                    <a:gd name="T25" fmla="*/ 0 h 310"/>
                    <a:gd name="T26" fmla="*/ 170 w 321"/>
                    <a:gd name="T27" fmla="*/ 6 h 310"/>
                    <a:gd name="T28" fmla="*/ 211 w 321"/>
                    <a:gd name="T29" fmla="*/ 96 h 310"/>
                    <a:gd name="T30" fmla="*/ 311 w 321"/>
                    <a:gd name="T31" fmla="*/ 106 h 310"/>
                    <a:gd name="T32" fmla="*/ 320 w 321"/>
                    <a:gd name="T33" fmla="*/ 113 h 310"/>
                    <a:gd name="T34" fmla="*/ 318 w 321"/>
                    <a:gd name="T35" fmla="*/ 125 h 310"/>
                    <a:gd name="T36" fmla="*/ 247 w 321"/>
                    <a:gd name="T37" fmla="*/ 195 h 310"/>
                    <a:gd name="T38" fmla="*/ 267 w 321"/>
                    <a:gd name="T39" fmla="*/ 296 h 310"/>
                    <a:gd name="T40" fmla="*/ 263 w 321"/>
                    <a:gd name="T41" fmla="*/ 307 h 310"/>
                    <a:gd name="T42" fmla="*/ 257 w 321"/>
                    <a:gd name="T43" fmla="*/ 309 h 310"/>
                    <a:gd name="T44" fmla="*/ 161 w 321"/>
                    <a:gd name="T45" fmla="*/ 234 h 310"/>
                    <a:gd name="T46" fmla="*/ 166 w 321"/>
                    <a:gd name="T47" fmla="*/ 236 h 310"/>
                    <a:gd name="T48" fmla="*/ 242 w 321"/>
                    <a:gd name="T49" fmla="*/ 278 h 310"/>
                    <a:gd name="T50" fmla="*/ 225 w 321"/>
                    <a:gd name="T51" fmla="*/ 194 h 310"/>
                    <a:gd name="T52" fmla="*/ 228 w 321"/>
                    <a:gd name="T53" fmla="*/ 184 h 310"/>
                    <a:gd name="T54" fmla="*/ 287 w 321"/>
                    <a:gd name="T55" fmla="*/ 125 h 310"/>
                    <a:gd name="T56" fmla="*/ 202 w 321"/>
                    <a:gd name="T57" fmla="*/ 117 h 310"/>
                    <a:gd name="T58" fmla="*/ 194 w 321"/>
                    <a:gd name="T59" fmla="*/ 111 h 310"/>
                    <a:gd name="T60" fmla="*/ 161 w 321"/>
                    <a:gd name="T61" fmla="*/ 37 h 310"/>
                    <a:gd name="T62" fmla="*/ 128 w 321"/>
                    <a:gd name="T63" fmla="*/ 111 h 310"/>
                    <a:gd name="T64" fmla="*/ 119 w 321"/>
                    <a:gd name="T65" fmla="*/ 117 h 310"/>
                    <a:gd name="T66" fmla="*/ 35 w 321"/>
                    <a:gd name="T67" fmla="*/ 125 h 310"/>
                    <a:gd name="T68" fmla="*/ 94 w 321"/>
                    <a:gd name="T69" fmla="*/ 184 h 310"/>
                    <a:gd name="T70" fmla="*/ 96 w 321"/>
                    <a:gd name="T71" fmla="*/ 194 h 310"/>
                    <a:gd name="T72" fmla="*/ 80 w 321"/>
                    <a:gd name="T73" fmla="*/ 278 h 310"/>
                    <a:gd name="T74" fmla="*/ 155 w 321"/>
                    <a:gd name="T75" fmla="*/ 236 h 310"/>
                    <a:gd name="T76" fmla="*/ 161 w 321"/>
                    <a:gd name="T77" fmla="*/ 23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1" h="310">
                      <a:moveTo>
                        <a:pt x="257" y="309"/>
                      </a:moveTo>
                      <a:cubicBezTo>
                        <a:pt x="255" y="309"/>
                        <a:pt x="253" y="309"/>
                        <a:pt x="251" y="308"/>
                      </a:cubicBezTo>
                      <a:cubicBezTo>
                        <a:pt x="161" y="257"/>
                        <a:pt x="161" y="257"/>
                        <a:pt x="161" y="257"/>
                      </a:cubicBezTo>
                      <a:cubicBezTo>
                        <a:pt x="70" y="308"/>
                        <a:pt x="70" y="308"/>
                        <a:pt x="70" y="308"/>
                      </a:cubicBezTo>
                      <a:cubicBezTo>
                        <a:pt x="66" y="310"/>
                        <a:pt x="62" y="309"/>
                        <a:pt x="58" y="307"/>
                      </a:cubicBezTo>
                      <a:cubicBezTo>
                        <a:pt x="55" y="305"/>
                        <a:pt x="53" y="300"/>
                        <a:pt x="54" y="296"/>
                      </a:cubicBezTo>
                      <a:cubicBezTo>
                        <a:pt x="74" y="195"/>
                        <a:pt x="74" y="195"/>
                        <a:pt x="74" y="195"/>
                      </a:cubicBezTo>
                      <a:cubicBezTo>
                        <a:pt x="4" y="125"/>
                        <a:pt x="4" y="125"/>
                        <a:pt x="4" y="125"/>
                      </a:cubicBezTo>
                      <a:cubicBezTo>
                        <a:pt x="1" y="122"/>
                        <a:pt x="0" y="117"/>
                        <a:pt x="1" y="113"/>
                      </a:cubicBezTo>
                      <a:cubicBezTo>
                        <a:pt x="3" y="110"/>
                        <a:pt x="6" y="107"/>
                        <a:pt x="10" y="106"/>
                      </a:cubicBezTo>
                      <a:cubicBezTo>
                        <a:pt x="111" y="96"/>
                        <a:pt x="111" y="96"/>
                        <a:pt x="111" y="96"/>
                      </a:cubicBezTo>
                      <a:cubicBezTo>
                        <a:pt x="151" y="6"/>
                        <a:pt x="151" y="6"/>
                        <a:pt x="151" y="6"/>
                      </a:cubicBezTo>
                      <a:cubicBezTo>
                        <a:pt x="153" y="2"/>
                        <a:pt x="156" y="0"/>
                        <a:pt x="161" y="0"/>
                      </a:cubicBezTo>
                      <a:cubicBezTo>
                        <a:pt x="165" y="0"/>
                        <a:pt x="169" y="2"/>
                        <a:pt x="170" y="6"/>
                      </a:cubicBezTo>
                      <a:cubicBezTo>
                        <a:pt x="211" y="96"/>
                        <a:pt x="211" y="96"/>
                        <a:pt x="211" y="96"/>
                      </a:cubicBezTo>
                      <a:cubicBezTo>
                        <a:pt x="311" y="106"/>
                        <a:pt x="311" y="106"/>
                        <a:pt x="311" y="106"/>
                      </a:cubicBezTo>
                      <a:cubicBezTo>
                        <a:pt x="315" y="107"/>
                        <a:pt x="319" y="110"/>
                        <a:pt x="320" y="113"/>
                      </a:cubicBezTo>
                      <a:cubicBezTo>
                        <a:pt x="321" y="117"/>
                        <a:pt x="320" y="122"/>
                        <a:pt x="318" y="125"/>
                      </a:cubicBezTo>
                      <a:cubicBezTo>
                        <a:pt x="247" y="195"/>
                        <a:pt x="247" y="195"/>
                        <a:pt x="247" y="195"/>
                      </a:cubicBezTo>
                      <a:cubicBezTo>
                        <a:pt x="267" y="296"/>
                        <a:pt x="267" y="296"/>
                        <a:pt x="267" y="296"/>
                      </a:cubicBezTo>
                      <a:cubicBezTo>
                        <a:pt x="268" y="300"/>
                        <a:pt x="266" y="305"/>
                        <a:pt x="263" y="307"/>
                      </a:cubicBezTo>
                      <a:cubicBezTo>
                        <a:pt x="261" y="308"/>
                        <a:pt x="259" y="309"/>
                        <a:pt x="257" y="309"/>
                      </a:cubicBezTo>
                      <a:close/>
                      <a:moveTo>
                        <a:pt x="161" y="234"/>
                      </a:moveTo>
                      <a:cubicBezTo>
                        <a:pt x="162" y="234"/>
                        <a:pt x="164" y="235"/>
                        <a:pt x="166" y="236"/>
                      </a:cubicBezTo>
                      <a:cubicBezTo>
                        <a:pt x="242" y="278"/>
                        <a:pt x="242" y="278"/>
                        <a:pt x="242" y="278"/>
                      </a:cubicBezTo>
                      <a:cubicBezTo>
                        <a:pt x="225" y="194"/>
                        <a:pt x="225" y="194"/>
                        <a:pt x="225" y="194"/>
                      </a:cubicBezTo>
                      <a:cubicBezTo>
                        <a:pt x="224" y="190"/>
                        <a:pt x="225" y="187"/>
                        <a:pt x="228" y="184"/>
                      </a:cubicBezTo>
                      <a:cubicBezTo>
                        <a:pt x="287" y="125"/>
                        <a:pt x="287" y="125"/>
                        <a:pt x="287" y="125"/>
                      </a:cubicBezTo>
                      <a:cubicBezTo>
                        <a:pt x="202" y="117"/>
                        <a:pt x="202" y="117"/>
                        <a:pt x="202" y="117"/>
                      </a:cubicBezTo>
                      <a:cubicBezTo>
                        <a:pt x="198" y="117"/>
                        <a:pt x="195" y="114"/>
                        <a:pt x="194" y="111"/>
                      </a:cubicBezTo>
                      <a:cubicBezTo>
                        <a:pt x="161" y="37"/>
                        <a:pt x="161" y="37"/>
                        <a:pt x="161" y="37"/>
                      </a:cubicBezTo>
                      <a:cubicBezTo>
                        <a:pt x="128" y="111"/>
                        <a:pt x="128" y="111"/>
                        <a:pt x="128" y="111"/>
                      </a:cubicBezTo>
                      <a:cubicBezTo>
                        <a:pt x="126" y="114"/>
                        <a:pt x="123" y="117"/>
                        <a:pt x="119" y="117"/>
                      </a:cubicBezTo>
                      <a:cubicBezTo>
                        <a:pt x="35" y="125"/>
                        <a:pt x="35" y="125"/>
                        <a:pt x="35" y="125"/>
                      </a:cubicBezTo>
                      <a:cubicBezTo>
                        <a:pt x="94" y="184"/>
                        <a:pt x="94" y="184"/>
                        <a:pt x="94" y="184"/>
                      </a:cubicBezTo>
                      <a:cubicBezTo>
                        <a:pt x="96" y="187"/>
                        <a:pt x="97" y="190"/>
                        <a:pt x="96" y="194"/>
                      </a:cubicBezTo>
                      <a:cubicBezTo>
                        <a:pt x="80" y="278"/>
                        <a:pt x="80" y="278"/>
                        <a:pt x="80" y="278"/>
                      </a:cubicBezTo>
                      <a:cubicBezTo>
                        <a:pt x="155" y="236"/>
                        <a:pt x="155" y="236"/>
                        <a:pt x="155" y="236"/>
                      </a:cubicBezTo>
                      <a:cubicBezTo>
                        <a:pt x="157" y="235"/>
                        <a:pt x="159" y="234"/>
                        <a:pt x="161" y="23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86" name="Freeform 362"/>
                <p:cNvSpPr>
                  <a:spLocks noEditPoints="1"/>
                </p:cNvSpPr>
                <p:nvPr/>
              </p:nvSpPr>
              <p:spPr bwMode="auto">
                <a:xfrm>
                  <a:off x="1935" y="1199"/>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grpSp>
            <p:nvGrpSpPr>
              <p:cNvPr id="288" name="Group 336"/>
              <p:cNvGrpSpPr>
                <a:grpSpLocks noChangeAspect="1"/>
              </p:cNvGrpSpPr>
              <p:nvPr/>
            </p:nvGrpSpPr>
            <p:grpSpPr bwMode="auto">
              <a:xfrm rot="60000">
                <a:off x="6311663" y="3749685"/>
                <a:ext cx="457200" cy="457200"/>
                <a:chOff x="4220" y="1197"/>
                <a:chExt cx="340" cy="340"/>
              </a:xfrm>
              <a:solidFill>
                <a:srgbClr val="2C5234"/>
              </a:solidFill>
            </p:grpSpPr>
            <p:sp>
              <p:nvSpPr>
                <p:cNvPr id="289" name="Freeform 337"/>
                <p:cNvSpPr>
                  <a:spLocks noEditPoints="1"/>
                </p:cNvSpPr>
                <p:nvPr/>
              </p:nvSpPr>
              <p:spPr bwMode="auto">
                <a:xfrm>
                  <a:off x="4220" y="119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90" name="Freeform 338"/>
                <p:cNvSpPr>
                  <a:spLocks noEditPoints="1"/>
                </p:cNvSpPr>
                <p:nvPr/>
              </p:nvSpPr>
              <p:spPr bwMode="auto">
                <a:xfrm>
                  <a:off x="4312" y="1261"/>
                  <a:ext cx="156" cy="212"/>
                </a:xfrm>
                <a:custGeom>
                  <a:avLst/>
                  <a:gdLst>
                    <a:gd name="T0" fmla="*/ 234 w 235"/>
                    <a:gd name="T1" fmla="*/ 81 h 320"/>
                    <a:gd name="T2" fmla="*/ 232 w 235"/>
                    <a:gd name="T3" fmla="*/ 77 h 320"/>
                    <a:gd name="T4" fmla="*/ 157 w 235"/>
                    <a:gd name="T5" fmla="*/ 3 h 320"/>
                    <a:gd name="T6" fmla="*/ 154 w 235"/>
                    <a:gd name="T7" fmla="*/ 0 h 320"/>
                    <a:gd name="T8" fmla="*/ 150 w 235"/>
                    <a:gd name="T9" fmla="*/ 0 h 320"/>
                    <a:gd name="T10" fmla="*/ 11 w 235"/>
                    <a:gd name="T11" fmla="*/ 0 h 320"/>
                    <a:gd name="T12" fmla="*/ 0 w 235"/>
                    <a:gd name="T13" fmla="*/ 10 h 320"/>
                    <a:gd name="T14" fmla="*/ 0 w 235"/>
                    <a:gd name="T15" fmla="*/ 309 h 320"/>
                    <a:gd name="T16" fmla="*/ 11 w 235"/>
                    <a:gd name="T17" fmla="*/ 320 h 320"/>
                    <a:gd name="T18" fmla="*/ 224 w 235"/>
                    <a:gd name="T19" fmla="*/ 320 h 320"/>
                    <a:gd name="T20" fmla="*/ 235 w 235"/>
                    <a:gd name="T21" fmla="*/ 309 h 320"/>
                    <a:gd name="T22" fmla="*/ 235 w 235"/>
                    <a:gd name="T23" fmla="*/ 85 h 320"/>
                    <a:gd name="T24" fmla="*/ 234 w 235"/>
                    <a:gd name="T25" fmla="*/ 81 h 320"/>
                    <a:gd name="T26" fmla="*/ 160 w 235"/>
                    <a:gd name="T27" fmla="*/ 36 h 320"/>
                    <a:gd name="T28" fmla="*/ 199 w 235"/>
                    <a:gd name="T29" fmla="*/ 74 h 320"/>
                    <a:gd name="T30" fmla="*/ 160 w 235"/>
                    <a:gd name="T31" fmla="*/ 74 h 320"/>
                    <a:gd name="T32" fmla="*/ 160 w 235"/>
                    <a:gd name="T33" fmla="*/ 36 h 320"/>
                    <a:gd name="T34" fmla="*/ 22 w 235"/>
                    <a:gd name="T35" fmla="*/ 298 h 320"/>
                    <a:gd name="T36" fmla="*/ 22 w 235"/>
                    <a:gd name="T37" fmla="*/ 21 h 320"/>
                    <a:gd name="T38" fmla="*/ 139 w 235"/>
                    <a:gd name="T39" fmla="*/ 21 h 320"/>
                    <a:gd name="T40" fmla="*/ 139 w 235"/>
                    <a:gd name="T41" fmla="*/ 85 h 320"/>
                    <a:gd name="T42" fmla="*/ 150 w 235"/>
                    <a:gd name="T43" fmla="*/ 96 h 320"/>
                    <a:gd name="T44" fmla="*/ 214 w 235"/>
                    <a:gd name="T45" fmla="*/ 96 h 320"/>
                    <a:gd name="T46" fmla="*/ 214 w 235"/>
                    <a:gd name="T47" fmla="*/ 298 h 320"/>
                    <a:gd name="T48" fmla="*/ 22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34" y="81"/>
                      </a:moveTo>
                      <a:cubicBezTo>
                        <a:pt x="234" y="80"/>
                        <a:pt x="233" y="78"/>
                        <a:pt x="232" y="77"/>
                      </a:cubicBezTo>
                      <a:cubicBezTo>
                        <a:pt x="157" y="3"/>
                        <a:pt x="157" y="3"/>
                        <a:pt x="157" y="3"/>
                      </a:cubicBezTo>
                      <a:cubicBezTo>
                        <a:pt x="156" y="2"/>
                        <a:pt x="155" y="1"/>
                        <a:pt x="154" y="0"/>
                      </a:cubicBezTo>
                      <a:cubicBezTo>
                        <a:pt x="152" y="0"/>
                        <a:pt x="151" y="0"/>
                        <a:pt x="150" y="0"/>
                      </a:cubicBez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85"/>
                        <a:pt x="235" y="85"/>
                        <a:pt x="235" y="85"/>
                      </a:cubicBezTo>
                      <a:cubicBezTo>
                        <a:pt x="235" y="84"/>
                        <a:pt x="235" y="82"/>
                        <a:pt x="234" y="81"/>
                      </a:cubicBezTo>
                      <a:close/>
                      <a:moveTo>
                        <a:pt x="160" y="36"/>
                      </a:moveTo>
                      <a:cubicBezTo>
                        <a:pt x="199" y="74"/>
                        <a:pt x="199" y="74"/>
                        <a:pt x="199" y="74"/>
                      </a:cubicBezTo>
                      <a:cubicBezTo>
                        <a:pt x="160" y="74"/>
                        <a:pt x="160" y="74"/>
                        <a:pt x="160" y="74"/>
                      </a:cubicBezTo>
                      <a:lnTo>
                        <a:pt x="160" y="36"/>
                      </a:lnTo>
                      <a:close/>
                      <a:moveTo>
                        <a:pt x="22" y="298"/>
                      </a:moveTo>
                      <a:cubicBezTo>
                        <a:pt x="22" y="21"/>
                        <a:pt x="22" y="21"/>
                        <a:pt x="22" y="21"/>
                      </a:cubicBezTo>
                      <a:cubicBezTo>
                        <a:pt x="139" y="21"/>
                        <a:pt x="139" y="21"/>
                        <a:pt x="139" y="21"/>
                      </a:cubicBezTo>
                      <a:cubicBezTo>
                        <a:pt x="139" y="85"/>
                        <a:pt x="139" y="85"/>
                        <a:pt x="139" y="85"/>
                      </a:cubicBezTo>
                      <a:cubicBezTo>
                        <a:pt x="139" y="91"/>
                        <a:pt x="144" y="96"/>
                        <a:pt x="150" y="96"/>
                      </a:cubicBezTo>
                      <a:cubicBezTo>
                        <a:pt x="214" y="96"/>
                        <a:pt x="214" y="96"/>
                        <a:pt x="214" y="96"/>
                      </a:cubicBezTo>
                      <a:cubicBezTo>
                        <a:pt x="214" y="298"/>
                        <a:pt x="214" y="298"/>
                        <a:pt x="214" y="298"/>
                      </a:cubicBezTo>
                      <a:lnTo>
                        <a:pt x="22" y="29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91" name="Freeform 339"/>
                <p:cNvSpPr>
                  <a:spLocks/>
                </p:cNvSpPr>
                <p:nvPr/>
              </p:nvSpPr>
              <p:spPr bwMode="auto">
                <a:xfrm>
                  <a:off x="4340" y="1431"/>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92" name="Freeform 340"/>
                <p:cNvSpPr>
                  <a:spLocks/>
                </p:cNvSpPr>
                <p:nvPr/>
              </p:nvSpPr>
              <p:spPr bwMode="auto">
                <a:xfrm>
                  <a:off x="4340" y="1402"/>
                  <a:ext cx="99" cy="14"/>
                </a:xfrm>
                <a:custGeom>
                  <a:avLst/>
                  <a:gdLst>
                    <a:gd name="T0" fmla="*/ 139 w 149"/>
                    <a:gd name="T1" fmla="*/ 0 h 21"/>
                    <a:gd name="T2" fmla="*/ 11 w 149"/>
                    <a:gd name="T3" fmla="*/ 0 h 21"/>
                    <a:gd name="T4" fmla="*/ 0 w 149"/>
                    <a:gd name="T5" fmla="*/ 11 h 21"/>
                    <a:gd name="T6" fmla="*/ 11 w 149"/>
                    <a:gd name="T7" fmla="*/ 21 h 21"/>
                    <a:gd name="T8" fmla="*/ 139 w 149"/>
                    <a:gd name="T9" fmla="*/ 21 h 21"/>
                    <a:gd name="T10" fmla="*/ 149 w 149"/>
                    <a:gd name="T11" fmla="*/ 11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5"/>
                        <a:pt x="0" y="11"/>
                      </a:cubicBezTo>
                      <a:cubicBezTo>
                        <a:pt x="0" y="17"/>
                        <a:pt x="5" y="21"/>
                        <a:pt x="11" y="21"/>
                      </a:cubicBezTo>
                      <a:cubicBezTo>
                        <a:pt x="139" y="21"/>
                        <a:pt x="139" y="21"/>
                        <a:pt x="139" y="21"/>
                      </a:cubicBezTo>
                      <a:cubicBezTo>
                        <a:pt x="145" y="21"/>
                        <a:pt x="149" y="17"/>
                        <a:pt x="149" y="11"/>
                      </a:cubicBezTo>
                      <a:cubicBezTo>
                        <a:pt x="149" y="5"/>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93" name="Freeform 341"/>
                <p:cNvSpPr>
                  <a:spLocks/>
                </p:cNvSpPr>
                <p:nvPr/>
              </p:nvSpPr>
              <p:spPr bwMode="auto">
                <a:xfrm>
                  <a:off x="4340" y="1374"/>
                  <a:ext cx="99" cy="14"/>
                </a:xfrm>
                <a:custGeom>
                  <a:avLst/>
                  <a:gdLst>
                    <a:gd name="T0" fmla="*/ 139 w 149"/>
                    <a:gd name="T1" fmla="*/ 0 h 22"/>
                    <a:gd name="T2" fmla="*/ 11 w 149"/>
                    <a:gd name="T3" fmla="*/ 0 h 22"/>
                    <a:gd name="T4" fmla="*/ 0 w 149"/>
                    <a:gd name="T5" fmla="*/ 11 h 22"/>
                    <a:gd name="T6" fmla="*/ 11 w 149"/>
                    <a:gd name="T7" fmla="*/ 22 h 22"/>
                    <a:gd name="T8" fmla="*/ 139 w 149"/>
                    <a:gd name="T9" fmla="*/ 22 h 22"/>
                    <a:gd name="T10" fmla="*/ 149 w 149"/>
                    <a:gd name="T11" fmla="*/ 11 h 22"/>
                    <a:gd name="T12" fmla="*/ 139 w 1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49" h="22">
                      <a:moveTo>
                        <a:pt x="139" y="0"/>
                      </a:moveTo>
                      <a:cubicBezTo>
                        <a:pt x="11" y="0"/>
                        <a:pt x="11" y="0"/>
                        <a:pt x="11" y="0"/>
                      </a:cubicBezTo>
                      <a:cubicBezTo>
                        <a:pt x="5" y="0"/>
                        <a:pt x="0" y="5"/>
                        <a:pt x="0" y="11"/>
                      </a:cubicBezTo>
                      <a:cubicBezTo>
                        <a:pt x="0" y="17"/>
                        <a:pt x="5" y="22"/>
                        <a:pt x="11" y="22"/>
                      </a:cubicBezTo>
                      <a:cubicBezTo>
                        <a:pt x="139" y="22"/>
                        <a:pt x="139" y="22"/>
                        <a:pt x="139" y="22"/>
                      </a:cubicBezTo>
                      <a:cubicBezTo>
                        <a:pt x="145" y="22"/>
                        <a:pt x="149" y="17"/>
                        <a:pt x="149" y="11"/>
                      </a:cubicBezTo>
                      <a:cubicBezTo>
                        <a:pt x="149" y="5"/>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94" name="Freeform 342"/>
                <p:cNvSpPr>
                  <a:spLocks/>
                </p:cNvSpPr>
                <p:nvPr/>
              </p:nvSpPr>
              <p:spPr bwMode="auto">
                <a:xfrm>
                  <a:off x="4340" y="1346"/>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grpSp>
            <p:nvGrpSpPr>
              <p:cNvPr id="295" name="Group 920"/>
              <p:cNvGrpSpPr>
                <a:grpSpLocks noChangeAspect="1"/>
              </p:cNvGrpSpPr>
              <p:nvPr/>
            </p:nvGrpSpPr>
            <p:grpSpPr bwMode="auto">
              <a:xfrm>
                <a:off x="3490903" y="5367528"/>
                <a:ext cx="457200" cy="457200"/>
                <a:chOff x="5645" y="4510"/>
                <a:chExt cx="340" cy="340"/>
              </a:xfrm>
              <a:solidFill>
                <a:schemeClr val="accent1"/>
              </a:solidFill>
            </p:grpSpPr>
            <p:sp>
              <p:nvSpPr>
                <p:cNvPr id="296" name="Freeform 921"/>
                <p:cNvSpPr>
                  <a:spLocks noEditPoints="1"/>
                </p:cNvSpPr>
                <p:nvPr/>
              </p:nvSpPr>
              <p:spPr bwMode="auto">
                <a:xfrm>
                  <a:off x="5765" y="4574"/>
                  <a:ext cx="99" cy="212"/>
                </a:xfrm>
                <a:custGeom>
                  <a:avLst/>
                  <a:gdLst>
                    <a:gd name="T0" fmla="*/ 139 w 149"/>
                    <a:gd name="T1" fmla="*/ 256 h 320"/>
                    <a:gd name="T2" fmla="*/ 136 w 149"/>
                    <a:gd name="T3" fmla="*/ 256 h 320"/>
                    <a:gd name="T4" fmla="*/ 108 w 149"/>
                    <a:gd name="T5" fmla="*/ 142 h 320"/>
                    <a:gd name="T6" fmla="*/ 128 w 149"/>
                    <a:gd name="T7" fmla="*/ 96 h 320"/>
                    <a:gd name="T8" fmla="*/ 98 w 149"/>
                    <a:gd name="T9" fmla="*/ 53 h 320"/>
                    <a:gd name="T10" fmla="*/ 107 w 149"/>
                    <a:gd name="T11" fmla="*/ 32 h 320"/>
                    <a:gd name="T12" fmla="*/ 75 w 149"/>
                    <a:gd name="T13" fmla="*/ 0 h 320"/>
                    <a:gd name="T14" fmla="*/ 43 w 149"/>
                    <a:gd name="T15" fmla="*/ 32 h 320"/>
                    <a:gd name="T16" fmla="*/ 51 w 149"/>
                    <a:gd name="T17" fmla="*/ 53 h 320"/>
                    <a:gd name="T18" fmla="*/ 21 w 149"/>
                    <a:gd name="T19" fmla="*/ 96 h 320"/>
                    <a:gd name="T20" fmla="*/ 41 w 149"/>
                    <a:gd name="T21" fmla="*/ 142 h 320"/>
                    <a:gd name="T22" fmla="*/ 13 w 149"/>
                    <a:gd name="T23" fmla="*/ 256 h 320"/>
                    <a:gd name="T24" fmla="*/ 11 w 149"/>
                    <a:gd name="T25" fmla="*/ 256 h 320"/>
                    <a:gd name="T26" fmla="*/ 0 w 149"/>
                    <a:gd name="T27" fmla="*/ 266 h 320"/>
                    <a:gd name="T28" fmla="*/ 0 w 149"/>
                    <a:gd name="T29" fmla="*/ 309 h 320"/>
                    <a:gd name="T30" fmla="*/ 11 w 149"/>
                    <a:gd name="T31" fmla="*/ 320 h 320"/>
                    <a:gd name="T32" fmla="*/ 139 w 149"/>
                    <a:gd name="T33" fmla="*/ 320 h 320"/>
                    <a:gd name="T34" fmla="*/ 149 w 149"/>
                    <a:gd name="T35" fmla="*/ 309 h 320"/>
                    <a:gd name="T36" fmla="*/ 149 w 149"/>
                    <a:gd name="T37" fmla="*/ 266 h 320"/>
                    <a:gd name="T38" fmla="*/ 139 w 149"/>
                    <a:gd name="T39" fmla="*/ 256 h 320"/>
                    <a:gd name="T40" fmla="*/ 75 w 149"/>
                    <a:gd name="T41" fmla="*/ 21 h 320"/>
                    <a:gd name="T42" fmla="*/ 85 w 149"/>
                    <a:gd name="T43" fmla="*/ 32 h 320"/>
                    <a:gd name="T44" fmla="*/ 75 w 149"/>
                    <a:gd name="T45" fmla="*/ 42 h 320"/>
                    <a:gd name="T46" fmla="*/ 64 w 149"/>
                    <a:gd name="T47" fmla="*/ 32 h 320"/>
                    <a:gd name="T48" fmla="*/ 75 w 149"/>
                    <a:gd name="T49" fmla="*/ 21 h 320"/>
                    <a:gd name="T50" fmla="*/ 75 w 149"/>
                    <a:gd name="T51" fmla="*/ 64 h 320"/>
                    <a:gd name="T52" fmla="*/ 92 w 149"/>
                    <a:gd name="T53" fmla="*/ 74 h 320"/>
                    <a:gd name="T54" fmla="*/ 78 w 149"/>
                    <a:gd name="T55" fmla="*/ 88 h 320"/>
                    <a:gd name="T56" fmla="*/ 78 w 149"/>
                    <a:gd name="T57" fmla="*/ 103 h 320"/>
                    <a:gd name="T58" fmla="*/ 85 w 149"/>
                    <a:gd name="T59" fmla="*/ 106 h 320"/>
                    <a:gd name="T60" fmla="*/ 93 w 149"/>
                    <a:gd name="T61" fmla="*/ 103 h 320"/>
                    <a:gd name="T62" fmla="*/ 106 w 149"/>
                    <a:gd name="T63" fmla="*/ 90 h 320"/>
                    <a:gd name="T64" fmla="*/ 107 w 149"/>
                    <a:gd name="T65" fmla="*/ 96 h 320"/>
                    <a:gd name="T66" fmla="*/ 92 w 149"/>
                    <a:gd name="T67" fmla="*/ 128 h 320"/>
                    <a:gd name="T68" fmla="*/ 57 w 149"/>
                    <a:gd name="T69" fmla="*/ 128 h 320"/>
                    <a:gd name="T70" fmla="*/ 43 w 149"/>
                    <a:gd name="T71" fmla="*/ 96 h 320"/>
                    <a:gd name="T72" fmla="*/ 75 w 149"/>
                    <a:gd name="T73" fmla="*/ 64 h 320"/>
                    <a:gd name="T74" fmla="*/ 62 w 149"/>
                    <a:gd name="T75" fmla="*/ 149 h 320"/>
                    <a:gd name="T76" fmla="*/ 88 w 149"/>
                    <a:gd name="T77" fmla="*/ 149 h 320"/>
                    <a:gd name="T78" fmla="*/ 114 w 149"/>
                    <a:gd name="T79" fmla="*/ 256 h 320"/>
                    <a:gd name="T80" fmla="*/ 35 w 149"/>
                    <a:gd name="T81" fmla="*/ 256 h 320"/>
                    <a:gd name="T82" fmla="*/ 62 w 149"/>
                    <a:gd name="T83" fmla="*/ 149 h 320"/>
                    <a:gd name="T84" fmla="*/ 128 w 149"/>
                    <a:gd name="T85" fmla="*/ 298 h 320"/>
                    <a:gd name="T86" fmla="*/ 21 w 149"/>
                    <a:gd name="T87" fmla="*/ 298 h 320"/>
                    <a:gd name="T88" fmla="*/ 21 w 149"/>
                    <a:gd name="T89" fmla="*/ 277 h 320"/>
                    <a:gd name="T90" fmla="*/ 128 w 149"/>
                    <a:gd name="T91" fmla="*/ 277 h 320"/>
                    <a:gd name="T92" fmla="*/ 128 w 149"/>
                    <a:gd name="T93"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9" h="320">
                      <a:moveTo>
                        <a:pt x="139" y="256"/>
                      </a:moveTo>
                      <a:cubicBezTo>
                        <a:pt x="136" y="256"/>
                        <a:pt x="136" y="256"/>
                        <a:pt x="136" y="256"/>
                      </a:cubicBezTo>
                      <a:cubicBezTo>
                        <a:pt x="108" y="142"/>
                        <a:pt x="108" y="142"/>
                        <a:pt x="108" y="142"/>
                      </a:cubicBezTo>
                      <a:cubicBezTo>
                        <a:pt x="116" y="135"/>
                        <a:pt x="128" y="119"/>
                        <a:pt x="128" y="96"/>
                      </a:cubicBezTo>
                      <a:cubicBezTo>
                        <a:pt x="128" y="76"/>
                        <a:pt x="112" y="62"/>
                        <a:pt x="98" y="53"/>
                      </a:cubicBezTo>
                      <a:cubicBezTo>
                        <a:pt x="103" y="47"/>
                        <a:pt x="107" y="40"/>
                        <a:pt x="107" y="32"/>
                      </a:cubicBezTo>
                      <a:cubicBezTo>
                        <a:pt x="107" y="14"/>
                        <a:pt x="92" y="0"/>
                        <a:pt x="75" y="0"/>
                      </a:cubicBezTo>
                      <a:cubicBezTo>
                        <a:pt x="57" y="0"/>
                        <a:pt x="43" y="14"/>
                        <a:pt x="43" y="32"/>
                      </a:cubicBezTo>
                      <a:cubicBezTo>
                        <a:pt x="43" y="40"/>
                        <a:pt x="46" y="47"/>
                        <a:pt x="51" y="53"/>
                      </a:cubicBezTo>
                      <a:cubicBezTo>
                        <a:pt x="37" y="62"/>
                        <a:pt x="21" y="76"/>
                        <a:pt x="21" y="96"/>
                      </a:cubicBezTo>
                      <a:cubicBezTo>
                        <a:pt x="21" y="119"/>
                        <a:pt x="34" y="135"/>
                        <a:pt x="41" y="142"/>
                      </a:cubicBezTo>
                      <a:cubicBezTo>
                        <a:pt x="13" y="256"/>
                        <a:pt x="13" y="256"/>
                        <a:pt x="13" y="256"/>
                      </a:cubicBezTo>
                      <a:cubicBezTo>
                        <a:pt x="11" y="256"/>
                        <a:pt x="11" y="256"/>
                        <a:pt x="11" y="256"/>
                      </a:cubicBezTo>
                      <a:cubicBezTo>
                        <a:pt x="5" y="256"/>
                        <a:pt x="0" y="260"/>
                        <a:pt x="0" y="266"/>
                      </a:cubicBezTo>
                      <a:cubicBezTo>
                        <a:pt x="0" y="309"/>
                        <a:pt x="0" y="309"/>
                        <a:pt x="0" y="309"/>
                      </a:cubicBezTo>
                      <a:cubicBezTo>
                        <a:pt x="0" y="315"/>
                        <a:pt x="5" y="320"/>
                        <a:pt x="11" y="320"/>
                      </a:cubicBezTo>
                      <a:cubicBezTo>
                        <a:pt x="139" y="320"/>
                        <a:pt x="139" y="320"/>
                        <a:pt x="139" y="320"/>
                      </a:cubicBezTo>
                      <a:cubicBezTo>
                        <a:pt x="145" y="320"/>
                        <a:pt x="149" y="315"/>
                        <a:pt x="149" y="309"/>
                      </a:cubicBezTo>
                      <a:cubicBezTo>
                        <a:pt x="149" y="266"/>
                        <a:pt x="149" y="266"/>
                        <a:pt x="149" y="266"/>
                      </a:cubicBezTo>
                      <a:cubicBezTo>
                        <a:pt x="149" y="260"/>
                        <a:pt x="145" y="256"/>
                        <a:pt x="139" y="256"/>
                      </a:cubicBezTo>
                      <a:close/>
                      <a:moveTo>
                        <a:pt x="75" y="21"/>
                      </a:moveTo>
                      <a:cubicBezTo>
                        <a:pt x="81" y="21"/>
                        <a:pt x="85" y="26"/>
                        <a:pt x="85" y="32"/>
                      </a:cubicBezTo>
                      <a:cubicBezTo>
                        <a:pt x="85" y="38"/>
                        <a:pt x="81" y="42"/>
                        <a:pt x="75" y="42"/>
                      </a:cubicBezTo>
                      <a:cubicBezTo>
                        <a:pt x="69" y="42"/>
                        <a:pt x="64" y="38"/>
                        <a:pt x="64" y="32"/>
                      </a:cubicBezTo>
                      <a:cubicBezTo>
                        <a:pt x="64" y="26"/>
                        <a:pt x="69" y="21"/>
                        <a:pt x="75" y="21"/>
                      </a:cubicBezTo>
                      <a:close/>
                      <a:moveTo>
                        <a:pt x="75" y="64"/>
                      </a:moveTo>
                      <a:cubicBezTo>
                        <a:pt x="79" y="67"/>
                        <a:pt x="86" y="70"/>
                        <a:pt x="92" y="74"/>
                      </a:cubicBezTo>
                      <a:cubicBezTo>
                        <a:pt x="78" y="88"/>
                        <a:pt x="78" y="88"/>
                        <a:pt x="78" y="88"/>
                      </a:cubicBezTo>
                      <a:cubicBezTo>
                        <a:pt x="74" y="92"/>
                        <a:pt x="74" y="99"/>
                        <a:pt x="78" y="103"/>
                      </a:cubicBezTo>
                      <a:cubicBezTo>
                        <a:pt x="80" y="105"/>
                        <a:pt x="83" y="106"/>
                        <a:pt x="85" y="106"/>
                      </a:cubicBezTo>
                      <a:cubicBezTo>
                        <a:pt x="88" y="106"/>
                        <a:pt x="91" y="105"/>
                        <a:pt x="93" y="103"/>
                      </a:cubicBezTo>
                      <a:cubicBezTo>
                        <a:pt x="106" y="90"/>
                        <a:pt x="106" y="90"/>
                        <a:pt x="106" y="90"/>
                      </a:cubicBezTo>
                      <a:cubicBezTo>
                        <a:pt x="106" y="92"/>
                        <a:pt x="107" y="94"/>
                        <a:pt x="107" y="96"/>
                      </a:cubicBezTo>
                      <a:cubicBezTo>
                        <a:pt x="107" y="113"/>
                        <a:pt x="97" y="123"/>
                        <a:pt x="92" y="128"/>
                      </a:cubicBezTo>
                      <a:cubicBezTo>
                        <a:pt x="57" y="128"/>
                        <a:pt x="57" y="128"/>
                        <a:pt x="57" y="128"/>
                      </a:cubicBezTo>
                      <a:cubicBezTo>
                        <a:pt x="53" y="123"/>
                        <a:pt x="43" y="112"/>
                        <a:pt x="43" y="96"/>
                      </a:cubicBezTo>
                      <a:cubicBezTo>
                        <a:pt x="43" y="81"/>
                        <a:pt x="64" y="69"/>
                        <a:pt x="75" y="64"/>
                      </a:cubicBezTo>
                      <a:close/>
                      <a:moveTo>
                        <a:pt x="62" y="149"/>
                      </a:moveTo>
                      <a:cubicBezTo>
                        <a:pt x="88" y="149"/>
                        <a:pt x="88" y="149"/>
                        <a:pt x="88" y="149"/>
                      </a:cubicBezTo>
                      <a:cubicBezTo>
                        <a:pt x="114" y="256"/>
                        <a:pt x="114" y="256"/>
                        <a:pt x="114" y="256"/>
                      </a:cubicBezTo>
                      <a:cubicBezTo>
                        <a:pt x="35" y="256"/>
                        <a:pt x="35" y="256"/>
                        <a:pt x="35" y="256"/>
                      </a:cubicBezTo>
                      <a:lnTo>
                        <a:pt x="62" y="149"/>
                      </a:lnTo>
                      <a:close/>
                      <a:moveTo>
                        <a:pt x="128" y="298"/>
                      </a:moveTo>
                      <a:cubicBezTo>
                        <a:pt x="21" y="298"/>
                        <a:pt x="21" y="298"/>
                        <a:pt x="21" y="298"/>
                      </a:cubicBezTo>
                      <a:cubicBezTo>
                        <a:pt x="21" y="277"/>
                        <a:pt x="21" y="277"/>
                        <a:pt x="21" y="277"/>
                      </a:cubicBezTo>
                      <a:cubicBezTo>
                        <a:pt x="128" y="277"/>
                        <a:pt x="128" y="277"/>
                        <a:pt x="128" y="277"/>
                      </a:cubicBezTo>
                      <a:lnTo>
                        <a:pt x="128" y="29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97" name="Freeform 922"/>
                <p:cNvSpPr>
                  <a:spLocks noEditPoints="1"/>
                </p:cNvSpPr>
                <p:nvPr/>
              </p:nvSpPr>
              <p:spPr bwMode="auto">
                <a:xfrm>
                  <a:off x="5645" y="451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grpSp>
            <p:nvGrpSpPr>
              <p:cNvPr id="298" name="Group 318"/>
              <p:cNvGrpSpPr>
                <a:grpSpLocks noChangeAspect="1"/>
              </p:cNvGrpSpPr>
              <p:nvPr/>
            </p:nvGrpSpPr>
            <p:grpSpPr bwMode="auto">
              <a:xfrm>
                <a:off x="2378874" y="2142533"/>
                <a:ext cx="457200" cy="457200"/>
                <a:chOff x="5850" y="1203"/>
                <a:chExt cx="340" cy="340"/>
              </a:xfrm>
              <a:solidFill>
                <a:srgbClr val="2C5234"/>
              </a:solidFill>
            </p:grpSpPr>
            <p:sp>
              <p:nvSpPr>
                <p:cNvPr id="299" name="Freeform 319"/>
                <p:cNvSpPr>
                  <a:spLocks noEditPoints="1"/>
                </p:cNvSpPr>
                <p:nvPr/>
              </p:nvSpPr>
              <p:spPr bwMode="auto">
                <a:xfrm>
                  <a:off x="5850" y="120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300" name="Freeform 320"/>
                <p:cNvSpPr>
                  <a:spLocks noEditPoints="1"/>
                </p:cNvSpPr>
                <p:nvPr/>
              </p:nvSpPr>
              <p:spPr bwMode="auto">
                <a:xfrm>
                  <a:off x="5958" y="1265"/>
                  <a:ext cx="137" cy="207"/>
                </a:xfrm>
                <a:custGeom>
                  <a:avLst/>
                  <a:gdLst>
                    <a:gd name="T0" fmla="*/ 199 w 207"/>
                    <a:gd name="T1" fmla="*/ 40 h 311"/>
                    <a:gd name="T2" fmla="*/ 99 w 207"/>
                    <a:gd name="T3" fmla="*/ 2 h 311"/>
                    <a:gd name="T4" fmla="*/ 85 w 207"/>
                    <a:gd name="T5" fmla="*/ 8 h 311"/>
                    <a:gd name="T6" fmla="*/ 78 w 207"/>
                    <a:gd name="T7" fmla="*/ 28 h 311"/>
                    <a:gd name="T8" fmla="*/ 78 w 207"/>
                    <a:gd name="T9" fmla="*/ 37 h 311"/>
                    <a:gd name="T10" fmla="*/ 82 w 207"/>
                    <a:gd name="T11" fmla="*/ 46 h 311"/>
                    <a:gd name="T12" fmla="*/ 52 w 207"/>
                    <a:gd name="T13" fmla="*/ 125 h 311"/>
                    <a:gd name="T14" fmla="*/ 26 w 207"/>
                    <a:gd name="T15" fmla="*/ 124 h 311"/>
                    <a:gd name="T16" fmla="*/ 16 w 207"/>
                    <a:gd name="T17" fmla="*/ 130 h 311"/>
                    <a:gd name="T18" fmla="*/ 1 w 207"/>
                    <a:gd name="T19" fmla="*/ 170 h 311"/>
                    <a:gd name="T20" fmla="*/ 1 w 207"/>
                    <a:gd name="T21" fmla="*/ 178 h 311"/>
                    <a:gd name="T22" fmla="*/ 7 w 207"/>
                    <a:gd name="T23" fmla="*/ 184 h 311"/>
                    <a:gd name="T24" fmla="*/ 67 w 207"/>
                    <a:gd name="T25" fmla="*/ 207 h 311"/>
                    <a:gd name="T26" fmla="*/ 32 w 207"/>
                    <a:gd name="T27" fmla="*/ 297 h 311"/>
                    <a:gd name="T28" fmla="*/ 38 w 207"/>
                    <a:gd name="T29" fmla="*/ 310 h 311"/>
                    <a:gd name="T30" fmla="*/ 42 w 207"/>
                    <a:gd name="T31" fmla="*/ 311 h 311"/>
                    <a:gd name="T32" fmla="*/ 52 w 207"/>
                    <a:gd name="T33" fmla="*/ 304 h 311"/>
                    <a:gd name="T34" fmla="*/ 86 w 207"/>
                    <a:gd name="T35" fmla="*/ 214 h 311"/>
                    <a:gd name="T36" fmla="*/ 146 w 207"/>
                    <a:gd name="T37" fmla="*/ 237 h 311"/>
                    <a:gd name="T38" fmla="*/ 150 w 207"/>
                    <a:gd name="T39" fmla="*/ 238 h 311"/>
                    <a:gd name="T40" fmla="*/ 160 w 207"/>
                    <a:gd name="T41" fmla="*/ 231 h 311"/>
                    <a:gd name="T42" fmla="*/ 175 w 207"/>
                    <a:gd name="T43" fmla="*/ 191 h 311"/>
                    <a:gd name="T44" fmla="*/ 172 w 207"/>
                    <a:gd name="T45" fmla="*/ 179 h 311"/>
                    <a:gd name="T46" fmla="*/ 152 w 207"/>
                    <a:gd name="T47" fmla="*/ 163 h 311"/>
                    <a:gd name="T48" fmla="*/ 182 w 207"/>
                    <a:gd name="T49" fmla="*/ 84 h 311"/>
                    <a:gd name="T50" fmla="*/ 192 w 207"/>
                    <a:gd name="T51" fmla="*/ 80 h 311"/>
                    <a:gd name="T52" fmla="*/ 197 w 207"/>
                    <a:gd name="T53" fmla="*/ 74 h 311"/>
                    <a:gd name="T54" fmla="*/ 205 w 207"/>
                    <a:gd name="T55" fmla="*/ 54 h 311"/>
                    <a:gd name="T56" fmla="*/ 199 w 207"/>
                    <a:gd name="T57" fmla="*/ 40 h 311"/>
                    <a:gd name="T58" fmla="*/ 179 w 207"/>
                    <a:gd name="T59" fmla="*/ 62 h 311"/>
                    <a:gd name="T60" fmla="*/ 169 w 207"/>
                    <a:gd name="T61" fmla="*/ 67 h 311"/>
                    <a:gd name="T62" fmla="*/ 164 w 207"/>
                    <a:gd name="T63" fmla="*/ 73 h 311"/>
                    <a:gd name="T64" fmla="*/ 129 w 207"/>
                    <a:gd name="T65" fmla="*/ 162 h 311"/>
                    <a:gd name="T66" fmla="*/ 132 w 207"/>
                    <a:gd name="T67" fmla="*/ 174 h 311"/>
                    <a:gd name="T68" fmla="*/ 153 w 207"/>
                    <a:gd name="T69" fmla="*/ 191 h 311"/>
                    <a:gd name="T70" fmla="*/ 144 w 207"/>
                    <a:gd name="T71" fmla="*/ 214 h 311"/>
                    <a:gd name="T72" fmla="*/ 24 w 207"/>
                    <a:gd name="T73" fmla="*/ 168 h 311"/>
                    <a:gd name="T74" fmla="*/ 33 w 207"/>
                    <a:gd name="T75" fmla="*/ 145 h 311"/>
                    <a:gd name="T76" fmla="*/ 59 w 207"/>
                    <a:gd name="T77" fmla="*/ 146 h 311"/>
                    <a:gd name="T78" fmla="*/ 70 w 207"/>
                    <a:gd name="T79" fmla="*/ 139 h 311"/>
                    <a:gd name="T80" fmla="*/ 104 w 207"/>
                    <a:gd name="T81" fmla="*/ 50 h 311"/>
                    <a:gd name="T82" fmla="*/ 104 w 207"/>
                    <a:gd name="T83" fmla="*/ 42 h 311"/>
                    <a:gd name="T84" fmla="*/ 99 w 207"/>
                    <a:gd name="T85" fmla="*/ 32 h 311"/>
                    <a:gd name="T86" fmla="*/ 102 w 207"/>
                    <a:gd name="T87" fmla="*/ 26 h 311"/>
                    <a:gd name="T88" fmla="*/ 181 w 207"/>
                    <a:gd name="T89" fmla="*/ 57 h 311"/>
                    <a:gd name="T90" fmla="*/ 179 w 207"/>
                    <a:gd name="T91" fmla="*/ 62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7" h="311">
                      <a:moveTo>
                        <a:pt x="199" y="40"/>
                      </a:moveTo>
                      <a:cubicBezTo>
                        <a:pt x="99" y="2"/>
                        <a:pt x="99" y="2"/>
                        <a:pt x="99" y="2"/>
                      </a:cubicBezTo>
                      <a:cubicBezTo>
                        <a:pt x="94" y="0"/>
                        <a:pt x="88" y="3"/>
                        <a:pt x="85" y="8"/>
                      </a:cubicBezTo>
                      <a:cubicBezTo>
                        <a:pt x="78" y="28"/>
                        <a:pt x="78" y="28"/>
                        <a:pt x="78" y="28"/>
                      </a:cubicBezTo>
                      <a:cubicBezTo>
                        <a:pt x="77" y="31"/>
                        <a:pt x="77" y="34"/>
                        <a:pt x="78" y="37"/>
                      </a:cubicBezTo>
                      <a:cubicBezTo>
                        <a:pt x="82" y="46"/>
                        <a:pt x="82" y="46"/>
                        <a:pt x="82" y="46"/>
                      </a:cubicBezTo>
                      <a:cubicBezTo>
                        <a:pt x="52" y="125"/>
                        <a:pt x="52" y="125"/>
                        <a:pt x="52" y="125"/>
                      </a:cubicBezTo>
                      <a:cubicBezTo>
                        <a:pt x="26" y="124"/>
                        <a:pt x="26" y="124"/>
                        <a:pt x="26" y="124"/>
                      </a:cubicBezTo>
                      <a:cubicBezTo>
                        <a:pt x="22" y="123"/>
                        <a:pt x="18" y="126"/>
                        <a:pt x="16" y="130"/>
                      </a:cubicBezTo>
                      <a:cubicBezTo>
                        <a:pt x="1" y="170"/>
                        <a:pt x="1" y="170"/>
                        <a:pt x="1" y="170"/>
                      </a:cubicBezTo>
                      <a:cubicBezTo>
                        <a:pt x="0" y="173"/>
                        <a:pt x="0" y="176"/>
                        <a:pt x="1" y="178"/>
                      </a:cubicBezTo>
                      <a:cubicBezTo>
                        <a:pt x="2" y="181"/>
                        <a:pt x="4" y="183"/>
                        <a:pt x="7" y="184"/>
                      </a:cubicBezTo>
                      <a:cubicBezTo>
                        <a:pt x="67" y="207"/>
                        <a:pt x="67" y="207"/>
                        <a:pt x="67" y="207"/>
                      </a:cubicBezTo>
                      <a:cubicBezTo>
                        <a:pt x="32" y="297"/>
                        <a:pt x="32" y="297"/>
                        <a:pt x="32" y="297"/>
                      </a:cubicBezTo>
                      <a:cubicBezTo>
                        <a:pt x="30" y="302"/>
                        <a:pt x="33" y="308"/>
                        <a:pt x="38" y="310"/>
                      </a:cubicBezTo>
                      <a:cubicBezTo>
                        <a:pt x="40" y="311"/>
                        <a:pt x="41" y="311"/>
                        <a:pt x="42" y="311"/>
                      </a:cubicBezTo>
                      <a:cubicBezTo>
                        <a:pt x="46" y="311"/>
                        <a:pt x="50" y="308"/>
                        <a:pt x="52" y="304"/>
                      </a:cubicBezTo>
                      <a:cubicBezTo>
                        <a:pt x="86" y="214"/>
                        <a:pt x="86" y="214"/>
                        <a:pt x="86" y="214"/>
                      </a:cubicBezTo>
                      <a:cubicBezTo>
                        <a:pt x="146" y="237"/>
                        <a:pt x="146" y="237"/>
                        <a:pt x="146" y="237"/>
                      </a:cubicBezTo>
                      <a:cubicBezTo>
                        <a:pt x="147" y="238"/>
                        <a:pt x="149" y="238"/>
                        <a:pt x="150" y="238"/>
                      </a:cubicBezTo>
                      <a:cubicBezTo>
                        <a:pt x="154" y="238"/>
                        <a:pt x="158" y="235"/>
                        <a:pt x="160" y="231"/>
                      </a:cubicBezTo>
                      <a:cubicBezTo>
                        <a:pt x="175" y="191"/>
                        <a:pt x="175" y="191"/>
                        <a:pt x="175" y="191"/>
                      </a:cubicBezTo>
                      <a:cubicBezTo>
                        <a:pt x="177" y="187"/>
                        <a:pt x="176" y="182"/>
                        <a:pt x="172" y="179"/>
                      </a:cubicBezTo>
                      <a:cubicBezTo>
                        <a:pt x="152" y="163"/>
                        <a:pt x="152" y="163"/>
                        <a:pt x="152" y="163"/>
                      </a:cubicBezTo>
                      <a:cubicBezTo>
                        <a:pt x="182" y="84"/>
                        <a:pt x="182" y="84"/>
                        <a:pt x="182" y="84"/>
                      </a:cubicBezTo>
                      <a:cubicBezTo>
                        <a:pt x="192" y="80"/>
                        <a:pt x="192" y="80"/>
                        <a:pt x="192" y="80"/>
                      </a:cubicBezTo>
                      <a:cubicBezTo>
                        <a:pt x="194" y="79"/>
                        <a:pt x="196" y="77"/>
                        <a:pt x="197" y="74"/>
                      </a:cubicBezTo>
                      <a:cubicBezTo>
                        <a:pt x="205" y="54"/>
                        <a:pt x="205" y="54"/>
                        <a:pt x="205" y="54"/>
                      </a:cubicBezTo>
                      <a:cubicBezTo>
                        <a:pt x="207" y="49"/>
                        <a:pt x="204" y="43"/>
                        <a:pt x="199" y="40"/>
                      </a:cubicBezTo>
                      <a:close/>
                      <a:moveTo>
                        <a:pt x="179" y="62"/>
                      </a:moveTo>
                      <a:cubicBezTo>
                        <a:pt x="169" y="67"/>
                        <a:pt x="169" y="67"/>
                        <a:pt x="169" y="67"/>
                      </a:cubicBezTo>
                      <a:cubicBezTo>
                        <a:pt x="167" y="68"/>
                        <a:pt x="165" y="70"/>
                        <a:pt x="164" y="73"/>
                      </a:cubicBezTo>
                      <a:cubicBezTo>
                        <a:pt x="129" y="162"/>
                        <a:pt x="129" y="162"/>
                        <a:pt x="129" y="162"/>
                      </a:cubicBezTo>
                      <a:cubicBezTo>
                        <a:pt x="128" y="167"/>
                        <a:pt x="129" y="172"/>
                        <a:pt x="132" y="174"/>
                      </a:cubicBezTo>
                      <a:cubicBezTo>
                        <a:pt x="153" y="191"/>
                        <a:pt x="153" y="191"/>
                        <a:pt x="153" y="191"/>
                      </a:cubicBezTo>
                      <a:cubicBezTo>
                        <a:pt x="144" y="214"/>
                        <a:pt x="144" y="214"/>
                        <a:pt x="144" y="214"/>
                      </a:cubicBezTo>
                      <a:cubicBezTo>
                        <a:pt x="24" y="168"/>
                        <a:pt x="24" y="168"/>
                        <a:pt x="24" y="168"/>
                      </a:cubicBezTo>
                      <a:cubicBezTo>
                        <a:pt x="33" y="145"/>
                        <a:pt x="33" y="145"/>
                        <a:pt x="33" y="145"/>
                      </a:cubicBezTo>
                      <a:cubicBezTo>
                        <a:pt x="59" y="146"/>
                        <a:pt x="59" y="146"/>
                        <a:pt x="59" y="146"/>
                      </a:cubicBezTo>
                      <a:cubicBezTo>
                        <a:pt x="64" y="147"/>
                        <a:pt x="68" y="144"/>
                        <a:pt x="70" y="139"/>
                      </a:cubicBezTo>
                      <a:cubicBezTo>
                        <a:pt x="104" y="50"/>
                        <a:pt x="104" y="50"/>
                        <a:pt x="104" y="50"/>
                      </a:cubicBezTo>
                      <a:cubicBezTo>
                        <a:pt x="105" y="47"/>
                        <a:pt x="105" y="44"/>
                        <a:pt x="104" y="42"/>
                      </a:cubicBezTo>
                      <a:cubicBezTo>
                        <a:pt x="99" y="32"/>
                        <a:pt x="99" y="32"/>
                        <a:pt x="99" y="32"/>
                      </a:cubicBezTo>
                      <a:cubicBezTo>
                        <a:pt x="102" y="26"/>
                        <a:pt x="102" y="26"/>
                        <a:pt x="102" y="26"/>
                      </a:cubicBezTo>
                      <a:cubicBezTo>
                        <a:pt x="181" y="57"/>
                        <a:pt x="181" y="57"/>
                        <a:pt x="181" y="57"/>
                      </a:cubicBezTo>
                      <a:lnTo>
                        <a:pt x="179" y="6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grpSp>
            <p:nvGrpSpPr>
              <p:cNvPr id="302" name="Group 759"/>
              <p:cNvGrpSpPr>
                <a:grpSpLocks noChangeAspect="1"/>
              </p:cNvGrpSpPr>
              <p:nvPr/>
            </p:nvGrpSpPr>
            <p:grpSpPr bwMode="auto">
              <a:xfrm>
                <a:off x="2377440" y="3749040"/>
                <a:ext cx="457200" cy="457200"/>
                <a:chOff x="2732" y="2698"/>
                <a:chExt cx="340" cy="340"/>
              </a:xfrm>
              <a:solidFill>
                <a:srgbClr val="004F59"/>
              </a:solidFill>
            </p:grpSpPr>
            <p:sp>
              <p:nvSpPr>
                <p:cNvPr id="303" name="Freeform 760"/>
                <p:cNvSpPr>
                  <a:spLocks noEditPoints="1"/>
                </p:cNvSpPr>
                <p:nvPr/>
              </p:nvSpPr>
              <p:spPr bwMode="auto">
                <a:xfrm>
                  <a:off x="2732" y="269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304" name="Freeform 761"/>
                <p:cNvSpPr>
                  <a:spLocks noEditPoints="1"/>
                </p:cNvSpPr>
                <p:nvPr/>
              </p:nvSpPr>
              <p:spPr bwMode="auto">
                <a:xfrm>
                  <a:off x="2817" y="2762"/>
                  <a:ext cx="170" cy="212"/>
                </a:xfrm>
                <a:custGeom>
                  <a:avLst/>
                  <a:gdLst>
                    <a:gd name="T0" fmla="*/ 245 w 256"/>
                    <a:gd name="T1" fmla="*/ 320 h 320"/>
                    <a:gd name="T2" fmla="*/ 234 w 256"/>
                    <a:gd name="T3" fmla="*/ 309 h 320"/>
                    <a:gd name="T4" fmla="*/ 234 w 256"/>
                    <a:gd name="T5" fmla="*/ 213 h 320"/>
                    <a:gd name="T6" fmla="*/ 192 w 256"/>
                    <a:gd name="T7" fmla="*/ 170 h 320"/>
                    <a:gd name="T8" fmla="*/ 64 w 256"/>
                    <a:gd name="T9" fmla="*/ 170 h 320"/>
                    <a:gd name="T10" fmla="*/ 21 w 256"/>
                    <a:gd name="T11" fmla="*/ 213 h 320"/>
                    <a:gd name="T12" fmla="*/ 21 w 256"/>
                    <a:gd name="T13" fmla="*/ 309 h 320"/>
                    <a:gd name="T14" fmla="*/ 10 w 256"/>
                    <a:gd name="T15" fmla="*/ 320 h 320"/>
                    <a:gd name="T16" fmla="*/ 0 w 256"/>
                    <a:gd name="T17" fmla="*/ 309 h 320"/>
                    <a:gd name="T18" fmla="*/ 0 w 256"/>
                    <a:gd name="T19" fmla="*/ 213 h 320"/>
                    <a:gd name="T20" fmla="*/ 64 w 256"/>
                    <a:gd name="T21" fmla="*/ 149 h 320"/>
                    <a:gd name="T22" fmla="*/ 192 w 256"/>
                    <a:gd name="T23" fmla="*/ 149 h 320"/>
                    <a:gd name="T24" fmla="*/ 256 w 256"/>
                    <a:gd name="T25" fmla="*/ 213 h 320"/>
                    <a:gd name="T26" fmla="*/ 256 w 256"/>
                    <a:gd name="T27" fmla="*/ 309 h 320"/>
                    <a:gd name="T28" fmla="*/ 245 w 256"/>
                    <a:gd name="T29" fmla="*/ 320 h 320"/>
                    <a:gd name="T30" fmla="*/ 192 w 256"/>
                    <a:gd name="T31" fmla="*/ 64 h 320"/>
                    <a:gd name="T32" fmla="*/ 128 w 256"/>
                    <a:gd name="T33" fmla="*/ 0 h 320"/>
                    <a:gd name="T34" fmla="*/ 64 w 256"/>
                    <a:gd name="T35" fmla="*/ 64 h 320"/>
                    <a:gd name="T36" fmla="*/ 128 w 256"/>
                    <a:gd name="T37" fmla="*/ 128 h 320"/>
                    <a:gd name="T38" fmla="*/ 192 w 256"/>
                    <a:gd name="T39" fmla="*/ 64 h 320"/>
                    <a:gd name="T40" fmla="*/ 170 w 256"/>
                    <a:gd name="T41" fmla="*/ 64 h 320"/>
                    <a:gd name="T42" fmla="*/ 128 w 256"/>
                    <a:gd name="T43" fmla="*/ 106 h 320"/>
                    <a:gd name="T44" fmla="*/ 85 w 256"/>
                    <a:gd name="T45" fmla="*/ 64 h 320"/>
                    <a:gd name="T46" fmla="*/ 128 w 256"/>
                    <a:gd name="T47" fmla="*/ 21 h 320"/>
                    <a:gd name="T48" fmla="*/ 170 w 256"/>
                    <a:gd name="T49" fmla="*/ 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6" h="320">
                      <a:moveTo>
                        <a:pt x="245" y="320"/>
                      </a:moveTo>
                      <a:cubicBezTo>
                        <a:pt x="239" y="320"/>
                        <a:pt x="234" y="315"/>
                        <a:pt x="234" y="309"/>
                      </a:cubicBezTo>
                      <a:cubicBezTo>
                        <a:pt x="234" y="213"/>
                        <a:pt x="234" y="213"/>
                        <a:pt x="234" y="213"/>
                      </a:cubicBezTo>
                      <a:cubicBezTo>
                        <a:pt x="234" y="189"/>
                        <a:pt x="215" y="170"/>
                        <a:pt x="192" y="170"/>
                      </a:cubicBezTo>
                      <a:cubicBezTo>
                        <a:pt x="64" y="170"/>
                        <a:pt x="64" y="170"/>
                        <a:pt x="64" y="170"/>
                      </a:cubicBezTo>
                      <a:cubicBezTo>
                        <a:pt x="40" y="170"/>
                        <a:pt x="21" y="189"/>
                        <a:pt x="21" y="213"/>
                      </a:cubicBezTo>
                      <a:cubicBezTo>
                        <a:pt x="21" y="309"/>
                        <a:pt x="21" y="309"/>
                        <a:pt x="21" y="309"/>
                      </a:cubicBezTo>
                      <a:cubicBezTo>
                        <a:pt x="21" y="315"/>
                        <a:pt x="16" y="320"/>
                        <a:pt x="10" y="320"/>
                      </a:cubicBezTo>
                      <a:cubicBezTo>
                        <a:pt x="4" y="320"/>
                        <a:pt x="0" y="315"/>
                        <a:pt x="0" y="309"/>
                      </a:cubicBezTo>
                      <a:cubicBezTo>
                        <a:pt x="0" y="213"/>
                        <a:pt x="0" y="213"/>
                        <a:pt x="0" y="213"/>
                      </a:cubicBezTo>
                      <a:cubicBezTo>
                        <a:pt x="0" y="178"/>
                        <a:pt x="28" y="149"/>
                        <a:pt x="64" y="149"/>
                      </a:cubicBezTo>
                      <a:cubicBezTo>
                        <a:pt x="192" y="149"/>
                        <a:pt x="192" y="149"/>
                        <a:pt x="192" y="149"/>
                      </a:cubicBezTo>
                      <a:cubicBezTo>
                        <a:pt x="227" y="149"/>
                        <a:pt x="256" y="178"/>
                        <a:pt x="256" y="213"/>
                      </a:cubicBezTo>
                      <a:cubicBezTo>
                        <a:pt x="256" y="309"/>
                        <a:pt x="256" y="309"/>
                        <a:pt x="256" y="309"/>
                      </a:cubicBezTo>
                      <a:cubicBezTo>
                        <a:pt x="256" y="315"/>
                        <a:pt x="251" y="320"/>
                        <a:pt x="245" y="320"/>
                      </a:cubicBezTo>
                      <a:close/>
                      <a:moveTo>
                        <a:pt x="192" y="64"/>
                      </a:moveTo>
                      <a:cubicBezTo>
                        <a:pt x="192" y="28"/>
                        <a:pt x="163" y="0"/>
                        <a:pt x="128" y="0"/>
                      </a:cubicBezTo>
                      <a:cubicBezTo>
                        <a:pt x="92" y="0"/>
                        <a:pt x="64" y="28"/>
                        <a:pt x="64" y="64"/>
                      </a:cubicBezTo>
                      <a:cubicBezTo>
                        <a:pt x="64" y="99"/>
                        <a:pt x="92" y="128"/>
                        <a:pt x="128" y="128"/>
                      </a:cubicBezTo>
                      <a:cubicBezTo>
                        <a:pt x="163" y="128"/>
                        <a:pt x="192" y="99"/>
                        <a:pt x="192" y="64"/>
                      </a:cubicBezTo>
                      <a:close/>
                      <a:moveTo>
                        <a:pt x="170" y="64"/>
                      </a:moveTo>
                      <a:cubicBezTo>
                        <a:pt x="170" y="87"/>
                        <a:pt x="151" y="106"/>
                        <a:pt x="128" y="106"/>
                      </a:cubicBezTo>
                      <a:cubicBezTo>
                        <a:pt x="104" y="106"/>
                        <a:pt x="85" y="87"/>
                        <a:pt x="85" y="64"/>
                      </a:cubicBezTo>
                      <a:cubicBezTo>
                        <a:pt x="85" y="40"/>
                        <a:pt x="104" y="21"/>
                        <a:pt x="128" y="21"/>
                      </a:cubicBezTo>
                      <a:cubicBezTo>
                        <a:pt x="151" y="21"/>
                        <a:pt x="170" y="40"/>
                        <a:pt x="170"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grpSp>
            <p:nvGrpSpPr>
              <p:cNvPr id="305" name="Group 541"/>
              <p:cNvGrpSpPr>
                <a:grpSpLocks noChangeAspect="1"/>
              </p:cNvGrpSpPr>
              <p:nvPr/>
            </p:nvGrpSpPr>
            <p:grpSpPr bwMode="auto">
              <a:xfrm>
                <a:off x="5193792" y="5370498"/>
                <a:ext cx="457200" cy="457200"/>
                <a:chOff x="5326" y="2494"/>
                <a:chExt cx="340" cy="340"/>
              </a:xfrm>
              <a:solidFill>
                <a:schemeClr val="accent5"/>
              </a:solidFill>
            </p:grpSpPr>
            <p:sp>
              <p:nvSpPr>
                <p:cNvPr id="306" name="Freeform 542"/>
                <p:cNvSpPr>
                  <a:spLocks noEditPoints="1"/>
                </p:cNvSpPr>
                <p:nvPr/>
              </p:nvSpPr>
              <p:spPr bwMode="auto">
                <a:xfrm>
                  <a:off x="5430" y="2558"/>
                  <a:ext cx="132" cy="212"/>
                </a:xfrm>
                <a:custGeom>
                  <a:avLst/>
                  <a:gdLst>
                    <a:gd name="T0" fmla="*/ 99 w 199"/>
                    <a:gd name="T1" fmla="*/ 0 h 320"/>
                    <a:gd name="T2" fmla="*/ 99 w 199"/>
                    <a:gd name="T3" fmla="*/ 0 h 320"/>
                    <a:gd name="T4" fmla="*/ 99 w 199"/>
                    <a:gd name="T5" fmla="*/ 0 h 320"/>
                    <a:gd name="T6" fmla="*/ 99 w 199"/>
                    <a:gd name="T7" fmla="*/ 0 h 320"/>
                    <a:gd name="T8" fmla="*/ 98 w 199"/>
                    <a:gd name="T9" fmla="*/ 0 h 320"/>
                    <a:gd name="T10" fmla="*/ 0 w 199"/>
                    <a:gd name="T11" fmla="*/ 95 h 320"/>
                    <a:gd name="T12" fmla="*/ 19 w 199"/>
                    <a:gd name="T13" fmla="*/ 158 h 320"/>
                    <a:gd name="T14" fmla="*/ 45 w 199"/>
                    <a:gd name="T15" fmla="*/ 213 h 320"/>
                    <a:gd name="T16" fmla="*/ 45 w 199"/>
                    <a:gd name="T17" fmla="*/ 245 h 320"/>
                    <a:gd name="T18" fmla="*/ 46 w 199"/>
                    <a:gd name="T19" fmla="*/ 246 h 320"/>
                    <a:gd name="T20" fmla="*/ 45 w 199"/>
                    <a:gd name="T21" fmla="*/ 247 h 320"/>
                    <a:gd name="T22" fmla="*/ 56 w 199"/>
                    <a:gd name="T23" fmla="*/ 311 h 320"/>
                    <a:gd name="T24" fmla="*/ 67 w 199"/>
                    <a:gd name="T25" fmla="*/ 320 h 320"/>
                    <a:gd name="T26" fmla="*/ 131 w 199"/>
                    <a:gd name="T27" fmla="*/ 320 h 320"/>
                    <a:gd name="T28" fmla="*/ 141 w 199"/>
                    <a:gd name="T29" fmla="*/ 311 h 320"/>
                    <a:gd name="T30" fmla="*/ 152 w 199"/>
                    <a:gd name="T31" fmla="*/ 247 h 320"/>
                    <a:gd name="T32" fmla="*/ 152 w 199"/>
                    <a:gd name="T33" fmla="*/ 246 h 320"/>
                    <a:gd name="T34" fmla="*/ 152 w 199"/>
                    <a:gd name="T35" fmla="*/ 245 h 320"/>
                    <a:gd name="T36" fmla="*/ 152 w 199"/>
                    <a:gd name="T37" fmla="*/ 213 h 320"/>
                    <a:gd name="T38" fmla="*/ 179 w 199"/>
                    <a:gd name="T39" fmla="*/ 158 h 320"/>
                    <a:gd name="T40" fmla="*/ 199 w 199"/>
                    <a:gd name="T41" fmla="*/ 95 h 320"/>
                    <a:gd name="T42" fmla="*/ 99 w 199"/>
                    <a:gd name="T43" fmla="*/ 0 h 320"/>
                    <a:gd name="T44" fmla="*/ 122 w 199"/>
                    <a:gd name="T45" fmla="*/ 298 h 320"/>
                    <a:gd name="T46" fmla="*/ 76 w 199"/>
                    <a:gd name="T47" fmla="*/ 298 h 320"/>
                    <a:gd name="T48" fmla="*/ 69 w 199"/>
                    <a:gd name="T49" fmla="*/ 256 h 320"/>
                    <a:gd name="T50" fmla="*/ 129 w 199"/>
                    <a:gd name="T51" fmla="*/ 256 h 320"/>
                    <a:gd name="T52" fmla="*/ 122 w 199"/>
                    <a:gd name="T53" fmla="*/ 298 h 320"/>
                    <a:gd name="T54" fmla="*/ 161 w 199"/>
                    <a:gd name="T55" fmla="*/ 147 h 320"/>
                    <a:gd name="T56" fmla="*/ 131 w 199"/>
                    <a:gd name="T57" fmla="*/ 213 h 320"/>
                    <a:gd name="T58" fmla="*/ 131 w 199"/>
                    <a:gd name="T59" fmla="*/ 234 h 320"/>
                    <a:gd name="T60" fmla="*/ 109 w 199"/>
                    <a:gd name="T61" fmla="*/ 234 h 320"/>
                    <a:gd name="T62" fmla="*/ 109 w 199"/>
                    <a:gd name="T63" fmla="*/ 153 h 320"/>
                    <a:gd name="T64" fmla="*/ 128 w 199"/>
                    <a:gd name="T65" fmla="*/ 135 h 320"/>
                    <a:gd name="T66" fmla="*/ 128 w 199"/>
                    <a:gd name="T67" fmla="*/ 120 h 320"/>
                    <a:gd name="T68" fmla="*/ 112 w 199"/>
                    <a:gd name="T69" fmla="*/ 120 h 320"/>
                    <a:gd name="T70" fmla="*/ 99 w 199"/>
                    <a:gd name="T71" fmla="*/ 134 h 320"/>
                    <a:gd name="T72" fmla="*/ 85 w 199"/>
                    <a:gd name="T73" fmla="*/ 120 h 320"/>
                    <a:gd name="T74" fmla="*/ 70 w 199"/>
                    <a:gd name="T75" fmla="*/ 120 h 320"/>
                    <a:gd name="T76" fmla="*/ 70 w 199"/>
                    <a:gd name="T77" fmla="*/ 135 h 320"/>
                    <a:gd name="T78" fmla="*/ 88 w 199"/>
                    <a:gd name="T79" fmla="*/ 153 h 320"/>
                    <a:gd name="T80" fmla="*/ 88 w 199"/>
                    <a:gd name="T81" fmla="*/ 234 h 320"/>
                    <a:gd name="T82" fmla="*/ 67 w 199"/>
                    <a:gd name="T83" fmla="*/ 234 h 320"/>
                    <a:gd name="T84" fmla="*/ 67 w 199"/>
                    <a:gd name="T85" fmla="*/ 213 h 320"/>
                    <a:gd name="T86" fmla="*/ 37 w 199"/>
                    <a:gd name="T87" fmla="*/ 146 h 320"/>
                    <a:gd name="T88" fmla="*/ 21 w 199"/>
                    <a:gd name="T89" fmla="*/ 95 h 320"/>
                    <a:gd name="T90" fmla="*/ 99 w 199"/>
                    <a:gd name="T91" fmla="*/ 21 h 320"/>
                    <a:gd name="T92" fmla="*/ 177 w 199"/>
                    <a:gd name="T93" fmla="*/ 95 h 320"/>
                    <a:gd name="T94" fmla="*/ 161 w 199"/>
                    <a:gd name="T95" fmla="*/ 14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 h="320">
                      <a:moveTo>
                        <a:pt x="99" y="0"/>
                      </a:moveTo>
                      <a:cubicBezTo>
                        <a:pt x="99" y="0"/>
                        <a:pt x="99" y="0"/>
                        <a:pt x="99" y="0"/>
                      </a:cubicBezTo>
                      <a:cubicBezTo>
                        <a:pt x="99" y="0"/>
                        <a:pt x="99" y="0"/>
                        <a:pt x="99" y="0"/>
                      </a:cubicBezTo>
                      <a:cubicBezTo>
                        <a:pt x="99" y="0"/>
                        <a:pt x="99" y="0"/>
                        <a:pt x="99" y="0"/>
                      </a:cubicBezTo>
                      <a:cubicBezTo>
                        <a:pt x="99" y="0"/>
                        <a:pt x="99" y="0"/>
                        <a:pt x="98" y="0"/>
                      </a:cubicBezTo>
                      <a:cubicBezTo>
                        <a:pt x="45" y="0"/>
                        <a:pt x="0" y="44"/>
                        <a:pt x="0" y="95"/>
                      </a:cubicBezTo>
                      <a:cubicBezTo>
                        <a:pt x="0" y="129"/>
                        <a:pt x="18" y="157"/>
                        <a:pt x="19" y="158"/>
                      </a:cubicBezTo>
                      <a:cubicBezTo>
                        <a:pt x="32" y="179"/>
                        <a:pt x="45" y="206"/>
                        <a:pt x="45" y="213"/>
                      </a:cubicBezTo>
                      <a:cubicBezTo>
                        <a:pt x="45" y="245"/>
                        <a:pt x="45" y="245"/>
                        <a:pt x="45" y="245"/>
                      </a:cubicBezTo>
                      <a:cubicBezTo>
                        <a:pt x="45" y="245"/>
                        <a:pt x="45" y="246"/>
                        <a:pt x="46" y="246"/>
                      </a:cubicBezTo>
                      <a:cubicBezTo>
                        <a:pt x="46" y="246"/>
                        <a:pt x="45" y="246"/>
                        <a:pt x="45" y="247"/>
                      </a:cubicBezTo>
                      <a:cubicBezTo>
                        <a:pt x="56" y="311"/>
                        <a:pt x="56" y="311"/>
                        <a:pt x="56" y="311"/>
                      </a:cubicBezTo>
                      <a:cubicBezTo>
                        <a:pt x="57" y="316"/>
                        <a:pt x="61" y="320"/>
                        <a:pt x="67" y="320"/>
                      </a:cubicBezTo>
                      <a:cubicBezTo>
                        <a:pt x="131" y="320"/>
                        <a:pt x="131" y="320"/>
                        <a:pt x="131" y="320"/>
                      </a:cubicBezTo>
                      <a:cubicBezTo>
                        <a:pt x="136" y="320"/>
                        <a:pt x="140" y="316"/>
                        <a:pt x="141" y="311"/>
                      </a:cubicBezTo>
                      <a:cubicBezTo>
                        <a:pt x="152" y="247"/>
                        <a:pt x="152" y="247"/>
                        <a:pt x="152" y="247"/>
                      </a:cubicBezTo>
                      <a:cubicBezTo>
                        <a:pt x="152" y="246"/>
                        <a:pt x="152" y="246"/>
                        <a:pt x="152" y="246"/>
                      </a:cubicBezTo>
                      <a:cubicBezTo>
                        <a:pt x="152" y="246"/>
                        <a:pt x="152" y="245"/>
                        <a:pt x="152" y="245"/>
                      </a:cubicBezTo>
                      <a:cubicBezTo>
                        <a:pt x="152" y="213"/>
                        <a:pt x="152" y="213"/>
                        <a:pt x="152" y="213"/>
                      </a:cubicBezTo>
                      <a:cubicBezTo>
                        <a:pt x="152" y="206"/>
                        <a:pt x="166" y="179"/>
                        <a:pt x="179" y="158"/>
                      </a:cubicBezTo>
                      <a:cubicBezTo>
                        <a:pt x="180" y="157"/>
                        <a:pt x="199" y="129"/>
                        <a:pt x="199" y="95"/>
                      </a:cubicBezTo>
                      <a:cubicBezTo>
                        <a:pt x="199" y="44"/>
                        <a:pt x="153" y="0"/>
                        <a:pt x="99" y="0"/>
                      </a:cubicBezTo>
                      <a:close/>
                      <a:moveTo>
                        <a:pt x="122" y="298"/>
                      </a:moveTo>
                      <a:cubicBezTo>
                        <a:pt x="76" y="298"/>
                        <a:pt x="76" y="298"/>
                        <a:pt x="76" y="298"/>
                      </a:cubicBezTo>
                      <a:cubicBezTo>
                        <a:pt x="69" y="256"/>
                        <a:pt x="69" y="256"/>
                        <a:pt x="69" y="256"/>
                      </a:cubicBezTo>
                      <a:cubicBezTo>
                        <a:pt x="129" y="256"/>
                        <a:pt x="129" y="256"/>
                        <a:pt x="129" y="256"/>
                      </a:cubicBezTo>
                      <a:lnTo>
                        <a:pt x="122" y="298"/>
                      </a:lnTo>
                      <a:close/>
                      <a:moveTo>
                        <a:pt x="161" y="147"/>
                      </a:moveTo>
                      <a:cubicBezTo>
                        <a:pt x="154" y="158"/>
                        <a:pt x="131" y="196"/>
                        <a:pt x="131" y="213"/>
                      </a:cubicBezTo>
                      <a:cubicBezTo>
                        <a:pt x="131" y="234"/>
                        <a:pt x="131" y="234"/>
                        <a:pt x="131" y="234"/>
                      </a:cubicBezTo>
                      <a:cubicBezTo>
                        <a:pt x="109" y="234"/>
                        <a:pt x="109" y="234"/>
                        <a:pt x="109" y="234"/>
                      </a:cubicBezTo>
                      <a:cubicBezTo>
                        <a:pt x="109" y="153"/>
                        <a:pt x="109" y="153"/>
                        <a:pt x="109" y="153"/>
                      </a:cubicBezTo>
                      <a:cubicBezTo>
                        <a:pt x="128" y="135"/>
                        <a:pt x="128" y="135"/>
                        <a:pt x="128" y="135"/>
                      </a:cubicBezTo>
                      <a:cubicBezTo>
                        <a:pt x="132" y="131"/>
                        <a:pt x="132" y="124"/>
                        <a:pt x="128" y="120"/>
                      </a:cubicBezTo>
                      <a:cubicBezTo>
                        <a:pt x="123" y="116"/>
                        <a:pt x="117" y="116"/>
                        <a:pt x="112" y="120"/>
                      </a:cubicBezTo>
                      <a:cubicBezTo>
                        <a:pt x="99" y="134"/>
                        <a:pt x="99" y="134"/>
                        <a:pt x="99" y="134"/>
                      </a:cubicBezTo>
                      <a:cubicBezTo>
                        <a:pt x="85" y="120"/>
                        <a:pt x="85" y="120"/>
                        <a:pt x="85" y="120"/>
                      </a:cubicBezTo>
                      <a:cubicBezTo>
                        <a:pt x="81" y="116"/>
                        <a:pt x="74" y="116"/>
                        <a:pt x="70" y="120"/>
                      </a:cubicBezTo>
                      <a:cubicBezTo>
                        <a:pt x="66" y="124"/>
                        <a:pt x="66" y="131"/>
                        <a:pt x="70" y="135"/>
                      </a:cubicBezTo>
                      <a:cubicBezTo>
                        <a:pt x="88" y="153"/>
                        <a:pt x="88" y="153"/>
                        <a:pt x="88" y="153"/>
                      </a:cubicBezTo>
                      <a:cubicBezTo>
                        <a:pt x="88" y="234"/>
                        <a:pt x="88" y="234"/>
                        <a:pt x="88" y="234"/>
                      </a:cubicBezTo>
                      <a:cubicBezTo>
                        <a:pt x="67" y="234"/>
                        <a:pt x="67" y="234"/>
                        <a:pt x="67" y="234"/>
                      </a:cubicBezTo>
                      <a:cubicBezTo>
                        <a:pt x="67" y="213"/>
                        <a:pt x="67" y="213"/>
                        <a:pt x="67" y="213"/>
                      </a:cubicBezTo>
                      <a:cubicBezTo>
                        <a:pt x="67" y="196"/>
                        <a:pt x="44" y="158"/>
                        <a:pt x="37" y="146"/>
                      </a:cubicBezTo>
                      <a:cubicBezTo>
                        <a:pt x="37" y="146"/>
                        <a:pt x="21" y="123"/>
                        <a:pt x="21" y="95"/>
                      </a:cubicBezTo>
                      <a:cubicBezTo>
                        <a:pt x="21" y="55"/>
                        <a:pt x="57" y="21"/>
                        <a:pt x="99" y="21"/>
                      </a:cubicBezTo>
                      <a:cubicBezTo>
                        <a:pt x="141" y="21"/>
                        <a:pt x="177" y="55"/>
                        <a:pt x="177" y="95"/>
                      </a:cubicBezTo>
                      <a:cubicBezTo>
                        <a:pt x="177" y="122"/>
                        <a:pt x="161" y="146"/>
                        <a:pt x="161"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307" name="Freeform 543"/>
                <p:cNvSpPr>
                  <a:spLocks noEditPoints="1"/>
                </p:cNvSpPr>
                <p:nvPr/>
              </p:nvSpPr>
              <p:spPr bwMode="auto">
                <a:xfrm>
                  <a:off x="5326" y="249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grpSp>
            <p:nvGrpSpPr>
              <p:cNvPr id="308" name="Group 345"/>
              <p:cNvGrpSpPr>
                <a:grpSpLocks noChangeAspect="1"/>
              </p:cNvGrpSpPr>
              <p:nvPr/>
            </p:nvGrpSpPr>
            <p:grpSpPr bwMode="auto">
              <a:xfrm>
                <a:off x="3466154" y="1097280"/>
                <a:ext cx="457200" cy="457200"/>
                <a:chOff x="3451" y="1171"/>
                <a:chExt cx="340" cy="340"/>
              </a:xfrm>
              <a:solidFill>
                <a:srgbClr val="0097A9"/>
              </a:solidFill>
            </p:grpSpPr>
            <p:sp>
              <p:nvSpPr>
                <p:cNvPr id="309" name="Freeform 346"/>
                <p:cNvSpPr>
                  <a:spLocks noEditPoints="1"/>
                </p:cNvSpPr>
                <p:nvPr/>
              </p:nvSpPr>
              <p:spPr bwMode="auto">
                <a:xfrm>
                  <a:off x="3515" y="1241"/>
                  <a:ext cx="212" cy="192"/>
                </a:xfrm>
                <a:custGeom>
                  <a:avLst/>
                  <a:gdLst>
                    <a:gd name="T0" fmla="*/ 224 w 320"/>
                    <a:gd name="T1" fmla="*/ 288 h 288"/>
                    <a:gd name="T2" fmla="*/ 170 w 320"/>
                    <a:gd name="T3" fmla="*/ 288 h 288"/>
                    <a:gd name="T4" fmla="*/ 160 w 320"/>
                    <a:gd name="T5" fmla="*/ 278 h 288"/>
                    <a:gd name="T6" fmla="*/ 160 w 320"/>
                    <a:gd name="T7" fmla="*/ 267 h 288"/>
                    <a:gd name="T8" fmla="*/ 138 w 320"/>
                    <a:gd name="T9" fmla="*/ 267 h 288"/>
                    <a:gd name="T10" fmla="*/ 138 w 320"/>
                    <a:gd name="T11" fmla="*/ 278 h 288"/>
                    <a:gd name="T12" fmla="*/ 128 w 320"/>
                    <a:gd name="T13" fmla="*/ 288 h 288"/>
                    <a:gd name="T14" fmla="*/ 74 w 320"/>
                    <a:gd name="T15" fmla="*/ 288 h 288"/>
                    <a:gd name="T16" fmla="*/ 64 w 320"/>
                    <a:gd name="T17" fmla="*/ 278 h 288"/>
                    <a:gd name="T18" fmla="*/ 27 w 320"/>
                    <a:gd name="T19" fmla="*/ 235 h 288"/>
                    <a:gd name="T20" fmla="*/ 18 w 320"/>
                    <a:gd name="T21" fmla="*/ 230 h 288"/>
                    <a:gd name="T22" fmla="*/ 0 w 320"/>
                    <a:gd name="T23" fmla="*/ 160 h 288"/>
                    <a:gd name="T24" fmla="*/ 138 w 320"/>
                    <a:gd name="T25" fmla="*/ 22 h 288"/>
                    <a:gd name="T26" fmla="*/ 198 w 320"/>
                    <a:gd name="T27" fmla="*/ 30 h 288"/>
                    <a:gd name="T28" fmla="*/ 255 w 320"/>
                    <a:gd name="T29" fmla="*/ 0 h 288"/>
                    <a:gd name="T30" fmla="*/ 264 w 320"/>
                    <a:gd name="T31" fmla="*/ 4 h 288"/>
                    <a:gd name="T32" fmla="*/ 266 w 320"/>
                    <a:gd name="T33" fmla="*/ 14 h 288"/>
                    <a:gd name="T34" fmla="*/ 257 w 320"/>
                    <a:gd name="T35" fmla="*/ 49 h 288"/>
                    <a:gd name="T36" fmla="*/ 294 w 320"/>
                    <a:gd name="T37" fmla="*/ 96 h 288"/>
                    <a:gd name="T38" fmla="*/ 309 w 320"/>
                    <a:gd name="T39" fmla="*/ 96 h 288"/>
                    <a:gd name="T40" fmla="*/ 320 w 320"/>
                    <a:gd name="T41" fmla="*/ 107 h 288"/>
                    <a:gd name="T42" fmla="*/ 320 w 320"/>
                    <a:gd name="T43" fmla="*/ 171 h 288"/>
                    <a:gd name="T44" fmla="*/ 309 w 320"/>
                    <a:gd name="T45" fmla="*/ 182 h 288"/>
                    <a:gd name="T46" fmla="*/ 275 w 320"/>
                    <a:gd name="T47" fmla="*/ 182 h 288"/>
                    <a:gd name="T48" fmla="*/ 234 w 320"/>
                    <a:gd name="T49" fmla="*/ 259 h 288"/>
                    <a:gd name="T50" fmla="*/ 234 w 320"/>
                    <a:gd name="T51" fmla="*/ 278 h 288"/>
                    <a:gd name="T52" fmla="*/ 224 w 320"/>
                    <a:gd name="T53" fmla="*/ 288 h 288"/>
                    <a:gd name="T54" fmla="*/ 181 w 320"/>
                    <a:gd name="T55" fmla="*/ 267 h 288"/>
                    <a:gd name="T56" fmla="*/ 213 w 320"/>
                    <a:gd name="T57" fmla="*/ 267 h 288"/>
                    <a:gd name="T58" fmla="*/ 213 w 320"/>
                    <a:gd name="T59" fmla="*/ 255 h 288"/>
                    <a:gd name="T60" fmla="*/ 216 w 320"/>
                    <a:gd name="T61" fmla="*/ 248 h 288"/>
                    <a:gd name="T62" fmla="*/ 255 w 320"/>
                    <a:gd name="T63" fmla="*/ 170 h 288"/>
                    <a:gd name="T64" fmla="*/ 266 w 320"/>
                    <a:gd name="T65" fmla="*/ 160 h 288"/>
                    <a:gd name="T66" fmla="*/ 298 w 320"/>
                    <a:gd name="T67" fmla="*/ 160 h 288"/>
                    <a:gd name="T68" fmla="*/ 298 w 320"/>
                    <a:gd name="T69" fmla="*/ 118 h 288"/>
                    <a:gd name="T70" fmla="*/ 288 w 320"/>
                    <a:gd name="T71" fmla="*/ 118 h 288"/>
                    <a:gd name="T72" fmla="*/ 278 w 320"/>
                    <a:gd name="T73" fmla="*/ 112 h 288"/>
                    <a:gd name="T74" fmla="*/ 240 w 320"/>
                    <a:gd name="T75" fmla="*/ 63 h 288"/>
                    <a:gd name="T76" fmla="*/ 235 w 320"/>
                    <a:gd name="T77" fmla="*/ 51 h 288"/>
                    <a:gd name="T78" fmla="*/ 241 w 320"/>
                    <a:gd name="T79" fmla="*/ 25 h 288"/>
                    <a:gd name="T80" fmla="*/ 212 w 320"/>
                    <a:gd name="T81" fmla="*/ 48 h 288"/>
                    <a:gd name="T82" fmla="*/ 199 w 320"/>
                    <a:gd name="T83" fmla="*/ 53 h 288"/>
                    <a:gd name="T84" fmla="*/ 138 w 320"/>
                    <a:gd name="T85" fmla="*/ 43 h 288"/>
                    <a:gd name="T86" fmla="*/ 21 w 320"/>
                    <a:gd name="T87" fmla="*/ 160 h 288"/>
                    <a:gd name="T88" fmla="*/ 34 w 320"/>
                    <a:gd name="T89" fmla="*/ 214 h 288"/>
                    <a:gd name="T90" fmla="*/ 84 w 320"/>
                    <a:gd name="T91" fmla="*/ 267 h 288"/>
                    <a:gd name="T92" fmla="*/ 117 w 320"/>
                    <a:gd name="T93" fmla="*/ 267 h 288"/>
                    <a:gd name="T94" fmla="*/ 117 w 320"/>
                    <a:gd name="T95" fmla="*/ 256 h 288"/>
                    <a:gd name="T96" fmla="*/ 128 w 320"/>
                    <a:gd name="T97" fmla="*/ 246 h 288"/>
                    <a:gd name="T98" fmla="*/ 170 w 320"/>
                    <a:gd name="T99" fmla="*/ 246 h 288"/>
                    <a:gd name="T100" fmla="*/ 181 w 320"/>
                    <a:gd name="T101" fmla="*/ 256 h 288"/>
                    <a:gd name="T102" fmla="*/ 181 w 320"/>
                    <a:gd name="T103" fmla="*/ 267 h 288"/>
                    <a:gd name="T104" fmla="*/ 82 w 320"/>
                    <a:gd name="T105" fmla="*/ 104 h 288"/>
                    <a:gd name="T106" fmla="*/ 130 w 320"/>
                    <a:gd name="T107" fmla="*/ 79 h 288"/>
                    <a:gd name="T108" fmla="*/ 138 w 320"/>
                    <a:gd name="T109" fmla="*/ 66 h 288"/>
                    <a:gd name="T110" fmla="*/ 125 w 320"/>
                    <a:gd name="T111" fmla="*/ 58 h 288"/>
                    <a:gd name="T112" fmla="*/ 68 w 320"/>
                    <a:gd name="T113" fmla="*/ 88 h 288"/>
                    <a:gd name="T114" fmla="*/ 67 w 320"/>
                    <a:gd name="T115" fmla="*/ 103 h 288"/>
                    <a:gd name="T116" fmla="*/ 75 w 320"/>
                    <a:gd name="T117" fmla="*/ 107 h 288"/>
                    <a:gd name="T118" fmla="*/ 82 w 320"/>
                    <a:gd name="T119"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288">
                      <a:moveTo>
                        <a:pt x="224" y="288"/>
                      </a:moveTo>
                      <a:cubicBezTo>
                        <a:pt x="170" y="288"/>
                        <a:pt x="170" y="288"/>
                        <a:pt x="170" y="288"/>
                      </a:cubicBezTo>
                      <a:cubicBezTo>
                        <a:pt x="164" y="288"/>
                        <a:pt x="160" y="284"/>
                        <a:pt x="160" y="278"/>
                      </a:cubicBezTo>
                      <a:cubicBezTo>
                        <a:pt x="160" y="267"/>
                        <a:pt x="160" y="267"/>
                        <a:pt x="160" y="267"/>
                      </a:cubicBezTo>
                      <a:cubicBezTo>
                        <a:pt x="138" y="267"/>
                        <a:pt x="138" y="267"/>
                        <a:pt x="138" y="267"/>
                      </a:cubicBezTo>
                      <a:cubicBezTo>
                        <a:pt x="138" y="278"/>
                        <a:pt x="138" y="278"/>
                        <a:pt x="138" y="278"/>
                      </a:cubicBezTo>
                      <a:cubicBezTo>
                        <a:pt x="138" y="284"/>
                        <a:pt x="134" y="288"/>
                        <a:pt x="128" y="288"/>
                      </a:cubicBezTo>
                      <a:cubicBezTo>
                        <a:pt x="74" y="288"/>
                        <a:pt x="74" y="288"/>
                        <a:pt x="74" y="288"/>
                      </a:cubicBezTo>
                      <a:cubicBezTo>
                        <a:pt x="68" y="288"/>
                        <a:pt x="64" y="284"/>
                        <a:pt x="64" y="278"/>
                      </a:cubicBezTo>
                      <a:cubicBezTo>
                        <a:pt x="64" y="237"/>
                        <a:pt x="29" y="235"/>
                        <a:pt x="27" y="235"/>
                      </a:cubicBezTo>
                      <a:cubicBezTo>
                        <a:pt x="23" y="235"/>
                        <a:pt x="20" y="233"/>
                        <a:pt x="18" y="230"/>
                      </a:cubicBezTo>
                      <a:cubicBezTo>
                        <a:pt x="6" y="209"/>
                        <a:pt x="0" y="185"/>
                        <a:pt x="0" y="160"/>
                      </a:cubicBezTo>
                      <a:cubicBezTo>
                        <a:pt x="0" y="84"/>
                        <a:pt x="62" y="22"/>
                        <a:pt x="138" y="22"/>
                      </a:cubicBezTo>
                      <a:cubicBezTo>
                        <a:pt x="160" y="22"/>
                        <a:pt x="179" y="24"/>
                        <a:pt x="198" y="30"/>
                      </a:cubicBezTo>
                      <a:cubicBezTo>
                        <a:pt x="217" y="3"/>
                        <a:pt x="253" y="0"/>
                        <a:pt x="255" y="0"/>
                      </a:cubicBezTo>
                      <a:cubicBezTo>
                        <a:pt x="259" y="0"/>
                        <a:pt x="262" y="2"/>
                        <a:pt x="264" y="4"/>
                      </a:cubicBezTo>
                      <a:cubicBezTo>
                        <a:pt x="266" y="7"/>
                        <a:pt x="267" y="10"/>
                        <a:pt x="266" y="14"/>
                      </a:cubicBezTo>
                      <a:cubicBezTo>
                        <a:pt x="257" y="49"/>
                        <a:pt x="257" y="49"/>
                        <a:pt x="257" y="49"/>
                      </a:cubicBezTo>
                      <a:cubicBezTo>
                        <a:pt x="275" y="63"/>
                        <a:pt x="288" y="85"/>
                        <a:pt x="294" y="96"/>
                      </a:cubicBezTo>
                      <a:cubicBezTo>
                        <a:pt x="309" y="96"/>
                        <a:pt x="309" y="96"/>
                        <a:pt x="309" y="96"/>
                      </a:cubicBezTo>
                      <a:cubicBezTo>
                        <a:pt x="315" y="96"/>
                        <a:pt x="320" y="101"/>
                        <a:pt x="320" y="107"/>
                      </a:cubicBezTo>
                      <a:cubicBezTo>
                        <a:pt x="320" y="171"/>
                        <a:pt x="320" y="171"/>
                        <a:pt x="320" y="171"/>
                      </a:cubicBezTo>
                      <a:cubicBezTo>
                        <a:pt x="320" y="177"/>
                        <a:pt x="315" y="182"/>
                        <a:pt x="309" y="182"/>
                      </a:cubicBezTo>
                      <a:cubicBezTo>
                        <a:pt x="275" y="182"/>
                        <a:pt x="275" y="182"/>
                        <a:pt x="275" y="182"/>
                      </a:cubicBezTo>
                      <a:cubicBezTo>
                        <a:pt x="269" y="217"/>
                        <a:pt x="249" y="244"/>
                        <a:pt x="234" y="259"/>
                      </a:cubicBezTo>
                      <a:cubicBezTo>
                        <a:pt x="234" y="278"/>
                        <a:pt x="234" y="278"/>
                        <a:pt x="234" y="278"/>
                      </a:cubicBezTo>
                      <a:cubicBezTo>
                        <a:pt x="234" y="284"/>
                        <a:pt x="230" y="288"/>
                        <a:pt x="224" y="288"/>
                      </a:cubicBezTo>
                      <a:close/>
                      <a:moveTo>
                        <a:pt x="181" y="267"/>
                      </a:moveTo>
                      <a:cubicBezTo>
                        <a:pt x="213" y="267"/>
                        <a:pt x="213" y="267"/>
                        <a:pt x="213" y="267"/>
                      </a:cubicBezTo>
                      <a:cubicBezTo>
                        <a:pt x="213" y="255"/>
                        <a:pt x="213" y="255"/>
                        <a:pt x="213" y="255"/>
                      </a:cubicBezTo>
                      <a:cubicBezTo>
                        <a:pt x="213" y="252"/>
                        <a:pt x="214" y="250"/>
                        <a:pt x="216" y="248"/>
                      </a:cubicBezTo>
                      <a:cubicBezTo>
                        <a:pt x="239" y="225"/>
                        <a:pt x="253" y="197"/>
                        <a:pt x="255" y="170"/>
                      </a:cubicBezTo>
                      <a:cubicBezTo>
                        <a:pt x="256" y="165"/>
                        <a:pt x="260" y="160"/>
                        <a:pt x="266" y="160"/>
                      </a:cubicBezTo>
                      <a:cubicBezTo>
                        <a:pt x="298" y="160"/>
                        <a:pt x="298" y="160"/>
                        <a:pt x="298" y="160"/>
                      </a:cubicBezTo>
                      <a:cubicBezTo>
                        <a:pt x="298" y="118"/>
                        <a:pt x="298" y="118"/>
                        <a:pt x="298" y="118"/>
                      </a:cubicBezTo>
                      <a:cubicBezTo>
                        <a:pt x="288" y="118"/>
                        <a:pt x="288" y="118"/>
                        <a:pt x="288" y="118"/>
                      </a:cubicBezTo>
                      <a:cubicBezTo>
                        <a:pt x="284" y="118"/>
                        <a:pt x="280" y="115"/>
                        <a:pt x="278" y="112"/>
                      </a:cubicBezTo>
                      <a:cubicBezTo>
                        <a:pt x="278" y="111"/>
                        <a:pt x="261" y="76"/>
                        <a:pt x="240" y="63"/>
                      </a:cubicBezTo>
                      <a:cubicBezTo>
                        <a:pt x="236" y="60"/>
                        <a:pt x="234" y="56"/>
                        <a:pt x="235" y="51"/>
                      </a:cubicBezTo>
                      <a:cubicBezTo>
                        <a:pt x="241" y="25"/>
                        <a:pt x="241" y="25"/>
                        <a:pt x="241" y="25"/>
                      </a:cubicBezTo>
                      <a:cubicBezTo>
                        <a:pt x="231" y="28"/>
                        <a:pt x="218" y="35"/>
                        <a:pt x="212" y="48"/>
                      </a:cubicBezTo>
                      <a:cubicBezTo>
                        <a:pt x="210" y="53"/>
                        <a:pt x="204" y="55"/>
                        <a:pt x="199" y="53"/>
                      </a:cubicBezTo>
                      <a:cubicBezTo>
                        <a:pt x="180" y="46"/>
                        <a:pt x="161" y="43"/>
                        <a:pt x="138" y="43"/>
                      </a:cubicBezTo>
                      <a:cubicBezTo>
                        <a:pt x="74" y="43"/>
                        <a:pt x="21" y="96"/>
                        <a:pt x="21" y="160"/>
                      </a:cubicBezTo>
                      <a:cubicBezTo>
                        <a:pt x="21" y="179"/>
                        <a:pt x="26" y="198"/>
                        <a:pt x="34" y="214"/>
                      </a:cubicBezTo>
                      <a:cubicBezTo>
                        <a:pt x="53" y="217"/>
                        <a:pt x="80" y="231"/>
                        <a:pt x="84" y="267"/>
                      </a:cubicBezTo>
                      <a:cubicBezTo>
                        <a:pt x="117" y="267"/>
                        <a:pt x="117" y="267"/>
                        <a:pt x="117" y="267"/>
                      </a:cubicBezTo>
                      <a:cubicBezTo>
                        <a:pt x="117" y="256"/>
                        <a:pt x="117" y="256"/>
                        <a:pt x="117" y="256"/>
                      </a:cubicBezTo>
                      <a:cubicBezTo>
                        <a:pt x="117" y="250"/>
                        <a:pt x="122" y="246"/>
                        <a:pt x="128" y="246"/>
                      </a:cubicBezTo>
                      <a:cubicBezTo>
                        <a:pt x="170" y="246"/>
                        <a:pt x="170" y="246"/>
                        <a:pt x="170" y="246"/>
                      </a:cubicBezTo>
                      <a:cubicBezTo>
                        <a:pt x="176" y="246"/>
                        <a:pt x="181" y="250"/>
                        <a:pt x="181" y="256"/>
                      </a:cubicBezTo>
                      <a:lnTo>
                        <a:pt x="181" y="267"/>
                      </a:lnTo>
                      <a:close/>
                      <a:moveTo>
                        <a:pt x="82" y="104"/>
                      </a:moveTo>
                      <a:cubicBezTo>
                        <a:pt x="96" y="92"/>
                        <a:pt x="113" y="83"/>
                        <a:pt x="130" y="79"/>
                      </a:cubicBezTo>
                      <a:cubicBezTo>
                        <a:pt x="136" y="77"/>
                        <a:pt x="139" y="71"/>
                        <a:pt x="138" y="66"/>
                      </a:cubicBezTo>
                      <a:cubicBezTo>
                        <a:pt x="137" y="60"/>
                        <a:pt x="131" y="57"/>
                        <a:pt x="125" y="58"/>
                      </a:cubicBezTo>
                      <a:cubicBezTo>
                        <a:pt x="104" y="63"/>
                        <a:pt x="84" y="74"/>
                        <a:pt x="68" y="88"/>
                      </a:cubicBezTo>
                      <a:cubicBezTo>
                        <a:pt x="64" y="92"/>
                        <a:pt x="63" y="99"/>
                        <a:pt x="67" y="103"/>
                      </a:cubicBezTo>
                      <a:cubicBezTo>
                        <a:pt x="69" y="106"/>
                        <a:pt x="72" y="107"/>
                        <a:pt x="75" y="107"/>
                      </a:cubicBezTo>
                      <a:cubicBezTo>
                        <a:pt x="78" y="107"/>
                        <a:pt x="80" y="106"/>
                        <a:pt x="82" y="10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310" name="Freeform 347"/>
                <p:cNvSpPr>
                  <a:spLocks noEditPoints="1"/>
                </p:cNvSpPr>
                <p:nvPr/>
              </p:nvSpPr>
              <p:spPr bwMode="auto">
                <a:xfrm>
                  <a:off x="3451" y="117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sp>
            <p:nvSpPr>
              <p:cNvPr id="311" name="Rectangle 310"/>
              <p:cNvSpPr/>
              <p:nvPr/>
            </p:nvSpPr>
            <p:spPr>
              <a:xfrm>
                <a:off x="5887259" y="2831115"/>
                <a:ext cx="1333794" cy="288991"/>
              </a:xfrm>
              <a:prstGeom prst="rect">
                <a:avLst/>
              </a:prstGeom>
            </p:spPr>
            <p:txBody>
              <a:bodyPr wrap="square">
                <a:spAutoFit/>
              </a:bodyPr>
              <a:lstStyle/>
              <a:p>
                <a:pPr defTabSz="742969">
                  <a:defRPr/>
                </a:pPr>
                <a:r>
                  <a:rPr lang="en-US" sz="800" b="1" dirty="0">
                    <a:solidFill>
                      <a:prstClr val="black"/>
                    </a:solidFill>
                    <a:latin typeface="Aptos" panose="020B0004020202020204" pitchFamily="34" charset="0"/>
                  </a:rPr>
                  <a:t>Lorem ipsum</a:t>
                </a:r>
              </a:p>
            </p:txBody>
          </p:sp>
          <p:sp>
            <p:nvSpPr>
              <p:cNvPr id="312" name="Rectangle 311"/>
              <p:cNvSpPr/>
              <p:nvPr/>
            </p:nvSpPr>
            <p:spPr>
              <a:xfrm>
                <a:off x="5776832" y="4266732"/>
                <a:ext cx="1333794" cy="288991"/>
              </a:xfrm>
              <a:prstGeom prst="rect">
                <a:avLst/>
              </a:prstGeom>
            </p:spPr>
            <p:txBody>
              <a:bodyPr wrap="square">
                <a:spAutoFit/>
              </a:bodyPr>
              <a:lstStyle/>
              <a:p>
                <a:pPr defTabSz="742969">
                  <a:defRPr/>
                </a:pPr>
                <a:r>
                  <a:rPr lang="en-US" sz="800" b="1" dirty="0">
                    <a:solidFill>
                      <a:prstClr val="black"/>
                    </a:solidFill>
                    <a:latin typeface="Aptos" panose="020B0004020202020204" pitchFamily="34" charset="0"/>
                  </a:rPr>
                  <a:t>Lorem ipsum</a:t>
                </a:r>
              </a:p>
            </p:txBody>
          </p:sp>
          <p:sp>
            <p:nvSpPr>
              <p:cNvPr id="313" name="Rectangle 312"/>
              <p:cNvSpPr/>
              <p:nvPr/>
            </p:nvSpPr>
            <p:spPr>
              <a:xfrm>
                <a:off x="4660374" y="4867713"/>
                <a:ext cx="1333794" cy="288991"/>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p:txBody>
          </p:sp>
          <p:sp>
            <p:nvSpPr>
              <p:cNvPr id="314" name="Rectangle 313"/>
              <p:cNvSpPr/>
              <p:nvPr/>
            </p:nvSpPr>
            <p:spPr>
              <a:xfrm>
                <a:off x="3180978" y="4867713"/>
                <a:ext cx="1333794" cy="288991"/>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p:txBody>
          </p:sp>
          <p:sp>
            <p:nvSpPr>
              <p:cNvPr id="315" name="Rectangle 314"/>
              <p:cNvSpPr/>
              <p:nvPr/>
            </p:nvSpPr>
            <p:spPr>
              <a:xfrm>
                <a:off x="1949317" y="2825496"/>
                <a:ext cx="1333794" cy="288991"/>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p:txBody>
          </p:sp>
          <p:sp>
            <p:nvSpPr>
              <p:cNvPr id="316" name="Rectangle 315"/>
              <p:cNvSpPr/>
              <p:nvPr/>
            </p:nvSpPr>
            <p:spPr>
              <a:xfrm>
                <a:off x="3170405" y="1719072"/>
                <a:ext cx="1317037" cy="288991"/>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p:txBody>
          </p:sp>
          <p:sp>
            <p:nvSpPr>
              <p:cNvPr id="317" name="Rectangle 316"/>
              <p:cNvSpPr/>
              <p:nvPr/>
            </p:nvSpPr>
            <p:spPr>
              <a:xfrm>
                <a:off x="2037545" y="4334256"/>
                <a:ext cx="1333794" cy="288991"/>
              </a:xfrm>
              <a:prstGeom prst="rect">
                <a:avLst/>
              </a:prstGeom>
            </p:spPr>
            <p:txBody>
              <a:bodyPr wrap="square">
                <a:spAutoFit/>
              </a:bodyPr>
              <a:lstStyle/>
              <a:p>
                <a:pPr defTabSz="742969">
                  <a:defRPr/>
                </a:pPr>
                <a:r>
                  <a:rPr lang="en-US" sz="800" b="1" dirty="0">
                    <a:solidFill>
                      <a:prstClr val="black"/>
                    </a:solidFill>
                    <a:latin typeface="Aptos" panose="020B0004020202020204" pitchFamily="34" charset="0"/>
                  </a:rPr>
                  <a:t>Lorem ipsum</a:t>
                </a:r>
              </a:p>
            </p:txBody>
          </p:sp>
        </p:grpSp>
      </p:grpSp>
      <p:sp>
        <p:nvSpPr>
          <p:cNvPr id="8" name="Title 7">
            <a:extLst>
              <a:ext uri="{FF2B5EF4-FFF2-40B4-BE49-F238E27FC236}">
                <a16:creationId xmlns:a16="http://schemas.microsoft.com/office/drawing/2014/main" id="{BCB1CF0E-2F1E-174B-8CB6-3DB9844F82F6}"/>
              </a:ext>
            </a:extLst>
          </p:cNvPr>
          <p:cNvSpPr>
            <a:spLocks noGrp="1"/>
          </p:cNvSpPr>
          <p:nvPr>
            <p:ph type="title"/>
          </p:nvPr>
        </p:nvSpPr>
        <p:spPr/>
        <p:txBody>
          <a:bodyPr/>
          <a:lstStyle/>
          <a:p>
            <a:r>
              <a:rPr lang="en-US" dirty="0"/>
              <a:t>Progressive wheel x8</a:t>
            </a:r>
          </a:p>
        </p:txBody>
      </p:sp>
    </p:spTree>
    <p:extLst>
      <p:ext uri="{BB962C8B-B14F-4D97-AF65-F5344CB8AC3E}">
        <p14:creationId xmlns:p14="http://schemas.microsoft.com/office/powerpoint/2010/main" val="1012417480"/>
      </p:ext>
    </p:extLst>
  </p:cSld>
  <p:clrMapOvr>
    <a:masterClrMapping/>
  </p:clrMapOvr>
  <p:transition>
    <p:fade/>
  </p:transition>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ference" hidden="1"/>
          <p:cNvSpPr/>
          <p:nvPr/>
        </p:nvSpPr>
        <p:spPr bwMode="gray">
          <a:xfrm>
            <a:off x="2724150" y="1200150"/>
            <a:ext cx="4457700" cy="4457700"/>
          </a:xfrm>
          <a:custGeom>
            <a:avLst/>
            <a:gdLst>
              <a:gd name="connsiteX0" fmla="*/ 2743201 w 5486400"/>
              <a:gd name="connsiteY0" fmla="*/ 1795750 h 5486400"/>
              <a:gd name="connsiteX1" fmla="*/ 1795750 w 5486400"/>
              <a:gd name="connsiteY1" fmla="*/ 2743201 h 5486400"/>
              <a:gd name="connsiteX2" fmla="*/ 2743201 w 5486400"/>
              <a:gd name="connsiteY2" fmla="*/ 3690652 h 5486400"/>
              <a:gd name="connsiteX3" fmla="*/ 3690652 w 5486400"/>
              <a:gd name="connsiteY3" fmla="*/ 2743201 h 5486400"/>
              <a:gd name="connsiteX4" fmla="*/ 2743201 w 5486400"/>
              <a:gd name="connsiteY4" fmla="*/ 1795750 h 5486400"/>
              <a:gd name="connsiteX5" fmla="*/ 2743200 w 5486400"/>
              <a:gd name="connsiteY5" fmla="*/ 0 h 5486400"/>
              <a:gd name="connsiteX6" fmla="*/ 5486400 w 5486400"/>
              <a:gd name="connsiteY6" fmla="*/ 2743200 h 5486400"/>
              <a:gd name="connsiteX7" fmla="*/ 2743200 w 5486400"/>
              <a:gd name="connsiteY7" fmla="*/ 5486400 h 5486400"/>
              <a:gd name="connsiteX8" fmla="*/ 0 w 5486400"/>
              <a:gd name="connsiteY8" fmla="*/ 2743200 h 5486400"/>
              <a:gd name="connsiteX9" fmla="*/ 2743200 w 5486400"/>
              <a:gd name="connsiteY9"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86400" h="5486400">
                <a:moveTo>
                  <a:pt x="2743201" y="1795750"/>
                </a:moveTo>
                <a:cubicBezTo>
                  <a:pt x="2219938" y="1795750"/>
                  <a:pt x="1795750" y="2219938"/>
                  <a:pt x="1795750" y="2743201"/>
                </a:cubicBezTo>
                <a:cubicBezTo>
                  <a:pt x="1795750" y="3266464"/>
                  <a:pt x="2219938" y="3690652"/>
                  <a:pt x="2743201" y="3690652"/>
                </a:cubicBezTo>
                <a:cubicBezTo>
                  <a:pt x="3266464" y="3690652"/>
                  <a:pt x="3690652" y="3266464"/>
                  <a:pt x="3690652" y="2743201"/>
                </a:cubicBezTo>
                <a:cubicBezTo>
                  <a:pt x="3690652" y="2219938"/>
                  <a:pt x="3266464" y="1795750"/>
                  <a:pt x="2743201" y="1795750"/>
                </a:cubicBezTo>
                <a:close/>
                <a:moveTo>
                  <a:pt x="2743200" y="0"/>
                </a:moveTo>
                <a:cubicBezTo>
                  <a:pt x="4258228" y="0"/>
                  <a:pt x="5486400" y="1228172"/>
                  <a:pt x="5486400" y="2743200"/>
                </a:cubicBezTo>
                <a:cubicBezTo>
                  <a:pt x="5486400" y="4258228"/>
                  <a:pt x="4258228" y="5486400"/>
                  <a:pt x="2743200" y="5486400"/>
                </a:cubicBezTo>
                <a:cubicBezTo>
                  <a:pt x="1228172" y="5486400"/>
                  <a:pt x="0" y="4258228"/>
                  <a:pt x="0" y="2743200"/>
                </a:cubicBezTo>
                <a:cubicBezTo>
                  <a:pt x="0" y="1228172"/>
                  <a:pt x="1228172" y="0"/>
                  <a:pt x="2743200" y="0"/>
                </a:cubicBezTo>
                <a:close/>
              </a:path>
            </a:pathLst>
          </a:custGeom>
          <a:solidFill>
            <a:schemeClr val="accent1"/>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Calibri Light"/>
            </a:endParaRPr>
          </a:p>
        </p:txBody>
      </p:sp>
      <p:grpSp>
        <p:nvGrpSpPr>
          <p:cNvPr id="3" name="Group 2"/>
          <p:cNvGrpSpPr/>
          <p:nvPr/>
        </p:nvGrpSpPr>
        <p:grpSpPr>
          <a:xfrm>
            <a:off x="2573303" y="1355056"/>
            <a:ext cx="4834663" cy="4914419"/>
            <a:chOff x="1372796" y="182255"/>
            <a:chExt cx="6383503" cy="6488810"/>
          </a:xfrm>
        </p:grpSpPr>
        <p:grpSp>
          <p:nvGrpSpPr>
            <p:cNvPr id="168" name="Group 167"/>
            <p:cNvGrpSpPr/>
            <p:nvPr/>
          </p:nvGrpSpPr>
          <p:grpSpPr>
            <a:xfrm rot="1800000" flipV="1">
              <a:off x="3928321" y="4294967"/>
              <a:ext cx="2292286" cy="2376098"/>
              <a:chOff x="4904176" y="720729"/>
              <a:chExt cx="2292286" cy="2376098"/>
            </a:xfrm>
          </p:grpSpPr>
          <p:sp>
            <p:nvSpPr>
              <p:cNvPr id="156" name="Freeform 155"/>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66" name="Isosceles Triangle 165"/>
              <p:cNvSpPr/>
              <p:nvPr/>
            </p:nvSpPr>
            <p:spPr bwMode="gray">
              <a:xfrm rot="17350313">
                <a:off x="5298149" y="722287"/>
                <a:ext cx="167617" cy="164502"/>
              </a:xfrm>
              <a:prstGeom prst="triangle">
                <a:avLst/>
              </a:prstGeom>
              <a:solidFill>
                <a:schemeClr val="bg1"/>
              </a:solid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67" name="Oval 166"/>
              <p:cNvSpPr/>
              <p:nvPr/>
            </p:nvSpPr>
            <p:spPr bwMode="gray">
              <a:xfrm>
                <a:off x="5264934" y="990981"/>
                <a:ext cx="97182" cy="97182"/>
              </a:xfrm>
              <a:prstGeom prst="ellipse">
                <a:avLst/>
              </a:prstGeom>
              <a:solidFill>
                <a:schemeClr val="bg1"/>
              </a:solid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2" name="Group 1"/>
            <p:cNvGrpSpPr/>
            <p:nvPr/>
          </p:nvGrpSpPr>
          <p:grpSpPr>
            <a:xfrm>
              <a:off x="1372796" y="182255"/>
              <a:ext cx="6383503" cy="5881668"/>
              <a:chOff x="1372796" y="182255"/>
              <a:chExt cx="6383503" cy="5881668"/>
            </a:xfrm>
          </p:grpSpPr>
          <p:grpSp>
            <p:nvGrpSpPr>
              <p:cNvPr id="172" name="Group 171"/>
              <p:cNvGrpSpPr/>
              <p:nvPr/>
            </p:nvGrpSpPr>
            <p:grpSpPr>
              <a:xfrm rot="19800000" flipV="1">
                <a:off x="5464013" y="2812992"/>
                <a:ext cx="2292286" cy="2376098"/>
                <a:chOff x="4904176" y="720729"/>
                <a:chExt cx="2292286" cy="2376098"/>
              </a:xfrm>
            </p:grpSpPr>
            <p:sp>
              <p:nvSpPr>
                <p:cNvPr id="173" name="Freeform 172"/>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rgbClr val="2C5234"/>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74" name="Isosceles Triangle 173"/>
                <p:cNvSpPr/>
                <p:nvPr/>
              </p:nvSpPr>
              <p:spPr bwMode="gray">
                <a:xfrm rot="17350313">
                  <a:off x="5298149" y="722287"/>
                  <a:ext cx="167617" cy="164502"/>
                </a:xfrm>
                <a:prstGeom prst="triangle">
                  <a:avLst/>
                </a:prstGeom>
                <a:solidFill>
                  <a:schemeClr val="bg1"/>
                </a:solidFill>
                <a:ln w="28575" algn="ctr">
                  <a:solidFill>
                    <a:srgbClr val="2C5234"/>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75" name="Oval 174"/>
                <p:cNvSpPr/>
                <p:nvPr/>
              </p:nvSpPr>
              <p:spPr bwMode="gray">
                <a:xfrm>
                  <a:off x="5264934" y="990981"/>
                  <a:ext cx="97182" cy="97182"/>
                </a:xfrm>
                <a:prstGeom prst="ellipse">
                  <a:avLst/>
                </a:prstGeom>
                <a:solidFill>
                  <a:schemeClr val="bg1"/>
                </a:solidFill>
                <a:ln w="28575" algn="ctr">
                  <a:solidFill>
                    <a:srgbClr val="2C5234"/>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176" name="Group 175"/>
              <p:cNvGrpSpPr/>
              <p:nvPr/>
            </p:nvGrpSpPr>
            <p:grpSpPr>
              <a:xfrm rot="16200000" flipV="1">
                <a:off x="4942993" y="747491"/>
                <a:ext cx="2292286" cy="2376098"/>
                <a:chOff x="4904176" y="720729"/>
                <a:chExt cx="2292286" cy="2376098"/>
              </a:xfrm>
            </p:grpSpPr>
            <p:sp>
              <p:nvSpPr>
                <p:cNvPr id="177" name="Freeform 176"/>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78" name="Isosceles Triangle 177"/>
                <p:cNvSpPr/>
                <p:nvPr/>
              </p:nvSpPr>
              <p:spPr bwMode="gray">
                <a:xfrm rot="17350313">
                  <a:off x="5298149" y="722287"/>
                  <a:ext cx="167617" cy="164502"/>
                </a:xfrm>
                <a:prstGeom prst="triangle">
                  <a:avLst/>
                </a:prstGeom>
                <a:solidFill>
                  <a:schemeClr val="bg1"/>
                </a:solid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79" name="Oval 178"/>
                <p:cNvSpPr/>
                <p:nvPr/>
              </p:nvSpPr>
              <p:spPr bwMode="gray">
                <a:xfrm>
                  <a:off x="5264934" y="990981"/>
                  <a:ext cx="97182" cy="97182"/>
                </a:xfrm>
                <a:prstGeom prst="ellipse">
                  <a:avLst/>
                </a:prstGeom>
                <a:solidFill>
                  <a:schemeClr val="bg1"/>
                </a:solid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182" name="Group 181"/>
              <p:cNvGrpSpPr/>
              <p:nvPr/>
            </p:nvGrpSpPr>
            <p:grpSpPr>
              <a:xfrm rot="1800000" flipH="1">
                <a:off x="2908488" y="182255"/>
                <a:ext cx="2292286" cy="2376098"/>
                <a:chOff x="4904176" y="720729"/>
                <a:chExt cx="2292286" cy="2376098"/>
              </a:xfrm>
            </p:grpSpPr>
            <p:sp>
              <p:nvSpPr>
                <p:cNvPr id="191" name="Freeform 190"/>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92" name="Isosceles Triangle 191"/>
                <p:cNvSpPr/>
                <p:nvPr/>
              </p:nvSpPr>
              <p:spPr bwMode="gray">
                <a:xfrm rot="17350313">
                  <a:off x="5298149" y="722287"/>
                  <a:ext cx="167617" cy="164502"/>
                </a:xfrm>
                <a:prstGeom prst="triangle">
                  <a:avLst/>
                </a:prstGeom>
                <a:solidFill>
                  <a:schemeClr val="bg1"/>
                </a:solid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93" name="Oval 192"/>
                <p:cNvSpPr/>
                <p:nvPr/>
              </p:nvSpPr>
              <p:spPr bwMode="gray">
                <a:xfrm>
                  <a:off x="5264934" y="990981"/>
                  <a:ext cx="97182" cy="97182"/>
                </a:xfrm>
                <a:prstGeom prst="ellipse">
                  <a:avLst/>
                </a:prstGeom>
                <a:solidFill>
                  <a:schemeClr val="bg1"/>
                </a:solidFill>
                <a:ln w="28575" algn="ctr">
                  <a:solidFill>
                    <a:srgbClr val="004F59"/>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183" name="Group 182"/>
              <p:cNvGrpSpPr/>
              <p:nvPr/>
            </p:nvGrpSpPr>
            <p:grpSpPr>
              <a:xfrm rot="19800000" flipH="1">
                <a:off x="1372796" y="1664230"/>
                <a:ext cx="2292286" cy="2376098"/>
                <a:chOff x="4904176" y="720729"/>
                <a:chExt cx="2292286" cy="2376098"/>
              </a:xfrm>
            </p:grpSpPr>
            <p:sp>
              <p:nvSpPr>
                <p:cNvPr id="188" name="Freeform 187"/>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rgbClr val="2C5234"/>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89" name="Isosceles Triangle 188"/>
                <p:cNvSpPr/>
                <p:nvPr/>
              </p:nvSpPr>
              <p:spPr bwMode="gray">
                <a:xfrm rot="17350313">
                  <a:off x="5298149" y="722287"/>
                  <a:ext cx="167617" cy="164502"/>
                </a:xfrm>
                <a:prstGeom prst="triangle">
                  <a:avLst/>
                </a:prstGeom>
                <a:solidFill>
                  <a:schemeClr val="bg1"/>
                </a:solidFill>
                <a:ln w="28575" algn="ctr">
                  <a:solidFill>
                    <a:srgbClr val="2C5234"/>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90" name="Oval 189"/>
                <p:cNvSpPr/>
                <p:nvPr/>
              </p:nvSpPr>
              <p:spPr bwMode="gray">
                <a:xfrm>
                  <a:off x="5264934" y="990981"/>
                  <a:ext cx="97182" cy="97182"/>
                </a:xfrm>
                <a:prstGeom prst="ellipse">
                  <a:avLst/>
                </a:prstGeom>
                <a:solidFill>
                  <a:schemeClr val="bg1"/>
                </a:solidFill>
                <a:ln w="28575" algn="ctr">
                  <a:solidFill>
                    <a:srgbClr val="2C5234"/>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184" name="Group 183"/>
              <p:cNvGrpSpPr/>
              <p:nvPr/>
            </p:nvGrpSpPr>
            <p:grpSpPr>
              <a:xfrm rot="16200000" flipH="1">
                <a:off x="1893816" y="3729731"/>
                <a:ext cx="2292286" cy="2376098"/>
                <a:chOff x="4904176" y="720729"/>
                <a:chExt cx="2292286" cy="2376098"/>
              </a:xfrm>
            </p:grpSpPr>
            <p:sp>
              <p:nvSpPr>
                <p:cNvPr id="185" name="Freeform 184"/>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86" name="Isosceles Triangle 185"/>
                <p:cNvSpPr/>
                <p:nvPr/>
              </p:nvSpPr>
              <p:spPr bwMode="gray">
                <a:xfrm rot="17350313">
                  <a:off x="5298149" y="722287"/>
                  <a:ext cx="167617" cy="164502"/>
                </a:xfrm>
                <a:prstGeom prst="triangle">
                  <a:avLst/>
                </a:prstGeom>
                <a:solidFill>
                  <a:schemeClr val="bg1"/>
                </a:solid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87" name="Oval 186"/>
                <p:cNvSpPr/>
                <p:nvPr/>
              </p:nvSpPr>
              <p:spPr bwMode="gray">
                <a:xfrm>
                  <a:off x="5264934" y="990981"/>
                  <a:ext cx="97182" cy="97182"/>
                </a:xfrm>
                <a:prstGeom prst="ellipse">
                  <a:avLst/>
                </a:prstGeom>
                <a:solidFill>
                  <a:schemeClr val="bg1"/>
                </a:solid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sp>
            <p:nvSpPr>
              <p:cNvPr id="194" name="Rectangle 193"/>
              <p:cNvSpPr/>
              <p:nvPr/>
            </p:nvSpPr>
            <p:spPr>
              <a:xfrm>
                <a:off x="3607695" y="2991637"/>
                <a:ext cx="1943848" cy="947789"/>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a:p>
                <a:pPr algn="ctr" defTabSz="742969">
                  <a:defRPr/>
                </a:pPr>
                <a:r>
                  <a:rPr lang="en-US" sz="800" dirty="0">
                    <a:solidFill>
                      <a:srgbClr val="000000"/>
                    </a:solidFill>
                    <a:latin typeface="Aptos" panose="020B0004020202020204" pitchFamily="34" charset="0"/>
                  </a:rPr>
                  <a:t>Lorem ipsum dolor sit </a:t>
                </a:r>
                <a:r>
                  <a:rPr lang="en-US" sz="800" dirty="0" err="1">
                    <a:solidFill>
                      <a:srgbClr val="000000"/>
                    </a:solidFill>
                    <a:latin typeface="Aptos" panose="020B0004020202020204" pitchFamily="34" charset="0"/>
                  </a:rPr>
                  <a:t>amet</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consectetur</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adipiscing</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elit</a:t>
                </a:r>
                <a:r>
                  <a:rPr lang="en-US" sz="800" dirty="0">
                    <a:solidFill>
                      <a:srgbClr val="000000"/>
                    </a:solidFill>
                    <a:latin typeface="Aptos" panose="020B0004020202020204" pitchFamily="34" charset="0"/>
                  </a:rPr>
                  <a:t>, </a:t>
                </a:r>
                <a:r>
                  <a:rPr lang="en-US" sz="800" dirty="0" err="1">
                    <a:solidFill>
                      <a:srgbClr val="000000"/>
                    </a:solidFill>
                    <a:latin typeface="Aptos" panose="020B0004020202020204" pitchFamily="34" charset="0"/>
                  </a:rPr>
                  <a:t>sed</a:t>
                </a:r>
                <a:r>
                  <a:rPr lang="en-US" sz="800" dirty="0">
                    <a:solidFill>
                      <a:srgbClr val="000000"/>
                    </a:solidFill>
                    <a:latin typeface="Aptos" panose="020B0004020202020204" pitchFamily="34" charset="0"/>
                  </a:rPr>
                  <a:t> do</a:t>
                </a:r>
                <a:endParaRPr lang="en-US" sz="800" b="1" dirty="0">
                  <a:solidFill>
                    <a:prstClr val="black"/>
                  </a:solidFill>
                  <a:latin typeface="Aptos" panose="020B0004020202020204" pitchFamily="34" charset="0"/>
                </a:endParaRPr>
              </a:p>
              <a:p>
                <a:pPr defTabSz="742969">
                  <a:defRPr/>
                </a:pPr>
                <a:endParaRPr lang="en-US" sz="800" b="1" dirty="0">
                  <a:solidFill>
                    <a:prstClr val="black"/>
                  </a:solidFill>
                  <a:latin typeface="Aptos" panose="020B0004020202020204" pitchFamily="34" charset="0"/>
                </a:endParaRPr>
              </a:p>
            </p:txBody>
          </p:sp>
          <p:grpSp>
            <p:nvGrpSpPr>
              <p:cNvPr id="195" name="Group 318"/>
              <p:cNvGrpSpPr>
                <a:grpSpLocks noChangeAspect="1"/>
              </p:cNvGrpSpPr>
              <p:nvPr/>
            </p:nvGrpSpPr>
            <p:grpSpPr bwMode="auto">
              <a:xfrm>
                <a:off x="2412836" y="2342541"/>
                <a:ext cx="548640" cy="548640"/>
                <a:chOff x="5850" y="1203"/>
                <a:chExt cx="340" cy="340"/>
              </a:xfrm>
              <a:solidFill>
                <a:srgbClr val="2C5234"/>
              </a:solidFill>
            </p:grpSpPr>
            <p:sp>
              <p:nvSpPr>
                <p:cNvPr id="196" name="Freeform 319"/>
                <p:cNvSpPr>
                  <a:spLocks noEditPoints="1"/>
                </p:cNvSpPr>
                <p:nvPr/>
              </p:nvSpPr>
              <p:spPr bwMode="auto">
                <a:xfrm>
                  <a:off x="5850" y="120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197" name="Freeform 320"/>
                <p:cNvSpPr>
                  <a:spLocks noEditPoints="1"/>
                </p:cNvSpPr>
                <p:nvPr/>
              </p:nvSpPr>
              <p:spPr bwMode="auto">
                <a:xfrm>
                  <a:off x="5958" y="1265"/>
                  <a:ext cx="137" cy="207"/>
                </a:xfrm>
                <a:custGeom>
                  <a:avLst/>
                  <a:gdLst>
                    <a:gd name="T0" fmla="*/ 199 w 207"/>
                    <a:gd name="T1" fmla="*/ 40 h 311"/>
                    <a:gd name="T2" fmla="*/ 99 w 207"/>
                    <a:gd name="T3" fmla="*/ 2 h 311"/>
                    <a:gd name="T4" fmla="*/ 85 w 207"/>
                    <a:gd name="T5" fmla="*/ 8 h 311"/>
                    <a:gd name="T6" fmla="*/ 78 w 207"/>
                    <a:gd name="T7" fmla="*/ 28 h 311"/>
                    <a:gd name="T8" fmla="*/ 78 w 207"/>
                    <a:gd name="T9" fmla="*/ 37 h 311"/>
                    <a:gd name="T10" fmla="*/ 82 w 207"/>
                    <a:gd name="T11" fmla="*/ 46 h 311"/>
                    <a:gd name="T12" fmla="*/ 52 w 207"/>
                    <a:gd name="T13" fmla="*/ 125 h 311"/>
                    <a:gd name="T14" fmla="*/ 26 w 207"/>
                    <a:gd name="T15" fmla="*/ 124 h 311"/>
                    <a:gd name="T16" fmla="*/ 16 w 207"/>
                    <a:gd name="T17" fmla="*/ 130 h 311"/>
                    <a:gd name="T18" fmla="*/ 1 w 207"/>
                    <a:gd name="T19" fmla="*/ 170 h 311"/>
                    <a:gd name="T20" fmla="*/ 1 w 207"/>
                    <a:gd name="T21" fmla="*/ 178 h 311"/>
                    <a:gd name="T22" fmla="*/ 7 w 207"/>
                    <a:gd name="T23" fmla="*/ 184 h 311"/>
                    <a:gd name="T24" fmla="*/ 67 w 207"/>
                    <a:gd name="T25" fmla="*/ 207 h 311"/>
                    <a:gd name="T26" fmla="*/ 32 w 207"/>
                    <a:gd name="T27" fmla="*/ 297 h 311"/>
                    <a:gd name="T28" fmla="*/ 38 w 207"/>
                    <a:gd name="T29" fmla="*/ 310 h 311"/>
                    <a:gd name="T30" fmla="*/ 42 w 207"/>
                    <a:gd name="T31" fmla="*/ 311 h 311"/>
                    <a:gd name="T32" fmla="*/ 52 w 207"/>
                    <a:gd name="T33" fmla="*/ 304 h 311"/>
                    <a:gd name="T34" fmla="*/ 86 w 207"/>
                    <a:gd name="T35" fmla="*/ 214 h 311"/>
                    <a:gd name="T36" fmla="*/ 146 w 207"/>
                    <a:gd name="T37" fmla="*/ 237 h 311"/>
                    <a:gd name="T38" fmla="*/ 150 w 207"/>
                    <a:gd name="T39" fmla="*/ 238 h 311"/>
                    <a:gd name="T40" fmla="*/ 160 w 207"/>
                    <a:gd name="T41" fmla="*/ 231 h 311"/>
                    <a:gd name="T42" fmla="*/ 175 w 207"/>
                    <a:gd name="T43" fmla="*/ 191 h 311"/>
                    <a:gd name="T44" fmla="*/ 172 w 207"/>
                    <a:gd name="T45" fmla="*/ 179 h 311"/>
                    <a:gd name="T46" fmla="*/ 152 w 207"/>
                    <a:gd name="T47" fmla="*/ 163 h 311"/>
                    <a:gd name="T48" fmla="*/ 182 w 207"/>
                    <a:gd name="T49" fmla="*/ 84 h 311"/>
                    <a:gd name="T50" fmla="*/ 192 w 207"/>
                    <a:gd name="T51" fmla="*/ 80 h 311"/>
                    <a:gd name="T52" fmla="*/ 197 w 207"/>
                    <a:gd name="T53" fmla="*/ 74 h 311"/>
                    <a:gd name="T54" fmla="*/ 205 w 207"/>
                    <a:gd name="T55" fmla="*/ 54 h 311"/>
                    <a:gd name="T56" fmla="*/ 199 w 207"/>
                    <a:gd name="T57" fmla="*/ 40 h 311"/>
                    <a:gd name="T58" fmla="*/ 179 w 207"/>
                    <a:gd name="T59" fmla="*/ 62 h 311"/>
                    <a:gd name="T60" fmla="*/ 169 w 207"/>
                    <a:gd name="T61" fmla="*/ 67 h 311"/>
                    <a:gd name="T62" fmla="*/ 164 w 207"/>
                    <a:gd name="T63" fmla="*/ 73 h 311"/>
                    <a:gd name="T64" fmla="*/ 129 w 207"/>
                    <a:gd name="T65" fmla="*/ 162 h 311"/>
                    <a:gd name="T66" fmla="*/ 132 w 207"/>
                    <a:gd name="T67" fmla="*/ 174 h 311"/>
                    <a:gd name="T68" fmla="*/ 153 w 207"/>
                    <a:gd name="T69" fmla="*/ 191 h 311"/>
                    <a:gd name="T70" fmla="*/ 144 w 207"/>
                    <a:gd name="T71" fmla="*/ 214 h 311"/>
                    <a:gd name="T72" fmla="*/ 24 w 207"/>
                    <a:gd name="T73" fmla="*/ 168 h 311"/>
                    <a:gd name="T74" fmla="*/ 33 w 207"/>
                    <a:gd name="T75" fmla="*/ 145 h 311"/>
                    <a:gd name="T76" fmla="*/ 59 w 207"/>
                    <a:gd name="T77" fmla="*/ 146 h 311"/>
                    <a:gd name="T78" fmla="*/ 70 w 207"/>
                    <a:gd name="T79" fmla="*/ 139 h 311"/>
                    <a:gd name="T80" fmla="*/ 104 w 207"/>
                    <a:gd name="T81" fmla="*/ 50 h 311"/>
                    <a:gd name="T82" fmla="*/ 104 w 207"/>
                    <a:gd name="T83" fmla="*/ 42 h 311"/>
                    <a:gd name="T84" fmla="*/ 99 w 207"/>
                    <a:gd name="T85" fmla="*/ 32 h 311"/>
                    <a:gd name="T86" fmla="*/ 102 w 207"/>
                    <a:gd name="T87" fmla="*/ 26 h 311"/>
                    <a:gd name="T88" fmla="*/ 181 w 207"/>
                    <a:gd name="T89" fmla="*/ 57 h 311"/>
                    <a:gd name="T90" fmla="*/ 179 w 207"/>
                    <a:gd name="T91" fmla="*/ 62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7" h="311">
                      <a:moveTo>
                        <a:pt x="199" y="40"/>
                      </a:moveTo>
                      <a:cubicBezTo>
                        <a:pt x="99" y="2"/>
                        <a:pt x="99" y="2"/>
                        <a:pt x="99" y="2"/>
                      </a:cubicBezTo>
                      <a:cubicBezTo>
                        <a:pt x="94" y="0"/>
                        <a:pt x="88" y="3"/>
                        <a:pt x="85" y="8"/>
                      </a:cubicBezTo>
                      <a:cubicBezTo>
                        <a:pt x="78" y="28"/>
                        <a:pt x="78" y="28"/>
                        <a:pt x="78" y="28"/>
                      </a:cubicBezTo>
                      <a:cubicBezTo>
                        <a:pt x="77" y="31"/>
                        <a:pt x="77" y="34"/>
                        <a:pt x="78" y="37"/>
                      </a:cubicBezTo>
                      <a:cubicBezTo>
                        <a:pt x="82" y="46"/>
                        <a:pt x="82" y="46"/>
                        <a:pt x="82" y="46"/>
                      </a:cubicBezTo>
                      <a:cubicBezTo>
                        <a:pt x="52" y="125"/>
                        <a:pt x="52" y="125"/>
                        <a:pt x="52" y="125"/>
                      </a:cubicBezTo>
                      <a:cubicBezTo>
                        <a:pt x="26" y="124"/>
                        <a:pt x="26" y="124"/>
                        <a:pt x="26" y="124"/>
                      </a:cubicBezTo>
                      <a:cubicBezTo>
                        <a:pt x="22" y="123"/>
                        <a:pt x="18" y="126"/>
                        <a:pt x="16" y="130"/>
                      </a:cubicBezTo>
                      <a:cubicBezTo>
                        <a:pt x="1" y="170"/>
                        <a:pt x="1" y="170"/>
                        <a:pt x="1" y="170"/>
                      </a:cubicBezTo>
                      <a:cubicBezTo>
                        <a:pt x="0" y="173"/>
                        <a:pt x="0" y="176"/>
                        <a:pt x="1" y="178"/>
                      </a:cubicBezTo>
                      <a:cubicBezTo>
                        <a:pt x="2" y="181"/>
                        <a:pt x="4" y="183"/>
                        <a:pt x="7" y="184"/>
                      </a:cubicBezTo>
                      <a:cubicBezTo>
                        <a:pt x="67" y="207"/>
                        <a:pt x="67" y="207"/>
                        <a:pt x="67" y="207"/>
                      </a:cubicBezTo>
                      <a:cubicBezTo>
                        <a:pt x="32" y="297"/>
                        <a:pt x="32" y="297"/>
                        <a:pt x="32" y="297"/>
                      </a:cubicBezTo>
                      <a:cubicBezTo>
                        <a:pt x="30" y="302"/>
                        <a:pt x="33" y="308"/>
                        <a:pt x="38" y="310"/>
                      </a:cubicBezTo>
                      <a:cubicBezTo>
                        <a:pt x="40" y="311"/>
                        <a:pt x="41" y="311"/>
                        <a:pt x="42" y="311"/>
                      </a:cubicBezTo>
                      <a:cubicBezTo>
                        <a:pt x="46" y="311"/>
                        <a:pt x="50" y="308"/>
                        <a:pt x="52" y="304"/>
                      </a:cubicBezTo>
                      <a:cubicBezTo>
                        <a:pt x="86" y="214"/>
                        <a:pt x="86" y="214"/>
                        <a:pt x="86" y="214"/>
                      </a:cubicBezTo>
                      <a:cubicBezTo>
                        <a:pt x="146" y="237"/>
                        <a:pt x="146" y="237"/>
                        <a:pt x="146" y="237"/>
                      </a:cubicBezTo>
                      <a:cubicBezTo>
                        <a:pt x="147" y="238"/>
                        <a:pt x="149" y="238"/>
                        <a:pt x="150" y="238"/>
                      </a:cubicBezTo>
                      <a:cubicBezTo>
                        <a:pt x="154" y="238"/>
                        <a:pt x="158" y="235"/>
                        <a:pt x="160" y="231"/>
                      </a:cubicBezTo>
                      <a:cubicBezTo>
                        <a:pt x="175" y="191"/>
                        <a:pt x="175" y="191"/>
                        <a:pt x="175" y="191"/>
                      </a:cubicBezTo>
                      <a:cubicBezTo>
                        <a:pt x="177" y="187"/>
                        <a:pt x="176" y="182"/>
                        <a:pt x="172" y="179"/>
                      </a:cubicBezTo>
                      <a:cubicBezTo>
                        <a:pt x="152" y="163"/>
                        <a:pt x="152" y="163"/>
                        <a:pt x="152" y="163"/>
                      </a:cubicBezTo>
                      <a:cubicBezTo>
                        <a:pt x="182" y="84"/>
                        <a:pt x="182" y="84"/>
                        <a:pt x="182" y="84"/>
                      </a:cubicBezTo>
                      <a:cubicBezTo>
                        <a:pt x="192" y="80"/>
                        <a:pt x="192" y="80"/>
                        <a:pt x="192" y="80"/>
                      </a:cubicBezTo>
                      <a:cubicBezTo>
                        <a:pt x="194" y="79"/>
                        <a:pt x="196" y="77"/>
                        <a:pt x="197" y="74"/>
                      </a:cubicBezTo>
                      <a:cubicBezTo>
                        <a:pt x="205" y="54"/>
                        <a:pt x="205" y="54"/>
                        <a:pt x="205" y="54"/>
                      </a:cubicBezTo>
                      <a:cubicBezTo>
                        <a:pt x="207" y="49"/>
                        <a:pt x="204" y="43"/>
                        <a:pt x="199" y="40"/>
                      </a:cubicBezTo>
                      <a:close/>
                      <a:moveTo>
                        <a:pt x="179" y="62"/>
                      </a:moveTo>
                      <a:cubicBezTo>
                        <a:pt x="169" y="67"/>
                        <a:pt x="169" y="67"/>
                        <a:pt x="169" y="67"/>
                      </a:cubicBezTo>
                      <a:cubicBezTo>
                        <a:pt x="167" y="68"/>
                        <a:pt x="165" y="70"/>
                        <a:pt x="164" y="73"/>
                      </a:cubicBezTo>
                      <a:cubicBezTo>
                        <a:pt x="129" y="162"/>
                        <a:pt x="129" y="162"/>
                        <a:pt x="129" y="162"/>
                      </a:cubicBezTo>
                      <a:cubicBezTo>
                        <a:pt x="128" y="167"/>
                        <a:pt x="129" y="172"/>
                        <a:pt x="132" y="174"/>
                      </a:cubicBezTo>
                      <a:cubicBezTo>
                        <a:pt x="153" y="191"/>
                        <a:pt x="153" y="191"/>
                        <a:pt x="153" y="191"/>
                      </a:cubicBezTo>
                      <a:cubicBezTo>
                        <a:pt x="144" y="214"/>
                        <a:pt x="144" y="214"/>
                        <a:pt x="144" y="214"/>
                      </a:cubicBezTo>
                      <a:cubicBezTo>
                        <a:pt x="24" y="168"/>
                        <a:pt x="24" y="168"/>
                        <a:pt x="24" y="168"/>
                      </a:cubicBezTo>
                      <a:cubicBezTo>
                        <a:pt x="33" y="145"/>
                        <a:pt x="33" y="145"/>
                        <a:pt x="33" y="145"/>
                      </a:cubicBezTo>
                      <a:cubicBezTo>
                        <a:pt x="59" y="146"/>
                        <a:pt x="59" y="146"/>
                        <a:pt x="59" y="146"/>
                      </a:cubicBezTo>
                      <a:cubicBezTo>
                        <a:pt x="64" y="147"/>
                        <a:pt x="68" y="144"/>
                        <a:pt x="70" y="139"/>
                      </a:cubicBezTo>
                      <a:cubicBezTo>
                        <a:pt x="104" y="50"/>
                        <a:pt x="104" y="50"/>
                        <a:pt x="104" y="50"/>
                      </a:cubicBezTo>
                      <a:cubicBezTo>
                        <a:pt x="105" y="47"/>
                        <a:pt x="105" y="44"/>
                        <a:pt x="104" y="42"/>
                      </a:cubicBezTo>
                      <a:cubicBezTo>
                        <a:pt x="99" y="32"/>
                        <a:pt x="99" y="32"/>
                        <a:pt x="99" y="32"/>
                      </a:cubicBezTo>
                      <a:cubicBezTo>
                        <a:pt x="102" y="26"/>
                        <a:pt x="102" y="26"/>
                        <a:pt x="102" y="26"/>
                      </a:cubicBezTo>
                      <a:cubicBezTo>
                        <a:pt x="181" y="57"/>
                        <a:pt x="181" y="57"/>
                        <a:pt x="181" y="57"/>
                      </a:cubicBezTo>
                      <a:lnTo>
                        <a:pt x="179" y="6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sp>
            <p:nvSpPr>
              <p:cNvPr id="198" name="Rectangle 197"/>
              <p:cNvSpPr/>
              <p:nvPr/>
            </p:nvSpPr>
            <p:spPr>
              <a:xfrm>
                <a:off x="2020259" y="3136222"/>
                <a:ext cx="1333794" cy="287089"/>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p:txBody>
          </p:sp>
          <p:grpSp>
            <p:nvGrpSpPr>
              <p:cNvPr id="218" name="Group 360"/>
              <p:cNvGrpSpPr>
                <a:grpSpLocks noChangeAspect="1"/>
              </p:cNvGrpSpPr>
              <p:nvPr/>
            </p:nvGrpSpPr>
            <p:grpSpPr bwMode="auto">
              <a:xfrm>
                <a:off x="5856423" y="1529878"/>
                <a:ext cx="550254" cy="548640"/>
                <a:chOff x="1935" y="1199"/>
                <a:chExt cx="341" cy="340"/>
              </a:xfrm>
              <a:solidFill>
                <a:schemeClr val="accent1"/>
              </a:solidFill>
            </p:grpSpPr>
            <p:sp>
              <p:nvSpPr>
                <p:cNvPr id="219" name="Freeform 361"/>
                <p:cNvSpPr>
                  <a:spLocks noEditPoints="1"/>
                </p:cNvSpPr>
                <p:nvPr/>
              </p:nvSpPr>
              <p:spPr bwMode="auto">
                <a:xfrm>
                  <a:off x="1998" y="1263"/>
                  <a:ext cx="214" cy="206"/>
                </a:xfrm>
                <a:custGeom>
                  <a:avLst/>
                  <a:gdLst>
                    <a:gd name="T0" fmla="*/ 257 w 321"/>
                    <a:gd name="T1" fmla="*/ 309 h 310"/>
                    <a:gd name="T2" fmla="*/ 251 w 321"/>
                    <a:gd name="T3" fmla="*/ 308 h 310"/>
                    <a:gd name="T4" fmla="*/ 161 w 321"/>
                    <a:gd name="T5" fmla="*/ 257 h 310"/>
                    <a:gd name="T6" fmla="*/ 70 w 321"/>
                    <a:gd name="T7" fmla="*/ 308 h 310"/>
                    <a:gd name="T8" fmla="*/ 58 w 321"/>
                    <a:gd name="T9" fmla="*/ 307 h 310"/>
                    <a:gd name="T10" fmla="*/ 54 w 321"/>
                    <a:gd name="T11" fmla="*/ 296 h 310"/>
                    <a:gd name="T12" fmla="*/ 74 w 321"/>
                    <a:gd name="T13" fmla="*/ 195 h 310"/>
                    <a:gd name="T14" fmla="*/ 4 w 321"/>
                    <a:gd name="T15" fmla="*/ 125 h 310"/>
                    <a:gd name="T16" fmla="*/ 1 w 321"/>
                    <a:gd name="T17" fmla="*/ 113 h 310"/>
                    <a:gd name="T18" fmla="*/ 10 w 321"/>
                    <a:gd name="T19" fmla="*/ 106 h 310"/>
                    <a:gd name="T20" fmla="*/ 111 w 321"/>
                    <a:gd name="T21" fmla="*/ 96 h 310"/>
                    <a:gd name="T22" fmla="*/ 151 w 321"/>
                    <a:gd name="T23" fmla="*/ 6 h 310"/>
                    <a:gd name="T24" fmla="*/ 161 w 321"/>
                    <a:gd name="T25" fmla="*/ 0 h 310"/>
                    <a:gd name="T26" fmla="*/ 170 w 321"/>
                    <a:gd name="T27" fmla="*/ 6 h 310"/>
                    <a:gd name="T28" fmla="*/ 211 w 321"/>
                    <a:gd name="T29" fmla="*/ 96 h 310"/>
                    <a:gd name="T30" fmla="*/ 311 w 321"/>
                    <a:gd name="T31" fmla="*/ 106 h 310"/>
                    <a:gd name="T32" fmla="*/ 320 w 321"/>
                    <a:gd name="T33" fmla="*/ 113 h 310"/>
                    <a:gd name="T34" fmla="*/ 318 w 321"/>
                    <a:gd name="T35" fmla="*/ 125 h 310"/>
                    <a:gd name="T36" fmla="*/ 247 w 321"/>
                    <a:gd name="T37" fmla="*/ 195 h 310"/>
                    <a:gd name="T38" fmla="*/ 267 w 321"/>
                    <a:gd name="T39" fmla="*/ 296 h 310"/>
                    <a:gd name="T40" fmla="*/ 263 w 321"/>
                    <a:gd name="T41" fmla="*/ 307 h 310"/>
                    <a:gd name="T42" fmla="*/ 257 w 321"/>
                    <a:gd name="T43" fmla="*/ 309 h 310"/>
                    <a:gd name="T44" fmla="*/ 161 w 321"/>
                    <a:gd name="T45" fmla="*/ 234 h 310"/>
                    <a:gd name="T46" fmla="*/ 166 w 321"/>
                    <a:gd name="T47" fmla="*/ 236 h 310"/>
                    <a:gd name="T48" fmla="*/ 242 w 321"/>
                    <a:gd name="T49" fmla="*/ 278 h 310"/>
                    <a:gd name="T50" fmla="*/ 225 w 321"/>
                    <a:gd name="T51" fmla="*/ 194 h 310"/>
                    <a:gd name="T52" fmla="*/ 228 w 321"/>
                    <a:gd name="T53" fmla="*/ 184 h 310"/>
                    <a:gd name="T54" fmla="*/ 287 w 321"/>
                    <a:gd name="T55" fmla="*/ 125 h 310"/>
                    <a:gd name="T56" fmla="*/ 202 w 321"/>
                    <a:gd name="T57" fmla="*/ 117 h 310"/>
                    <a:gd name="T58" fmla="*/ 194 w 321"/>
                    <a:gd name="T59" fmla="*/ 111 h 310"/>
                    <a:gd name="T60" fmla="*/ 161 w 321"/>
                    <a:gd name="T61" fmla="*/ 37 h 310"/>
                    <a:gd name="T62" fmla="*/ 128 w 321"/>
                    <a:gd name="T63" fmla="*/ 111 h 310"/>
                    <a:gd name="T64" fmla="*/ 119 w 321"/>
                    <a:gd name="T65" fmla="*/ 117 h 310"/>
                    <a:gd name="T66" fmla="*/ 35 w 321"/>
                    <a:gd name="T67" fmla="*/ 125 h 310"/>
                    <a:gd name="T68" fmla="*/ 94 w 321"/>
                    <a:gd name="T69" fmla="*/ 184 h 310"/>
                    <a:gd name="T70" fmla="*/ 96 w 321"/>
                    <a:gd name="T71" fmla="*/ 194 h 310"/>
                    <a:gd name="T72" fmla="*/ 80 w 321"/>
                    <a:gd name="T73" fmla="*/ 278 h 310"/>
                    <a:gd name="T74" fmla="*/ 155 w 321"/>
                    <a:gd name="T75" fmla="*/ 236 h 310"/>
                    <a:gd name="T76" fmla="*/ 161 w 321"/>
                    <a:gd name="T77" fmla="*/ 23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1" h="310">
                      <a:moveTo>
                        <a:pt x="257" y="309"/>
                      </a:moveTo>
                      <a:cubicBezTo>
                        <a:pt x="255" y="309"/>
                        <a:pt x="253" y="309"/>
                        <a:pt x="251" y="308"/>
                      </a:cubicBezTo>
                      <a:cubicBezTo>
                        <a:pt x="161" y="257"/>
                        <a:pt x="161" y="257"/>
                        <a:pt x="161" y="257"/>
                      </a:cubicBezTo>
                      <a:cubicBezTo>
                        <a:pt x="70" y="308"/>
                        <a:pt x="70" y="308"/>
                        <a:pt x="70" y="308"/>
                      </a:cubicBezTo>
                      <a:cubicBezTo>
                        <a:pt x="66" y="310"/>
                        <a:pt x="62" y="309"/>
                        <a:pt x="58" y="307"/>
                      </a:cubicBezTo>
                      <a:cubicBezTo>
                        <a:pt x="55" y="305"/>
                        <a:pt x="53" y="300"/>
                        <a:pt x="54" y="296"/>
                      </a:cubicBezTo>
                      <a:cubicBezTo>
                        <a:pt x="74" y="195"/>
                        <a:pt x="74" y="195"/>
                        <a:pt x="74" y="195"/>
                      </a:cubicBezTo>
                      <a:cubicBezTo>
                        <a:pt x="4" y="125"/>
                        <a:pt x="4" y="125"/>
                        <a:pt x="4" y="125"/>
                      </a:cubicBezTo>
                      <a:cubicBezTo>
                        <a:pt x="1" y="122"/>
                        <a:pt x="0" y="117"/>
                        <a:pt x="1" y="113"/>
                      </a:cubicBezTo>
                      <a:cubicBezTo>
                        <a:pt x="3" y="110"/>
                        <a:pt x="6" y="107"/>
                        <a:pt x="10" y="106"/>
                      </a:cubicBezTo>
                      <a:cubicBezTo>
                        <a:pt x="111" y="96"/>
                        <a:pt x="111" y="96"/>
                        <a:pt x="111" y="96"/>
                      </a:cubicBezTo>
                      <a:cubicBezTo>
                        <a:pt x="151" y="6"/>
                        <a:pt x="151" y="6"/>
                        <a:pt x="151" y="6"/>
                      </a:cubicBezTo>
                      <a:cubicBezTo>
                        <a:pt x="153" y="2"/>
                        <a:pt x="156" y="0"/>
                        <a:pt x="161" y="0"/>
                      </a:cubicBezTo>
                      <a:cubicBezTo>
                        <a:pt x="165" y="0"/>
                        <a:pt x="169" y="2"/>
                        <a:pt x="170" y="6"/>
                      </a:cubicBezTo>
                      <a:cubicBezTo>
                        <a:pt x="211" y="96"/>
                        <a:pt x="211" y="96"/>
                        <a:pt x="211" y="96"/>
                      </a:cubicBezTo>
                      <a:cubicBezTo>
                        <a:pt x="311" y="106"/>
                        <a:pt x="311" y="106"/>
                        <a:pt x="311" y="106"/>
                      </a:cubicBezTo>
                      <a:cubicBezTo>
                        <a:pt x="315" y="107"/>
                        <a:pt x="319" y="110"/>
                        <a:pt x="320" y="113"/>
                      </a:cubicBezTo>
                      <a:cubicBezTo>
                        <a:pt x="321" y="117"/>
                        <a:pt x="320" y="122"/>
                        <a:pt x="318" y="125"/>
                      </a:cubicBezTo>
                      <a:cubicBezTo>
                        <a:pt x="247" y="195"/>
                        <a:pt x="247" y="195"/>
                        <a:pt x="247" y="195"/>
                      </a:cubicBezTo>
                      <a:cubicBezTo>
                        <a:pt x="267" y="296"/>
                        <a:pt x="267" y="296"/>
                        <a:pt x="267" y="296"/>
                      </a:cubicBezTo>
                      <a:cubicBezTo>
                        <a:pt x="268" y="300"/>
                        <a:pt x="266" y="305"/>
                        <a:pt x="263" y="307"/>
                      </a:cubicBezTo>
                      <a:cubicBezTo>
                        <a:pt x="261" y="308"/>
                        <a:pt x="259" y="309"/>
                        <a:pt x="257" y="309"/>
                      </a:cubicBezTo>
                      <a:close/>
                      <a:moveTo>
                        <a:pt x="161" y="234"/>
                      </a:moveTo>
                      <a:cubicBezTo>
                        <a:pt x="162" y="234"/>
                        <a:pt x="164" y="235"/>
                        <a:pt x="166" y="236"/>
                      </a:cubicBezTo>
                      <a:cubicBezTo>
                        <a:pt x="242" y="278"/>
                        <a:pt x="242" y="278"/>
                        <a:pt x="242" y="278"/>
                      </a:cubicBezTo>
                      <a:cubicBezTo>
                        <a:pt x="225" y="194"/>
                        <a:pt x="225" y="194"/>
                        <a:pt x="225" y="194"/>
                      </a:cubicBezTo>
                      <a:cubicBezTo>
                        <a:pt x="224" y="190"/>
                        <a:pt x="225" y="187"/>
                        <a:pt x="228" y="184"/>
                      </a:cubicBezTo>
                      <a:cubicBezTo>
                        <a:pt x="287" y="125"/>
                        <a:pt x="287" y="125"/>
                        <a:pt x="287" y="125"/>
                      </a:cubicBezTo>
                      <a:cubicBezTo>
                        <a:pt x="202" y="117"/>
                        <a:pt x="202" y="117"/>
                        <a:pt x="202" y="117"/>
                      </a:cubicBezTo>
                      <a:cubicBezTo>
                        <a:pt x="198" y="117"/>
                        <a:pt x="195" y="114"/>
                        <a:pt x="194" y="111"/>
                      </a:cubicBezTo>
                      <a:cubicBezTo>
                        <a:pt x="161" y="37"/>
                        <a:pt x="161" y="37"/>
                        <a:pt x="161" y="37"/>
                      </a:cubicBezTo>
                      <a:cubicBezTo>
                        <a:pt x="128" y="111"/>
                        <a:pt x="128" y="111"/>
                        <a:pt x="128" y="111"/>
                      </a:cubicBezTo>
                      <a:cubicBezTo>
                        <a:pt x="126" y="114"/>
                        <a:pt x="123" y="117"/>
                        <a:pt x="119" y="117"/>
                      </a:cubicBezTo>
                      <a:cubicBezTo>
                        <a:pt x="35" y="125"/>
                        <a:pt x="35" y="125"/>
                        <a:pt x="35" y="125"/>
                      </a:cubicBezTo>
                      <a:cubicBezTo>
                        <a:pt x="94" y="184"/>
                        <a:pt x="94" y="184"/>
                        <a:pt x="94" y="184"/>
                      </a:cubicBezTo>
                      <a:cubicBezTo>
                        <a:pt x="96" y="187"/>
                        <a:pt x="97" y="190"/>
                        <a:pt x="96" y="194"/>
                      </a:cubicBezTo>
                      <a:cubicBezTo>
                        <a:pt x="80" y="278"/>
                        <a:pt x="80" y="278"/>
                        <a:pt x="80" y="278"/>
                      </a:cubicBezTo>
                      <a:cubicBezTo>
                        <a:pt x="155" y="236"/>
                        <a:pt x="155" y="236"/>
                        <a:pt x="155" y="236"/>
                      </a:cubicBezTo>
                      <a:cubicBezTo>
                        <a:pt x="157" y="235"/>
                        <a:pt x="159" y="234"/>
                        <a:pt x="161" y="23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20" name="Freeform 362"/>
                <p:cNvSpPr>
                  <a:spLocks noEditPoints="1"/>
                </p:cNvSpPr>
                <p:nvPr/>
              </p:nvSpPr>
              <p:spPr bwMode="auto">
                <a:xfrm>
                  <a:off x="1935" y="1199"/>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grpSp>
            <p:nvGrpSpPr>
              <p:cNvPr id="221" name="Group 336"/>
              <p:cNvGrpSpPr>
                <a:grpSpLocks noChangeAspect="1"/>
              </p:cNvGrpSpPr>
              <p:nvPr/>
            </p:nvGrpSpPr>
            <p:grpSpPr bwMode="auto">
              <a:xfrm rot="60000">
                <a:off x="6135489" y="3338635"/>
                <a:ext cx="548640" cy="548640"/>
                <a:chOff x="4220" y="1197"/>
                <a:chExt cx="340" cy="340"/>
              </a:xfrm>
              <a:solidFill>
                <a:srgbClr val="2C5234"/>
              </a:solidFill>
            </p:grpSpPr>
            <p:sp>
              <p:nvSpPr>
                <p:cNvPr id="222" name="Freeform 337"/>
                <p:cNvSpPr>
                  <a:spLocks noEditPoints="1"/>
                </p:cNvSpPr>
                <p:nvPr/>
              </p:nvSpPr>
              <p:spPr bwMode="auto">
                <a:xfrm>
                  <a:off x="4220" y="119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23" name="Freeform 338"/>
                <p:cNvSpPr>
                  <a:spLocks noEditPoints="1"/>
                </p:cNvSpPr>
                <p:nvPr/>
              </p:nvSpPr>
              <p:spPr bwMode="auto">
                <a:xfrm>
                  <a:off x="4312" y="1261"/>
                  <a:ext cx="156" cy="212"/>
                </a:xfrm>
                <a:custGeom>
                  <a:avLst/>
                  <a:gdLst>
                    <a:gd name="T0" fmla="*/ 234 w 235"/>
                    <a:gd name="T1" fmla="*/ 81 h 320"/>
                    <a:gd name="T2" fmla="*/ 232 w 235"/>
                    <a:gd name="T3" fmla="*/ 77 h 320"/>
                    <a:gd name="T4" fmla="*/ 157 w 235"/>
                    <a:gd name="T5" fmla="*/ 3 h 320"/>
                    <a:gd name="T6" fmla="*/ 154 w 235"/>
                    <a:gd name="T7" fmla="*/ 0 h 320"/>
                    <a:gd name="T8" fmla="*/ 150 w 235"/>
                    <a:gd name="T9" fmla="*/ 0 h 320"/>
                    <a:gd name="T10" fmla="*/ 11 w 235"/>
                    <a:gd name="T11" fmla="*/ 0 h 320"/>
                    <a:gd name="T12" fmla="*/ 0 w 235"/>
                    <a:gd name="T13" fmla="*/ 10 h 320"/>
                    <a:gd name="T14" fmla="*/ 0 w 235"/>
                    <a:gd name="T15" fmla="*/ 309 h 320"/>
                    <a:gd name="T16" fmla="*/ 11 w 235"/>
                    <a:gd name="T17" fmla="*/ 320 h 320"/>
                    <a:gd name="T18" fmla="*/ 224 w 235"/>
                    <a:gd name="T19" fmla="*/ 320 h 320"/>
                    <a:gd name="T20" fmla="*/ 235 w 235"/>
                    <a:gd name="T21" fmla="*/ 309 h 320"/>
                    <a:gd name="T22" fmla="*/ 235 w 235"/>
                    <a:gd name="T23" fmla="*/ 85 h 320"/>
                    <a:gd name="T24" fmla="*/ 234 w 235"/>
                    <a:gd name="T25" fmla="*/ 81 h 320"/>
                    <a:gd name="T26" fmla="*/ 160 w 235"/>
                    <a:gd name="T27" fmla="*/ 36 h 320"/>
                    <a:gd name="T28" fmla="*/ 199 w 235"/>
                    <a:gd name="T29" fmla="*/ 74 h 320"/>
                    <a:gd name="T30" fmla="*/ 160 w 235"/>
                    <a:gd name="T31" fmla="*/ 74 h 320"/>
                    <a:gd name="T32" fmla="*/ 160 w 235"/>
                    <a:gd name="T33" fmla="*/ 36 h 320"/>
                    <a:gd name="T34" fmla="*/ 22 w 235"/>
                    <a:gd name="T35" fmla="*/ 298 h 320"/>
                    <a:gd name="T36" fmla="*/ 22 w 235"/>
                    <a:gd name="T37" fmla="*/ 21 h 320"/>
                    <a:gd name="T38" fmla="*/ 139 w 235"/>
                    <a:gd name="T39" fmla="*/ 21 h 320"/>
                    <a:gd name="T40" fmla="*/ 139 w 235"/>
                    <a:gd name="T41" fmla="*/ 85 h 320"/>
                    <a:gd name="T42" fmla="*/ 150 w 235"/>
                    <a:gd name="T43" fmla="*/ 96 h 320"/>
                    <a:gd name="T44" fmla="*/ 214 w 235"/>
                    <a:gd name="T45" fmla="*/ 96 h 320"/>
                    <a:gd name="T46" fmla="*/ 214 w 235"/>
                    <a:gd name="T47" fmla="*/ 298 h 320"/>
                    <a:gd name="T48" fmla="*/ 22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34" y="81"/>
                      </a:moveTo>
                      <a:cubicBezTo>
                        <a:pt x="234" y="80"/>
                        <a:pt x="233" y="78"/>
                        <a:pt x="232" y="77"/>
                      </a:cubicBezTo>
                      <a:cubicBezTo>
                        <a:pt x="157" y="3"/>
                        <a:pt x="157" y="3"/>
                        <a:pt x="157" y="3"/>
                      </a:cubicBezTo>
                      <a:cubicBezTo>
                        <a:pt x="156" y="2"/>
                        <a:pt x="155" y="1"/>
                        <a:pt x="154" y="0"/>
                      </a:cubicBezTo>
                      <a:cubicBezTo>
                        <a:pt x="152" y="0"/>
                        <a:pt x="151" y="0"/>
                        <a:pt x="150" y="0"/>
                      </a:cubicBez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85"/>
                        <a:pt x="235" y="85"/>
                        <a:pt x="235" y="85"/>
                      </a:cubicBezTo>
                      <a:cubicBezTo>
                        <a:pt x="235" y="84"/>
                        <a:pt x="235" y="82"/>
                        <a:pt x="234" y="81"/>
                      </a:cubicBezTo>
                      <a:close/>
                      <a:moveTo>
                        <a:pt x="160" y="36"/>
                      </a:moveTo>
                      <a:cubicBezTo>
                        <a:pt x="199" y="74"/>
                        <a:pt x="199" y="74"/>
                        <a:pt x="199" y="74"/>
                      </a:cubicBezTo>
                      <a:cubicBezTo>
                        <a:pt x="160" y="74"/>
                        <a:pt x="160" y="74"/>
                        <a:pt x="160" y="74"/>
                      </a:cubicBezTo>
                      <a:lnTo>
                        <a:pt x="160" y="36"/>
                      </a:lnTo>
                      <a:close/>
                      <a:moveTo>
                        <a:pt x="22" y="298"/>
                      </a:moveTo>
                      <a:cubicBezTo>
                        <a:pt x="22" y="21"/>
                        <a:pt x="22" y="21"/>
                        <a:pt x="22" y="21"/>
                      </a:cubicBezTo>
                      <a:cubicBezTo>
                        <a:pt x="139" y="21"/>
                        <a:pt x="139" y="21"/>
                        <a:pt x="139" y="21"/>
                      </a:cubicBezTo>
                      <a:cubicBezTo>
                        <a:pt x="139" y="85"/>
                        <a:pt x="139" y="85"/>
                        <a:pt x="139" y="85"/>
                      </a:cubicBezTo>
                      <a:cubicBezTo>
                        <a:pt x="139" y="91"/>
                        <a:pt x="144" y="96"/>
                        <a:pt x="150" y="96"/>
                      </a:cubicBezTo>
                      <a:cubicBezTo>
                        <a:pt x="214" y="96"/>
                        <a:pt x="214" y="96"/>
                        <a:pt x="214" y="96"/>
                      </a:cubicBezTo>
                      <a:cubicBezTo>
                        <a:pt x="214" y="298"/>
                        <a:pt x="214" y="298"/>
                        <a:pt x="214" y="298"/>
                      </a:cubicBezTo>
                      <a:lnTo>
                        <a:pt x="22" y="29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24" name="Freeform 339"/>
                <p:cNvSpPr>
                  <a:spLocks/>
                </p:cNvSpPr>
                <p:nvPr/>
              </p:nvSpPr>
              <p:spPr bwMode="auto">
                <a:xfrm>
                  <a:off x="4340" y="1431"/>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25" name="Freeform 340"/>
                <p:cNvSpPr>
                  <a:spLocks/>
                </p:cNvSpPr>
                <p:nvPr/>
              </p:nvSpPr>
              <p:spPr bwMode="auto">
                <a:xfrm>
                  <a:off x="4340" y="1402"/>
                  <a:ext cx="99" cy="14"/>
                </a:xfrm>
                <a:custGeom>
                  <a:avLst/>
                  <a:gdLst>
                    <a:gd name="T0" fmla="*/ 139 w 149"/>
                    <a:gd name="T1" fmla="*/ 0 h 21"/>
                    <a:gd name="T2" fmla="*/ 11 w 149"/>
                    <a:gd name="T3" fmla="*/ 0 h 21"/>
                    <a:gd name="T4" fmla="*/ 0 w 149"/>
                    <a:gd name="T5" fmla="*/ 11 h 21"/>
                    <a:gd name="T6" fmla="*/ 11 w 149"/>
                    <a:gd name="T7" fmla="*/ 21 h 21"/>
                    <a:gd name="T8" fmla="*/ 139 w 149"/>
                    <a:gd name="T9" fmla="*/ 21 h 21"/>
                    <a:gd name="T10" fmla="*/ 149 w 149"/>
                    <a:gd name="T11" fmla="*/ 11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5"/>
                        <a:pt x="0" y="11"/>
                      </a:cubicBezTo>
                      <a:cubicBezTo>
                        <a:pt x="0" y="17"/>
                        <a:pt x="5" y="21"/>
                        <a:pt x="11" y="21"/>
                      </a:cubicBezTo>
                      <a:cubicBezTo>
                        <a:pt x="139" y="21"/>
                        <a:pt x="139" y="21"/>
                        <a:pt x="139" y="21"/>
                      </a:cubicBezTo>
                      <a:cubicBezTo>
                        <a:pt x="145" y="21"/>
                        <a:pt x="149" y="17"/>
                        <a:pt x="149" y="11"/>
                      </a:cubicBezTo>
                      <a:cubicBezTo>
                        <a:pt x="149" y="5"/>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26" name="Freeform 341"/>
                <p:cNvSpPr>
                  <a:spLocks/>
                </p:cNvSpPr>
                <p:nvPr/>
              </p:nvSpPr>
              <p:spPr bwMode="auto">
                <a:xfrm>
                  <a:off x="4340" y="1374"/>
                  <a:ext cx="99" cy="14"/>
                </a:xfrm>
                <a:custGeom>
                  <a:avLst/>
                  <a:gdLst>
                    <a:gd name="T0" fmla="*/ 139 w 149"/>
                    <a:gd name="T1" fmla="*/ 0 h 22"/>
                    <a:gd name="T2" fmla="*/ 11 w 149"/>
                    <a:gd name="T3" fmla="*/ 0 h 22"/>
                    <a:gd name="T4" fmla="*/ 0 w 149"/>
                    <a:gd name="T5" fmla="*/ 11 h 22"/>
                    <a:gd name="T6" fmla="*/ 11 w 149"/>
                    <a:gd name="T7" fmla="*/ 22 h 22"/>
                    <a:gd name="T8" fmla="*/ 139 w 149"/>
                    <a:gd name="T9" fmla="*/ 22 h 22"/>
                    <a:gd name="T10" fmla="*/ 149 w 149"/>
                    <a:gd name="T11" fmla="*/ 11 h 22"/>
                    <a:gd name="T12" fmla="*/ 139 w 1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49" h="22">
                      <a:moveTo>
                        <a:pt x="139" y="0"/>
                      </a:moveTo>
                      <a:cubicBezTo>
                        <a:pt x="11" y="0"/>
                        <a:pt x="11" y="0"/>
                        <a:pt x="11" y="0"/>
                      </a:cubicBezTo>
                      <a:cubicBezTo>
                        <a:pt x="5" y="0"/>
                        <a:pt x="0" y="5"/>
                        <a:pt x="0" y="11"/>
                      </a:cubicBezTo>
                      <a:cubicBezTo>
                        <a:pt x="0" y="17"/>
                        <a:pt x="5" y="22"/>
                        <a:pt x="11" y="22"/>
                      </a:cubicBezTo>
                      <a:cubicBezTo>
                        <a:pt x="139" y="22"/>
                        <a:pt x="139" y="22"/>
                        <a:pt x="139" y="22"/>
                      </a:cubicBezTo>
                      <a:cubicBezTo>
                        <a:pt x="145" y="22"/>
                        <a:pt x="149" y="17"/>
                        <a:pt x="149" y="11"/>
                      </a:cubicBezTo>
                      <a:cubicBezTo>
                        <a:pt x="149" y="5"/>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27" name="Freeform 342"/>
                <p:cNvSpPr>
                  <a:spLocks/>
                </p:cNvSpPr>
                <p:nvPr/>
              </p:nvSpPr>
              <p:spPr bwMode="auto">
                <a:xfrm>
                  <a:off x="4340" y="1346"/>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grpSp>
            <p:nvGrpSpPr>
              <p:cNvPr id="228" name="Group 345"/>
              <p:cNvGrpSpPr>
                <a:grpSpLocks noChangeAspect="1"/>
              </p:cNvGrpSpPr>
              <p:nvPr/>
            </p:nvGrpSpPr>
            <p:grpSpPr bwMode="auto">
              <a:xfrm>
                <a:off x="3784833" y="1013158"/>
                <a:ext cx="548640" cy="548640"/>
                <a:chOff x="3451" y="1171"/>
                <a:chExt cx="340" cy="340"/>
              </a:xfrm>
              <a:solidFill>
                <a:srgbClr val="2C5234"/>
              </a:solidFill>
            </p:grpSpPr>
            <p:sp>
              <p:nvSpPr>
                <p:cNvPr id="229" name="Freeform 346"/>
                <p:cNvSpPr>
                  <a:spLocks noEditPoints="1"/>
                </p:cNvSpPr>
                <p:nvPr/>
              </p:nvSpPr>
              <p:spPr bwMode="auto">
                <a:xfrm>
                  <a:off x="3515" y="1241"/>
                  <a:ext cx="212" cy="192"/>
                </a:xfrm>
                <a:custGeom>
                  <a:avLst/>
                  <a:gdLst>
                    <a:gd name="T0" fmla="*/ 224 w 320"/>
                    <a:gd name="T1" fmla="*/ 288 h 288"/>
                    <a:gd name="T2" fmla="*/ 170 w 320"/>
                    <a:gd name="T3" fmla="*/ 288 h 288"/>
                    <a:gd name="T4" fmla="*/ 160 w 320"/>
                    <a:gd name="T5" fmla="*/ 278 h 288"/>
                    <a:gd name="T6" fmla="*/ 160 w 320"/>
                    <a:gd name="T7" fmla="*/ 267 h 288"/>
                    <a:gd name="T8" fmla="*/ 138 w 320"/>
                    <a:gd name="T9" fmla="*/ 267 h 288"/>
                    <a:gd name="T10" fmla="*/ 138 w 320"/>
                    <a:gd name="T11" fmla="*/ 278 h 288"/>
                    <a:gd name="T12" fmla="*/ 128 w 320"/>
                    <a:gd name="T13" fmla="*/ 288 h 288"/>
                    <a:gd name="T14" fmla="*/ 74 w 320"/>
                    <a:gd name="T15" fmla="*/ 288 h 288"/>
                    <a:gd name="T16" fmla="*/ 64 w 320"/>
                    <a:gd name="T17" fmla="*/ 278 h 288"/>
                    <a:gd name="T18" fmla="*/ 27 w 320"/>
                    <a:gd name="T19" fmla="*/ 235 h 288"/>
                    <a:gd name="T20" fmla="*/ 18 w 320"/>
                    <a:gd name="T21" fmla="*/ 230 h 288"/>
                    <a:gd name="T22" fmla="*/ 0 w 320"/>
                    <a:gd name="T23" fmla="*/ 160 h 288"/>
                    <a:gd name="T24" fmla="*/ 138 w 320"/>
                    <a:gd name="T25" fmla="*/ 22 h 288"/>
                    <a:gd name="T26" fmla="*/ 198 w 320"/>
                    <a:gd name="T27" fmla="*/ 30 h 288"/>
                    <a:gd name="T28" fmla="*/ 255 w 320"/>
                    <a:gd name="T29" fmla="*/ 0 h 288"/>
                    <a:gd name="T30" fmla="*/ 264 w 320"/>
                    <a:gd name="T31" fmla="*/ 4 h 288"/>
                    <a:gd name="T32" fmla="*/ 266 w 320"/>
                    <a:gd name="T33" fmla="*/ 14 h 288"/>
                    <a:gd name="T34" fmla="*/ 257 w 320"/>
                    <a:gd name="T35" fmla="*/ 49 h 288"/>
                    <a:gd name="T36" fmla="*/ 294 w 320"/>
                    <a:gd name="T37" fmla="*/ 96 h 288"/>
                    <a:gd name="T38" fmla="*/ 309 w 320"/>
                    <a:gd name="T39" fmla="*/ 96 h 288"/>
                    <a:gd name="T40" fmla="*/ 320 w 320"/>
                    <a:gd name="T41" fmla="*/ 107 h 288"/>
                    <a:gd name="T42" fmla="*/ 320 w 320"/>
                    <a:gd name="T43" fmla="*/ 171 h 288"/>
                    <a:gd name="T44" fmla="*/ 309 w 320"/>
                    <a:gd name="T45" fmla="*/ 182 h 288"/>
                    <a:gd name="T46" fmla="*/ 275 w 320"/>
                    <a:gd name="T47" fmla="*/ 182 h 288"/>
                    <a:gd name="T48" fmla="*/ 234 w 320"/>
                    <a:gd name="T49" fmla="*/ 259 h 288"/>
                    <a:gd name="T50" fmla="*/ 234 w 320"/>
                    <a:gd name="T51" fmla="*/ 278 h 288"/>
                    <a:gd name="T52" fmla="*/ 224 w 320"/>
                    <a:gd name="T53" fmla="*/ 288 h 288"/>
                    <a:gd name="T54" fmla="*/ 181 w 320"/>
                    <a:gd name="T55" fmla="*/ 267 h 288"/>
                    <a:gd name="T56" fmla="*/ 213 w 320"/>
                    <a:gd name="T57" fmla="*/ 267 h 288"/>
                    <a:gd name="T58" fmla="*/ 213 w 320"/>
                    <a:gd name="T59" fmla="*/ 255 h 288"/>
                    <a:gd name="T60" fmla="*/ 216 w 320"/>
                    <a:gd name="T61" fmla="*/ 248 h 288"/>
                    <a:gd name="T62" fmla="*/ 255 w 320"/>
                    <a:gd name="T63" fmla="*/ 170 h 288"/>
                    <a:gd name="T64" fmla="*/ 266 w 320"/>
                    <a:gd name="T65" fmla="*/ 160 h 288"/>
                    <a:gd name="T66" fmla="*/ 298 w 320"/>
                    <a:gd name="T67" fmla="*/ 160 h 288"/>
                    <a:gd name="T68" fmla="*/ 298 w 320"/>
                    <a:gd name="T69" fmla="*/ 118 h 288"/>
                    <a:gd name="T70" fmla="*/ 288 w 320"/>
                    <a:gd name="T71" fmla="*/ 118 h 288"/>
                    <a:gd name="T72" fmla="*/ 278 w 320"/>
                    <a:gd name="T73" fmla="*/ 112 h 288"/>
                    <a:gd name="T74" fmla="*/ 240 w 320"/>
                    <a:gd name="T75" fmla="*/ 63 h 288"/>
                    <a:gd name="T76" fmla="*/ 235 w 320"/>
                    <a:gd name="T77" fmla="*/ 51 h 288"/>
                    <a:gd name="T78" fmla="*/ 241 w 320"/>
                    <a:gd name="T79" fmla="*/ 25 h 288"/>
                    <a:gd name="T80" fmla="*/ 212 w 320"/>
                    <a:gd name="T81" fmla="*/ 48 h 288"/>
                    <a:gd name="T82" fmla="*/ 199 w 320"/>
                    <a:gd name="T83" fmla="*/ 53 h 288"/>
                    <a:gd name="T84" fmla="*/ 138 w 320"/>
                    <a:gd name="T85" fmla="*/ 43 h 288"/>
                    <a:gd name="T86" fmla="*/ 21 w 320"/>
                    <a:gd name="T87" fmla="*/ 160 h 288"/>
                    <a:gd name="T88" fmla="*/ 34 w 320"/>
                    <a:gd name="T89" fmla="*/ 214 h 288"/>
                    <a:gd name="T90" fmla="*/ 84 w 320"/>
                    <a:gd name="T91" fmla="*/ 267 h 288"/>
                    <a:gd name="T92" fmla="*/ 117 w 320"/>
                    <a:gd name="T93" fmla="*/ 267 h 288"/>
                    <a:gd name="T94" fmla="*/ 117 w 320"/>
                    <a:gd name="T95" fmla="*/ 256 h 288"/>
                    <a:gd name="T96" fmla="*/ 128 w 320"/>
                    <a:gd name="T97" fmla="*/ 246 h 288"/>
                    <a:gd name="T98" fmla="*/ 170 w 320"/>
                    <a:gd name="T99" fmla="*/ 246 h 288"/>
                    <a:gd name="T100" fmla="*/ 181 w 320"/>
                    <a:gd name="T101" fmla="*/ 256 h 288"/>
                    <a:gd name="T102" fmla="*/ 181 w 320"/>
                    <a:gd name="T103" fmla="*/ 267 h 288"/>
                    <a:gd name="T104" fmla="*/ 82 w 320"/>
                    <a:gd name="T105" fmla="*/ 104 h 288"/>
                    <a:gd name="T106" fmla="*/ 130 w 320"/>
                    <a:gd name="T107" fmla="*/ 79 h 288"/>
                    <a:gd name="T108" fmla="*/ 138 w 320"/>
                    <a:gd name="T109" fmla="*/ 66 h 288"/>
                    <a:gd name="T110" fmla="*/ 125 w 320"/>
                    <a:gd name="T111" fmla="*/ 58 h 288"/>
                    <a:gd name="T112" fmla="*/ 68 w 320"/>
                    <a:gd name="T113" fmla="*/ 88 h 288"/>
                    <a:gd name="T114" fmla="*/ 67 w 320"/>
                    <a:gd name="T115" fmla="*/ 103 h 288"/>
                    <a:gd name="T116" fmla="*/ 75 w 320"/>
                    <a:gd name="T117" fmla="*/ 107 h 288"/>
                    <a:gd name="T118" fmla="*/ 82 w 320"/>
                    <a:gd name="T119"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288">
                      <a:moveTo>
                        <a:pt x="224" y="288"/>
                      </a:moveTo>
                      <a:cubicBezTo>
                        <a:pt x="170" y="288"/>
                        <a:pt x="170" y="288"/>
                        <a:pt x="170" y="288"/>
                      </a:cubicBezTo>
                      <a:cubicBezTo>
                        <a:pt x="164" y="288"/>
                        <a:pt x="160" y="284"/>
                        <a:pt x="160" y="278"/>
                      </a:cubicBezTo>
                      <a:cubicBezTo>
                        <a:pt x="160" y="267"/>
                        <a:pt x="160" y="267"/>
                        <a:pt x="160" y="267"/>
                      </a:cubicBezTo>
                      <a:cubicBezTo>
                        <a:pt x="138" y="267"/>
                        <a:pt x="138" y="267"/>
                        <a:pt x="138" y="267"/>
                      </a:cubicBezTo>
                      <a:cubicBezTo>
                        <a:pt x="138" y="278"/>
                        <a:pt x="138" y="278"/>
                        <a:pt x="138" y="278"/>
                      </a:cubicBezTo>
                      <a:cubicBezTo>
                        <a:pt x="138" y="284"/>
                        <a:pt x="134" y="288"/>
                        <a:pt x="128" y="288"/>
                      </a:cubicBezTo>
                      <a:cubicBezTo>
                        <a:pt x="74" y="288"/>
                        <a:pt x="74" y="288"/>
                        <a:pt x="74" y="288"/>
                      </a:cubicBezTo>
                      <a:cubicBezTo>
                        <a:pt x="68" y="288"/>
                        <a:pt x="64" y="284"/>
                        <a:pt x="64" y="278"/>
                      </a:cubicBezTo>
                      <a:cubicBezTo>
                        <a:pt x="64" y="237"/>
                        <a:pt x="29" y="235"/>
                        <a:pt x="27" y="235"/>
                      </a:cubicBezTo>
                      <a:cubicBezTo>
                        <a:pt x="23" y="235"/>
                        <a:pt x="20" y="233"/>
                        <a:pt x="18" y="230"/>
                      </a:cubicBezTo>
                      <a:cubicBezTo>
                        <a:pt x="6" y="209"/>
                        <a:pt x="0" y="185"/>
                        <a:pt x="0" y="160"/>
                      </a:cubicBezTo>
                      <a:cubicBezTo>
                        <a:pt x="0" y="84"/>
                        <a:pt x="62" y="22"/>
                        <a:pt x="138" y="22"/>
                      </a:cubicBezTo>
                      <a:cubicBezTo>
                        <a:pt x="160" y="22"/>
                        <a:pt x="179" y="24"/>
                        <a:pt x="198" y="30"/>
                      </a:cubicBezTo>
                      <a:cubicBezTo>
                        <a:pt x="217" y="3"/>
                        <a:pt x="253" y="0"/>
                        <a:pt x="255" y="0"/>
                      </a:cubicBezTo>
                      <a:cubicBezTo>
                        <a:pt x="259" y="0"/>
                        <a:pt x="262" y="2"/>
                        <a:pt x="264" y="4"/>
                      </a:cubicBezTo>
                      <a:cubicBezTo>
                        <a:pt x="266" y="7"/>
                        <a:pt x="267" y="10"/>
                        <a:pt x="266" y="14"/>
                      </a:cubicBezTo>
                      <a:cubicBezTo>
                        <a:pt x="257" y="49"/>
                        <a:pt x="257" y="49"/>
                        <a:pt x="257" y="49"/>
                      </a:cubicBezTo>
                      <a:cubicBezTo>
                        <a:pt x="275" y="63"/>
                        <a:pt x="288" y="85"/>
                        <a:pt x="294" y="96"/>
                      </a:cubicBezTo>
                      <a:cubicBezTo>
                        <a:pt x="309" y="96"/>
                        <a:pt x="309" y="96"/>
                        <a:pt x="309" y="96"/>
                      </a:cubicBezTo>
                      <a:cubicBezTo>
                        <a:pt x="315" y="96"/>
                        <a:pt x="320" y="101"/>
                        <a:pt x="320" y="107"/>
                      </a:cubicBezTo>
                      <a:cubicBezTo>
                        <a:pt x="320" y="171"/>
                        <a:pt x="320" y="171"/>
                        <a:pt x="320" y="171"/>
                      </a:cubicBezTo>
                      <a:cubicBezTo>
                        <a:pt x="320" y="177"/>
                        <a:pt x="315" y="182"/>
                        <a:pt x="309" y="182"/>
                      </a:cubicBezTo>
                      <a:cubicBezTo>
                        <a:pt x="275" y="182"/>
                        <a:pt x="275" y="182"/>
                        <a:pt x="275" y="182"/>
                      </a:cubicBezTo>
                      <a:cubicBezTo>
                        <a:pt x="269" y="217"/>
                        <a:pt x="249" y="244"/>
                        <a:pt x="234" y="259"/>
                      </a:cubicBezTo>
                      <a:cubicBezTo>
                        <a:pt x="234" y="278"/>
                        <a:pt x="234" y="278"/>
                        <a:pt x="234" y="278"/>
                      </a:cubicBezTo>
                      <a:cubicBezTo>
                        <a:pt x="234" y="284"/>
                        <a:pt x="230" y="288"/>
                        <a:pt x="224" y="288"/>
                      </a:cubicBezTo>
                      <a:close/>
                      <a:moveTo>
                        <a:pt x="181" y="267"/>
                      </a:moveTo>
                      <a:cubicBezTo>
                        <a:pt x="213" y="267"/>
                        <a:pt x="213" y="267"/>
                        <a:pt x="213" y="267"/>
                      </a:cubicBezTo>
                      <a:cubicBezTo>
                        <a:pt x="213" y="255"/>
                        <a:pt x="213" y="255"/>
                        <a:pt x="213" y="255"/>
                      </a:cubicBezTo>
                      <a:cubicBezTo>
                        <a:pt x="213" y="252"/>
                        <a:pt x="214" y="250"/>
                        <a:pt x="216" y="248"/>
                      </a:cubicBezTo>
                      <a:cubicBezTo>
                        <a:pt x="239" y="225"/>
                        <a:pt x="253" y="197"/>
                        <a:pt x="255" y="170"/>
                      </a:cubicBezTo>
                      <a:cubicBezTo>
                        <a:pt x="256" y="165"/>
                        <a:pt x="260" y="160"/>
                        <a:pt x="266" y="160"/>
                      </a:cubicBezTo>
                      <a:cubicBezTo>
                        <a:pt x="298" y="160"/>
                        <a:pt x="298" y="160"/>
                        <a:pt x="298" y="160"/>
                      </a:cubicBezTo>
                      <a:cubicBezTo>
                        <a:pt x="298" y="118"/>
                        <a:pt x="298" y="118"/>
                        <a:pt x="298" y="118"/>
                      </a:cubicBezTo>
                      <a:cubicBezTo>
                        <a:pt x="288" y="118"/>
                        <a:pt x="288" y="118"/>
                        <a:pt x="288" y="118"/>
                      </a:cubicBezTo>
                      <a:cubicBezTo>
                        <a:pt x="284" y="118"/>
                        <a:pt x="280" y="115"/>
                        <a:pt x="278" y="112"/>
                      </a:cubicBezTo>
                      <a:cubicBezTo>
                        <a:pt x="278" y="111"/>
                        <a:pt x="261" y="76"/>
                        <a:pt x="240" y="63"/>
                      </a:cubicBezTo>
                      <a:cubicBezTo>
                        <a:pt x="236" y="60"/>
                        <a:pt x="234" y="56"/>
                        <a:pt x="235" y="51"/>
                      </a:cubicBezTo>
                      <a:cubicBezTo>
                        <a:pt x="241" y="25"/>
                        <a:pt x="241" y="25"/>
                        <a:pt x="241" y="25"/>
                      </a:cubicBezTo>
                      <a:cubicBezTo>
                        <a:pt x="231" y="28"/>
                        <a:pt x="218" y="35"/>
                        <a:pt x="212" y="48"/>
                      </a:cubicBezTo>
                      <a:cubicBezTo>
                        <a:pt x="210" y="53"/>
                        <a:pt x="204" y="55"/>
                        <a:pt x="199" y="53"/>
                      </a:cubicBezTo>
                      <a:cubicBezTo>
                        <a:pt x="180" y="46"/>
                        <a:pt x="161" y="43"/>
                        <a:pt x="138" y="43"/>
                      </a:cubicBezTo>
                      <a:cubicBezTo>
                        <a:pt x="74" y="43"/>
                        <a:pt x="21" y="96"/>
                        <a:pt x="21" y="160"/>
                      </a:cubicBezTo>
                      <a:cubicBezTo>
                        <a:pt x="21" y="179"/>
                        <a:pt x="26" y="198"/>
                        <a:pt x="34" y="214"/>
                      </a:cubicBezTo>
                      <a:cubicBezTo>
                        <a:pt x="53" y="217"/>
                        <a:pt x="80" y="231"/>
                        <a:pt x="84" y="267"/>
                      </a:cubicBezTo>
                      <a:cubicBezTo>
                        <a:pt x="117" y="267"/>
                        <a:pt x="117" y="267"/>
                        <a:pt x="117" y="267"/>
                      </a:cubicBezTo>
                      <a:cubicBezTo>
                        <a:pt x="117" y="256"/>
                        <a:pt x="117" y="256"/>
                        <a:pt x="117" y="256"/>
                      </a:cubicBezTo>
                      <a:cubicBezTo>
                        <a:pt x="117" y="250"/>
                        <a:pt x="122" y="246"/>
                        <a:pt x="128" y="246"/>
                      </a:cubicBezTo>
                      <a:cubicBezTo>
                        <a:pt x="170" y="246"/>
                        <a:pt x="170" y="246"/>
                        <a:pt x="170" y="246"/>
                      </a:cubicBezTo>
                      <a:cubicBezTo>
                        <a:pt x="176" y="246"/>
                        <a:pt x="181" y="250"/>
                        <a:pt x="181" y="256"/>
                      </a:cubicBezTo>
                      <a:lnTo>
                        <a:pt x="181" y="267"/>
                      </a:lnTo>
                      <a:close/>
                      <a:moveTo>
                        <a:pt x="82" y="104"/>
                      </a:moveTo>
                      <a:cubicBezTo>
                        <a:pt x="96" y="92"/>
                        <a:pt x="113" y="83"/>
                        <a:pt x="130" y="79"/>
                      </a:cubicBezTo>
                      <a:cubicBezTo>
                        <a:pt x="136" y="77"/>
                        <a:pt x="139" y="71"/>
                        <a:pt x="138" y="66"/>
                      </a:cubicBezTo>
                      <a:cubicBezTo>
                        <a:pt x="137" y="60"/>
                        <a:pt x="131" y="57"/>
                        <a:pt x="125" y="58"/>
                      </a:cubicBezTo>
                      <a:cubicBezTo>
                        <a:pt x="104" y="63"/>
                        <a:pt x="84" y="74"/>
                        <a:pt x="68" y="88"/>
                      </a:cubicBezTo>
                      <a:cubicBezTo>
                        <a:pt x="64" y="92"/>
                        <a:pt x="63" y="99"/>
                        <a:pt x="67" y="103"/>
                      </a:cubicBezTo>
                      <a:cubicBezTo>
                        <a:pt x="69" y="106"/>
                        <a:pt x="72" y="107"/>
                        <a:pt x="75" y="107"/>
                      </a:cubicBezTo>
                      <a:cubicBezTo>
                        <a:pt x="78" y="107"/>
                        <a:pt x="80" y="106"/>
                        <a:pt x="82" y="10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30" name="Freeform 347"/>
                <p:cNvSpPr>
                  <a:spLocks noEditPoints="1"/>
                </p:cNvSpPr>
                <p:nvPr/>
              </p:nvSpPr>
              <p:spPr bwMode="auto">
                <a:xfrm>
                  <a:off x="3451" y="117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sp>
            <p:nvSpPr>
              <p:cNvPr id="231" name="Rectangle 230"/>
              <p:cNvSpPr/>
              <p:nvPr/>
            </p:nvSpPr>
            <p:spPr>
              <a:xfrm>
                <a:off x="5167866" y="2284733"/>
                <a:ext cx="1333794" cy="287089"/>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p:txBody>
          </p:sp>
          <p:sp>
            <p:nvSpPr>
              <p:cNvPr id="232" name="Rectangle 231"/>
              <p:cNvSpPr/>
              <p:nvPr/>
            </p:nvSpPr>
            <p:spPr>
              <a:xfrm>
                <a:off x="3507233" y="1869401"/>
                <a:ext cx="1333794" cy="287089"/>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p:txBody>
          </p:sp>
          <p:sp>
            <p:nvSpPr>
              <p:cNvPr id="233" name="Rectangle 232"/>
              <p:cNvSpPr/>
              <p:nvPr/>
            </p:nvSpPr>
            <p:spPr>
              <a:xfrm>
                <a:off x="4344796" y="4718574"/>
                <a:ext cx="1333794" cy="287089"/>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p:txBody>
          </p:sp>
          <p:grpSp>
            <p:nvGrpSpPr>
              <p:cNvPr id="234" name="Group 920"/>
              <p:cNvGrpSpPr>
                <a:grpSpLocks noChangeAspect="1"/>
              </p:cNvGrpSpPr>
              <p:nvPr/>
            </p:nvGrpSpPr>
            <p:grpSpPr bwMode="auto">
              <a:xfrm>
                <a:off x="2734221" y="4751408"/>
                <a:ext cx="548640" cy="548640"/>
                <a:chOff x="5645" y="4510"/>
                <a:chExt cx="340" cy="340"/>
              </a:xfrm>
              <a:solidFill>
                <a:schemeClr val="accent1"/>
              </a:solidFill>
            </p:grpSpPr>
            <p:sp>
              <p:nvSpPr>
                <p:cNvPr id="235" name="Freeform 921"/>
                <p:cNvSpPr>
                  <a:spLocks noEditPoints="1"/>
                </p:cNvSpPr>
                <p:nvPr/>
              </p:nvSpPr>
              <p:spPr bwMode="auto">
                <a:xfrm>
                  <a:off x="5765" y="4574"/>
                  <a:ext cx="99" cy="212"/>
                </a:xfrm>
                <a:custGeom>
                  <a:avLst/>
                  <a:gdLst>
                    <a:gd name="T0" fmla="*/ 139 w 149"/>
                    <a:gd name="T1" fmla="*/ 256 h 320"/>
                    <a:gd name="T2" fmla="*/ 136 w 149"/>
                    <a:gd name="T3" fmla="*/ 256 h 320"/>
                    <a:gd name="T4" fmla="*/ 108 w 149"/>
                    <a:gd name="T5" fmla="*/ 142 h 320"/>
                    <a:gd name="T6" fmla="*/ 128 w 149"/>
                    <a:gd name="T7" fmla="*/ 96 h 320"/>
                    <a:gd name="T8" fmla="*/ 98 w 149"/>
                    <a:gd name="T9" fmla="*/ 53 h 320"/>
                    <a:gd name="T10" fmla="*/ 107 w 149"/>
                    <a:gd name="T11" fmla="*/ 32 h 320"/>
                    <a:gd name="T12" fmla="*/ 75 w 149"/>
                    <a:gd name="T13" fmla="*/ 0 h 320"/>
                    <a:gd name="T14" fmla="*/ 43 w 149"/>
                    <a:gd name="T15" fmla="*/ 32 h 320"/>
                    <a:gd name="T16" fmla="*/ 51 w 149"/>
                    <a:gd name="T17" fmla="*/ 53 h 320"/>
                    <a:gd name="T18" fmla="*/ 21 w 149"/>
                    <a:gd name="T19" fmla="*/ 96 h 320"/>
                    <a:gd name="T20" fmla="*/ 41 w 149"/>
                    <a:gd name="T21" fmla="*/ 142 h 320"/>
                    <a:gd name="T22" fmla="*/ 13 w 149"/>
                    <a:gd name="T23" fmla="*/ 256 h 320"/>
                    <a:gd name="T24" fmla="*/ 11 w 149"/>
                    <a:gd name="T25" fmla="*/ 256 h 320"/>
                    <a:gd name="T26" fmla="*/ 0 w 149"/>
                    <a:gd name="T27" fmla="*/ 266 h 320"/>
                    <a:gd name="T28" fmla="*/ 0 w 149"/>
                    <a:gd name="T29" fmla="*/ 309 h 320"/>
                    <a:gd name="T30" fmla="*/ 11 w 149"/>
                    <a:gd name="T31" fmla="*/ 320 h 320"/>
                    <a:gd name="T32" fmla="*/ 139 w 149"/>
                    <a:gd name="T33" fmla="*/ 320 h 320"/>
                    <a:gd name="T34" fmla="*/ 149 w 149"/>
                    <a:gd name="T35" fmla="*/ 309 h 320"/>
                    <a:gd name="T36" fmla="*/ 149 w 149"/>
                    <a:gd name="T37" fmla="*/ 266 h 320"/>
                    <a:gd name="T38" fmla="*/ 139 w 149"/>
                    <a:gd name="T39" fmla="*/ 256 h 320"/>
                    <a:gd name="T40" fmla="*/ 75 w 149"/>
                    <a:gd name="T41" fmla="*/ 21 h 320"/>
                    <a:gd name="T42" fmla="*/ 85 w 149"/>
                    <a:gd name="T43" fmla="*/ 32 h 320"/>
                    <a:gd name="T44" fmla="*/ 75 w 149"/>
                    <a:gd name="T45" fmla="*/ 42 h 320"/>
                    <a:gd name="T46" fmla="*/ 64 w 149"/>
                    <a:gd name="T47" fmla="*/ 32 h 320"/>
                    <a:gd name="T48" fmla="*/ 75 w 149"/>
                    <a:gd name="T49" fmla="*/ 21 h 320"/>
                    <a:gd name="T50" fmla="*/ 75 w 149"/>
                    <a:gd name="T51" fmla="*/ 64 h 320"/>
                    <a:gd name="T52" fmla="*/ 92 w 149"/>
                    <a:gd name="T53" fmla="*/ 74 h 320"/>
                    <a:gd name="T54" fmla="*/ 78 w 149"/>
                    <a:gd name="T55" fmla="*/ 88 h 320"/>
                    <a:gd name="T56" fmla="*/ 78 w 149"/>
                    <a:gd name="T57" fmla="*/ 103 h 320"/>
                    <a:gd name="T58" fmla="*/ 85 w 149"/>
                    <a:gd name="T59" fmla="*/ 106 h 320"/>
                    <a:gd name="T60" fmla="*/ 93 w 149"/>
                    <a:gd name="T61" fmla="*/ 103 h 320"/>
                    <a:gd name="T62" fmla="*/ 106 w 149"/>
                    <a:gd name="T63" fmla="*/ 90 h 320"/>
                    <a:gd name="T64" fmla="*/ 107 w 149"/>
                    <a:gd name="T65" fmla="*/ 96 h 320"/>
                    <a:gd name="T66" fmla="*/ 92 w 149"/>
                    <a:gd name="T67" fmla="*/ 128 h 320"/>
                    <a:gd name="T68" fmla="*/ 57 w 149"/>
                    <a:gd name="T69" fmla="*/ 128 h 320"/>
                    <a:gd name="T70" fmla="*/ 43 w 149"/>
                    <a:gd name="T71" fmla="*/ 96 h 320"/>
                    <a:gd name="T72" fmla="*/ 75 w 149"/>
                    <a:gd name="T73" fmla="*/ 64 h 320"/>
                    <a:gd name="T74" fmla="*/ 62 w 149"/>
                    <a:gd name="T75" fmla="*/ 149 h 320"/>
                    <a:gd name="T76" fmla="*/ 88 w 149"/>
                    <a:gd name="T77" fmla="*/ 149 h 320"/>
                    <a:gd name="T78" fmla="*/ 114 w 149"/>
                    <a:gd name="T79" fmla="*/ 256 h 320"/>
                    <a:gd name="T80" fmla="*/ 35 w 149"/>
                    <a:gd name="T81" fmla="*/ 256 h 320"/>
                    <a:gd name="T82" fmla="*/ 62 w 149"/>
                    <a:gd name="T83" fmla="*/ 149 h 320"/>
                    <a:gd name="T84" fmla="*/ 128 w 149"/>
                    <a:gd name="T85" fmla="*/ 298 h 320"/>
                    <a:gd name="T86" fmla="*/ 21 w 149"/>
                    <a:gd name="T87" fmla="*/ 298 h 320"/>
                    <a:gd name="T88" fmla="*/ 21 w 149"/>
                    <a:gd name="T89" fmla="*/ 277 h 320"/>
                    <a:gd name="T90" fmla="*/ 128 w 149"/>
                    <a:gd name="T91" fmla="*/ 277 h 320"/>
                    <a:gd name="T92" fmla="*/ 128 w 149"/>
                    <a:gd name="T93"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9" h="320">
                      <a:moveTo>
                        <a:pt x="139" y="256"/>
                      </a:moveTo>
                      <a:cubicBezTo>
                        <a:pt x="136" y="256"/>
                        <a:pt x="136" y="256"/>
                        <a:pt x="136" y="256"/>
                      </a:cubicBezTo>
                      <a:cubicBezTo>
                        <a:pt x="108" y="142"/>
                        <a:pt x="108" y="142"/>
                        <a:pt x="108" y="142"/>
                      </a:cubicBezTo>
                      <a:cubicBezTo>
                        <a:pt x="116" y="135"/>
                        <a:pt x="128" y="119"/>
                        <a:pt x="128" y="96"/>
                      </a:cubicBezTo>
                      <a:cubicBezTo>
                        <a:pt x="128" y="76"/>
                        <a:pt x="112" y="62"/>
                        <a:pt x="98" y="53"/>
                      </a:cubicBezTo>
                      <a:cubicBezTo>
                        <a:pt x="103" y="47"/>
                        <a:pt x="107" y="40"/>
                        <a:pt x="107" y="32"/>
                      </a:cubicBezTo>
                      <a:cubicBezTo>
                        <a:pt x="107" y="14"/>
                        <a:pt x="92" y="0"/>
                        <a:pt x="75" y="0"/>
                      </a:cubicBezTo>
                      <a:cubicBezTo>
                        <a:pt x="57" y="0"/>
                        <a:pt x="43" y="14"/>
                        <a:pt x="43" y="32"/>
                      </a:cubicBezTo>
                      <a:cubicBezTo>
                        <a:pt x="43" y="40"/>
                        <a:pt x="46" y="47"/>
                        <a:pt x="51" y="53"/>
                      </a:cubicBezTo>
                      <a:cubicBezTo>
                        <a:pt x="37" y="62"/>
                        <a:pt x="21" y="76"/>
                        <a:pt x="21" y="96"/>
                      </a:cubicBezTo>
                      <a:cubicBezTo>
                        <a:pt x="21" y="119"/>
                        <a:pt x="34" y="135"/>
                        <a:pt x="41" y="142"/>
                      </a:cubicBezTo>
                      <a:cubicBezTo>
                        <a:pt x="13" y="256"/>
                        <a:pt x="13" y="256"/>
                        <a:pt x="13" y="256"/>
                      </a:cubicBezTo>
                      <a:cubicBezTo>
                        <a:pt x="11" y="256"/>
                        <a:pt x="11" y="256"/>
                        <a:pt x="11" y="256"/>
                      </a:cubicBezTo>
                      <a:cubicBezTo>
                        <a:pt x="5" y="256"/>
                        <a:pt x="0" y="260"/>
                        <a:pt x="0" y="266"/>
                      </a:cubicBezTo>
                      <a:cubicBezTo>
                        <a:pt x="0" y="309"/>
                        <a:pt x="0" y="309"/>
                        <a:pt x="0" y="309"/>
                      </a:cubicBezTo>
                      <a:cubicBezTo>
                        <a:pt x="0" y="315"/>
                        <a:pt x="5" y="320"/>
                        <a:pt x="11" y="320"/>
                      </a:cubicBezTo>
                      <a:cubicBezTo>
                        <a:pt x="139" y="320"/>
                        <a:pt x="139" y="320"/>
                        <a:pt x="139" y="320"/>
                      </a:cubicBezTo>
                      <a:cubicBezTo>
                        <a:pt x="145" y="320"/>
                        <a:pt x="149" y="315"/>
                        <a:pt x="149" y="309"/>
                      </a:cubicBezTo>
                      <a:cubicBezTo>
                        <a:pt x="149" y="266"/>
                        <a:pt x="149" y="266"/>
                        <a:pt x="149" y="266"/>
                      </a:cubicBezTo>
                      <a:cubicBezTo>
                        <a:pt x="149" y="260"/>
                        <a:pt x="145" y="256"/>
                        <a:pt x="139" y="256"/>
                      </a:cubicBezTo>
                      <a:close/>
                      <a:moveTo>
                        <a:pt x="75" y="21"/>
                      </a:moveTo>
                      <a:cubicBezTo>
                        <a:pt x="81" y="21"/>
                        <a:pt x="85" y="26"/>
                        <a:pt x="85" y="32"/>
                      </a:cubicBezTo>
                      <a:cubicBezTo>
                        <a:pt x="85" y="38"/>
                        <a:pt x="81" y="42"/>
                        <a:pt x="75" y="42"/>
                      </a:cubicBezTo>
                      <a:cubicBezTo>
                        <a:pt x="69" y="42"/>
                        <a:pt x="64" y="38"/>
                        <a:pt x="64" y="32"/>
                      </a:cubicBezTo>
                      <a:cubicBezTo>
                        <a:pt x="64" y="26"/>
                        <a:pt x="69" y="21"/>
                        <a:pt x="75" y="21"/>
                      </a:cubicBezTo>
                      <a:close/>
                      <a:moveTo>
                        <a:pt x="75" y="64"/>
                      </a:moveTo>
                      <a:cubicBezTo>
                        <a:pt x="79" y="67"/>
                        <a:pt x="86" y="70"/>
                        <a:pt x="92" y="74"/>
                      </a:cubicBezTo>
                      <a:cubicBezTo>
                        <a:pt x="78" y="88"/>
                        <a:pt x="78" y="88"/>
                        <a:pt x="78" y="88"/>
                      </a:cubicBezTo>
                      <a:cubicBezTo>
                        <a:pt x="74" y="92"/>
                        <a:pt x="74" y="99"/>
                        <a:pt x="78" y="103"/>
                      </a:cubicBezTo>
                      <a:cubicBezTo>
                        <a:pt x="80" y="105"/>
                        <a:pt x="83" y="106"/>
                        <a:pt x="85" y="106"/>
                      </a:cubicBezTo>
                      <a:cubicBezTo>
                        <a:pt x="88" y="106"/>
                        <a:pt x="91" y="105"/>
                        <a:pt x="93" y="103"/>
                      </a:cubicBezTo>
                      <a:cubicBezTo>
                        <a:pt x="106" y="90"/>
                        <a:pt x="106" y="90"/>
                        <a:pt x="106" y="90"/>
                      </a:cubicBezTo>
                      <a:cubicBezTo>
                        <a:pt x="106" y="92"/>
                        <a:pt x="107" y="94"/>
                        <a:pt x="107" y="96"/>
                      </a:cubicBezTo>
                      <a:cubicBezTo>
                        <a:pt x="107" y="113"/>
                        <a:pt x="97" y="123"/>
                        <a:pt x="92" y="128"/>
                      </a:cubicBezTo>
                      <a:cubicBezTo>
                        <a:pt x="57" y="128"/>
                        <a:pt x="57" y="128"/>
                        <a:pt x="57" y="128"/>
                      </a:cubicBezTo>
                      <a:cubicBezTo>
                        <a:pt x="53" y="123"/>
                        <a:pt x="43" y="112"/>
                        <a:pt x="43" y="96"/>
                      </a:cubicBezTo>
                      <a:cubicBezTo>
                        <a:pt x="43" y="81"/>
                        <a:pt x="64" y="69"/>
                        <a:pt x="75" y="64"/>
                      </a:cubicBezTo>
                      <a:close/>
                      <a:moveTo>
                        <a:pt x="62" y="149"/>
                      </a:moveTo>
                      <a:cubicBezTo>
                        <a:pt x="88" y="149"/>
                        <a:pt x="88" y="149"/>
                        <a:pt x="88" y="149"/>
                      </a:cubicBezTo>
                      <a:cubicBezTo>
                        <a:pt x="114" y="256"/>
                        <a:pt x="114" y="256"/>
                        <a:pt x="114" y="256"/>
                      </a:cubicBezTo>
                      <a:cubicBezTo>
                        <a:pt x="35" y="256"/>
                        <a:pt x="35" y="256"/>
                        <a:pt x="35" y="256"/>
                      </a:cubicBezTo>
                      <a:lnTo>
                        <a:pt x="62" y="149"/>
                      </a:lnTo>
                      <a:close/>
                      <a:moveTo>
                        <a:pt x="128" y="298"/>
                      </a:moveTo>
                      <a:cubicBezTo>
                        <a:pt x="21" y="298"/>
                        <a:pt x="21" y="298"/>
                        <a:pt x="21" y="298"/>
                      </a:cubicBezTo>
                      <a:cubicBezTo>
                        <a:pt x="21" y="277"/>
                        <a:pt x="21" y="277"/>
                        <a:pt x="21" y="277"/>
                      </a:cubicBezTo>
                      <a:cubicBezTo>
                        <a:pt x="128" y="277"/>
                        <a:pt x="128" y="277"/>
                        <a:pt x="128" y="277"/>
                      </a:cubicBezTo>
                      <a:lnTo>
                        <a:pt x="128" y="29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36" name="Freeform 922"/>
                <p:cNvSpPr>
                  <a:spLocks noEditPoints="1"/>
                </p:cNvSpPr>
                <p:nvPr/>
              </p:nvSpPr>
              <p:spPr bwMode="auto">
                <a:xfrm>
                  <a:off x="5645" y="451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grpSp>
            <p:nvGrpSpPr>
              <p:cNvPr id="237" name="Group 541"/>
              <p:cNvGrpSpPr>
                <a:grpSpLocks noChangeAspect="1"/>
              </p:cNvGrpSpPr>
              <p:nvPr/>
            </p:nvGrpSpPr>
            <p:grpSpPr bwMode="auto">
              <a:xfrm>
                <a:off x="4868238" y="5350984"/>
                <a:ext cx="548640" cy="548640"/>
                <a:chOff x="5326" y="2494"/>
                <a:chExt cx="340" cy="340"/>
              </a:xfrm>
              <a:solidFill>
                <a:srgbClr val="004F59"/>
              </a:solidFill>
            </p:grpSpPr>
            <p:sp>
              <p:nvSpPr>
                <p:cNvPr id="238" name="Freeform 542"/>
                <p:cNvSpPr>
                  <a:spLocks noEditPoints="1"/>
                </p:cNvSpPr>
                <p:nvPr/>
              </p:nvSpPr>
              <p:spPr bwMode="auto">
                <a:xfrm>
                  <a:off x="5430" y="2558"/>
                  <a:ext cx="132" cy="212"/>
                </a:xfrm>
                <a:custGeom>
                  <a:avLst/>
                  <a:gdLst>
                    <a:gd name="T0" fmla="*/ 99 w 199"/>
                    <a:gd name="T1" fmla="*/ 0 h 320"/>
                    <a:gd name="T2" fmla="*/ 99 w 199"/>
                    <a:gd name="T3" fmla="*/ 0 h 320"/>
                    <a:gd name="T4" fmla="*/ 99 w 199"/>
                    <a:gd name="T5" fmla="*/ 0 h 320"/>
                    <a:gd name="T6" fmla="*/ 99 w 199"/>
                    <a:gd name="T7" fmla="*/ 0 h 320"/>
                    <a:gd name="T8" fmla="*/ 98 w 199"/>
                    <a:gd name="T9" fmla="*/ 0 h 320"/>
                    <a:gd name="T10" fmla="*/ 0 w 199"/>
                    <a:gd name="T11" fmla="*/ 95 h 320"/>
                    <a:gd name="T12" fmla="*/ 19 w 199"/>
                    <a:gd name="T13" fmla="*/ 158 h 320"/>
                    <a:gd name="T14" fmla="*/ 45 w 199"/>
                    <a:gd name="T15" fmla="*/ 213 h 320"/>
                    <a:gd name="T16" fmla="*/ 45 w 199"/>
                    <a:gd name="T17" fmla="*/ 245 h 320"/>
                    <a:gd name="T18" fmla="*/ 46 w 199"/>
                    <a:gd name="T19" fmla="*/ 246 h 320"/>
                    <a:gd name="T20" fmla="*/ 45 w 199"/>
                    <a:gd name="T21" fmla="*/ 247 h 320"/>
                    <a:gd name="T22" fmla="*/ 56 w 199"/>
                    <a:gd name="T23" fmla="*/ 311 h 320"/>
                    <a:gd name="T24" fmla="*/ 67 w 199"/>
                    <a:gd name="T25" fmla="*/ 320 h 320"/>
                    <a:gd name="T26" fmla="*/ 131 w 199"/>
                    <a:gd name="T27" fmla="*/ 320 h 320"/>
                    <a:gd name="T28" fmla="*/ 141 w 199"/>
                    <a:gd name="T29" fmla="*/ 311 h 320"/>
                    <a:gd name="T30" fmla="*/ 152 w 199"/>
                    <a:gd name="T31" fmla="*/ 247 h 320"/>
                    <a:gd name="T32" fmla="*/ 152 w 199"/>
                    <a:gd name="T33" fmla="*/ 246 h 320"/>
                    <a:gd name="T34" fmla="*/ 152 w 199"/>
                    <a:gd name="T35" fmla="*/ 245 h 320"/>
                    <a:gd name="T36" fmla="*/ 152 w 199"/>
                    <a:gd name="T37" fmla="*/ 213 h 320"/>
                    <a:gd name="T38" fmla="*/ 179 w 199"/>
                    <a:gd name="T39" fmla="*/ 158 h 320"/>
                    <a:gd name="T40" fmla="*/ 199 w 199"/>
                    <a:gd name="T41" fmla="*/ 95 h 320"/>
                    <a:gd name="T42" fmla="*/ 99 w 199"/>
                    <a:gd name="T43" fmla="*/ 0 h 320"/>
                    <a:gd name="T44" fmla="*/ 122 w 199"/>
                    <a:gd name="T45" fmla="*/ 298 h 320"/>
                    <a:gd name="T46" fmla="*/ 76 w 199"/>
                    <a:gd name="T47" fmla="*/ 298 h 320"/>
                    <a:gd name="T48" fmla="*/ 69 w 199"/>
                    <a:gd name="T49" fmla="*/ 256 h 320"/>
                    <a:gd name="T50" fmla="*/ 129 w 199"/>
                    <a:gd name="T51" fmla="*/ 256 h 320"/>
                    <a:gd name="T52" fmla="*/ 122 w 199"/>
                    <a:gd name="T53" fmla="*/ 298 h 320"/>
                    <a:gd name="T54" fmla="*/ 161 w 199"/>
                    <a:gd name="T55" fmla="*/ 147 h 320"/>
                    <a:gd name="T56" fmla="*/ 131 w 199"/>
                    <a:gd name="T57" fmla="*/ 213 h 320"/>
                    <a:gd name="T58" fmla="*/ 131 w 199"/>
                    <a:gd name="T59" fmla="*/ 234 h 320"/>
                    <a:gd name="T60" fmla="*/ 109 w 199"/>
                    <a:gd name="T61" fmla="*/ 234 h 320"/>
                    <a:gd name="T62" fmla="*/ 109 w 199"/>
                    <a:gd name="T63" fmla="*/ 153 h 320"/>
                    <a:gd name="T64" fmla="*/ 128 w 199"/>
                    <a:gd name="T65" fmla="*/ 135 h 320"/>
                    <a:gd name="T66" fmla="*/ 128 w 199"/>
                    <a:gd name="T67" fmla="*/ 120 h 320"/>
                    <a:gd name="T68" fmla="*/ 112 w 199"/>
                    <a:gd name="T69" fmla="*/ 120 h 320"/>
                    <a:gd name="T70" fmla="*/ 99 w 199"/>
                    <a:gd name="T71" fmla="*/ 134 h 320"/>
                    <a:gd name="T72" fmla="*/ 85 w 199"/>
                    <a:gd name="T73" fmla="*/ 120 h 320"/>
                    <a:gd name="T74" fmla="*/ 70 w 199"/>
                    <a:gd name="T75" fmla="*/ 120 h 320"/>
                    <a:gd name="T76" fmla="*/ 70 w 199"/>
                    <a:gd name="T77" fmla="*/ 135 h 320"/>
                    <a:gd name="T78" fmla="*/ 88 w 199"/>
                    <a:gd name="T79" fmla="*/ 153 h 320"/>
                    <a:gd name="T80" fmla="*/ 88 w 199"/>
                    <a:gd name="T81" fmla="*/ 234 h 320"/>
                    <a:gd name="T82" fmla="*/ 67 w 199"/>
                    <a:gd name="T83" fmla="*/ 234 h 320"/>
                    <a:gd name="T84" fmla="*/ 67 w 199"/>
                    <a:gd name="T85" fmla="*/ 213 h 320"/>
                    <a:gd name="T86" fmla="*/ 37 w 199"/>
                    <a:gd name="T87" fmla="*/ 146 h 320"/>
                    <a:gd name="T88" fmla="*/ 21 w 199"/>
                    <a:gd name="T89" fmla="*/ 95 h 320"/>
                    <a:gd name="T90" fmla="*/ 99 w 199"/>
                    <a:gd name="T91" fmla="*/ 21 h 320"/>
                    <a:gd name="T92" fmla="*/ 177 w 199"/>
                    <a:gd name="T93" fmla="*/ 95 h 320"/>
                    <a:gd name="T94" fmla="*/ 161 w 199"/>
                    <a:gd name="T95" fmla="*/ 14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 h="320">
                      <a:moveTo>
                        <a:pt x="99" y="0"/>
                      </a:moveTo>
                      <a:cubicBezTo>
                        <a:pt x="99" y="0"/>
                        <a:pt x="99" y="0"/>
                        <a:pt x="99" y="0"/>
                      </a:cubicBezTo>
                      <a:cubicBezTo>
                        <a:pt x="99" y="0"/>
                        <a:pt x="99" y="0"/>
                        <a:pt x="99" y="0"/>
                      </a:cubicBezTo>
                      <a:cubicBezTo>
                        <a:pt x="99" y="0"/>
                        <a:pt x="99" y="0"/>
                        <a:pt x="99" y="0"/>
                      </a:cubicBezTo>
                      <a:cubicBezTo>
                        <a:pt x="99" y="0"/>
                        <a:pt x="99" y="0"/>
                        <a:pt x="98" y="0"/>
                      </a:cubicBezTo>
                      <a:cubicBezTo>
                        <a:pt x="45" y="0"/>
                        <a:pt x="0" y="44"/>
                        <a:pt x="0" y="95"/>
                      </a:cubicBezTo>
                      <a:cubicBezTo>
                        <a:pt x="0" y="129"/>
                        <a:pt x="18" y="157"/>
                        <a:pt x="19" y="158"/>
                      </a:cubicBezTo>
                      <a:cubicBezTo>
                        <a:pt x="32" y="179"/>
                        <a:pt x="45" y="206"/>
                        <a:pt x="45" y="213"/>
                      </a:cubicBezTo>
                      <a:cubicBezTo>
                        <a:pt x="45" y="245"/>
                        <a:pt x="45" y="245"/>
                        <a:pt x="45" y="245"/>
                      </a:cubicBezTo>
                      <a:cubicBezTo>
                        <a:pt x="45" y="245"/>
                        <a:pt x="45" y="246"/>
                        <a:pt x="46" y="246"/>
                      </a:cubicBezTo>
                      <a:cubicBezTo>
                        <a:pt x="46" y="246"/>
                        <a:pt x="45" y="246"/>
                        <a:pt x="45" y="247"/>
                      </a:cubicBezTo>
                      <a:cubicBezTo>
                        <a:pt x="56" y="311"/>
                        <a:pt x="56" y="311"/>
                        <a:pt x="56" y="311"/>
                      </a:cubicBezTo>
                      <a:cubicBezTo>
                        <a:pt x="57" y="316"/>
                        <a:pt x="61" y="320"/>
                        <a:pt x="67" y="320"/>
                      </a:cubicBezTo>
                      <a:cubicBezTo>
                        <a:pt x="131" y="320"/>
                        <a:pt x="131" y="320"/>
                        <a:pt x="131" y="320"/>
                      </a:cubicBezTo>
                      <a:cubicBezTo>
                        <a:pt x="136" y="320"/>
                        <a:pt x="140" y="316"/>
                        <a:pt x="141" y="311"/>
                      </a:cubicBezTo>
                      <a:cubicBezTo>
                        <a:pt x="152" y="247"/>
                        <a:pt x="152" y="247"/>
                        <a:pt x="152" y="247"/>
                      </a:cubicBezTo>
                      <a:cubicBezTo>
                        <a:pt x="152" y="246"/>
                        <a:pt x="152" y="246"/>
                        <a:pt x="152" y="246"/>
                      </a:cubicBezTo>
                      <a:cubicBezTo>
                        <a:pt x="152" y="246"/>
                        <a:pt x="152" y="245"/>
                        <a:pt x="152" y="245"/>
                      </a:cubicBezTo>
                      <a:cubicBezTo>
                        <a:pt x="152" y="213"/>
                        <a:pt x="152" y="213"/>
                        <a:pt x="152" y="213"/>
                      </a:cubicBezTo>
                      <a:cubicBezTo>
                        <a:pt x="152" y="206"/>
                        <a:pt x="166" y="179"/>
                        <a:pt x="179" y="158"/>
                      </a:cubicBezTo>
                      <a:cubicBezTo>
                        <a:pt x="180" y="157"/>
                        <a:pt x="199" y="129"/>
                        <a:pt x="199" y="95"/>
                      </a:cubicBezTo>
                      <a:cubicBezTo>
                        <a:pt x="199" y="44"/>
                        <a:pt x="153" y="0"/>
                        <a:pt x="99" y="0"/>
                      </a:cubicBezTo>
                      <a:close/>
                      <a:moveTo>
                        <a:pt x="122" y="298"/>
                      </a:moveTo>
                      <a:cubicBezTo>
                        <a:pt x="76" y="298"/>
                        <a:pt x="76" y="298"/>
                        <a:pt x="76" y="298"/>
                      </a:cubicBezTo>
                      <a:cubicBezTo>
                        <a:pt x="69" y="256"/>
                        <a:pt x="69" y="256"/>
                        <a:pt x="69" y="256"/>
                      </a:cubicBezTo>
                      <a:cubicBezTo>
                        <a:pt x="129" y="256"/>
                        <a:pt x="129" y="256"/>
                        <a:pt x="129" y="256"/>
                      </a:cubicBezTo>
                      <a:lnTo>
                        <a:pt x="122" y="298"/>
                      </a:lnTo>
                      <a:close/>
                      <a:moveTo>
                        <a:pt x="161" y="147"/>
                      </a:moveTo>
                      <a:cubicBezTo>
                        <a:pt x="154" y="158"/>
                        <a:pt x="131" y="196"/>
                        <a:pt x="131" y="213"/>
                      </a:cubicBezTo>
                      <a:cubicBezTo>
                        <a:pt x="131" y="234"/>
                        <a:pt x="131" y="234"/>
                        <a:pt x="131" y="234"/>
                      </a:cubicBezTo>
                      <a:cubicBezTo>
                        <a:pt x="109" y="234"/>
                        <a:pt x="109" y="234"/>
                        <a:pt x="109" y="234"/>
                      </a:cubicBezTo>
                      <a:cubicBezTo>
                        <a:pt x="109" y="153"/>
                        <a:pt x="109" y="153"/>
                        <a:pt x="109" y="153"/>
                      </a:cubicBezTo>
                      <a:cubicBezTo>
                        <a:pt x="128" y="135"/>
                        <a:pt x="128" y="135"/>
                        <a:pt x="128" y="135"/>
                      </a:cubicBezTo>
                      <a:cubicBezTo>
                        <a:pt x="132" y="131"/>
                        <a:pt x="132" y="124"/>
                        <a:pt x="128" y="120"/>
                      </a:cubicBezTo>
                      <a:cubicBezTo>
                        <a:pt x="123" y="116"/>
                        <a:pt x="117" y="116"/>
                        <a:pt x="112" y="120"/>
                      </a:cubicBezTo>
                      <a:cubicBezTo>
                        <a:pt x="99" y="134"/>
                        <a:pt x="99" y="134"/>
                        <a:pt x="99" y="134"/>
                      </a:cubicBezTo>
                      <a:cubicBezTo>
                        <a:pt x="85" y="120"/>
                        <a:pt x="85" y="120"/>
                        <a:pt x="85" y="120"/>
                      </a:cubicBezTo>
                      <a:cubicBezTo>
                        <a:pt x="81" y="116"/>
                        <a:pt x="74" y="116"/>
                        <a:pt x="70" y="120"/>
                      </a:cubicBezTo>
                      <a:cubicBezTo>
                        <a:pt x="66" y="124"/>
                        <a:pt x="66" y="131"/>
                        <a:pt x="70" y="135"/>
                      </a:cubicBezTo>
                      <a:cubicBezTo>
                        <a:pt x="88" y="153"/>
                        <a:pt x="88" y="153"/>
                        <a:pt x="88" y="153"/>
                      </a:cubicBezTo>
                      <a:cubicBezTo>
                        <a:pt x="88" y="234"/>
                        <a:pt x="88" y="234"/>
                        <a:pt x="88" y="234"/>
                      </a:cubicBezTo>
                      <a:cubicBezTo>
                        <a:pt x="67" y="234"/>
                        <a:pt x="67" y="234"/>
                        <a:pt x="67" y="234"/>
                      </a:cubicBezTo>
                      <a:cubicBezTo>
                        <a:pt x="67" y="213"/>
                        <a:pt x="67" y="213"/>
                        <a:pt x="67" y="213"/>
                      </a:cubicBezTo>
                      <a:cubicBezTo>
                        <a:pt x="67" y="196"/>
                        <a:pt x="44" y="158"/>
                        <a:pt x="37" y="146"/>
                      </a:cubicBezTo>
                      <a:cubicBezTo>
                        <a:pt x="37" y="146"/>
                        <a:pt x="21" y="123"/>
                        <a:pt x="21" y="95"/>
                      </a:cubicBezTo>
                      <a:cubicBezTo>
                        <a:pt x="21" y="55"/>
                        <a:pt x="57" y="21"/>
                        <a:pt x="99" y="21"/>
                      </a:cubicBezTo>
                      <a:cubicBezTo>
                        <a:pt x="141" y="21"/>
                        <a:pt x="177" y="55"/>
                        <a:pt x="177" y="95"/>
                      </a:cubicBezTo>
                      <a:cubicBezTo>
                        <a:pt x="177" y="122"/>
                        <a:pt x="161" y="146"/>
                        <a:pt x="161"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sp>
              <p:nvSpPr>
                <p:cNvPr id="239" name="Freeform 543"/>
                <p:cNvSpPr>
                  <a:spLocks noEditPoints="1"/>
                </p:cNvSpPr>
                <p:nvPr/>
              </p:nvSpPr>
              <p:spPr bwMode="auto">
                <a:xfrm>
                  <a:off x="5326" y="249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black"/>
                    </a:solidFill>
                    <a:latin typeface="Aptos" panose="020B0004020202020204" pitchFamily="34" charset="0"/>
                  </a:endParaRPr>
                </a:p>
              </p:txBody>
            </p:sp>
          </p:grpSp>
          <p:sp>
            <p:nvSpPr>
              <p:cNvPr id="240" name="Rectangle 239"/>
              <p:cNvSpPr/>
              <p:nvPr/>
            </p:nvSpPr>
            <p:spPr>
              <a:xfrm>
                <a:off x="5753410" y="4132395"/>
                <a:ext cx="1333794" cy="287089"/>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p:txBody>
          </p:sp>
          <p:sp>
            <p:nvSpPr>
              <p:cNvPr id="241" name="Rectangle 240"/>
              <p:cNvSpPr/>
              <p:nvPr/>
            </p:nvSpPr>
            <p:spPr>
              <a:xfrm>
                <a:off x="2656041" y="4315733"/>
                <a:ext cx="1333794" cy="287089"/>
              </a:xfrm>
              <a:prstGeom prst="rect">
                <a:avLst/>
              </a:prstGeom>
            </p:spPr>
            <p:txBody>
              <a:bodyPr wrap="square">
                <a:spAutoFit/>
              </a:bodyPr>
              <a:lstStyle/>
              <a:p>
                <a:pPr algn="ctr" defTabSz="742969">
                  <a:defRPr/>
                </a:pPr>
                <a:r>
                  <a:rPr lang="en-US" sz="800" b="1" dirty="0">
                    <a:solidFill>
                      <a:prstClr val="black"/>
                    </a:solidFill>
                    <a:latin typeface="Aptos" panose="020B0004020202020204" pitchFamily="34" charset="0"/>
                  </a:rPr>
                  <a:t>Lorem ipsum</a:t>
                </a:r>
              </a:p>
            </p:txBody>
          </p:sp>
        </p:grpSp>
      </p:grpSp>
      <p:sp>
        <p:nvSpPr>
          <p:cNvPr id="4" name="Title 3">
            <a:extLst>
              <a:ext uri="{FF2B5EF4-FFF2-40B4-BE49-F238E27FC236}">
                <a16:creationId xmlns:a16="http://schemas.microsoft.com/office/drawing/2014/main" id="{78AA74D5-B70F-3942-90E8-2A3CC45AEDC6}"/>
              </a:ext>
            </a:extLst>
          </p:cNvPr>
          <p:cNvSpPr>
            <a:spLocks noGrp="1"/>
          </p:cNvSpPr>
          <p:nvPr>
            <p:ph type="title"/>
          </p:nvPr>
        </p:nvSpPr>
        <p:spPr/>
        <p:txBody>
          <a:bodyPr/>
          <a:lstStyle/>
          <a:p>
            <a:r>
              <a:rPr lang="en-US" dirty="0"/>
              <a:t>Progressive wheel x6</a:t>
            </a:r>
          </a:p>
        </p:txBody>
      </p:sp>
    </p:spTree>
    <p:extLst>
      <p:ext uri="{BB962C8B-B14F-4D97-AF65-F5344CB8AC3E}">
        <p14:creationId xmlns:p14="http://schemas.microsoft.com/office/powerpoint/2010/main" val="2423905262"/>
      </p:ext>
    </p:extLst>
  </p:cSld>
  <p:clrMapOvr>
    <a:masterClrMapping/>
  </p:clrMapOvr>
  <p:transition>
    <p:fade/>
  </p:transition>
</p:sld>
</file>

<file path=ppt/slides/slide2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8" name="Reference" hidden="1"/>
          <p:cNvSpPr/>
          <p:nvPr/>
        </p:nvSpPr>
        <p:spPr bwMode="gray">
          <a:xfrm>
            <a:off x="2724150" y="1200150"/>
            <a:ext cx="4457700" cy="4457700"/>
          </a:xfrm>
          <a:custGeom>
            <a:avLst/>
            <a:gdLst>
              <a:gd name="connsiteX0" fmla="*/ 2743201 w 5486400"/>
              <a:gd name="connsiteY0" fmla="*/ 1795750 h 5486400"/>
              <a:gd name="connsiteX1" fmla="*/ 1795750 w 5486400"/>
              <a:gd name="connsiteY1" fmla="*/ 2743201 h 5486400"/>
              <a:gd name="connsiteX2" fmla="*/ 2743201 w 5486400"/>
              <a:gd name="connsiteY2" fmla="*/ 3690652 h 5486400"/>
              <a:gd name="connsiteX3" fmla="*/ 3690652 w 5486400"/>
              <a:gd name="connsiteY3" fmla="*/ 2743201 h 5486400"/>
              <a:gd name="connsiteX4" fmla="*/ 2743201 w 5486400"/>
              <a:gd name="connsiteY4" fmla="*/ 1795750 h 5486400"/>
              <a:gd name="connsiteX5" fmla="*/ 2743200 w 5486400"/>
              <a:gd name="connsiteY5" fmla="*/ 0 h 5486400"/>
              <a:gd name="connsiteX6" fmla="*/ 5486400 w 5486400"/>
              <a:gd name="connsiteY6" fmla="*/ 2743200 h 5486400"/>
              <a:gd name="connsiteX7" fmla="*/ 2743200 w 5486400"/>
              <a:gd name="connsiteY7" fmla="*/ 5486400 h 5486400"/>
              <a:gd name="connsiteX8" fmla="*/ 0 w 5486400"/>
              <a:gd name="connsiteY8" fmla="*/ 2743200 h 5486400"/>
              <a:gd name="connsiteX9" fmla="*/ 2743200 w 5486400"/>
              <a:gd name="connsiteY9"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86400" h="5486400">
                <a:moveTo>
                  <a:pt x="2743201" y="1795750"/>
                </a:moveTo>
                <a:cubicBezTo>
                  <a:pt x="2219938" y="1795750"/>
                  <a:pt x="1795750" y="2219938"/>
                  <a:pt x="1795750" y="2743201"/>
                </a:cubicBezTo>
                <a:cubicBezTo>
                  <a:pt x="1795750" y="3266464"/>
                  <a:pt x="2219938" y="3690652"/>
                  <a:pt x="2743201" y="3690652"/>
                </a:cubicBezTo>
                <a:cubicBezTo>
                  <a:pt x="3266464" y="3690652"/>
                  <a:pt x="3690652" y="3266464"/>
                  <a:pt x="3690652" y="2743201"/>
                </a:cubicBezTo>
                <a:cubicBezTo>
                  <a:pt x="3690652" y="2219938"/>
                  <a:pt x="3266464" y="1795750"/>
                  <a:pt x="2743201" y="1795750"/>
                </a:cubicBezTo>
                <a:close/>
                <a:moveTo>
                  <a:pt x="2743200" y="0"/>
                </a:moveTo>
                <a:cubicBezTo>
                  <a:pt x="4258228" y="0"/>
                  <a:pt x="5486400" y="1228172"/>
                  <a:pt x="5486400" y="2743200"/>
                </a:cubicBezTo>
                <a:cubicBezTo>
                  <a:pt x="5486400" y="4258228"/>
                  <a:pt x="4258228" y="5486400"/>
                  <a:pt x="2743200" y="5486400"/>
                </a:cubicBezTo>
                <a:cubicBezTo>
                  <a:pt x="1228172" y="5486400"/>
                  <a:pt x="0" y="4258228"/>
                  <a:pt x="0" y="2743200"/>
                </a:cubicBezTo>
                <a:cubicBezTo>
                  <a:pt x="0" y="1228172"/>
                  <a:pt x="1228172" y="0"/>
                  <a:pt x="2743200" y="0"/>
                </a:cubicBezTo>
                <a:close/>
              </a:path>
            </a:pathLst>
          </a:custGeom>
          <a:solidFill>
            <a:schemeClr val="accent1"/>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Calibri Light"/>
            </a:endParaRPr>
          </a:p>
        </p:txBody>
      </p:sp>
      <p:sp>
        <p:nvSpPr>
          <p:cNvPr id="6" name="Title 5">
            <a:extLst>
              <a:ext uri="{FF2B5EF4-FFF2-40B4-BE49-F238E27FC236}">
                <a16:creationId xmlns:a16="http://schemas.microsoft.com/office/drawing/2014/main" id="{739DE8EB-FED8-9540-902A-68501CF27547}"/>
              </a:ext>
            </a:extLst>
          </p:cNvPr>
          <p:cNvSpPr>
            <a:spLocks noGrp="1"/>
          </p:cNvSpPr>
          <p:nvPr>
            <p:ph type="title"/>
          </p:nvPr>
        </p:nvSpPr>
        <p:spPr/>
        <p:txBody>
          <a:bodyPr/>
          <a:lstStyle/>
          <a:p>
            <a:r>
              <a:rPr lang="en-US" dirty="0"/>
              <a:t>Progressive wheel x6</a:t>
            </a:r>
          </a:p>
        </p:txBody>
      </p:sp>
      <p:grpSp>
        <p:nvGrpSpPr>
          <p:cNvPr id="59" name="Group 58"/>
          <p:cNvGrpSpPr/>
          <p:nvPr/>
        </p:nvGrpSpPr>
        <p:grpSpPr>
          <a:xfrm>
            <a:off x="2573303" y="1322972"/>
            <a:ext cx="4834663" cy="4914419"/>
            <a:chOff x="1372796" y="182255"/>
            <a:chExt cx="6383503" cy="6488810"/>
          </a:xfrm>
        </p:grpSpPr>
        <p:grpSp>
          <p:nvGrpSpPr>
            <p:cNvPr id="60" name="Group 59"/>
            <p:cNvGrpSpPr/>
            <p:nvPr/>
          </p:nvGrpSpPr>
          <p:grpSpPr>
            <a:xfrm rot="1800000" flipV="1">
              <a:off x="3928321" y="4294967"/>
              <a:ext cx="2292286" cy="2376098"/>
              <a:chOff x="4904176" y="720729"/>
              <a:chExt cx="2292286" cy="2376098"/>
            </a:xfrm>
          </p:grpSpPr>
          <p:sp>
            <p:nvSpPr>
              <p:cNvPr id="111" name="Freeform 110"/>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chemeClr val="accent2"/>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12" name="Isosceles Triangle 111"/>
              <p:cNvSpPr/>
              <p:nvPr/>
            </p:nvSpPr>
            <p:spPr bwMode="gray">
              <a:xfrm rot="17350313">
                <a:off x="5298149" y="722287"/>
                <a:ext cx="167617" cy="164502"/>
              </a:xfrm>
              <a:prstGeom prst="triangle">
                <a:avLst/>
              </a:prstGeom>
              <a:solidFill>
                <a:schemeClr val="bg1"/>
              </a:solidFill>
              <a:ln w="28575" algn="ctr">
                <a:solidFill>
                  <a:schemeClr val="accent2"/>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13" name="Oval 112"/>
              <p:cNvSpPr/>
              <p:nvPr/>
            </p:nvSpPr>
            <p:spPr bwMode="gray">
              <a:xfrm>
                <a:off x="5264934" y="990981"/>
                <a:ext cx="97182" cy="97182"/>
              </a:xfrm>
              <a:prstGeom prst="ellipse">
                <a:avLst/>
              </a:prstGeom>
              <a:solidFill>
                <a:schemeClr val="bg1"/>
              </a:solidFill>
              <a:ln w="28575" algn="ctr">
                <a:solidFill>
                  <a:schemeClr val="accent2"/>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61" name="Group 60"/>
            <p:cNvGrpSpPr/>
            <p:nvPr/>
          </p:nvGrpSpPr>
          <p:grpSpPr>
            <a:xfrm>
              <a:off x="1372796" y="182255"/>
              <a:ext cx="6383503" cy="5881668"/>
              <a:chOff x="1372796" y="182255"/>
              <a:chExt cx="6383503" cy="5881668"/>
            </a:xfrm>
          </p:grpSpPr>
          <p:grpSp>
            <p:nvGrpSpPr>
              <p:cNvPr id="62" name="Group 61"/>
              <p:cNvGrpSpPr/>
              <p:nvPr/>
            </p:nvGrpSpPr>
            <p:grpSpPr>
              <a:xfrm rot="19800000" flipV="1">
                <a:off x="5464013" y="2812992"/>
                <a:ext cx="2292286" cy="2376098"/>
                <a:chOff x="4904176" y="720729"/>
                <a:chExt cx="2292286" cy="2376098"/>
              </a:xfrm>
            </p:grpSpPr>
            <p:sp>
              <p:nvSpPr>
                <p:cNvPr id="108" name="Freeform 107"/>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rgbClr val="C4D600"/>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09" name="Isosceles Triangle 108"/>
                <p:cNvSpPr/>
                <p:nvPr/>
              </p:nvSpPr>
              <p:spPr bwMode="gray">
                <a:xfrm rot="17350313">
                  <a:off x="5298149" y="722287"/>
                  <a:ext cx="167617" cy="164502"/>
                </a:xfrm>
                <a:prstGeom prst="triangle">
                  <a:avLst/>
                </a:prstGeom>
                <a:solidFill>
                  <a:schemeClr val="bg1"/>
                </a:solidFill>
                <a:ln w="28575" algn="ctr">
                  <a:solidFill>
                    <a:srgbClr val="C4D600"/>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10" name="Oval 109"/>
                <p:cNvSpPr/>
                <p:nvPr/>
              </p:nvSpPr>
              <p:spPr bwMode="gray">
                <a:xfrm>
                  <a:off x="5264934" y="990981"/>
                  <a:ext cx="97182" cy="97182"/>
                </a:xfrm>
                <a:prstGeom prst="ellipse">
                  <a:avLst/>
                </a:prstGeom>
                <a:solidFill>
                  <a:schemeClr val="bg1"/>
                </a:solidFill>
                <a:ln w="28575" algn="ctr">
                  <a:solidFill>
                    <a:srgbClr val="C4D600"/>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63" name="Group 62"/>
              <p:cNvGrpSpPr/>
              <p:nvPr/>
            </p:nvGrpSpPr>
            <p:grpSpPr>
              <a:xfrm rot="16200000" flipV="1">
                <a:off x="4942993" y="747491"/>
                <a:ext cx="2292286" cy="2376098"/>
                <a:chOff x="4904176" y="720729"/>
                <a:chExt cx="2292286" cy="2376098"/>
              </a:xfrm>
            </p:grpSpPr>
            <p:sp>
              <p:nvSpPr>
                <p:cNvPr id="105" name="Freeform 104"/>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06" name="Isosceles Triangle 105"/>
                <p:cNvSpPr/>
                <p:nvPr/>
              </p:nvSpPr>
              <p:spPr bwMode="gray">
                <a:xfrm rot="17350313">
                  <a:off x="5298149" y="722287"/>
                  <a:ext cx="167617" cy="164502"/>
                </a:xfrm>
                <a:prstGeom prst="triangle">
                  <a:avLst/>
                </a:prstGeom>
                <a:solidFill>
                  <a:schemeClr val="bg1"/>
                </a:solid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07" name="Oval 106"/>
                <p:cNvSpPr/>
                <p:nvPr/>
              </p:nvSpPr>
              <p:spPr bwMode="gray">
                <a:xfrm>
                  <a:off x="5264934" y="990981"/>
                  <a:ext cx="97182" cy="97182"/>
                </a:xfrm>
                <a:prstGeom prst="ellipse">
                  <a:avLst/>
                </a:prstGeom>
                <a:solidFill>
                  <a:schemeClr val="bg1"/>
                </a:solid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64" name="Group 63"/>
              <p:cNvGrpSpPr/>
              <p:nvPr/>
            </p:nvGrpSpPr>
            <p:grpSpPr>
              <a:xfrm rot="1800000" flipH="1">
                <a:off x="2908488" y="182255"/>
                <a:ext cx="2292286" cy="2376098"/>
                <a:chOff x="4904176" y="720729"/>
                <a:chExt cx="2292286" cy="2376098"/>
              </a:xfrm>
            </p:grpSpPr>
            <p:sp>
              <p:nvSpPr>
                <p:cNvPr id="102" name="Freeform 101"/>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chemeClr val="accent2"/>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03" name="Isosceles Triangle 102"/>
                <p:cNvSpPr/>
                <p:nvPr/>
              </p:nvSpPr>
              <p:spPr bwMode="gray">
                <a:xfrm rot="17350313">
                  <a:off x="5298149" y="722287"/>
                  <a:ext cx="167617" cy="164502"/>
                </a:xfrm>
                <a:prstGeom prst="triangle">
                  <a:avLst/>
                </a:prstGeom>
                <a:solidFill>
                  <a:schemeClr val="bg1"/>
                </a:solidFill>
                <a:ln w="28575" algn="ctr">
                  <a:solidFill>
                    <a:schemeClr val="accent2"/>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04" name="Oval 103"/>
                <p:cNvSpPr/>
                <p:nvPr/>
              </p:nvSpPr>
              <p:spPr bwMode="gray">
                <a:xfrm>
                  <a:off x="5264934" y="990981"/>
                  <a:ext cx="97182" cy="97182"/>
                </a:xfrm>
                <a:prstGeom prst="ellipse">
                  <a:avLst/>
                </a:prstGeom>
                <a:solidFill>
                  <a:schemeClr val="bg1"/>
                </a:solidFill>
                <a:ln w="28575" algn="ctr">
                  <a:solidFill>
                    <a:schemeClr val="accent2"/>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65" name="Group 64"/>
              <p:cNvGrpSpPr/>
              <p:nvPr/>
            </p:nvGrpSpPr>
            <p:grpSpPr>
              <a:xfrm rot="19800000" flipH="1">
                <a:off x="1372796" y="1664230"/>
                <a:ext cx="2292286" cy="2376098"/>
                <a:chOff x="4904176" y="720729"/>
                <a:chExt cx="2292286" cy="2376098"/>
              </a:xfrm>
            </p:grpSpPr>
            <p:sp>
              <p:nvSpPr>
                <p:cNvPr id="99" name="Freeform 98"/>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rgbClr val="C4D600"/>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00" name="Isosceles Triangle 99"/>
                <p:cNvSpPr/>
                <p:nvPr/>
              </p:nvSpPr>
              <p:spPr bwMode="gray">
                <a:xfrm rot="17350313">
                  <a:off x="5298149" y="722287"/>
                  <a:ext cx="167617" cy="164502"/>
                </a:xfrm>
                <a:prstGeom prst="triangle">
                  <a:avLst/>
                </a:prstGeom>
                <a:solidFill>
                  <a:schemeClr val="bg1"/>
                </a:solidFill>
                <a:ln w="28575" algn="ctr">
                  <a:solidFill>
                    <a:srgbClr val="C4D600"/>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101" name="Oval 100"/>
                <p:cNvSpPr/>
                <p:nvPr/>
              </p:nvSpPr>
              <p:spPr bwMode="gray">
                <a:xfrm>
                  <a:off x="5264934" y="990981"/>
                  <a:ext cx="97182" cy="97182"/>
                </a:xfrm>
                <a:prstGeom prst="ellipse">
                  <a:avLst/>
                </a:prstGeom>
                <a:solidFill>
                  <a:schemeClr val="bg1"/>
                </a:solidFill>
                <a:ln w="28575" algn="ctr">
                  <a:solidFill>
                    <a:srgbClr val="C4D600"/>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grpSp>
            <p:nvGrpSpPr>
              <p:cNvPr id="66" name="Group 65"/>
              <p:cNvGrpSpPr/>
              <p:nvPr/>
            </p:nvGrpSpPr>
            <p:grpSpPr>
              <a:xfrm rot="16200000" flipH="1">
                <a:off x="1893816" y="3729731"/>
                <a:ext cx="2292286" cy="2376098"/>
                <a:chOff x="4904176" y="720729"/>
                <a:chExt cx="2292286" cy="2376098"/>
              </a:xfrm>
            </p:grpSpPr>
            <p:sp>
              <p:nvSpPr>
                <p:cNvPr id="96" name="Freeform 95"/>
                <p:cNvSpPr/>
                <p:nvPr/>
              </p:nvSpPr>
              <p:spPr bwMode="gray">
                <a:xfrm>
                  <a:off x="4904176" y="804538"/>
                  <a:ext cx="2292286" cy="2292289"/>
                </a:xfrm>
                <a:custGeom>
                  <a:avLst/>
                  <a:gdLst>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65713 w 2292286"/>
                    <a:gd name="connsiteY8" fmla="*/ 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557153 w 2292286"/>
                    <a:gd name="connsiteY8" fmla="*/ 91440 h 2292289"/>
                    <a:gd name="connsiteX0" fmla="*/ 465713 w 2292286"/>
                    <a:gd name="connsiteY0" fmla="*/ 0 h 2292289"/>
                    <a:gd name="connsiteX1" fmla="*/ 483567 w 2292286"/>
                    <a:gd name="connsiteY1" fmla="*/ 4591 h 2292289"/>
                    <a:gd name="connsiteX2" fmla="*/ 2287694 w 2292286"/>
                    <a:gd name="connsiteY2" fmla="*/ 1808718 h 2292289"/>
                    <a:gd name="connsiteX3" fmla="*/ 2292286 w 2292286"/>
                    <a:gd name="connsiteY3" fmla="*/ 1826576 h 2292289"/>
                    <a:gd name="connsiteX4" fmla="*/ 554222 w 2292286"/>
                    <a:gd name="connsiteY4" fmla="*/ 2292289 h 2292289"/>
                    <a:gd name="connsiteX5" fmla="*/ 540820 w 2292286"/>
                    <a:gd name="connsiteY5" fmla="*/ 2255672 h 2292289"/>
                    <a:gd name="connsiteX6" fmla="*/ 36615 w 2292286"/>
                    <a:gd name="connsiteY6" fmla="*/ 1751467 h 2292289"/>
                    <a:gd name="connsiteX7" fmla="*/ 0 w 2292286"/>
                    <a:gd name="connsiteY7" fmla="*/ 1738066 h 2292289"/>
                    <a:gd name="connsiteX8" fmla="*/ 424631 w 2292286"/>
                    <a:gd name="connsiteY8" fmla="*/ 180892 h 229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2286" h="2292289">
                      <a:moveTo>
                        <a:pt x="465713" y="0"/>
                      </a:moveTo>
                      <a:lnTo>
                        <a:pt x="483567" y="4591"/>
                      </a:lnTo>
                      <a:cubicBezTo>
                        <a:pt x="1342545" y="271760"/>
                        <a:pt x="2020525" y="949741"/>
                        <a:pt x="2287694" y="1808718"/>
                      </a:cubicBezTo>
                      <a:lnTo>
                        <a:pt x="2292286" y="1826576"/>
                      </a:lnTo>
                      <a:lnTo>
                        <a:pt x="554222" y="2292289"/>
                      </a:lnTo>
                      <a:lnTo>
                        <a:pt x="540820" y="2255672"/>
                      </a:lnTo>
                      <a:cubicBezTo>
                        <a:pt x="444933" y="2028969"/>
                        <a:pt x="263318" y="1847355"/>
                        <a:pt x="36615" y="1751467"/>
                      </a:cubicBezTo>
                      <a:lnTo>
                        <a:pt x="0" y="1738066"/>
                      </a:lnTo>
                      <a:cubicBezTo>
                        <a:pt x="155238" y="1158711"/>
                        <a:pt x="424631" y="180892"/>
                        <a:pt x="424631" y="180892"/>
                      </a:cubicBezTo>
                    </a:path>
                  </a:pathLst>
                </a:custGeom>
                <a:no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97" name="Isosceles Triangle 96"/>
                <p:cNvSpPr/>
                <p:nvPr/>
              </p:nvSpPr>
              <p:spPr bwMode="gray">
                <a:xfrm rot="17350313">
                  <a:off x="5298149" y="722287"/>
                  <a:ext cx="167617" cy="164502"/>
                </a:xfrm>
                <a:prstGeom prst="triangle">
                  <a:avLst/>
                </a:prstGeom>
                <a:solidFill>
                  <a:schemeClr val="bg1"/>
                </a:solid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sp>
              <p:nvSpPr>
                <p:cNvPr id="98" name="Oval 97"/>
                <p:cNvSpPr/>
                <p:nvPr/>
              </p:nvSpPr>
              <p:spPr bwMode="gray">
                <a:xfrm>
                  <a:off x="5264934" y="990981"/>
                  <a:ext cx="97182" cy="97182"/>
                </a:xfrm>
                <a:prstGeom prst="ellipse">
                  <a:avLst/>
                </a:prstGeom>
                <a:solidFill>
                  <a:schemeClr val="bg1"/>
                </a:solidFill>
                <a:ln w="28575" algn="ctr">
                  <a:solidFill>
                    <a:schemeClr val="accent1"/>
                  </a:solidFill>
                  <a:miter lim="800000"/>
                  <a:headEnd/>
                  <a:tailEnd/>
                </a:ln>
              </p:spPr>
              <p:txBody>
                <a:bodyPr wrap="square" lIns="72231" tIns="72231" rIns="72231" bIns="72231" rtlCol="0" anchor="ctr"/>
                <a:lstStyle/>
                <a:p>
                  <a:pPr algn="ctr" defTabSz="742969">
                    <a:lnSpc>
                      <a:spcPct val="106000"/>
                    </a:lnSpc>
                    <a:defRPr/>
                  </a:pPr>
                  <a:endParaRPr lang="en-US" sz="800" b="1" dirty="0">
                    <a:solidFill>
                      <a:prstClr val="white"/>
                    </a:solidFill>
                    <a:latin typeface="Aptos" panose="020B0004020202020204" pitchFamily="34" charset="0"/>
                  </a:endParaRPr>
                </a:p>
              </p:txBody>
            </p:sp>
          </p:grpSp>
          <p:sp>
            <p:nvSpPr>
              <p:cNvPr id="67" name="Rectangle 66"/>
              <p:cNvSpPr/>
              <p:nvPr/>
            </p:nvSpPr>
            <p:spPr>
              <a:xfrm>
                <a:off x="3607695" y="2991637"/>
                <a:ext cx="1943848" cy="947789"/>
              </a:xfrm>
              <a:prstGeom prst="rect">
                <a:avLst/>
              </a:prstGeom>
            </p:spPr>
            <p:txBody>
              <a:bodyPr wrap="square">
                <a:spAutoFit/>
              </a:bodyPr>
              <a:lstStyle/>
              <a:p>
                <a:pPr algn="ctr" defTabSz="742969">
                  <a:defRPr/>
                </a:pPr>
                <a:r>
                  <a:rPr lang="en-US" sz="800" b="1" dirty="0">
                    <a:latin typeface="Aptos" panose="020B0004020202020204" pitchFamily="34" charset="0"/>
                  </a:rPr>
                  <a:t>Lorem ipsum</a:t>
                </a:r>
              </a:p>
              <a:p>
                <a:pPr algn="ctr" defTabSz="742969">
                  <a:defRPr/>
                </a:pPr>
                <a:r>
                  <a:rPr lang="en-US" sz="800" dirty="0">
                    <a:latin typeface="Aptos" panose="020B0004020202020204" pitchFamily="34" charset="0"/>
                  </a:rPr>
                  <a:t>Lorem ipsum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a:t>
                </a:r>
                <a:r>
                  <a:rPr lang="en-US" sz="800" dirty="0" err="1">
                    <a:latin typeface="Aptos" panose="020B0004020202020204" pitchFamily="34" charset="0"/>
                  </a:rPr>
                  <a:t>sed</a:t>
                </a:r>
                <a:r>
                  <a:rPr lang="en-US" sz="800" dirty="0">
                    <a:latin typeface="Aptos" panose="020B0004020202020204" pitchFamily="34" charset="0"/>
                  </a:rPr>
                  <a:t> do</a:t>
                </a:r>
                <a:endParaRPr lang="en-US" sz="800" b="1" dirty="0">
                  <a:latin typeface="Aptos" panose="020B0004020202020204" pitchFamily="34" charset="0"/>
                </a:endParaRPr>
              </a:p>
              <a:p>
                <a:pPr defTabSz="742969">
                  <a:defRPr/>
                </a:pPr>
                <a:endParaRPr lang="en-US" sz="800" b="1" dirty="0">
                  <a:latin typeface="Aptos" panose="020B0004020202020204" pitchFamily="34" charset="0"/>
                </a:endParaRPr>
              </a:p>
            </p:txBody>
          </p:sp>
          <p:grpSp>
            <p:nvGrpSpPr>
              <p:cNvPr id="68" name="Group 318"/>
              <p:cNvGrpSpPr>
                <a:grpSpLocks noChangeAspect="1"/>
              </p:cNvGrpSpPr>
              <p:nvPr/>
            </p:nvGrpSpPr>
            <p:grpSpPr bwMode="auto">
              <a:xfrm>
                <a:off x="2412836" y="2342541"/>
                <a:ext cx="548640" cy="548640"/>
                <a:chOff x="5850" y="1203"/>
                <a:chExt cx="340" cy="340"/>
              </a:xfrm>
              <a:solidFill>
                <a:srgbClr val="2C5234"/>
              </a:solidFill>
            </p:grpSpPr>
            <p:sp>
              <p:nvSpPr>
                <p:cNvPr id="94" name="Freeform 319"/>
                <p:cNvSpPr>
                  <a:spLocks noEditPoints="1"/>
                </p:cNvSpPr>
                <p:nvPr/>
              </p:nvSpPr>
              <p:spPr bwMode="auto">
                <a:xfrm>
                  <a:off x="5850" y="120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rgbClr val="C4D6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sp>
              <p:nvSpPr>
                <p:cNvPr id="95" name="Freeform 320"/>
                <p:cNvSpPr>
                  <a:spLocks noEditPoints="1"/>
                </p:cNvSpPr>
                <p:nvPr/>
              </p:nvSpPr>
              <p:spPr bwMode="auto">
                <a:xfrm>
                  <a:off x="5958" y="1265"/>
                  <a:ext cx="137" cy="207"/>
                </a:xfrm>
                <a:custGeom>
                  <a:avLst/>
                  <a:gdLst>
                    <a:gd name="T0" fmla="*/ 199 w 207"/>
                    <a:gd name="T1" fmla="*/ 40 h 311"/>
                    <a:gd name="T2" fmla="*/ 99 w 207"/>
                    <a:gd name="T3" fmla="*/ 2 h 311"/>
                    <a:gd name="T4" fmla="*/ 85 w 207"/>
                    <a:gd name="T5" fmla="*/ 8 h 311"/>
                    <a:gd name="T6" fmla="*/ 78 w 207"/>
                    <a:gd name="T7" fmla="*/ 28 h 311"/>
                    <a:gd name="T8" fmla="*/ 78 w 207"/>
                    <a:gd name="T9" fmla="*/ 37 h 311"/>
                    <a:gd name="T10" fmla="*/ 82 w 207"/>
                    <a:gd name="T11" fmla="*/ 46 h 311"/>
                    <a:gd name="T12" fmla="*/ 52 w 207"/>
                    <a:gd name="T13" fmla="*/ 125 h 311"/>
                    <a:gd name="T14" fmla="*/ 26 w 207"/>
                    <a:gd name="T15" fmla="*/ 124 h 311"/>
                    <a:gd name="T16" fmla="*/ 16 w 207"/>
                    <a:gd name="T17" fmla="*/ 130 h 311"/>
                    <a:gd name="T18" fmla="*/ 1 w 207"/>
                    <a:gd name="T19" fmla="*/ 170 h 311"/>
                    <a:gd name="T20" fmla="*/ 1 w 207"/>
                    <a:gd name="T21" fmla="*/ 178 h 311"/>
                    <a:gd name="T22" fmla="*/ 7 w 207"/>
                    <a:gd name="T23" fmla="*/ 184 h 311"/>
                    <a:gd name="T24" fmla="*/ 67 w 207"/>
                    <a:gd name="T25" fmla="*/ 207 h 311"/>
                    <a:gd name="T26" fmla="*/ 32 w 207"/>
                    <a:gd name="T27" fmla="*/ 297 h 311"/>
                    <a:gd name="T28" fmla="*/ 38 w 207"/>
                    <a:gd name="T29" fmla="*/ 310 h 311"/>
                    <a:gd name="T30" fmla="*/ 42 w 207"/>
                    <a:gd name="T31" fmla="*/ 311 h 311"/>
                    <a:gd name="T32" fmla="*/ 52 w 207"/>
                    <a:gd name="T33" fmla="*/ 304 h 311"/>
                    <a:gd name="T34" fmla="*/ 86 w 207"/>
                    <a:gd name="T35" fmla="*/ 214 h 311"/>
                    <a:gd name="T36" fmla="*/ 146 w 207"/>
                    <a:gd name="T37" fmla="*/ 237 h 311"/>
                    <a:gd name="T38" fmla="*/ 150 w 207"/>
                    <a:gd name="T39" fmla="*/ 238 h 311"/>
                    <a:gd name="T40" fmla="*/ 160 w 207"/>
                    <a:gd name="T41" fmla="*/ 231 h 311"/>
                    <a:gd name="T42" fmla="*/ 175 w 207"/>
                    <a:gd name="T43" fmla="*/ 191 h 311"/>
                    <a:gd name="T44" fmla="*/ 172 w 207"/>
                    <a:gd name="T45" fmla="*/ 179 h 311"/>
                    <a:gd name="T46" fmla="*/ 152 w 207"/>
                    <a:gd name="T47" fmla="*/ 163 h 311"/>
                    <a:gd name="T48" fmla="*/ 182 w 207"/>
                    <a:gd name="T49" fmla="*/ 84 h 311"/>
                    <a:gd name="T50" fmla="*/ 192 w 207"/>
                    <a:gd name="T51" fmla="*/ 80 h 311"/>
                    <a:gd name="T52" fmla="*/ 197 w 207"/>
                    <a:gd name="T53" fmla="*/ 74 h 311"/>
                    <a:gd name="T54" fmla="*/ 205 w 207"/>
                    <a:gd name="T55" fmla="*/ 54 h 311"/>
                    <a:gd name="T56" fmla="*/ 199 w 207"/>
                    <a:gd name="T57" fmla="*/ 40 h 311"/>
                    <a:gd name="T58" fmla="*/ 179 w 207"/>
                    <a:gd name="T59" fmla="*/ 62 h 311"/>
                    <a:gd name="T60" fmla="*/ 169 w 207"/>
                    <a:gd name="T61" fmla="*/ 67 h 311"/>
                    <a:gd name="T62" fmla="*/ 164 w 207"/>
                    <a:gd name="T63" fmla="*/ 73 h 311"/>
                    <a:gd name="T64" fmla="*/ 129 w 207"/>
                    <a:gd name="T65" fmla="*/ 162 h 311"/>
                    <a:gd name="T66" fmla="*/ 132 w 207"/>
                    <a:gd name="T67" fmla="*/ 174 h 311"/>
                    <a:gd name="T68" fmla="*/ 153 w 207"/>
                    <a:gd name="T69" fmla="*/ 191 h 311"/>
                    <a:gd name="T70" fmla="*/ 144 w 207"/>
                    <a:gd name="T71" fmla="*/ 214 h 311"/>
                    <a:gd name="T72" fmla="*/ 24 w 207"/>
                    <a:gd name="T73" fmla="*/ 168 h 311"/>
                    <a:gd name="T74" fmla="*/ 33 w 207"/>
                    <a:gd name="T75" fmla="*/ 145 h 311"/>
                    <a:gd name="T76" fmla="*/ 59 w 207"/>
                    <a:gd name="T77" fmla="*/ 146 h 311"/>
                    <a:gd name="T78" fmla="*/ 70 w 207"/>
                    <a:gd name="T79" fmla="*/ 139 h 311"/>
                    <a:gd name="T80" fmla="*/ 104 w 207"/>
                    <a:gd name="T81" fmla="*/ 50 h 311"/>
                    <a:gd name="T82" fmla="*/ 104 w 207"/>
                    <a:gd name="T83" fmla="*/ 42 h 311"/>
                    <a:gd name="T84" fmla="*/ 99 w 207"/>
                    <a:gd name="T85" fmla="*/ 32 h 311"/>
                    <a:gd name="T86" fmla="*/ 102 w 207"/>
                    <a:gd name="T87" fmla="*/ 26 h 311"/>
                    <a:gd name="T88" fmla="*/ 181 w 207"/>
                    <a:gd name="T89" fmla="*/ 57 h 311"/>
                    <a:gd name="T90" fmla="*/ 179 w 207"/>
                    <a:gd name="T91" fmla="*/ 62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7" h="311">
                      <a:moveTo>
                        <a:pt x="199" y="40"/>
                      </a:moveTo>
                      <a:cubicBezTo>
                        <a:pt x="99" y="2"/>
                        <a:pt x="99" y="2"/>
                        <a:pt x="99" y="2"/>
                      </a:cubicBezTo>
                      <a:cubicBezTo>
                        <a:pt x="94" y="0"/>
                        <a:pt x="88" y="3"/>
                        <a:pt x="85" y="8"/>
                      </a:cubicBezTo>
                      <a:cubicBezTo>
                        <a:pt x="78" y="28"/>
                        <a:pt x="78" y="28"/>
                        <a:pt x="78" y="28"/>
                      </a:cubicBezTo>
                      <a:cubicBezTo>
                        <a:pt x="77" y="31"/>
                        <a:pt x="77" y="34"/>
                        <a:pt x="78" y="37"/>
                      </a:cubicBezTo>
                      <a:cubicBezTo>
                        <a:pt x="82" y="46"/>
                        <a:pt x="82" y="46"/>
                        <a:pt x="82" y="46"/>
                      </a:cubicBezTo>
                      <a:cubicBezTo>
                        <a:pt x="52" y="125"/>
                        <a:pt x="52" y="125"/>
                        <a:pt x="52" y="125"/>
                      </a:cubicBezTo>
                      <a:cubicBezTo>
                        <a:pt x="26" y="124"/>
                        <a:pt x="26" y="124"/>
                        <a:pt x="26" y="124"/>
                      </a:cubicBezTo>
                      <a:cubicBezTo>
                        <a:pt x="22" y="123"/>
                        <a:pt x="18" y="126"/>
                        <a:pt x="16" y="130"/>
                      </a:cubicBezTo>
                      <a:cubicBezTo>
                        <a:pt x="1" y="170"/>
                        <a:pt x="1" y="170"/>
                        <a:pt x="1" y="170"/>
                      </a:cubicBezTo>
                      <a:cubicBezTo>
                        <a:pt x="0" y="173"/>
                        <a:pt x="0" y="176"/>
                        <a:pt x="1" y="178"/>
                      </a:cubicBezTo>
                      <a:cubicBezTo>
                        <a:pt x="2" y="181"/>
                        <a:pt x="4" y="183"/>
                        <a:pt x="7" y="184"/>
                      </a:cubicBezTo>
                      <a:cubicBezTo>
                        <a:pt x="67" y="207"/>
                        <a:pt x="67" y="207"/>
                        <a:pt x="67" y="207"/>
                      </a:cubicBezTo>
                      <a:cubicBezTo>
                        <a:pt x="32" y="297"/>
                        <a:pt x="32" y="297"/>
                        <a:pt x="32" y="297"/>
                      </a:cubicBezTo>
                      <a:cubicBezTo>
                        <a:pt x="30" y="302"/>
                        <a:pt x="33" y="308"/>
                        <a:pt x="38" y="310"/>
                      </a:cubicBezTo>
                      <a:cubicBezTo>
                        <a:pt x="40" y="311"/>
                        <a:pt x="41" y="311"/>
                        <a:pt x="42" y="311"/>
                      </a:cubicBezTo>
                      <a:cubicBezTo>
                        <a:pt x="46" y="311"/>
                        <a:pt x="50" y="308"/>
                        <a:pt x="52" y="304"/>
                      </a:cubicBezTo>
                      <a:cubicBezTo>
                        <a:pt x="86" y="214"/>
                        <a:pt x="86" y="214"/>
                        <a:pt x="86" y="214"/>
                      </a:cubicBezTo>
                      <a:cubicBezTo>
                        <a:pt x="146" y="237"/>
                        <a:pt x="146" y="237"/>
                        <a:pt x="146" y="237"/>
                      </a:cubicBezTo>
                      <a:cubicBezTo>
                        <a:pt x="147" y="238"/>
                        <a:pt x="149" y="238"/>
                        <a:pt x="150" y="238"/>
                      </a:cubicBezTo>
                      <a:cubicBezTo>
                        <a:pt x="154" y="238"/>
                        <a:pt x="158" y="235"/>
                        <a:pt x="160" y="231"/>
                      </a:cubicBezTo>
                      <a:cubicBezTo>
                        <a:pt x="175" y="191"/>
                        <a:pt x="175" y="191"/>
                        <a:pt x="175" y="191"/>
                      </a:cubicBezTo>
                      <a:cubicBezTo>
                        <a:pt x="177" y="187"/>
                        <a:pt x="176" y="182"/>
                        <a:pt x="172" y="179"/>
                      </a:cubicBezTo>
                      <a:cubicBezTo>
                        <a:pt x="152" y="163"/>
                        <a:pt x="152" y="163"/>
                        <a:pt x="152" y="163"/>
                      </a:cubicBezTo>
                      <a:cubicBezTo>
                        <a:pt x="182" y="84"/>
                        <a:pt x="182" y="84"/>
                        <a:pt x="182" y="84"/>
                      </a:cubicBezTo>
                      <a:cubicBezTo>
                        <a:pt x="192" y="80"/>
                        <a:pt x="192" y="80"/>
                        <a:pt x="192" y="80"/>
                      </a:cubicBezTo>
                      <a:cubicBezTo>
                        <a:pt x="194" y="79"/>
                        <a:pt x="196" y="77"/>
                        <a:pt x="197" y="74"/>
                      </a:cubicBezTo>
                      <a:cubicBezTo>
                        <a:pt x="205" y="54"/>
                        <a:pt x="205" y="54"/>
                        <a:pt x="205" y="54"/>
                      </a:cubicBezTo>
                      <a:cubicBezTo>
                        <a:pt x="207" y="49"/>
                        <a:pt x="204" y="43"/>
                        <a:pt x="199" y="40"/>
                      </a:cubicBezTo>
                      <a:close/>
                      <a:moveTo>
                        <a:pt x="179" y="62"/>
                      </a:moveTo>
                      <a:cubicBezTo>
                        <a:pt x="169" y="67"/>
                        <a:pt x="169" y="67"/>
                        <a:pt x="169" y="67"/>
                      </a:cubicBezTo>
                      <a:cubicBezTo>
                        <a:pt x="167" y="68"/>
                        <a:pt x="165" y="70"/>
                        <a:pt x="164" y="73"/>
                      </a:cubicBezTo>
                      <a:cubicBezTo>
                        <a:pt x="129" y="162"/>
                        <a:pt x="129" y="162"/>
                        <a:pt x="129" y="162"/>
                      </a:cubicBezTo>
                      <a:cubicBezTo>
                        <a:pt x="128" y="167"/>
                        <a:pt x="129" y="172"/>
                        <a:pt x="132" y="174"/>
                      </a:cubicBezTo>
                      <a:cubicBezTo>
                        <a:pt x="153" y="191"/>
                        <a:pt x="153" y="191"/>
                        <a:pt x="153" y="191"/>
                      </a:cubicBezTo>
                      <a:cubicBezTo>
                        <a:pt x="144" y="214"/>
                        <a:pt x="144" y="214"/>
                        <a:pt x="144" y="214"/>
                      </a:cubicBezTo>
                      <a:cubicBezTo>
                        <a:pt x="24" y="168"/>
                        <a:pt x="24" y="168"/>
                        <a:pt x="24" y="168"/>
                      </a:cubicBezTo>
                      <a:cubicBezTo>
                        <a:pt x="33" y="145"/>
                        <a:pt x="33" y="145"/>
                        <a:pt x="33" y="145"/>
                      </a:cubicBezTo>
                      <a:cubicBezTo>
                        <a:pt x="59" y="146"/>
                        <a:pt x="59" y="146"/>
                        <a:pt x="59" y="146"/>
                      </a:cubicBezTo>
                      <a:cubicBezTo>
                        <a:pt x="64" y="147"/>
                        <a:pt x="68" y="144"/>
                        <a:pt x="70" y="139"/>
                      </a:cubicBezTo>
                      <a:cubicBezTo>
                        <a:pt x="104" y="50"/>
                        <a:pt x="104" y="50"/>
                        <a:pt x="104" y="50"/>
                      </a:cubicBezTo>
                      <a:cubicBezTo>
                        <a:pt x="105" y="47"/>
                        <a:pt x="105" y="44"/>
                        <a:pt x="104" y="42"/>
                      </a:cubicBezTo>
                      <a:cubicBezTo>
                        <a:pt x="99" y="32"/>
                        <a:pt x="99" y="32"/>
                        <a:pt x="99" y="32"/>
                      </a:cubicBezTo>
                      <a:cubicBezTo>
                        <a:pt x="102" y="26"/>
                        <a:pt x="102" y="26"/>
                        <a:pt x="102" y="26"/>
                      </a:cubicBezTo>
                      <a:cubicBezTo>
                        <a:pt x="181" y="57"/>
                        <a:pt x="181" y="57"/>
                        <a:pt x="181" y="57"/>
                      </a:cubicBezTo>
                      <a:lnTo>
                        <a:pt x="179" y="62"/>
                      </a:lnTo>
                      <a:close/>
                    </a:path>
                  </a:pathLst>
                </a:custGeom>
                <a:solidFill>
                  <a:srgbClr val="C4D6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grpSp>
          <p:sp>
            <p:nvSpPr>
              <p:cNvPr id="69" name="Rectangle 68"/>
              <p:cNvSpPr/>
              <p:nvPr/>
            </p:nvSpPr>
            <p:spPr>
              <a:xfrm>
                <a:off x="2020259" y="3136222"/>
                <a:ext cx="1333794" cy="287089"/>
              </a:xfrm>
              <a:prstGeom prst="rect">
                <a:avLst/>
              </a:prstGeom>
            </p:spPr>
            <p:txBody>
              <a:bodyPr wrap="square">
                <a:spAutoFit/>
              </a:bodyPr>
              <a:lstStyle/>
              <a:p>
                <a:pPr algn="ctr" defTabSz="742969">
                  <a:defRPr/>
                </a:pPr>
                <a:r>
                  <a:rPr lang="en-US" sz="800" b="1" dirty="0">
                    <a:latin typeface="Aptos" panose="020B0004020202020204" pitchFamily="34" charset="0"/>
                  </a:rPr>
                  <a:t>Lorem ipsum</a:t>
                </a:r>
              </a:p>
            </p:txBody>
          </p:sp>
          <p:grpSp>
            <p:nvGrpSpPr>
              <p:cNvPr id="70" name="Group 360"/>
              <p:cNvGrpSpPr>
                <a:grpSpLocks noChangeAspect="1"/>
              </p:cNvGrpSpPr>
              <p:nvPr/>
            </p:nvGrpSpPr>
            <p:grpSpPr bwMode="auto">
              <a:xfrm>
                <a:off x="5856423" y="1529878"/>
                <a:ext cx="550254" cy="548640"/>
                <a:chOff x="1935" y="1199"/>
                <a:chExt cx="341" cy="340"/>
              </a:xfrm>
              <a:solidFill>
                <a:schemeClr val="accent1"/>
              </a:solidFill>
            </p:grpSpPr>
            <p:sp>
              <p:nvSpPr>
                <p:cNvPr id="92" name="Freeform 361"/>
                <p:cNvSpPr>
                  <a:spLocks noEditPoints="1"/>
                </p:cNvSpPr>
                <p:nvPr/>
              </p:nvSpPr>
              <p:spPr bwMode="auto">
                <a:xfrm>
                  <a:off x="1998" y="1263"/>
                  <a:ext cx="214" cy="206"/>
                </a:xfrm>
                <a:custGeom>
                  <a:avLst/>
                  <a:gdLst>
                    <a:gd name="T0" fmla="*/ 257 w 321"/>
                    <a:gd name="T1" fmla="*/ 309 h 310"/>
                    <a:gd name="T2" fmla="*/ 251 w 321"/>
                    <a:gd name="T3" fmla="*/ 308 h 310"/>
                    <a:gd name="T4" fmla="*/ 161 w 321"/>
                    <a:gd name="T5" fmla="*/ 257 h 310"/>
                    <a:gd name="T6" fmla="*/ 70 w 321"/>
                    <a:gd name="T7" fmla="*/ 308 h 310"/>
                    <a:gd name="T8" fmla="*/ 58 w 321"/>
                    <a:gd name="T9" fmla="*/ 307 h 310"/>
                    <a:gd name="T10" fmla="*/ 54 w 321"/>
                    <a:gd name="T11" fmla="*/ 296 h 310"/>
                    <a:gd name="T12" fmla="*/ 74 w 321"/>
                    <a:gd name="T13" fmla="*/ 195 h 310"/>
                    <a:gd name="T14" fmla="*/ 4 w 321"/>
                    <a:gd name="T15" fmla="*/ 125 h 310"/>
                    <a:gd name="T16" fmla="*/ 1 w 321"/>
                    <a:gd name="T17" fmla="*/ 113 h 310"/>
                    <a:gd name="T18" fmla="*/ 10 w 321"/>
                    <a:gd name="T19" fmla="*/ 106 h 310"/>
                    <a:gd name="T20" fmla="*/ 111 w 321"/>
                    <a:gd name="T21" fmla="*/ 96 h 310"/>
                    <a:gd name="T22" fmla="*/ 151 w 321"/>
                    <a:gd name="T23" fmla="*/ 6 h 310"/>
                    <a:gd name="T24" fmla="*/ 161 w 321"/>
                    <a:gd name="T25" fmla="*/ 0 h 310"/>
                    <a:gd name="T26" fmla="*/ 170 w 321"/>
                    <a:gd name="T27" fmla="*/ 6 h 310"/>
                    <a:gd name="T28" fmla="*/ 211 w 321"/>
                    <a:gd name="T29" fmla="*/ 96 h 310"/>
                    <a:gd name="T30" fmla="*/ 311 w 321"/>
                    <a:gd name="T31" fmla="*/ 106 h 310"/>
                    <a:gd name="T32" fmla="*/ 320 w 321"/>
                    <a:gd name="T33" fmla="*/ 113 h 310"/>
                    <a:gd name="T34" fmla="*/ 318 w 321"/>
                    <a:gd name="T35" fmla="*/ 125 h 310"/>
                    <a:gd name="T36" fmla="*/ 247 w 321"/>
                    <a:gd name="T37" fmla="*/ 195 h 310"/>
                    <a:gd name="T38" fmla="*/ 267 w 321"/>
                    <a:gd name="T39" fmla="*/ 296 h 310"/>
                    <a:gd name="T40" fmla="*/ 263 w 321"/>
                    <a:gd name="T41" fmla="*/ 307 h 310"/>
                    <a:gd name="T42" fmla="*/ 257 w 321"/>
                    <a:gd name="T43" fmla="*/ 309 h 310"/>
                    <a:gd name="T44" fmla="*/ 161 w 321"/>
                    <a:gd name="T45" fmla="*/ 234 h 310"/>
                    <a:gd name="T46" fmla="*/ 166 w 321"/>
                    <a:gd name="T47" fmla="*/ 236 h 310"/>
                    <a:gd name="T48" fmla="*/ 242 w 321"/>
                    <a:gd name="T49" fmla="*/ 278 h 310"/>
                    <a:gd name="T50" fmla="*/ 225 w 321"/>
                    <a:gd name="T51" fmla="*/ 194 h 310"/>
                    <a:gd name="T52" fmla="*/ 228 w 321"/>
                    <a:gd name="T53" fmla="*/ 184 h 310"/>
                    <a:gd name="T54" fmla="*/ 287 w 321"/>
                    <a:gd name="T55" fmla="*/ 125 h 310"/>
                    <a:gd name="T56" fmla="*/ 202 w 321"/>
                    <a:gd name="T57" fmla="*/ 117 h 310"/>
                    <a:gd name="T58" fmla="*/ 194 w 321"/>
                    <a:gd name="T59" fmla="*/ 111 h 310"/>
                    <a:gd name="T60" fmla="*/ 161 w 321"/>
                    <a:gd name="T61" fmla="*/ 37 h 310"/>
                    <a:gd name="T62" fmla="*/ 128 w 321"/>
                    <a:gd name="T63" fmla="*/ 111 h 310"/>
                    <a:gd name="T64" fmla="*/ 119 w 321"/>
                    <a:gd name="T65" fmla="*/ 117 h 310"/>
                    <a:gd name="T66" fmla="*/ 35 w 321"/>
                    <a:gd name="T67" fmla="*/ 125 h 310"/>
                    <a:gd name="T68" fmla="*/ 94 w 321"/>
                    <a:gd name="T69" fmla="*/ 184 h 310"/>
                    <a:gd name="T70" fmla="*/ 96 w 321"/>
                    <a:gd name="T71" fmla="*/ 194 h 310"/>
                    <a:gd name="T72" fmla="*/ 80 w 321"/>
                    <a:gd name="T73" fmla="*/ 278 h 310"/>
                    <a:gd name="T74" fmla="*/ 155 w 321"/>
                    <a:gd name="T75" fmla="*/ 236 h 310"/>
                    <a:gd name="T76" fmla="*/ 161 w 321"/>
                    <a:gd name="T77" fmla="*/ 23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1" h="310">
                      <a:moveTo>
                        <a:pt x="257" y="309"/>
                      </a:moveTo>
                      <a:cubicBezTo>
                        <a:pt x="255" y="309"/>
                        <a:pt x="253" y="309"/>
                        <a:pt x="251" y="308"/>
                      </a:cubicBezTo>
                      <a:cubicBezTo>
                        <a:pt x="161" y="257"/>
                        <a:pt x="161" y="257"/>
                        <a:pt x="161" y="257"/>
                      </a:cubicBezTo>
                      <a:cubicBezTo>
                        <a:pt x="70" y="308"/>
                        <a:pt x="70" y="308"/>
                        <a:pt x="70" y="308"/>
                      </a:cubicBezTo>
                      <a:cubicBezTo>
                        <a:pt x="66" y="310"/>
                        <a:pt x="62" y="309"/>
                        <a:pt x="58" y="307"/>
                      </a:cubicBezTo>
                      <a:cubicBezTo>
                        <a:pt x="55" y="305"/>
                        <a:pt x="53" y="300"/>
                        <a:pt x="54" y="296"/>
                      </a:cubicBezTo>
                      <a:cubicBezTo>
                        <a:pt x="74" y="195"/>
                        <a:pt x="74" y="195"/>
                        <a:pt x="74" y="195"/>
                      </a:cubicBezTo>
                      <a:cubicBezTo>
                        <a:pt x="4" y="125"/>
                        <a:pt x="4" y="125"/>
                        <a:pt x="4" y="125"/>
                      </a:cubicBezTo>
                      <a:cubicBezTo>
                        <a:pt x="1" y="122"/>
                        <a:pt x="0" y="117"/>
                        <a:pt x="1" y="113"/>
                      </a:cubicBezTo>
                      <a:cubicBezTo>
                        <a:pt x="3" y="110"/>
                        <a:pt x="6" y="107"/>
                        <a:pt x="10" y="106"/>
                      </a:cubicBezTo>
                      <a:cubicBezTo>
                        <a:pt x="111" y="96"/>
                        <a:pt x="111" y="96"/>
                        <a:pt x="111" y="96"/>
                      </a:cubicBezTo>
                      <a:cubicBezTo>
                        <a:pt x="151" y="6"/>
                        <a:pt x="151" y="6"/>
                        <a:pt x="151" y="6"/>
                      </a:cubicBezTo>
                      <a:cubicBezTo>
                        <a:pt x="153" y="2"/>
                        <a:pt x="156" y="0"/>
                        <a:pt x="161" y="0"/>
                      </a:cubicBezTo>
                      <a:cubicBezTo>
                        <a:pt x="165" y="0"/>
                        <a:pt x="169" y="2"/>
                        <a:pt x="170" y="6"/>
                      </a:cubicBezTo>
                      <a:cubicBezTo>
                        <a:pt x="211" y="96"/>
                        <a:pt x="211" y="96"/>
                        <a:pt x="211" y="96"/>
                      </a:cubicBezTo>
                      <a:cubicBezTo>
                        <a:pt x="311" y="106"/>
                        <a:pt x="311" y="106"/>
                        <a:pt x="311" y="106"/>
                      </a:cubicBezTo>
                      <a:cubicBezTo>
                        <a:pt x="315" y="107"/>
                        <a:pt x="319" y="110"/>
                        <a:pt x="320" y="113"/>
                      </a:cubicBezTo>
                      <a:cubicBezTo>
                        <a:pt x="321" y="117"/>
                        <a:pt x="320" y="122"/>
                        <a:pt x="318" y="125"/>
                      </a:cubicBezTo>
                      <a:cubicBezTo>
                        <a:pt x="247" y="195"/>
                        <a:pt x="247" y="195"/>
                        <a:pt x="247" y="195"/>
                      </a:cubicBezTo>
                      <a:cubicBezTo>
                        <a:pt x="267" y="296"/>
                        <a:pt x="267" y="296"/>
                        <a:pt x="267" y="296"/>
                      </a:cubicBezTo>
                      <a:cubicBezTo>
                        <a:pt x="268" y="300"/>
                        <a:pt x="266" y="305"/>
                        <a:pt x="263" y="307"/>
                      </a:cubicBezTo>
                      <a:cubicBezTo>
                        <a:pt x="261" y="308"/>
                        <a:pt x="259" y="309"/>
                        <a:pt x="257" y="309"/>
                      </a:cubicBezTo>
                      <a:close/>
                      <a:moveTo>
                        <a:pt x="161" y="234"/>
                      </a:moveTo>
                      <a:cubicBezTo>
                        <a:pt x="162" y="234"/>
                        <a:pt x="164" y="235"/>
                        <a:pt x="166" y="236"/>
                      </a:cubicBezTo>
                      <a:cubicBezTo>
                        <a:pt x="242" y="278"/>
                        <a:pt x="242" y="278"/>
                        <a:pt x="242" y="278"/>
                      </a:cubicBezTo>
                      <a:cubicBezTo>
                        <a:pt x="225" y="194"/>
                        <a:pt x="225" y="194"/>
                        <a:pt x="225" y="194"/>
                      </a:cubicBezTo>
                      <a:cubicBezTo>
                        <a:pt x="224" y="190"/>
                        <a:pt x="225" y="187"/>
                        <a:pt x="228" y="184"/>
                      </a:cubicBezTo>
                      <a:cubicBezTo>
                        <a:pt x="287" y="125"/>
                        <a:pt x="287" y="125"/>
                        <a:pt x="287" y="125"/>
                      </a:cubicBezTo>
                      <a:cubicBezTo>
                        <a:pt x="202" y="117"/>
                        <a:pt x="202" y="117"/>
                        <a:pt x="202" y="117"/>
                      </a:cubicBezTo>
                      <a:cubicBezTo>
                        <a:pt x="198" y="117"/>
                        <a:pt x="195" y="114"/>
                        <a:pt x="194" y="111"/>
                      </a:cubicBezTo>
                      <a:cubicBezTo>
                        <a:pt x="161" y="37"/>
                        <a:pt x="161" y="37"/>
                        <a:pt x="161" y="37"/>
                      </a:cubicBezTo>
                      <a:cubicBezTo>
                        <a:pt x="128" y="111"/>
                        <a:pt x="128" y="111"/>
                        <a:pt x="128" y="111"/>
                      </a:cubicBezTo>
                      <a:cubicBezTo>
                        <a:pt x="126" y="114"/>
                        <a:pt x="123" y="117"/>
                        <a:pt x="119" y="117"/>
                      </a:cubicBezTo>
                      <a:cubicBezTo>
                        <a:pt x="35" y="125"/>
                        <a:pt x="35" y="125"/>
                        <a:pt x="35" y="125"/>
                      </a:cubicBezTo>
                      <a:cubicBezTo>
                        <a:pt x="94" y="184"/>
                        <a:pt x="94" y="184"/>
                        <a:pt x="94" y="184"/>
                      </a:cubicBezTo>
                      <a:cubicBezTo>
                        <a:pt x="96" y="187"/>
                        <a:pt x="97" y="190"/>
                        <a:pt x="96" y="194"/>
                      </a:cubicBezTo>
                      <a:cubicBezTo>
                        <a:pt x="80" y="278"/>
                        <a:pt x="80" y="278"/>
                        <a:pt x="80" y="278"/>
                      </a:cubicBezTo>
                      <a:cubicBezTo>
                        <a:pt x="155" y="236"/>
                        <a:pt x="155" y="236"/>
                        <a:pt x="155" y="236"/>
                      </a:cubicBezTo>
                      <a:cubicBezTo>
                        <a:pt x="157" y="235"/>
                        <a:pt x="159" y="234"/>
                        <a:pt x="161" y="23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sp>
              <p:nvSpPr>
                <p:cNvPr id="93" name="Freeform 362"/>
                <p:cNvSpPr>
                  <a:spLocks noEditPoints="1"/>
                </p:cNvSpPr>
                <p:nvPr/>
              </p:nvSpPr>
              <p:spPr bwMode="auto">
                <a:xfrm>
                  <a:off x="1935" y="1199"/>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grpSp>
          <p:grpSp>
            <p:nvGrpSpPr>
              <p:cNvPr id="71" name="Group 336"/>
              <p:cNvGrpSpPr>
                <a:grpSpLocks noChangeAspect="1"/>
              </p:cNvGrpSpPr>
              <p:nvPr/>
            </p:nvGrpSpPr>
            <p:grpSpPr bwMode="auto">
              <a:xfrm rot="60000">
                <a:off x="6135489" y="3338635"/>
                <a:ext cx="548640" cy="548640"/>
                <a:chOff x="4220" y="1197"/>
                <a:chExt cx="340" cy="340"/>
              </a:xfrm>
              <a:solidFill>
                <a:srgbClr val="2C5234"/>
              </a:solidFill>
            </p:grpSpPr>
            <p:sp>
              <p:nvSpPr>
                <p:cNvPr id="86" name="Freeform 337"/>
                <p:cNvSpPr>
                  <a:spLocks noEditPoints="1"/>
                </p:cNvSpPr>
                <p:nvPr/>
              </p:nvSpPr>
              <p:spPr bwMode="auto">
                <a:xfrm>
                  <a:off x="4220" y="119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rgbClr val="C4D6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sp>
              <p:nvSpPr>
                <p:cNvPr id="87" name="Freeform 338"/>
                <p:cNvSpPr>
                  <a:spLocks noEditPoints="1"/>
                </p:cNvSpPr>
                <p:nvPr/>
              </p:nvSpPr>
              <p:spPr bwMode="auto">
                <a:xfrm>
                  <a:off x="4312" y="1261"/>
                  <a:ext cx="156" cy="212"/>
                </a:xfrm>
                <a:custGeom>
                  <a:avLst/>
                  <a:gdLst>
                    <a:gd name="T0" fmla="*/ 234 w 235"/>
                    <a:gd name="T1" fmla="*/ 81 h 320"/>
                    <a:gd name="T2" fmla="*/ 232 w 235"/>
                    <a:gd name="T3" fmla="*/ 77 h 320"/>
                    <a:gd name="T4" fmla="*/ 157 w 235"/>
                    <a:gd name="T5" fmla="*/ 3 h 320"/>
                    <a:gd name="T6" fmla="*/ 154 w 235"/>
                    <a:gd name="T7" fmla="*/ 0 h 320"/>
                    <a:gd name="T8" fmla="*/ 150 w 235"/>
                    <a:gd name="T9" fmla="*/ 0 h 320"/>
                    <a:gd name="T10" fmla="*/ 11 w 235"/>
                    <a:gd name="T11" fmla="*/ 0 h 320"/>
                    <a:gd name="T12" fmla="*/ 0 w 235"/>
                    <a:gd name="T13" fmla="*/ 10 h 320"/>
                    <a:gd name="T14" fmla="*/ 0 w 235"/>
                    <a:gd name="T15" fmla="*/ 309 h 320"/>
                    <a:gd name="T16" fmla="*/ 11 w 235"/>
                    <a:gd name="T17" fmla="*/ 320 h 320"/>
                    <a:gd name="T18" fmla="*/ 224 w 235"/>
                    <a:gd name="T19" fmla="*/ 320 h 320"/>
                    <a:gd name="T20" fmla="*/ 235 w 235"/>
                    <a:gd name="T21" fmla="*/ 309 h 320"/>
                    <a:gd name="T22" fmla="*/ 235 w 235"/>
                    <a:gd name="T23" fmla="*/ 85 h 320"/>
                    <a:gd name="T24" fmla="*/ 234 w 235"/>
                    <a:gd name="T25" fmla="*/ 81 h 320"/>
                    <a:gd name="T26" fmla="*/ 160 w 235"/>
                    <a:gd name="T27" fmla="*/ 36 h 320"/>
                    <a:gd name="T28" fmla="*/ 199 w 235"/>
                    <a:gd name="T29" fmla="*/ 74 h 320"/>
                    <a:gd name="T30" fmla="*/ 160 w 235"/>
                    <a:gd name="T31" fmla="*/ 74 h 320"/>
                    <a:gd name="T32" fmla="*/ 160 w 235"/>
                    <a:gd name="T33" fmla="*/ 36 h 320"/>
                    <a:gd name="T34" fmla="*/ 22 w 235"/>
                    <a:gd name="T35" fmla="*/ 298 h 320"/>
                    <a:gd name="T36" fmla="*/ 22 w 235"/>
                    <a:gd name="T37" fmla="*/ 21 h 320"/>
                    <a:gd name="T38" fmla="*/ 139 w 235"/>
                    <a:gd name="T39" fmla="*/ 21 h 320"/>
                    <a:gd name="T40" fmla="*/ 139 w 235"/>
                    <a:gd name="T41" fmla="*/ 85 h 320"/>
                    <a:gd name="T42" fmla="*/ 150 w 235"/>
                    <a:gd name="T43" fmla="*/ 96 h 320"/>
                    <a:gd name="T44" fmla="*/ 214 w 235"/>
                    <a:gd name="T45" fmla="*/ 96 h 320"/>
                    <a:gd name="T46" fmla="*/ 214 w 235"/>
                    <a:gd name="T47" fmla="*/ 298 h 320"/>
                    <a:gd name="T48" fmla="*/ 22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34" y="81"/>
                      </a:moveTo>
                      <a:cubicBezTo>
                        <a:pt x="234" y="80"/>
                        <a:pt x="233" y="78"/>
                        <a:pt x="232" y="77"/>
                      </a:cubicBezTo>
                      <a:cubicBezTo>
                        <a:pt x="157" y="3"/>
                        <a:pt x="157" y="3"/>
                        <a:pt x="157" y="3"/>
                      </a:cubicBezTo>
                      <a:cubicBezTo>
                        <a:pt x="156" y="2"/>
                        <a:pt x="155" y="1"/>
                        <a:pt x="154" y="0"/>
                      </a:cubicBezTo>
                      <a:cubicBezTo>
                        <a:pt x="152" y="0"/>
                        <a:pt x="151" y="0"/>
                        <a:pt x="150" y="0"/>
                      </a:cubicBez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85"/>
                        <a:pt x="235" y="85"/>
                        <a:pt x="235" y="85"/>
                      </a:cubicBezTo>
                      <a:cubicBezTo>
                        <a:pt x="235" y="84"/>
                        <a:pt x="235" y="82"/>
                        <a:pt x="234" y="81"/>
                      </a:cubicBezTo>
                      <a:close/>
                      <a:moveTo>
                        <a:pt x="160" y="36"/>
                      </a:moveTo>
                      <a:cubicBezTo>
                        <a:pt x="199" y="74"/>
                        <a:pt x="199" y="74"/>
                        <a:pt x="199" y="74"/>
                      </a:cubicBezTo>
                      <a:cubicBezTo>
                        <a:pt x="160" y="74"/>
                        <a:pt x="160" y="74"/>
                        <a:pt x="160" y="74"/>
                      </a:cubicBezTo>
                      <a:lnTo>
                        <a:pt x="160" y="36"/>
                      </a:lnTo>
                      <a:close/>
                      <a:moveTo>
                        <a:pt x="22" y="298"/>
                      </a:moveTo>
                      <a:cubicBezTo>
                        <a:pt x="22" y="21"/>
                        <a:pt x="22" y="21"/>
                        <a:pt x="22" y="21"/>
                      </a:cubicBezTo>
                      <a:cubicBezTo>
                        <a:pt x="139" y="21"/>
                        <a:pt x="139" y="21"/>
                        <a:pt x="139" y="21"/>
                      </a:cubicBezTo>
                      <a:cubicBezTo>
                        <a:pt x="139" y="85"/>
                        <a:pt x="139" y="85"/>
                        <a:pt x="139" y="85"/>
                      </a:cubicBezTo>
                      <a:cubicBezTo>
                        <a:pt x="139" y="91"/>
                        <a:pt x="144" y="96"/>
                        <a:pt x="150" y="96"/>
                      </a:cubicBezTo>
                      <a:cubicBezTo>
                        <a:pt x="214" y="96"/>
                        <a:pt x="214" y="96"/>
                        <a:pt x="214" y="96"/>
                      </a:cubicBezTo>
                      <a:cubicBezTo>
                        <a:pt x="214" y="298"/>
                        <a:pt x="214" y="298"/>
                        <a:pt x="214" y="298"/>
                      </a:cubicBezTo>
                      <a:lnTo>
                        <a:pt x="22" y="298"/>
                      </a:lnTo>
                      <a:close/>
                    </a:path>
                  </a:pathLst>
                </a:custGeom>
                <a:solidFill>
                  <a:srgbClr val="C4D6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sp>
              <p:nvSpPr>
                <p:cNvPr id="88" name="Freeform 339"/>
                <p:cNvSpPr>
                  <a:spLocks/>
                </p:cNvSpPr>
                <p:nvPr/>
              </p:nvSpPr>
              <p:spPr bwMode="auto">
                <a:xfrm>
                  <a:off x="4340" y="1431"/>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solidFill>
                  <a:srgbClr val="C4D6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sp>
              <p:nvSpPr>
                <p:cNvPr id="89" name="Freeform 340"/>
                <p:cNvSpPr>
                  <a:spLocks/>
                </p:cNvSpPr>
                <p:nvPr/>
              </p:nvSpPr>
              <p:spPr bwMode="auto">
                <a:xfrm>
                  <a:off x="4340" y="1402"/>
                  <a:ext cx="99" cy="14"/>
                </a:xfrm>
                <a:custGeom>
                  <a:avLst/>
                  <a:gdLst>
                    <a:gd name="T0" fmla="*/ 139 w 149"/>
                    <a:gd name="T1" fmla="*/ 0 h 21"/>
                    <a:gd name="T2" fmla="*/ 11 w 149"/>
                    <a:gd name="T3" fmla="*/ 0 h 21"/>
                    <a:gd name="T4" fmla="*/ 0 w 149"/>
                    <a:gd name="T5" fmla="*/ 11 h 21"/>
                    <a:gd name="T6" fmla="*/ 11 w 149"/>
                    <a:gd name="T7" fmla="*/ 21 h 21"/>
                    <a:gd name="T8" fmla="*/ 139 w 149"/>
                    <a:gd name="T9" fmla="*/ 21 h 21"/>
                    <a:gd name="T10" fmla="*/ 149 w 149"/>
                    <a:gd name="T11" fmla="*/ 11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5"/>
                        <a:pt x="0" y="11"/>
                      </a:cubicBezTo>
                      <a:cubicBezTo>
                        <a:pt x="0" y="17"/>
                        <a:pt x="5" y="21"/>
                        <a:pt x="11" y="21"/>
                      </a:cubicBezTo>
                      <a:cubicBezTo>
                        <a:pt x="139" y="21"/>
                        <a:pt x="139" y="21"/>
                        <a:pt x="139" y="21"/>
                      </a:cubicBezTo>
                      <a:cubicBezTo>
                        <a:pt x="145" y="21"/>
                        <a:pt x="149" y="17"/>
                        <a:pt x="149" y="11"/>
                      </a:cubicBezTo>
                      <a:cubicBezTo>
                        <a:pt x="149" y="5"/>
                        <a:pt x="145" y="0"/>
                        <a:pt x="139" y="0"/>
                      </a:cubicBezTo>
                      <a:close/>
                    </a:path>
                  </a:pathLst>
                </a:custGeom>
                <a:solidFill>
                  <a:srgbClr val="C4D6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sp>
              <p:nvSpPr>
                <p:cNvPr id="90" name="Freeform 341"/>
                <p:cNvSpPr>
                  <a:spLocks/>
                </p:cNvSpPr>
                <p:nvPr/>
              </p:nvSpPr>
              <p:spPr bwMode="auto">
                <a:xfrm>
                  <a:off x="4340" y="1374"/>
                  <a:ext cx="99" cy="14"/>
                </a:xfrm>
                <a:custGeom>
                  <a:avLst/>
                  <a:gdLst>
                    <a:gd name="T0" fmla="*/ 139 w 149"/>
                    <a:gd name="T1" fmla="*/ 0 h 22"/>
                    <a:gd name="T2" fmla="*/ 11 w 149"/>
                    <a:gd name="T3" fmla="*/ 0 h 22"/>
                    <a:gd name="T4" fmla="*/ 0 w 149"/>
                    <a:gd name="T5" fmla="*/ 11 h 22"/>
                    <a:gd name="T6" fmla="*/ 11 w 149"/>
                    <a:gd name="T7" fmla="*/ 22 h 22"/>
                    <a:gd name="T8" fmla="*/ 139 w 149"/>
                    <a:gd name="T9" fmla="*/ 22 h 22"/>
                    <a:gd name="T10" fmla="*/ 149 w 149"/>
                    <a:gd name="T11" fmla="*/ 11 h 22"/>
                    <a:gd name="T12" fmla="*/ 139 w 1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49" h="22">
                      <a:moveTo>
                        <a:pt x="139" y="0"/>
                      </a:moveTo>
                      <a:cubicBezTo>
                        <a:pt x="11" y="0"/>
                        <a:pt x="11" y="0"/>
                        <a:pt x="11" y="0"/>
                      </a:cubicBezTo>
                      <a:cubicBezTo>
                        <a:pt x="5" y="0"/>
                        <a:pt x="0" y="5"/>
                        <a:pt x="0" y="11"/>
                      </a:cubicBezTo>
                      <a:cubicBezTo>
                        <a:pt x="0" y="17"/>
                        <a:pt x="5" y="22"/>
                        <a:pt x="11" y="22"/>
                      </a:cubicBezTo>
                      <a:cubicBezTo>
                        <a:pt x="139" y="22"/>
                        <a:pt x="139" y="22"/>
                        <a:pt x="139" y="22"/>
                      </a:cubicBezTo>
                      <a:cubicBezTo>
                        <a:pt x="145" y="22"/>
                        <a:pt x="149" y="17"/>
                        <a:pt x="149" y="11"/>
                      </a:cubicBezTo>
                      <a:cubicBezTo>
                        <a:pt x="149" y="5"/>
                        <a:pt x="145" y="0"/>
                        <a:pt x="139" y="0"/>
                      </a:cubicBezTo>
                      <a:close/>
                    </a:path>
                  </a:pathLst>
                </a:custGeom>
                <a:solidFill>
                  <a:srgbClr val="C4D6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sp>
              <p:nvSpPr>
                <p:cNvPr id="91" name="Freeform 342"/>
                <p:cNvSpPr>
                  <a:spLocks/>
                </p:cNvSpPr>
                <p:nvPr/>
              </p:nvSpPr>
              <p:spPr bwMode="auto">
                <a:xfrm>
                  <a:off x="4340" y="1346"/>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solidFill>
                  <a:srgbClr val="C4D6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grpSp>
          <p:grpSp>
            <p:nvGrpSpPr>
              <p:cNvPr id="72" name="Group 345"/>
              <p:cNvGrpSpPr>
                <a:grpSpLocks noChangeAspect="1"/>
              </p:cNvGrpSpPr>
              <p:nvPr/>
            </p:nvGrpSpPr>
            <p:grpSpPr bwMode="auto">
              <a:xfrm>
                <a:off x="3784833" y="1013158"/>
                <a:ext cx="548640" cy="548640"/>
                <a:chOff x="3451" y="1171"/>
                <a:chExt cx="340" cy="340"/>
              </a:xfrm>
              <a:solidFill>
                <a:srgbClr val="2C5234"/>
              </a:solidFill>
            </p:grpSpPr>
            <p:sp>
              <p:nvSpPr>
                <p:cNvPr id="84" name="Freeform 346"/>
                <p:cNvSpPr>
                  <a:spLocks noEditPoints="1"/>
                </p:cNvSpPr>
                <p:nvPr/>
              </p:nvSpPr>
              <p:spPr bwMode="auto">
                <a:xfrm>
                  <a:off x="3515" y="1241"/>
                  <a:ext cx="212" cy="192"/>
                </a:xfrm>
                <a:custGeom>
                  <a:avLst/>
                  <a:gdLst>
                    <a:gd name="T0" fmla="*/ 224 w 320"/>
                    <a:gd name="T1" fmla="*/ 288 h 288"/>
                    <a:gd name="T2" fmla="*/ 170 w 320"/>
                    <a:gd name="T3" fmla="*/ 288 h 288"/>
                    <a:gd name="T4" fmla="*/ 160 w 320"/>
                    <a:gd name="T5" fmla="*/ 278 h 288"/>
                    <a:gd name="T6" fmla="*/ 160 w 320"/>
                    <a:gd name="T7" fmla="*/ 267 h 288"/>
                    <a:gd name="T8" fmla="*/ 138 w 320"/>
                    <a:gd name="T9" fmla="*/ 267 h 288"/>
                    <a:gd name="T10" fmla="*/ 138 w 320"/>
                    <a:gd name="T11" fmla="*/ 278 h 288"/>
                    <a:gd name="T12" fmla="*/ 128 w 320"/>
                    <a:gd name="T13" fmla="*/ 288 h 288"/>
                    <a:gd name="T14" fmla="*/ 74 w 320"/>
                    <a:gd name="T15" fmla="*/ 288 h 288"/>
                    <a:gd name="T16" fmla="*/ 64 w 320"/>
                    <a:gd name="T17" fmla="*/ 278 h 288"/>
                    <a:gd name="T18" fmla="*/ 27 w 320"/>
                    <a:gd name="T19" fmla="*/ 235 h 288"/>
                    <a:gd name="T20" fmla="*/ 18 w 320"/>
                    <a:gd name="T21" fmla="*/ 230 h 288"/>
                    <a:gd name="T22" fmla="*/ 0 w 320"/>
                    <a:gd name="T23" fmla="*/ 160 h 288"/>
                    <a:gd name="T24" fmla="*/ 138 w 320"/>
                    <a:gd name="T25" fmla="*/ 22 h 288"/>
                    <a:gd name="T26" fmla="*/ 198 w 320"/>
                    <a:gd name="T27" fmla="*/ 30 h 288"/>
                    <a:gd name="T28" fmla="*/ 255 w 320"/>
                    <a:gd name="T29" fmla="*/ 0 h 288"/>
                    <a:gd name="T30" fmla="*/ 264 w 320"/>
                    <a:gd name="T31" fmla="*/ 4 h 288"/>
                    <a:gd name="T32" fmla="*/ 266 w 320"/>
                    <a:gd name="T33" fmla="*/ 14 h 288"/>
                    <a:gd name="T34" fmla="*/ 257 w 320"/>
                    <a:gd name="T35" fmla="*/ 49 h 288"/>
                    <a:gd name="T36" fmla="*/ 294 w 320"/>
                    <a:gd name="T37" fmla="*/ 96 h 288"/>
                    <a:gd name="T38" fmla="*/ 309 w 320"/>
                    <a:gd name="T39" fmla="*/ 96 h 288"/>
                    <a:gd name="T40" fmla="*/ 320 w 320"/>
                    <a:gd name="T41" fmla="*/ 107 h 288"/>
                    <a:gd name="T42" fmla="*/ 320 w 320"/>
                    <a:gd name="T43" fmla="*/ 171 h 288"/>
                    <a:gd name="T44" fmla="*/ 309 w 320"/>
                    <a:gd name="T45" fmla="*/ 182 h 288"/>
                    <a:gd name="T46" fmla="*/ 275 w 320"/>
                    <a:gd name="T47" fmla="*/ 182 h 288"/>
                    <a:gd name="T48" fmla="*/ 234 w 320"/>
                    <a:gd name="T49" fmla="*/ 259 h 288"/>
                    <a:gd name="T50" fmla="*/ 234 w 320"/>
                    <a:gd name="T51" fmla="*/ 278 h 288"/>
                    <a:gd name="T52" fmla="*/ 224 w 320"/>
                    <a:gd name="T53" fmla="*/ 288 h 288"/>
                    <a:gd name="T54" fmla="*/ 181 w 320"/>
                    <a:gd name="T55" fmla="*/ 267 h 288"/>
                    <a:gd name="T56" fmla="*/ 213 w 320"/>
                    <a:gd name="T57" fmla="*/ 267 h 288"/>
                    <a:gd name="T58" fmla="*/ 213 w 320"/>
                    <a:gd name="T59" fmla="*/ 255 h 288"/>
                    <a:gd name="T60" fmla="*/ 216 w 320"/>
                    <a:gd name="T61" fmla="*/ 248 h 288"/>
                    <a:gd name="T62" fmla="*/ 255 w 320"/>
                    <a:gd name="T63" fmla="*/ 170 h 288"/>
                    <a:gd name="T64" fmla="*/ 266 w 320"/>
                    <a:gd name="T65" fmla="*/ 160 h 288"/>
                    <a:gd name="T66" fmla="*/ 298 w 320"/>
                    <a:gd name="T67" fmla="*/ 160 h 288"/>
                    <a:gd name="T68" fmla="*/ 298 w 320"/>
                    <a:gd name="T69" fmla="*/ 118 h 288"/>
                    <a:gd name="T70" fmla="*/ 288 w 320"/>
                    <a:gd name="T71" fmla="*/ 118 h 288"/>
                    <a:gd name="T72" fmla="*/ 278 w 320"/>
                    <a:gd name="T73" fmla="*/ 112 h 288"/>
                    <a:gd name="T74" fmla="*/ 240 w 320"/>
                    <a:gd name="T75" fmla="*/ 63 h 288"/>
                    <a:gd name="T76" fmla="*/ 235 w 320"/>
                    <a:gd name="T77" fmla="*/ 51 h 288"/>
                    <a:gd name="T78" fmla="*/ 241 w 320"/>
                    <a:gd name="T79" fmla="*/ 25 h 288"/>
                    <a:gd name="T80" fmla="*/ 212 w 320"/>
                    <a:gd name="T81" fmla="*/ 48 h 288"/>
                    <a:gd name="T82" fmla="*/ 199 w 320"/>
                    <a:gd name="T83" fmla="*/ 53 h 288"/>
                    <a:gd name="T84" fmla="*/ 138 w 320"/>
                    <a:gd name="T85" fmla="*/ 43 h 288"/>
                    <a:gd name="T86" fmla="*/ 21 w 320"/>
                    <a:gd name="T87" fmla="*/ 160 h 288"/>
                    <a:gd name="T88" fmla="*/ 34 w 320"/>
                    <a:gd name="T89" fmla="*/ 214 h 288"/>
                    <a:gd name="T90" fmla="*/ 84 w 320"/>
                    <a:gd name="T91" fmla="*/ 267 h 288"/>
                    <a:gd name="T92" fmla="*/ 117 w 320"/>
                    <a:gd name="T93" fmla="*/ 267 h 288"/>
                    <a:gd name="T94" fmla="*/ 117 w 320"/>
                    <a:gd name="T95" fmla="*/ 256 h 288"/>
                    <a:gd name="T96" fmla="*/ 128 w 320"/>
                    <a:gd name="T97" fmla="*/ 246 h 288"/>
                    <a:gd name="T98" fmla="*/ 170 w 320"/>
                    <a:gd name="T99" fmla="*/ 246 h 288"/>
                    <a:gd name="T100" fmla="*/ 181 w 320"/>
                    <a:gd name="T101" fmla="*/ 256 h 288"/>
                    <a:gd name="T102" fmla="*/ 181 w 320"/>
                    <a:gd name="T103" fmla="*/ 267 h 288"/>
                    <a:gd name="T104" fmla="*/ 82 w 320"/>
                    <a:gd name="T105" fmla="*/ 104 h 288"/>
                    <a:gd name="T106" fmla="*/ 130 w 320"/>
                    <a:gd name="T107" fmla="*/ 79 h 288"/>
                    <a:gd name="T108" fmla="*/ 138 w 320"/>
                    <a:gd name="T109" fmla="*/ 66 h 288"/>
                    <a:gd name="T110" fmla="*/ 125 w 320"/>
                    <a:gd name="T111" fmla="*/ 58 h 288"/>
                    <a:gd name="T112" fmla="*/ 68 w 320"/>
                    <a:gd name="T113" fmla="*/ 88 h 288"/>
                    <a:gd name="T114" fmla="*/ 67 w 320"/>
                    <a:gd name="T115" fmla="*/ 103 h 288"/>
                    <a:gd name="T116" fmla="*/ 75 w 320"/>
                    <a:gd name="T117" fmla="*/ 107 h 288"/>
                    <a:gd name="T118" fmla="*/ 82 w 320"/>
                    <a:gd name="T119"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288">
                      <a:moveTo>
                        <a:pt x="224" y="288"/>
                      </a:moveTo>
                      <a:cubicBezTo>
                        <a:pt x="170" y="288"/>
                        <a:pt x="170" y="288"/>
                        <a:pt x="170" y="288"/>
                      </a:cubicBezTo>
                      <a:cubicBezTo>
                        <a:pt x="164" y="288"/>
                        <a:pt x="160" y="284"/>
                        <a:pt x="160" y="278"/>
                      </a:cubicBezTo>
                      <a:cubicBezTo>
                        <a:pt x="160" y="267"/>
                        <a:pt x="160" y="267"/>
                        <a:pt x="160" y="267"/>
                      </a:cubicBezTo>
                      <a:cubicBezTo>
                        <a:pt x="138" y="267"/>
                        <a:pt x="138" y="267"/>
                        <a:pt x="138" y="267"/>
                      </a:cubicBezTo>
                      <a:cubicBezTo>
                        <a:pt x="138" y="278"/>
                        <a:pt x="138" y="278"/>
                        <a:pt x="138" y="278"/>
                      </a:cubicBezTo>
                      <a:cubicBezTo>
                        <a:pt x="138" y="284"/>
                        <a:pt x="134" y="288"/>
                        <a:pt x="128" y="288"/>
                      </a:cubicBezTo>
                      <a:cubicBezTo>
                        <a:pt x="74" y="288"/>
                        <a:pt x="74" y="288"/>
                        <a:pt x="74" y="288"/>
                      </a:cubicBezTo>
                      <a:cubicBezTo>
                        <a:pt x="68" y="288"/>
                        <a:pt x="64" y="284"/>
                        <a:pt x="64" y="278"/>
                      </a:cubicBezTo>
                      <a:cubicBezTo>
                        <a:pt x="64" y="237"/>
                        <a:pt x="29" y="235"/>
                        <a:pt x="27" y="235"/>
                      </a:cubicBezTo>
                      <a:cubicBezTo>
                        <a:pt x="23" y="235"/>
                        <a:pt x="20" y="233"/>
                        <a:pt x="18" y="230"/>
                      </a:cubicBezTo>
                      <a:cubicBezTo>
                        <a:pt x="6" y="209"/>
                        <a:pt x="0" y="185"/>
                        <a:pt x="0" y="160"/>
                      </a:cubicBezTo>
                      <a:cubicBezTo>
                        <a:pt x="0" y="84"/>
                        <a:pt x="62" y="22"/>
                        <a:pt x="138" y="22"/>
                      </a:cubicBezTo>
                      <a:cubicBezTo>
                        <a:pt x="160" y="22"/>
                        <a:pt x="179" y="24"/>
                        <a:pt x="198" y="30"/>
                      </a:cubicBezTo>
                      <a:cubicBezTo>
                        <a:pt x="217" y="3"/>
                        <a:pt x="253" y="0"/>
                        <a:pt x="255" y="0"/>
                      </a:cubicBezTo>
                      <a:cubicBezTo>
                        <a:pt x="259" y="0"/>
                        <a:pt x="262" y="2"/>
                        <a:pt x="264" y="4"/>
                      </a:cubicBezTo>
                      <a:cubicBezTo>
                        <a:pt x="266" y="7"/>
                        <a:pt x="267" y="10"/>
                        <a:pt x="266" y="14"/>
                      </a:cubicBezTo>
                      <a:cubicBezTo>
                        <a:pt x="257" y="49"/>
                        <a:pt x="257" y="49"/>
                        <a:pt x="257" y="49"/>
                      </a:cubicBezTo>
                      <a:cubicBezTo>
                        <a:pt x="275" y="63"/>
                        <a:pt x="288" y="85"/>
                        <a:pt x="294" y="96"/>
                      </a:cubicBezTo>
                      <a:cubicBezTo>
                        <a:pt x="309" y="96"/>
                        <a:pt x="309" y="96"/>
                        <a:pt x="309" y="96"/>
                      </a:cubicBezTo>
                      <a:cubicBezTo>
                        <a:pt x="315" y="96"/>
                        <a:pt x="320" y="101"/>
                        <a:pt x="320" y="107"/>
                      </a:cubicBezTo>
                      <a:cubicBezTo>
                        <a:pt x="320" y="171"/>
                        <a:pt x="320" y="171"/>
                        <a:pt x="320" y="171"/>
                      </a:cubicBezTo>
                      <a:cubicBezTo>
                        <a:pt x="320" y="177"/>
                        <a:pt x="315" y="182"/>
                        <a:pt x="309" y="182"/>
                      </a:cubicBezTo>
                      <a:cubicBezTo>
                        <a:pt x="275" y="182"/>
                        <a:pt x="275" y="182"/>
                        <a:pt x="275" y="182"/>
                      </a:cubicBezTo>
                      <a:cubicBezTo>
                        <a:pt x="269" y="217"/>
                        <a:pt x="249" y="244"/>
                        <a:pt x="234" y="259"/>
                      </a:cubicBezTo>
                      <a:cubicBezTo>
                        <a:pt x="234" y="278"/>
                        <a:pt x="234" y="278"/>
                        <a:pt x="234" y="278"/>
                      </a:cubicBezTo>
                      <a:cubicBezTo>
                        <a:pt x="234" y="284"/>
                        <a:pt x="230" y="288"/>
                        <a:pt x="224" y="288"/>
                      </a:cubicBezTo>
                      <a:close/>
                      <a:moveTo>
                        <a:pt x="181" y="267"/>
                      </a:moveTo>
                      <a:cubicBezTo>
                        <a:pt x="213" y="267"/>
                        <a:pt x="213" y="267"/>
                        <a:pt x="213" y="267"/>
                      </a:cubicBezTo>
                      <a:cubicBezTo>
                        <a:pt x="213" y="255"/>
                        <a:pt x="213" y="255"/>
                        <a:pt x="213" y="255"/>
                      </a:cubicBezTo>
                      <a:cubicBezTo>
                        <a:pt x="213" y="252"/>
                        <a:pt x="214" y="250"/>
                        <a:pt x="216" y="248"/>
                      </a:cubicBezTo>
                      <a:cubicBezTo>
                        <a:pt x="239" y="225"/>
                        <a:pt x="253" y="197"/>
                        <a:pt x="255" y="170"/>
                      </a:cubicBezTo>
                      <a:cubicBezTo>
                        <a:pt x="256" y="165"/>
                        <a:pt x="260" y="160"/>
                        <a:pt x="266" y="160"/>
                      </a:cubicBezTo>
                      <a:cubicBezTo>
                        <a:pt x="298" y="160"/>
                        <a:pt x="298" y="160"/>
                        <a:pt x="298" y="160"/>
                      </a:cubicBezTo>
                      <a:cubicBezTo>
                        <a:pt x="298" y="118"/>
                        <a:pt x="298" y="118"/>
                        <a:pt x="298" y="118"/>
                      </a:cubicBezTo>
                      <a:cubicBezTo>
                        <a:pt x="288" y="118"/>
                        <a:pt x="288" y="118"/>
                        <a:pt x="288" y="118"/>
                      </a:cubicBezTo>
                      <a:cubicBezTo>
                        <a:pt x="284" y="118"/>
                        <a:pt x="280" y="115"/>
                        <a:pt x="278" y="112"/>
                      </a:cubicBezTo>
                      <a:cubicBezTo>
                        <a:pt x="278" y="111"/>
                        <a:pt x="261" y="76"/>
                        <a:pt x="240" y="63"/>
                      </a:cubicBezTo>
                      <a:cubicBezTo>
                        <a:pt x="236" y="60"/>
                        <a:pt x="234" y="56"/>
                        <a:pt x="235" y="51"/>
                      </a:cubicBezTo>
                      <a:cubicBezTo>
                        <a:pt x="241" y="25"/>
                        <a:pt x="241" y="25"/>
                        <a:pt x="241" y="25"/>
                      </a:cubicBezTo>
                      <a:cubicBezTo>
                        <a:pt x="231" y="28"/>
                        <a:pt x="218" y="35"/>
                        <a:pt x="212" y="48"/>
                      </a:cubicBezTo>
                      <a:cubicBezTo>
                        <a:pt x="210" y="53"/>
                        <a:pt x="204" y="55"/>
                        <a:pt x="199" y="53"/>
                      </a:cubicBezTo>
                      <a:cubicBezTo>
                        <a:pt x="180" y="46"/>
                        <a:pt x="161" y="43"/>
                        <a:pt x="138" y="43"/>
                      </a:cubicBezTo>
                      <a:cubicBezTo>
                        <a:pt x="74" y="43"/>
                        <a:pt x="21" y="96"/>
                        <a:pt x="21" y="160"/>
                      </a:cubicBezTo>
                      <a:cubicBezTo>
                        <a:pt x="21" y="179"/>
                        <a:pt x="26" y="198"/>
                        <a:pt x="34" y="214"/>
                      </a:cubicBezTo>
                      <a:cubicBezTo>
                        <a:pt x="53" y="217"/>
                        <a:pt x="80" y="231"/>
                        <a:pt x="84" y="267"/>
                      </a:cubicBezTo>
                      <a:cubicBezTo>
                        <a:pt x="117" y="267"/>
                        <a:pt x="117" y="267"/>
                        <a:pt x="117" y="267"/>
                      </a:cubicBezTo>
                      <a:cubicBezTo>
                        <a:pt x="117" y="256"/>
                        <a:pt x="117" y="256"/>
                        <a:pt x="117" y="256"/>
                      </a:cubicBezTo>
                      <a:cubicBezTo>
                        <a:pt x="117" y="250"/>
                        <a:pt x="122" y="246"/>
                        <a:pt x="128" y="246"/>
                      </a:cubicBezTo>
                      <a:cubicBezTo>
                        <a:pt x="170" y="246"/>
                        <a:pt x="170" y="246"/>
                        <a:pt x="170" y="246"/>
                      </a:cubicBezTo>
                      <a:cubicBezTo>
                        <a:pt x="176" y="246"/>
                        <a:pt x="181" y="250"/>
                        <a:pt x="181" y="256"/>
                      </a:cubicBezTo>
                      <a:lnTo>
                        <a:pt x="181" y="267"/>
                      </a:lnTo>
                      <a:close/>
                      <a:moveTo>
                        <a:pt x="82" y="104"/>
                      </a:moveTo>
                      <a:cubicBezTo>
                        <a:pt x="96" y="92"/>
                        <a:pt x="113" y="83"/>
                        <a:pt x="130" y="79"/>
                      </a:cubicBezTo>
                      <a:cubicBezTo>
                        <a:pt x="136" y="77"/>
                        <a:pt x="139" y="71"/>
                        <a:pt x="138" y="66"/>
                      </a:cubicBezTo>
                      <a:cubicBezTo>
                        <a:pt x="137" y="60"/>
                        <a:pt x="131" y="57"/>
                        <a:pt x="125" y="58"/>
                      </a:cubicBezTo>
                      <a:cubicBezTo>
                        <a:pt x="104" y="63"/>
                        <a:pt x="84" y="74"/>
                        <a:pt x="68" y="88"/>
                      </a:cubicBezTo>
                      <a:cubicBezTo>
                        <a:pt x="64" y="92"/>
                        <a:pt x="63" y="99"/>
                        <a:pt x="67" y="103"/>
                      </a:cubicBezTo>
                      <a:cubicBezTo>
                        <a:pt x="69" y="106"/>
                        <a:pt x="72" y="107"/>
                        <a:pt x="75" y="107"/>
                      </a:cubicBezTo>
                      <a:cubicBezTo>
                        <a:pt x="78" y="107"/>
                        <a:pt x="80" y="106"/>
                        <a:pt x="82" y="104"/>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sp>
              <p:nvSpPr>
                <p:cNvPr id="85" name="Freeform 347"/>
                <p:cNvSpPr>
                  <a:spLocks noEditPoints="1"/>
                </p:cNvSpPr>
                <p:nvPr/>
              </p:nvSpPr>
              <p:spPr bwMode="auto">
                <a:xfrm>
                  <a:off x="3451" y="117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dirty="0">
                    <a:solidFill>
                      <a:prstClr val="white"/>
                    </a:solidFill>
                    <a:latin typeface="Aptos" panose="020B0004020202020204" pitchFamily="34" charset="0"/>
                  </a:endParaRPr>
                </a:p>
              </p:txBody>
            </p:sp>
          </p:grpSp>
          <p:sp>
            <p:nvSpPr>
              <p:cNvPr id="73" name="Rectangle 72"/>
              <p:cNvSpPr/>
              <p:nvPr/>
            </p:nvSpPr>
            <p:spPr>
              <a:xfrm>
                <a:off x="5167866" y="2284733"/>
                <a:ext cx="1333794" cy="287089"/>
              </a:xfrm>
              <a:prstGeom prst="rect">
                <a:avLst/>
              </a:prstGeom>
            </p:spPr>
            <p:txBody>
              <a:bodyPr wrap="square">
                <a:spAutoFit/>
              </a:bodyPr>
              <a:lstStyle/>
              <a:p>
                <a:pPr algn="ctr" defTabSz="742969">
                  <a:defRPr/>
                </a:pPr>
                <a:r>
                  <a:rPr lang="en-US" sz="800" b="1" dirty="0">
                    <a:latin typeface="Aptos" panose="020B0004020202020204" pitchFamily="34" charset="0"/>
                  </a:rPr>
                  <a:t>Lorem ipsum</a:t>
                </a:r>
              </a:p>
            </p:txBody>
          </p:sp>
          <p:sp>
            <p:nvSpPr>
              <p:cNvPr id="74" name="Rectangle 73"/>
              <p:cNvSpPr/>
              <p:nvPr/>
            </p:nvSpPr>
            <p:spPr>
              <a:xfrm>
                <a:off x="3507233" y="1869401"/>
                <a:ext cx="1333794" cy="287089"/>
              </a:xfrm>
              <a:prstGeom prst="rect">
                <a:avLst/>
              </a:prstGeom>
            </p:spPr>
            <p:txBody>
              <a:bodyPr wrap="square">
                <a:spAutoFit/>
              </a:bodyPr>
              <a:lstStyle/>
              <a:p>
                <a:pPr algn="ctr" defTabSz="742969">
                  <a:defRPr/>
                </a:pPr>
                <a:r>
                  <a:rPr lang="en-US" sz="800" b="1" dirty="0">
                    <a:latin typeface="Aptos" panose="020B0004020202020204" pitchFamily="34" charset="0"/>
                  </a:rPr>
                  <a:t>Lorem ipsum</a:t>
                </a:r>
              </a:p>
            </p:txBody>
          </p:sp>
          <p:sp>
            <p:nvSpPr>
              <p:cNvPr id="75" name="Rectangle 74"/>
              <p:cNvSpPr/>
              <p:nvPr/>
            </p:nvSpPr>
            <p:spPr>
              <a:xfrm>
                <a:off x="4344796" y="4718574"/>
                <a:ext cx="1333794" cy="287089"/>
              </a:xfrm>
              <a:prstGeom prst="rect">
                <a:avLst/>
              </a:prstGeom>
            </p:spPr>
            <p:txBody>
              <a:bodyPr wrap="square">
                <a:spAutoFit/>
              </a:bodyPr>
              <a:lstStyle/>
              <a:p>
                <a:pPr algn="ctr" defTabSz="742969">
                  <a:defRPr/>
                </a:pPr>
                <a:r>
                  <a:rPr lang="en-US" sz="800" b="1" dirty="0">
                    <a:latin typeface="Aptos" panose="020B0004020202020204" pitchFamily="34" charset="0"/>
                  </a:rPr>
                  <a:t>Lorem ipsum</a:t>
                </a:r>
              </a:p>
            </p:txBody>
          </p:sp>
          <p:grpSp>
            <p:nvGrpSpPr>
              <p:cNvPr id="76" name="Group 920"/>
              <p:cNvGrpSpPr>
                <a:grpSpLocks noChangeAspect="1"/>
              </p:cNvGrpSpPr>
              <p:nvPr/>
            </p:nvGrpSpPr>
            <p:grpSpPr bwMode="auto">
              <a:xfrm>
                <a:off x="2734221" y="4751408"/>
                <a:ext cx="548640" cy="548640"/>
                <a:chOff x="5645" y="4510"/>
                <a:chExt cx="340" cy="340"/>
              </a:xfrm>
              <a:solidFill>
                <a:schemeClr val="accent1"/>
              </a:solidFill>
            </p:grpSpPr>
            <p:sp>
              <p:nvSpPr>
                <p:cNvPr id="82" name="Freeform 921"/>
                <p:cNvSpPr>
                  <a:spLocks noEditPoints="1"/>
                </p:cNvSpPr>
                <p:nvPr/>
              </p:nvSpPr>
              <p:spPr bwMode="auto">
                <a:xfrm>
                  <a:off x="5765" y="4574"/>
                  <a:ext cx="99" cy="212"/>
                </a:xfrm>
                <a:custGeom>
                  <a:avLst/>
                  <a:gdLst>
                    <a:gd name="T0" fmla="*/ 139 w 149"/>
                    <a:gd name="T1" fmla="*/ 256 h 320"/>
                    <a:gd name="T2" fmla="*/ 136 w 149"/>
                    <a:gd name="T3" fmla="*/ 256 h 320"/>
                    <a:gd name="T4" fmla="*/ 108 w 149"/>
                    <a:gd name="T5" fmla="*/ 142 h 320"/>
                    <a:gd name="T6" fmla="*/ 128 w 149"/>
                    <a:gd name="T7" fmla="*/ 96 h 320"/>
                    <a:gd name="T8" fmla="*/ 98 w 149"/>
                    <a:gd name="T9" fmla="*/ 53 h 320"/>
                    <a:gd name="T10" fmla="*/ 107 w 149"/>
                    <a:gd name="T11" fmla="*/ 32 h 320"/>
                    <a:gd name="T12" fmla="*/ 75 w 149"/>
                    <a:gd name="T13" fmla="*/ 0 h 320"/>
                    <a:gd name="T14" fmla="*/ 43 w 149"/>
                    <a:gd name="T15" fmla="*/ 32 h 320"/>
                    <a:gd name="T16" fmla="*/ 51 w 149"/>
                    <a:gd name="T17" fmla="*/ 53 h 320"/>
                    <a:gd name="T18" fmla="*/ 21 w 149"/>
                    <a:gd name="T19" fmla="*/ 96 h 320"/>
                    <a:gd name="T20" fmla="*/ 41 w 149"/>
                    <a:gd name="T21" fmla="*/ 142 h 320"/>
                    <a:gd name="T22" fmla="*/ 13 w 149"/>
                    <a:gd name="T23" fmla="*/ 256 h 320"/>
                    <a:gd name="T24" fmla="*/ 11 w 149"/>
                    <a:gd name="T25" fmla="*/ 256 h 320"/>
                    <a:gd name="T26" fmla="*/ 0 w 149"/>
                    <a:gd name="T27" fmla="*/ 266 h 320"/>
                    <a:gd name="T28" fmla="*/ 0 w 149"/>
                    <a:gd name="T29" fmla="*/ 309 h 320"/>
                    <a:gd name="T30" fmla="*/ 11 w 149"/>
                    <a:gd name="T31" fmla="*/ 320 h 320"/>
                    <a:gd name="T32" fmla="*/ 139 w 149"/>
                    <a:gd name="T33" fmla="*/ 320 h 320"/>
                    <a:gd name="T34" fmla="*/ 149 w 149"/>
                    <a:gd name="T35" fmla="*/ 309 h 320"/>
                    <a:gd name="T36" fmla="*/ 149 w 149"/>
                    <a:gd name="T37" fmla="*/ 266 h 320"/>
                    <a:gd name="T38" fmla="*/ 139 w 149"/>
                    <a:gd name="T39" fmla="*/ 256 h 320"/>
                    <a:gd name="T40" fmla="*/ 75 w 149"/>
                    <a:gd name="T41" fmla="*/ 21 h 320"/>
                    <a:gd name="T42" fmla="*/ 85 w 149"/>
                    <a:gd name="T43" fmla="*/ 32 h 320"/>
                    <a:gd name="T44" fmla="*/ 75 w 149"/>
                    <a:gd name="T45" fmla="*/ 42 h 320"/>
                    <a:gd name="T46" fmla="*/ 64 w 149"/>
                    <a:gd name="T47" fmla="*/ 32 h 320"/>
                    <a:gd name="T48" fmla="*/ 75 w 149"/>
                    <a:gd name="T49" fmla="*/ 21 h 320"/>
                    <a:gd name="T50" fmla="*/ 75 w 149"/>
                    <a:gd name="T51" fmla="*/ 64 h 320"/>
                    <a:gd name="T52" fmla="*/ 92 w 149"/>
                    <a:gd name="T53" fmla="*/ 74 h 320"/>
                    <a:gd name="T54" fmla="*/ 78 w 149"/>
                    <a:gd name="T55" fmla="*/ 88 h 320"/>
                    <a:gd name="T56" fmla="*/ 78 w 149"/>
                    <a:gd name="T57" fmla="*/ 103 h 320"/>
                    <a:gd name="T58" fmla="*/ 85 w 149"/>
                    <a:gd name="T59" fmla="*/ 106 h 320"/>
                    <a:gd name="T60" fmla="*/ 93 w 149"/>
                    <a:gd name="T61" fmla="*/ 103 h 320"/>
                    <a:gd name="T62" fmla="*/ 106 w 149"/>
                    <a:gd name="T63" fmla="*/ 90 h 320"/>
                    <a:gd name="T64" fmla="*/ 107 w 149"/>
                    <a:gd name="T65" fmla="*/ 96 h 320"/>
                    <a:gd name="T66" fmla="*/ 92 w 149"/>
                    <a:gd name="T67" fmla="*/ 128 h 320"/>
                    <a:gd name="T68" fmla="*/ 57 w 149"/>
                    <a:gd name="T69" fmla="*/ 128 h 320"/>
                    <a:gd name="T70" fmla="*/ 43 w 149"/>
                    <a:gd name="T71" fmla="*/ 96 h 320"/>
                    <a:gd name="T72" fmla="*/ 75 w 149"/>
                    <a:gd name="T73" fmla="*/ 64 h 320"/>
                    <a:gd name="T74" fmla="*/ 62 w 149"/>
                    <a:gd name="T75" fmla="*/ 149 h 320"/>
                    <a:gd name="T76" fmla="*/ 88 w 149"/>
                    <a:gd name="T77" fmla="*/ 149 h 320"/>
                    <a:gd name="T78" fmla="*/ 114 w 149"/>
                    <a:gd name="T79" fmla="*/ 256 h 320"/>
                    <a:gd name="T80" fmla="*/ 35 w 149"/>
                    <a:gd name="T81" fmla="*/ 256 h 320"/>
                    <a:gd name="T82" fmla="*/ 62 w 149"/>
                    <a:gd name="T83" fmla="*/ 149 h 320"/>
                    <a:gd name="T84" fmla="*/ 128 w 149"/>
                    <a:gd name="T85" fmla="*/ 298 h 320"/>
                    <a:gd name="T86" fmla="*/ 21 w 149"/>
                    <a:gd name="T87" fmla="*/ 298 h 320"/>
                    <a:gd name="T88" fmla="*/ 21 w 149"/>
                    <a:gd name="T89" fmla="*/ 277 h 320"/>
                    <a:gd name="T90" fmla="*/ 128 w 149"/>
                    <a:gd name="T91" fmla="*/ 277 h 320"/>
                    <a:gd name="T92" fmla="*/ 128 w 149"/>
                    <a:gd name="T93"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9" h="320">
                      <a:moveTo>
                        <a:pt x="139" y="256"/>
                      </a:moveTo>
                      <a:cubicBezTo>
                        <a:pt x="136" y="256"/>
                        <a:pt x="136" y="256"/>
                        <a:pt x="136" y="256"/>
                      </a:cubicBezTo>
                      <a:cubicBezTo>
                        <a:pt x="108" y="142"/>
                        <a:pt x="108" y="142"/>
                        <a:pt x="108" y="142"/>
                      </a:cubicBezTo>
                      <a:cubicBezTo>
                        <a:pt x="116" y="135"/>
                        <a:pt x="128" y="119"/>
                        <a:pt x="128" y="96"/>
                      </a:cubicBezTo>
                      <a:cubicBezTo>
                        <a:pt x="128" y="76"/>
                        <a:pt x="112" y="62"/>
                        <a:pt x="98" y="53"/>
                      </a:cubicBezTo>
                      <a:cubicBezTo>
                        <a:pt x="103" y="47"/>
                        <a:pt x="107" y="40"/>
                        <a:pt x="107" y="32"/>
                      </a:cubicBezTo>
                      <a:cubicBezTo>
                        <a:pt x="107" y="14"/>
                        <a:pt x="92" y="0"/>
                        <a:pt x="75" y="0"/>
                      </a:cubicBezTo>
                      <a:cubicBezTo>
                        <a:pt x="57" y="0"/>
                        <a:pt x="43" y="14"/>
                        <a:pt x="43" y="32"/>
                      </a:cubicBezTo>
                      <a:cubicBezTo>
                        <a:pt x="43" y="40"/>
                        <a:pt x="46" y="47"/>
                        <a:pt x="51" y="53"/>
                      </a:cubicBezTo>
                      <a:cubicBezTo>
                        <a:pt x="37" y="62"/>
                        <a:pt x="21" y="76"/>
                        <a:pt x="21" y="96"/>
                      </a:cubicBezTo>
                      <a:cubicBezTo>
                        <a:pt x="21" y="119"/>
                        <a:pt x="34" y="135"/>
                        <a:pt x="41" y="142"/>
                      </a:cubicBezTo>
                      <a:cubicBezTo>
                        <a:pt x="13" y="256"/>
                        <a:pt x="13" y="256"/>
                        <a:pt x="13" y="256"/>
                      </a:cubicBezTo>
                      <a:cubicBezTo>
                        <a:pt x="11" y="256"/>
                        <a:pt x="11" y="256"/>
                        <a:pt x="11" y="256"/>
                      </a:cubicBezTo>
                      <a:cubicBezTo>
                        <a:pt x="5" y="256"/>
                        <a:pt x="0" y="260"/>
                        <a:pt x="0" y="266"/>
                      </a:cubicBezTo>
                      <a:cubicBezTo>
                        <a:pt x="0" y="309"/>
                        <a:pt x="0" y="309"/>
                        <a:pt x="0" y="309"/>
                      </a:cubicBezTo>
                      <a:cubicBezTo>
                        <a:pt x="0" y="315"/>
                        <a:pt x="5" y="320"/>
                        <a:pt x="11" y="320"/>
                      </a:cubicBezTo>
                      <a:cubicBezTo>
                        <a:pt x="139" y="320"/>
                        <a:pt x="139" y="320"/>
                        <a:pt x="139" y="320"/>
                      </a:cubicBezTo>
                      <a:cubicBezTo>
                        <a:pt x="145" y="320"/>
                        <a:pt x="149" y="315"/>
                        <a:pt x="149" y="309"/>
                      </a:cubicBezTo>
                      <a:cubicBezTo>
                        <a:pt x="149" y="266"/>
                        <a:pt x="149" y="266"/>
                        <a:pt x="149" y="266"/>
                      </a:cubicBezTo>
                      <a:cubicBezTo>
                        <a:pt x="149" y="260"/>
                        <a:pt x="145" y="256"/>
                        <a:pt x="139" y="256"/>
                      </a:cubicBezTo>
                      <a:close/>
                      <a:moveTo>
                        <a:pt x="75" y="21"/>
                      </a:moveTo>
                      <a:cubicBezTo>
                        <a:pt x="81" y="21"/>
                        <a:pt x="85" y="26"/>
                        <a:pt x="85" y="32"/>
                      </a:cubicBezTo>
                      <a:cubicBezTo>
                        <a:pt x="85" y="38"/>
                        <a:pt x="81" y="42"/>
                        <a:pt x="75" y="42"/>
                      </a:cubicBezTo>
                      <a:cubicBezTo>
                        <a:pt x="69" y="42"/>
                        <a:pt x="64" y="38"/>
                        <a:pt x="64" y="32"/>
                      </a:cubicBezTo>
                      <a:cubicBezTo>
                        <a:pt x="64" y="26"/>
                        <a:pt x="69" y="21"/>
                        <a:pt x="75" y="21"/>
                      </a:cubicBezTo>
                      <a:close/>
                      <a:moveTo>
                        <a:pt x="75" y="64"/>
                      </a:moveTo>
                      <a:cubicBezTo>
                        <a:pt x="79" y="67"/>
                        <a:pt x="86" y="70"/>
                        <a:pt x="92" y="74"/>
                      </a:cubicBezTo>
                      <a:cubicBezTo>
                        <a:pt x="78" y="88"/>
                        <a:pt x="78" y="88"/>
                        <a:pt x="78" y="88"/>
                      </a:cubicBezTo>
                      <a:cubicBezTo>
                        <a:pt x="74" y="92"/>
                        <a:pt x="74" y="99"/>
                        <a:pt x="78" y="103"/>
                      </a:cubicBezTo>
                      <a:cubicBezTo>
                        <a:pt x="80" y="105"/>
                        <a:pt x="83" y="106"/>
                        <a:pt x="85" y="106"/>
                      </a:cubicBezTo>
                      <a:cubicBezTo>
                        <a:pt x="88" y="106"/>
                        <a:pt x="91" y="105"/>
                        <a:pt x="93" y="103"/>
                      </a:cubicBezTo>
                      <a:cubicBezTo>
                        <a:pt x="106" y="90"/>
                        <a:pt x="106" y="90"/>
                        <a:pt x="106" y="90"/>
                      </a:cubicBezTo>
                      <a:cubicBezTo>
                        <a:pt x="106" y="92"/>
                        <a:pt x="107" y="94"/>
                        <a:pt x="107" y="96"/>
                      </a:cubicBezTo>
                      <a:cubicBezTo>
                        <a:pt x="107" y="113"/>
                        <a:pt x="97" y="123"/>
                        <a:pt x="92" y="128"/>
                      </a:cubicBezTo>
                      <a:cubicBezTo>
                        <a:pt x="57" y="128"/>
                        <a:pt x="57" y="128"/>
                        <a:pt x="57" y="128"/>
                      </a:cubicBezTo>
                      <a:cubicBezTo>
                        <a:pt x="53" y="123"/>
                        <a:pt x="43" y="112"/>
                        <a:pt x="43" y="96"/>
                      </a:cubicBezTo>
                      <a:cubicBezTo>
                        <a:pt x="43" y="81"/>
                        <a:pt x="64" y="69"/>
                        <a:pt x="75" y="64"/>
                      </a:cubicBezTo>
                      <a:close/>
                      <a:moveTo>
                        <a:pt x="62" y="149"/>
                      </a:moveTo>
                      <a:cubicBezTo>
                        <a:pt x="88" y="149"/>
                        <a:pt x="88" y="149"/>
                        <a:pt x="88" y="149"/>
                      </a:cubicBezTo>
                      <a:cubicBezTo>
                        <a:pt x="114" y="256"/>
                        <a:pt x="114" y="256"/>
                        <a:pt x="114" y="256"/>
                      </a:cubicBezTo>
                      <a:cubicBezTo>
                        <a:pt x="35" y="256"/>
                        <a:pt x="35" y="256"/>
                        <a:pt x="35" y="256"/>
                      </a:cubicBezTo>
                      <a:lnTo>
                        <a:pt x="62" y="149"/>
                      </a:lnTo>
                      <a:close/>
                      <a:moveTo>
                        <a:pt x="128" y="298"/>
                      </a:moveTo>
                      <a:cubicBezTo>
                        <a:pt x="21" y="298"/>
                        <a:pt x="21" y="298"/>
                        <a:pt x="21" y="298"/>
                      </a:cubicBezTo>
                      <a:cubicBezTo>
                        <a:pt x="21" y="277"/>
                        <a:pt x="21" y="277"/>
                        <a:pt x="21" y="277"/>
                      </a:cubicBezTo>
                      <a:cubicBezTo>
                        <a:pt x="128" y="277"/>
                        <a:pt x="128" y="277"/>
                        <a:pt x="128" y="277"/>
                      </a:cubicBezTo>
                      <a:lnTo>
                        <a:pt x="128" y="29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sp>
              <p:nvSpPr>
                <p:cNvPr id="83" name="Freeform 922"/>
                <p:cNvSpPr>
                  <a:spLocks noEditPoints="1"/>
                </p:cNvSpPr>
                <p:nvPr/>
              </p:nvSpPr>
              <p:spPr bwMode="auto">
                <a:xfrm>
                  <a:off x="5645" y="451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grpSp>
          <p:grpSp>
            <p:nvGrpSpPr>
              <p:cNvPr id="77" name="Group 541"/>
              <p:cNvGrpSpPr>
                <a:grpSpLocks noChangeAspect="1"/>
              </p:cNvGrpSpPr>
              <p:nvPr/>
            </p:nvGrpSpPr>
            <p:grpSpPr bwMode="auto">
              <a:xfrm>
                <a:off x="4868238" y="5350984"/>
                <a:ext cx="548640" cy="548640"/>
                <a:chOff x="5326" y="2494"/>
                <a:chExt cx="340" cy="340"/>
              </a:xfrm>
              <a:solidFill>
                <a:srgbClr val="004F59"/>
              </a:solidFill>
            </p:grpSpPr>
            <p:sp>
              <p:nvSpPr>
                <p:cNvPr id="80" name="Freeform 542"/>
                <p:cNvSpPr>
                  <a:spLocks noEditPoints="1"/>
                </p:cNvSpPr>
                <p:nvPr/>
              </p:nvSpPr>
              <p:spPr bwMode="auto">
                <a:xfrm>
                  <a:off x="5430" y="2558"/>
                  <a:ext cx="132" cy="212"/>
                </a:xfrm>
                <a:custGeom>
                  <a:avLst/>
                  <a:gdLst>
                    <a:gd name="T0" fmla="*/ 99 w 199"/>
                    <a:gd name="T1" fmla="*/ 0 h 320"/>
                    <a:gd name="T2" fmla="*/ 99 w 199"/>
                    <a:gd name="T3" fmla="*/ 0 h 320"/>
                    <a:gd name="T4" fmla="*/ 99 w 199"/>
                    <a:gd name="T5" fmla="*/ 0 h 320"/>
                    <a:gd name="T6" fmla="*/ 99 w 199"/>
                    <a:gd name="T7" fmla="*/ 0 h 320"/>
                    <a:gd name="T8" fmla="*/ 98 w 199"/>
                    <a:gd name="T9" fmla="*/ 0 h 320"/>
                    <a:gd name="T10" fmla="*/ 0 w 199"/>
                    <a:gd name="T11" fmla="*/ 95 h 320"/>
                    <a:gd name="T12" fmla="*/ 19 w 199"/>
                    <a:gd name="T13" fmla="*/ 158 h 320"/>
                    <a:gd name="T14" fmla="*/ 45 w 199"/>
                    <a:gd name="T15" fmla="*/ 213 h 320"/>
                    <a:gd name="T16" fmla="*/ 45 w 199"/>
                    <a:gd name="T17" fmla="*/ 245 h 320"/>
                    <a:gd name="T18" fmla="*/ 46 w 199"/>
                    <a:gd name="T19" fmla="*/ 246 h 320"/>
                    <a:gd name="T20" fmla="*/ 45 w 199"/>
                    <a:gd name="T21" fmla="*/ 247 h 320"/>
                    <a:gd name="T22" fmla="*/ 56 w 199"/>
                    <a:gd name="T23" fmla="*/ 311 h 320"/>
                    <a:gd name="T24" fmla="*/ 67 w 199"/>
                    <a:gd name="T25" fmla="*/ 320 h 320"/>
                    <a:gd name="T26" fmla="*/ 131 w 199"/>
                    <a:gd name="T27" fmla="*/ 320 h 320"/>
                    <a:gd name="T28" fmla="*/ 141 w 199"/>
                    <a:gd name="T29" fmla="*/ 311 h 320"/>
                    <a:gd name="T30" fmla="*/ 152 w 199"/>
                    <a:gd name="T31" fmla="*/ 247 h 320"/>
                    <a:gd name="T32" fmla="*/ 152 w 199"/>
                    <a:gd name="T33" fmla="*/ 246 h 320"/>
                    <a:gd name="T34" fmla="*/ 152 w 199"/>
                    <a:gd name="T35" fmla="*/ 245 h 320"/>
                    <a:gd name="T36" fmla="*/ 152 w 199"/>
                    <a:gd name="T37" fmla="*/ 213 h 320"/>
                    <a:gd name="T38" fmla="*/ 179 w 199"/>
                    <a:gd name="T39" fmla="*/ 158 h 320"/>
                    <a:gd name="T40" fmla="*/ 199 w 199"/>
                    <a:gd name="T41" fmla="*/ 95 h 320"/>
                    <a:gd name="T42" fmla="*/ 99 w 199"/>
                    <a:gd name="T43" fmla="*/ 0 h 320"/>
                    <a:gd name="T44" fmla="*/ 122 w 199"/>
                    <a:gd name="T45" fmla="*/ 298 h 320"/>
                    <a:gd name="T46" fmla="*/ 76 w 199"/>
                    <a:gd name="T47" fmla="*/ 298 h 320"/>
                    <a:gd name="T48" fmla="*/ 69 w 199"/>
                    <a:gd name="T49" fmla="*/ 256 h 320"/>
                    <a:gd name="T50" fmla="*/ 129 w 199"/>
                    <a:gd name="T51" fmla="*/ 256 h 320"/>
                    <a:gd name="T52" fmla="*/ 122 w 199"/>
                    <a:gd name="T53" fmla="*/ 298 h 320"/>
                    <a:gd name="T54" fmla="*/ 161 w 199"/>
                    <a:gd name="T55" fmla="*/ 147 h 320"/>
                    <a:gd name="T56" fmla="*/ 131 w 199"/>
                    <a:gd name="T57" fmla="*/ 213 h 320"/>
                    <a:gd name="T58" fmla="*/ 131 w 199"/>
                    <a:gd name="T59" fmla="*/ 234 h 320"/>
                    <a:gd name="T60" fmla="*/ 109 w 199"/>
                    <a:gd name="T61" fmla="*/ 234 h 320"/>
                    <a:gd name="T62" fmla="*/ 109 w 199"/>
                    <a:gd name="T63" fmla="*/ 153 h 320"/>
                    <a:gd name="T64" fmla="*/ 128 w 199"/>
                    <a:gd name="T65" fmla="*/ 135 h 320"/>
                    <a:gd name="T66" fmla="*/ 128 w 199"/>
                    <a:gd name="T67" fmla="*/ 120 h 320"/>
                    <a:gd name="T68" fmla="*/ 112 w 199"/>
                    <a:gd name="T69" fmla="*/ 120 h 320"/>
                    <a:gd name="T70" fmla="*/ 99 w 199"/>
                    <a:gd name="T71" fmla="*/ 134 h 320"/>
                    <a:gd name="T72" fmla="*/ 85 w 199"/>
                    <a:gd name="T73" fmla="*/ 120 h 320"/>
                    <a:gd name="T74" fmla="*/ 70 w 199"/>
                    <a:gd name="T75" fmla="*/ 120 h 320"/>
                    <a:gd name="T76" fmla="*/ 70 w 199"/>
                    <a:gd name="T77" fmla="*/ 135 h 320"/>
                    <a:gd name="T78" fmla="*/ 88 w 199"/>
                    <a:gd name="T79" fmla="*/ 153 h 320"/>
                    <a:gd name="T80" fmla="*/ 88 w 199"/>
                    <a:gd name="T81" fmla="*/ 234 h 320"/>
                    <a:gd name="T82" fmla="*/ 67 w 199"/>
                    <a:gd name="T83" fmla="*/ 234 h 320"/>
                    <a:gd name="T84" fmla="*/ 67 w 199"/>
                    <a:gd name="T85" fmla="*/ 213 h 320"/>
                    <a:gd name="T86" fmla="*/ 37 w 199"/>
                    <a:gd name="T87" fmla="*/ 146 h 320"/>
                    <a:gd name="T88" fmla="*/ 21 w 199"/>
                    <a:gd name="T89" fmla="*/ 95 h 320"/>
                    <a:gd name="T90" fmla="*/ 99 w 199"/>
                    <a:gd name="T91" fmla="*/ 21 h 320"/>
                    <a:gd name="T92" fmla="*/ 177 w 199"/>
                    <a:gd name="T93" fmla="*/ 95 h 320"/>
                    <a:gd name="T94" fmla="*/ 161 w 199"/>
                    <a:gd name="T95" fmla="*/ 14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 h="320">
                      <a:moveTo>
                        <a:pt x="99" y="0"/>
                      </a:moveTo>
                      <a:cubicBezTo>
                        <a:pt x="99" y="0"/>
                        <a:pt x="99" y="0"/>
                        <a:pt x="99" y="0"/>
                      </a:cubicBezTo>
                      <a:cubicBezTo>
                        <a:pt x="99" y="0"/>
                        <a:pt x="99" y="0"/>
                        <a:pt x="99" y="0"/>
                      </a:cubicBezTo>
                      <a:cubicBezTo>
                        <a:pt x="99" y="0"/>
                        <a:pt x="99" y="0"/>
                        <a:pt x="99" y="0"/>
                      </a:cubicBezTo>
                      <a:cubicBezTo>
                        <a:pt x="99" y="0"/>
                        <a:pt x="99" y="0"/>
                        <a:pt x="98" y="0"/>
                      </a:cubicBezTo>
                      <a:cubicBezTo>
                        <a:pt x="45" y="0"/>
                        <a:pt x="0" y="44"/>
                        <a:pt x="0" y="95"/>
                      </a:cubicBezTo>
                      <a:cubicBezTo>
                        <a:pt x="0" y="129"/>
                        <a:pt x="18" y="157"/>
                        <a:pt x="19" y="158"/>
                      </a:cubicBezTo>
                      <a:cubicBezTo>
                        <a:pt x="32" y="179"/>
                        <a:pt x="45" y="206"/>
                        <a:pt x="45" y="213"/>
                      </a:cubicBezTo>
                      <a:cubicBezTo>
                        <a:pt x="45" y="245"/>
                        <a:pt x="45" y="245"/>
                        <a:pt x="45" y="245"/>
                      </a:cubicBezTo>
                      <a:cubicBezTo>
                        <a:pt x="45" y="245"/>
                        <a:pt x="45" y="246"/>
                        <a:pt x="46" y="246"/>
                      </a:cubicBezTo>
                      <a:cubicBezTo>
                        <a:pt x="46" y="246"/>
                        <a:pt x="45" y="246"/>
                        <a:pt x="45" y="247"/>
                      </a:cubicBezTo>
                      <a:cubicBezTo>
                        <a:pt x="56" y="311"/>
                        <a:pt x="56" y="311"/>
                        <a:pt x="56" y="311"/>
                      </a:cubicBezTo>
                      <a:cubicBezTo>
                        <a:pt x="57" y="316"/>
                        <a:pt x="61" y="320"/>
                        <a:pt x="67" y="320"/>
                      </a:cubicBezTo>
                      <a:cubicBezTo>
                        <a:pt x="131" y="320"/>
                        <a:pt x="131" y="320"/>
                        <a:pt x="131" y="320"/>
                      </a:cubicBezTo>
                      <a:cubicBezTo>
                        <a:pt x="136" y="320"/>
                        <a:pt x="140" y="316"/>
                        <a:pt x="141" y="311"/>
                      </a:cubicBezTo>
                      <a:cubicBezTo>
                        <a:pt x="152" y="247"/>
                        <a:pt x="152" y="247"/>
                        <a:pt x="152" y="247"/>
                      </a:cubicBezTo>
                      <a:cubicBezTo>
                        <a:pt x="152" y="246"/>
                        <a:pt x="152" y="246"/>
                        <a:pt x="152" y="246"/>
                      </a:cubicBezTo>
                      <a:cubicBezTo>
                        <a:pt x="152" y="246"/>
                        <a:pt x="152" y="245"/>
                        <a:pt x="152" y="245"/>
                      </a:cubicBezTo>
                      <a:cubicBezTo>
                        <a:pt x="152" y="213"/>
                        <a:pt x="152" y="213"/>
                        <a:pt x="152" y="213"/>
                      </a:cubicBezTo>
                      <a:cubicBezTo>
                        <a:pt x="152" y="206"/>
                        <a:pt x="166" y="179"/>
                        <a:pt x="179" y="158"/>
                      </a:cubicBezTo>
                      <a:cubicBezTo>
                        <a:pt x="180" y="157"/>
                        <a:pt x="199" y="129"/>
                        <a:pt x="199" y="95"/>
                      </a:cubicBezTo>
                      <a:cubicBezTo>
                        <a:pt x="199" y="44"/>
                        <a:pt x="153" y="0"/>
                        <a:pt x="99" y="0"/>
                      </a:cubicBezTo>
                      <a:close/>
                      <a:moveTo>
                        <a:pt x="122" y="298"/>
                      </a:moveTo>
                      <a:cubicBezTo>
                        <a:pt x="76" y="298"/>
                        <a:pt x="76" y="298"/>
                        <a:pt x="76" y="298"/>
                      </a:cubicBezTo>
                      <a:cubicBezTo>
                        <a:pt x="69" y="256"/>
                        <a:pt x="69" y="256"/>
                        <a:pt x="69" y="256"/>
                      </a:cubicBezTo>
                      <a:cubicBezTo>
                        <a:pt x="129" y="256"/>
                        <a:pt x="129" y="256"/>
                        <a:pt x="129" y="256"/>
                      </a:cubicBezTo>
                      <a:lnTo>
                        <a:pt x="122" y="298"/>
                      </a:lnTo>
                      <a:close/>
                      <a:moveTo>
                        <a:pt x="161" y="147"/>
                      </a:moveTo>
                      <a:cubicBezTo>
                        <a:pt x="154" y="158"/>
                        <a:pt x="131" y="196"/>
                        <a:pt x="131" y="213"/>
                      </a:cubicBezTo>
                      <a:cubicBezTo>
                        <a:pt x="131" y="234"/>
                        <a:pt x="131" y="234"/>
                        <a:pt x="131" y="234"/>
                      </a:cubicBezTo>
                      <a:cubicBezTo>
                        <a:pt x="109" y="234"/>
                        <a:pt x="109" y="234"/>
                        <a:pt x="109" y="234"/>
                      </a:cubicBezTo>
                      <a:cubicBezTo>
                        <a:pt x="109" y="153"/>
                        <a:pt x="109" y="153"/>
                        <a:pt x="109" y="153"/>
                      </a:cubicBezTo>
                      <a:cubicBezTo>
                        <a:pt x="128" y="135"/>
                        <a:pt x="128" y="135"/>
                        <a:pt x="128" y="135"/>
                      </a:cubicBezTo>
                      <a:cubicBezTo>
                        <a:pt x="132" y="131"/>
                        <a:pt x="132" y="124"/>
                        <a:pt x="128" y="120"/>
                      </a:cubicBezTo>
                      <a:cubicBezTo>
                        <a:pt x="123" y="116"/>
                        <a:pt x="117" y="116"/>
                        <a:pt x="112" y="120"/>
                      </a:cubicBezTo>
                      <a:cubicBezTo>
                        <a:pt x="99" y="134"/>
                        <a:pt x="99" y="134"/>
                        <a:pt x="99" y="134"/>
                      </a:cubicBezTo>
                      <a:cubicBezTo>
                        <a:pt x="85" y="120"/>
                        <a:pt x="85" y="120"/>
                        <a:pt x="85" y="120"/>
                      </a:cubicBezTo>
                      <a:cubicBezTo>
                        <a:pt x="81" y="116"/>
                        <a:pt x="74" y="116"/>
                        <a:pt x="70" y="120"/>
                      </a:cubicBezTo>
                      <a:cubicBezTo>
                        <a:pt x="66" y="124"/>
                        <a:pt x="66" y="131"/>
                        <a:pt x="70" y="135"/>
                      </a:cubicBezTo>
                      <a:cubicBezTo>
                        <a:pt x="88" y="153"/>
                        <a:pt x="88" y="153"/>
                        <a:pt x="88" y="153"/>
                      </a:cubicBezTo>
                      <a:cubicBezTo>
                        <a:pt x="88" y="234"/>
                        <a:pt x="88" y="234"/>
                        <a:pt x="88" y="234"/>
                      </a:cubicBezTo>
                      <a:cubicBezTo>
                        <a:pt x="67" y="234"/>
                        <a:pt x="67" y="234"/>
                        <a:pt x="67" y="234"/>
                      </a:cubicBezTo>
                      <a:cubicBezTo>
                        <a:pt x="67" y="213"/>
                        <a:pt x="67" y="213"/>
                        <a:pt x="67" y="213"/>
                      </a:cubicBezTo>
                      <a:cubicBezTo>
                        <a:pt x="67" y="196"/>
                        <a:pt x="44" y="158"/>
                        <a:pt x="37" y="146"/>
                      </a:cubicBezTo>
                      <a:cubicBezTo>
                        <a:pt x="37" y="146"/>
                        <a:pt x="21" y="123"/>
                        <a:pt x="21" y="95"/>
                      </a:cubicBezTo>
                      <a:cubicBezTo>
                        <a:pt x="21" y="55"/>
                        <a:pt x="57" y="21"/>
                        <a:pt x="99" y="21"/>
                      </a:cubicBezTo>
                      <a:cubicBezTo>
                        <a:pt x="141" y="21"/>
                        <a:pt x="177" y="55"/>
                        <a:pt x="177" y="95"/>
                      </a:cubicBezTo>
                      <a:cubicBezTo>
                        <a:pt x="177" y="122"/>
                        <a:pt x="161" y="146"/>
                        <a:pt x="161" y="147"/>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sp>
              <p:nvSpPr>
                <p:cNvPr id="81" name="Freeform 543"/>
                <p:cNvSpPr>
                  <a:spLocks noEditPoints="1"/>
                </p:cNvSpPr>
                <p:nvPr/>
              </p:nvSpPr>
              <p:spPr bwMode="auto">
                <a:xfrm>
                  <a:off x="5326" y="249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800">
                    <a:solidFill>
                      <a:prstClr val="white"/>
                    </a:solidFill>
                    <a:latin typeface="Aptos" panose="020B0004020202020204" pitchFamily="34" charset="0"/>
                  </a:endParaRPr>
                </a:p>
              </p:txBody>
            </p:sp>
          </p:grpSp>
          <p:sp>
            <p:nvSpPr>
              <p:cNvPr id="78" name="Rectangle 77"/>
              <p:cNvSpPr/>
              <p:nvPr/>
            </p:nvSpPr>
            <p:spPr>
              <a:xfrm>
                <a:off x="5753410" y="4132395"/>
                <a:ext cx="1333794" cy="287089"/>
              </a:xfrm>
              <a:prstGeom prst="rect">
                <a:avLst/>
              </a:prstGeom>
            </p:spPr>
            <p:txBody>
              <a:bodyPr wrap="square">
                <a:spAutoFit/>
              </a:bodyPr>
              <a:lstStyle/>
              <a:p>
                <a:pPr algn="ctr" defTabSz="742969">
                  <a:defRPr/>
                </a:pPr>
                <a:r>
                  <a:rPr lang="en-US" sz="800" b="1" dirty="0">
                    <a:latin typeface="Aptos" panose="020B0004020202020204" pitchFamily="34" charset="0"/>
                  </a:rPr>
                  <a:t>Lorem ipsum</a:t>
                </a:r>
              </a:p>
            </p:txBody>
          </p:sp>
          <p:sp>
            <p:nvSpPr>
              <p:cNvPr id="79" name="Rectangle 78"/>
              <p:cNvSpPr/>
              <p:nvPr/>
            </p:nvSpPr>
            <p:spPr>
              <a:xfrm>
                <a:off x="2656041" y="4315733"/>
                <a:ext cx="1333794" cy="287089"/>
              </a:xfrm>
              <a:prstGeom prst="rect">
                <a:avLst/>
              </a:prstGeom>
            </p:spPr>
            <p:txBody>
              <a:bodyPr wrap="square">
                <a:spAutoFit/>
              </a:bodyPr>
              <a:lstStyle/>
              <a:p>
                <a:pPr algn="ctr" defTabSz="742969">
                  <a:defRPr/>
                </a:pPr>
                <a:r>
                  <a:rPr lang="en-US" sz="800" b="1" dirty="0">
                    <a:latin typeface="Aptos" panose="020B0004020202020204" pitchFamily="34" charset="0"/>
                  </a:rPr>
                  <a:t>Lorem ipsum</a:t>
                </a:r>
              </a:p>
            </p:txBody>
          </p:sp>
        </p:grpSp>
      </p:grpSp>
    </p:spTree>
    <p:extLst>
      <p:ext uri="{BB962C8B-B14F-4D97-AF65-F5344CB8AC3E}">
        <p14:creationId xmlns:p14="http://schemas.microsoft.com/office/powerpoint/2010/main" val="3441885847"/>
      </p:ext>
    </p:extLst>
  </p:cSld>
  <p:clrMapOvr>
    <a:masterClrMapping/>
  </p:clrMapOvr>
  <p:transition>
    <p:fade/>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Oval 21"/>
          <p:cNvSpPr/>
          <p:nvPr/>
        </p:nvSpPr>
        <p:spPr bwMode="gray">
          <a:xfrm>
            <a:off x="407592" y="1669212"/>
            <a:ext cx="3958212" cy="3958212"/>
          </a:xfrm>
          <a:prstGeom prst="ellipse">
            <a:avLst/>
          </a:prstGeom>
          <a:noFill/>
          <a:ln w="22225" algn="ctr">
            <a:solidFill>
              <a:schemeClr val="tx1">
                <a:lumMod val="50000"/>
                <a:lumOff val="50000"/>
              </a:schemeClr>
            </a:solidFill>
            <a:prstDash val="sysDot"/>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23" name="Flowchart: Process 22"/>
          <p:cNvSpPr/>
          <p:nvPr/>
        </p:nvSpPr>
        <p:spPr bwMode="gray">
          <a:xfrm>
            <a:off x="1454599" y="1450195"/>
            <a:ext cx="378698" cy="4302933"/>
          </a:xfrm>
          <a:prstGeom prst="flowChartProcess">
            <a:avLst/>
          </a:prstGeom>
          <a:solidFill>
            <a:schemeClr val="bg1"/>
          </a:solidFill>
          <a:ln w="19050" algn="ctr">
            <a:solidFill>
              <a:schemeClr val="bg1"/>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130" name="Oval 129"/>
          <p:cNvSpPr/>
          <p:nvPr/>
        </p:nvSpPr>
        <p:spPr bwMode="gray">
          <a:xfrm>
            <a:off x="1769449" y="1659001"/>
            <a:ext cx="150162" cy="150162"/>
          </a:xfrm>
          <a:prstGeom prst="ellipse">
            <a:avLst/>
          </a:prstGeom>
          <a:solidFill>
            <a:schemeClr val="tx1">
              <a:lumMod val="50000"/>
              <a:lumOff val="50000"/>
            </a:schemeClr>
          </a:solidFill>
          <a:ln w="19050" algn="ctr">
            <a:solidFill>
              <a:schemeClr val="tx1">
                <a:lumMod val="50000"/>
                <a:lumOff val="50000"/>
              </a:schemeClr>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131" name="Oval 130"/>
          <p:cNvSpPr/>
          <p:nvPr/>
        </p:nvSpPr>
        <p:spPr bwMode="gray">
          <a:xfrm>
            <a:off x="1768605" y="5484918"/>
            <a:ext cx="150162" cy="150162"/>
          </a:xfrm>
          <a:prstGeom prst="ellipse">
            <a:avLst/>
          </a:prstGeom>
          <a:solidFill>
            <a:schemeClr val="tx1">
              <a:lumMod val="50000"/>
              <a:lumOff val="50000"/>
            </a:schemeClr>
          </a:solidFill>
          <a:ln w="19050" algn="ctr">
            <a:solidFill>
              <a:schemeClr val="tx1">
                <a:lumMod val="50000"/>
                <a:lumOff val="50000"/>
              </a:schemeClr>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164" name="Rectangle 163"/>
          <p:cNvSpPr/>
          <p:nvPr/>
        </p:nvSpPr>
        <p:spPr>
          <a:xfrm>
            <a:off x="1636706" y="3091983"/>
            <a:ext cx="2487196" cy="1342932"/>
          </a:xfrm>
          <a:prstGeom prst="rect">
            <a:avLst/>
          </a:prstGeom>
        </p:spPr>
        <p:txBody>
          <a:bodyPr wrap="square">
            <a:spAutoFit/>
          </a:bodyPr>
          <a:lstStyle/>
          <a:p>
            <a:pPr defTabSz="742969">
              <a:defRPr/>
            </a:pPr>
            <a:r>
              <a:rPr lang="en-US" sz="2275" b="1" dirty="0">
                <a:solidFill>
                  <a:srgbClr val="000000"/>
                </a:solidFill>
                <a:latin typeface="Aptos" panose="020B0004020202020204" pitchFamily="34" charset="0"/>
              </a:rPr>
              <a:t>Lorem ipsum</a:t>
            </a:r>
          </a:p>
          <a:p>
            <a:pPr defTabSz="742969">
              <a:defRPr/>
            </a:pPr>
            <a:r>
              <a:rPr lang="en-US" sz="1463" dirty="0">
                <a:solidFill>
                  <a:srgbClr val="000000"/>
                </a:solidFill>
                <a:latin typeface="Aptos" panose="020B0004020202020204" pitchFamily="34" charset="0"/>
              </a:rPr>
              <a:t>Lorem ipsum dolor sit </a:t>
            </a:r>
            <a:r>
              <a:rPr lang="en-US" sz="1463" dirty="0" err="1">
                <a:solidFill>
                  <a:srgbClr val="000000"/>
                </a:solidFill>
                <a:latin typeface="Aptos" panose="020B0004020202020204" pitchFamily="34" charset="0"/>
              </a:rPr>
              <a:t>amet</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consectetur</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adipiscing</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elit</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sed</a:t>
            </a:r>
            <a:r>
              <a:rPr lang="en-US" sz="1463" dirty="0">
                <a:solidFill>
                  <a:srgbClr val="000000"/>
                </a:solidFill>
                <a:latin typeface="Aptos" panose="020B0004020202020204" pitchFamily="34" charset="0"/>
              </a:rPr>
              <a:t> do</a:t>
            </a:r>
            <a:endParaRPr lang="en-US" sz="2275" b="1" dirty="0">
              <a:solidFill>
                <a:srgbClr val="000000"/>
              </a:solidFill>
              <a:latin typeface="Aptos" panose="020B0004020202020204" pitchFamily="34" charset="0"/>
            </a:endParaRPr>
          </a:p>
          <a:p>
            <a:pPr defTabSz="742969">
              <a:defRPr/>
            </a:pPr>
            <a:endParaRPr lang="en-US" sz="1463" b="1" dirty="0">
              <a:solidFill>
                <a:srgbClr val="000000"/>
              </a:solidFill>
              <a:latin typeface="Aptos" panose="020B0004020202020204" pitchFamily="34" charset="0"/>
            </a:endParaRPr>
          </a:p>
        </p:txBody>
      </p:sp>
      <p:grpSp>
        <p:nvGrpSpPr>
          <p:cNvPr id="18" name="Group 17"/>
          <p:cNvGrpSpPr/>
          <p:nvPr/>
        </p:nvGrpSpPr>
        <p:grpSpPr>
          <a:xfrm>
            <a:off x="3300046" y="1623579"/>
            <a:ext cx="5537790" cy="636206"/>
            <a:chOff x="2271319" y="976644"/>
            <a:chExt cx="6815741" cy="783023"/>
          </a:xfrm>
        </p:grpSpPr>
        <p:grpSp>
          <p:nvGrpSpPr>
            <p:cNvPr id="24" name="Group 23"/>
            <p:cNvGrpSpPr/>
            <p:nvPr/>
          </p:nvGrpSpPr>
          <p:grpSpPr>
            <a:xfrm>
              <a:off x="3797255" y="976644"/>
              <a:ext cx="783023" cy="783023"/>
              <a:chOff x="3193797" y="1167547"/>
              <a:chExt cx="1136224" cy="1136224"/>
            </a:xfrm>
          </p:grpSpPr>
          <p:sp>
            <p:nvSpPr>
              <p:cNvPr id="133" name="Freeform 538"/>
              <p:cNvSpPr>
                <a:spLocks noChangeAspect="1" noEditPoints="1"/>
              </p:cNvSpPr>
              <p:nvPr/>
            </p:nvSpPr>
            <p:spPr bwMode="auto">
              <a:xfrm>
                <a:off x="3267550" y="1244763"/>
                <a:ext cx="981795" cy="981795"/>
              </a:xfrm>
              <a:custGeom>
                <a:avLst/>
                <a:gdLst>
                  <a:gd name="T0" fmla="*/ 226 w 512"/>
                  <a:gd name="T1" fmla="*/ 352 h 512"/>
                  <a:gd name="T2" fmla="*/ 286 w 512"/>
                  <a:gd name="T3" fmla="*/ 352 h 512"/>
                  <a:gd name="T4" fmla="*/ 279 w 512"/>
                  <a:gd name="T5" fmla="*/ 394 h 512"/>
                  <a:gd name="T6" fmla="*/ 233 w 512"/>
                  <a:gd name="T7" fmla="*/ 394 h 512"/>
                  <a:gd name="T8" fmla="*/ 226 w 512"/>
                  <a:gd name="T9" fmla="*/ 352 h 512"/>
                  <a:gd name="T10" fmla="*/ 256 w 512"/>
                  <a:gd name="T11" fmla="*/ 117 h 512"/>
                  <a:gd name="T12" fmla="*/ 178 w 512"/>
                  <a:gd name="T13" fmla="*/ 191 h 512"/>
                  <a:gd name="T14" fmla="*/ 194 w 512"/>
                  <a:gd name="T15" fmla="*/ 242 h 512"/>
                  <a:gd name="T16" fmla="*/ 224 w 512"/>
                  <a:gd name="T17" fmla="*/ 309 h 512"/>
                  <a:gd name="T18" fmla="*/ 224 w 512"/>
                  <a:gd name="T19" fmla="*/ 330 h 512"/>
                  <a:gd name="T20" fmla="*/ 245 w 512"/>
                  <a:gd name="T21" fmla="*/ 330 h 512"/>
                  <a:gd name="T22" fmla="*/ 245 w 512"/>
                  <a:gd name="T23" fmla="*/ 249 h 512"/>
                  <a:gd name="T24" fmla="*/ 227 w 512"/>
                  <a:gd name="T25" fmla="*/ 231 h 512"/>
                  <a:gd name="T26" fmla="*/ 227 w 512"/>
                  <a:gd name="T27" fmla="*/ 216 h 512"/>
                  <a:gd name="T28" fmla="*/ 242 w 512"/>
                  <a:gd name="T29" fmla="*/ 216 h 512"/>
                  <a:gd name="T30" fmla="*/ 256 w 512"/>
                  <a:gd name="T31" fmla="*/ 230 h 512"/>
                  <a:gd name="T32" fmla="*/ 269 w 512"/>
                  <a:gd name="T33" fmla="*/ 216 h 512"/>
                  <a:gd name="T34" fmla="*/ 285 w 512"/>
                  <a:gd name="T35" fmla="*/ 216 h 512"/>
                  <a:gd name="T36" fmla="*/ 285 w 512"/>
                  <a:gd name="T37" fmla="*/ 231 h 512"/>
                  <a:gd name="T38" fmla="*/ 266 w 512"/>
                  <a:gd name="T39" fmla="*/ 249 h 512"/>
                  <a:gd name="T40" fmla="*/ 266 w 512"/>
                  <a:gd name="T41" fmla="*/ 330 h 512"/>
                  <a:gd name="T42" fmla="*/ 288 w 512"/>
                  <a:gd name="T43" fmla="*/ 330 h 512"/>
                  <a:gd name="T44" fmla="*/ 288 w 512"/>
                  <a:gd name="T45" fmla="*/ 309 h 512"/>
                  <a:gd name="T46" fmla="*/ 318 w 512"/>
                  <a:gd name="T47" fmla="*/ 243 h 512"/>
                  <a:gd name="T48" fmla="*/ 334 w 512"/>
                  <a:gd name="T49" fmla="*/ 191 h 512"/>
                  <a:gd name="T50" fmla="*/ 256 w 512"/>
                  <a:gd name="T51" fmla="*/ 117 h 512"/>
                  <a:gd name="T52" fmla="*/ 512 w 512"/>
                  <a:gd name="T53" fmla="*/ 256 h 512"/>
                  <a:gd name="T54" fmla="*/ 256 w 512"/>
                  <a:gd name="T55" fmla="*/ 512 h 512"/>
                  <a:gd name="T56" fmla="*/ 0 w 512"/>
                  <a:gd name="T57" fmla="*/ 256 h 512"/>
                  <a:gd name="T58" fmla="*/ 256 w 512"/>
                  <a:gd name="T59" fmla="*/ 0 h 512"/>
                  <a:gd name="T60" fmla="*/ 512 w 512"/>
                  <a:gd name="T61" fmla="*/ 256 h 512"/>
                  <a:gd name="T62" fmla="*/ 356 w 512"/>
                  <a:gd name="T63" fmla="*/ 191 h 512"/>
                  <a:gd name="T64" fmla="*/ 256 w 512"/>
                  <a:gd name="T65" fmla="*/ 96 h 512"/>
                  <a:gd name="T66" fmla="*/ 256 w 512"/>
                  <a:gd name="T67" fmla="*/ 96 h 512"/>
                  <a:gd name="T68" fmla="*/ 256 w 512"/>
                  <a:gd name="T69" fmla="*/ 96 h 512"/>
                  <a:gd name="T70" fmla="*/ 256 w 512"/>
                  <a:gd name="T71" fmla="*/ 96 h 512"/>
                  <a:gd name="T72" fmla="*/ 255 w 512"/>
                  <a:gd name="T73" fmla="*/ 96 h 512"/>
                  <a:gd name="T74" fmla="*/ 157 w 512"/>
                  <a:gd name="T75" fmla="*/ 191 h 512"/>
                  <a:gd name="T76" fmla="*/ 176 w 512"/>
                  <a:gd name="T77" fmla="*/ 254 h 512"/>
                  <a:gd name="T78" fmla="*/ 202 w 512"/>
                  <a:gd name="T79" fmla="*/ 309 h 512"/>
                  <a:gd name="T80" fmla="*/ 202 w 512"/>
                  <a:gd name="T81" fmla="*/ 341 h 512"/>
                  <a:gd name="T82" fmla="*/ 203 w 512"/>
                  <a:gd name="T83" fmla="*/ 342 h 512"/>
                  <a:gd name="T84" fmla="*/ 202 w 512"/>
                  <a:gd name="T85" fmla="*/ 343 h 512"/>
                  <a:gd name="T86" fmla="*/ 213 w 512"/>
                  <a:gd name="T87" fmla="*/ 407 h 512"/>
                  <a:gd name="T88" fmla="*/ 224 w 512"/>
                  <a:gd name="T89" fmla="*/ 416 h 512"/>
                  <a:gd name="T90" fmla="*/ 288 w 512"/>
                  <a:gd name="T91" fmla="*/ 416 h 512"/>
                  <a:gd name="T92" fmla="*/ 298 w 512"/>
                  <a:gd name="T93" fmla="*/ 407 h 512"/>
                  <a:gd name="T94" fmla="*/ 309 w 512"/>
                  <a:gd name="T95" fmla="*/ 343 h 512"/>
                  <a:gd name="T96" fmla="*/ 309 w 512"/>
                  <a:gd name="T97" fmla="*/ 342 h 512"/>
                  <a:gd name="T98" fmla="*/ 309 w 512"/>
                  <a:gd name="T99" fmla="*/ 341 h 512"/>
                  <a:gd name="T100" fmla="*/ 309 w 512"/>
                  <a:gd name="T101" fmla="*/ 309 h 512"/>
                  <a:gd name="T102" fmla="*/ 336 w 512"/>
                  <a:gd name="T103" fmla="*/ 254 h 512"/>
                  <a:gd name="T104" fmla="*/ 356 w 512"/>
                  <a:gd name="T105" fmla="*/ 19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26" y="352"/>
                    </a:moveTo>
                    <a:cubicBezTo>
                      <a:pt x="286" y="352"/>
                      <a:pt x="286" y="352"/>
                      <a:pt x="286" y="352"/>
                    </a:cubicBezTo>
                    <a:cubicBezTo>
                      <a:pt x="279" y="394"/>
                      <a:pt x="279" y="394"/>
                      <a:pt x="279" y="394"/>
                    </a:cubicBezTo>
                    <a:cubicBezTo>
                      <a:pt x="233" y="394"/>
                      <a:pt x="233" y="394"/>
                      <a:pt x="233" y="394"/>
                    </a:cubicBezTo>
                    <a:lnTo>
                      <a:pt x="226" y="352"/>
                    </a:lnTo>
                    <a:close/>
                    <a:moveTo>
                      <a:pt x="256" y="117"/>
                    </a:moveTo>
                    <a:cubicBezTo>
                      <a:pt x="214" y="117"/>
                      <a:pt x="178" y="151"/>
                      <a:pt x="178" y="191"/>
                    </a:cubicBezTo>
                    <a:cubicBezTo>
                      <a:pt x="178" y="219"/>
                      <a:pt x="194" y="242"/>
                      <a:pt x="194" y="242"/>
                    </a:cubicBezTo>
                    <a:cubicBezTo>
                      <a:pt x="201" y="254"/>
                      <a:pt x="224" y="292"/>
                      <a:pt x="224" y="309"/>
                    </a:cubicBezTo>
                    <a:cubicBezTo>
                      <a:pt x="224" y="330"/>
                      <a:pt x="224" y="330"/>
                      <a:pt x="224" y="330"/>
                    </a:cubicBezTo>
                    <a:cubicBezTo>
                      <a:pt x="245" y="330"/>
                      <a:pt x="245" y="330"/>
                      <a:pt x="245" y="330"/>
                    </a:cubicBezTo>
                    <a:cubicBezTo>
                      <a:pt x="245" y="249"/>
                      <a:pt x="245" y="249"/>
                      <a:pt x="245" y="249"/>
                    </a:cubicBezTo>
                    <a:cubicBezTo>
                      <a:pt x="227" y="231"/>
                      <a:pt x="227" y="231"/>
                      <a:pt x="227" y="231"/>
                    </a:cubicBezTo>
                    <a:cubicBezTo>
                      <a:pt x="223" y="227"/>
                      <a:pt x="223" y="220"/>
                      <a:pt x="227" y="216"/>
                    </a:cubicBezTo>
                    <a:cubicBezTo>
                      <a:pt x="231" y="212"/>
                      <a:pt x="238" y="212"/>
                      <a:pt x="242" y="216"/>
                    </a:cubicBezTo>
                    <a:cubicBezTo>
                      <a:pt x="256" y="230"/>
                      <a:pt x="256" y="230"/>
                      <a:pt x="256" y="230"/>
                    </a:cubicBezTo>
                    <a:cubicBezTo>
                      <a:pt x="269" y="216"/>
                      <a:pt x="269" y="216"/>
                      <a:pt x="269" y="216"/>
                    </a:cubicBezTo>
                    <a:cubicBezTo>
                      <a:pt x="274" y="212"/>
                      <a:pt x="280" y="212"/>
                      <a:pt x="285" y="216"/>
                    </a:cubicBezTo>
                    <a:cubicBezTo>
                      <a:pt x="289" y="220"/>
                      <a:pt x="289" y="227"/>
                      <a:pt x="285" y="231"/>
                    </a:cubicBezTo>
                    <a:cubicBezTo>
                      <a:pt x="266" y="249"/>
                      <a:pt x="266" y="249"/>
                      <a:pt x="266" y="249"/>
                    </a:cubicBezTo>
                    <a:cubicBezTo>
                      <a:pt x="266" y="330"/>
                      <a:pt x="266" y="330"/>
                      <a:pt x="266" y="330"/>
                    </a:cubicBezTo>
                    <a:cubicBezTo>
                      <a:pt x="288" y="330"/>
                      <a:pt x="288" y="330"/>
                      <a:pt x="288" y="330"/>
                    </a:cubicBezTo>
                    <a:cubicBezTo>
                      <a:pt x="288" y="309"/>
                      <a:pt x="288" y="309"/>
                      <a:pt x="288" y="309"/>
                    </a:cubicBezTo>
                    <a:cubicBezTo>
                      <a:pt x="288" y="292"/>
                      <a:pt x="311" y="254"/>
                      <a:pt x="318" y="243"/>
                    </a:cubicBezTo>
                    <a:cubicBezTo>
                      <a:pt x="318" y="242"/>
                      <a:pt x="334" y="218"/>
                      <a:pt x="334" y="191"/>
                    </a:cubicBezTo>
                    <a:cubicBezTo>
                      <a:pt x="334" y="151"/>
                      <a:pt x="298" y="117"/>
                      <a:pt x="256" y="11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56" y="191"/>
                    </a:moveTo>
                    <a:cubicBezTo>
                      <a:pt x="356" y="140"/>
                      <a:pt x="310" y="96"/>
                      <a:pt x="256" y="96"/>
                    </a:cubicBezTo>
                    <a:cubicBezTo>
                      <a:pt x="256" y="96"/>
                      <a:pt x="256" y="96"/>
                      <a:pt x="256" y="96"/>
                    </a:cubicBezTo>
                    <a:cubicBezTo>
                      <a:pt x="256" y="96"/>
                      <a:pt x="256" y="96"/>
                      <a:pt x="256" y="96"/>
                    </a:cubicBezTo>
                    <a:cubicBezTo>
                      <a:pt x="256" y="96"/>
                      <a:pt x="256" y="96"/>
                      <a:pt x="256" y="96"/>
                    </a:cubicBezTo>
                    <a:cubicBezTo>
                      <a:pt x="256" y="96"/>
                      <a:pt x="256" y="96"/>
                      <a:pt x="255" y="96"/>
                    </a:cubicBezTo>
                    <a:cubicBezTo>
                      <a:pt x="202" y="96"/>
                      <a:pt x="157" y="140"/>
                      <a:pt x="157" y="191"/>
                    </a:cubicBezTo>
                    <a:cubicBezTo>
                      <a:pt x="157" y="225"/>
                      <a:pt x="175" y="253"/>
                      <a:pt x="176" y="254"/>
                    </a:cubicBezTo>
                    <a:cubicBezTo>
                      <a:pt x="189" y="275"/>
                      <a:pt x="202" y="302"/>
                      <a:pt x="202" y="309"/>
                    </a:cubicBezTo>
                    <a:cubicBezTo>
                      <a:pt x="202" y="341"/>
                      <a:pt x="202" y="341"/>
                      <a:pt x="202" y="341"/>
                    </a:cubicBezTo>
                    <a:cubicBezTo>
                      <a:pt x="202" y="341"/>
                      <a:pt x="202" y="342"/>
                      <a:pt x="203" y="342"/>
                    </a:cubicBezTo>
                    <a:cubicBezTo>
                      <a:pt x="203" y="342"/>
                      <a:pt x="202" y="342"/>
                      <a:pt x="202" y="343"/>
                    </a:cubicBezTo>
                    <a:cubicBezTo>
                      <a:pt x="213" y="407"/>
                      <a:pt x="213" y="407"/>
                      <a:pt x="213" y="407"/>
                    </a:cubicBezTo>
                    <a:cubicBezTo>
                      <a:pt x="214" y="412"/>
                      <a:pt x="218" y="416"/>
                      <a:pt x="224" y="416"/>
                    </a:cubicBezTo>
                    <a:cubicBezTo>
                      <a:pt x="288" y="416"/>
                      <a:pt x="288" y="416"/>
                      <a:pt x="288" y="416"/>
                    </a:cubicBezTo>
                    <a:cubicBezTo>
                      <a:pt x="293" y="416"/>
                      <a:pt x="297" y="412"/>
                      <a:pt x="298" y="407"/>
                    </a:cubicBezTo>
                    <a:cubicBezTo>
                      <a:pt x="309" y="343"/>
                      <a:pt x="309" y="343"/>
                      <a:pt x="309" y="343"/>
                    </a:cubicBezTo>
                    <a:cubicBezTo>
                      <a:pt x="309" y="342"/>
                      <a:pt x="309" y="342"/>
                      <a:pt x="309" y="342"/>
                    </a:cubicBezTo>
                    <a:cubicBezTo>
                      <a:pt x="309" y="342"/>
                      <a:pt x="309" y="341"/>
                      <a:pt x="309" y="341"/>
                    </a:cubicBezTo>
                    <a:cubicBezTo>
                      <a:pt x="309" y="309"/>
                      <a:pt x="309" y="309"/>
                      <a:pt x="309" y="309"/>
                    </a:cubicBezTo>
                    <a:cubicBezTo>
                      <a:pt x="309" y="302"/>
                      <a:pt x="323" y="275"/>
                      <a:pt x="336" y="254"/>
                    </a:cubicBezTo>
                    <a:cubicBezTo>
                      <a:pt x="337" y="253"/>
                      <a:pt x="356" y="225"/>
                      <a:pt x="356" y="191"/>
                    </a:cubicBezTo>
                    <a:close/>
                  </a:path>
                </a:pathLst>
              </a:custGeom>
              <a:solidFill>
                <a:srgbClr val="004F59"/>
              </a:solidFill>
              <a:ln>
                <a:noFill/>
              </a:ln>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latin typeface="Aptos" panose="020B0004020202020204" pitchFamily="34" charset="0"/>
                </a:endParaRPr>
              </a:p>
            </p:txBody>
          </p:sp>
          <p:sp>
            <p:nvSpPr>
              <p:cNvPr id="134" name="Oval 133"/>
              <p:cNvSpPr/>
              <p:nvPr/>
            </p:nvSpPr>
            <p:spPr bwMode="gray">
              <a:xfrm>
                <a:off x="3193797" y="1167547"/>
                <a:ext cx="1136224" cy="1136224"/>
              </a:xfrm>
              <a:prstGeom prst="ellipse">
                <a:avLst/>
              </a:prstGeom>
              <a:noFill/>
              <a:ln w="22225" algn="ctr">
                <a:solidFill>
                  <a:schemeClr val="tx1">
                    <a:lumMod val="50000"/>
                    <a:lumOff val="50000"/>
                  </a:schemeClr>
                </a:solidFill>
                <a:prstDash val="sysDot"/>
                <a:miter lim="800000"/>
                <a:headEnd/>
                <a:tailEnd/>
              </a:ln>
            </p:spPr>
            <p:txBody>
              <a:bodyPr wrap="square" lIns="72231" tIns="72231" rIns="72231" bIns="72231" rtlCol="0" anchor="ctr"/>
              <a:lstStyle/>
              <a:p>
                <a:pPr defTabSz="742969">
                  <a:lnSpc>
                    <a:spcPct val="106000"/>
                  </a:lnSpc>
                  <a:defRPr/>
                </a:pPr>
                <a:endParaRPr lang="en-US" sz="1300" b="1" dirty="0">
                  <a:solidFill>
                    <a:prstClr val="white"/>
                  </a:solidFill>
                  <a:latin typeface="Aptos" panose="020B0004020202020204" pitchFamily="34" charset="0"/>
                </a:endParaRPr>
              </a:p>
            </p:txBody>
          </p:sp>
        </p:grpSp>
        <p:cxnSp>
          <p:nvCxnSpPr>
            <p:cNvPr id="26" name="Straight Connector 25"/>
            <p:cNvCxnSpPr>
              <a:stCxn id="132" idx="6"/>
            </p:cNvCxnSpPr>
            <p:nvPr/>
          </p:nvCxnSpPr>
          <p:spPr>
            <a:xfrm>
              <a:off x="2456134" y="1370661"/>
              <a:ext cx="1341121" cy="0"/>
            </a:xfrm>
            <a:prstGeom prst="line">
              <a:avLst/>
            </a:prstGeom>
            <a:noFill/>
            <a:ln w="22225" algn="ctr">
              <a:solidFill>
                <a:schemeClr val="tx1">
                  <a:lumMod val="50000"/>
                  <a:lumOff val="50000"/>
                </a:schemeClr>
              </a:solidFill>
              <a:prstDash val="sysDot"/>
              <a:miter lim="800000"/>
              <a:headEnd/>
              <a:tailEnd/>
            </a:ln>
          </p:spPr>
        </p:cxnSp>
        <p:sp>
          <p:nvSpPr>
            <p:cNvPr id="132" name="Oval 131"/>
            <p:cNvSpPr/>
            <p:nvPr/>
          </p:nvSpPr>
          <p:spPr bwMode="gray">
            <a:xfrm>
              <a:off x="2271319" y="1278253"/>
              <a:ext cx="184815" cy="184815"/>
            </a:xfrm>
            <a:prstGeom prst="ellipse">
              <a:avLst/>
            </a:prstGeom>
            <a:solidFill>
              <a:schemeClr val="bg1"/>
            </a:solidFill>
            <a:ln w="34925" algn="ctr">
              <a:solidFill>
                <a:srgbClr val="004F59"/>
              </a:solidFill>
              <a:miter lim="800000"/>
              <a:headEnd/>
              <a:tailEnd/>
            </a:ln>
          </p:spPr>
          <p:txBody>
            <a:bodyPr wrap="square" lIns="72231" tIns="72231" rIns="72231" bIns="72231" rtlCol="0" anchor="ctr"/>
            <a:lstStyle/>
            <a:p>
              <a:pPr defTabSz="742969">
                <a:lnSpc>
                  <a:spcPct val="106000"/>
                </a:lnSpc>
                <a:defRPr/>
              </a:pPr>
              <a:endParaRPr lang="en-US" sz="1300" b="1" dirty="0">
                <a:solidFill>
                  <a:prstClr val="white"/>
                </a:solidFill>
                <a:latin typeface="Aptos" panose="020B0004020202020204" pitchFamily="34" charset="0"/>
              </a:endParaRPr>
            </a:p>
          </p:txBody>
        </p:sp>
        <p:sp>
          <p:nvSpPr>
            <p:cNvPr id="171" name="Rectangle 170"/>
            <p:cNvSpPr/>
            <p:nvPr/>
          </p:nvSpPr>
          <p:spPr>
            <a:xfrm>
              <a:off x="4948522" y="1029858"/>
              <a:ext cx="4138538" cy="698654"/>
            </a:xfrm>
            <a:prstGeom prst="rect">
              <a:avLst/>
            </a:prstGeom>
          </p:spPr>
          <p:txBody>
            <a:bodyPr wrap="square">
              <a:spAutoFit/>
            </a:bodyPr>
            <a:lstStyle/>
            <a:p>
              <a:pPr defTabSz="742969">
                <a:defRPr/>
              </a:pPr>
              <a:r>
                <a:rPr lang="en-US" sz="1463" b="1" dirty="0">
                  <a:solidFill>
                    <a:srgbClr val="004F59"/>
                  </a:solidFill>
                  <a:latin typeface="Aptos" panose="020B0004020202020204" pitchFamily="34" charset="0"/>
                </a:rPr>
                <a:t>Lorem ipsum</a:t>
              </a:r>
            </a:p>
            <a:p>
              <a:pPr defTabSz="742969">
                <a:defRPr/>
              </a:pPr>
              <a:r>
                <a:rPr lang="en-US" sz="813" dirty="0">
                  <a:solidFill>
                    <a:prstClr val="black"/>
                  </a:solidFill>
                  <a:latin typeface="Aptos" panose="020B0004020202020204" pitchFamily="34" charset="0"/>
                </a:rPr>
                <a:t>"Lorem ipsum dolor sit </a:t>
              </a:r>
              <a:r>
                <a:rPr lang="en-US" sz="813" dirty="0" err="1">
                  <a:solidFill>
                    <a:prstClr val="black"/>
                  </a:solidFill>
                  <a:latin typeface="Aptos" panose="020B0004020202020204" pitchFamily="34" charset="0"/>
                </a:rPr>
                <a:t>amet</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consectetur</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adipiscing</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elit</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sed</a:t>
              </a:r>
              <a:r>
                <a:rPr lang="en-US" sz="813" dirty="0">
                  <a:solidFill>
                    <a:prstClr val="black"/>
                  </a:solidFill>
                  <a:latin typeface="Aptos" panose="020B0004020202020204" pitchFamily="34" charset="0"/>
                </a:rPr>
                <a:t> do </a:t>
              </a:r>
              <a:r>
                <a:rPr lang="en-US" sz="813" dirty="0" err="1">
                  <a:solidFill>
                    <a:prstClr val="black"/>
                  </a:solidFill>
                  <a:latin typeface="Aptos" panose="020B0004020202020204" pitchFamily="34" charset="0"/>
                </a:rPr>
                <a:t>eiusmod</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tempor</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incididunt</a:t>
              </a:r>
              <a:r>
                <a:rPr lang="en-US" sz="813" dirty="0">
                  <a:solidFill>
                    <a:prstClr val="black"/>
                  </a:solidFill>
                  <a:latin typeface="Aptos" panose="020B0004020202020204" pitchFamily="34" charset="0"/>
                </a:rPr>
                <a:t> </a:t>
              </a:r>
              <a:endParaRPr lang="en-US" sz="813" b="1" dirty="0">
                <a:solidFill>
                  <a:srgbClr val="000000"/>
                </a:solidFill>
                <a:latin typeface="Aptos" panose="020B0004020202020204" pitchFamily="34" charset="0"/>
              </a:endParaRPr>
            </a:p>
          </p:txBody>
        </p:sp>
      </p:grpSp>
      <p:grpSp>
        <p:nvGrpSpPr>
          <p:cNvPr id="19" name="Group 18"/>
          <p:cNvGrpSpPr/>
          <p:nvPr/>
        </p:nvGrpSpPr>
        <p:grpSpPr>
          <a:xfrm>
            <a:off x="4215643" y="2725450"/>
            <a:ext cx="4620878" cy="641778"/>
            <a:chOff x="3398207" y="2086438"/>
            <a:chExt cx="5687235" cy="789880"/>
          </a:xfrm>
        </p:grpSpPr>
        <p:cxnSp>
          <p:nvCxnSpPr>
            <p:cNvPr id="149" name="Straight Connector 148"/>
            <p:cNvCxnSpPr>
              <a:stCxn id="147" idx="6"/>
            </p:cNvCxnSpPr>
            <p:nvPr/>
          </p:nvCxnSpPr>
          <p:spPr>
            <a:xfrm flipV="1">
              <a:off x="3583022" y="2481378"/>
              <a:ext cx="211738" cy="2439"/>
            </a:xfrm>
            <a:prstGeom prst="line">
              <a:avLst/>
            </a:prstGeom>
            <a:noFill/>
            <a:ln w="22225" algn="ctr">
              <a:solidFill>
                <a:schemeClr val="tx1">
                  <a:lumMod val="50000"/>
                  <a:lumOff val="50000"/>
                </a:schemeClr>
              </a:solidFill>
              <a:prstDash val="sysDot"/>
              <a:miter lim="800000"/>
              <a:headEnd/>
              <a:tailEnd/>
            </a:ln>
          </p:spPr>
        </p:cxnSp>
        <p:sp>
          <p:nvSpPr>
            <p:cNvPr id="147" name="Oval 146"/>
            <p:cNvSpPr/>
            <p:nvPr/>
          </p:nvSpPr>
          <p:spPr bwMode="gray">
            <a:xfrm>
              <a:off x="3398207" y="2391409"/>
              <a:ext cx="184815" cy="184815"/>
            </a:xfrm>
            <a:prstGeom prst="ellipse">
              <a:avLst/>
            </a:prstGeom>
            <a:solidFill>
              <a:schemeClr val="bg1"/>
            </a:solidFill>
            <a:ln w="34925" algn="ctr">
              <a:solidFill>
                <a:srgbClr val="046A38"/>
              </a:solidFill>
              <a:miter lim="800000"/>
              <a:headEnd/>
              <a:tailEnd/>
            </a:ln>
          </p:spPr>
          <p:txBody>
            <a:bodyPr wrap="square" lIns="72231" tIns="72231" rIns="72231" bIns="72231" rtlCol="0" anchor="ctr"/>
            <a:lstStyle/>
            <a:p>
              <a:pPr defTabSz="742969">
                <a:lnSpc>
                  <a:spcPct val="106000"/>
                </a:lnSpc>
                <a:defRPr/>
              </a:pPr>
              <a:endParaRPr lang="en-US" sz="1300" b="1" dirty="0">
                <a:solidFill>
                  <a:prstClr val="white"/>
                </a:solidFill>
                <a:latin typeface="Aptos" panose="020B0004020202020204" pitchFamily="34" charset="0"/>
              </a:endParaRPr>
            </a:p>
          </p:txBody>
        </p:sp>
        <p:grpSp>
          <p:nvGrpSpPr>
            <p:cNvPr id="13" name="Group 12"/>
            <p:cNvGrpSpPr/>
            <p:nvPr/>
          </p:nvGrpSpPr>
          <p:grpSpPr>
            <a:xfrm>
              <a:off x="3794760" y="2086438"/>
              <a:ext cx="789880" cy="789880"/>
              <a:chOff x="6262417" y="2938689"/>
              <a:chExt cx="919874" cy="919874"/>
            </a:xfrm>
          </p:grpSpPr>
          <p:sp>
            <p:nvSpPr>
              <p:cNvPr id="151" name="Oval 150"/>
              <p:cNvSpPr/>
              <p:nvPr/>
            </p:nvSpPr>
            <p:spPr bwMode="gray">
              <a:xfrm>
                <a:off x="6262417" y="2938689"/>
                <a:ext cx="919874" cy="919874"/>
              </a:xfrm>
              <a:prstGeom prst="ellipse">
                <a:avLst/>
              </a:prstGeom>
              <a:noFill/>
              <a:ln w="22225" algn="ctr">
                <a:solidFill>
                  <a:schemeClr val="tx1">
                    <a:lumMod val="50000"/>
                    <a:lumOff val="50000"/>
                  </a:schemeClr>
                </a:solidFill>
                <a:prstDash val="sysDot"/>
                <a:miter lim="800000"/>
                <a:headEnd/>
                <a:tailEnd/>
              </a:ln>
            </p:spPr>
            <p:txBody>
              <a:bodyPr wrap="square" lIns="72231" tIns="72231" rIns="72231" bIns="72231" rtlCol="0" anchor="ctr"/>
              <a:lstStyle/>
              <a:p>
                <a:pPr defTabSz="742969">
                  <a:lnSpc>
                    <a:spcPct val="106000"/>
                  </a:lnSpc>
                  <a:defRPr/>
                </a:pPr>
                <a:endParaRPr lang="en-US" sz="1300" b="1" dirty="0">
                  <a:solidFill>
                    <a:prstClr val="white"/>
                  </a:solidFill>
                  <a:latin typeface="Aptos" panose="020B0004020202020204" pitchFamily="34" charset="0"/>
                </a:endParaRPr>
              </a:p>
            </p:txBody>
          </p:sp>
          <p:sp>
            <p:nvSpPr>
              <p:cNvPr id="159" name="Freeform 917"/>
              <p:cNvSpPr>
                <a:spLocks noChangeAspect="1" noEditPoints="1"/>
              </p:cNvSpPr>
              <p:nvPr/>
            </p:nvSpPr>
            <p:spPr bwMode="auto">
              <a:xfrm>
                <a:off x="6324590" y="3000862"/>
                <a:ext cx="795528" cy="795528"/>
              </a:xfrm>
              <a:custGeom>
                <a:avLst/>
                <a:gdLst>
                  <a:gd name="T0" fmla="*/ 245 w 512"/>
                  <a:gd name="T1" fmla="*/ 128 h 512"/>
                  <a:gd name="T2" fmla="*/ 256 w 512"/>
                  <a:gd name="T3" fmla="*/ 117 h 512"/>
                  <a:gd name="T4" fmla="*/ 266 w 512"/>
                  <a:gd name="T5" fmla="*/ 128 h 512"/>
                  <a:gd name="T6" fmla="*/ 256 w 512"/>
                  <a:gd name="T7" fmla="*/ 138 h 512"/>
                  <a:gd name="T8" fmla="*/ 245 w 512"/>
                  <a:gd name="T9" fmla="*/ 128 h 512"/>
                  <a:gd name="T10" fmla="*/ 269 w 512"/>
                  <a:gd name="T11" fmla="*/ 245 h 512"/>
                  <a:gd name="T12" fmla="*/ 243 w 512"/>
                  <a:gd name="T13" fmla="*/ 245 h 512"/>
                  <a:gd name="T14" fmla="*/ 216 w 512"/>
                  <a:gd name="T15" fmla="*/ 352 h 512"/>
                  <a:gd name="T16" fmla="*/ 295 w 512"/>
                  <a:gd name="T17" fmla="*/ 352 h 512"/>
                  <a:gd name="T18" fmla="*/ 269 w 512"/>
                  <a:gd name="T19" fmla="*/ 245 h 512"/>
                  <a:gd name="T20" fmla="*/ 238 w 512"/>
                  <a:gd name="T21" fmla="*/ 224 h 512"/>
                  <a:gd name="T22" fmla="*/ 273 w 512"/>
                  <a:gd name="T23" fmla="*/ 224 h 512"/>
                  <a:gd name="T24" fmla="*/ 288 w 512"/>
                  <a:gd name="T25" fmla="*/ 192 h 512"/>
                  <a:gd name="T26" fmla="*/ 287 w 512"/>
                  <a:gd name="T27" fmla="*/ 186 h 512"/>
                  <a:gd name="T28" fmla="*/ 274 w 512"/>
                  <a:gd name="T29" fmla="*/ 199 h 512"/>
                  <a:gd name="T30" fmla="*/ 266 w 512"/>
                  <a:gd name="T31" fmla="*/ 202 h 512"/>
                  <a:gd name="T32" fmla="*/ 259 w 512"/>
                  <a:gd name="T33" fmla="*/ 199 h 512"/>
                  <a:gd name="T34" fmla="*/ 259 w 512"/>
                  <a:gd name="T35" fmla="*/ 184 h 512"/>
                  <a:gd name="T36" fmla="*/ 273 w 512"/>
                  <a:gd name="T37" fmla="*/ 170 h 512"/>
                  <a:gd name="T38" fmla="*/ 256 w 512"/>
                  <a:gd name="T39" fmla="*/ 160 h 512"/>
                  <a:gd name="T40" fmla="*/ 224 w 512"/>
                  <a:gd name="T41" fmla="*/ 192 h 512"/>
                  <a:gd name="T42" fmla="*/ 238 w 512"/>
                  <a:gd name="T43" fmla="*/ 224 h 512"/>
                  <a:gd name="T44" fmla="*/ 512 w 512"/>
                  <a:gd name="T45" fmla="*/ 256 h 512"/>
                  <a:gd name="T46" fmla="*/ 256 w 512"/>
                  <a:gd name="T47" fmla="*/ 512 h 512"/>
                  <a:gd name="T48" fmla="*/ 0 w 512"/>
                  <a:gd name="T49" fmla="*/ 256 h 512"/>
                  <a:gd name="T50" fmla="*/ 256 w 512"/>
                  <a:gd name="T51" fmla="*/ 0 h 512"/>
                  <a:gd name="T52" fmla="*/ 512 w 512"/>
                  <a:gd name="T53" fmla="*/ 256 h 512"/>
                  <a:gd name="T54" fmla="*/ 330 w 512"/>
                  <a:gd name="T55" fmla="*/ 362 h 512"/>
                  <a:gd name="T56" fmla="*/ 320 w 512"/>
                  <a:gd name="T57" fmla="*/ 352 h 512"/>
                  <a:gd name="T58" fmla="*/ 317 w 512"/>
                  <a:gd name="T59" fmla="*/ 352 h 512"/>
                  <a:gd name="T60" fmla="*/ 289 w 512"/>
                  <a:gd name="T61" fmla="*/ 238 h 512"/>
                  <a:gd name="T62" fmla="*/ 309 w 512"/>
                  <a:gd name="T63" fmla="*/ 192 h 512"/>
                  <a:gd name="T64" fmla="*/ 279 w 512"/>
                  <a:gd name="T65" fmla="*/ 149 h 512"/>
                  <a:gd name="T66" fmla="*/ 288 w 512"/>
                  <a:gd name="T67" fmla="*/ 128 h 512"/>
                  <a:gd name="T68" fmla="*/ 256 w 512"/>
                  <a:gd name="T69" fmla="*/ 96 h 512"/>
                  <a:gd name="T70" fmla="*/ 224 w 512"/>
                  <a:gd name="T71" fmla="*/ 128 h 512"/>
                  <a:gd name="T72" fmla="*/ 232 w 512"/>
                  <a:gd name="T73" fmla="*/ 149 h 512"/>
                  <a:gd name="T74" fmla="*/ 202 w 512"/>
                  <a:gd name="T75" fmla="*/ 192 h 512"/>
                  <a:gd name="T76" fmla="*/ 222 w 512"/>
                  <a:gd name="T77" fmla="*/ 238 h 512"/>
                  <a:gd name="T78" fmla="*/ 194 w 512"/>
                  <a:gd name="T79" fmla="*/ 352 h 512"/>
                  <a:gd name="T80" fmla="*/ 192 w 512"/>
                  <a:gd name="T81" fmla="*/ 352 h 512"/>
                  <a:gd name="T82" fmla="*/ 181 w 512"/>
                  <a:gd name="T83" fmla="*/ 362 h 512"/>
                  <a:gd name="T84" fmla="*/ 181 w 512"/>
                  <a:gd name="T85" fmla="*/ 405 h 512"/>
                  <a:gd name="T86" fmla="*/ 192 w 512"/>
                  <a:gd name="T87" fmla="*/ 416 h 512"/>
                  <a:gd name="T88" fmla="*/ 320 w 512"/>
                  <a:gd name="T89" fmla="*/ 416 h 512"/>
                  <a:gd name="T90" fmla="*/ 330 w 512"/>
                  <a:gd name="T91" fmla="*/ 405 h 512"/>
                  <a:gd name="T92" fmla="*/ 330 w 512"/>
                  <a:gd name="T93" fmla="*/ 362 h 512"/>
                  <a:gd name="T94" fmla="*/ 202 w 512"/>
                  <a:gd name="T95" fmla="*/ 394 h 512"/>
                  <a:gd name="T96" fmla="*/ 309 w 512"/>
                  <a:gd name="T97" fmla="*/ 394 h 512"/>
                  <a:gd name="T98" fmla="*/ 309 w 512"/>
                  <a:gd name="T99" fmla="*/ 373 h 512"/>
                  <a:gd name="T100" fmla="*/ 202 w 512"/>
                  <a:gd name="T101" fmla="*/ 373 h 512"/>
                  <a:gd name="T102" fmla="*/ 202 w 512"/>
                  <a:gd name="T10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245" y="128"/>
                    </a:moveTo>
                    <a:cubicBezTo>
                      <a:pt x="245" y="122"/>
                      <a:pt x="250" y="117"/>
                      <a:pt x="256" y="117"/>
                    </a:cubicBezTo>
                    <a:cubicBezTo>
                      <a:pt x="262" y="117"/>
                      <a:pt x="266" y="122"/>
                      <a:pt x="266" y="128"/>
                    </a:cubicBezTo>
                    <a:cubicBezTo>
                      <a:pt x="266" y="134"/>
                      <a:pt x="262" y="138"/>
                      <a:pt x="256" y="138"/>
                    </a:cubicBezTo>
                    <a:cubicBezTo>
                      <a:pt x="250" y="138"/>
                      <a:pt x="245" y="134"/>
                      <a:pt x="245" y="128"/>
                    </a:cubicBezTo>
                    <a:close/>
                    <a:moveTo>
                      <a:pt x="269" y="245"/>
                    </a:moveTo>
                    <a:cubicBezTo>
                      <a:pt x="243" y="245"/>
                      <a:pt x="243" y="245"/>
                      <a:pt x="243" y="245"/>
                    </a:cubicBezTo>
                    <a:cubicBezTo>
                      <a:pt x="216" y="352"/>
                      <a:pt x="216" y="352"/>
                      <a:pt x="216" y="352"/>
                    </a:cubicBezTo>
                    <a:cubicBezTo>
                      <a:pt x="295" y="352"/>
                      <a:pt x="295" y="352"/>
                      <a:pt x="295" y="352"/>
                    </a:cubicBezTo>
                    <a:lnTo>
                      <a:pt x="269" y="245"/>
                    </a:lnTo>
                    <a:close/>
                    <a:moveTo>
                      <a:pt x="238" y="224"/>
                    </a:moveTo>
                    <a:cubicBezTo>
                      <a:pt x="273" y="224"/>
                      <a:pt x="273" y="224"/>
                      <a:pt x="273" y="224"/>
                    </a:cubicBezTo>
                    <a:cubicBezTo>
                      <a:pt x="278" y="219"/>
                      <a:pt x="288" y="209"/>
                      <a:pt x="288" y="192"/>
                    </a:cubicBezTo>
                    <a:cubicBezTo>
                      <a:pt x="288" y="190"/>
                      <a:pt x="287" y="188"/>
                      <a:pt x="287" y="186"/>
                    </a:cubicBezTo>
                    <a:cubicBezTo>
                      <a:pt x="274" y="199"/>
                      <a:pt x="274" y="199"/>
                      <a:pt x="274" y="199"/>
                    </a:cubicBezTo>
                    <a:cubicBezTo>
                      <a:pt x="272" y="201"/>
                      <a:pt x="269" y="202"/>
                      <a:pt x="266" y="202"/>
                    </a:cubicBezTo>
                    <a:cubicBezTo>
                      <a:pt x="264" y="202"/>
                      <a:pt x="261" y="201"/>
                      <a:pt x="259" y="199"/>
                    </a:cubicBezTo>
                    <a:cubicBezTo>
                      <a:pt x="255" y="195"/>
                      <a:pt x="255" y="188"/>
                      <a:pt x="259" y="184"/>
                    </a:cubicBezTo>
                    <a:cubicBezTo>
                      <a:pt x="273" y="170"/>
                      <a:pt x="273" y="170"/>
                      <a:pt x="273" y="170"/>
                    </a:cubicBezTo>
                    <a:cubicBezTo>
                      <a:pt x="267" y="166"/>
                      <a:pt x="260" y="163"/>
                      <a:pt x="256" y="160"/>
                    </a:cubicBezTo>
                    <a:cubicBezTo>
                      <a:pt x="245" y="165"/>
                      <a:pt x="224" y="177"/>
                      <a:pt x="224" y="192"/>
                    </a:cubicBezTo>
                    <a:cubicBezTo>
                      <a:pt x="224" y="208"/>
                      <a:pt x="234" y="219"/>
                      <a:pt x="238" y="224"/>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30" y="362"/>
                    </a:moveTo>
                    <a:cubicBezTo>
                      <a:pt x="330" y="356"/>
                      <a:pt x="326" y="352"/>
                      <a:pt x="320" y="352"/>
                    </a:cubicBezTo>
                    <a:cubicBezTo>
                      <a:pt x="317" y="352"/>
                      <a:pt x="317" y="352"/>
                      <a:pt x="317" y="352"/>
                    </a:cubicBezTo>
                    <a:cubicBezTo>
                      <a:pt x="289" y="238"/>
                      <a:pt x="289" y="238"/>
                      <a:pt x="289" y="238"/>
                    </a:cubicBezTo>
                    <a:cubicBezTo>
                      <a:pt x="297" y="231"/>
                      <a:pt x="309" y="215"/>
                      <a:pt x="309" y="192"/>
                    </a:cubicBezTo>
                    <a:cubicBezTo>
                      <a:pt x="309" y="172"/>
                      <a:pt x="293" y="158"/>
                      <a:pt x="279" y="149"/>
                    </a:cubicBezTo>
                    <a:cubicBezTo>
                      <a:pt x="284" y="143"/>
                      <a:pt x="288" y="136"/>
                      <a:pt x="288" y="128"/>
                    </a:cubicBezTo>
                    <a:cubicBezTo>
                      <a:pt x="288" y="110"/>
                      <a:pt x="273" y="96"/>
                      <a:pt x="256" y="96"/>
                    </a:cubicBezTo>
                    <a:cubicBezTo>
                      <a:pt x="238" y="96"/>
                      <a:pt x="224" y="110"/>
                      <a:pt x="224" y="128"/>
                    </a:cubicBezTo>
                    <a:cubicBezTo>
                      <a:pt x="224" y="136"/>
                      <a:pt x="227" y="143"/>
                      <a:pt x="232" y="149"/>
                    </a:cubicBezTo>
                    <a:cubicBezTo>
                      <a:pt x="218" y="158"/>
                      <a:pt x="202" y="172"/>
                      <a:pt x="202" y="192"/>
                    </a:cubicBezTo>
                    <a:cubicBezTo>
                      <a:pt x="202" y="215"/>
                      <a:pt x="215" y="231"/>
                      <a:pt x="222" y="238"/>
                    </a:cubicBezTo>
                    <a:cubicBezTo>
                      <a:pt x="194" y="352"/>
                      <a:pt x="194" y="352"/>
                      <a:pt x="194" y="352"/>
                    </a:cubicBezTo>
                    <a:cubicBezTo>
                      <a:pt x="192" y="352"/>
                      <a:pt x="192" y="352"/>
                      <a:pt x="192" y="352"/>
                    </a:cubicBezTo>
                    <a:cubicBezTo>
                      <a:pt x="186" y="352"/>
                      <a:pt x="181" y="356"/>
                      <a:pt x="181" y="362"/>
                    </a:cubicBezTo>
                    <a:cubicBezTo>
                      <a:pt x="181" y="405"/>
                      <a:pt x="181" y="405"/>
                      <a:pt x="181" y="405"/>
                    </a:cubicBezTo>
                    <a:cubicBezTo>
                      <a:pt x="181" y="411"/>
                      <a:pt x="186" y="416"/>
                      <a:pt x="192" y="416"/>
                    </a:cubicBezTo>
                    <a:cubicBezTo>
                      <a:pt x="320" y="416"/>
                      <a:pt x="320" y="416"/>
                      <a:pt x="320" y="416"/>
                    </a:cubicBezTo>
                    <a:cubicBezTo>
                      <a:pt x="326" y="416"/>
                      <a:pt x="330" y="411"/>
                      <a:pt x="330" y="405"/>
                    </a:cubicBezTo>
                    <a:lnTo>
                      <a:pt x="330" y="362"/>
                    </a:lnTo>
                    <a:close/>
                    <a:moveTo>
                      <a:pt x="202" y="394"/>
                    </a:moveTo>
                    <a:cubicBezTo>
                      <a:pt x="309" y="394"/>
                      <a:pt x="309" y="394"/>
                      <a:pt x="309" y="394"/>
                    </a:cubicBezTo>
                    <a:cubicBezTo>
                      <a:pt x="309" y="373"/>
                      <a:pt x="309" y="373"/>
                      <a:pt x="309" y="373"/>
                    </a:cubicBezTo>
                    <a:cubicBezTo>
                      <a:pt x="202" y="373"/>
                      <a:pt x="202" y="373"/>
                      <a:pt x="202" y="373"/>
                    </a:cubicBezTo>
                    <a:lnTo>
                      <a:pt x="202" y="394"/>
                    </a:lnTo>
                    <a:close/>
                  </a:path>
                </a:pathLst>
              </a:custGeom>
              <a:solidFill>
                <a:srgbClr val="046A38"/>
              </a:solidFill>
              <a:ln>
                <a:noFill/>
              </a:ln>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latin typeface="Aptos" panose="020B0004020202020204" pitchFamily="34" charset="0"/>
                </a:endParaRPr>
              </a:p>
            </p:txBody>
          </p:sp>
        </p:grpSp>
        <p:sp>
          <p:nvSpPr>
            <p:cNvPr id="53" name="Rectangle 52"/>
            <p:cNvSpPr/>
            <p:nvPr/>
          </p:nvSpPr>
          <p:spPr>
            <a:xfrm>
              <a:off x="4946904" y="2127434"/>
              <a:ext cx="4138538" cy="698653"/>
            </a:xfrm>
            <a:prstGeom prst="rect">
              <a:avLst/>
            </a:prstGeom>
          </p:spPr>
          <p:txBody>
            <a:bodyPr wrap="square">
              <a:spAutoFit/>
            </a:bodyPr>
            <a:lstStyle/>
            <a:p>
              <a:pPr defTabSz="742969">
                <a:defRPr/>
              </a:pPr>
              <a:r>
                <a:rPr lang="en-US" sz="1463" b="1" dirty="0">
                  <a:solidFill>
                    <a:srgbClr val="046A38"/>
                  </a:solidFill>
                  <a:latin typeface="Aptos" panose="020B0004020202020204" pitchFamily="34" charset="0"/>
                </a:rPr>
                <a:t>Lorem ipsum</a:t>
              </a:r>
            </a:p>
            <a:p>
              <a:pPr defTabSz="742969">
                <a:defRPr/>
              </a:pPr>
              <a:r>
                <a:rPr lang="en-US" sz="813" dirty="0">
                  <a:solidFill>
                    <a:prstClr val="black"/>
                  </a:solidFill>
                  <a:latin typeface="Aptos" panose="020B0004020202020204" pitchFamily="34" charset="0"/>
                </a:rPr>
                <a:t>"Lorem ipsum dolor sit </a:t>
              </a:r>
              <a:r>
                <a:rPr lang="en-US" sz="813" dirty="0" err="1">
                  <a:solidFill>
                    <a:prstClr val="black"/>
                  </a:solidFill>
                  <a:latin typeface="Aptos" panose="020B0004020202020204" pitchFamily="34" charset="0"/>
                </a:rPr>
                <a:t>amet</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consectetur</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adipiscing</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elit</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sed</a:t>
              </a:r>
              <a:r>
                <a:rPr lang="en-US" sz="813" dirty="0">
                  <a:solidFill>
                    <a:prstClr val="black"/>
                  </a:solidFill>
                  <a:latin typeface="Aptos" panose="020B0004020202020204" pitchFamily="34" charset="0"/>
                </a:rPr>
                <a:t> do </a:t>
              </a:r>
              <a:r>
                <a:rPr lang="en-US" sz="813" dirty="0" err="1">
                  <a:solidFill>
                    <a:prstClr val="black"/>
                  </a:solidFill>
                  <a:latin typeface="Aptos" panose="020B0004020202020204" pitchFamily="34" charset="0"/>
                </a:rPr>
                <a:t>eiusmod</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tempor</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incididunt</a:t>
              </a:r>
              <a:r>
                <a:rPr lang="en-US" sz="813" dirty="0">
                  <a:solidFill>
                    <a:prstClr val="black"/>
                  </a:solidFill>
                  <a:latin typeface="Aptos" panose="020B0004020202020204" pitchFamily="34" charset="0"/>
                </a:rPr>
                <a:t> </a:t>
              </a:r>
              <a:endParaRPr lang="en-US" sz="813" b="1" dirty="0">
                <a:solidFill>
                  <a:srgbClr val="000000"/>
                </a:solidFill>
                <a:latin typeface="Aptos" panose="020B0004020202020204" pitchFamily="34" charset="0"/>
              </a:endParaRPr>
            </a:p>
          </p:txBody>
        </p:sp>
      </p:grpSp>
      <p:grpSp>
        <p:nvGrpSpPr>
          <p:cNvPr id="225" name="Group 224"/>
          <p:cNvGrpSpPr/>
          <p:nvPr/>
        </p:nvGrpSpPr>
        <p:grpSpPr>
          <a:xfrm>
            <a:off x="4218372" y="3832902"/>
            <a:ext cx="4618148" cy="639569"/>
            <a:chOff x="3401568" y="3695813"/>
            <a:chExt cx="5683874" cy="787162"/>
          </a:xfrm>
        </p:grpSpPr>
        <p:cxnSp>
          <p:nvCxnSpPr>
            <p:cNvPr id="61" name="Straight Connector 60"/>
            <p:cNvCxnSpPr/>
            <p:nvPr/>
          </p:nvCxnSpPr>
          <p:spPr>
            <a:xfrm flipV="1">
              <a:off x="3551622" y="4087257"/>
              <a:ext cx="211738" cy="2439"/>
            </a:xfrm>
            <a:prstGeom prst="line">
              <a:avLst/>
            </a:prstGeom>
            <a:noFill/>
            <a:ln w="22225" algn="ctr">
              <a:solidFill>
                <a:schemeClr val="tx1">
                  <a:lumMod val="50000"/>
                  <a:lumOff val="50000"/>
                </a:schemeClr>
              </a:solidFill>
              <a:prstDash val="sysDot"/>
              <a:miter lim="800000"/>
              <a:headEnd/>
              <a:tailEnd/>
            </a:ln>
          </p:spPr>
        </p:cxnSp>
        <p:grpSp>
          <p:nvGrpSpPr>
            <p:cNvPr id="20" name="Group 19"/>
            <p:cNvGrpSpPr/>
            <p:nvPr/>
          </p:nvGrpSpPr>
          <p:grpSpPr>
            <a:xfrm>
              <a:off x="3401568" y="3695813"/>
              <a:ext cx="5683874" cy="787162"/>
              <a:chOff x="3401568" y="3261423"/>
              <a:chExt cx="5683874" cy="787162"/>
            </a:xfrm>
          </p:grpSpPr>
          <p:grpSp>
            <p:nvGrpSpPr>
              <p:cNvPr id="15" name="Group 14"/>
              <p:cNvGrpSpPr/>
              <p:nvPr/>
            </p:nvGrpSpPr>
            <p:grpSpPr>
              <a:xfrm>
                <a:off x="3794760" y="3261423"/>
                <a:ext cx="787162" cy="787162"/>
                <a:chOff x="5548829" y="3384543"/>
                <a:chExt cx="919874" cy="919874"/>
              </a:xfrm>
            </p:grpSpPr>
            <p:sp>
              <p:nvSpPr>
                <p:cNvPr id="157" name="Oval 156"/>
                <p:cNvSpPr/>
                <p:nvPr/>
              </p:nvSpPr>
              <p:spPr bwMode="gray">
                <a:xfrm>
                  <a:off x="5548829" y="3384543"/>
                  <a:ext cx="919874" cy="919874"/>
                </a:xfrm>
                <a:prstGeom prst="ellipse">
                  <a:avLst/>
                </a:prstGeom>
                <a:noFill/>
                <a:ln w="22225" algn="ctr">
                  <a:solidFill>
                    <a:schemeClr val="tx1">
                      <a:lumMod val="50000"/>
                      <a:lumOff val="50000"/>
                    </a:schemeClr>
                  </a:solidFill>
                  <a:prstDash val="sysDot"/>
                  <a:miter lim="800000"/>
                  <a:headEnd/>
                  <a:tailEnd/>
                </a:ln>
              </p:spPr>
              <p:txBody>
                <a:bodyPr wrap="square" lIns="72231" tIns="72231" rIns="72231" bIns="72231" rtlCol="0" anchor="ctr"/>
                <a:lstStyle/>
                <a:p>
                  <a:pPr defTabSz="742969">
                    <a:lnSpc>
                      <a:spcPct val="106000"/>
                    </a:lnSpc>
                    <a:defRPr/>
                  </a:pPr>
                  <a:endParaRPr lang="en-US" sz="1300" b="1" dirty="0">
                    <a:solidFill>
                      <a:prstClr val="white"/>
                    </a:solidFill>
                    <a:latin typeface="Aptos" panose="020B0004020202020204" pitchFamily="34" charset="0"/>
                  </a:endParaRPr>
                </a:p>
              </p:txBody>
            </p:sp>
            <p:sp>
              <p:nvSpPr>
                <p:cNvPr id="160" name="Freeform 375"/>
                <p:cNvSpPr>
                  <a:spLocks noChangeAspect="1" noEditPoints="1"/>
                </p:cNvSpPr>
                <p:nvPr/>
              </p:nvSpPr>
              <p:spPr bwMode="auto">
                <a:xfrm>
                  <a:off x="5611002" y="3446716"/>
                  <a:ext cx="795528" cy="795528"/>
                </a:xfrm>
                <a:custGeom>
                  <a:avLst/>
                  <a:gdLst>
                    <a:gd name="T0" fmla="*/ 297 w 512"/>
                    <a:gd name="T1" fmla="*/ 213 h 512"/>
                    <a:gd name="T2" fmla="*/ 382 w 512"/>
                    <a:gd name="T3" fmla="*/ 221 h 512"/>
                    <a:gd name="T4" fmla="*/ 323 w 512"/>
                    <a:gd name="T5" fmla="*/ 280 h 512"/>
                    <a:gd name="T6" fmla="*/ 320 w 512"/>
                    <a:gd name="T7" fmla="*/ 290 h 512"/>
                    <a:gd name="T8" fmla="*/ 337 w 512"/>
                    <a:gd name="T9" fmla="*/ 374 h 512"/>
                    <a:gd name="T10" fmla="*/ 261 w 512"/>
                    <a:gd name="T11" fmla="*/ 332 h 512"/>
                    <a:gd name="T12" fmla="*/ 256 w 512"/>
                    <a:gd name="T13" fmla="*/ 330 h 512"/>
                    <a:gd name="T14" fmla="*/ 250 w 512"/>
                    <a:gd name="T15" fmla="*/ 332 h 512"/>
                    <a:gd name="T16" fmla="*/ 175 w 512"/>
                    <a:gd name="T17" fmla="*/ 374 h 512"/>
                    <a:gd name="T18" fmla="*/ 191 w 512"/>
                    <a:gd name="T19" fmla="*/ 290 h 512"/>
                    <a:gd name="T20" fmla="*/ 189 w 512"/>
                    <a:gd name="T21" fmla="*/ 280 h 512"/>
                    <a:gd name="T22" fmla="*/ 130 w 512"/>
                    <a:gd name="T23" fmla="*/ 221 h 512"/>
                    <a:gd name="T24" fmla="*/ 214 w 512"/>
                    <a:gd name="T25" fmla="*/ 213 h 512"/>
                    <a:gd name="T26" fmla="*/ 223 w 512"/>
                    <a:gd name="T27" fmla="*/ 207 h 512"/>
                    <a:gd name="T28" fmla="*/ 256 w 512"/>
                    <a:gd name="T29" fmla="*/ 133 h 512"/>
                    <a:gd name="T30" fmla="*/ 289 w 512"/>
                    <a:gd name="T31" fmla="*/ 207 h 512"/>
                    <a:gd name="T32" fmla="*/ 297 w 512"/>
                    <a:gd name="T33" fmla="*/ 213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415 w 512"/>
                    <a:gd name="T45" fmla="*/ 209 h 512"/>
                    <a:gd name="T46" fmla="*/ 406 w 512"/>
                    <a:gd name="T47" fmla="*/ 202 h 512"/>
                    <a:gd name="T48" fmla="*/ 306 w 512"/>
                    <a:gd name="T49" fmla="*/ 192 h 512"/>
                    <a:gd name="T50" fmla="*/ 265 w 512"/>
                    <a:gd name="T51" fmla="*/ 102 h 512"/>
                    <a:gd name="T52" fmla="*/ 256 w 512"/>
                    <a:gd name="T53" fmla="*/ 96 h 512"/>
                    <a:gd name="T54" fmla="*/ 246 w 512"/>
                    <a:gd name="T55" fmla="*/ 102 h 512"/>
                    <a:gd name="T56" fmla="*/ 206 w 512"/>
                    <a:gd name="T57" fmla="*/ 192 h 512"/>
                    <a:gd name="T58" fmla="*/ 105 w 512"/>
                    <a:gd name="T59" fmla="*/ 202 h 512"/>
                    <a:gd name="T60" fmla="*/ 96 w 512"/>
                    <a:gd name="T61" fmla="*/ 209 h 512"/>
                    <a:gd name="T62" fmla="*/ 99 w 512"/>
                    <a:gd name="T63" fmla="*/ 221 h 512"/>
                    <a:gd name="T64" fmla="*/ 169 w 512"/>
                    <a:gd name="T65" fmla="*/ 291 h 512"/>
                    <a:gd name="T66" fmla="*/ 149 w 512"/>
                    <a:gd name="T67" fmla="*/ 392 h 512"/>
                    <a:gd name="T68" fmla="*/ 153 w 512"/>
                    <a:gd name="T69" fmla="*/ 403 h 512"/>
                    <a:gd name="T70" fmla="*/ 165 w 512"/>
                    <a:gd name="T71" fmla="*/ 404 h 512"/>
                    <a:gd name="T72" fmla="*/ 256 w 512"/>
                    <a:gd name="T73" fmla="*/ 353 h 512"/>
                    <a:gd name="T74" fmla="*/ 346 w 512"/>
                    <a:gd name="T75" fmla="*/ 404 h 512"/>
                    <a:gd name="T76" fmla="*/ 352 w 512"/>
                    <a:gd name="T77" fmla="*/ 405 h 512"/>
                    <a:gd name="T78" fmla="*/ 358 w 512"/>
                    <a:gd name="T79" fmla="*/ 403 h 512"/>
                    <a:gd name="T80" fmla="*/ 362 w 512"/>
                    <a:gd name="T81" fmla="*/ 392 h 512"/>
                    <a:gd name="T82" fmla="*/ 342 w 512"/>
                    <a:gd name="T83" fmla="*/ 291 h 512"/>
                    <a:gd name="T84" fmla="*/ 413 w 512"/>
                    <a:gd name="T85" fmla="*/ 221 h 512"/>
                    <a:gd name="T86" fmla="*/ 415 w 512"/>
                    <a:gd name="T87" fmla="*/ 2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97" y="213"/>
                      </a:moveTo>
                      <a:cubicBezTo>
                        <a:pt x="382" y="221"/>
                        <a:pt x="382" y="221"/>
                        <a:pt x="382" y="221"/>
                      </a:cubicBezTo>
                      <a:cubicBezTo>
                        <a:pt x="323" y="280"/>
                        <a:pt x="323" y="280"/>
                        <a:pt x="323" y="280"/>
                      </a:cubicBezTo>
                      <a:cubicBezTo>
                        <a:pt x="320" y="283"/>
                        <a:pt x="319" y="286"/>
                        <a:pt x="320" y="290"/>
                      </a:cubicBezTo>
                      <a:cubicBezTo>
                        <a:pt x="337" y="374"/>
                        <a:pt x="337" y="374"/>
                        <a:pt x="337" y="374"/>
                      </a:cubicBezTo>
                      <a:cubicBezTo>
                        <a:pt x="261" y="332"/>
                        <a:pt x="261" y="332"/>
                        <a:pt x="261" y="332"/>
                      </a:cubicBezTo>
                      <a:cubicBezTo>
                        <a:pt x="259" y="331"/>
                        <a:pt x="257" y="330"/>
                        <a:pt x="256" y="330"/>
                      </a:cubicBezTo>
                      <a:cubicBezTo>
                        <a:pt x="254" y="330"/>
                        <a:pt x="252" y="331"/>
                        <a:pt x="250" y="332"/>
                      </a:cubicBezTo>
                      <a:cubicBezTo>
                        <a:pt x="175" y="374"/>
                        <a:pt x="175" y="374"/>
                        <a:pt x="175" y="374"/>
                      </a:cubicBezTo>
                      <a:cubicBezTo>
                        <a:pt x="191" y="290"/>
                        <a:pt x="191" y="290"/>
                        <a:pt x="191" y="290"/>
                      </a:cubicBezTo>
                      <a:cubicBezTo>
                        <a:pt x="192" y="286"/>
                        <a:pt x="191" y="283"/>
                        <a:pt x="189" y="280"/>
                      </a:cubicBezTo>
                      <a:cubicBezTo>
                        <a:pt x="130" y="221"/>
                        <a:pt x="130" y="221"/>
                        <a:pt x="130" y="221"/>
                      </a:cubicBezTo>
                      <a:cubicBezTo>
                        <a:pt x="214" y="213"/>
                        <a:pt x="214" y="213"/>
                        <a:pt x="214" y="213"/>
                      </a:cubicBezTo>
                      <a:cubicBezTo>
                        <a:pt x="218" y="213"/>
                        <a:pt x="221" y="210"/>
                        <a:pt x="223" y="207"/>
                      </a:cubicBezTo>
                      <a:cubicBezTo>
                        <a:pt x="256" y="133"/>
                        <a:pt x="256" y="133"/>
                        <a:pt x="256" y="133"/>
                      </a:cubicBezTo>
                      <a:cubicBezTo>
                        <a:pt x="289" y="207"/>
                        <a:pt x="289" y="207"/>
                        <a:pt x="289" y="207"/>
                      </a:cubicBezTo>
                      <a:cubicBezTo>
                        <a:pt x="290" y="210"/>
                        <a:pt x="293" y="213"/>
                        <a:pt x="297"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09"/>
                      </a:moveTo>
                      <a:cubicBezTo>
                        <a:pt x="414" y="206"/>
                        <a:pt x="410" y="203"/>
                        <a:pt x="406" y="202"/>
                      </a:cubicBezTo>
                      <a:cubicBezTo>
                        <a:pt x="306" y="192"/>
                        <a:pt x="306" y="192"/>
                        <a:pt x="306" y="192"/>
                      </a:cubicBezTo>
                      <a:cubicBezTo>
                        <a:pt x="265" y="102"/>
                        <a:pt x="265" y="102"/>
                        <a:pt x="265" y="102"/>
                      </a:cubicBezTo>
                      <a:cubicBezTo>
                        <a:pt x="264" y="98"/>
                        <a:pt x="260" y="96"/>
                        <a:pt x="256" y="96"/>
                      </a:cubicBezTo>
                      <a:cubicBezTo>
                        <a:pt x="251" y="96"/>
                        <a:pt x="248" y="98"/>
                        <a:pt x="246" y="102"/>
                      </a:cubicBezTo>
                      <a:cubicBezTo>
                        <a:pt x="206" y="192"/>
                        <a:pt x="206" y="192"/>
                        <a:pt x="206" y="192"/>
                      </a:cubicBezTo>
                      <a:cubicBezTo>
                        <a:pt x="105" y="202"/>
                        <a:pt x="105" y="202"/>
                        <a:pt x="105" y="202"/>
                      </a:cubicBezTo>
                      <a:cubicBezTo>
                        <a:pt x="101" y="203"/>
                        <a:pt x="98" y="206"/>
                        <a:pt x="96" y="209"/>
                      </a:cubicBezTo>
                      <a:cubicBezTo>
                        <a:pt x="95" y="213"/>
                        <a:pt x="96" y="218"/>
                        <a:pt x="99" y="221"/>
                      </a:cubicBezTo>
                      <a:cubicBezTo>
                        <a:pt x="169" y="291"/>
                        <a:pt x="169" y="291"/>
                        <a:pt x="169" y="291"/>
                      </a:cubicBezTo>
                      <a:cubicBezTo>
                        <a:pt x="149" y="392"/>
                        <a:pt x="149" y="392"/>
                        <a:pt x="149" y="392"/>
                      </a:cubicBezTo>
                      <a:cubicBezTo>
                        <a:pt x="148" y="396"/>
                        <a:pt x="150" y="401"/>
                        <a:pt x="153" y="403"/>
                      </a:cubicBezTo>
                      <a:cubicBezTo>
                        <a:pt x="157" y="405"/>
                        <a:pt x="161" y="406"/>
                        <a:pt x="165" y="404"/>
                      </a:cubicBezTo>
                      <a:cubicBezTo>
                        <a:pt x="256" y="353"/>
                        <a:pt x="256" y="353"/>
                        <a:pt x="256" y="353"/>
                      </a:cubicBezTo>
                      <a:cubicBezTo>
                        <a:pt x="346" y="404"/>
                        <a:pt x="346" y="404"/>
                        <a:pt x="346" y="404"/>
                      </a:cubicBezTo>
                      <a:cubicBezTo>
                        <a:pt x="348" y="405"/>
                        <a:pt x="350" y="405"/>
                        <a:pt x="352" y="405"/>
                      </a:cubicBezTo>
                      <a:cubicBezTo>
                        <a:pt x="354" y="405"/>
                        <a:pt x="356" y="404"/>
                        <a:pt x="358" y="403"/>
                      </a:cubicBezTo>
                      <a:cubicBezTo>
                        <a:pt x="361" y="401"/>
                        <a:pt x="363" y="396"/>
                        <a:pt x="362" y="392"/>
                      </a:cubicBezTo>
                      <a:cubicBezTo>
                        <a:pt x="342" y="291"/>
                        <a:pt x="342" y="291"/>
                        <a:pt x="342" y="291"/>
                      </a:cubicBezTo>
                      <a:cubicBezTo>
                        <a:pt x="413" y="221"/>
                        <a:pt x="413" y="221"/>
                        <a:pt x="413" y="221"/>
                      </a:cubicBezTo>
                      <a:cubicBezTo>
                        <a:pt x="415" y="218"/>
                        <a:pt x="416" y="213"/>
                        <a:pt x="415" y="209"/>
                      </a:cubicBezTo>
                      <a:close/>
                    </a:path>
                  </a:pathLst>
                </a:custGeom>
                <a:solidFill>
                  <a:srgbClr val="041E42"/>
                </a:solidFill>
                <a:ln>
                  <a:noFill/>
                </a:ln>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latin typeface="Aptos" panose="020B0004020202020204" pitchFamily="34" charset="0"/>
                  </a:endParaRPr>
                </a:p>
              </p:txBody>
            </p:sp>
          </p:grpSp>
          <p:sp>
            <p:nvSpPr>
              <p:cNvPr id="54" name="Rectangle 53"/>
              <p:cNvSpPr/>
              <p:nvPr/>
            </p:nvSpPr>
            <p:spPr>
              <a:xfrm>
                <a:off x="4946904" y="3332557"/>
                <a:ext cx="4138538" cy="698654"/>
              </a:xfrm>
              <a:prstGeom prst="rect">
                <a:avLst/>
              </a:prstGeom>
            </p:spPr>
            <p:txBody>
              <a:bodyPr wrap="square">
                <a:spAutoFit/>
              </a:bodyPr>
              <a:lstStyle/>
              <a:p>
                <a:pPr defTabSz="742969">
                  <a:defRPr/>
                </a:pPr>
                <a:r>
                  <a:rPr lang="en-US" sz="1463" b="1" dirty="0">
                    <a:solidFill>
                      <a:srgbClr val="012169"/>
                    </a:solidFill>
                    <a:latin typeface="Aptos" panose="020B0004020202020204" pitchFamily="34" charset="0"/>
                  </a:rPr>
                  <a:t>Lorem ipsum</a:t>
                </a:r>
              </a:p>
              <a:p>
                <a:pPr defTabSz="742969">
                  <a:defRPr/>
                </a:pPr>
                <a:r>
                  <a:rPr lang="en-US" sz="813" dirty="0">
                    <a:solidFill>
                      <a:prstClr val="black"/>
                    </a:solidFill>
                    <a:latin typeface="Aptos" panose="020B0004020202020204" pitchFamily="34" charset="0"/>
                  </a:rPr>
                  <a:t>"Lorem ipsum dolor sit </a:t>
                </a:r>
                <a:r>
                  <a:rPr lang="en-US" sz="813" dirty="0" err="1">
                    <a:solidFill>
                      <a:prstClr val="black"/>
                    </a:solidFill>
                    <a:latin typeface="Aptos" panose="020B0004020202020204" pitchFamily="34" charset="0"/>
                  </a:rPr>
                  <a:t>amet</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consectetur</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adipiscing</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elit</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sed</a:t>
                </a:r>
                <a:r>
                  <a:rPr lang="en-US" sz="813" dirty="0">
                    <a:solidFill>
                      <a:prstClr val="black"/>
                    </a:solidFill>
                    <a:latin typeface="Aptos" panose="020B0004020202020204" pitchFamily="34" charset="0"/>
                  </a:rPr>
                  <a:t> do </a:t>
                </a:r>
                <a:r>
                  <a:rPr lang="en-US" sz="813" dirty="0" err="1">
                    <a:solidFill>
                      <a:prstClr val="black"/>
                    </a:solidFill>
                    <a:latin typeface="Aptos" panose="020B0004020202020204" pitchFamily="34" charset="0"/>
                  </a:rPr>
                  <a:t>eiusmod</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tempor</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incididunt</a:t>
                </a:r>
                <a:r>
                  <a:rPr lang="en-US" sz="813" dirty="0">
                    <a:solidFill>
                      <a:prstClr val="black"/>
                    </a:solidFill>
                    <a:latin typeface="Aptos" panose="020B0004020202020204" pitchFamily="34" charset="0"/>
                  </a:rPr>
                  <a:t> </a:t>
                </a:r>
                <a:endParaRPr lang="en-US" sz="813" b="1" dirty="0">
                  <a:solidFill>
                    <a:srgbClr val="000000"/>
                  </a:solidFill>
                  <a:latin typeface="Aptos" panose="020B0004020202020204" pitchFamily="34" charset="0"/>
                </a:endParaRPr>
              </a:p>
            </p:txBody>
          </p:sp>
          <p:sp>
            <p:nvSpPr>
              <p:cNvPr id="153" name="Oval 152"/>
              <p:cNvSpPr/>
              <p:nvPr/>
            </p:nvSpPr>
            <p:spPr bwMode="gray">
              <a:xfrm>
                <a:off x="3401568" y="3560001"/>
                <a:ext cx="184815" cy="184815"/>
              </a:xfrm>
              <a:prstGeom prst="ellipse">
                <a:avLst/>
              </a:prstGeom>
              <a:solidFill>
                <a:schemeClr val="bg1"/>
              </a:solidFill>
              <a:ln w="34925" algn="ctr">
                <a:solidFill>
                  <a:srgbClr val="012169"/>
                </a:solidFill>
                <a:miter lim="800000"/>
                <a:headEnd/>
                <a:tailEnd/>
              </a:ln>
            </p:spPr>
            <p:txBody>
              <a:bodyPr wrap="square" lIns="72231" tIns="72231" rIns="72231" bIns="72231" rtlCol="0" anchor="ctr"/>
              <a:lstStyle/>
              <a:p>
                <a:pPr defTabSz="742969">
                  <a:lnSpc>
                    <a:spcPct val="106000"/>
                  </a:lnSpc>
                  <a:defRPr/>
                </a:pPr>
                <a:endParaRPr lang="en-US" sz="1300" b="1" dirty="0">
                  <a:solidFill>
                    <a:prstClr val="white"/>
                  </a:solidFill>
                  <a:latin typeface="Aptos" panose="020B0004020202020204" pitchFamily="34" charset="0"/>
                </a:endParaRPr>
              </a:p>
            </p:txBody>
          </p:sp>
        </p:grpSp>
      </p:grpSp>
      <p:grpSp>
        <p:nvGrpSpPr>
          <p:cNvPr id="224" name="Group 223"/>
          <p:cNvGrpSpPr/>
          <p:nvPr/>
        </p:nvGrpSpPr>
        <p:grpSpPr>
          <a:xfrm>
            <a:off x="3465067" y="4938144"/>
            <a:ext cx="5371456" cy="641104"/>
            <a:chOff x="2474419" y="5056109"/>
            <a:chExt cx="6611023" cy="789051"/>
          </a:xfrm>
        </p:grpSpPr>
        <p:cxnSp>
          <p:nvCxnSpPr>
            <p:cNvPr id="155" name="Straight Connector 154"/>
            <p:cNvCxnSpPr/>
            <p:nvPr/>
          </p:nvCxnSpPr>
          <p:spPr>
            <a:xfrm>
              <a:off x="2545976" y="5448910"/>
              <a:ext cx="1248784" cy="0"/>
            </a:xfrm>
            <a:prstGeom prst="line">
              <a:avLst/>
            </a:prstGeom>
            <a:noFill/>
            <a:ln w="22225" algn="ctr">
              <a:solidFill>
                <a:schemeClr val="tx1">
                  <a:lumMod val="50000"/>
                  <a:lumOff val="50000"/>
                </a:schemeClr>
              </a:solidFill>
              <a:prstDash val="sysDot"/>
              <a:miter lim="800000"/>
              <a:headEnd/>
              <a:tailEnd/>
            </a:ln>
          </p:spPr>
        </p:cxnSp>
        <p:sp>
          <p:nvSpPr>
            <p:cNvPr id="141" name="Oval 140"/>
            <p:cNvSpPr/>
            <p:nvPr/>
          </p:nvSpPr>
          <p:spPr bwMode="gray">
            <a:xfrm>
              <a:off x="2474419" y="5362200"/>
              <a:ext cx="184815" cy="184815"/>
            </a:xfrm>
            <a:prstGeom prst="ellipse">
              <a:avLst/>
            </a:prstGeom>
            <a:solidFill>
              <a:schemeClr val="bg1"/>
            </a:solidFill>
            <a:ln w="34925" algn="ctr">
              <a:solidFill>
                <a:srgbClr val="2C5234"/>
              </a:solidFill>
              <a:miter lim="800000"/>
              <a:headEnd/>
              <a:tailEnd/>
            </a:ln>
          </p:spPr>
          <p:txBody>
            <a:bodyPr wrap="square" lIns="72231" tIns="72231" rIns="72231" bIns="72231" rtlCol="0" anchor="ctr"/>
            <a:lstStyle/>
            <a:p>
              <a:pPr defTabSz="742969">
                <a:lnSpc>
                  <a:spcPct val="106000"/>
                </a:lnSpc>
                <a:defRPr/>
              </a:pPr>
              <a:endParaRPr lang="en-US" sz="1300" b="1" dirty="0">
                <a:solidFill>
                  <a:prstClr val="white"/>
                </a:solidFill>
                <a:latin typeface="Aptos" panose="020B0004020202020204" pitchFamily="34" charset="0"/>
              </a:endParaRPr>
            </a:p>
          </p:txBody>
        </p:sp>
        <p:grpSp>
          <p:nvGrpSpPr>
            <p:cNvPr id="21" name="Group 20"/>
            <p:cNvGrpSpPr/>
            <p:nvPr/>
          </p:nvGrpSpPr>
          <p:grpSpPr>
            <a:xfrm>
              <a:off x="3798644" y="5056109"/>
              <a:ext cx="5286798" cy="789051"/>
              <a:chOff x="3798644" y="5056109"/>
              <a:chExt cx="5286798" cy="789051"/>
            </a:xfrm>
          </p:grpSpPr>
          <p:grpSp>
            <p:nvGrpSpPr>
              <p:cNvPr id="16" name="Group 15"/>
              <p:cNvGrpSpPr/>
              <p:nvPr/>
            </p:nvGrpSpPr>
            <p:grpSpPr>
              <a:xfrm>
                <a:off x="3798644" y="5056109"/>
                <a:ext cx="789051" cy="789051"/>
                <a:chOff x="5201202" y="5097900"/>
                <a:chExt cx="919874" cy="919874"/>
              </a:xfrm>
            </p:grpSpPr>
            <p:sp>
              <p:nvSpPr>
                <p:cNvPr id="145" name="Oval 144"/>
                <p:cNvSpPr/>
                <p:nvPr/>
              </p:nvSpPr>
              <p:spPr bwMode="gray">
                <a:xfrm>
                  <a:off x="5201202" y="5097900"/>
                  <a:ext cx="919874" cy="919874"/>
                </a:xfrm>
                <a:prstGeom prst="ellipse">
                  <a:avLst/>
                </a:prstGeom>
                <a:noFill/>
                <a:ln w="22225" algn="ctr">
                  <a:solidFill>
                    <a:schemeClr val="tx1">
                      <a:lumMod val="50000"/>
                      <a:lumOff val="50000"/>
                    </a:schemeClr>
                  </a:solidFill>
                  <a:prstDash val="sysDot"/>
                  <a:miter lim="800000"/>
                  <a:headEnd/>
                  <a:tailEnd/>
                </a:ln>
              </p:spPr>
              <p:txBody>
                <a:bodyPr wrap="square" lIns="72231" tIns="72231" rIns="72231" bIns="72231" rtlCol="0" anchor="ctr"/>
                <a:lstStyle/>
                <a:p>
                  <a:pPr defTabSz="742969">
                    <a:lnSpc>
                      <a:spcPct val="106000"/>
                    </a:lnSpc>
                    <a:defRPr/>
                  </a:pPr>
                  <a:endParaRPr lang="en-US" sz="1300" b="1" dirty="0">
                    <a:solidFill>
                      <a:prstClr val="white"/>
                    </a:solidFill>
                    <a:latin typeface="Aptos" panose="020B0004020202020204" pitchFamily="34" charset="0"/>
                  </a:endParaRPr>
                </a:p>
              </p:txBody>
            </p:sp>
            <p:sp>
              <p:nvSpPr>
                <p:cNvPr id="161" name="Freeform 627"/>
                <p:cNvSpPr>
                  <a:spLocks noChangeAspect="1" noEditPoints="1"/>
                </p:cNvSpPr>
                <p:nvPr/>
              </p:nvSpPr>
              <p:spPr bwMode="auto">
                <a:xfrm>
                  <a:off x="5263375" y="5160073"/>
                  <a:ext cx="795528" cy="795528"/>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2C5234"/>
                </a:solidFill>
                <a:ln>
                  <a:noFill/>
                </a:ln>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latin typeface="Aptos" panose="020B0004020202020204" pitchFamily="34" charset="0"/>
                  </a:endParaRPr>
                </a:p>
              </p:txBody>
            </p:sp>
          </p:grpSp>
          <p:sp>
            <p:nvSpPr>
              <p:cNvPr id="55" name="Rectangle 54"/>
              <p:cNvSpPr/>
              <p:nvPr/>
            </p:nvSpPr>
            <p:spPr>
              <a:xfrm>
                <a:off x="4946904" y="5094967"/>
                <a:ext cx="4138538" cy="698653"/>
              </a:xfrm>
              <a:prstGeom prst="rect">
                <a:avLst/>
              </a:prstGeom>
            </p:spPr>
            <p:txBody>
              <a:bodyPr wrap="square">
                <a:spAutoFit/>
              </a:bodyPr>
              <a:lstStyle/>
              <a:p>
                <a:pPr defTabSz="742969">
                  <a:defRPr/>
                </a:pPr>
                <a:r>
                  <a:rPr lang="en-US" sz="1463" b="1" dirty="0">
                    <a:solidFill>
                      <a:srgbClr val="2C5234"/>
                    </a:solidFill>
                    <a:latin typeface="Aptos" panose="020B0004020202020204" pitchFamily="34" charset="0"/>
                  </a:rPr>
                  <a:t>Lorem ipsum</a:t>
                </a:r>
              </a:p>
              <a:p>
                <a:pPr defTabSz="742969">
                  <a:defRPr/>
                </a:pPr>
                <a:r>
                  <a:rPr lang="en-US" sz="813" dirty="0">
                    <a:solidFill>
                      <a:prstClr val="black"/>
                    </a:solidFill>
                    <a:latin typeface="Aptos" panose="020B0004020202020204" pitchFamily="34" charset="0"/>
                  </a:rPr>
                  <a:t>"Lorem ipsum dolor sit </a:t>
                </a:r>
                <a:r>
                  <a:rPr lang="en-US" sz="813" dirty="0" err="1">
                    <a:solidFill>
                      <a:prstClr val="black"/>
                    </a:solidFill>
                    <a:latin typeface="Aptos" panose="020B0004020202020204" pitchFamily="34" charset="0"/>
                  </a:rPr>
                  <a:t>amet</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consectetur</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adipiscing</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elit</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sed</a:t>
                </a:r>
                <a:r>
                  <a:rPr lang="en-US" sz="813" dirty="0">
                    <a:solidFill>
                      <a:prstClr val="black"/>
                    </a:solidFill>
                    <a:latin typeface="Aptos" panose="020B0004020202020204" pitchFamily="34" charset="0"/>
                  </a:rPr>
                  <a:t> do </a:t>
                </a:r>
                <a:r>
                  <a:rPr lang="en-US" sz="813" dirty="0" err="1">
                    <a:solidFill>
                      <a:prstClr val="black"/>
                    </a:solidFill>
                    <a:latin typeface="Aptos" panose="020B0004020202020204" pitchFamily="34" charset="0"/>
                  </a:rPr>
                  <a:t>eiusmod</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tempor</a:t>
                </a:r>
                <a:r>
                  <a:rPr lang="en-US" sz="813" dirty="0">
                    <a:solidFill>
                      <a:prstClr val="black"/>
                    </a:solidFill>
                    <a:latin typeface="Aptos" panose="020B0004020202020204" pitchFamily="34" charset="0"/>
                  </a:rPr>
                  <a:t> </a:t>
                </a:r>
                <a:r>
                  <a:rPr lang="en-US" sz="813" dirty="0" err="1">
                    <a:solidFill>
                      <a:prstClr val="black"/>
                    </a:solidFill>
                    <a:latin typeface="Aptos" panose="020B0004020202020204" pitchFamily="34" charset="0"/>
                  </a:rPr>
                  <a:t>incididunt</a:t>
                </a:r>
                <a:r>
                  <a:rPr lang="en-US" sz="813" dirty="0">
                    <a:solidFill>
                      <a:prstClr val="black"/>
                    </a:solidFill>
                    <a:latin typeface="Aptos" panose="020B0004020202020204" pitchFamily="34" charset="0"/>
                  </a:rPr>
                  <a:t> </a:t>
                </a:r>
                <a:endParaRPr lang="en-US" sz="813" b="1" dirty="0">
                  <a:solidFill>
                    <a:srgbClr val="000000"/>
                  </a:solidFill>
                  <a:latin typeface="Aptos" panose="020B0004020202020204" pitchFamily="34" charset="0"/>
                </a:endParaRPr>
              </a:p>
            </p:txBody>
          </p:sp>
        </p:grpSp>
      </p:grpSp>
      <p:sp>
        <p:nvSpPr>
          <p:cNvPr id="2" name="Title 1">
            <a:extLst>
              <a:ext uri="{FF2B5EF4-FFF2-40B4-BE49-F238E27FC236}">
                <a16:creationId xmlns:a16="http://schemas.microsoft.com/office/drawing/2014/main" id="{4AFCD8A2-C900-4946-8B50-12E7652EE270}"/>
              </a:ext>
            </a:extLst>
          </p:cNvPr>
          <p:cNvSpPr>
            <a:spLocks noGrp="1"/>
          </p:cNvSpPr>
          <p:nvPr>
            <p:ph type="title"/>
          </p:nvPr>
        </p:nvSpPr>
        <p:spPr/>
        <p:txBody>
          <a:bodyPr/>
          <a:lstStyle/>
          <a:p>
            <a:r>
              <a:rPr lang="en-US" dirty="0"/>
              <a:t>Circular network</a:t>
            </a:r>
          </a:p>
        </p:txBody>
      </p:sp>
    </p:spTree>
    <p:extLst>
      <p:ext uri="{BB962C8B-B14F-4D97-AF65-F5344CB8AC3E}">
        <p14:creationId xmlns:p14="http://schemas.microsoft.com/office/powerpoint/2010/main" val="1092530280"/>
      </p:ext>
    </p:extLst>
  </p:cSld>
  <p:clrMapOvr>
    <a:masterClrMapping/>
  </p:clrMapOvr>
  <p:transition>
    <p:fade/>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Oval 21"/>
          <p:cNvSpPr/>
          <p:nvPr/>
        </p:nvSpPr>
        <p:spPr bwMode="gray">
          <a:xfrm>
            <a:off x="429000" y="1573617"/>
            <a:ext cx="3958212" cy="3958212"/>
          </a:xfrm>
          <a:prstGeom prst="ellipse">
            <a:avLst/>
          </a:prstGeom>
          <a:noFill/>
          <a:ln w="22225" algn="ctr">
            <a:solidFill>
              <a:schemeClr val="tx1">
                <a:lumMod val="50000"/>
                <a:lumOff val="50000"/>
              </a:schemeClr>
            </a:solidFill>
            <a:prstDash val="sysDot"/>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Calibri Light"/>
            </a:endParaRPr>
          </a:p>
        </p:txBody>
      </p:sp>
      <p:sp>
        <p:nvSpPr>
          <p:cNvPr id="23" name="Flowchart: Process 22"/>
          <p:cNvSpPr/>
          <p:nvPr/>
        </p:nvSpPr>
        <p:spPr bwMode="gray">
          <a:xfrm>
            <a:off x="1476007" y="1354601"/>
            <a:ext cx="378698" cy="4302933"/>
          </a:xfrm>
          <a:prstGeom prst="flowChartProcess">
            <a:avLst/>
          </a:prstGeom>
          <a:solidFill>
            <a:srgbClr val="000000"/>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Calibri Light"/>
            </a:endParaRPr>
          </a:p>
        </p:txBody>
      </p:sp>
      <p:sp>
        <p:nvSpPr>
          <p:cNvPr id="130" name="Oval 129"/>
          <p:cNvSpPr/>
          <p:nvPr/>
        </p:nvSpPr>
        <p:spPr bwMode="gray">
          <a:xfrm>
            <a:off x="1790857" y="1563407"/>
            <a:ext cx="150162" cy="150162"/>
          </a:xfrm>
          <a:prstGeom prst="ellipse">
            <a:avLst/>
          </a:prstGeom>
          <a:solidFill>
            <a:schemeClr val="tx1">
              <a:lumMod val="50000"/>
              <a:lumOff val="50000"/>
            </a:schemeClr>
          </a:solidFill>
          <a:ln w="19050" algn="ctr">
            <a:solidFill>
              <a:schemeClr val="tx1">
                <a:lumMod val="50000"/>
                <a:lumOff val="50000"/>
              </a:schemeClr>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Calibri Light"/>
            </a:endParaRPr>
          </a:p>
        </p:txBody>
      </p:sp>
      <p:sp>
        <p:nvSpPr>
          <p:cNvPr id="131" name="Oval 130"/>
          <p:cNvSpPr/>
          <p:nvPr/>
        </p:nvSpPr>
        <p:spPr bwMode="gray">
          <a:xfrm>
            <a:off x="1790014" y="5389324"/>
            <a:ext cx="150162" cy="150162"/>
          </a:xfrm>
          <a:prstGeom prst="ellipse">
            <a:avLst/>
          </a:prstGeom>
          <a:solidFill>
            <a:schemeClr val="tx1">
              <a:lumMod val="50000"/>
              <a:lumOff val="50000"/>
            </a:schemeClr>
          </a:solidFill>
          <a:ln w="19050" algn="ctr">
            <a:solidFill>
              <a:schemeClr val="tx1">
                <a:lumMod val="50000"/>
                <a:lumOff val="50000"/>
              </a:schemeClr>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Calibri Light"/>
            </a:endParaRPr>
          </a:p>
        </p:txBody>
      </p:sp>
      <p:sp>
        <p:nvSpPr>
          <p:cNvPr id="164" name="Rectangle 163"/>
          <p:cNvSpPr/>
          <p:nvPr/>
        </p:nvSpPr>
        <p:spPr>
          <a:xfrm>
            <a:off x="1658114" y="2996387"/>
            <a:ext cx="2487196" cy="1342932"/>
          </a:xfrm>
          <a:prstGeom prst="rect">
            <a:avLst/>
          </a:prstGeom>
        </p:spPr>
        <p:txBody>
          <a:bodyPr wrap="square">
            <a:spAutoFit/>
          </a:bodyPr>
          <a:lstStyle/>
          <a:p>
            <a:pPr defTabSz="742969">
              <a:defRPr/>
            </a:pPr>
            <a:r>
              <a:rPr lang="en-US" sz="2275" b="1" dirty="0">
                <a:solidFill>
                  <a:prstClr val="white"/>
                </a:solidFill>
              </a:rPr>
              <a:t>Lorem ipsum</a:t>
            </a:r>
          </a:p>
          <a:p>
            <a:pPr defTabSz="742969">
              <a:defRPr/>
            </a:pPr>
            <a:r>
              <a:rPr lang="en-US" sz="1463" dirty="0">
                <a:solidFill>
                  <a:prstClr val="white"/>
                </a:solidFill>
              </a:rPr>
              <a:t>Lorem ipsum dolor sit </a:t>
            </a:r>
            <a:r>
              <a:rPr lang="en-US" sz="1463" dirty="0" err="1">
                <a:solidFill>
                  <a:prstClr val="white"/>
                </a:solidFill>
              </a:rPr>
              <a:t>amet</a:t>
            </a:r>
            <a:r>
              <a:rPr lang="en-US" sz="1463" dirty="0">
                <a:solidFill>
                  <a:prstClr val="white"/>
                </a:solidFill>
              </a:rPr>
              <a:t>, </a:t>
            </a:r>
            <a:r>
              <a:rPr lang="en-US" sz="1463" dirty="0" err="1">
                <a:solidFill>
                  <a:prstClr val="white"/>
                </a:solidFill>
              </a:rPr>
              <a:t>consectetur</a:t>
            </a:r>
            <a:r>
              <a:rPr lang="en-US" sz="1463" dirty="0">
                <a:solidFill>
                  <a:prstClr val="white"/>
                </a:solidFill>
              </a:rPr>
              <a:t> </a:t>
            </a:r>
            <a:r>
              <a:rPr lang="en-US" sz="1463" dirty="0" err="1">
                <a:solidFill>
                  <a:prstClr val="white"/>
                </a:solidFill>
              </a:rPr>
              <a:t>adipiscing</a:t>
            </a:r>
            <a:r>
              <a:rPr lang="en-US" sz="1463" dirty="0">
                <a:solidFill>
                  <a:prstClr val="white"/>
                </a:solidFill>
              </a:rPr>
              <a:t> </a:t>
            </a:r>
            <a:r>
              <a:rPr lang="en-US" sz="1463" dirty="0" err="1">
                <a:solidFill>
                  <a:prstClr val="white"/>
                </a:solidFill>
              </a:rPr>
              <a:t>elit</a:t>
            </a:r>
            <a:r>
              <a:rPr lang="en-US" sz="1463" dirty="0">
                <a:solidFill>
                  <a:prstClr val="white"/>
                </a:solidFill>
              </a:rPr>
              <a:t>, </a:t>
            </a:r>
            <a:r>
              <a:rPr lang="en-US" sz="1463" dirty="0" err="1">
                <a:solidFill>
                  <a:prstClr val="white"/>
                </a:solidFill>
              </a:rPr>
              <a:t>sed</a:t>
            </a:r>
            <a:r>
              <a:rPr lang="en-US" sz="1463" dirty="0">
                <a:solidFill>
                  <a:prstClr val="white"/>
                </a:solidFill>
              </a:rPr>
              <a:t> do</a:t>
            </a:r>
            <a:endParaRPr lang="en-US" sz="2275" b="1" dirty="0">
              <a:solidFill>
                <a:prstClr val="white"/>
              </a:solidFill>
            </a:endParaRPr>
          </a:p>
          <a:p>
            <a:pPr defTabSz="742969">
              <a:defRPr/>
            </a:pPr>
            <a:endParaRPr lang="en-US" sz="1463" b="1" dirty="0">
              <a:solidFill>
                <a:srgbClr val="000000"/>
              </a:solidFill>
            </a:endParaRPr>
          </a:p>
        </p:txBody>
      </p:sp>
      <p:grpSp>
        <p:nvGrpSpPr>
          <p:cNvPr id="19" name="Group 18"/>
          <p:cNvGrpSpPr/>
          <p:nvPr/>
        </p:nvGrpSpPr>
        <p:grpSpPr>
          <a:xfrm>
            <a:off x="4361701" y="2629855"/>
            <a:ext cx="4496229" cy="641778"/>
            <a:chOff x="3551622" y="2086438"/>
            <a:chExt cx="5533820" cy="789880"/>
          </a:xfrm>
        </p:grpSpPr>
        <p:cxnSp>
          <p:nvCxnSpPr>
            <p:cNvPr id="149" name="Straight Connector 148"/>
            <p:cNvCxnSpPr/>
            <p:nvPr/>
          </p:nvCxnSpPr>
          <p:spPr>
            <a:xfrm>
              <a:off x="3551622" y="2481378"/>
              <a:ext cx="243138" cy="1"/>
            </a:xfrm>
            <a:prstGeom prst="line">
              <a:avLst/>
            </a:prstGeom>
            <a:noFill/>
            <a:ln w="22225" algn="ctr">
              <a:solidFill>
                <a:schemeClr val="tx1">
                  <a:lumMod val="50000"/>
                  <a:lumOff val="50000"/>
                </a:schemeClr>
              </a:solidFill>
              <a:prstDash val="sysDot"/>
              <a:miter lim="800000"/>
              <a:headEnd/>
              <a:tailEnd/>
            </a:ln>
          </p:spPr>
        </p:cxnSp>
        <p:grpSp>
          <p:nvGrpSpPr>
            <p:cNvPr id="13" name="Group 12"/>
            <p:cNvGrpSpPr/>
            <p:nvPr/>
          </p:nvGrpSpPr>
          <p:grpSpPr>
            <a:xfrm>
              <a:off x="3794760" y="2086438"/>
              <a:ext cx="789880" cy="789880"/>
              <a:chOff x="6262417" y="2938689"/>
              <a:chExt cx="919874" cy="919874"/>
            </a:xfrm>
          </p:grpSpPr>
          <p:sp>
            <p:nvSpPr>
              <p:cNvPr id="151" name="Oval 150"/>
              <p:cNvSpPr/>
              <p:nvPr/>
            </p:nvSpPr>
            <p:spPr bwMode="gray">
              <a:xfrm>
                <a:off x="6262417" y="2938689"/>
                <a:ext cx="919874" cy="919874"/>
              </a:xfrm>
              <a:prstGeom prst="ellipse">
                <a:avLst/>
              </a:prstGeom>
              <a:noFill/>
              <a:ln w="22225" algn="ctr">
                <a:solidFill>
                  <a:schemeClr val="tx1">
                    <a:lumMod val="50000"/>
                    <a:lumOff val="50000"/>
                  </a:schemeClr>
                </a:solidFill>
                <a:prstDash val="sysDot"/>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endParaRPr>
              </a:p>
            </p:txBody>
          </p:sp>
          <p:sp>
            <p:nvSpPr>
              <p:cNvPr id="159" name="Freeform 917"/>
              <p:cNvSpPr>
                <a:spLocks noChangeAspect="1" noEditPoints="1"/>
              </p:cNvSpPr>
              <p:nvPr/>
            </p:nvSpPr>
            <p:spPr bwMode="auto">
              <a:xfrm>
                <a:off x="6324590" y="3000862"/>
                <a:ext cx="795528" cy="795528"/>
              </a:xfrm>
              <a:custGeom>
                <a:avLst/>
                <a:gdLst>
                  <a:gd name="T0" fmla="*/ 245 w 512"/>
                  <a:gd name="T1" fmla="*/ 128 h 512"/>
                  <a:gd name="T2" fmla="*/ 256 w 512"/>
                  <a:gd name="T3" fmla="*/ 117 h 512"/>
                  <a:gd name="T4" fmla="*/ 266 w 512"/>
                  <a:gd name="T5" fmla="*/ 128 h 512"/>
                  <a:gd name="T6" fmla="*/ 256 w 512"/>
                  <a:gd name="T7" fmla="*/ 138 h 512"/>
                  <a:gd name="T8" fmla="*/ 245 w 512"/>
                  <a:gd name="T9" fmla="*/ 128 h 512"/>
                  <a:gd name="T10" fmla="*/ 269 w 512"/>
                  <a:gd name="T11" fmla="*/ 245 h 512"/>
                  <a:gd name="T12" fmla="*/ 243 w 512"/>
                  <a:gd name="T13" fmla="*/ 245 h 512"/>
                  <a:gd name="T14" fmla="*/ 216 w 512"/>
                  <a:gd name="T15" fmla="*/ 352 h 512"/>
                  <a:gd name="T16" fmla="*/ 295 w 512"/>
                  <a:gd name="T17" fmla="*/ 352 h 512"/>
                  <a:gd name="T18" fmla="*/ 269 w 512"/>
                  <a:gd name="T19" fmla="*/ 245 h 512"/>
                  <a:gd name="T20" fmla="*/ 238 w 512"/>
                  <a:gd name="T21" fmla="*/ 224 h 512"/>
                  <a:gd name="T22" fmla="*/ 273 w 512"/>
                  <a:gd name="T23" fmla="*/ 224 h 512"/>
                  <a:gd name="T24" fmla="*/ 288 w 512"/>
                  <a:gd name="T25" fmla="*/ 192 h 512"/>
                  <a:gd name="T26" fmla="*/ 287 w 512"/>
                  <a:gd name="T27" fmla="*/ 186 h 512"/>
                  <a:gd name="T28" fmla="*/ 274 w 512"/>
                  <a:gd name="T29" fmla="*/ 199 h 512"/>
                  <a:gd name="T30" fmla="*/ 266 w 512"/>
                  <a:gd name="T31" fmla="*/ 202 h 512"/>
                  <a:gd name="T32" fmla="*/ 259 w 512"/>
                  <a:gd name="T33" fmla="*/ 199 h 512"/>
                  <a:gd name="T34" fmla="*/ 259 w 512"/>
                  <a:gd name="T35" fmla="*/ 184 h 512"/>
                  <a:gd name="T36" fmla="*/ 273 w 512"/>
                  <a:gd name="T37" fmla="*/ 170 h 512"/>
                  <a:gd name="T38" fmla="*/ 256 w 512"/>
                  <a:gd name="T39" fmla="*/ 160 h 512"/>
                  <a:gd name="T40" fmla="*/ 224 w 512"/>
                  <a:gd name="T41" fmla="*/ 192 h 512"/>
                  <a:gd name="T42" fmla="*/ 238 w 512"/>
                  <a:gd name="T43" fmla="*/ 224 h 512"/>
                  <a:gd name="T44" fmla="*/ 512 w 512"/>
                  <a:gd name="T45" fmla="*/ 256 h 512"/>
                  <a:gd name="T46" fmla="*/ 256 w 512"/>
                  <a:gd name="T47" fmla="*/ 512 h 512"/>
                  <a:gd name="T48" fmla="*/ 0 w 512"/>
                  <a:gd name="T49" fmla="*/ 256 h 512"/>
                  <a:gd name="T50" fmla="*/ 256 w 512"/>
                  <a:gd name="T51" fmla="*/ 0 h 512"/>
                  <a:gd name="T52" fmla="*/ 512 w 512"/>
                  <a:gd name="T53" fmla="*/ 256 h 512"/>
                  <a:gd name="T54" fmla="*/ 330 w 512"/>
                  <a:gd name="T55" fmla="*/ 362 h 512"/>
                  <a:gd name="T56" fmla="*/ 320 w 512"/>
                  <a:gd name="T57" fmla="*/ 352 h 512"/>
                  <a:gd name="T58" fmla="*/ 317 w 512"/>
                  <a:gd name="T59" fmla="*/ 352 h 512"/>
                  <a:gd name="T60" fmla="*/ 289 w 512"/>
                  <a:gd name="T61" fmla="*/ 238 h 512"/>
                  <a:gd name="T62" fmla="*/ 309 w 512"/>
                  <a:gd name="T63" fmla="*/ 192 h 512"/>
                  <a:gd name="T64" fmla="*/ 279 w 512"/>
                  <a:gd name="T65" fmla="*/ 149 h 512"/>
                  <a:gd name="T66" fmla="*/ 288 w 512"/>
                  <a:gd name="T67" fmla="*/ 128 h 512"/>
                  <a:gd name="T68" fmla="*/ 256 w 512"/>
                  <a:gd name="T69" fmla="*/ 96 h 512"/>
                  <a:gd name="T70" fmla="*/ 224 w 512"/>
                  <a:gd name="T71" fmla="*/ 128 h 512"/>
                  <a:gd name="T72" fmla="*/ 232 w 512"/>
                  <a:gd name="T73" fmla="*/ 149 h 512"/>
                  <a:gd name="T74" fmla="*/ 202 w 512"/>
                  <a:gd name="T75" fmla="*/ 192 h 512"/>
                  <a:gd name="T76" fmla="*/ 222 w 512"/>
                  <a:gd name="T77" fmla="*/ 238 h 512"/>
                  <a:gd name="T78" fmla="*/ 194 w 512"/>
                  <a:gd name="T79" fmla="*/ 352 h 512"/>
                  <a:gd name="T80" fmla="*/ 192 w 512"/>
                  <a:gd name="T81" fmla="*/ 352 h 512"/>
                  <a:gd name="T82" fmla="*/ 181 w 512"/>
                  <a:gd name="T83" fmla="*/ 362 h 512"/>
                  <a:gd name="T84" fmla="*/ 181 w 512"/>
                  <a:gd name="T85" fmla="*/ 405 h 512"/>
                  <a:gd name="T86" fmla="*/ 192 w 512"/>
                  <a:gd name="T87" fmla="*/ 416 h 512"/>
                  <a:gd name="T88" fmla="*/ 320 w 512"/>
                  <a:gd name="T89" fmla="*/ 416 h 512"/>
                  <a:gd name="T90" fmla="*/ 330 w 512"/>
                  <a:gd name="T91" fmla="*/ 405 h 512"/>
                  <a:gd name="T92" fmla="*/ 330 w 512"/>
                  <a:gd name="T93" fmla="*/ 362 h 512"/>
                  <a:gd name="T94" fmla="*/ 202 w 512"/>
                  <a:gd name="T95" fmla="*/ 394 h 512"/>
                  <a:gd name="T96" fmla="*/ 309 w 512"/>
                  <a:gd name="T97" fmla="*/ 394 h 512"/>
                  <a:gd name="T98" fmla="*/ 309 w 512"/>
                  <a:gd name="T99" fmla="*/ 373 h 512"/>
                  <a:gd name="T100" fmla="*/ 202 w 512"/>
                  <a:gd name="T101" fmla="*/ 373 h 512"/>
                  <a:gd name="T102" fmla="*/ 202 w 512"/>
                  <a:gd name="T10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245" y="128"/>
                    </a:moveTo>
                    <a:cubicBezTo>
                      <a:pt x="245" y="122"/>
                      <a:pt x="250" y="117"/>
                      <a:pt x="256" y="117"/>
                    </a:cubicBezTo>
                    <a:cubicBezTo>
                      <a:pt x="262" y="117"/>
                      <a:pt x="266" y="122"/>
                      <a:pt x="266" y="128"/>
                    </a:cubicBezTo>
                    <a:cubicBezTo>
                      <a:pt x="266" y="134"/>
                      <a:pt x="262" y="138"/>
                      <a:pt x="256" y="138"/>
                    </a:cubicBezTo>
                    <a:cubicBezTo>
                      <a:pt x="250" y="138"/>
                      <a:pt x="245" y="134"/>
                      <a:pt x="245" y="128"/>
                    </a:cubicBezTo>
                    <a:close/>
                    <a:moveTo>
                      <a:pt x="269" y="245"/>
                    </a:moveTo>
                    <a:cubicBezTo>
                      <a:pt x="243" y="245"/>
                      <a:pt x="243" y="245"/>
                      <a:pt x="243" y="245"/>
                    </a:cubicBezTo>
                    <a:cubicBezTo>
                      <a:pt x="216" y="352"/>
                      <a:pt x="216" y="352"/>
                      <a:pt x="216" y="352"/>
                    </a:cubicBezTo>
                    <a:cubicBezTo>
                      <a:pt x="295" y="352"/>
                      <a:pt x="295" y="352"/>
                      <a:pt x="295" y="352"/>
                    </a:cubicBezTo>
                    <a:lnTo>
                      <a:pt x="269" y="245"/>
                    </a:lnTo>
                    <a:close/>
                    <a:moveTo>
                      <a:pt x="238" y="224"/>
                    </a:moveTo>
                    <a:cubicBezTo>
                      <a:pt x="273" y="224"/>
                      <a:pt x="273" y="224"/>
                      <a:pt x="273" y="224"/>
                    </a:cubicBezTo>
                    <a:cubicBezTo>
                      <a:pt x="278" y="219"/>
                      <a:pt x="288" y="209"/>
                      <a:pt x="288" y="192"/>
                    </a:cubicBezTo>
                    <a:cubicBezTo>
                      <a:pt x="288" y="190"/>
                      <a:pt x="287" y="188"/>
                      <a:pt x="287" y="186"/>
                    </a:cubicBezTo>
                    <a:cubicBezTo>
                      <a:pt x="274" y="199"/>
                      <a:pt x="274" y="199"/>
                      <a:pt x="274" y="199"/>
                    </a:cubicBezTo>
                    <a:cubicBezTo>
                      <a:pt x="272" y="201"/>
                      <a:pt x="269" y="202"/>
                      <a:pt x="266" y="202"/>
                    </a:cubicBezTo>
                    <a:cubicBezTo>
                      <a:pt x="264" y="202"/>
                      <a:pt x="261" y="201"/>
                      <a:pt x="259" y="199"/>
                    </a:cubicBezTo>
                    <a:cubicBezTo>
                      <a:pt x="255" y="195"/>
                      <a:pt x="255" y="188"/>
                      <a:pt x="259" y="184"/>
                    </a:cubicBezTo>
                    <a:cubicBezTo>
                      <a:pt x="273" y="170"/>
                      <a:pt x="273" y="170"/>
                      <a:pt x="273" y="170"/>
                    </a:cubicBezTo>
                    <a:cubicBezTo>
                      <a:pt x="267" y="166"/>
                      <a:pt x="260" y="163"/>
                      <a:pt x="256" y="160"/>
                    </a:cubicBezTo>
                    <a:cubicBezTo>
                      <a:pt x="245" y="165"/>
                      <a:pt x="224" y="177"/>
                      <a:pt x="224" y="192"/>
                    </a:cubicBezTo>
                    <a:cubicBezTo>
                      <a:pt x="224" y="208"/>
                      <a:pt x="234" y="219"/>
                      <a:pt x="238" y="224"/>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30" y="362"/>
                    </a:moveTo>
                    <a:cubicBezTo>
                      <a:pt x="330" y="356"/>
                      <a:pt x="326" y="352"/>
                      <a:pt x="320" y="352"/>
                    </a:cubicBezTo>
                    <a:cubicBezTo>
                      <a:pt x="317" y="352"/>
                      <a:pt x="317" y="352"/>
                      <a:pt x="317" y="352"/>
                    </a:cubicBezTo>
                    <a:cubicBezTo>
                      <a:pt x="289" y="238"/>
                      <a:pt x="289" y="238"/>
                      <a:pt x="289" y="238"/>
                    </a:cubicBezTo>
                    <a:cubicBezTo>
                      <a:pt x="297" y="231"/>
                      <a:pt x="309" y="215"/>
                      <a:pt x="309" y="192"/>
                    </a:cubicBezTo>
                    <a:cubicBezTo>
                      <a:pt x="309" y="172"/>
                      <a:pt x="293" y="158"/>
                      <a:pt x="279" y="149"/>
                    </a:cubicBezTo>
                    <a:cubicBezTo>
                      <a:pt x="284" y="143"/>
                      <a:pt x="288" y="136"/>
                      <a:pt x="288" y="128"/>
                    </a:cubicBezTo>
                    <a:cubicBezTo>
                      <a:pt x="288" y="110"/>
                      <a:pt x="273" y="96"/>
                      <a:pt x="256" y="96"/>
                    </a:cubicBezTo>
                    <a:cubicBezTo>
                      <a:pt x="238" y="96"/>
                      <a:pt x="224" y="110"/>
                      <a:pt x="224" y="128"/>
                    </a:cubicBezTo>
                    <a:cubicBezTo>
                      <a:pt x="224" y="136"/>
                      <a:pt x="227" y="143"/>
                      <a:pt x="232" y="149"/>
                    </a:cubicBezTo>
                    <a:cubicBezTo>
                      <a:pt x="218" y="158"/>
                      <a:pt x="202" y="172"/>
                      <a:pt x="202" y="192"/>
                    </a:cubicBezTo>
                    <a:cubicBezTo>
                      <a:pt x="202" y="215"/>
                      <a:pt x="215" y="231"/>
                      <a:pt x="222" y="238"/>
                    </a:cubicBezTo>
                    <a:cubicBezTo>
                      <a:pt x="194" y="352"/>
                      <a:pt x="194" y="352"/>
                      <a:pt x="194" y="352"/>
                    </a:cubicBezTo>
                    <a:cubicBezTo>
                      <a:pt x="192" y="352"/>
                      <a:pt x="192" y="352"/>
                      <a:pt x="192" y="352"/>
                    </a:cubicBezTo>
                    <a:cubicBezTo>
                      <a:pt x="186" y="352"/>
                      <a:pt x="181" y="356"/>
                      <a:pt x="181" y="362"/>
                    </a:cubicBezTo>
                    <a:cubicBezTo>
                      <a:pt x="181" y="405"/>
                      <a:pt x="181" y="405"/>
                      <a:pt x="181" y="405"/>
                    </a:cubicBezTo>
                    <a:cubicBezTo>
                      <a:pt x="181" y="411"/>
                      <a:pt x="186" y="416"/>
                      <a:pt x="192" y="416"/>
                    </a:cubicBezTo>
                    <a:cubicBezTo>
                      <a:pt x="320" y="416"/>
                      <a:pt x="320" y="416"/>
                      <a:pt x="320" y="416"/>
                    </a:cubicBezTo>
                    <a:cubicBezTo>
                      <a:pt x="326" y="416"/>
                      <a:pt x="330" y="411"/>
                      <a:pt x="330" y="405"/>
                    </a:cubicBezTo>
                    <a:lnTo>
                      <a:pt x="330" y="362"/>
                    </a:lnTo>
                    <a:close/>
                    <a:moveTo>
                      <a:pt x="202" y="394"/>
                    </a:moveTo>
                    <a:cubicBezTo>
                      <a:pt x="309" y="394"/>
                      <a:pt x="309" y="394"/>
                      <a:pt x="309" y="394"/>
                    </a:cubicBezTo>
                    <a:cubicBezTo>
                      <a:pt x="309" y="373"/>
                      <a:pt x="309" y="373"/>
                      <a:pt x="309" y="373"/>
                    </a:cubicBezTo>
                    <a:cubicBezTo>
                      <a:pt x="202" y="373"/>
                      <a:pt x="202" y="373"/>
                      <a:pt x="202" y="373"/>
                    </a:cubicBezTo>
                    <a:lnTo>
                      <a:pt x="202" y="394"/>
                    </a:lnTo>
                    <a:close/>
                  </a:path>
                </a:pathLst>
              </a:custGeom>
              <a:solidFill>
                <a:srgbClr val="009A44"/>
              </a:solidFill>
              <a:ln>
                <a:noFill/>
              </a:ln>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endParaRPr>
              </a:p>
            </p:txBody>
          </p:sp>
        </p:grpSp>
        <p:sp>
          <p:nvSpPr>
            <p:cNvPr id="53" name="Rectangle 52"/>
            <p:cNvSpPr/>
            <p:nvPr/>
          </p:nvSpPr>
          <p:spPr>
            <a:xfrm>
              <a:off x="4946904" y="2127434"/>
              <a:ext cx="4138538" cy="698653"/>
            </a:xfrm>
            <a:prstGeom prst="rect">
              <a:avLst/>
            </a:prstGeom>
          </p:spPr>
          <p:txBody>
            <a:bodyPr wrap="square">
              <a:spAutoFit/>
            </a:bodyPr>
            <a:lstStyle/>
            <a:p>
              <a:pPr defTabSz="742969">
                <a:defRPr/>
              </a:pPr>
              <a:r>
                <a:rPr lang="en-US" sz="1463" b="1" dirty="0">
                  <a:solidFill>
                    <a:srgbClr val="009A44"/>
                  </a:solidFill>
                </a:rPr>
                <a:t>Lorem ipsum</a:t>
              </a:r>
            </a:p>
            <a:p>
              <a:pPr defTabSz="742969">
                <a:defRPr/>
              </a:pPr>
              <a:r>
                <a:rPr lang="en-US" sz="813" dirty="0">
                  <a:solidFill>
                    <a:prstClr val="white"/>
                  </a:solidFill>
                </a:rPr>
                <a:t>"Lorem ipsum dolor sit </a:t>
              </a:r>
              <a:r>
                <a:rPr lang="en-US" sz="813" dirty="0" err="1">
                  <a:solidFill>
                    <a:prstClr val="white"/>
                  </a:solidFill>
                </a:rPr>
                <a:t>amet</a:t>
              </a:r>
              <a:r>
                <a:rPr lang="en-US" sz="813" dirty="0">
                  <a:solidFill>
                    <a:prstClr val="white"/>
                  </a:solidFill>
                </a:rPr>
                <a:t>, </a:t>
              </a:r>
              <a:r>
                <a:rPr lang="en-US" sz="813" dirty="0" err="1">
                  <a:solidFill>
                    <a:prstClr val="white"/>
                  </a:solidFill>
                </a:rPr>
                <a:t>consectetur</a:t>
              </a:r>
              <a:r>
                <a:rPr lang="en-US" sz="813" dirty="0">
                  <a:solidFill>
                    <a:prstClr val="white"/>
                  </a:solidFill>
                </a:rPr>
                <a:t> </a:t>
              </a:r>
              <a:r>
                <a:rPr lang="en-US" sz="813" dirty="0" err="1">
                  <a:solidFill>
                    <a:prstClr val="white"/>
                  </a:solidFill>
                </a:rPr>
                <a:t>adipiscing</a:t>
              </a:r>
              <a:r>
                <a:rPr lang="en-US" sz="813" dirty="0">
                  <a:solidFill>
                    <a:prstClr val="white"/>
                  </a:solidFill>
                </a:rPr>
                <a:t> </a:t>
              </a:r>
              <a:r>
                <a:rPr lang="en-US" sz="813" dirty="0" err="1">
                  <a:solidFill>
                    <a:prstClr val="white"/>
                  </a:solidFill>
                </a:rPr>
                <a:t>elit</a:t>
              </a:r>
              <a:r>
                <a:rPr lang="en-US" sz="813" dirty="0">
                  <a:solidFill>
                    <a:prstClr val="white"/>
                  </a:solidFill>
                </a:rPr>
                <a:t>, </a:t>
              </a:r>
              <a:r>
                <a:rPr lang="en-US" sz="813" dirty="0" err="1">
                  <a:solidFill>
                    <a:prstClr val="white"/>
                  </a:solidFill>
                </a:rPr>
                <a:t>sed</a:t>
              </a:r>
              <a:r>
                <a:rPr lang="en-US" sz="813" dirty="0">
                  <a:solidFill>
                    <a:prstClr val="white"/>
                  </a:solidFill>
                </a:rPr>
                <a:t> do </a:t>
              </a:r>
              <a:r>
                <a:rPr lang="en-US" sz="813" dirty="0" err="1">
                  <a:solidFill>
                    <a:prstClr val="white"/>
                  </a:solidFill>
                </a:rPr>
                <a:t>eiusmod</a:t>
              </a:r>
              <a:r>
                <a:rPr lang="en-US" sz="813" dirty="0">
                  <a:solidFill>
                    <a:prstClr val="white"/>
                  </a:solidFill>
                </a:rPr>
                <a:t> </a:t>
              </a:r>
              <a:r>
                <a:rPr lang="en-US" sz="813" dirty="0" err="1">
                  <a:solidFill>
                    <a:prstClr val="white"/>
                  </a:solidFill>
                </a:rPr>
                <a:t>tempor</a:t>
              </a:r>
              <a:r>
                <a:rPr lang="en-US" sz="813" dirty="0">
                  <a:solidFill>
                    <a:prstClr val="white"/>
                  </a:solidFill>
                </a:rPr>
                <a:t> </a:t>
              </a:r>
              <a:r>
                <a:rPr lang="en-US" sz="813" dirty="0" err="1">
                  <a:solidFill>
                    <a:prstClr val="white"/>
                  </a:solidFill>
                </a:rPr>
                <a:t>incididunt</a:t>
              </a:r>
              <a:r>
                <a:rPr lang="en-US" sz="813" dirty="0">
                  <a:solidFill>
                    <a:prstClr val="white"/>
                  </a:solidFill>
                </a:rPr>
                <a:t> </a:t>
              </a:r>
              <a:endParaRPr lang="en-US" sz="813" b="1" dirty="0">
                <a:solidFill>
                  <a:prstClr val="white"/>
                </a:solidFill>
              </a:endParaRPr>
            </a:p>
          </p:txBody>
        </p:sp>
      </p:grpSp>
      <p:grpSp>
        <p:nvGrpSpPr>
          <p:cNvPr id="225" name="Group 224"/>
          <p:cNvGrpSpPr/>
          <p:nvPr/>
        </p:nvGrpSpPr>
        <p:grpSpPr>
          <a:xfrm>
            <a:off x="4284135" y="3737307"/>
            <a:ext cx="4573795" cy="639569"/>
            <a:chOff x="3456156" y="3695813"/>
            <a:chExt cx="5629286" cy="787162"/>
          </a:xfrm>
        </p:grpSpPr>
        <p:cxnSp>
          <p:nvCxnSpPr>
            <p:cNvPr id="61" name="Straight Connector 60"/>
            <p:cNvCxnSpPr/>
            <p:nvPr/>
          </p:nvCxnSpPr>
          <p:spPr>
            <a:xfrm flipV="1">
              <a:off x="3551622" y="4087257"/>
              <a:ext cx="211738" cy="2439"/>
            </a:xfrm>
            <a:prstGeom prst="line">
              <a:avLst/>
            </a:prstGeom>
            <a:noFill/>
            <a:ln w="22225" algn="ctr">
              <a:solidFill>
                <a:schemeClr val="tx1">
                  <a:lumMod val="50000"/>
                  <a:lumOff val="50000"/>
                </a:schemeClr>
              </a:solidFill>
              <a:prstDash val="sysDot"/>
              <a:miter lim="800000"/>
              <a:headEnd/>
              <a:tailEnd/>
            </a:ln>
          </p:spPr>
        </p:cxnSp>
        <p:grpSp>
          <p:nvGrpSpPr>
            <p:cNvPr id="20" name="Group 19"/>
            <p:cNvGrpSpPr/>
            <p:nvPr/>
          </p:nvGrpSpPr>
          <p:grpSpPr>
            <a:xfrm>
              <a:off x="3456156" y="3695813"/>
              <a:ext cx="5629286" cy="787162"/>
              <a:chOff x="3456156" y="3261423"/>
              <a:chExt cx="5629286" cy="787162"/>
            </a:xfrm>
          </p:grpSpPr>
          <p:grpSp>
            <p:nvGrpSpPr>
              <p:cNvPr id="15" name="Group 14"/>
              <p:cNvGrpSpPr/>
              <p:nvPr/>
            </p:nvGrpSpPr>
            <p:grpSpPr>
              <a:xfrm>
                <a:off x="3794760" y="3261423"/>
                <a:ext cx="787162" cy="787162"/>
                <a:chOff x="5548829" y="3384543"/>
                <a:chExt cx="919874" cy="919874"/>
              </a:xfrm>
            </p:grpSpPr>
            <p:sp>
              <p:nvSpPr>
                <p:cNvPr id="157" name="Oval 156"/>
                <p:cNvSpPr/>
                <p:nvPr/>
              </p:nvSpPr>
              <p:spPr bwMode="gray">
                <a:xfrm>
                  <a:off x="5548829" y="3384543"/>
                  <a:ext cx="919874" cy="919874"/>
                </a:xfrm>
                <a:prstGeom prst="ellipse">
                  <a:avLst/>
                </a:prstGeom>
                <a:noFill/>
                <a:ln w="22225" algn="ctr">
                  <a:solidFill>
                    <a:schemeClr val="tx1">
                      <a:lumMod val="50000"/>
                      <a:lumOff val="50000"/>
                    </a:schemeClr>
                  </a:solidFill>
                  <a:prstDash val="sysDot"/>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endParaRPr>
                </a:p>
              </p:txBody>
            </p:sp>
            <p:sp>
              <p:nvSpPr>
                <p:cNvPr id="160" name="Freeform 375"/>
                <p:cNvSpPr>
                  <a:spLocks noChangeAspect="1" noEditPoints="1"/>
                </p:cNvSpPr>
                <p:nvPr/>
              </p:nvSpPr>
              <p:spPr bwMode="auto">
                <a:xfrm>
                  <a:off x="5611002" y="3446716"/>
                  <a:ext cx="795528" cy="795528"/>
                </a:xfrm>
                <a:custGeom>
                  <a:avLst/>
                  <a:gdLst>
                    <a:gd name="T0" fmla="*/ 297 w 512"/>
                    <a:gd name="T1" fmla="*/ 213 h 512"/>
                    <a:gd name="T2" fmla="*/ 382 w 512"/>
                    <a:gd name="T3" fmla="*/ 221 h 512"/>
                    <a:gd name="T4" fmla="*/ 323 w 512"/>
                    <a:gd name="T5" fmla="*/ 280 h 512"/>
                    <a:gd name="T6" fmla="*/ 320 w 512"/>
                    <a:gd name="T7" fmla="*/ 290 h 512"/>
                    <a:gd name="T8" fmla="*/ 337 w 512"/>
                    <a:gd name="T9" fmla="*/ 374 h 512"/>
                    <a:gd name="T10" fmla="*/ 261 w 512"/>
                    <a:gd name="T11" fmla="*/ 332 h 512"/>
                    <a:gd name="T12" fmla="*/ 256 w 512"/>
                    <a:gd name="T13" fmla="*/ 330 h 512"/>
                    <a:gd name="T14" fmla="*/ 250 w 512"/>
                    <a:gd name="T15" fmla="*/ 332 h 512"/>
                    <a:gd name="T16" fmla="*/ 175 w 512"/>
                    <a:gd name="T17" fmla="*/ 374 h 512"/>
                    <a:gd name="T18" fmla="*/ 191 w 512"/>
                    <a:gd name="T19" fmla="*/ 290 h 512"/>
                    <a:gd name="T20" fmla="*/ 189 w 512"/>
                    <a:gd name="T21" fmla="*/ 280 h 512"/>
                    <a:gd name="T22" fmla="*/ 130 w 512"/>
                    <a:gd name="T23" fmla="*/ 221 h 512"/>
                    <a:gd name="T24" fmla="*/ 214 w 512"/>
                    <a:gd name="T25" fmla="*/ 213 h 512"/>
                    <a:gd name="T26" fmla="*/ 223 w 512"/>
                    <a:gd name="T27" fmla="*/ 207 h 512"/>
                    <a:gd name="T28" fmla="*/ 256 w 512"/>
                    <a:gd name="T29" fmla="*/ 133 h 512"/>
                    <a:gd name="T30" fmla="*/ 289 w 512"/>
                    <a:gd name="T31" fmla="*/ 207 h 512"/>
                    <a:gd name="T32" fmla="*/ 297 w 512"/>
                    <a:gd name="T33" fmla="*/ 213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415 w 512"/>
                    <a:gd name="T45" fmla="*/ 209 h 512"/>
                    <a:gd name="T46" fmla="*/ 406 w 512"/>
                    <a:gd name="T47" fmla="*/ 202 h 512"/>
                    <a:gd name="T48" fmla="*/ 306 w 512"/>
                    <a:gd name="T49" fmla="*/ 192 h 512"/>
                    <a:gd name="T50" fmla="*/ 265 w 512"/>
                    <a:gd name="T51" fmla="*/ 102 h 512"/>
                    <a:gd name="T52" fmla="*/ 256 w 512"/>
                    <a:gd name="T53" fmla="*/ 96 h 512"/>
                    <a:gd name="T54" fmla="*/ 246 w 512"/>
                    <a:gd name="T55" fmla="*/ 102 h 512"/>
                    <a:gd name="T56" fmla="*/ 206 w 512"/>
                    <a:gd name="T57" fmla="*/ 192 h 512"/>
                    <a:gd name="T58" fmla="*/ 105 w 512"/>
                    <a:gd name="T59" fmla="*/ 202 h 512"/>
                    <a:gd name="T60" fmla="*/ 96 w 512"/>
                    <a:gd name="T61" fmla="*/ 209 h 512"/>
                    <a:gd name="T62" fmla="*/ 99 w 512"/>
                    <a:gd name="T63" fmla="*/ 221 h 512"/>
                    <a:gd name="T64" fmla="*/ 169 w 512"/>
                    <a:gd name="T65" fmla="*/ 291 h 512"/>
                    <a:gd name="T66" fmla="*/ 149 w 512"/>
                    <a:gd name="T67" fmla="*/ 392 h 512"/>
                    <a:gd name="T68" fmla="*/ 153 w 512"/>
                    <a:gd name="T69" fmla="*/ 403 h 512"/>
                    <a:gd name="T70" fmla="*/ 165 w 512"/>
                    <a:gd name="T71" fmla="*/ 404 h 512"/>
                    <a:gd name="T72" fmla="*/ 256 w 512"/>
                    <a:gd name="T73" fmla="*/ 353 h 512"/>
                    <a:gd name="T74" fmla="*/ 346 w 512"/>
                    <a:gd name="T75" fmla="*/ 404 h 512"/>
                    <a:gd name="T76" fmla="*/ 352 w 512"/>
                    <a:gd name="T77" fmla="*/ 405 h 512"/>
                    <a:gd name="T78" fmla="*/ 358 w 512"/>
                    <a:gd name="T79" fmla="*/ 403 h 512"/>
                    <a:gd name="T80" fmla="*/ 362 w 512"/>
                    <a:gd name="T81" fmla="*/ 392 h 512"/>
                    <a:gd name="T82" fmla="*/ 342 w 512"/>
                    <a:gd name="T83" fmla="*/ 291 h 512"/>
                    <a:gd name="T84" fmla="*/ 413 w 512"/>
                    <a:gd name="T85" fmla="*/ 221 h 512"/>
                    <a:gd name="T86" fmla="*/ 415 w 512"/>
                    <a:gd name="T87" fmla="*/ 2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97" y="213"/>
                      </a:moveTo>
                      <a:cubicBezTo>
                        <a:pt x="382" y="221"/>
                        <a:pt x="382" y="221"/>
                        <a:pt x="382" y="221"/>
                      </a:cubicBezTo>
                      <a:cubicBezTo>
                        <a:pt x="323" y="280"/>
                        <a:pt x="323" y="280"/>
                        <a:pt x="323" y="280"/>
                      </a:cubicBezTo>
                      <a:cubicBezTo>
                        <a:pt x="320" y="283"/>
                        <a:pt x="319" y="286"/>
                        <a:pt x="320" y="290"/>
                      </a:cubicBezTo>
                      <a:cubicBezTo>
                        <a:pt x="337" y="374"/>
                        <a:pt x="337" y="374"/>
                        <a:pt x="337" y="374"/>
                      </a:cubicBezTo>
                      <a:cubicBezTo>
                        <a:pt x="261" y="332"/>
                        <a:pt x="261" y="332"/>
                        <a:pt x="261" y="332"/>
                      </a:cubicBezTo>
                      <a:cubicBezTo>
                        <a:pt x="259" y="331"/>
                        <a:pt x="257" y="330"/>
                        <a:pt x="256" y="330"/>
                      </a:cubicBezTo>
                      <a:cubicBezTo>
                        <a:pt x="254" y="330"/>
                        <a:pt x="252" y="331"/>
                        <a:pt x="250" y="332"/>
                      </a:cubicBezTo>
                      <a:cubicBezTo>
                        <a:pt x="175" y="374"/>
                        <a:pt x="175" y="374"/>
                        <a:pt x="175" y="374"/>
                      </a:cubicBezTo>
                      <a:cubicBezTo>
                        <a:pt x="191" y="290"/>
                        <a:pt x="191" y="290"/>
                        <a:pt x="191" y="290"/>
                      </a:cubicBezTo>
                      <a:cubicBezTo>
                        <a:pt x="192" y="286"/>
                        <a:pt x="191" y="283"/>
                        <a:pt x="189" y="280"/>
                      </a:cubicBezTo>
                      <a:cubicBezTo>
                        <a:pt x="130" y="221"/>
                        <a:pt x="130" y="221"/>
                        <a:pt x="130" y="221"/>
                      </a:cubicBezTo>
                      <a:cubicBezTo>
                        <a:pt x="214" y="213"/>
                        <a:pt x="214" y="213"/>
                        <a:pt x="214" y="213"/>
                      </a:cubicBezTo>
                      <a:cubicBezTo>
                        <a:pt x="218" y="213"/>
                        <a:pt x="221" y="210"/>
                        <a:pt x="223" y="207"/>
                      </a:cubicBezTo>
                      <a:cubicBezTo>
                        <a:pt x="256" y="133"/>
                        <a:pt x="256" y="133"/>
                        <a:pt x="256" y="133"/>
                      </a:cubicBezTo>
                      <a:cubicBezTo>
                        <a:pt x="289" y="207"/>
                        <a:pt x="289" y="207"/>
                        <a:pt x="289" y="207"/>
                      </a:cubicBezTo>
                      <a:cubicBezTo>
                        <a:pt x="290" y="210"/>
                        <a:pt x="293" y="213"/>
                        <a:pt x="297"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209"/>
                      </a:moveTo>
                      <a:cubicBezTo>
                        <a:pt x="414" y="206"/>
                        <a:pt x="410" y="203"/>
                        <a:pt x="406" y="202"/>
                      </a:cubicBezTo>
                      <a:cubicBezTo>
                        <a:pt x="306" y="192"/>
                        <a:pt x="306" y="192"/>
                        <a:pt x="306" y="192"/>
                      </a:cubicBezTo>
                      <a:cubicBezTo>
                        <a:pt x="265" y="102"/>
                        <a:pt x="265" y="102"/>
                        <a:pt x="265" y="102"/>
                      </a:cubicBezTo>
                      <a:cubicBezTo>
                        <a:pt x="264" y="98"/>
                        <a:pt x="260" y="96"/>
                        <a:pt x="256" y="96"/>
                      </a:cubicBezTo>
                      <a:cubicBezTo>
                        <a:pt x="251" y="96"/>
                        <a:pt x="248" y="98"/>
                        <a:pt x="246" y="102"/>
                      </a:cubicBezTo>
                      <a:cubicBezTo>
                        <a:pt x="206" y="192"/>
                        <a:pt x="206" y="192"/>
                        <a:pt x="206" y="192"/>
                      </a:cubicBezTo>
                      <a:cubicBezTo>
                        <a:pt x="105" y="202"/>
                        <a:pt x="105" y="202"/>
                        <a:pt x="105" y="202"/>
                      </a:cubicBezTo>
                      <a:cubicBezTo>
                        <a:pt x="101" y="203"/>
                        <a:pt x="98" y="206"/>
                        <a:pt x="96" y="209"/>
                      </a:cubicBezTo>
                      <a:cubicBezTo>
                        <a:pt x="95" y="213"/>
                        <a:pt x="96" y="218"/>
                        <a:pt x="99" y="221"/>
                      </a:cubicBezTo>
                      <a:cubicBezTo>
                        <a:pt x="169" y="291"/>
                        <a:pt x="169" y="291"/>
                        <a:pt x="169" y="291"/>
                      </a:cubicBezTo>
                      <a:cubicBezTo>
                        <a:pt x="149" y="392"/>
                        <a:pt x="149" y="392"/>
                        <a:pt x="149" y="392"/>
                      </a:cubicBezTo>
                      <a:cubicBezTo>
                        <a:pt x="148" y="396"/>
                        <a:pt x="150" y="401"/>
                        <a:pt x="153" y="403"/>
                      </a:cubicBezTo>
                      <a:cubicBezTo>
                        <a:pt x="157" y="405"/>
                        <a:pt x="161" y="406"/>
                        <a:pt x="165" y="404"/>
                      </a:cubicBezTo>
                      <a:cubicBezTo>
                        <a:pt x="256" y="353"/>
                        <a:pt x="256" y="353"/>
                        <a:pt x="256" y="353"/>
                      </a:cubicBezTo>
                      <a:cubicBezTo>
                        <a:pt x="346" y="404"/>
                        <a:pt x="346" y="404"/>
                        <a:pt x="346" y="404"/>
                      </a:cubicBezTo>
                      <a:cubicBezTo>
                        <a:pt x="348" y="405"/>
                        <a:pt x="350" y="405"/>
                        <a:pt x="352" y="405"/>
                      </a:cubicBezTo>
                      <a:cubicBezTo>
                        <a:pt x="354" y="405"/>
                        <a:pt x="356" y="404"/>
                        <a:pt x="358" y="403"/>
                      </a:cubicBezTo>
                      <a:cubicBezTo>
                        <a:pt x="361" y="401"/>
                        <a:pt x="363" y="396"/>
                        <a:pt x="362" y="392"/>
                      </a:cubicBezTo>
                      <a:cubicBezTo>
                        <a:pt x="342" y="291"/>
                        <a:pt x="342" y="291"/>
                        <a:pt x="342" y="291"/>
                      </a:cubicBezTo>
                      <a:cubicBezTo>
                        <a:pt x="413" y="221"/>
                        <a:pt x="413" y="221"/>
                        <a:pt x="413" y="221"/>
                      </a:cubicBezTo>
                      <a:cubicBezTo>
                        <a:pt x="415" y="218"/>
                        <a:pt x="416" y="213"/>
                        <a:pt x="415" y="209"/>
                      </a:cubicBezTo>
                      <a:close/>
                    </a:path>
                  </a:pathLst>
                </a:custGeom>
                <a:solidFill>
                  <a:schemeClr val="accent1"/>
                </a:solidFill>
                <a:ln>
                  <a:noFill/>
                </a:ln>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endParaRPr>
                </a:p>
              </p:txBody>
            </p:sp>
          </p:grpSp>
          <p:sp>
            <p:nvSpPr>
              <p:cNvPr id="54" name="Rectangle 53"/>
              <p:cNvSpPr/>
              <p:nvPr/>
            </p:nvSpPr>
            <p:spPr>
              <a:xfrm>
                <a:off x="4946904" y="3332557"/>
                <a:ext cx="4138538" cy="698654"/>
              </a:xfrm>
              <a:prstGeom prst="rect">
                <a:avLst/>
              </a:prstGeom>
            </p:spPr>
            <p:txBody>
              <a:bodyPr wrap="square">
                <a:spAutoFit/>
              </a:bodyPr>
              <a:lstStyle/>
              <a:p>
                <a:pPr defTabSz="742969">
                  <a:defRPr/>
                </a:pPr>
                <a:r>
                  <a:rPr lang="en-US" sz="1463" b="1" dirty="0">
                    <a:solidFill>
                      <a:srgbClr val="86BC25"/>
                    </a:solidFill>
                  </a:rPr>
                  <a:t>Lorem ipsum</a:t>
                </a:r>
              </a:p>
              <a:p>
                <a:pPr defTabSz="742969">
                  <a:defRPr/>
                </a:pPr>
                <a:r>
                  <a:rPr lang="en-US" sz="813" dirty="0">
                    <a:solidFill>
                      <a:prstClr val="white"/>
                    </a:solidFill>
                  </a:rPr>
                  <a:t>"Lorem ipsum dolor sit </a:t>
                </a:r>
                <a:r>
                  <a:rPr lang="en-US" sz="813" dirty="0" err="1">
                    <a:solidFill>
                      <a:prstClr val="white"/>
                    </a:solidFill>
                  </a:rPr>
                  <a:t>amet</a:t>
                </a:r>
                <a:r>
                  <a:rPr lang="en-US" sz="813" dirty="0">
                    <a:solidFill>
                      <a:prstClr val="white"/>
                    </a:solidFill>
                  </a:rPr>
                  <a:t>, </a:t>
                </a:r>
                <a:r>
                  <a:rPr lang="en-US" sz="813" dirty="0" err="1">
                    <a:solidFill>
                      <a:prstClr val="white"/>
                    </a:solidFill>
                  </a:rPr>
                  <a:t>consectetur</a:t>
                </a:r>
                <a:r>
                  <a:rPr lang="en-US" sz="813" dirty="0">
                    <a:solidFill>
                      <a:prstClr val="white"/>
                    </a:solidFill>
                  </a:rPr>
                  <a:t> </a:t>
                </a:r>
                <a:r>
                  <a:rPr lang="en-US" sz="813" dirty="0" err="1">
                    <a:solidFill>
                      <a:prstClr val="white"/>
                    </a:solidFill>
                  </a:rPr>
                  <a:t>adipiscing</a:t>
                </a:r>
                <a:r>
                  <a:rPr lang="en-US" sz="813" dirty="0">
                    <a:solidFill>
                      <a:prstClr val="white"/>
                    </a:solidFill>
                  </a:rPr>
                  <a:t> </a:t>
                </a:r>
                <a:r>
                  <a:rPr lang="en-US" sz="813" dirty="0" err="1">
                    <a:solidFill>
                      <a:prstClr val="white"/>
                    </a:solidFill>
                  </a:rPr>
                  <a:t>elit</a:t>
                </a:r>
                <a:r>
                  <a:rPr lang="en-US" sz="813" dirty="0">
                    <a:solidFill>
                      <a:prstClr val="white"/>
                    </a:solidFill>
                  </a:rPr>
                  <a:t>, </a:t>
                </a:r>
                <a:r>
                  <a:rPr lang="en-US" sz="813" dirty="0" err="1">
                    <a:solidFill>
                      <a:prstClr val="white"/>
                    </a:solidFill>
                  </a:rPr>
                  <a:t>sed</a:t>
                </a:r>
                <a:r>
                  <a:rPr lang="en-US" sz="813" dirty="0">
                    <a:solidFill>
                      <a:prstClr val="white"/>
                    </a:solidFill>
                  </a:rPr>
                  <a:t> do </a:t>
                </a:r>
                <a:r>
                  <a:rPr lang="en-US" sz="813" dirty="0" err="1">
                    <a:solidFill>
                      <a:prstClr val="white"/>
                    </a:solidFill>
                  </a:rPr>
                  <a:t>eiusmod</a:t>
                </a:r>
                <a:r>
                  <a:rPr lang="en-US" sz="813" dirty="0">
                    <a:solidFill>
                      <a:prstClr val="white"/>
                    </a:solidFill>
                  </a:rPr>
                  <a:t> </a:t>
                </a:r>
                <a:r>
                  <a:rPr lang="en-US" sz="813" dirty="0" err="1">
                    <a:solidFill>
                      <a:prstClr val="white"/>
                    </a:solidFill>
                  </a:rPr>
                  <a:t>tempor</a:t>
                </a:r>
                <a:r>
                  <a:rPr lang="en-US" sz="813" dirty="0">
                    <a:solidFill>
                      <a:prstClr val="white"/>
                    </a:solidFill>
                  </a:rPr>
                  <a:t> </a:t>
                </a:r>
                <a:r>
                  <a:rPr lang="en-US" sz="813" dirty="0" err="1">
                    <a:solidFill>
                      <a:prstClr val="white"/>
                    </a:solidFill>
                  </a:rPr>
                  <a:t>incididunt</a:t>
                </a:r>
                <a:r>
                  <a:rPr lang="en-US" sz="813" dirty="0">
                    <a:solidFill>
                      <a:prstClr val="white"/>
                    </a:solidFill>
                  </a:rPr>
                  <a:t> </a:t>
                </a:r>
                <a:endParaRPr lang="en-US" sz="813" b="1" dirty="0">
                  <a:solidFill>
                    <a:prstClr val="white"/>
                  </a:solidFill>
                </a:endParaRPr>
              </a:p>
            </p:txBody>
          </p:sp>
          <p:sp>
            <p:nvSpPr>
              <p:cNvPr id="153" name="Oval 152"/>
              <p:cNvSpPr/>
              <p:nvPr/>
            </p:nvSpPr>
            <p:spPr bwMode="gray">
              <a:xfrm>
                <a:off x="3456156" y="3605134"/>
                <a:ext cx="95466" cy="95466"/>
              </a:xfrm>
              <a:prstGeom prst="ellipse">
                <a:avLst/>
              </a:prstGeom>
              <a:solidFill>
                <a:srgbClr val="86BC25"/>
              </a:solidFill>
              <a:ln w="34925" algn="ctr">
                <a:solidFill>
                  <a:srgbClr val="86BC25"/>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endParaRPr>
              </a:p>
            </p:txBody>
          </p:sp>
        </p:grpSp>
      </p:grpSp>
      <p:grpSp>
        <p:nvGrpSpPr>
          <p:cNvPr id="2" name="Group 1"/>
          <p:cNvGrpSpPr/>
          <p:nvPr/>
        </p:nvGrpSpPr>
        <p:grpSpPr>
          <a:xfrm>
            <a:off x="3408911" y="1527985"/>
            <a:ext cx="5450337" cy="636206"/>
            <a:chOff x="2378953" y="976644"/>
            <a:chExt cx="6708107" cy="783023"/>
          </a:xfrm>
        </p:grpSpPr>
        <p:grpSp>
          <p:nvGrpSpPr>
            <p:cNvPr id="18" name="Group 17"/>
            <p:cNvGrpSpPr/>
            <p:nvPr/>
          </p:nvGrpSpPr>
          <p:grpSpPr>
            <a:xfrm>
              <a:off x="2456134" y="976644"/>
              <a:ext cx="6630926" cy="783023"/>
              <a:chOff x="2456134" y="976644"/>
              <a:chExt cx="6630926" cy="783023"/>
            </a:xfrm>
          </p:grpSpPr>
          <p:grpSp>
            <p:nvGrpSpPr>
              <p:cNvPr id="24" name="Group 23"/>
              <p:cNvGrpSpPr/>
              <p:nvPr/>
            </p:nvGrpSpPr>
            <p:grpSpPr>
              <a:xfrm>
                <a:off x="3797255" y="976644"/>
                <a:ext cx="783023" cy="783023"/>
                <a:chOff x="3193797" y="1167547"/>
                <a:chExt cx="1136224" cy="1136224"/>
              </a:xfrm>
            </p:grpSpPr>
            <p:sp>
              <p:nvSpPr>
                <p:cNvPr id="133" name="Freeform 538"/>
                <p:cNvSpPr>
                  <a:spLocks noChangeAspect="1" noEditPoints="1"/>
                </p:cNvSpPr>
                <p:nvPr/>
              </p:nvSpPr>
              <p:spPr bwMode="auto">
                <a:xfrm>
                  <a:off x="3267550" y="1244763"/>
                  <a:ext cx="981795" cy="981795"/>
                </a:xfrm>
                <a:custGeom>
                  <a:avLst/>
                  <a:gdLst>
                    <a:gd name="T0" fmla="*/ 226 w 512"/>
                    <a:gd name="T1" fmla="*/ 352 h 512"/>
                    <a:gd name="T2" fmla="*/ 286 w 512"/>
                    <a:gd name="T3" fmla="*/ 352 h 512"/>
                    <a:gd name="T4" fmla="*/ 279 w 512"/>
                    <a:gd name="T5" fmla="*/ 394 h 512"/>
                    <a:gd name="T6" fmla="*/ 233 w 512"/>
                    <a:gd name="T7" fmla="*/ 394 h 512"/>
                    <a:gd name="T8" fmla="*/ 226 w 512"/>
                    <a:gd name="T9" fmla="*/ 352 h 512"/>
                    <a:gd name="T10" fmla="*/ 256 w 512"/>
                    <a:gd name="T11" fmla="*/ 117 h 512"/>
                    <a:gd name="T12" fmla="*/ 178 w 512"/>
                    <a:gd name="T13" fmla="*/ 191 h 512"/>
                    <a:gd name="T14" fmla="*/ 194 w 512"/>
                    <a:gd name="T15" fmla="*/ 242 h 512"/>
                    <a:gd name="T16" fmla="*/ 224 w 512"/>
                    <a:gd name="T17" fmla="*/ 309 h 512"/>
                    <a:gd name="T18" fmla="*/ 224 w 512"/>
                    <a:gd name="T19" fmla="*/ 330 h 512"/>
                    <a:gd name="T20" fmla="*/ 245 w 512"/>
                    <a:gd name="T21" fmla="*/ 330 h 512"/>
                    <a:gd name="T22" fmla="*/ 245 w 512"/>
                    <a:gd name="T23" fmla="*/ 249 h 512"/>
                    <a:gd name="T24" fmla="*/ 227 w 512"/>
                    <a:gd name="T25" fmla="*/ 231 h 512"/>
                    <a:gd name="T26" fmla="*/ 227 w 512"/>
                    <a:gd name="T27" fmla="*/ 216 h 512"/>
                    <a:gd name="T28" fmla="*/ 242 w 512"/>
                    <a:gd name="T29" fmla="*/ 216 h 512"/>
                    <a:gd name="T30" fmla="*/ 256 w 512"/>
                    <a:gd name="T31" fmla="*/ 230 h 512"/>
                    <a:gd name="T32" fmla="*/ 269 w 512"/>
                    <a:gd name="T33" fmla="*/ 216 h 512"/>
                    <a:gd name="T34" fmla="*/ 285 w 512"/>
                    <a:gd name="T35" fmla="*/ 216 h 512"/>
                    <a:gd name="T36" fmla="*/ 285 w 512"/>
                    <a:gd name="T37" fmla="*/ 231 h 512"/>
                    <a:gd name="T38" fmla="*/ 266 w 512"/>
                    <a:gd name="T39" fmla="*/ 249 h 512"/>
                    <a:gd name="T40" fmla="*/ 266 w 512"/>
                    <a:gd name="T41" fmla="*/ 330 h 512"/>
                    <a:gd name="T42" fmla="*/ 288 w 512"/>
                    <a:gd name="T43" fmla="*/ 330 h 512"/>
                    <a:gd name="T44" fmla="*/ 288 w 512"/>
                    <a:gd name="T45" fmla="*/ 309 h 512"/>
                    <a:gd name="T46" fmla="*/ 318 w 512"/>
                    <a:gd name="T47" fmla="*/ 243 h 512"/>
                    <a:gd name="T48" fmla="*/ 334 w 512"/>
                    <a:gd name="T49" fmla="*/ 191 h 512"/>
                    <a:gd name="T50" fmla="*/ 256 w 512"/>
                    <a:gd name="T51" fmla="*/ 117 h 512"/>
                    <a:gd name="T52" fmla="*/ 512 w 512"/>
                    <a:gd name="T53" fmla="*/ 256 h 512"/>
                    <a:gd name="T54" fmla="*/ 256 w 512"/>
                    <a:gd name="T55" fmla="*/ 512 h 512"/>
                    <a:gd name="T56" fmla="*/ 0 w 512"/>
                    <a:gd name="T57" fmla="*/ 256 h 512"/>
                    <a:gd name="T58" fmla="*/ 256 w 512"/>
                    <a:gd name="T59" fmla="*/ 0 h 512"/>
                    <a:gd name="T60" fmla="*/ 512 w 512"/>
                    <a:gd name="T61" fmla="*/ 256 h 512"/>
                    <a:gd name="T62" fmla="*/ 356 w 512"/>
                    <a:gd name="T63" fmla="*/ 191 h 512"/>
                    <a:gd name="T64" fmla="*/ 256 w 512"/>
                    <a:gd name="T65" fmla="*/ 96 h 512"/>
                    <a:gd name="T66" fmla="*/ 256 w 512"/>
                    <a:gd name="T67" fmla="*/ 96 h 512"/>
                    <a:gd name="T68" fmla="*/ 256 w 512"/>
                    <a:gd name="T69" fmla="*/ 96 h 512"/>
                    <a:gd name="T70" fmla="*/ 256 w 512"/>
                    <a:gd name="T71" fmla="*/ 96 h 512"/>
                    <a:gd name="T72" fmla="*/ 255 w 512"/>
                    <a:gd name="T73" fmla="*/ 96 h 512"/>
                    <a:gd name="T74" fmla="*/ 157 w 512"/>
                    <a:gd name="T75" fmla="*/ 191 h 512"/>
                    <a:gd name="T76" fmla="*/ 176 w 512"/>
                    <a:gd name="T77" fmla="*/ 254 h 512"/>
                    <a:gd name="T78" fmla="*/ 202 w 512"/>
                    <a:gd name="T79" fmla="*/ 309 h 512"/>
                    <a:gd name="T80" fmla="*/ 202 w 512"/>
                    <a:gd name="T81" fmla="*/ 341 h 512"/>
                    <a:gd name="T82" fmla="*/ 203 w 512"/>
                    <a:gd name="T83" fmla="*/ 342 h 512"/>
                    <a:gd name="T84" fmla="*/ 202 w 512"/>
                    <a:gd name="T85" fmla="*/ 343 h 512"/>
                    <a:gd name="T86" fmla="*/ 213 w 512"/>
                    <a:gd name="T87" fmla="*/ 407 h 512"/>
                    <a:gd name="T88" fmla="*/ 224 w 512"/>
                    <a:gd name="T89" fmla="*/ 416 h 512"/>
                    <a:gd name="T90" fmla="*/ 288 w 512"/>
                    <a:gd name="T91" fmla="*/ 416 h 512"/>
                    <a:gd name="T92" fmla="*/ 298 w 512"/>
                    <a:gd name="T93" fmla="*/ 407 h 512"/>
                    <a:gd name="T94" fmla="*/ 309 w 512"/>
                    <a:gd name="T95" fmla="*/ 343 h 512"/>
                    <a:gd name="T96" fmla="*/ 309 w 512"/>
                    <a:gd name="T97" fmla="*/ 342 h 512"/>
                    <a:gd name="T98" fmla="*/ 309 w 512"/>
                    <a:gd name="T99" fmla="*/ 341 h 512"/>
                    <a:gd name="T100" fmla="*/ 309 w 512"/>
                    <a:gd name="T101" fmla="*/ 309 h 512"/>
                    <a:gd name="T102" fmla="*/ 336 w 512"/>
                    <a:gd name="T103" fmla="*/ 254 h 512"/>
                    <a:gd name="T104" fmla="*/ 356 w 512"/>
                    <a:gd name="T105" fmla="*/ 19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26" y="352"/>
                      </a:moveTo>
                      <a:cubicBezTo>
                        <a:pt x="286" y="352"/>
                        <a:pt x="286" y="352"/>
                        <a:pt x="286" y="352"/>
                      </a:cubicBezTo>
                      <a:cubicBezTo>
                        <a:pt x="279" y="394"/>
                        <a:pt x="279" y="394"/>
                        <a:pt x="279" y="394"/>
                      </a:cubicBezTo>
                      <a:cubicBezTo>
                        <a:pt x="233" y="394"/>
                        <a:pt x="233" y="394"/>
                        <a:pt x="233" y="394"/>
                      </a:cubicBezTo>
                      <a:lnTo>
                        <a:pt x="226" y="352"/>
                      </a:lnTo>
                      <a:close/>
                      <a:moveTo>
                        <a:pt x="256" y="117"/>
                      </a:moveTo>
                      <a:cubicBezTo>
                        <a:pt x="214" y="117"/>
                        <a:pt x="178" y="151"/>
                        <a:pt x="178" y="191"/>
                      </a:cubicBezTo>
                      <a:cubicBezTo>
                        <a:pt x="178" y="219"/>
                        <a:pt x="194" y="242"/>
                        <a:pt x="194" y="242"/>
                      </a:cubicBezTo>
                      <a:cubicBezTo>
                        <a:pt x="201" y="254"/>
                        <a:pt x="224" y="292"/>
                        <a:pt x="224" y="309"/>
                      </a:cubicBezTo>
                      <a:cubicBezTo>
                        <a:pt x="224" y="330"/>
                        <a:pt x="224" y="330"/>
                        <a:pt x="224" y="330"/>
                      </a:cubicBezTo>
                      <a:cubicBezTo>
                        <a:pt x="245" y="330"/>
                        <a:pt x="245" y="330"/>
                        <a:pt x="245" y="330"/>
                      </a:cubicBezTo>
                      <a:cubicBezTo>
                        <a:pt x="245" y="249"/>
                        <a:pt x="245" y="249"/>
                        <a:pt x="245" y="249"/>
                      </a:cubicBezTo>
                      <a:cubicBezTo>
                        <a:pt x="227" y="231"/>
                        <a:pt x="227" y="231"/>
                        <a:pt x="227" y="231"/>
                      </a:cubicBezTo>
                      <a:cubicBezTo>
                        <a:pt x="223" y="227"/>
                        <a:pt x="223" y="220"/>
                        <a:pt x="227" y="216"/>
                      </a:cubicBezTo>
                      <a:cubicBezTo>
                        <a:pt x="231" y="212"/>
                        <a:pt x="238" y="212"/>
                        <a:pt x="242" y="216"/>
                      </a:cubicBezTo>
                      <a:cubicBezTo>
                        <a:pt x="256" y="230"/>
                        <a:pt x="256" y="230"/>
                        <a:pt x="256" y="230"/>
                      </a:cubicBezTo>
                      <a:cubicBezTo>
                        <a:pt x="269" y="216"/>
                        <a:pt x="269" y="216"/>
                        <a:pt x="269" y="216"/>
                      </a:cubicBezTo>
                      <a:cubicBezTo>
                        <a:pt x="274" y="212"/>
                        <a:pt x="280" y="212"/>
                        <a:pt x="285" y="216"/>
                      </a:cubicBezTo>
                      <a:cubicBezTo>
                        <a:pt x="289" y="220"/>
                        <a:pt x="289" y="227"/>
                        <a:pt x="285" y="231"/>
                      </a:cubicBezTo>
                      <a:cubicBezTo>
                        <a:pt x="266" y="249"/>
                        <a:pt x="266" y="249"/>
                        <a:pt x="266" y="249"/>
                      </a:cubicBezTo>
                      <a:cubicBezTo>
                        <a:pt x="266" y="330"/>
                        <a:pt x="266" y="330"/>
                        <a:pt x="266" y="330"/>
                      </a:cubicBezTo>
                      <a:cubicBezTo>
                        <a:pt x="288" y="330"/>
                        <a:pt x="288" y="330"/>
                        <a:pt x="288" y="330"/>
                      </a:cubicBezTo>
                      <a:cubicBezTo>
                        <a:pt x="288" y="309"/>
                        <a:pt x="288" y="309"/>
                        <a:pt x="288" y="309"/>
                      </a:cubicBezTo>
                      <a:cubicBezTo>
                        <a:pt x="288" y="292"/>
                        <a:pt x="311" y="254"/>
                        <a:pt x="318" y="243"/>
                      </a:cubicBezTo>
                      <a:cubicBezTo>
                        <a:pt x="318" y="242"/>
                        <a:pt x="334" y="218"/>
                        <a:pt x="334" y="191"/>
                      </a:cubicBezTo>
                      <a:cubicBezTo>
                        <a:pt x="334" y="151"/>
                        <a:pt x="298" y="117"/>
                        <a:pt x="256" y="11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56" y="191"/>
                      </a:moveTo>
                      <a:cubicBezTo>
                        <a:pt x="356" y="140"/>
                        <a:pt x="310" y="96"/>
                        <a:pt x="256" y="96"/>
                      </a:cubicBezTo>
                      <a:cubicBezTo>
                        <a:pt x="256" y="96"/>
                        <a:pt x="256" y="96"/>
                        <a:pt x="256" y="96"/>
                      </a:cubicBezTo>
                      <a:cubicBezTo>
                        <a:pt x="256" y="96"/>
                        <a:pt x="256" y="96"/>
                        <a:pt x="256" y="96"/>
                      </a:cubicBezTo>
                      <a:cubicBezTo>
                        <a:pt x="256" y="96"/>
                        <a:pt x="256" y="96"/>
                        <a:pt x="256" y="96"/>
                      </a:cubicBezTo>
                      <a:cubicBezTo>
                        <a:pt x="256" y="96"/>
                        <a:pt x="256" y="96"/>
                        <a:pt x="255" y="96"/>
                      </a:cubicBezTo>
                      <a:cubicBezTo>
                        <a:pt x="202" y="96"/>
                        <a:pt x="157" y="140"/>
                        <a:pt x="157" y="191"/>
                      </a:cubicBezTo>
                      <a:cubicBezTo>
                        <a:pt x="157" y="225"/>
                        <a:pt x="175" y="253"/>
                        <a:pt x="176" y="254"/>
                      </a:cubicBezTo>
                      <a:cubicBezTo>
                        <a:pt x="189" y="275"/>
                        <a:pt x="202" y="302"/>
                        <a:pt x="202" y="309"/>
                      </a:cubicBezTo>
                      <a:cubicBezTo>
                        <a:pt x="202" y="341"/>
                        <a:pt x="202" y="341"/>
                        <a:pt x="202" y="341"/>
                      </a:cubicBezTo>
                      <a:cubicBezTo>
                        <a:pt x="202" y="341"/>
                        <a:pt x="202" y="342"/>
                        <a:pt x="203" y="342"/>
                      </a:cubicBezTo>
                      <a:cubicBezTo>
                        <a:pt x="203" y="342"/>
                        <a:pt x="202" y="342"/>
                        <a:pt x="202" y="343"/>
                      </a:cubicBezTo>
                      <a:cubicBezTo>
                        <a:pt x="213" y="407"/>
                        <a:pt x="213" y="407"/>
                        <a:pt x="213" y="407"/>
                      </a:cubicBezTo>
                      <a:cubicBezTo>
                        <a:pt x="214" y="412"/>
                        <a:pt x="218" y="416"/>
                        <a:pt x="224" y="416"/>
                      </a:cubicBezTo>
                      <a:cubicBezTo>
                        <a:pt x="288" y="416"/>
                        <a:pt x="288" y="416"/>
                        <a:pt x="288" y="416"/>
                      </a:cubicBezTo>
                      <a:cubicBezTo>
                        <a:pt x="293" y="416"/>
                        <a:pt x="297" y="412"/>
                        <a:pt x="298" y="407"/>
                      </a:cubicBezTo>
                      <a:cubicBezTo>
                        <a:pt x="309" y="343"/>
                        <a:pt x="309" y="343"/>
                        <a:pt x="309" y="343"/>
                      </a:cubicBezTo>
                      <a:cubicBezTo>
                        <a:pt x="309" y="342"/>
                        <a:pt x="309" y="342"/>
                        <a:pt x="309" y="342"/>
                      </a:cubicBezTo>
                      <a:cubicBezTo>
                        <a:pt x="309" y="342"/>
                        <a:pt x="309" y="341"/>
                        <a:pt x="309" y="341"/>
                      </a:cubicBezTo>
                      <a:cubicBezTo>
                        <a:pt x="309" y="309"/>
                        <a:pt x="309" y="309"/>
                        <a:pt x="309" y="309"/>
                      </a:cubicBezTo>
                      <a:cubicBezTo>
                        <a:pt x="309" y="302"/>
                        <a:pt x="323" y="275"/>
                        <a:pt x="336" y="254"/>
                      </a:cubicBezTo>
                      <a:cubicBezTo>
                        <a:pt x="337" y="253"/>
                        <a:pt x="356" y="225"/>
                        <a:pt x="356" y="191"/>
                      </a:cubicBezTo>
                      <a:close/>
                    </a:path>
                  </a:pathLst>
                </a:custGeom>
                <a:solidFill>
                  <a:srgbClr val="00A3E0"/>
                </a:solidFill>
                <a:ln>
                  <a:noFill/>
                </a:ln>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endParaRPr>
                </a:p>
              </p:txBody>
            </p:sp>
            <p:sp>
              <p:nvSpPr>
                <p:cNvPr id="134" name="Oval 133"/>
                <p:cNvSpPr/>
                <p:nvPr/>
              </p:nvSpPr>
              <p:spPr bwMode="gray">
                <a:xfrm>
                  <a:off x="3193797" y="1167547"/>
                  <a:ext cx="1136224" cy="1136224"/>
                </a:xfrm>
                <a:prstGeom prst="ellipse">
                  <a:avLst/>
                </a:prstGeom>
                <a:noFill/>
                <a:ln w="22225" algn="ctr">
                  <a:solidFill>
                    <a:schemeClr val="tx1">
                      <a:lumMod val="50000"/>
                      <a:lumOff val="50000"/>
                    </a:schemeClr>
                  </a:solidFill>
                  <a:prstDash val="sysDot"/>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endParaRPr>
                </a:p>
              </p:txBody>
            </p:sp>
          </p:grpSp>
          <p:cxnSp>
            <p:nvCxnSpPr>
              <p:cNvPr id="26" name="Straight Connector 25"/>
              <p:cNvCxnSpPr>
                <a:stCxn id="132" idx="6"/>
              </p:cNvCxnSpPr>
              <p:nvPr/>
            </p:nvCxnSpPr>
            <p:spPr>
              <a:xfrm>
                <a:off x="2456134" y="1370661"/>
                <a:ext cx="1341121" cy="0"/>
              </a:xfrm>
              <a:prstGeom prst="line">
                <a:avLst/>
              </a:prstGeom>
              <a:noFill/>
              <a:ln w="22225" algn="ctr">
                <a:solidFill>
                  <a:schemeClr val="tx1">
                    <a:lumMod val="50000"/>
                    <a:lumOff val="50000"/>
                  </a:schemeClr>
                </a:solidFill>
                <a:prstDash val="sysDot"/>
                <a:miter lim="800000"/>
                <a:headEnd/>
                <a:tailEnd/>
              </a:ln>
            </p:spPr>
          </p:cxnSp>
          <p:sp>
            <p:nvSpPr>
              <p:cNvPr id="171" name="Rectangle 170"/>
              <p:cNvSpPr/>
              <p:nvPr/>
            </p:nvSpPr>
            <p:spPr>
              <a:xfrm>
                <a:off x="4948522" y="1029858"/>
                <a:ext cx="4138538" cy="698654"/>
              </a:xfrm>
              <a:prstGeom prst="rect">
                <a:avLst/>
              </a:prstGeom>
            </p:spPr>
            <p:txBody>
              <a:bodyPr wrap="square">
                <a:spAutoFit/>
              </a:bodyPr>
              <a:lstStyle/>
              <a:p>
                <a:pPr defTabSz="742969">
                  <a:defRPr/>
                </a:pPr>
                <a:r>
                  <a:rPr lang="en-US" sz="1463" b="1" dirty="0">
                    <a:solidFill>
                      <a:srgbClr val="00A3E0"/>
                    </a:solidFill>
                  </a:rPr>
                  <a:t>Lorem ipsum</a:t>
                </a:r>
              </a:p>
              <a:p>
                <a:pPr defTabSz="742969">
                  <a:defRPr/>
                </a:pPr>
                <a:r>
                  <a:rPr lang="en-US" sz="813" dirty="0">
                    <a:solidFill>
                      <a:prstClr val="white"/>
                    </a:solidFill>
                  </a:rPr>
                  <a:t>"Lorem ipsum dolor sit </a:t>
                </a:r>
                <a:r>
                  <a:rPr lang="en-US" sz="813" dirty="0" err="1">
                    <a:solidFill>
                      <a:prstClr val="white"/>
                    </a:solidFill>
                  </a:rPr>
                  <a:t>amet</a:t>
                </a:r>
                <a:r>
                  <a:rPr lang="en-US" sz="813" dirty="0">
                    <a:solidFill>
                      <a:prstClr val="white"/>
                    </a:solidFill>
                  </a:rPr>
                  <a:t>, </a:t>
                </a:r>
                <a:r>
                  <a:rPr lang="en-US" sz="813" dirty="0" err="1">
                    <a:solidFill>
                      <a:prstClr val="white"/>
                    </a:solidFill>
                  </a:rPr>
                  <a:t>consectetur</a:t>
                </a:r>
                <a:r>
                  <a:rPr lang="en-US" sz="813" dirty="0">
                    <a:solidFill>
                      <a:prstClr val="white"/>
                    </a:solidFill>
                  </a:rPr>
                  <a:t> </a:t>
                </a:r>
                <a:r>
                  <a:rPr lang="en-US" sz="813" dirty="0" err="1">
                    <a:solidFill>
                      <a:prstClr val="white"/>
                    </a:solidFill>
                  </a:rPr>
                  <a:t>adipiscing</a:t>
                </a:r>
                <a:r>
                  <a:rPr lang="en-US" sz="813" dirty="0">
                    <a:solidFill>
                      <a:prstClr val="white"/>
                    </a:solidFill>
                  </a:rPr>
                  <a:t> </a:t>
                </a:r>
                <a:r>
                  <a:rPr lang="en-US" sz="813" dirty="0" err="1">
                    <a:solidFill>
                      <a:prstClr val="white"/>
                    </a:solidFill>
                  </a:rPr>
                  <a:t>elit</a:t>
                </a:r>
                <a:r>
                  <a:rPr lang="en-US" sz="813" dirty="0">
                    <a:solidFill>
                      <a:prstClr val="white"/>
                    </a:solidFill>
                  </a:rPr>
                  <a:t>, </a:t>
                </a:r>
                <a:r>
                  <a:rPr lang="en-US" sz="813" dirty="0" err="1">
                    <a:solidFill>
                      <a:prstClr val="white"/>
                    </a:solidFill>
                  </a:rPr>
                  <a:t>sed</a:t>
                </a:r>
                <a:r>
                  <a:rPr lang="en-US" sz="813" dirty="0">
                    <a:solidFill>
                      <a:prstClr val="white"/>
                    </a:solidFill>
                  </a:rPr>
                  <a:t> do </a:t>
                </a:r>
                <a:r>
                  <a:rPr lang="en-US" sz="813" dirty="0" err="1">
                    <a:solidFill>
                      <a:prstClr val="white"/>
                    </a:solidFill>
                  </a:rPr>
                  <a:t>eiusmod</a:t>
                </a:r>
                <a:r>
                  <a:rPr lang="en-US" sz="813" dirty="0">
                    <a:solidFill>
                      <a:prstClr val="white"/>
                    </a:solidFill>
                  </a:rPr>
                  <a:t> </a:t>
                </a:r>
                <a:r>
                  <a:rPr lang="en-US" sz="813" dirty="0" err="1">
                    <a:solidFill>
                      <a:prstClr val="white"/>
                    </a:solidFill>
                  </a:rPr>
                  <a:t>tempor</a:t>
                </a:r>
                <a:r>
                  <a:rPr lang="en-US" sz="813" dirty="0">
                    <a:solidFill>
                      <a:prstClr val="white"/>
                    </a:solidFill>
                  </a:rPr>
                  <a:t> </a:t>
                </a:r>
                <a:r>
                  <a:rPr lang="en-US" sz="813" dirty="0" err="1">
                    <a:solidFill>
                      <a:prstClr val="white"/>
                    </a:solidFill>
                  </a:rPr>
                  <a:t>incididunt</a:t>
                </a:r>
                <a:r>
                  <a:rPr lang="en-US" sz="813" dirty="0">
                    <a:solidFill>
                      <a:prstClr val="white"/>
                    </a:solidFill>
                  </a:rPr>
                  <a:t> </a:t>
                </a:r>
                <a:endParaRPr lang="en-US" sz="813" b="1" dirty="0">
                  <a:solidFill>
                    <a:prstClr val="white"/>
                  </a:solidFill>
                </a:endParaRPr>
              </a:p>
            </p:txBody>
          </p:sp>
        </p:grpSp>
        <p:sp>
          <p:nvSpPr>
            <p:cNvPr id="37" name="Oval 36"/>
            <p:cNvSpPr/>
            <p:nvPr/>
          </p:nvSpPr>
          <p:spPr bwMode="gray">
            <a:xfrm>
              <a:off x="2378953" y="1327048"/>
              <a:ext cx="95466" cy="95466"/>
            </a:xfrm>
            <a:prstGeom prst="ellipse">
              <a:avLst/>
            </a:prstGeom>
            <a:solidFill>
              <a:srgbClr val="00A3E0"/>
            </a:solidFill>
            <a:ln w="34925" algn="ctr">
              <a:solidFill>
                <a:srgbClr val="00A3E0"/>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endParaRPr>
            </a:p>
          </p:txBody>
        </p:sp>
      </p:grpSp>
      <p:sp>
        <p:nvSpPr>
          <p:cNvPr id="39" name="Oval 38"/>
          <p:cNvSpPr/>
          <p:nvPr/>
        </p:nvSpPr>
        <p:spPr bwMode="gray">
          <a:xfrm>
            <a:off x="4252645" y="2907804"/>
            <a:ext cx="77566" cy="77566"/>
          </a:xfrm>
          <a:prstGeom prst="ellipse">
            <a:avLst/>
          </a:prstGeom>
          <a:solidFill>
            <a:srgbClr val="009A44"/>
          </a:solidFill>
          <a:ln w="34925" algn="ctr">
            <a:solidFill>
              <a:srgbClr val="009A44"/>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Calibri Light"/>
            </a:endParaRPr>
          </a:p>
        </p:txBody>
      </p:sp>
      <p:grpSp>
        <p:nvGrpSpPr>
          <p:cNvPr id="5" name="Group 4"/>
          <p:cNvGrpSpPr/>
          <p:nvPr/>
        </p:nvGrpSpPr>
        <p:grpSpPr>
          <a:xfrm>
            <a:off x="3523716" y="4842550"/>
            <a:ext cx="5334216" cy="641104"/>
            <a:chOff x="2520253" y="5056109"/>
            <a:chExt cx="6565189" cy="789051"/>
          </a:xfrm>
        </p:grpSpPr>
        <p:grpSp>
          <p:nvGrpSpPr>
            <p:cNvPr id="224" name="Group 223"/>
            <p:cNvGrpSpPr/>
            <p:nvPr/>
          </p:nvGrpSpPr>
          <p:grpSpPr>
            <a:xfrm>
              <a:off x="2545976" y="5056109"/>
              <a:ext cx="6539466" cy="789051"/>
              <a:chOff x="2545976" y="5056109"/>
              <a:chExt cx="6539466" cy="789051"/>
            </a:xfrm>
          </p:grpSpPr>
          <p:cxnSp>
            <p:nvCxnSpPr>
              <p:cNvPr id="155" name="Straight Connector 154"/>
              <p:cNvCxnSpPr/>
              <p:nvPr/>
            </p:nvCxnSpPr>
            <p:spPr>
              <a:xfrm>
                <a:off x="2545976" y="5448910"/>
                <a:ext cx="1248784" cy="0"/>
              </a:xfrm>
              <a:prstGeom prst="line">
                <a:avLst/>
              </a:prstGeom>
              <a:noFill/>
              <a:ln w="22225" algn="ctr">
                <a:solidFill>
                  <a:schemeClr val="tx1">
                    <a:lumMod val="50000"/>
                    <a:lumOff val="50000"/>
                  </a:schemeClr>
                </a:solidFill>
                <a:prstDash val="sysDot"/>
                <a:miter lim="800000"/>
                <a:headEnd/>
                <a:tailEnd/>
              </a:ln>
            </p:spPr>
          </p:cxnSp>
          <p:grpSp>
            <p:nvGrpSpPr>
              <p:cNvPr id="21" name="Group 20"/>
              <p:cNvGrpSpPr/>
              <p:nvPr/>
            </p:nvGrpSpPr>
            <p:grpSpPr>
              <a:xfrm>
                <a:off x="3798644" y="5056109"/>
                <a:ext cx="5286798" cy="789051"/>
                <a:chOff x="3798644" y="5056109"/>
                <a:chExt cx="5286798" cy="789051"/>
              </a:xfrm>
            </p:grpSpPr>
            <p:grpSp>
              <p:nvGrpSpPr>
                <p:cNvPr id="16" name="Group 15"/>
                <p:cNvGrpSpPr/>
                <p:nvPr/>
              </p:nvGrpSpPr>
              <p:grpSpPr>
                <a:xfrm>
                  <a:off x="3798644" y="5056109"/>
                  <a:ext cx="789051" cy="789051"/>
                  <a:chOff x="5201202" y="5097900"/>
                  <a:chExt cx="919874" cy="919874"/>
                </a:xfrm>
              </p:grpSpPr>
              <p:sp>
                <p:nvSpPr>
                  <p:cNvPr id="145" name="Oval 144"/>
                  <p:cNvSpPr/>
                  <p:nvPr/>
                </p:nvSpPr>
                <p:spPr bwMode="gray">
                  <a:xfrm>
                    <a:off x="5201202" y="5097900"/>
                    <a:ext cx="919874" cy="919874"/>
                  </a:xfrm>
                  <a:prstGeom prst="ellipse">
                    <a:avLst/>
                  </a:prstGeom>
                  <a:noFill/>
                  <a:ln w="22225" algn="ctr">
                    <a:solidFill>
                      <a:schemeClr val="tx1">
                        <a:lumMod val="50000"/>
                        <a:lumOff val="50000"/>
                      </a:schemeClr>
                    </a:solidFill>
                    <a:prstDash val="sysDot"/>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endParaRPr>
                  </a:p>
                </p:txBody>
              </p:sp>
              <p:sp>
                <p:nvSpPr>
                  <p:cNvPr id="161" name="Freeform 627"/>
                  <p:cNvSpPr>
                    <a:spLocks noChangeAspect="1" noEditPoints="1"/>
                  </p:cNvSpPr>
                  <p:nvPr/>
                </p:nvSpPr>
                <p:spPr bwMode="auto">
                  <a:xfrm>
                    <a:off x="5263375" y="5160073"/>
                    <a:ext cx="795528" cy="795528"/>
                  </a:xfrm>
                  <a:custGeom>
                    <a:avLst/>
                    <a:gdLst>
                      <a:gd name="T0" fmla="*/ 330 w 512"/>
                      <a:gd name="T1" fmla="*/ 245 h 512"/>
                      <a:gd name="T2" fmla="*/ 181 w 512"/>
                      <a:gd name="T3" fmla="*/ 245 h 512"/>
                      <a:gd name="T4" fmla="*/ 181 w 512"/>
                      <a:gd name="T5" fmla="*/ 192 h 512"/>
                      <a:gd name="T6" fmla="*/ 256 w 512"/>
                      <a:gd name="T7" fmla="*/ 117 h 512"/>
                      <a:gd name="T8" fmla="*/ 330 w 512"/>
                      <a:gd name="T9" fmla="*/ 192 h 512"/>
                      <a:gd name="T10" fmla="*/ 330 w 512"/>
                      <a:gd name="T11" fmla="*/ 245 h 512"/>
                      <a:gd name="T12" fmla="*/ 160 w 512"/>
                      <a:gd name="T13" fmla="*/ 394 h 512"/>
                      <a:gd name="T14" fmla="*/ 352 w 512"/>
                      <a:gd name="T15" fmla="*/ 394 h 512"/>
                      <a:gd name="T16" fmla="*/ 352 w 512"/>
                      <a:gd name="T17" fmla="*/ 266 h 512"/>
                      <a:gd name="T18" fmla="*/ 160 w 512"/>
                      <a:gd name="T19" fmla="*/ 266 h 512"/>
                      <a:gd name="T20" fmla="*/ 160 w 512"/>
                      <a:gd name="T21" fmla="*/ 394 h 512"/>
                      <a:gd name="T22" fmla="*/ 512 w 512"/>
                      <a:gd name="T23" fmla="*/ 256 h 512"/>
                      <a:gd name="T24" fmla="*/ 256 w 512"/>
                      <a:gd name="T25" fmla="*/ 512 h 512"/>
                      <a:gd name="T26" fmla="*/ 0 w 512"/>
                      <a:gd name="T27" fmla="*/ 256 h 512"/>
                      <a:gd name="T28" fmla="*/ 256 w 512"/>
                      <a:gd name="T29" fmla="*/ 0 h 512"/>
                      <a:gd name="T30" fmla="*/ 512 w 512"/>
                      <a:gd name="T31" fmla="*/ 256 h 512"/>
                      <a:gd name="T32" fmla="*/ 373 w 512"/>
                      <a:gd name="T33" fmla="*/ 256 h 512"/>
                      <a:gd name="T34" fmla="*/ 362 w 512"/>
                      <a:gd name="T35" fmla="*/ 245 h 512"/>
                      <a:gd name="T36" fmla="*/ 352 w 512"/>
                      <a:gd name="T37" fmla="*/ 245 h 512"/>
                      <a:gd name="T38" fmla="*/ 352 w 512"/>
                      <a:gd name="T39" fmla="*/ 192 h 512"/>
                      <a:gd name="T40" fmla="*/ 256 w 512"/>
                      <a:gd name="T41" fmla="*/ 96 h 512"/>
                      <a:gd name="T42" fmla="*/ 160 w 512"/>
                      <a:gd name="T43" fmla="*/ 192 h 512"/>
                      <a:gd name="T44" fmla="*/ 160 w 512"/>
                      <a:gd name="T45" fmla="*/ 245 h 512"/>
                      <a:gd name="T46" fmla="*/ 149 w 512"/>
                      <a:gd name="T47" fmla="*/ 245 h 512"/>
                      <a:gd name="T48" fmla="*/ 138 w 512"/>
                      <a:gd name="T49" fmla="*/ 256 h 512"/>
                      <a:gd name="T50" fmla="*/ 138 w 512"/>
                      <a:gd name="T51" fmla="*/ 405 h 512"/>
                      <a:gd name="T52" fmla="*/ 149 w 512"/>
                      <a:gd name="T53" fmla="*/ 416 h 512"/>
                      <a:gd name="T54" fmla="*/ 362 w 512"/>
                      <a:gd name="T55" fmla="*/ 416 h 512"/>
                      <a:gd name="T56" fmla="*/ 373 w 512"/>
                      <a:gd name="T57" fmla="*/ 405 h 512"/>
                      <a:gd name="T58" fmla="*/ 373 w 512"/>
                      <a:gd name="T59" fmla="*/ 25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330" y="245"/>
                        </a:moveTo>
                        <a:cubicBezTo>
                          <a:pt x="181" y="245"/>
                          <a:pt x="181" y="245"/>
                          <a:pt x="181" y="245"/>
                        </a:cubicBezTo>
                        <a:cubicBezTo>
                          <a:pt x="181" y="192"/>
                          <a:pt x="181" y="192"/>
                          <a:pt x="181" y="192"/>
                        </a:cubicBezTo>
                        <a:cubicBezTo>
                          <a:pt x="181" y="150"/>
                          <a:pt x="214" y="117"/>
                          <a:pt x="256" y="117"/>
                        </a:cubicBezTo>
                        <a:cubicBezTo>
                          <a:pt x="297" y="117"/>
                          <a:pt x="330" y="150"/>
                          <a:pt x="330" y="192"/>
                        </a:cubicBezTo>
                        <a:lnTo>
                          <a:pt x="330" y="245"/>
                        </a:lnTo>
                        <a:close/>
                        <a:moveTo>
                          <a:pt x="160" y="394"/>
                        </a:moveTo>
                        <a:cubicBezTo>
                          <a:pt x="352" y="394"/>
                          <a:pt x="352" y="394"/>
                          <a:pt x="352" y="394"/>
                        </a:cubicBezTo>
                        <a:cubicBezTo>
                          <a:pt x="352" y="266"/>
                          <a:pt x="352" y="266"/>
                          <a:pt x="352" y="266"/>
                        </a:cubicBezTo>
                        <a:cubicBezTo>
                          <a:pt x="160" y="266"/>
                          <a:pt x="160" y="266"/>
                          <a:pt x="160" y="266"/>
                        </a:cubicBezTo>
                        <a:lnTo>
                          <a:pt x="160"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256"/>
                        </a:moveTo>
                        <a:cubicBezTo>
                          <a:pt x="373" y="250"/>
                          <a:pt x="368" y="245"/>
                          <a:pt x="362" y="245"/>
                        </a:cubicBezTo>
                        <a:cubicBezTo>
                          <a:pt x="352" y="245"/>
                          <a:pt x="352" y="245"/>
                          <a:pt x="352" y="245"/>
                        </a:cubicBezTo>
                        <a:cubicBezTo>
                          <a:pt x="352" y="192"/>
                          <a:pt x="352" y="192"/>
                          <a:pt x="352" y="192"/>
                        </a:cubicBezTo>
                        <a:cubicBezTo>
                          <a:pt x="352" y="139"/>
                          <a:pt x="309" y="96"/>
                          <a:pt x="256" y="96"/>
                        </a:cubicBezTo>
                        <a:cubicBezTo>
                          <a:pt x="203" y="96"/>
                          <a:pt x="160" y="139"/>
                          <a:pt x="160" y="192"/>
                        </a:cubicBezTo>
                        <a:cubicBezTo>
                          <a:pt x="160" y="245"/>
                          <a:pt x="160" y="245"/>
                          <a:pt x="160" y="245"/>
                        </a:cubicBezTo>
                        <a:cubicBezTo>
                          <a:pt x="149" y="245"/>
                          <a:pt x="149" y="245"/>
                          <a:pt x="149" y="245"/>
                        </a:cubicBezTo>
                        <a:cubicBezTo>
                          <a:pt x="143" y="245"/>
                          <a:pt x="138" y="250"/>
                          <a:pt x="138" y="25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256"/>
                        </a:lnTo>
                        <a:close/>
                      </a:path>
                    </a:pathLst>
                  </a:custGeom>
                  <a:solidFill>
                    <a:srgbClr val="0076A8"/>
                  </a:solidFill>
                  <a:ln>
                    <a:noFill/>
                  </a:ln>
                </p:spPr>
                <p:txBody>
                  <a:bodyPr vert="horz" wrap="square" lIns="74295" tIns="37148" rIns="74295" bIns="37148" numCol="1" anchor="t" anchorCtr="0" compatLnSpc="1">
                    <a:prstTxWarp prst="textNoShape">
                      <a:avLst/>
                    </a:prstTxWarp>
                  </a:bodyPr>
                  <a:lstStyle/>
                  <a:p>
                    <a:pPr defTabSz="742969">
                      <a:defRPr/>
                    </a:pPr>
                    <a:endParaRPr lang="en-GB" sz="1463">
                      <a:solidFill>
                        <a:prstClr val="black"/>
                      </a:solidFill>
                    </a:endParaRPr>
                  </a:p>
                </p:txBody>
              </p:sp>
            </p:grpSp>
            <p:sp>
              <p:nvSpPr>
                <p:cNvPr id="55" name="Rectangle 54"/>
                <p:cNvSpPr/>
                <p:nvPr/>
              </p:nvSpPr>
              <p:spPr>
                <a:xfrm>
                  <a:off x="4946904" y="5094967"/>
                  <a:ext cx="4138538" cy="698653"/>
                </a:xfrm>
                <a:prstGeom prst="rect">
                  <a:avLst/>
                </a:prstGeom>
              </p:spPr>
              <p:txBody>
                <a:bodyPr wrap="square">
                  <a:spAutoFit/>
                </a:bodyPr>
                <a:lstStyle/>
                <a:p>
                  <a:pPr defTabSz="742969">
                    <a:defRPr/>
                  </a:pPr>
                  <a:r>
                    <a:rPr lang="en-US" sz="1463" b="1" dirty="0">
                      <a:solidFill>
                        <a:srgbClr val="00A3E0"/>
                      </a:solidFill>
                    </a:rPr>
                    <a:t>Lorem ipsum</a:t>
                  </a:r>
                </a:p>
                <a:p>
                  <a:pPr defTabSz="742969">
                    <a:defRPr/>
                  </a:pPr>
                  <a:r>
                    <a:rPr lang="en-US" sz="813" dirty="0">
                      <a:solidFill>
                        <a:prstClr val="white"/>
                      </a:solidFill>
                    </a:rPr>
                    <a:t>"Lorem ipsum dolor sit </a:t>
                  </a:r>
                  <a:r>
                    <a:rPr lang="en-US" sz="813" dirty="0" err="1">
                      <a:solidFill>
                        <a:prstClr val="white"/>
                      </a:solidFill>
                    </a:rPr>
                    <a:t>amet</a:t>
                  </a:r>
                  <a:r>
                    <a:rPr lang="en-US" sz="813" dirty="0">
                      <a:solidFill>
                        <a:prstClr val="white"/>
                      </a:solidFill>
                    </a:rPr>
                    <a:t>, </a:t>
                  </a:r>
                  <a:r>
                    <a:rPr lang="en-US" sz="813" dirty="0" err="1">
                      <a:solidFill>
                        <a:prstClr val="white"/>
                      </a:solidFill>
                    </a:rPr>
                    <a:t>consectetur</a:t>
                  </a:r>
                  <a:r>
                    <a:rPr lang="en-US" sz="813" dirty="0">
                      <a:solidFill>
                        <a:prstClr val="white"/>
                      </a:solidFill>
                    </a:rPr>
                    <a:t> </a:t>
                  </a:r>
                  <a:r>
                    <a:rPr lang="en-US" sz="813" dirty="0" err="1">
                      <a:solidFill>
                        <a:prstClr val="white"/>
                      </a:solidFill>
                    </a:rPr>
                    <a:t>adipiscing</a:t>
                  </a:r>
                  <a:r>
                    <a:rPr lang="en-US" sz="813" dirty="0">
                      <a:solidFill>
                        <a:prstClr val="white"/>
                      </a:solidFill>
                    </a:rPr>
                    <a:t> </a:t>
                  </a:r>
                  <a:r>
                    <a:rPr lang="en-US" sz="813" dirty="0" err="1">
                      <a:solidFill>
                        <a:prstClr val="white"/>
                      </a:solidFill>
                    </a:rPr>
                    <a:t>elit</a:t>
                  </a:r>
                  <a:r>
                    <a:rPr lang="en-US" sz="813" dirty="0">
                      <a:solidFill>
                        <a:prstClr val="white"/>
                      </a:solidFill>
                    </a:rPr>
                    <a:t>, </a:t>
                  </a:r>
                  <a:r>
                    <a:rPr lang="en-US" sz="813" dirty="0" err="1">
                      <a:solidFill>
                        <a:prstClr val="white"/>
                      </a:solidFill>
                    </a:rPr>
                    <a:t>sed</a:t>
                  </a:r>
                  <a:r>
                    <a:rPr lang="en-US" sz="813" dirty="0">
                      <a:solidFill>
                        <a:prstClr val="white"/>
                      </a:solidFill>
                    </a:rPr>
                    <a:t> do </a:t>
                  </a:r>
                  <a:r>
                    <a:rPr lang="en-US" sz="813" dirty="0" err="1">
                      <a:solidFill>
                        <a:prstClr val="white"/>
                      </a:solidFill>
                    </a:rPr>
                    <a:t>eiusmod</a:t>
                  </a:r>
                  <a:r>
                    <a:rPr lang="en-US" sz="813" dirty="0">
                      <a:solidFill>
                        <a:prstClr val="white"/>
                      </a:solidFill>
                    </a:rPr>
                    <a:t> </a:t>
                  </a:r>
                  <a:r>
                    <a:rPr lang="en-US" sz="813" dirty="0" err="1">
                      <a:solidFill>
                        <a:prstClr val="white"/>
                      </a:solidFill>
                    </a:rPr>
                    <a:t>tempor</a:t>
                  </a:r>
                  <a:r>
                    <a:rPr lang="en-US" sz="813" dirty="0">
                      <a:solidFill>
                        <a:prstClr val="white"/>
                      </a:solidFill>
                    </a:rPr>
                    <a:t> </a:t>
                  </a:r>
                  <a:r>
                    <a:rPr lang="en-US" sz="813" dirty="0" err="1">
                      <a:solidFill>
                        <a:prstClr val="white"/>
                      </a:solidFill>
                    </a:rPr>
                    <a:t>incididunt</a:t>
                  </a:r>
                  <a:r>
                    <a:rPr lang="en-US" sz="813" dirty="0">
                      <a:solidFill>
                        <a:prstClr val="white"/>
                      </a:solidFill>
                    </a:rPr>
                    <a:t> </a:t>
                  </a:r>
                  <a:endParaRPr lang="en-US" sz="813" b="1" dirty="0">
                    <a:solidFill>
                      <a:prstClr val="white"/>
                    </a:solidFill>
                  </a:endParaRPr>
                </a:p>
              </p:txBody>
            </p:sp>
          </p:grpSp>
        </p:grpSp>
        <p:sp>
          <p:nvSpPr>
            <p:cNvPr id="42" name="Oval 41"/>
            <p:cNvSpPr/>
            <p:nvPr/>
          </p:nvSpPr>
          <p:spPr bwMode="gray">
            <a:xfrm>
              <a:off x="2520253" y="5401177"/>
              <a:ext cx="95466" cy="95466"/>
            </a:xfrm>
            <a:prstGeom prst="ellipse">
              <a:avLst/>
            </a:prstGeom>
            <a:solidFill>
              <a:srgbClr val="0076A8"/>
            </a:solidFill>
            <a:ln w="34925" algn="ctr">
              <a:solidFill>
                <a:srgbClr val="0076A8"/>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endParaRPr>
            </a:p>
          </p:txBody>
        </p:sp>
      </p:grpSp>
      <p:sp>
        <p:nvSpPr>
          <p:cNvPr id="8" name="Title 7">
            <a:extLst>
              <a:ext uri="{FF2B5EF4-FFF2-40B4-BE49-F238E27FC236}">
                <a16:creationId xmlns:a16="http://schemas.microsoft.com/office/drawing/2014/main" id="{C0A463EA-FF10-0040-B5BA-FAA2A4673D30}"/>
              </a:ext>
            </a:extLst>
          </p:cNvPr>
          <p:cNvSpPr>
            <a:spLocks noGrp="1"/>
          </p:cNvSpPr>
          <p:nvPr>
            <p:ph type="title"/>
          </p:nvPr>
        </p:nvSpPr>
        <p:spPr/>
        <p:txBody>
          <a:bodyPr/>
          <a:lstStyle/>
          <a:p>
            <a:r>
              <a:rPr lang="en-US" dirty="0"/>
              <a:t>Circular network</a:t>
            </a:r>
          </a:p>
        </p:txBody>
      </p:sp>
    </p:spTree>
    <p:extLst>
      <p:ext uri="{BB962C8B-B14F-4D97-AF65-F5344CB8AC3E}">
        <p14:creationId xmlns:p14="http://schemas.microsoft.com/office/powerpoint/2010/main" val="4133680269"/>
      </p:ext>
    </p:extLst>
  </p:cSld>
  <p:clrMapOvr>
    <a:masterClrMapping/>
  </p:clrMapOvr>
  <p:transition>
    <p:fade/>
  </p:transition>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p:nvPr/>
        </p:nvCxnSpPr>
        <p:spPr>
          <a:xfrm>
            <a:off x="4953000" y="3191406"/>
            <a:ext cx="0" cy="6129337"/>
          </a:xfrm>
          <a:prstGeom prst="line">
            <a:avLst/>
          </a:prstGeom>
          <a:ln w="19050">
            <a:noFill/>
          </a:ln>
        </p:spPr>
        <p:style>
          <a:lnRef idx="1">
            <a:schemeClr val="dk1"/>
          </a:lnRef>
          <a:fillRef idx="0">
            <a:schemeClr val="dk1"/>
          </a:fillRef>
          <a:effectRef idx="0">
            <a:schemeClr val="dk1"/>
          </a:effectRef>
          <a:fontRef idx="minor">
            <a:schemeClr val="tx1"/>
          </a:fontRef>
        </p:style>
      </p:cxnSp>
      <p:grpSp>
        <p:nvGrpSpPr>
          <p:cNvPr id="2" name="Group 1"/>
          <p:cNvGrpSpPr/>
          <p:nvPr/>
        </p:nvGrpSpPr>
        <p:grpSpPr>
          <a:xfrm>
            <a:off x="1852106" y="1265878"/>
            <a:ext cx="6540854" cy="4657174"/>
            <a:chOff x="755515" y="766692"/>
            <a:chExt cx="8050282" cy="5731907"/>
          </a:xfrm>
        </p:grpSpPr>
        <p:grpSp>
          <p:nvGrpSpPr>
            <p:cNvPr id="19" name="Group 18"/>
            <p:cNvGrpSpPr/>
            <p:nvPr/>
          </p:nvGrpSpPr>
          <p:grpSpPr>
            <a:xfrm>
              <a:off x="958366" y="982450"/>
              <a:ext cx="7847431" cy="5435880"/>
              <a:chOff x="958366" y="982450"/>
              <a:chExt cx="7847431" cy="5435880"/>
            </a:xfrm>
          </p:grpSpPr>
          <p:sp>
            <p:nvSpPr>
              <p:cNvPr id="10" name="Oval 9"/>
              <p:cNvSpPr/>
              <p:nvPr/>
            </p:nvSpPr>
            <p:spPr bwMode="gray">
              <a:xfrm>
                <a:off x="3601232" y="1032891"/>
                <a:ext cx="5204565" cy="5204565"/>
              </a:xfrm>
              <a:prstGeom prst="ellipse">
                <a:avLst/>
              </a:prstGeom>
              <a:noFill/>
              <a:ln w="31750" algn="ctr">
                <a:solidFill>
                  <a:schemeClr val="tx1"/>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11" name="Rectangle 10"/>
              <p:cNvSpPr/>
              <p:nvPr/>
            </p:nvSpPr>
            <p:spPr bwMode="gray">
              <a:xfrm>
                <a:off x="958366" y="982450"/>
                <a:ext cx="5060516" cy="5435880"/>
              </a:xfrm>
              <a:prstGeom prst="rect">
                <a:avLst/>
              </a:prstGeom>
              <a:solidFill>
                <a:schemeClr val="bg1"/>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sp>
          <p:nvSpPr>
            <p:cNvPr id="67" name="Rectangle 66"/>
            <p:cNvSpPr/>
            <p:nvPr/>
          </p:nvSpPr>
          <p:spPr>
            <a:xfrm>
              <a:off x="4832745" y="2901658"/>
              <a:ext cx="3061164" cy="1652839"/>
            </a:xfrm>
            <a:prstGeom prst="rect">
              <a:avLst/>
            </a:prstGeom>
          </p:spPr>
          <p:txBody>
            <a:bodyPr wrap="square">
              <a:spAutoFit/>
            </a:bodyPr>
            <a:lstStyle/>
            <a:p>
              <a:pPr defTabSz="742969">
                <a:defRPr/>
              </a:pPr>
              <a:r>
                <a:rPr lang="en-US" sz="2275" b="1" dirty="0">
                  <a:solidFill>
                    <a:prstClr val="black"/>
                  </a:solidFill>
                  <a:latin typeface="Aptos" panose="020B0004020202020204" pitchFamily="34" charset="0"/>
                </a:rPr>
                <a:t>Lorem ipsum</a:t>
              </a:r>
            </a:p>
            <a:p>
              <a:pPr defTabSz="742969">
                <a:defRPr/>
              </a:pPr>
              <a:r>
                <a:rPr lang="en-US" sz="1463" dirty="0">
                  <a:solidFill>
                    <a:srgbClr val="000000"/>
                  </a:solidFill>
                  <a:latin typeface="Aptos" panose="020B0004020202020204" pitchFamily="34" charset="0"/>
                </a:rPr>
                <a:t>Lorem ipsum dolor sit </a:t>
              </a:r>
              <a:r>
                <a:rPr lang="en-US" sz="1463" dirty="0" err="1">
                  <a:solidFill>
                    <a:srgbClr val="000000"/>
                  </a:solidFill>
                  <a:latin typeface="Aptos" panose="020B0004020202020204" pitchFamily="34" charset="0"/>
                </a:rPr>
                <a:t>amet</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consectetur</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adipiscing</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elit</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sed</a:t>
              </a:r>
              <a:r>
                <a:rPr lang="en-US" sz="1463" dirty="0">
                  <a:solidFill>
                    <a:srgbClr val="000000"/>
                  </a:solidFill>
                  <a:latin typeface="Aptos" panose="020B0004020202020204" pitchFamily="34" charset="0"/>
                </a:rPr>
                <a:t> do</a:t>
              </a:r>
              <a:endParaRPr lang="en-US" sz="2275" b="1" dirty="0">
                <a:solidFill>
                  <a:prstClr val="black"/>
                </a:solidFill>
                <a:latin typeface="Aptos" panose="020B0004020202020204" pitchFamily="34" charset="0"/>
              </a:endParaRPr>
            </a:p>
            <a:p>
              <a:pPr defTabSz="742969">
                <a:defRPr/>
              </a:pPr>
              <a:endParaRPr lang="en-US" sz="1463" b="1" dirty="0">
                <a:solidFill>
                  <a:prstClr val="black"/>
                </a:solidFill>
                <a:latin typeface="Aptos" panose="020B0004020202020204" pitchFamily="34" charset="0"/>
              </a:endParaRPr>
            </a:p>
          </p:txBody>
        </p:sp>
        <p:grpSp>
          <p:nvGrpSpPr>
            <p:cNvPr id="15" name="Group 14"/>
            <p:cNvGrpSpPr/>
            <p:nvPr/>
          </p:nvGrpSpPr>
          <p:grpSpPr>
            <a:xfrm>
              <a:off x="3198310" y="766692"/>
              <a:ext cx="2908129" cy="553998"/>
              <a:chOff x="3198310" y="766692"/>
              <a:chExt cx="2908129" cy="553998"/>
            </a:xfrm>
          </p:grpSpPr>
          <p:sp>
            <p:nvSpPr>
              <p:cNvPr id="12" name="Rectangle 11"/>
              <p:cNvSpPr/>
              <p:nvPr/>
            </p:nvSpPr>
            <p:spPr bwMode="gray">
              <a:xfrm>
                <a:off x="3942427" y="841716"/>
                <a:ext cx="2164012" cy="403951"/>
              </a:xfrm>
              <a:prstGeom prst="rect">
                <a:avLst/>
              </a:prstGeom>
              <a:solidFill>
                <a:srgbClr val="43B02A"/>
              </a:solidFill>
              <a:ln w="19050" algn="ctr">
                <a:noFill/>
                <a:miter lim="800000"/>
                <a:headEnd/>
                <a:tailEnd/>
              </a:ln>
            </p:spPr>
            <p:txBody>
              <a:bodyPr wrap="square" lIns="72231" tIns="72231" rIns="72231" bIns="72231" rtlCol="0" anchor="ctr"/>
              <a:lstStyle/>
              <a:p>
                <a:pPr algn="ctr" defTabSz="742969">
                  <a:defRPr/>
                </a:pPr>
                <a:r>
                  <a:rPr lang="en-US" sz="1300" b="1" dirty="0">
                    <a:latin typeface="Aptos" panose="020B0004020202020204" pitchFamily="34" charset="0"/>
                  </a:rPr>
                  <a:t>Lorem ipsum</a:t>
                </a:r>
              </a:p>
            </p:txBody>
          </p:sp>
          <p:sp>
            <p:nvSpPr>
              <p:cNvPr id="13" name="TextBox 12"/>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Aptos" panose="020B0004020202020204" pitchFamily="34" charset="0"/>
                  </a:rPr>
                  <a:t>01</a:t>
                </a:r>
              </a:p>
            </p:txBody>
          </p:sp>
        </p:grpSp>
        <p:grpSp>
          <p:nvGrpSpPr>
            <p:cNvPr id="73" name="Group 72"/>
            <p:cNvGrpSpPr/>
            <p:nvPr/>
          </p:nvGrpSpPr>
          <p:grpSpPr>
            <a:xfrm>
              <a:off x="1335891" y="1802274"/>
              <a:ext cx="2908129" cy="553998"/>
              <a:chOff x="3198310" y="766692"/>
              <a:chExt cx="2908129" cy="553998"/>
            </a:xfrm>
          </p:grpSpPr>
          <p:sp>
            <p:nvSpPr>
              <p:cNvPr id="74" name="Rectangle 73"/>
              <p:cNvSpPr/>
              <p:nvPr/>
            </p:nvSpPr>
            <p:spPr bwMode="gray">
              <a:xfrm>
                <a:off x="3942427" y="841716"/>
                <a:ext cx="2164012" cy="403951"/>
              </a:xfrm>
              <a:prstGeom prst="rect">
                <a:avLst/>
              </a:prstGeom>
              <a:solidFill>
                <a:srgbClr val="009A44"/>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75" name="TextBox 74"/>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Aptos" panose="020B0004020202020204" pitchFamily="34" charset="0"/>
                  </a:rPr>
                  <a:t>02</a:t>
                </a:r>
              </a:p>
            </p:txBody>
          </p:sp>
        </p:grpSp>
        <p:grpSp>
          <p:nvGrpSpPr>
            <p:cNvPr id="78" name="Group 77"/>
            <p:cNvGrpSpPr/>
            <p:nvPr/>
          </p:nvGrpSpPr>
          <p:grpSpPr>
            <a:xfrm>
              <a:off x="795408" y="2837856"/>
              <a:ext cx="2908129" cy="553998"/>
              <a:chOff x="3198310" y="766692"/>
              <a:chExt cx="2908129" cy="553998"/>
            </a:xfrm>
          </p:grpSpPr>
          <p:sp>
            <p:nvSpPr>
              <p:cNvPr id="79" name="Rectangle 78"/>
              <p:cNvSpPr/>
              <p:nvPr/>
            </p:nvSpPr>
            <p:spPr bwMode="gray">
              <a:xfrm>
                <a:off x="3942427" y="841716"/>
                <a:ext cx="2164012" cy="403951"/>
              </a:xfrm>
              <a:prstGeom prst="rect">
                <a:avLst/>
              </a:prstGeom>
              <a:solidFill>
                <a:srgbClr val="0097A9"/>
              </a:solidFill>
              <a:ln w="19050" algn="ctr">
                <a:noFill/>
                <a:miter lim="800000"/>
                <a:headEnd/>
                <a:tailEnd/>
              </a:ln>
            </p:spPr>
            <p:txBody>
              <a:bodyPr wrap="square" lIns="72231" tIns="72231" rIns="72231" bIns="72231" rtlCol="0" anchor="ctr"/>
              <a:lstStyle/>
              <a:p>
                <a:pPr algn="ctr" defTabSz="742969">
                  <a:defRPr/>
                </a:pPr>
                <a:r>
                  <a:rPr lang="en-US" sz="1300" b="1" dirty="0">
                    <a:solidFill>
                      <a:schemeClr val="bg1"/>
                    </a:solidFill>
                    <a:latin typeface="Aptos" panose="020B0004020202020204" pitchFamily="34" charset="0"/>
                  </a:rPr>
                  <a:t>Lorem ipsum</a:t>
                </a:r>
              </a:p>
            </p:txBody>
          </p:sp>
          <p:sp>
            <p:nvSpPr>
              <p:cNvPr id="80" name="TextBox 79"/>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Aptos" panose="020B0004020202020204" pitchFamily="34" charset="0"/>
                  </a:rPr>
                  <a:t>03</a:t>
                </a:r>
              </a:p>
            </p:txBody>
          </p:sp>
        </p:grpSp>
        <p:grpSp>
          <p:nvGrpSpPr>
            <p:cNvPr id="83" name="Group 82"/>
            <p:cNvGrpSpPr/>
            <p:nvPr/>
          </p:nvGrpSpPr>
          <p:grpSpPr>
            <a:xfrm>
              <a:off x="755515" y="3873438"/>
              <a:ext cx="2908129" cy="553998"/>
              <a:chOff x="3198310" y="766692"/>
              <a:chExt cx="2908129" cy="553998"/>
            </a:xfrm>
          </p:grpSpPr>
          <p:sp>
            <p:nvSpPr>
              <p:cNvPr id="84" name="Rectangle 83"/>
              <p:cNvSpPr/>
              <p:nvPr/>
            </p:nvSpPr>
            <p:spPr bwMode="gray">
              <a:xfrm>
                <a:off x="3942427" y="841716"/>
                <a:ext cx="2164012" cy="403951"/>
              </a:xfrm>
              <a:prstGeom prst="rect">
                <a:avLst/>
              </a:prstGeom>
              <a:solidFill>
                <a:srgbClr val="007680"/>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85" name="TextBox 84"/>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Aptos" panose="020B0004020202020204" pitchFamily="34" charset="0"/>
                  </a:rPr>
                  <a:t>04</a:t>
                </a:r>
              </a:p>
            </p:txBody>
          </p:sp>
        </p:grpSp>
        <p:grpSp>
          <p:nvGrpSpPr>
            <p:cNvPr id="88" name="Group 87"/>
            <p:cNvGrpSpPr/>
            <p:nvPr/>
          </p:nvGrpSpPr>
          <p:grpSpPr>
            <a:xfrm>
              <a:off x="1330866" y="4909020"/>
              <a:ext cx="2908129" cy="553998"/>
              <a:chOff x="3198310" y="766692"/>
              <a:chExt cx="2908129" cy="553998"/>
            </a:xfrm>
          </p:grpSpPr>
          <p:sp>
            <p:nvSpPr>
              <p:cNvPr id="89" name="Rectangle 88"/>
              <p:cNvSpPr/>
              <p:nvPr/>
            </p:nvSpPr>
            <p:spPr bwMode="gray">
              <a:xfrm>
                <a:off x="3942427" y="841716"/>
                <a:ext cx="2164012" cy="403951"/>
              </a:xfrm>
              <a:prstGeom prst="rect">
                <a:avLst/>
              </a:prstGeom>
              <a:solidFill>
                <a:srgbClr val="004F59"/>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90" name="TextBox 89"/>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Aptos" panose="020B0004020202020204" pitchFamily="34" charset="0"/>
                  </a:rPr>
                  <a:t>05</a:t>
                </a:r>
              </a:p>
            </p:txBody>
          </p:sp>
        </p:grpSp>
        <p:grpSp>
          <p:nvGrpSpPr>
            <p:cNvPr id="93" name="Group 92"/>
            <p:cNvGrpSpPr/>
            <p:nvPr/>
          </p:nvGrpSpPr>
          <p:grpSpPr>
            <a:xfrm>
              <a:off x="3200400" y="5944601"/>
              <a:ext cx="2908129" cy="553998"/>
              <a:chOff x="3198310" y="766692"/>
              <a:chExt cx="2908129" cy="553998"/>
            </a:xfrm>
          </p:grpSpPr>
          <p:sp>
            <p:nvSpPr>
              <p:cNvPr id="94" name="Rectangle 93"/>
              <p:cNvSpPr/>
              <p:nvPr/>
            </p:nvSpPr>
            <p:spPr bwMode="gray">
              <a:xfrm>
                <a:off x="3942427" y="841716"/>
                <a:ext cx="2164012" cy="403951"/>
              </a:xfrm>
              <a:prstGeom prst="rect">
                <a:avLst/>
              </a:prstGeom>
              <a:solidFill>
                <a:srgbClr val="005587"/>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95" name="TextBox 94"/>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Aptos" panose="020B0004020202020204" pitchFamily="34" charset="0"/>
                  </a:rPr>
                  <a:t>06</a:t>
                </a:r>
              </a:p>
            </p:txBody>
          </p:sp>
        </p:grpSp>
      </p:grpSp>
      <p:sp>
        <p:nvSpPr>
          <p:cNvPr id="3" name="Title 2">
            <a:extLst>
              <a:ext uri="{FF2B5EF4-FFF2-40B4-BE49-F238E27FC236}">
                <a16:creationId xmlns:a16="http://schemas.microsoft.com/office/drawing/2014/main" id="{EEAA250B-A54C-A946-91CE-1FCEFCB36B02}"/>
              </a:ext>
            </a:extLst>
          </p:cNvPr>
          <p:cNvSpPr>
            <a:spLocks noGrp="1"/>
          </p:cNvSpPr>
          <p:nvPr>
            <p:ph type="title"/>
          </p:nvPr>
        </p:nvSpPr>
        <p:spPr/>
        <p:txBody>
          <a:bodyPr/>
          <a:lstStyle/>
          <a:p>
            <a:r>
              <a:rPr lang="en-US" dirty="0"/>
              <a:t>Circular network numbered</a:t>
            </a:r>
          </a:p>
        </p:txBody>
      </p:sp>
    </p:spTree>
    <p:extLst>
      <p:ext uri="{BB962C8B-B14F-4D97-AF65-F5344CB8AC3E}">
        <p14:creationId xmlns:p14="http://schemas.microsoft.com/office/powerpoint/2010/main" val="2144661641"/>
      </p:ext>
    </p:extLst>
  </p:cSld>
  <p:clrMapOvr>
    <a:masterClrMapping/>
  </p:clrMapOvr>
  <p:transition>
    <p:fade/>
  </p:transition>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9"/>
          <p:cNvSpPr/>
          <p:nvPr/>
        </p:nvSpPr>
        <p:spPr bwMode="gray">
          <a:xfrm>
            <a:off x="4164255" y="1482164"/>
            <a:ext cx="4228709" cy="4228709"/>
          </a:xfrm>
          <a:prstGeom prst="ellipse">
            <a:avLst/>
          </a:prstGeom>
          <a:noFill/>
          <a:ln w="31750" algn="ctr">
            <a:solidFill>
              <a:schemeClr val="tx1"/>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sp>
        <p:nvSpPr>
          <p:cNvPr id="26" name="Rectangle 25">
            <a:extLst>
              <a:ext uri="{FF2B5EF4-FFF2-40B4-BE49-F238E27FC236}">
                <a16:creationId xmlns:a16="http://schemas.microsoft.com/office/drawing/2014/main" id="{7A152C4D-26C5-4FF3-9076-51C9516C1EFF}"/>
              </a:ext>
            </a:extLst>
          </p:cNvPr>
          <p:cNvSpPr/>
          <p:nvPr/>
        </p:nvSpPr>
        <p:spPr bwMode="gray">
          <a:xfrm>
            <a:off x="2016923" y="1441182"/>
            <a:ext cx="4111669" cy="4416653"/>
          </a:xfrm>
          <a:prstGeom prst="rect">
            <a:avLst/>
          </a:prstGeom>
          <a:solidFill>
            <a:schemeClr val="bg1"/>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cxnSp>
        <p:nvCxnSpPr>
          <p:cNvPr id="9" name="Straight Connector 8"/>
          <p:cNvCxnSpPr/>
          <p:nvPr/>
        </p:nvCxnSpPr>
        <p:spPr>
          <a:xfrm>
            <a:off x="4953000" y="3191406"/>
            <a:ext cx="0" cy="6129337"/>
          </a:xfrm>
          <a:prstGeom prst="line">
            <a:avLst/>
          </a:prstGeom>
          <a:ln w="19050">
            <a:noFill/>
          </a:ln>
        </p:spPr>
        <p:style>
          <a:lnRef idx="1">
            <a:schemeClr val="dk1"/>
          </a:lnRef>
          <a:fillRef idx="0">
            <a:schemeClr val="dk1"/>
          </a:fillRef>
          <a:effectRef idx="0">
            <a:schemeClr val="dk1"/>
          </a:effectRef>
          <a:fontRef idx="minor">
            <a:schemeClr val="tx1"/>
          </a:fontRef>
        </p:style>
      </p:cxnSp>
      <p:sp>
        <p:nvSpPr>
          <p:cNvPr id="67" name="Rectangle 66"/>
          <p:cNvSpPr/>
          <p:nvPr/>
        </p:nvSpPr>
        <p:spPr>
          <a:xfrm>
            <a:off x="5164855" y="3000537"/>
            <a:ext cx="2487196" cy="1342932"/>
          </a:xfrm>
          <a:prstGeom prst="rect">
            <a:avLst/>
          </a:prstGeom>
        </p:spPr>
        <p:txBody>
          <a:bodyPr wrap="square">
            <a:spAutoFit/>
          </a:bodyPr>
          <a:lstStyle/>
          <a:p>
            <a:pPr defTabSz="742969">
              <a:defRPr/>
            </a:pPr>
            <a:r>
              <a:rPr lang="en-US" sz="2275" b="1" dirty="0">
                <a:solidFill>
                  <a:prstClr val="white"/>
                </a:solidFill>
                <a:latin typeface="Aptos" panose="020B0004020202020204" pitchFamily="34" charset="0"/>
              </a:rPr>
              <a:t>Lorem ipsum</a:t>
            </a:r>
          </a:p>
          <a:p>
            <a:pPr defTabSz="742969">
              <a:defRPr/>
            </a:pPr>
            <a:r>
              <a:rPr lang="en-US" sz="1463" dirty="0">
                <a:solidFill>
                  <a:prstClr val="white"/>
                </a:solidFill>
                <a:latin typeface="Aptos" panose="020B0004020202020204" pitchFamily="34" charset="0"/>
              </a:rPr>
              <a:t>Lorem ipsum dolor sit </a:t>
            </a:r>
            <a:r>
              <a:rPr lang="en-US" sz="1463" dirty="0" err="1">
                <a:solidFill>
                  <a:prstClr val="white"/>
                </a:solidFill>
                <a:latin typeface="Aptos" panose="020B0004020202020204" pitchFamily="34" charset="0"/>
              </a:rPr>
              <a:t>amet</a:t>
            </a:r>
            <a:r>
              <a:rPr lang="en-US" sz="1463" dirty="0">
                <a:solidFill>
                  <a:prstClr val="white"/>
                </a:solidFill>
                <a:latin typeface="Aptos" panose="020B0004020202020204" pitchFamily="34" charset="0"/>
              </a:rPr>
              <a:t>, </a:t>
            </a:r>
            <a:r>
              <a:rPr lang="en-US" sz="1463" dirty="0" err="1">
                <a:solidFill>
                  <a:prstClr val="white"/>
                </a:solidFill>
                <a:latin typeface="Aptos" panose="020B0004020202020204" pitchFamily="34" charset="0"/>
              </a:rPr>
              <a:t>consectetur</a:t>
            </a:r>
            <a:r>
              <a:rPr lang="en-US" sz="1463" dirty="0">
                <a:solidFill>
                  <a:prstClr val="white"/>
                </a:solidFill>
                <a:latin typeface="Aptos" panose="020B0004020202020204" pitchFamily="34" charset="0"/>
              </a:rPr>
              <a:t> </a:t>
            </a:r>
            <a:r>
              <a:rPr lang="en-US" sz="1463" dirty="0" err="1">
                <a:solidFill>
                  <a:prstClr val="white"/>
                </a:solidFill>
                <a:latin typeface="Aptos" panose="020B0004020202020204" pitchFamily="34" charset="0"/>
              </a:rPr>
              <a:t>adipiscing</a:t>
            </a:r>
            <a:r>
              <a:rPr lang="en-US" sz="1463" dirty="0">
                <a:solidFill>
                  <a:prstClr val="white"/>
                </a:solidFill>
                <a:latin typeface="Aptos" panose="020B0004020202020204" pitchFamily="34" charset="0"/>
              </a:rPr>
              <a:t> </a:t>
            </a:r>
            <a:r>
              <a:rPr lang="en-US" sz="1463" dirty="0" err="1">
                <a:solidFill>
                  <a:prstClr val="white"/>
                </a:solidFill>
                <a:latin typeface="Aptos" panose="020B0004020202020204" pitchFamily="34" charset="0"/>
              </a:rPr>
              <a:t>elit</a:t>
            </a:r>
            <a:r>
              <a:rPr lang="en-US" sz="1463" dirty="0">
                <a:solidFill>
                  <a:prstClr val="white"/>
                </a:solidFill>
                <a:latin typeface="Aptos" panose="020B0004020202020204" pitchFamily="34" charset="0"/>
              </a:rPr>
              <a:t>, </a:t>
            </a:r>
            <a:r>
              <a:rPr lang="en-US" sz="1463" dirty="0" err="1">
                <a:solidFill>
                  <a:prstClr val="white"/>
                </a:solidFill>
                <a:latin typeface="Aptos" panose="020B0004020202020204" pitchFamily="34" charset="0"/>
              </a:rPr>
              <a:t>sed</a:t>
            </a:r>
            <a:r>
              <a:rPr lang="en-US" sz="1463" dirty="0">
                <a:solidFill>
                  <a:prstClr val="white"/>
                </a:solidFill>
                <a:latin typeface="Aptos" panose="020B0004020202020204" pitchFamily="34" charset="0"/>
              </a:rPr>
              <a:t> do</a:t>
            </a:r>
            <a:endParaRPr lang="en-US" sz="2275" b="1" dirty="0">
              <a:solidFill>
                <a:prstClr val="white"/>
              </a:solidFill>
              <a:latin typeface="Aptos" panose="020B0004020202020204" pitchFamily="34" charset="0"/>
            </a:endParaRPr>
          </a:p>
          <a:p>
            <a:pPr defTabSz="742969">
              <a:defRPr/>
            </a:pPr>
            <a:endParaRPr lang="en-US" sz="1463" b="1" dirty="0">
              <a:solidFill>
                <a:prstClr val="white"/>
              </a:solidFill>
              <a:latin typeface="Aptos" panose="020B0004020202020204" pitchFamily="34" charset="0"/>
            </a:endParaRPr>
          </a:p>
        </p:txBody>
      </p:sp>
      <p:grpSp>
        <p:nvGrpSpPr>
          <p:cNvPr id="15" name="Group 14"/>
          <p:cNvGrpSpPr/>
          <p:nvPr/>
        </p:nvGrpSpPr>
        <p:grpSpPr>
          <a:xfrm>
            <a:off x="3836880" y="1265875"/>
            <a:ext cx="2362855" cy="450123"/>
            <a:chOff x="3198310" y="766692"/>
            <a:chExt cx="2908129" cy="553998"/>
          </a:xfrm>
        </p:grpSpPr>
        <p:sp>
          <p:nvSpPr>
            <p:cNvPr id="12" name="Rectangle 11"/>
            <p:cNvSpPr/>
            <p:nvPr/>
          </p:nvSpPr>
          <p:spPr bwMode="gray">
            <a:xfrm>
              <a:off x="3942427" y="841716"/>
              <a:ext cx="2164012" cy="403951"/>
            </a:xfrm>
            <a:prstGeom prst="rect">
              <a:avLst/>
            </a:prstGeom>
            <a:solidFill>
              <a:srgbClr val="43B02A"/>
            </a:solidFill>
            <a:ln w="19050" algn="ctr">
              <a:noFill/>
              <a:miter lim="800000"/>
              <a:headEnd/>
              <a:tailEnd/>
            </a:ln>
          </p:spPr>
          <p:txBody>
            <a:bodyPr wrap="square" lIns="72231" tIns="72231" rIns="72231" bIns="72231" rtlCol="0" anchor="ctr"/>
            <a:lstStyle/>
            <a:p>
              <a:pPr algn="ctr" defTabSz="742969">
                <a:defRPr/>
              </a:pPr>
              <a:r>
                <a:rPr lang="en-US" sz="1300" b="1" dirty="0">
                  <a:latin typeface="Aptos" panose="020B0004020202020204" pitchFamily="34" charset="0"/>
                </a:rPr>
                <a:t>Lorem ipsum</a:t>
              </a:r>
            </a:p>
          </p:txBody>
        </p:sp>
        <p:sp>
          <p:nvSpPr>
            <p:cNvPr id="13" name="TextBox 12"/>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prstClr val="white"/>
                  </a:solidFill>
                  <a:latin typeface="Aptos" panose="020B0004020202020204" pitchFamily="34" charset="0"/>
                </a:rPr>
                <a:t>01</a:t>
              </a:r>
            </a:p>
          </p:txBody>
        </p:sp>
      </p:grpSp>
      <p:grpSp>
        <p:nvGrpSpPr>
          <p:cNvPr id="73" name="Group 72"/>
          <p:cNvGrpSpPr/>
          <p:nvPr/>
        </p:nvGrpSpPr>
        <p:grpSpPr>
          <a:xfrm>
            <a:off x="2323666" y="2107286"/>
            <a:ext cx="2362855" cy="450123"/>
            <a:chOff x="3198310" y="766692"/>
            <a:chExt cx="2908129" cy="553998"/>
          </a:xfrm>
        </p:grpSpPr>
        <p:sp>
          <p:nvSpPr>
            <p:cNvPr id="74" name="Rectangle 73"/>
            <p:cNvSpPr/>
            <p:nvPr/>
          </p:nvSpPr>
          <p:spPr bwMode="gray">
            <a:xfrm>
              <a:off x="3942427" y="841716"/>
              <a:ext cx="2164012" cy="403951"/>
            </a:xfrm>
            <a:prstGeom prst="rect">
              <a:avLst/>
            </a:prstGeom>
            <a:solidFill>
              <a:srgbClr val="009A44"/>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75" name="TextBox 74"/>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prstClr val="white"/>
                  </a:solidFill>
                  <a:latin typeface="Aptos" panose="020B0004020202020204" pitchFamily="34" charset="0"/>
                </a:rPr>
                <a:t>02</a:t>
              </a:r>
            </a:p>
          </p:txBody>
        </p:sp>
      </p:grpSp>
      <p:grpSp>
        <p:nvGrpSpPr>
          <p:cNvPr id="78" name="Group 77"/>
          <p:cNvGrpSpPr/>
          <p:nvPr/>
        </p:nvGrpSpPr>
        <p:grpSpPr>
          <a:xfrm>
            <a:off x="1884523" y="2948696"/>
            <a:ext cx="2362855" cy="450123"/>
            <a:chOff x="3198310" y="766692"/>
            <a:chExt cx="2908129" cy="553998"/>
          </a:xfrm>
        </p:grpSpPr>
        <p:sp>
          <p:nvSpPr>
            <p:cNvPr id="79" name="Rectangle 78"/>
            <p:cNvSpPr/>
            <p:nvPr/>
          </p:nvSpPr>
          <p:spPr bwMode="gray">
            <a:xfrm>
              <a:off x="3942427" y="841716"/>
              <a:ext cx="2164012" cy="403951"/>
            </a:xfrm>
            <a:prstGeom prst="rect">
              <a:avLst/>
            </a:prstGeom>
            <a:solidFill>
              <a:srgbClr val="0097A9"/>
            </a:solidFill>
            <a:ln w="19050" algn="ctr">
              <a:noFill/>
              <a:miter lim="800000"/>
              <a:headEnd/>
              <a:tailEnd/>
            </a:ln>
          </p:spPr>
          <p:txBody>
            <a:bodyPr wrap="square" lIns="72231" tIns="72231" rIns="72231" bIns="72231" rtlCol="0" anchor="ctr"/>
            <a:lstStyle/>
            <a:p>
              <a:pPr algn="ctr" defTabSz="742969">
                <a:defRPr/>
              </a:pPr>
              <a:r>
                <a:rPr lang="en-US" sz="1300" b="1" dirty="0">
                  <a:latin typeface="Aptos" panose="020B0004020202020204" pitchFamily="34" charset="0"/>
                </a:rPr>
                <a:t>Lorem ipsum</a:t>
              </a:r>
            </a:p>
          </p:txBody>
        </p:sp>
        <p:sp>
          <p:nvSpPr>
            <p:cNvPr id="80" name="TextBox 79"/>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prstClr val="white"/>
                  </a:solidFill>
                  <a:latin typeface="Aptos" panose="020B0004020202020204" pitchFamily="34" charset="0"/>
                </a:rPr>
                <a:t>03</a:t>
              </a:r>
            </a:p>
          </p:txBody>
        </p:sp>
      </p:grpSp>
      <p:grpSp>
        <p:nvGrpSpPr>
          <p:cNvPr id="83" name="Group 82"/>
          <p:cNvGrpSpPr/>
          <p:nvPr/>
        </p:nvGrpSpPr>
        <p:grpSpPr>
          <a:xfrm>
            <a:off x="1852110" y="3790106"/>
            <a:ext cx="2362855" cy="450123"/>
            <a:chOff x="3198310" y="766692"/>
            <a:chExt cx="2908129" cy="553998"/>
          </a:xfrm>
        </p:grpSpPr>
        <p:sp>
          <p:nvSpPr>
            <p:cNvPr id="84" name="Rectangle 83"/>
            <p:cNvSpPr/>
            <p:nvPr/>
          </p:nvSpPr>
          <p:spPr bwMode="gray">
            <a:xfrm>
              <a:off x="3942427" y="841716"/>
              <a:ext cx="2164012" cy="403951"/>
            </a:xfrm>
            <a:prstGeom prst="rect">
              <a:avLst/>
            </a:prstGeom>
            <a:solidFill>
              <a:srgbClr val="007680"/>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85" name="TextBox 84"/>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prstClr val="white"/>
                  </a:solidFill>
                  <a:latin typeface="Aptos" panose="020B0004020202020204" pitchFamily="34" charset="0"/>
                </a:rPr>
                <a:t>04</a:t>
              </a:r>
            </a:p>
          </p:txBody>
        </p:sp>
      </p:grpSp>
      <p:grpSp>
        <p:nvGrpSpPr>
          <p:cNvPr id="88" name="Group 87"/>
          <p:cNvGrpSpPr/>
          <p:nvPr/>
        </p:nvGrpSpPr>
        <p:grpSpPr>
          <a:xfrm>
            <a:off x="2319582" y="4631518"/>
            <a:ext cx="2362855" cy="450123"/>
            <a:chOff x="3198310" y="766692"/>
            <a:chExt cx="2908129" cy="553998"/>
          </a:xfrm>
        </p:grpSpPr>
        <p:sp>
          <p:nvSpPr>
            <p:cNvPr id="89" name="Rectangle 88"/>
            <p:cNvSpPr/>
            <p:nvPr/>
          </p:nvSpPr>
          <p:spPr bwMode="gray">
            <a:xfrm>
              <a:off x="3942427" y="841716"/>
              <a:ext cx="2164012" cy="403951"/>
            </a:xfrm>
            <a:prstGeom prst="rect">
              <a:avLst/>
            </a:prstGeom>
            <a:solidFill>
              <a:srgbClr val="004F59"/>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90" name="TextBox 89"/>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prstClr val="white"/>
                  </a:solidFill>
                  <a:latin typeface="Aptos" panose="020B0004020202020204" pitchFamily="34" charset="0"/>
                </a:rPr>
                <a:t>05</a:t>
              </a:r>
            </a:p>
          </p:txBody>
        </p:sp>
      </p:grpSp>
      <p:grpSp>
        <p:nvGrpSpPr>
          <p:cNvPr id="93" name="Group 92"/>
          <p:cNvGrpSpPr/>
          <p:nvPr/>
        </p:nvGrpSpPr>
        <p:grpSpPr>
          <a:xfrm>
            <a:off x="3838579" y="5472926"/>
            <a:ext cx="2362855" cy="450123"/>
            <a:chOff x="3198310" y="766692"/>
            <a:chExt cx="2908129" cy="553998"/>
          </a:xfrm>
        </p:grpSpPr>
        <p:sp>
          <p:nvSpPr>
            <p:cNvPr id="94" name="Rectangle 93"/>
            <p:cNvSpPr/>
            <p:nvPr/>
          </p:nvSpPr>
          <p:spPr bwMode="gray">
            <a:xfrm>
              <a:off x="3942427" y="841716"/>
              <a:ext cx="2164012" cy="403951"/>
            </a:xfrm>
            <a:prstGeom prst="rect">
              <a:avLst/>
            </a:prstGeom>
            <a:solidFill>
              <a:srgbClr val="005587"/>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95" name="TextBox 94"/>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prstClr val="white"/>
                  </a:solidFill>
                  <a:latin typeface="Aptos" panose="020B0004020202020204" pitchFamily="34" charset="0"/>
                </a:rPr>
                <a:t>06</a:t>
              </a:r>
            </a:p>
          </p:txBody>
        </p:sp>
      </p:grpSp>
      <p:sp>
        <p:nvSpPr>
          <p:cNvPr id="7" name="Title 6">
            <a:extLst>
              <a:ext uri="{FF2B5EF4-FFF2-40B4-BE49-F238E27FC236}">
                <a16:creationId xmlns:a16="http://schemas.microsoft.com/office/drawing/2014/main" id="{F67D2192-777B-9743-B5F6-01BFE77BB7EA}"/>
              </a:ext>
            </a:extLst>
          </p:cNvPr>
          <p:cNvSpPr>
            <a:spLocks noGrp="1"/>
          </p:cNvSpPr>
          <p:nvPr>
            <p:ph type="title"/>
          </p:nvPr>
        </p:nvSpPr>
        <p:spPr/>
        <p:txBody>
          <a:bodyPr/>
          <a:lstStyle/>
          <a:p>
            <a:r>
              <a:rPr lang="en-US" dirty="0"/>
              <a:t>Circular network numbered</a:t>
            </a:r>
          </a:p>
        </p:txBody>
      </p:sp>
    </p:spTree>
    <p:extLst>
      <p:ext uri="{BB962C8B-B14F-4D97-AF65-F5344CB8AC3E}">
        <p14:creationId xmlns:p14="http://schemas.microsoft.com/office/powerpoint/2010/main" val="4246585081"/>
      </p:ext>
    </p:extLst>
  </p:cSld>
  <p:clrMapOvr>
    <a:masterClrMapping/>
  </p:clrMapOvr>
  <p:transition>
    <p:fade/>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p:nvPr/>
        </p:nvCxnSpPr>
        <p:spPr>
          <a:xfrm>
            <a:off x="4953000" y="3191406"/>
            <a:ext cx="0" cy="6129337"/>
          </a:xfrm>
          <a:prstGeom prst="line">
            <a:avLst/>
          </a:prstGeom>
          <a:ln w="19050">
            <a:noFill/>
          </a:ln>
        </p:spPr>
        <p:style>
          <a:lnRef idx="1">
            <a:schemeClr val="dk1"/>
          </a:lnRef>
          <a:fillRef idx="0">
            <a:schemeClr val="dk1"/>
          </a:fillRef>
          <a:effectRef idx="0">
            <a:schemeClr val="dk1"/>
          </a:effectRef>
          <a:fontRef idx="minor">
            <a:schemeClr val="tx1"/>
          </a:fontRef>
        </p:style>
      </p:cxnSp>
      <p:sp>
        <p:nvSpPr>
          <p:cNvPr id="67" name="Rectangle 66"/>
          <p:cNvSpPr/>
          <p:nvPr/>
        </p:nvSpPr>
        <p:spPr>
          <a:xfrm>
            <a:off x="5164855" y="3000537"/>
            <a:ext cx="2487196" cy="1342932"/>
          </a:xfrm>
          <a:prstGeom prst="rect">
            <a:avLst/>
          </a:prstGeom>
        </p:spPr>
        <p:txBody>
          <a:bodyPr wrap="square">
            <a:spAutoFit/>
          </a:bodyPr>
          <a:lstStyle/>
          <a:p>
            <a:pPr defTabSz="742969">
              <a:defRPr/>
            </a:pPr>
            <a:r>
              <a:rPr lang="en-US" sz="2275" b="1" dirty="0">
                <a:solidFill>
                  <a:prstClr val="black"/>
                </a:solidFill>
                <a:latin typeface="Aptos" panose="020B0004020202020204" pitchFamily="34" charset="0"/>
              </a:rPr>
              <a:t>Lorem ipsum</a:t>
            </a:r>
          </a:p>
          <a:p>
            <a:pPr defTabSz="742969">
              <a:defRPr/>
            </a:pPr>
            <a:r>
              <a:rPr lang="en-US" sz="1463" dirty="0">
                <a:solidFill>
                  <a:srgbClr val="000000"/>
                </a:solidFill>
                <a:latin typeface="Aptos" panose="020B0004020202020204" pitchFamily="34" charset="0"/>
              </a:rPr>
              <a:t>Lorem ipsum dolor sit </a:t>
            </a:r>
            <a:r>
              <a:rPr lang="en-US" sz="1463" dirty="0" err="1">
                <a:solidFill>
                  <a:srgbClr val="000000"/>
                </a:solidFill>
                <a:latin typeface="Aptos" panose="020B0004020202020204" pitchFamily="34" charset="0"/>
              </a:rPr>
              <a:t>amet</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consectetur</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adipiscing</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elit</a:t>
            </a:r>
            <a:r>
              <a:rPr lang="en-US" sz="1463" dirty="0">
                <a:solidFill>
                  <a:srgbClr val="000000"/>
                </a:solidFill>
                <a:latin typeface="Aptos" panose="020B0004020202020204" pitchFamily="34" charset="0"/>
              </a:rPr>
              <a:t>, </a:t>
            </a:r>
            <a:r>
              <a:rPr lang="en-US" sz="1463" dirty="0" err="1">
                <a:solidFill>
                  <a:srgbClr val="000000"/>
                </a:solidFill>
                <a:latin typeface="Aptos" panose="020B0004020202020204" pitchFamily="34" charset="0"/>
              </a:rPr>
              <a:t>sed</a:t>
            </a:r>
            <a:r>
              <a:rPr lang="en-US" sz="1463" dirty="0">
                <a:solidFill>
                  <a:srgbClr val="000000"/>
                </a:solidFill>
                <a:latin typeface="Aptos" panose="020B0004020202020204" pitchFamily="34" charset="0"/>
              </a:rPr>
              <a:t> do</a:t>
            </a:r>
            <a:endParaRPr lang="en-US" sz="2275" b="1" dirty="0">
              <a:solidFill>
                <a:prstClr val="black"/>
              </a:solidFill>
              <a:latin typeface="Aptos" panose="020B0004020202020204" pitchFamily="34" charset="0"/>
            </a:endParaRPr>
          </a:p>
          <a:p>
            <a:pPr defTabSz="742969">
              <a:defRPr/>
            </a:pPr>
            <a:endParaRPr lang="en-US" sz="1463" b="1" dirty="0">
              <a:solidFill>
                <a:prstClr val="black"/>
              </a:solidFill>
              <a:latin typeface="Aptos" panose="020B0004020202020204" pitchFamily="34" charset="0"/>
            </a:endParaRPr>
          </a:p>
        </p:txBody>
      </p:sp>
      <p:grpSp>
        <p:nvGrpSpPr>
          <p:cNvPr id="73" name="Group 72"/>
          <p:cNvGrpSpPr/>
          <p:nvPr/>
        </p:nvGrpSpPr>
        <p:grpSpPr>
          <a:xfrm>
            <a:off x="3068177" y="2107286"/>
            <a:ext cx="2362855" cy="450123"/>
            <a:chOff x="3198310" y="766692"/>
            <a:chExt cx="2908129" cy="553998"/>
          </a:xfrm>
        </p:grpSpPr>
        <p:sp>
          <p:nvSpPr>
            <p:cNvPr id="74" name="Rectangle 73"/>
            <p:cNvSpPr/>
            <p:nvPr/>
          </p:nvSpPr>
          <p:spPr bwMode="gray">
            <a:xfrm>
              <a:off x="3942427" y="841716"/>
              <a:ext cx="2164012" cy="403951"/>
            </a:xfrm>
            <a:prstGeom prst="rect">
              <a:avLst/>
            </a:prstGeom>
            <a:solidFill>
              <a:srgbClr val="009A44"/>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75" name="TextBox 74"/>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Aptos" panose="020B0004020202020204" pitchFamily="34" charset="0"/>
                </a:rPr>
                <a:t>02</a:t>
              </a:r>
            </a:p>
          </p:txBody>
        </p:sp>
      </p:grpSp>
      <p:grpSp>
        <p:nvGrpSpPr>
          <p:cNvPr id="78" name="Group 77"/>
          <p:cNvGrpSpPr/>
          <p:nvPr/>
        </p:nvGrpSpPr>
        <p:grpSpPr>
          <a:xfrm>
            <a:off x="2248726" y="2948696"/>
            <a:ext cx="2362855" cy="450123"/>
            <a:chOff x="3198310" y="766692"/>
            <a:chExt cx="2908129" cy="553998"/>
          </a:xfrm>
        </p:grpSpPr>
        <p:sp>
          <p:nvSpPr>
            <p:cNvPr id="79" name="Rectangle 78"/>
            <p:cNvSpPr/>
            <p:nvPr/>
          </p:nvSpPr>
          <p:spPr bwMode="gray">
            <a:xfrm>
              <a:off x="3942427" y="841716"/>
              <a:ext cx="2164012" cy="403951"/>
            </a:xfrm>
            <a:prstGeom prst="rect">
              <a:avLst/>
            </a:prstGeom>
            <a:solidFill>
              <a:srgbClr val="0097A9"/>
            </a:solidFill>
            <a:ln w="19050" algn="ctr">
              <a:noFill/>
              <a:miter lim="800000"/>
              <a:headEnd/>
              <a:tailEnd/>
            </a:ln>
          </p:spPr>
          <p:txBody>
            <a:bodyPr wrap="square" lIns="72231" tIns="72231" rIns="72231" bIns="72231" rtlCol="0" anchor="ctr"/>
            <a:lstStyle/>
            <a:p>
              <a:pPr algn="ctr" defTabSz="742969">
                <a:defRPr/>
              </a:pPr>
              <a:r>
                <a:rPr lang="en-US" sz="1300" b="1" dirty="0">
                  <a:solidFill>
                    <a:schemeClr val="bg1"/>
                  </a:solidFill>
                  <a:latin typeface="Aptos" panose="020B0004020202020204" pitchFamily="34" charset="0"/>
                </a:rPr>
                <a:t>Lorem ipsum</a:t>
              </a:r>
            </a:p>
          </p:txBody>
        </p:sp>
        <p:sp>
          <p:nvSpPr>
            <p:cNvPr id="80" name="TextBox 79"/>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Aptos" panose="020B0004020202020204" pitchFamily="34" charset="0"/>
                </a:rPr>
                <a:t>03</a:t>
              </a:r>
            </a:p>
          </p:txBody>
        </p:sp>
      </p:grpSp>
      <p:grpSp>
        <p:nvGrpSpPr>
          <p:cNvPr id="83" name="Group 82"/>
          <p:cNvGrpSpPr/>
          <p:nvPr/>
        </p:nvGrpSpPr>
        <p:grpSpPr>
          <a:xfrm>
            <a:off x="2248666" y="3790106"/>
            <a:ext cx="2362855" cy="450123"/>
            <a:chOff x="3198310" y="766692"/>
            <a:chExt cx="2908129" cy="553998"/>
          </a:xfrm>
        </p:grpSpPr>
        <p:sp>
          <p:nvSpPr>
            <p:cNvPr id="84" name="Rectangle 83"/>
            <p:cNvSpPr/>
            <p:nvPr/>
          </p:nvSpPr>
          <p:spPr bwMode="gray">
            <a:xfrm>
              <a:off x="3942427" y="841716"/>
              <a:ext cx="2164012" cy="403951"/>
            </a:xfrm>
            <a:prstGeom prst="rect">
              <a:avLst/>
            </a:prstGeom>
            <a:solidFill>
              <a:srgbClr val="007680"/>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85" name="TextBox 84"/>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Aptos" panose="020B0004020202020204" pitchFamily="34" charset="0"/>
                </a:rPr>
                <a:t>04</a:t>
              </a:r>
            </a:p>
          </p:txBody>
        </p:sp>
      </p:grpSp>
      <p:grpSp>
        <p:nvGrpSpPr>
          <p:cNvPr id="88" name="Group 87"/>
          <p:cNvGrpSpPr/>
          <p:nvPr/>
        </p:nvGrpSpPr>
        <p:grpSpPr>
          <a:xfrm>
            <a:off x="3065911" y="4631518"/>
            <a:ext cx="2362855" cy="450123"/>
            <a:chOff x="3198310" y="766692"/>
            <a:chExt cx="2908129" cy="553998"/>
          </a:xfrm>
        </p:grpSpPr>
        <p:sp>
          <p:nvSpPr>
            <p:cNvPr id="89" name="Rectangle 88"/>
            <p:cNvSpPr/>
            <p:nvPr/>
          </p:nvSpPr>
          <p:spPr bwMode="gray">
            <a:xfrm>
              <a:off x="3942427" y="841716"/>
              <a:ext cx="2164012" cy="403951"/>
            </a:xfrm>
            <a:prstGeom prst="rect">
              <a:avLst/>
            </a:prstGeom>
            <a:solidFill>
              <a:srgbClr val="004F59"/>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90" name="TextBox 89"/>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Aptos" panose="020B0004020202020204" pitchFamily="34" charset="0"/>
                </a:rPr>
                <a:t>05</a:t>
              </a:r>
            </a:p>
          </p:txBody>
        </p:sp>
      </p:grpSp>
      <p:grpSp>
        <p:nvGrpSpPr>
          <p:cNvPr id="93" name="Group 92"/>
          <p:cNvGrpSpPr/>
          <p:nvPr/>
        </p:nvGrpSpPr>
        <p:grpSpPr>
          <a:xfrm>
            <a:off x="3838579" y="5472926"/>
            <a:ext cx="2362855" cy="450123"/>
            <a:chOff x="3198310" y="766692"/>
            <a:chExt cx="2908129" cy="553998"/>
          </a:xfrm>
        </p:grpSpPr>
        <p:sp>
          <p:nvSpPr>
            <p:cNvPr id="94" name="Rectangle 93"/>
            <p:cNvSpPr/>
            <p:nvPr/>
          </p:nvSpPr>
          <p:spPr bwMode="gray">
            <a:xfrm>
              <a:off x="3942427" y="841716"/>
              <a:ext cx="2164012" cy="403951"/>
            </a:xfrm>
            <a:prstGeom prst="rect">
              <a:avLst/>
            </a:prstGeom>
            <a:solidFill>
              <a:srgbClr val="005587"/>
            </a:solidFill>
            <a:ln w="19050" algn="ctr">
              <a:noFill/>
              <a:miter lim="800000"/>
              <a:headEnd/>
              <a:tailEnd/>
            </a:ln>
          </p:spPr>
          <p:txBody>
            <a:bodyPr wrap="square" lIns="72231" tIns="72231" rIns="72231" bIns="72231" rtlCol="0" anchor="ctr"/>
            <a:lstStyle/>
            <a:p>
              <a:pPr algn="ctr" defTabSz="742969">
                <a:defRPr/>
              </a:pPr>
              <a:r>
                <a:rPr lang="en-US" sz="1300" b="1" dirty="0">
                  <a:solidFill>
                    <a:prstClr val="white"/>
                  </a:solidFill>
                  <a:latin typeface="Aptos" panose="020B0004020202020204" pitchFamily="34" charset="0"/>
                </a:rPr>
                <a:t>Lorem ipsum</a:t>
              </a:r>
            </a:p>
          </p:txBody>
        </p:sp>
        <p:sp>
          <p:nvSpPr>
            <p:cNvPr id="95" name="TextBox 94"/>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Aptos" panose="020B0004020202020204" pitchFamily="34" charset="0"/>
                </a:rPr>
                <a:t>06</a:t>
              </a:r>
            </a:p>
          </p:txBody>
        </p:sp>
      </p:grpSp>
      <p:sp>
        <p:nvSpPr>
          <p:cNvPr id="2" name="Title 1">
            <a:extLst>
              <a:ext uri="{FF2B5EF4-FFF2-40B4-BE49-F238E27FC236}">
                <a16:creationId xmlns:a16="http://schemas.microsoft.com/office/drawing/2014/main" id="{1CC0984E-8B54-0440-AF8C-79008257C9EB}"/>
              </a:ext>
            </a:extLst>
          </p:cNvPr>
          <p:cNvSpPr>
            <a:spLocks noGrp="1"/>
          </p:cNvSpPr>
          <p:nvPr>
            <p:ph type="title"/>
          </p:nvPr>
        </p:nvSpPr>
        <p:spPr/>
        <p:txBody>
          <a:bodyPr/>
          <a:lstStyle/>
          <a:p>
            <a:r>
              <a:rPr lang="en-US" dirty="0"/>
              <a:t>Square network numbered</a:t>
            </a:r>
          </a:p>
        </p:txBody>
      </p:sp>
      <p:grpSp>
        <p:nvGrpSpPr>
          <p:cNvPr id="32" name="Group 31"/>
          <p:cNvGrpSpPr/>
          <p:nvPr/>
        </p:nvGrpSpPr>
        <p:grpSpPr>
          <a:xfrm>
            <a:off x="6189068" y="1490940"/>
            <a:ext cx="2053504" cy="4232196"/>
            <a:chOff x="6093313" y="1043691"/>
            <a:chExt cx="2527389" cy="5208857"/>
          </a:xfrm>
        </p:grpSpPr>
        <p:cxnSp>
          <p:nvCxnSpPr>
            <p:cNvPr id="7" name="Straight Connector 6"/>
            <p:cNvCxnSpPr/>
            <p:nvPr/>
          </p:nvCxnSpPr>
          <p:spPr>
            <a:xfrm>
              <a:off x="6106439" y="6241313"/>
              <a:ext cx="2514263" cy="0"/>
            </a:xfrm>
            <a:prstGeom prst="line">
              <a:avLst/>
            </a:prstGeom>
            <a:ln>
              <a:headEnd/>
              <a:tailEnd/>
            </a:ln>
          </p:spPr>
          <p:style>
            <a:lnRef idx="2">
              <a:schemeClr val="dk1"/>
            </a:lnRef>
            <a:fillRef idx="1">
              <a:schemeClr val="lt1"/>
            </a:fillRef>
            <a:effectRef idx="0">
              <a:schemeClr val="dk1"/>
            </a:effectRef>
            <a:fontRef idx="minor">
              <a:schemeClr val="dk1"/>
            </a:fontRef>
          </p:style>
        </p:cxnSp>
        <p:cxnSp>
          <p:nvCxnSpPr>
            <p:cNvPr id="46" name="Straight Connector 45"/>
            <p:cNvCxnSpPr/>
            <p:nvPr/>
          </p:nvCxnSpPr>
          <p:spPr>
            <a:xfrm>
              <a:off x="6093313" y="1056879"/>
              <a:ext cx="2527389" cy="0"/>
            </a:xfrm>
            <a:prstGeom prst="line">
              <a:avLst/>
            </a:prstGeom>
            <a:ln>
              <a:headEnd/>
              <a:tailEnd/>
            </a:ln>
          </p:spPr>
          <p:style>
            <a:lnRef idx="2">
              <a:schemeClr val="dk1"/>
            </a:lnRef>
            <a:fillRef idx="1">
              <a:schemeClr val="lt1"/>
            </a:fillRef>
            <a:effectRef idx="0">
              <a:schemeClr val="dk1"/>
            </a:effectRef>
            <a:fontRef idx="minor">
              <a:schemeClr val="dk1"/>
            </a:fontRef>
          </p:style>
        </p:cxnSp>
        <p:cxnSp>
          <p:nvCxnSpPr>
            <p:cNvPr id="16" name="Straight Connector 15"/>
            <p:cNvCxnSpPr/>
            <p:nvPr/>
          </p:nvCxnSpPr>
          <p:spPr>
            <a:xfrm>
              <a:off x="8620702" y="1043691"/>
              <a:ext cx="0" cy="5208857"/>
            </a:xfrm>
            <a:prstGeom prst="line">
              <a:avLst/>
            </a:prstGeom>
            <a:ln>
              <a:headEnd/>
              <a:tailEnd/>
            </a:ln>
          </p:spPr>
          <p:style>
            <a:lnRef idx="2">
              <a:schemeClr val="dk1"/>
            </a:lnRef>
            <a:fillRef idx="1">
              <a:schemeClr val="lt1"/>
            </a:fillRef>
            <a:effectRef idx="0">
              <a:schemeClr val="dk1"/>
            </a:effectRef>
            <a:fontRef idx="minor">
              <a:schemeClr val="dk1"/>
            </a:fontRef>
          </p:style>
        </p:cxnSp>
      </p:grpSp>
      <p:grpSp>
        <p:nvGrpSpPr>
          <p:cNvPr id="15" name="Group 14"/>
          <p:cNvGrpSpPr/>
          <p:nvPr/>
        </p:nvGrpSpPr>
        <p:grpSpPr>
          <a:xfrm>
            <a:off x="3836880" y="1265875"/>
            <a:ext cx="2362855" cy="450123"/>
            <a:chOff x="3198310" y="766692"/>
            <a:chExt cx="2908129" cy="553998"/>
          </a:xfrm>
        </p:grpSpPr>
        <p:sp>
          <p:nvSpPr>
            <p:cNvPr id="12" name="Rectangle 11"/>
            <p:cNvSpPr/>
            <p:nvPr/>
          </p:nvSpPr>
          <p:spPr bwMode="gray">
            <a:xfrm>
              <a:off x="3942427" y="841716"/>
              <a:ext cx="2164012" cy="403951"/>
            </a:xfrm>
            <a:prstGeom prst="rect">
              <a:avLst/>
            </a:prstGeom>
            <a:solidFill>
              <a:srgbClr val="43B02A"/>
            </a:solidFill>
            <a:ln w="19050" algn="ctr">
              <a:noFill/>
              <a:miter lim="800000"/>
              <a:headEnd/>
              <a:tailEnd/>
            </a:ln>
          </p:spPr>
          <p:txBody>
            <a:bodyPr wrap="square" lIns="72231" tIns="72231" rIns="72231" bIns="72231" rtlCol="0" anchor="ctr"/>
            <a:lstStyle/>
            <a:p>
              <a:pPr algn="ctr" defTabSz="742969">
                <a:defRPr/>
              </a:pPr>
              <a:r>
                <a:rPr lang="en-US" sz="1300" b="1" dirty="0"/>
                <a:t>Lorem ipsum</a:t>
              </a:r>
            </a:p>
          </p:txBody>
        </p:sp>
        <p:sp>
          <p:nvSpPr>
            <p:cNvPr id="13" name="TextBox 12"/>
            <p:cNvSpPr txBox="1"/>
            <p:nvPr/>
          </p:nvSpPr>
          <p:spPr>
            <a:xfrm>
              <a:off x="3198310" y="766692"/>
              <a:ext cx="805844" cy="553998"/>
            </a:xfrm>
            <a:prstGeom prst="rect">
              <a:avLst/>
            </a:prstGeom>
            <a:noFill/>
          </p:spPr>
          <p:txBody>
            <a:bodyPr wrap="square" lIns="0" tIns="0" rIns="0" bIns="0" rtlCol="0">
              <a:spAutoFit/>
            </a:bodyPr>
            <a:lstStyle/>
            <a:p>
              <a:pPr defTabSz="742969">
                <a:spcBef>
                  <a:spcPts val="488"/>
                </a:spcBef>
                <a:buSzPct val="100000"/>
                <a:defRPr/>
              </a:pPr>
              <a:r>
                <a:rPr lang="en-US" sz="2925" dirty="0">
                  <a:solidFill>
                    <a:srgbClr val="313131"/>
                  </a:solidFill>
                  <a:latin typeface="Calibri Light"/>
                </a:rPr>
                <a:t>01</a:t>
              </a:r>
            </a:p>
          </p:txBody>
        </p:sp>
      </p:grpSp>
    </p:spTree>
    <p:extLst>
      <p:ext uri="{BB962C8B-B14F-4D97-AF65-F5344CB8AC3E}">
        <p14:creationId xmlns:p14="http://schemas.microsoft.com/office/powerpoint/2010/main" val="3300226402"/>
      </p:ext>
    </p:extLst>
  </p:cSld>
  <p:clrMapOvr>
    <a:masterClrMapping/>
  </p:clrMapOvr>
  <p:transition>
    <p:fade/>
  </p:transition>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44">
            <a:extLst>
              <a:ext uri="{FF2B5EF4-FFF2-40B4-BE49-F238E27FC236}">
                <a16:creationId xmlns:a16="http://schemas.microsoft.com/office/drawing/2014/main" id="{CF553C54-980C-D24C-9D6E-1C1408361D0A}"/>
              </a:ext>
            </a:extLst>
          </p:cNvPr>
          <p:cNvSpPr>
            <a:spLocks noGrp="1"/>
          </p:cNvSpPr>
          <p:nvPr>
            <p:ph type="title"/>
          </p:nvPr>
        </p:nvSpPr>
        <p:spPr/>
        <p:txBody>
          <a:bodyPr/>
          <a:lstStyle/>
          <a:p>
            <a:r>
              <a:rPr lang="en-US" dirty="0"/>
              <a:t>Gameboard</a:t>
            </a:r>
          </a:p>
        </p:txBody>
      </p:sp>
      <p:grpSp>
        <p:nvGrpSpPr>
          <p:cNvPr id="4" name="Group 3"/>
          <p:cNvGrpSpPr/>
          <p:nvPr/>
        </p:nvGrpSpPr>
        <p:grpSpPr>
          <a:xfrm>
            <a:off x="1238250" y="1688942"/>
            <a:ext cx="7429500" cy="3904272"/>
            <a:chOff x="0" y="1287390"/>
            <a:chExt cx="9144000" cy="4805258"/>
          </a:xfrm>
        </p:grpSpPr>
        <p:sp>
          <p:nvSpPr>
            <p:cNvPr id="5" name="Block Arc 4"/>
            <p:cNvSpPr/>
            <p:nvPr/>
          </p:nvSpPr>
          <p:spPr bwMode="gray">
            <a:xfrm>
              <a:off x="2490710" y="1371211"/>
              <a:ext cx="1558678" cy="1558679"/>
            </a:xfrm>
            <a:prstGeom prst="blockArc">
              <a:avLst>
                <a:gd name="adj1" fmla="val 10823994"/>
                <a:gd name="adj2" fmla="val 5529932"/>
                <a:gd name="adj3" fmla="val 14080"/>
              </a:avLst>
            </a:prstGeom>
            <a:solidFill>
              <a:schemeClr val="accent1"/>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6" name="Rounded Rectangle 5"/>
            <p:cNvSpPr/>
            <p:nvPr/>
          </p:nvSpPr>
          <p:spPr bwMode="gray">
            <a:xfrm>
              <a:off x="3303118" y="1764027"/>
              <a:ext cx="2784482" cy="773047"/>
            </a:xfrm>
            <a:prstGeom prst="roundRect">
              <a:avLst>
                <a:gd name="adj" fmla="val 50000"/>
              </a:avLst>
            </a:prstGeom>
            <a:solidFill>
              <a:schemeClr val="bg1">
                <a:lumMod val="95000"/>
              </a:schemeClr>
            </a:solidFill>
            <a:ln w="9525" algn="ctr">
              <a:solidFill>
                <a:schemeClr val="accent1"/>
              </a:solidFill>
              <a:miter lim="800000"/>
              <a:headEnd/>
              <a:tailEnd/>
            </a:ln>
          </p:spPr>
          <p:txBody>
            <a:bodyPr wrap="square" lIns="371475" tIns="72231" rIns="72231" bIns="72231" rtlCol="0" anchor="ctr"/>
            <a:lstStyle/>
            <a:p>
              <a:r>
                <a:rPr lang="en-US" sz="1000" b="1" dirty="0">
                  <a:latin typeface="Aptos" panose="020B0004020202020204" pitchFamily="34" charset="0"/>
                  <a:cs typeface="Times New Roman" pitchFamily="18" charset="0"/>
                </a:rPr>
                <a:t>Insert text here</a:t>
              </a:r>
            </a:p>
            <a:p>
              <a:r>
                <a:rPr lang="en-US" sz="1000" dirty="0">
                  <a:latin typeface="Aptos" panose="020B0004020202020204" pitchFamily="34" charset="0"/>
                </a:rPr>
                <a:t>This is dummy text</a:t>
              </a:r>
            </a:p>
          </p:txBody>
        </p:sp>
        <p:sp>
          <p:nvSpPr>
            <p:cNvPr id="7" name="Oval 6"/>
            <p:cNvSpPr/>
            <p:nvPr/>
          </p:nvSpPr>
          <p:spPr bwMode="gray">
            <a:xfrm>
              <a:off x="2708208" y="1588710"/>
              <a:ext cx="1123683" cy="1123681"/>
            </a:xfrm>
            <a:prstGeom prst="ellipse">
              <a:avLst/>
            </a:prstGeom>
            <a:solidFill>
              <a:schemeClr val="bg1"/>
            </a:solidFill>
            <a:ln w="9525" algn="ctr">
              <a:noFill/>
              <a:miter lim="800000"/>
              <a:headEnd/>
              <a:tailEnd/>
            </a:ln>
          </p:spPr>
          <p:txBody>
            <a:bodyPr wrap="none" lIns="72231" tIns="72231" rIns="72231" bIns="72231" rtlCol="0" anchor="ctr"/>
            <a:lstStyle/>
            <a:p>
              <a:pPr algn="ctr" defTabSz="742969">
                <a:lnSpc>
                  <a:spcPct val="106000"/>
                </a:lnSpc>
                <a:defRPr/>
              </a:pPr>
              <a:endParaRPr lang="en-GB" sz="1000">
                <a:solidFill>
                  <a:prstClr val="black"/>
                </a:solidFill>
                <a:latin typeface="Aptos" panose="020B0004020202020204" pitchFamily="34" charset="0"/>
              </a:endParaRPr>
            </a:p>
          </p:txBody>
        </p:sp>
        <p:sp>
          <p:nvSpPr>
            <p:cNvPr id="8" name="Oval 7"/>
            <p:cNvSpPr/>
            <p:nvPr/>
          </p:nvSpPr>
          <p:spPr bwMode="gray">
            <a:xfrm>
              <a:off x="2870125" y="1750626"/>
              <a:ext cx="799848" cy="799848"/>
            </a:xfrm>
            <a:prstGeom prst="ellipse">
              <a:avLst/>
            </a:prstGeom>
            <a:solidFill>
              <a:schemeClr val="accent1">
                <a:lumMod val="20000"/>
                <a:lumOff val="80000"/>
              </a:schemeClr>
            </a:solidFill>
            <a:ln w="9525" algn="ctr">
              <a:solidFill>
                <a:schemeClr val="accent1"/>
              </a:solidFill>
              <a:miter lim="800000"/>
              <a:headEnd/>
              <a:tailEnd/>
            </a:ln>
          </p:spPr>
          <p:txBody>
            <a:bodyPr wrap="none" lIns="72231" tIns="72231" rIns="72231" bIns="72231" rtlCol="0" anchor="ctr"/>
            <a:lstStyle/>
            <a:p>
              <a:pPr algn="ctr" defTabSz="742969">
                <a:lnSpc>
                  <a:spcPct val="106000"/>
                </a:lnSpc>
                <a:defRPr/>
              </a:pPr>
              <a:r>
                <a:rPr lang="en-GB" sz="1000" dirty="0">
                  <a:solidFill>
                    <a:prstClr val="black"/>
                  </a:solidFill>
                  <a:latin typeface="Aptos" panose="020B0004020202020204" pitchFamily="34" charset="0"/>
                </a:rPr>
                <a:t>Step</a:t>
              </a:r>
            </a:p>
            <a:p>
              <a:pPr algn="ctr" defTabSz="742969">
                <a:lnSpc>
                  <a:spcPct val="106000"/>
                </a:lnSpc>
                <a:defRPr/>
              </a:pPr>
              <a:r>
                <a:rPr lang="en-GB" sz="1000" b="1" dirty="0">
                  <a:solidFill>
                    <a:prstClr val="black"/>
                  </a:solidFill>
                  <a:latin typeface="Aptos" panose="020B0004020202020204" pitchFamily="34" charset="0"/>
                </a:rPr>
                <a:t>01</a:t>
              </a:r>
            </a:p>
          </p:txBody>
        </p:sp>
        <p:sp>
          <p:nvSpPr>
            <p:cNvPr id="9" name="Block Arc 8"/>
            <p:cNvSpPr/>
            <p:nvPr/>
          </p:nvSpPr>
          <p:spPr bwMode="gray">
            <a:xfrm>
              <a:off x="2490710" y="2715184"/>
              <a:ext cx="1558679" cy="1558679"/>
            </a:xfrm>
            <a:prstGeom prst="blockArc">
              <a:avLst>
                <a:gd name="adj1" fmla="val 10296"/>
                <a:gd name="adj2" fmla="val 16171692"/>
                <a:gd name="adj3" fmla="val 13840"/>
              </a:avLst>
            </a:prstGeom>
            <a:solidFill>
              <a:srgbClr val="00A3E0"/>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10" name="Rounded Rectangle 9"/>
            <p:cNvSpPr/>
            <p:nvPr/>
          </p:nvSpPr>
          <p:spPr bwMode="gray">
            <a:xfrm>
              <a:off x="392724" y="3108000"/>
              <a:ext cx="2784482" cy="773047"/>
            </a:xfrm>
            <a:prstGeom prst="roundRect">
              <a:avLst>
                <a:gd name="adj" fmla="val 50000"/>
              </a:avLst>
            </a:prstGeom>
            <a:solidFill>
              <a:schemeClr val="bg1">
                <a:lumMod val="95000"/>
              </a:schemeClr>
            </a:solidFill>
            <a:ln w="9525" algn="ctr">
              <a:solidFill>
                <a:srgbClr val="00A3E0"/>
              </a:solidFill>
              <a:miter lim="800000"/>
              <a:headEnd/>
              <a:tailEnd/>
            </a:ln>
          </p:spPr>
          <p:txBody>
            <a:bodyPr wrap="square" lIns="74295" tIns="72231" rIns="222885" bIns="72231" rtlCol="0" anchor="ctr"/>
            <a:lstStyle/>
            <a:p>
              <a:r>
                <a:rPr lang="en-US" sz="1000" b="1" dirty="0">
                  <a:latin typeface="Aptos" panose="020B0004020202020204" pitchFamily="34" charset="0"/>
                  <a:cs typeface="Times New Roman" pitchFamily="18" charset="0"/>
                </a:rPr>
                <a:t>Insert text here</a:t>
              </a:r>
            </a:p>
            <a:p>
              <a:r>
                <a:rPr lang="en-US" sz="1000" dirty="0">
                  <a:latin typeface="Aptos" panose="020B0004020202020204" pitchFamily="34" charset="0"/>
                </a:rPr>
                <a:t>This is dummy text</a:t>
              </a:r>
            </a:p>
          </p:txBody>
        </p:sp>
        <p:sp>
          <p:nvSpPr>
            <p:cNvPr id="11" name="Oval 10"/>
            <p:cNvSpPr/>
            <p:nvPr/>
          </p:nvSpPr>
          <p:spPr bwMode="gray">
            <a:xfrm>
              <a:off x="2708209" y="2932683"/>
              <a:ext cx="1123683" cy="1123681"/>
            </a:xfrm>
            <a:prstGeom prst="ellipse">
              <a:avLst/>
            </a:prstGeom>
            <a:solidFill>
              <a:schemeClr val="bg1"/>
            </a:solidFill>
            <a:ln w="9525" algn="ctr">
              <a:noFill/>
              <a:miter lim="800000"/>
              <a:headEnd/>
              <a:tailEnd/>
            </a:ln>
          </p:spPr>
          <p:txBody>
            <a:bodyPr wrap="none" lIns="72231" tIns="72231" rIns="72231" bIns="72231" rtlCol="0" anchor="ctr"/>
            <a:lstStyle/>
            <a:p>
              <a:pPr algn="ctr" defTabSz="742969">
                <a:lnSpc>
                  <a:spcPct val="106000"/>
                </a:lnSpc>
                <a:defRPr/>
              </a:pPr>
              <a:endParaRPr lang="en-GB" sz="1000">
                <a:solidFill>
                  <a:prstClr val="black"/>
                </a:solidFill>
                <a:latin typeface="Aptos" panose="020B0004020202020204" pitchFamily="34" charset="0"/>
              </a:endParaRPr>
            </a:p>
          </p:txBody>
        </p:sp>
        <p:sp>
          <p:nvSpPr>
            <p:cNvPr id="12" name="Oval 11"/>
            <p:cNvSpPr/>
            <p:nvPr/>
          </p:nvSpPr>
          <p:spPr bwMode="gray">
            <a:xfrm>
              <a:off x="2870125" y="3094599"/>
              <a:ext cx="799848" cy="799848"/>
            </a:xfrm>
            <a:prstGeom prst="ellipse">
              <a:avLst/>
            </a:prstGeom>
            <a:solidFill>
              <a:schemeClr val="accent6">
                <a:lumMod val="20000"/>
                <a:lumOff val="80000"/>
              </a:schemeClr>
            </a:solidFill>
            <a:ln w="9525" algn="ctr">
              <a:solidFill>
                <a:srgbClr val="00A3E0"/>
              </a:solidFill>
              <a:miter lim="800000"/>
              <a:headEnd/>
              <a:tailEnd/>
            </a:ln>
          </p:spPr>
          <p:txBody>
            <a:bodyPr wrap="none" lIns="72231" tIns="72231" rIns="72231" bIns="72231" rtlCol="0" anchor="ctr"/>
            <a:lstStyle/>
            <a:p>
              <a:pPr algn="ctr" defTabSz="742969">
                <a:lnSpc>
                  <a:spcPct val="106000"/>
                </a:lnSpc>
                <a:defRPr/>
              </a:pPr>
              <a:r>
                <a:rPr lang="en-GB" sz="1000" dirty="0">
                  <a:solidFill>
                    <a:prstClr val="black"/>
                  </a:solidFill>
                  <a:latin typeface="Aptos" panose="020B0004020202020204" pitchFamily="34" charset="0"/>
                </a:rPr>
                <a:t>Step</a:t>
              </a:r>
            </a:p>
            <a:p>
              <a:pPr algn="ctr" defTabSz="742969">
                <a:lnSpc>
                  <a:spcPct val="106000"/>
                </a:lnSpc>
                <a:defRPr/>
              </a:pPr>
              <a:r>
                <a:rPr lang="en-GB" sz="1000" b="1" dirty="0">
                  <a:solidFill>
                    <a:prstClr val="black"/>
                  </a:solidFill>
                  <a:latin typeface="Aptos" panose="020B0004020202020204" pitchFamily="34" charset="0"/>
                </a:rPr>
                <a:t>02</a:t>
              </a:r>
            </a:p>
          </p:txBody>
        </p:sp>
        <p:sp>
          <p:nvSpPr>
            <p:cNvPr id="13" name="Block Arc 12"/>
            <p:cNvSpPr/>
            <p:nvPr/>
          </p:nvSpPr>
          <p:spPr bwMode="gray">
            <a:xfrm>
              <a:off x="3831456" y="2723442"/>
              <a:ext cx="1558678" cy="1558679"/>
            </a:xfrm>
            <a:prstGeom prst="blockArc">
              <a:avLst>
                <a:gd name="adj1" fmla="val 10823994"/>
                <a:gd name="adj2" fmla="val 5529932"/>
                <a:gd name="adj3" fmla="val 14080"/>
              </a:avLst>
            </a:prstGeom>
            <a:solidFill>
              <a:srgbClr val="009A44"/>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14" name="Rounded Rectangle 13"/>
            <p:cNvSpPr/>
            <p:nvPr/>
          </p:nvSpPr>
          <p:spPr bwMode="gray">
            <a:xfrm>
              <a:off x="4643863" y="3116258"/>
              <a:ext cx="2784482" cy="773047"/>
            </a:xfrm>
            <a:prstGeom prst="roundRect">
              <a:avLst>
                <a:gd name="adj" fmla="val 50000"/>
              </a:avLst>
            </a:prstGeom>
            <a:solidFill>
              <a:schemeClr val="bg1">
                <a:lumMod val="95000"/>
              </a:schemeClr>
            </a:solidFill>
            <a:ln w="9525" algn="ctr">
              <a:solidFill>
                <a:srgbClr val="009A44"/>
              </a:solidFill>
              <a:miter lim="800000"/>
              <a:headEnd/>
              <a:tailEnd/>
            </a:ln>
          </p:spPr>
          <p:txBody>
            <a:bodyPr wrap="square" lIns="371475" tIns="72231" rIns="72231" bIns="72231" rtlCol="0" anchor="ctr"/>
            <a:lstStyle/>
            <a:p>
              <a:pPr lvl="0">
                <a:lnSpc>
                  <a:spcPct val="106000"/>
                </a:lnSpc>
              </a:pPr>
              <a:r>
                <a:rPr lang="en-US" sz="1000" dirty="0">
                  <a:latin typeface="Aptos" panose="020B0004020202020204" pitchFamily="34" charset="0"/>
                </a:rPr>
                <a:t>This is dummy text</a:t>
              </a:r>
              <a:endParaRPr lang="en-US" sz="1000" dirty="0">
                <a:solidFill>
                  <a:prstClr val="black"/>
                </a:solidFill>
                <a:latin typeface="Aptos" panose="020B0004020202020204" pitchFamily="34" charset="0"/>
              </a:endParaRPr>
            </a:p>
          </p:txBody>
        </p:sp>
        <p:sp>
          <p:nvSpPr>
            <p:cNvPr id="15" name="Oval 14"/>
            <p:cNvSpPr/>
            <p:nvPr/>
          </p:nvSpPr>
          <p:spPr bwMode="gray">
            <a:xfrm>
              <a:off x="4048954" y="2940941"/>
              <a:ext cx="1123683" cy="1123681"/>
            </a:xfrm>
            <a:prstGeom prst="ellipse">
              <a:avLst/>
            </a:prstGeom>
            <a:solidFill>
              <a:schemeClr val="bg1"/>
            </a:solidFill>
            <a:ln w="9525" algn="ctr">
              <a:noFill/>
              <a:miter lim="800000"/>
              <a:headEnd/>
              <a:tailEnd/>
            </a:ln>
          </p:spPr>
          <p:txBody>
            <a:bodyPr wrap="none" lIns="72231" tIns="72231" rIns="72231" bIns="72231" rtlCol="0" anchor="ctr"/>
            <a:lstStyle/>
            <a:p>
              <a:pPr algn="ctr" defTabSz="742969">
                <a:lnSpc>
                  <a:spcPct val="106000"/>
                </a:lnSpc>
                <a:defRPr/>
              </a:pPr>
              <a:endParaRPr lang="en-GB" sz="1000">
                <a:solidFill>
                  <a:prstClr val="black"/>
                </a:solidFill>
                <a:latin typeface="Aptos" panose="020B0004020202020204" pitchFamily="34" charset="0"/>
              </a:endParaRPr>
            </a:p>
          </p:txBody>
        </p:sp>
        <p:sp>
          <p:nvSpPr>
            <p:cNvPr id="16" name="Oval 15"/>
            <p:cNvSpPr/>
            <p:nvPr/>
          </p:nvSpPr>
          <p:spPr bwMode="gray">
            <a:xfrm>
              <a:off x="4210871" y="3102857"/>
              <a:ext cx="799848" cy="799848"/>
            </a:xfrm>
            <a:prstGeom prst="ellipse">
              <a:avLst/>
            </a:prstGeom>
            <a:solidFill>
              <a:srgbClr val="DDEFE8"/>
            </a:solidFill>
            <a:ln w="9525" algn="ctr">
              <a:solidFill>
                <a:srgbClr val="009A44"/>
              </a:solidFill>
              <a:miter lim="800000"/>
              <a:headEnd/>
              <a:tailEnd/>
            </a:ln>
          </p:spPr>
          <p:txBody>
            <a:bodyPr wrap="none" lIns="72231" tIns="72231" rIns="72231" bIns="72231" rtlCol="0" anchor="ctr"/>
            <a:lstStyle/>
            <a:p>
              <a:pPr algn="ctr" defTabSz="742969">
                <a:lnSpc>
                  <a:spcPct val="106000"/>
                </a:lnSpc>
                <a:defRPr/>
              </a:pPr>
              <a:r>
                <a:rPr lang="en-GB" sz="1000">
                  <a:solidFill>
                    <a:prstClr val="black"/>
                  </a:solidFill>
                  <a:latin typeface="Aptos" panose="020B0004020202020204" pitchFamily="34" charset="0"/>
                </a:rPr>
                <a:t>Step</a:t>
              </a:r>
            </a:p>
            <a:p>
              <a:pPr algn="ctr" defTabSz="742969">
                <a:lnSpc>
                  <a:spcPct val="106000"/>
                </a:lnSpc>
                <a:defRPr/>
              </a:pPr>
              <a:r>
                <a:rPr lang="en-GB" sz="1000" b="1">
                  <a:solidFill>
                    <a:prstClr val="black"/>
                  </a:solidFill>
                  <a:latin typeface="Aptos" panose="020B0004020202020204" pitchFamily="34" charset="0"/>
                </a:rPr>
                <a:t>03</a:t>
              </a:r>
            </a:p>
          </p:txBody>
        </p:sp>
        <p:sp>
          <p:nvSpPr>
            <p:cNvPr id="17" name="Block Arc 16"/>
            <p:cNvSpPr/>
            <p:nvPr/>
          </p:nvSpPr>
          <p:spPr bwMode="gray">
            <a:xfrm>
              <a:off x="3830898" y="4064619"/>
              <a:ext cx="1558679" cy="1558679"/>
            </a:xfrm>
            <a:prstGeom prst="blockArc">
              <a:avLst>
                <a:gd name="adj1" fmla="val 10296"/>
                <a:gd name="adj2" fmla="val 16171692"/>
                <a:gd name="adj3" fmla="val 13840"/>
              </a:avLst>
            </a:prstGeom>
            <a:solidFill>
              <a:srgbClr val="012169"/>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18" name="Rounded Rectangle 17"/>
            <p:cNvSpPr/>
            <p:nvPr/>
          </p:nvSpPr>
          <p:spPr bwMode="gray">
            <a:xfrm>
              <a:off x="1732912" y="4457435"/>
              <a:ext cx="2784482" cy="773047"/>
            </a:xfrm>
            <a:prstGeom prst="roundRect">
              <a:avLst>
                <a:gd name="adj" fmla="val 50000"/>
              </a:avLst>
            </a:prstGeom>
            <a:solidFill>
              <a:schemeClr val="bg1">
                <a:lumMod val="95000"/>
              </a:schemeClr>
            </a:solidFill>
            <a:ln w="9525" algn="ctr">
              <a:solidFill>
                <a:srgbClr val="012169"/>
              </a:solidFill>
              <a:miter lim="800000"/>
              <a:headEnd/>
              <a:tailEnd/>
            </a:ln>
          </p:spPr>
          <p:txBody>
            <a:bodyPr wrap="square" lIns="74295" tIns="72231" rIns="297180" bIns="72231" rtlCol="0" anchor="ctr"/>
            <a:lstStyle/>
            <a:p>
              <a:pPr lvl="0">
                <a:lnSpc>
                  <a:spcPct val="106000"/>
                </a:lnSpc>
              </a:pPr>
              <a:r>
                <a:rPr lang="en-US" sz="1000" dirty="0">
                  <a:latin typeface="Aptos" panose="020B0004020202020204" pitchFamily="34" charset="0"/>
                </a:rPr>
                <a:t>This is dummy text</a:t>
              </a:r>
              <a:endParaRPr lang="en-US" sz="1000" dirty="0">
                <a:solidFill>
                  <a:prstClr val="black"/>
                </a:solidFill>
                <a:latin typeface="Aptos" panose="020B0004020202020204" pitchFamily="34" charset="0"/>
              </a:endParaRPr>
            </a:p>
          </p:txBody>
        </p:sp>
        <p:sp>
          <p:nvSpPr>
            <p:cNvPr id="19" name="Oval 18"/>
            <p:cNvSpPr/>
            <p:nvPr/>
          </p:nvSpPr>
          <p:spPr bwMode="gray">
            <a:xfrm>
              <a:off x="4048397" y="4282118"/>
              <a:ext cx="1123683" cy="1123681"/>
            </a:xfrm>
            <a:prstGeom prst="ellipse">
              <a:avLst/>
            </a:prstGeom>
            <a:solidFill>
              <a:schemeClr val="bg1"/>
            </a:solidFill>
            <a:ln w="9525" algn="ctr">
              <a:noFill/>
              <a:miter lim="800000"/>
              <a:headEnd/>
              <a:tailEnd/>
            </a:ln>
          </p:spPr>
          <p:txBody>
            <a:bodyPr wrap="none" lIns="72231" tIns="72231" rIns="72231" bIns="72231" rtlCol="0" anchor="ctr"/>
            <a:lstStyle/>
            <a:p>
              <a:pPr algn="ctr" defTabSz="742969">
                <a:lnSpc>
                  <a:spcPct val="106000"/>
                </a:lnSpc>
                <a:defRPr/>
              </a:pPr>
              <a:endParaRPr lang="en-GB" sz="1000">
                <a:solidFill>
                  <a:prstClr val="black"/>
                </a:solidFill>
                <a:latin typeface="Aptos" panose="020B0004020202020204" pitchFamily="34" charset="0"/>
              </a:endParaRPr>
            </a:p>
          </p:txBody>
        </p:sp>
        <p:sp>
          <p:nvSpPr>
            <p:cNvPr id="20" name="Oval 19"/>
            <p:cNvSpPr/>
            <p:nvPr/>
          </p:nvSpPr>
          <p:spPr bwMode="gray">
            <a:xfrm>
              <a:off x="4210313" y="4444034"/>
              <a:ext cx="799848" cy="799848"/>
            </a:xfrm>
            <a:prstGeom prst="ellipse">
              <a:avLst/>
            </a:prstGeom>
            <a:solidFill>
              <a:srgbClr val="A0DCFF"/>
            </a:solidFill>
            <a:ln w="9525" algn="ctr">
              <a:solidFill>
                <a:srgbClr val="012169"/>
              </a:solidFill>
              <a:miter lim="800000"/>
              <a:headEnd/>
              <a:tailEnd/>
            </a:ln>
          </p:spPr>
          <p:txBody>
            <a:bodyPr wrap="none" lIns="72231" tIns="72231" rIns="72231" bIns="72231" rtlCol="0" anchor="ctr"/>
            <a:lstStyle/>
            <a:p>
              <a:pPr algn="ctr" defTabSz="742969">
                <a:lnSpc>
                  <a:spcPct val="106000"/>
                </a:lnSpc>
                <a:defRPr/>
              </a:pPr>
              <a:r>
                <a:rPr lang="en-GB" sz="1000">
                  <a:solidFill>
                    <a:prstClr val="black"/>
                  </a:solidFill>
                  <a:latin typeface="Aptos" panose="020B0004020202020204" pitchFamily="34" charset="0"/>
                </a:rPr>
                <a:t>Step</a:t>
              </a:r>
            </a:p>
            <a:p>
              <a:pPr algn="ctr" defTabSz="742969">
                <a:lnSpc>
                  <a:spcPct val="106000"/>
                </a:lnSpc>
                <a:defRPr/>
              </a:pPr>
              <a:r>
                <a:rPr lang="en-GB" sz="1000" b="1">
                  <a:solidFill>
                    <a:prstClr val="black"/>
                  </a:solidFill>
                  <a:latin typeface="Aptos" panose="020B0004020202020204" pitchFamily="34" charset="0"/>
                </a:rPr>
                <a:t>04</a:t>
              </a:r>
            </a:p>
          </p:txBody>
        </p:sp>
        <p:sp>
          <p:nvSpPr>
            <p:cNvPr id="21" name="Block Arc 20"/>
            <p:cNvSpPr/>
            <p:nvPr/>
          </p:nvSpPr>
          <p:spPr bwMode="gray">
            <a:xfrm>
              <a:off x="5170873" y="4084493"/>
              <a:ext cx="1558678" cy="1558679"/>
            </a:xfrm>
            <a:prstGeom prst="blockArc">
              <a:avLst>
                <a:gd name="adj1" fmla="val 10823994"/>
                <a:gd name="adj2" fmla="val 5529932"/>
                <a:gd name="adj3" fmla="val 14080"/>
              </a:avLst>
            </a:prstGeom>
            <a:solidFill>
              <a:schemeClr val="accent5"/>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22" name="Rounded Rectangle 21"/>
            <p:cNvSpPr/>
            <p:nvPr/>
          </p:nvSpPr>
          <p:spPr bwMode="gray">
            <a:xfrm>
              <a:off x="5983281" y="4477309"/>
              <a:ext cx="2784482" cy="773047"/>
            </a:xfrm>
            <a:prstGeom prst="roundRect">
              <a:avLst>
                <a:gd name="adj" fmla="val 50000"/>
              </a:avLst>
            </a:prstGeom>
            <a:solidFill>
              <a:schemeClr val="bg1">
                <a:lumMod val="95000"/>
              </a:schemeClr>
            </a:solidFill>
            <a:ln w="9525" algn="ctr">
              <a:solidFill>
                <a:schemeClr val="accent5"/>
              </a:solidFill>
              <a:miter lim="800000"/>
              <a:headEnd/>
              <a:tailEnd/>
            </a:ln>
          </p:spPr>
          <p:txBody>
            <a:bodyPr wrap="square" lIns="371475" tIns="72231" rIns="72231" bIns="72231" rtlCol="0" anchor="ctr"/>
            <a:lstStyle/>
            <a:p>
              <a:pPr lvl="0">
                <a:lnSpc>
                  <a:spcPct val="106000"/>
                </a:lnSpc>
              </a:pPr>
              <a:r>
                <a:rPr lang="en-US" sz="1000" dirty="0">
                  <a:latin typeface="Aptos" panose="020B0004020202020204" pitchFamily="34" charset="0"/>
                </a:rPr>
                <a:t>This is dummy text</a:t>
              </a:r>
              <a:endParaRPr lang="en-US" sz="1000" dirty="0">
                <a:solidFill>
                  <a:prstClr val="black"/>
                </a:solidFill>
                <a:latin typeface="Aptos" panose="020B0004020202020204" pitchFamily="34" charset="0"/>
              </a:endParaRPr>
            </a:p>
          </p:txBody>
        </p:sp>
        <p:sp>
          <p:nvSpPr>
            <p:cNvPr id="23" name="Oval 22"/>
            <p:cNvSpPr/>
            <p:nvPr/>
          </p:nvSpPr>
          <p:spPr bwMode="gray">
            <a:xfrm>
              <a:off x="5388371" y="4301992"/>
              <a:ext cx="1123683" cy="1123681"/>
            </a:xfrm>
            <a:prstGeom prst="ellipse">
              <a:avLst/>
            </a:prstGeom>
            <a:solidFill>
              <a:schemeClr val="bg1"/>
            </a:solidFill>
            <a:ln w="9525" algn="ctr">
              <a:noFill/>
              <a:miter lim="800000"/>
              <a:headEnd/>
              <a:tailEnd/>
            </a:ln>
          </p:spPr>
          <p:txBody>
            <a:bodyPr wrap="none" lIns="72231" tIns="72231" rIns="72231" bIns="72231" rtlCol="0" anchor="ctr"/>
            <a:lstStyle/>
            <a:p>
              <a:pPr algn="ctr" defTabSz="742969">
                <a:lnSpc>
                  <a:spcPct val="106000"/>
                </a:lnSpc>
                <a:defRPr/>
              </a:pPr>
              <a:endParaRPr lang="en-GB" sz="1000">
                <a:solidFill>
                  <a:prstClr val="black"/>
                </a:solidFill>
                <a:latin typeface="Aptos" panose="020B0004020202020204" pitchFamily="34" charset="0"/>
              </a:endParaRPr>
            </a:p>
          </p:txBody>
        </p:sp>
        <p:sp>
          <p:nvSpPr>
            <p:cNvPr id="24" name="Oval 23"/>
            <p:cNvSpPr/>
            <p:nvPr/>
          </p:nvSpPr>
          <p:spPr bwMode="gray">
            <a:xfrm>
              <a:off x="5550288" y="4463908"/>
              <a:ext cx="799848" cy="799848"/>
            </a:xfrm>
            <a:prstGeom prst="ellipse">
              <a:avLst/>
            </a:prstGeom>
            <a:solidFill>
              <a:srgbClr val="DDEFE8"/>
            </a:solidFill>
            <a:ln w="9525" algn="ctr">
              <a:solidFill>
                <a:schemeClr val="accent5"/>
              </a:solidFill>
              <a:miter lim="800000"/>
              <a:headEnd/>
              <a:tailEnd/>
            </a:ln>
          </p:spPr>
          <p:txBody>
            <a:bodyPr wrap="none" lIns="72231" tIns="72231" rIns="72231" bIns="72231" rtlCol="0" anchor="ctr"/>
            <a:lstStyle/>
            <a:p>
              <a:pPr algn="ctr" defTabSz="742969">
                <a:lnSpc>
                  <a:spcPct val="106000"/>
                </a:lnSpc>
                <a:defRPr/>
              </a:pPr>
              <a:r>
                <a:rPr lang="en-GB" sz="1000">
                  <a:solidFill>
                    <a:prstClr val="black"/>
                  </a:solidFill>
                  <a:latin typeface="Aptos" panose="020B0004020202020204" pitchFamily="34" charset="0"/>
                </a:rPr>
                <a:t>Step</a:t>
              </a:r>
            </a:p>
            <a:p>
              <a:pPr algn="ctr" defTabSz="742969">
                <a:lnSpc>
                  <a:spcPct val="106000"/>
                </a:lnSpc>
                <a:defRPr/>
              </a:pPr>
              <a:r>
                <a:rPr lang="en-GB" sz="1000" b="1">
                  <a:solidFill>
                    <a:prstClr val="black"/>
                  </a:solidFill>
                  <a:latin typeface="Aptos" panose="020B0004020202020204" pitchFamily="34" charset="0"/>
                </a:rPr>
                <a:t>05</a:t>
              </a:r>
            </a:p>
          </p:txBody>
        </p:sp>
        <p:sp>
          <p:nvSpPr>
            <p:cNvPr id="25" name="Rounded Rectangle 24"/>
            <p:cNvSpPr/>
            <p:nvPr/>
          </p:nvSpPr>
          <p:spPr bwMode="gray">
            <a:xfrm>
              <a:off x="0" y="2262188"/>
              <a:ext cx="2377691" cy="216487"/>
            </a:xfrm>
            <a:prstGeom prst="roundRect">
              <a:avLst>
                <a:gd name="adj" fmla="val 0"/>
              </a:avLst>
            </a:prstGeom>
            <a:solidFill>
              <a:schemeClr val="accent1"/>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26" name="Block Arc 25"/>
            <p:cNvSpPr/>
            <p:nvPr/>
          </p:nvSpPr>
          <p:spPr bwMode="gray">
            <a:xfrm>
              <a:off x="2047175" y="1820034"/>
              <a:ext cx="661032" cy="661032"/>
            </a:xfrm>
            <a:prstGeom prst="blockArc">
              <a:avLst>
                <a:gd name="adj1" fmla="val 21381499"/>
                <a:gd name="adj2" fmla="val 5466996"/>
                <a:gd name="adj3" fmla="val 33084"/>
              </a:avLst>
            </a:prstGeom>
            <a:solidFill>
              <a:schemeClr val="accent1"/>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27" name="Rounded Rectangle 26"/>
            <p:cNvSpPr/>
            <p:nvPr/>
          </p:nvSpPr>
          <p:spPr bwMode="gray">
            <a:xfrm>
              <a:off x="5901264" y="5876161"/>
              <a:ext cx="3236912" cy="216487"/>
            </a:xfrm>
            <a:prstGeom prst="roundRect">
              <a:avLst>
                <a:gd name="adj" fmla="val 0"/>
              </a:avLst>
            </a:prstGeom>
            <a:solidFill>
              <a:schemeClr val="accent5"/>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28" name="Block Arc 27"/>
            <p:cNvSpPr/>
            <p:nvPr/>
          </p:nvSpPr>
          <p:spPr bwMode="gray">
            <a:xfrm>
              <a:off x="5566697" y="5425792"/>
              <a:ext cx="661032" cy="661032"/>
            </a:xfrm>
            <a:prstGeom prst="blockArc">
              <a:avLst>
                <a:gd name="adj1" fmla="val 5256614"/>
                <a:gd name="adj2" fmla="val 17132510"/>
                <a:gd name="adj3" fmla="val 32408"/>
              </a:avLst>
            </a:prstGeom>
            <a:solidFill>
              <a:schemeClr val="accent5"/>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29" name="Freeform 28"/>
            <p:cNvSpPr>
              <a:spLocks noEditPoints="1"/>
            </p:cNvSpPr>
            <p:nvPr/>
          </p:nvSpPr>
          <p:spPr bwMode="auto">
            <a:xfrm>
              <a:off x="5291781" y="1317316"/>
              <a:ext cx="316919" cy="269381"/>
            </a:xfrm>
            <a:custGeom>
              <a:avLst/>
              <a:gdLst>
                <a:gd name="T0" fmla="*/ 23 w 300"/>
                <a:gd name="T1" fmla="*/ 245 h 256"/>
                <a:gd name="T2" fmla="*/ 2 w 300"/>
                <a:gd name="T3" fmla="*/ 245 h 256"/>
                <a:gd name="T4" fmla="*/ 12 w 300"/>
                <a:gd name="T5" fmla="*/ 213 h 256"/>
                <a:gd name="T6" fmla="*/ 55 w 300"/>
                <a:gd name="T7" fmla="*/ 192 h 256"/>
                <a:gd name="T8" fmla="*/ 44 w 300"/>
                <a:gd name="T9" fmla="*/ 245 h 256"/>
                <a:gd name="T10" fmla="*/ 66 w 300"/>
                <a:gd name="T11" fmla="*/ 245 h 256"/>
                <a:gd name="T12" fmla="*/ 55 w 300"/>
                <a:gd name="T13" fmla="*/ 192 h 256"/>
                <a:gd name="T14" fmla="*/ 87 w 300"/>
                <a:gd name="T15" fmla="*/ 171 h 256"/>
                <a:gd name="T16" fmla="*/ 98 w 300"/>
                <a:gd name="T17" fmla="*/ 256 h 256"/>
                <a:gd name="T18" fmla="*/ 108 w 300"/>
                <a:gd name="T19" fmla="*/ 171 h 256"/>
                <a:gd name="T20" fmla="*/ 140 w 300"/>
                <a:gd name="T21" fmla="*/ 149 h 256"/>
                <a:gd name="T22" fmla="*/ 130 w 300"/>
                <a:gd name="T23" fmla="*/ 245 h 256"/>
                <a:gd name="T24" fmla="*/ 151 w 300"/>
                <a:gd name="T25" fmla="*/ 245 h 256"/>
                <a:gd name="T26" fmla="*/ 140 w 300"/>
                <a:gd name="T27" fmla="*/ 149 h 256"/>
                <a:gd name="T28" fmla="*/ 172 w 300"/>
                <a:gd name="T29" fmla="*/ 160 h 256"/>
                <a:gd name="T30" fmla="*/ 183 w 300"/>
                <a:gd name="T31" fmla="*/ 256 h 256"/>
                <a:gd name="T32" fmla="*/ 194 w 300"/>
                <a:gd name="T33" fmla="*/ 160 h 256"/>
                <a:gd name="T34" fmla="*/ 226 w 300"/>
                <a:gd name="T35" fmla="*/ 117 h 256"/>
                <a:gd name="T36" fmla="*/ 215 w 300"/>
                <a:gd name="T37" fmla="*/ 245 h 256"/>
                <a:gd name="T38" fmla="*/ 236 w 300"/>
                <a:gd name="T39" fmla="*/ 245 h 256"/>
                <a:gd name="T40" fmla="*/ 226 w 300"/>
                <a:gd name="T41" fmla="*/ 117 h 256"/>
                <a:gd name="T42" fmla="*/ 258 w 300"/>
                <a:gd name="T43" fmla="*/ 96 h 256"/>
                <a:gd name="T44" fmla="*/ 268 w 300"/>
                <a:gd name="T45" fmla="*/ 256 h 256"/>
                <a:gd name="T46" fmla="*/ 279 w 300"/>
                <a:gd name="T47" fmla="*/ 96 h 256"/>
                <a:gd name="T48" fmla="*/ 300 w 300"/>
                <a:gd name="T49" fmla="*/ 7 h 256"/>
                <a:gd name="T50" fmla="*/ 290 w 300"/>
                <a:gd name="T51" fmla="*/ 0 h 256"/>
                <a:gd name="T52" fmla="*/ 236 w 300"/>
                <a:gd name="T53" fmla="*/ 11 h 256"/>
                <a:gd name="T54" fmla="*/ 264 w 300"/>
                <a:gd name="T55" fmla="*/ 21 h 256"/>
                <a:gd name="T56" fmla="*/ 98 w 300"/>
                <a:gd name="T57" fmla="*/ 107 h 256"/>
                <a:gd name="T58" fmla="*/ 6 w 300"/>
                <a:gd name="T59" fmla="*/ 173 h 256"/>
                <a:gd name="T60" fmla="*/ 12 w 300"/>
                <a:gd name="T61" fmla="*/ 192 h 256"/>
                <a:gd name="T62" fmla="*/ 101 w 300"/>
                <a:gd name="T63" fmla="*/ 128 h 256"/>
                <a:gd name="T64" fmla="*/ 191 w 300"/>
                <a:gd name="T65" fmla="*/ 125 h 256"/>
                <a:gd name="T66" fmla="*/ 279 w 300"/>
                <a:gd name="T67" fmla="*/ 53 h 256"/>
                <a:gd name="T68" fmla="*/ 300 w 300"/>
                <a:gd name="T69" fmla="*/ 53 h 256"/>
                <a:gd name="T70" fmla="*/ 300 w 300"/>
                <a:gd name="T71" fmla="*/ 7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0" h="256">
                  <a:moveTo>
                    <a:pt x="23" y="224"/>
                  </a:moveTo>
                  <a:cubicBezTo>
                    <a:pt x="23" y="245"/>
                    <a:pt x="23" y="245"/>
                    <a:pt x="23" y="245"/>
                  </a:cubicBezTo>
                  <a:cubicBezTo>
                    <a:pt x="23" y="251"/>
                    <a:pt x="18" y="256"/>
                    <a:pt x="12" y="256"/>
                  </a:cubicBezTo>
                  <a:cubicBezTo>
                    <a:pt x="6" y="256"/>
                    <a:pt x="2" y="251"/>
                    <a:pt x="2" y="245"/>
                  </a:cubicBezTo>
                  <a:cubicBezTo>
                    <a:pt x="2" y="224"/>
                    <a:pt x="2" y="224"/>
                    <a:pt x="2" y="224"/>
                  </a:cubicBezTo>
                  <a:cubicBezTo>
                    <a:pt x="2" y="218"/>
                    <a:pt x="6" y="213"/>
                    <a:pt x="12" y="213"/>
                  </a:cubicBezTo>
                  <a:cubicBezTo>
                    <a:pt x="18" y="213"/>
                    <a:pt x="23" y="218"/>
                    <a:pt x="23" y="224"/>
                  </a:cubicBezTo>
                  <a:close/>
                  <a:moveTo>
                    <a:pt x="55" y="192"/>
                  </a:moveTo>
                  <a:cubicBezTo>
                    <a:pt x="49" y="192"/>
                    <a:pt x="44" y="197"/>
                    <a:pt x="44" y="203"/>
                  </a:cubicBezTo>
                  <a:cubicBezTo>
                    <a:pt x="44" y="245"/>
                    <a:pt x="44" y="245"/>
                    <a:pt x="44" y="245"/>
                  </a:cubicBezTo>
                  <a:cubicBezTo>
                    <a:pt x="44" y="251"/>
                    <a:pt x="49" y="256"/>
                    <a:pt x="55" y="256"/>
                  </a:cubicBezTo>
                  <a:cubicBezTo>
                    <a:pt x="61" y="256"/>
                    <a:pt x="66" y="251"/>
                    <a:pt x="66" y="245"/>
                  </a:cubicBezTo>
                  <a:cubicBezTo>
                    <a:pt x="66" y="203"/>
                    <a:pt x="66" y="203"/>
                    <a:pt x="66" y="203"/>
                  </a:cubicBezTo>
                  <a:cubicBezTo>
                    <a:pt x="66" y="197"/>
                    <a:pt x="61" y="192"/>
                    <a:pt x="55" y="192"/>
                  </a:cubicBezTo>
                  <a:close/>
                  <a:moveTo>
                    <a:pt x="98" y="160"/>
                  </a:moveTo>
                  <a:cubicBezTo>
                    <a:pt x="92" y="160"/>
                    <a:pt x="87" y="165"/>
                    <a:pt x="87" y="171"/>
                  </a:cubicBezTo>
                  <a:cubicBezTo>
                    <a:pt x="87" y="245"/>
                    <a:pt x="87" y="245"/>
                    <a:pt x="87" y="245"/>
                  </a:cubicBezTo>
                  <a:cubicBezTo>
                    <a:pt x="87" y="251"/>
                    <a:pt x="92" y="256"/>
                    <a:pt x="98" y="256"/>
                  </a:cubicBezTo>
                  <a:cubicBezTo>
                    <a:pt x="104" y="256"/>
                    <a:pt x="108" y="251"/>
                    <a:pt x="108" y="245"/>
                  </a:cubicBezTo>
                  <a:cubicBezTo>
                    <a:pt x="108" y="171"/>
                    <a:pt x="108" y="171"/>
                    <a:pt x="108" y="171"/>
                  </a:cubicBezTo>
                  <a:cubicBezTo>
                    <a:pt x="108" y="165"/>
                    <a:pt x="104" y="160"/>
                    <a:pt x="98" y="160"/>
                  </a:cubicBezTo>
                  <a:close/>
                  <a:moveTo>
                    <a:pt x="140" y="149"/>
                  </a:moveTo>
                  <a:cubicBezTo>
                    <a:pt x="134" y="149"/>
                    <a:pt x="130" y="154"/>
                    <a:pt x="130" y="160"/>
                  </a:cubicBezTo>
                  <a:cubicBezTo>
                    <a:pt x="130" y="245"/>
                    <a:pt x="130" y="245"/>
                    <a:pt x="130" y="245"/>
                  </a:cubicBezTo>
                  <a:cubicBezTo>
                    <a:pt x="130" y="251"/>
                    <a:pt x="134" y="256"/>
                    <a:pt x="140" y="256"/>
                  </a:cubicBezTo>
                  <a:cubicBezTo>
                    <a:pt x="146" y="256"/>
                    <a:pt x="151" y="251"/>
                    <a:pt x="151" y="245"/>
                  </a:cubicBezTo>
                  <a:cubicBezTo>
                    <a:pt x="151" y="160"/>
                    <a:pt x="151" y="160"/>
                    <a:pt x="151" y="160"/>
                  </a:cubicBezTo>
                  <a:cubicBezTo>
                    <a:pt x="151" y="154"/>
                    <a:pt x="146" y="149"/>
                    <a:pt x="140" y="149"/>
                  </a:cubicBezTo>
                  <a:close/>
                  <a:moveTo>
                    <a:pt x="183" y="149"/>
                  </a:moveTo>
                  <a:cubicBezTo>
                    <a:pt x="177" y="149"/>
                    <a:pt x="172" y="154"/>
                    <a:pt x="172" y="160"/>
                  </a:cubicBezTo>
                  <a:cubicBezTo>
                    <a:pt x="172" y="245"/>
                    <a:pt x="172" y="245"/>
                    <a:pt x="172" y="245"/>
                  </a:cubicBezTo>
                  <a:cubicBezTo>
                    <a:pt x="172" y="251"/>
                    <a:pt x="177" y="256"/>
                    <a:pt x="183" y="256"/>
                  </a:cubicBezTo>
                  <a:cubicBezTo>
                    <a:pt x="189" y="256"/>
                    <a:pt x="194" y="251"/>
                    <a:pt x="194" y="245"/>
                  </a:cubicBezTo>
                  <a:cubicBezTo>
                    <a:pt x="194" y="160"/>
                    <a:pt x="194" y="160"/>
                    <a:pt x="194" y="160"/>
                  </a:cubicBezTo>
                  <a:cubicBezTo>
                    <a:pt x="194" y="154"/>
                    <a:pt x="189" y="149"/>
                    <a:pt x="183" y="149"/>
                  </a:cubicBezTo>
                  <a:close/>
                  <a:moveTo>
                    <a:pt x="226" y="117"/>
                  </a:moveTo>
                  <a:cubicBezTo>
                    <a:pt x="220" y="117"/>
                    <a:pt x="215" y="122"/>
                    <a:pt x="215" y="128"/>
                  </a:cubicBezTo>
                  <a:cubicBezTo>
                    <a:pt x="215" y="245"/>
                    <a:pt x="215" y="245"/>
                    <a:pt x="215" y="245"/>
                  </a:cubicBezTo>
                  <a:cubicBezTo>
                    <a:pt x="215" y="251"/>
                    <a:pt x="220" y="256"/>
                    <a:pt x="226" y="256"/>
                  </a:cubicBezTo>
                  <a:cubicBezTo>
                    <a:pt x="232" y="256"/>
                    <a:pt x="236" y="251"/>
                    <a:pt x="236" y="245"/>
                  </a:cubicBezTo>
                  <a:cubicBezTo>
                    <a:pt x="236" y="128"/>
                    <a:pt x="236" y="128"/>
                    <a:pt x="236" y="128"/>
                  </a:cubicBezTo>
                  <a:cubicBezTo>
                    <a:pt x="236" y="122"/>
                    <a:pt x="232" y="117"/>
                    <a:pt x="226" y="117"/>
                  </a:cubicBezTo>
                  <a:close/>
                  <a:moveTo>
                    <a:pt x="268" y="85"/>
                  </a:moveTo>
                  <a:cubicBezTo>
                    <a:pt x="262" y="85"/>
                    <a:pt x="258" y="90"/>
                    <a:pt x="258" y="96"/>
                  </a:cubicBezTo>
                  <a:cubicBezTo>
                    <a:pt x="258" y="245"/>
                    <a:pt x="258" y="245"/>
                    <a:pt x="258" y="245"/>
                  </a:cubicBezTo>
                  <a:cubicBezTo>
                    <a:pt x="258" y="251"/>
                    <a:pt x="262" y="256"/>
                    <a:pt x="268" y="256"/>
                  </a:cubicBezTo>
                  <a:cubicBezTo>
                    <a:pt x="274" y="256"/>
                    <a:pt x="279" y="251"/>
                    <a:pt x="279" y="245"/>
                  </a:cubicBezTo>
                  <a:cubicBezTo>
                    <a:pt x="279" y="96"/>
                    <a:pt x="279" y="96"/>
                    <a:pt x="279" y="96"/>
                  </a:cubicBezTo>
                  <a:cubicBezTo>
                    <a:pt x="279" y="90"/>
                    <a:pt x="274" y="85"/>
                    <a:pt x="268" y="85"/>
                  </a:cubicBezTo>
                  <a:close/>
                  <a:moveTo>
                    <a:pt x="300" y="7"/>
                  </a:moveTo>
                  <a:cubicBezTo>
                    <a:pt x="298" y="4"/>
                    <a:pt x="296" y="2"/>
                    <a:pt x="294" y="1"/>
                  </a:cubicBezTo>
                  <a:cubicBezTo>
                    <a:pt x="292" y="0"/>
                    <a:pt x="291" y="0"/>
                    <a:pt x="290" y="0"/>
                  </a:cubicBezTo>
                  <a:cubicBezTo>
                    <a:pt x="247" y="0"/>
                    <a:pt x="247" y="0"/>
                    <a:pt x="247" y="0"/>
                  </a:cubicBezTo>
                  <a:cubicBezTo>
                    <a:pt x="241" y="0"/>
                    <a:pt x="236" y="5"/>
                    <a:pt x="236" y="11"/>
                  </a:cubicBezTo>
                  <a:cubicBezTo>
                    <a:pt x="236" y="17"/>
                    <a:pt x="241" y="21"/>
                    <a:pt x="247" y="21"/>
                  </a:cubicBezTo>
                  <a:cubicBezTo>
                    <a:pt x="264" y="21"/>
                    <a:pt x="264" y="21"/>
                    <a:pt x="264" y="21"/>
                  </a:cubicBezTo>
                  <a:cubicBezTo>
                    <a:pt x="179" y="107"/>
                    <a:pt x="179" y="107"/>
                    <a:pt x="179" y="107"/>
                  </a:cubicBezTo>
                  <a:cubicBezTo>
                    <a:pt x="98" y="107"/>
                    <a:pt x="98" y="107"/>
                    <a:pt x="98" y="107"/>
                  </a:cubicBezTo>
                  <a:cubicBezTo>
                    <a:pt x="95" y="107"/>
                    <a:pt x="93" y="107"/>
                    <a:pt x="91" y="109"/>
                  </a:cubicBezTo>
                  <a:cubicBezTo>
                    <a:pt x="6" y="173"/>
                    <a:pt x="6" y="173"/>
                    <a:pt x="6" y="173"/>
                  </a:cubicBezTo>
                  <a:cubicBezTo>
                    <a:pt x="1" y="176"/>
                    <a:pt x="0" y="183"/>
                    <a:pt x="4" y="188"/>
                  </a:cubicBezTo>
                  <a:cubicBezTo>
                    <a:pt x="6" y="191"/>
                    <a:pt x="9" y="192"/>
                    <a:pt x="12" y="192"/>
                  </a:cubicBezTo>
                  <a:cubicBezTo>
                    <a:pt x="15" y="192"/>
                    <a:pt x="17" y="191"/>
                    <a:pt x="19" y="190"/>
                  </a:cubicBezTo>
                  <a:cubicBezTo>
                    <a:pt x="101" y="128"/>
                    <a:pt x="101" y="128"/>
                    <a:pt x="101" y="128"/>
                  </a:cubicBezTo>
                  <a:cubicBezTo>
                    <a:pt x="183" y="128"/>
                    <a:pt x="183" y="128"/>
                    <a:pt x="183" y="128"/>
                  </a:cubicBezTo>
                  <a:cubicBezTo>
                    <a:pt x="186" y="128"/>
                    <a:pt x="189" y="127"/>
                    <a:pt x="191" y="125"/>
                  </a:cubicBezTo>
                  <a:cubicBezTo>
                    <a:pt x="279" y="36"/>
                    <a:pt x="279" y="36"/>
                    <a:pt x="279" y="36"/>
                  </a:cubicBezTo>
                  <a:cubicBezTo>
                    <a:pt x="279" y="53"/>
                    <a:pt x="279" y="53"/>
                    <a:pt x="279" y="53"/>
                  </a:cubicBezTo>
                  <a:cubicBezTo>
                    <a:pt x="279" y="59"/>
                    <a:pt x="284" y="64"/>
                    <a:pt x="290" y="64"/>
                  </a:cubicBezTo>
                  <a:cubicBezTo>
                    <a:pt x="296" y="64"/>
                    <a:pt x="300" y="59"/>
                    <a:pt x="300" y="53"/>
                  </a:cubicBezTo>
                  <a:cubicBezTo>
                    <a:pt x="300" y="11"/>
                    <a:pt x="300" y="11"/>
                    <a:pt x="300" y="11"/>
                  </a:cubicBezTo>
                  <a:cubicBezTo>
                    <a:pt x="300" y="9"/>
                    <a:pt x="300" y="8"/>
                    <a:pt x="300" y="7"/>
                  </a:cubicBez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000">
                <a:solidFill>
                  <a:prstClr val="black"/>
                </a:solidFill>
                <a:latin typeface="Aptos" panose="020B0004020202020204" pitchFamily="34" charset="0"/>
              </a:endParaRPr>
            </a:p>
          </p:txBody>
        </p:sp>
        <p:sp>
          <p:nvSpPr>
            <p:cNvPr id="30" name="Freeform 464"/>
            <p:cNvSpPr>
              <a:spLocks noEditPoints="1"/>
            </p:cNvSpPr>
            <p:nvPr/>
          </p:nvSpPr>
          <p:spPr bwMode="auto">
            <a:xfrm>
              <a:off x="1101055" y="4776414"/>
              <a:ext cx="338511" cy="135087"/>
            </a:xfrm>
            <a:custGeom>
              <a:avLst/>
              <a:gdLst>
                <a:gd name="T0" fmla="*/ 309 w 320"/>
                <a:gd name="T1" fmla="*/ 53 h 128"/>
                <a:gd name="T2" fmla="*/ 127 w 320"/>
                <a:gd name="T3" fmla="*/ 53 h 128"/>
                <a:gd name="T4" fmla="*/ 64 w 320"/>
                <a:gd name="T5" fmla="*/ 0 h 128"/>
                <a:gd name="T6" fmla="*/ 0 w 320"/>
                <a:gd name="T7" fmla="*/ 64 h 128"/>
                <a:gd name="T8" fmla="*/ 64 w 320"/>
                <a:gd name="T9" fmla="*/ 128 h 128"/>
                <a:gd name="T10" fmla="*/ 127 w 320"/>
                <a:gd name="T11" fmla="*/ 74 h 128"/>
                <a:gd name="T12" fmla="*/ 256 w 320"/>
                <a:gd name="T13" fmla="*/ 74 h 128"/>
                <a:gd name="T14" fmla="*/ 256 w 320"/>
                <a:gd name="T15" fmla="*/ 96 h 128"/>
                <a:gd name="T16" fmla="*/ 266 w 320"/>
                <a:gd name="T17" fmla="*/ 106 h 128"/>
                <a:gd name="T18" fmla="*/ 277 w 320"/>
                <a:gd name="T19" fmla="*/ 96 h 128"/>
                <a:gd name="T20" fmla="*/ 277 w 320"/>
                <a:gd name="T21" fmla="*/ 74 h 128"/>
                <a:gd name="T22" fmla="*/ 298 w 320"/>
                <a:gd name="T23" fmla="*/ 74 h 128"/>
                <a:gd name="T24" fmla="*/ 298 w 320"/>
                <a:gd name="T25" fmla="*/ 117 h 128"/>
                <a:gd name="T26" fmla="*/ 309 w 320"/>
                <a:gd name="T27" fmla="*/ 128 h 128"/>
                <a:gd name="T28" fmla="*/ 320 w 320"/>
                <a:gd name="T29" fmla="*/ 117 h 128"/>
                <a:gd name="T30" fmla="*/ 320 w 320"/>
                <a:gd name="T31" fmla="*/ 64 h 128"/>
                <a:gd name="T32" fmla="*/ 309 w 320"/>
                <a:gd name="T33" fmla="*/ 53 h 128"/>
                <a:gd name="T34" fmla="*/ 64 w 320"/>
                <a:gd name="T35" fmla="*/ 106 h 128"/>
                <a:gd name="T36" fmla="*/ 21 w 320"/>
                <a:gd name="T37" fmla="*/ 64 h 128"/>
                <a:gd name="T38" fmla="*/ 64 w 320"/>
                <a:gd name="T39" fmla="*/ 21 h 128"/>
                <a:gd name="T40" fmla="*/ 106 w 320"/>
                <a:gd name="T41" fmla="*/ 64 h 128"/>
                <a:gd name="T42" fmla="*/ 64 w 320"/>
                <a:gd name="T43"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0" h="128">
                  <a:moveTo>
                    <a:pt x="309" y="53"/>
                  </a:moveTo>
                  <a:cubicBezTo>
                    <a:pt x="127" y="53"/>
                    <a:pt x="127" y="53"/>
                    <a:pt x="127" y="53"/>
                  </a:cubicBezTo>
                  <a:cubicBezTo>
                    <a:pt x="122" y="23"/>
                    <a:pt x="95" y="0"/>
                    <a:pt x="64" y="0"/>
                  </a:cubicBezTo>
                  <a:cubicBezTo>
                    <a:pt x="28" y="0"/>
                    <a:pt x="0" y="28"/>
                    <a:pt x="0" y="64"/>
                  </a:cubicBezTo>
                  <a:cubicBezTo>
                    <a:pt x="0" y="99"/>
                    <a:pt x="28" y="128"/>
                    <a:pt x="64" y="128"/>
                  </a:cubicBezTo>
                  <a:cubicBezTo>
                    <a:pt x="95" y="128"/>
                    <a:pt x="122" y="105"/>
                    <a:pt x="127" y="74"/>
                  </a:cubicBezTo>
                  <a:cubicBezTo>
                    <a:pt x="256" y="74"/>
                    <a:pt x="256" y="74"/>
                    <a:pt x="256" y="74"/>
                  </a:cubicBezTo>
                  <a:cubicBezTo>
                    <a:pt x="256" y="96"/>
                    <a:pt x="256" y="96"/>
                    <a:pt x="256" y="96"/>
                  </a:cubicBezTo>
                  <a:cubicBezTo>
                    <a:pt x="256" y="102"/>
                    <a:pt x="260" y="106"/>
                    <a:pt x="266" y="106"/>
                  </a:cubicBezTo>
                  <a:cubicBezTo>
                    <a:pt x="272" y="106"/>
                    <a:pt x="277" y="102"/>
                    <a:pt x="277" y="96"/>
                  </a:cubicBezTo>
                  <a:cubicBezTo>
                    <a:pt x="277" y="74"/>
                    <a:pt x="277" y="74"/>
                    <a:pt x="277" y="74"/>
                  </a:cubicBezTo>
                  <a:cubicBezTo>
                    <a:pt x="298" y="74"/>
                    <a:pt x="298" y="74"/>
                    <a:pt x="298" y="74"/>
                  </a:cubicBezTo>
                  <a:cubicBezTo>
                    <a:pt x="298" y="117"/>
                    <a:pt x="298" y="117"/>
                    <a:pt x="298" y="117"/>
                  </a:cubicBezTo>
                  <a:cubicBezTo>
                    <a:pt x="298" y="123"/>
                    <a:pt x="303" y="128"/>
                    <a:pt x="309" y="128"/>
                  </a:cubicBezTo>
                  <a:cubicBezTo>
                    <a:pt x="315" y="128"/>
                    <a:pt x="320" y="123"/>
                    <a:pt x="320" y="117"/>
                  </a:cubicBezTo>
                  <a:cubicBezTo>
                    <a:pt x="320" y="64"/>
                    <a:pt x="320" y="64"/>
                    <a:pt x="320" y="64"/>
                  </a:cubicBezTo>
                  <a:cubicBezTo>
                    <a:pt x="320" y="58"/>
                    <a:pt x="315" y="53"/>
                    <a:pt x="309" y="53"/>
                  </a:cubicBezTo>
                  <a:close/>
                  <a:moveTo>
                    <a:pt x="64" y="106"/>
                  </a:moveTo>
                  <a:cubicBezTo>
                    <a:pt x="40" y="106"/>
                    <a:pt x="21" y="87"/>
                    <a:pt x="21" y="64"/>
                  </a:cubicBezTo>
                  <a:cubicBezTo>
                    <a:pt x="21" y="40"/>
                    <a:pt x="40" y="21"/>
                    <a:pt x="64" y="21"/>
                  </a:cubicBezTo>
                  <a:cubicBezTo>
                    <a:pt x="87" y="21"/>
                    <a:pt x="106" y="40"/>
                    <a:pt x="106" y="64"/>
                  </a:cubicBezTo>
                  <a:cubicBezTo>
                    <a:pt x="106" y="87"/>
                    <a:pt x="87" y="106"/>
                    <a:pt x="64" y="106"/>
                  </a:cubicBezTo>
                  <a:close/>
                </a:path>
              </a:pathLst>
            </a:custGeom>
            <a:solidFill>
              <a:srgbClr val="01216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000">
                <a:solidFill>
                  <a:prstClr val="black"/>
                </a:solidFill>
                <a:latin typeface="Aptos" panose="020B0004020202020204" pitchFamily="34" charset="0"/>
              </a:endParaRPr>
            </a:p>
          </p:txBody>
        </p:sp>
        <p:sp>
          <p:nvSpPr>
            <p:cNvPr id="31" name="Freeform 41"/>
            <p:cNvSpPr>
              <a:spLocks noEditPoints="1"/>
            </p:cNvSpPr>
            <p:nvPr/>
          </p:nvSpPr>
          <p:spPr bwMode="auto">
            <a:xfrm>
              <a:off x="7938843" y="3991955"/>
              <a:ext cx="341689" cy="340100"/>
            </a:xfrm>
            <a:custGeom>
              <a:avLst/>
              <a:gdLst>
                <a:gd name="T0" fmla="*/ 168 w 324"/>
                <a:gd name="T1" fmla="*/ 177 h 322"/>
                <a:gd name="T2" fmla="*/ 123 w 324"/>
                <a:gd name="T3" fmla="*/ 143 h 322"/>
                <a:gd name="T4" fmla="*/ 65 w 324"/>
                <a:gd name="T5" fmla="*/ 142 h 322"/>
                <a:gd name="T6" fmla="*/ 18 w 324"/>
                <a:gd name="T7" fmla="*/ 175 h 322"/>
                <a:gd name="T8" fmla="*/ 0 w 324"/>
                <a:gd name="T9" fmla="*/ 229 h 322"/>
                <a:gd name="T10" fmla="*/ 17 w 324"/>
                <a:gd name="T11" fmla="*/ 284 h 322"/>
                <a:gd name="T12" fmla="*/ 63 w 324"/>
                <a:gd name="T13" fmla="*/ 319 h 322"/>
                <a:gd name="T14" fmla="*/ 115 w 324"/>
                <a:gd name="T15" fmla="*/ 320 h 322"/>
                <a:gd name="T16" fmla="*/ 145 w 324"/>
                <a:gd name="T17" fmla="*/ 294 h 322"/>
                <a:gd name="T18" fmla="*/ 172 w 324"/>
                <a:gd name="T19" fmla="*/ 252 h 322"/>
                <a:gd name="T20" fmla="*/ 146 w 324"/>
                <a:gd name="T21" fmla="*/ 249 h 322"/>
                <a:gd name="T22" fmla="*/ 125 w 324"/>
                <a:gd name="T23" fmla="*/ 277 h 322"/>
                <a:gd name="T24" fmla="*/ 92 w 324"/>
                <a:gd name="T25" fmla="*/ 284 h 322"/>
                <a:gd name="T26" fmla="*/ 69 w 324"/>
                <a:gd name="T27" fmla="*/ 293 h 322"/>
                <a:gd name="T28" fmla="*/ 37 w 324"/>
                <a:gd name="T29" fmla="*/ 267 h 322"/>
                <a:gd name="T30" fmla="*/ 26 w 324"/>
                <a:gd name="T31" fmla="*/ 227 h 322"/>
                <a:gd name="T32" fmla="*/ 41 w 324"/>
                <a:gd name="T33" fmla="*/ 189 h 322"/>
                <a:gd name="T34" fmla="*/ 76 w 324"/>
                <a:gd name="T35" fmla="*/ 168 h 322"/>
                <a:gd name="T36" fmla="*/ 115 w 324"/>
                <a:gd name="T37" fmla="*/ 164 h 322"/>
                <a:gd name="T38" fmla="*/ 150 w 324"/>
                <a:gd name="T39" fmla="*/ 190 h 322"/>
                <a:gd name="T40" fmla="*/ 163 w 324"/>
                <a:gd name="T41" fmla="*/ 232 h 322"/>
                <a:gd name="T42" fmla="*/ 61 w 324"/>
                <a:gd name="T43" fmla="*/ 214 h 322"/>
                <a:gd name="T44" fmla="*/ 103 w 324"/>
                <a:gd name="T45" fmla="*/ 265 h 322"/>
                <a:gd name="T46" fmla="*/ 105 w 324"/>
                <a:gd name="T47" fmla="*/ 237 h 322"/>
                <a:gd name="T48" fmla="*/ 80 w 324"/>
                <a:gd name="T49" fmla="*/ 224 h 322"/>
                <a:gd name="T50" fmla="*/ 106 w 324"/>
                <a:gd name="T51" fmla="*/ 226 h 322"/>
                <a:gd name="T52" fmla="*/ 308 w 324"/>
                <a:gd name="T53" fmla="*/ 62 h 322"/>
                <a:gd name="T54" fmla="*/ 276 w 324"/>
                <a:gd name="T55" fmla="*/ 23 h 322"/>
                <a:gd name="T56" fmla="*/ 227 w 324"/>
                <a:gd name="T57" fmla="*/ 10 h 322"/>
                <a:gd name="T58" fmla="*/ 180 w 324"/>
                <a:gd name="T59" fmla="*/ 29 h 322"/>
                <a:gd name="T60" fmla="*/ 152 w 324"/>
                <a:gd name="T61" fmla="*/ 71 h 322"/>
                <a:gd name="T62" fmla="*/ 155 w 324"/>
                <a:gd name="T63" fmla="*/ 122 h 322"/>
                <a:gd name="T64" fmla="*/ 187 w 324"/>
                <a:gd name="T65" fmla="*/ 161 h 322"/>
                <a:gd name="T66" fmla="*/ 236 w 324"/>
                <a:gd name="T67" fmla="*/ 174 h 322"/>
                <a:gd name="T68" fmla="*/ 276 w 324"/>
                <a:gd name="T69" fmla="*/ 156 h 322"/>
                <a:gd name="T70" fmla="*/ 305 w 324"/>
                <a:gd name="T71" fmla="*/ 117 h 322"/>
                <a:gd name="T72" fmla="*/ 298 w 324"/>
                <a:gd name="T73" fmla="*/ 96 h 322"/>
                <a:gd name="T74" fmla="*/ 283 w 324"/>
                <a:gd name="T75" fmla="*/ 134 h 322"/>
                <a:gd name="T76" fmla="*/ 248 w 324"/>
                <a:gd name="T77" fmla="*/ 155 h 322"/>
                <a:gd name="T78" fmla="*/ 209 w 324"/>
                <a:gd name="T79" fmla="*/ 158 h 322"/>
                <a:gd name="T80" fmla="*/ 174 w 324"/>
                <a:gd name="T81" fmla="*/ 132 h 322"/>
                <a:gd name="T82" fmla="*/ 161 w 324"/>
                <a:gd name="T83" fmla="*/ 91 h 322"/>
                <a:gd name="T84" fmla="*/ 175 w 324"/>
                <a:gd name="T85" fmla="*/ 50 h 322"/>
                <a:gd name="T86" fmla="*/ 211 w 324"/>
                <a:gd name="T87" fmla="*/ 26 h 322"/>
                <a:gd name="T88" fmla="*/ 250 w 324"/>
                <a:gd name="T89" fmla="*/ 30 h 322"/>
                <a:gd name="T90" fmla="*/ 284 w 324"/>
                <a:gd name="T91" fmla="*/ 51 h 322"/>
                <a:gd name="T92" fmla="*/ 298 w 324"/>
                <a:gd name="T93" fmla="*/ 90 h 322"/>
                <a:gd name="T94" fmla="*/ 221 w 324"/>
                <a:gd name="T95" fmla="*/ 58 h 322"/>
                <a:gd name="T96" fmla="*/ 231 w 324"/>
                <a:gd name="T97" fmla="*/ 128 h 322"/>
                <a:gd name="T98" fmla="*/ 248 w 324"/>
                <a:gd name="T99" fmla="*/ 61 h 322"/>
                <a:gd name="T100" fmla="*/ 218 w 324"/>
                <a:gd name="T101" fmla="*/ 96 h 322"/>
                <a:gd name="T102" fmla="*/ 238 w 324"/>
                <a:gd name="T103" fmla="*/ 79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4" h="322">
                  <a:moveTo>
                    <a:pt x="172" y="212"/>
                  </a:moveTo>
                  <a:cubicBezTo>
                    <a:pt x="171" y="211"/>
                    <a:pt x="168" y="209"/>
                    <a:pt x="167" y="208"/>
                  </a:cubicBezTo>
                  <a:cubicBezTo>
                    <a:pt x="167" y="206"/>
                    <a:pt x="168" y="203"/>
                    <a:pt x="169" y="201"/>
                  </a:cubicBezTo>
                  <a:cubicBezTo>
                    <a:pt x="171" y="194"/>
                    <a:pt x="174" y="185"/>
                    <a:pt x="168" y="177"/>
                  </a:cubicBezTo>
                  <a:cubicBezTo>
                    <a:pt x="163" y="169"/>
                    <a:pt x="153" y="169"/>
                    <a:pt x="146" y="169"/>
                  </a:cubicBezTo>
                  <a:cubicBezTo>
                    <a:pt x="144" y="169"/>
                    <a:pt x="141" y="168"/>
                    <a:pt x="139" y="168"/>
                  </a:cubicBezTo>
                  <a:cubicBezTo>
                    <a:pt x="139" y="167"/>
                    <a:pt x="138" y="164"/>
                    <a:pt x="137" y="162"/>
                  </a:cubicBezTo>
                  <a:cubicBezTo>
                    <a:pt x="135" y="155"/>
                    <a:pt x="132" y="146"/>
                    <a:pt x="123" y="143"/>
                  </a:cubicBezTo>
                  <a:cubicBezTo>
                    <a:pt x="114" y="140"/>
                    <a:pt x="105" y="145"/>
                    <a:pt x="100" y="149"/>
                  </a:cubicBezTo>
                  <a:cubicBezTo>
                    <a:pt x="98" y="150"/>
                    <a:pt x="95" y="152"/>
                    <a:pt x="94" y="153"/>
                  </a:cubicBezTo>
                  <a:cubicBezTo>
                    <a:pt x="92" y="152"/>
                    <a:pt x="90" y="150"/>
                    <a:pt x="88" y="149"/>
                  </a:cubicBezTo>
                  <a:cubicBezTo>
                    <a:pt x="83" y="145"/>
                    <a:pt x="74" y="139"/>
                    <a:pt x="65" y="142"/>
                  </a:cubicBezTo>
                  <a:cubicBezTo>
                    <a:pt x="56" y="145"/>
                    <a:pt x="53" y="154"/>
                    <a:pt x="50" y="161"/>
                  </a:cubicBezTo>
                  <a:cubicBezTo>
                    <a:pt x="49" y="163"/>
                    <a:pt x="48" y="166"/>
                    <a:pt x="48" y="167"/>
                  </a:cubicBezTo>
                  <a:cubicBezTo>
                    <a:pt x="46" y="167"/>
                    <a:pt x="43" y="167"/>
                    <a:pt x="41" y="167"/>
                  </a:cubicBezTo>
                  <a:cubicBezTo>
                    <a:pt x="34" y="167"/>
                    <a:pt x="24" y="168"/>
                    <a:pt x="18" y="175"/>
                  </a:cubicBezTo>
                  <a:cubicBezTo>
                    <a:pt x="13" y="183"/>
                    <a:pt x="15" y="192"/>
                    <a:pt x="17" y="199"/>
                  </a:cubicBezTo>
                  <a:cubicBezTo>
                    <a:pt x="18" y="201"/>
                    <a:pt x="19" y="204"/>
                    <a:pt x="19" y="206"/>
                  </a:cubicBezTo>
                  <a:cubicBezTo>
                    <a:pt x="18" y="207"/>
                    <a:pt x="15" y="209"/>
                    <a:pt x="14" y="210"/>
                  </a:cubicBezTo>
                  <a:cubicBezTo>
                    <a:pt x="8" y="214"/>
                    <a:pt x="0" y="220"/>
                    <a:pt x="0" y="229"/>
                  </a:cubicBezTo>
                  <a:cubicBezTo>
                    <a:pt x="0" y="239"/>
                    <a:pt x="7" y="245"/>
                    <a:pt x="13" y="249"/>
                  </a:cubicBezTo>
                  <a:cubicBezTo>
                    <a:pt x="15" y="251"/>
                    <a:pt x="18" y="253"/>
                    <a:pt x="18" y="253"/>
                  </a:cubicBezTo>
                  <a:cubicBezTo>
                    <a:pt x="18" y="255"/>
                    <a:pt x="17" y="258"/>
                    <a:pt x="16" y="261"/>
                  </a:cubicBezTo>
                  <a:cubicBezTo>
                    <a:pt x="14" y="268"/>
                    <a:pt x="11" y="277"/>
                    <a:pt x="17" y="284"/>
                  </a:cubicBezTo>
                  <a:cubicBezTo>
                    <a:pt x="22" y="292"/>
                    <a:pt x="32" y="292"/>
                    <a:pt x="39" y="293"/>
                  </a:cubicBezTo>
                  <a:cubicBezTo>
                    <a:pt x="41" y="293"/>
                    <a:pt x="44" y="293"/>
                    <a:pt x="46" y="293"/>
                  </a:cubicBezTo>
                  <a:cubicBezTo>
                    <a:pt x="47" y="295"/>
                    <a:pt x="48" y="298"/>
                    <a:pt x="48" y="299"/>
                  </a:cubicBezTo>
                  <a:cubicBezTo>
                    <a:pt x="51" y="306"/>
                    <a:pt x="54" y="315"/>
                    <a:pt x="63" y="319"/>
                  </a:cubicBezTo>
                  <a:cubicBezTo>
                    <a:pt x="72" y="322"/>
                    <a:pt x="80" y="316"/>
                    <a:pt x="86" y="312"/>
                  </a:cubicBezTo>
                  <a:cubicBezTo>
                    <a:pt x="87" y="311"/>
                    <a:pt x="90" y="309"/>
                    <a:pt x="92" y="309"/>
                  </a:cubicBezTo>
                  <a:cubicBezTo>
                    <a:pt x="93" y="309"/>
                    <a:pt x="95" y="311"/>
                    <a:pt x="97" y="312"/>
                  </a:cubicBezTo>
                  <a:cubicBezTo>
                    <a:pt x="102" y="316"/>
                    <a:pt x="108" y="320"/>
                    <a:pt x="115" y="320"/>
                  </a:cubicBezTo>
                  <a:cubicBezTo>
                    <a:pt x="117" y="320"/>
                    <a:pt x="118" y="320"/>
                    <a:pt x="120" y="319"/>
                  </a:cubicBezTo>
                  <a:cubicBezTo>
                    <a:pt x="129" y="316"/>
                    <a:pt x="133" y="307"/>
                    <a:pt x="135" y="300"/>
                  </a:cubicBezTo>
                  <a:cubicBezTo>
                    <a:pt x="136" y="298"/>
                    <a:pt x="137" y="296"/>
                    <a:pt x="138" y="294"/>
                  </a:cubicBezTo>
                  <a:cubicBezTo>
                    <a:pt x="139" y="294"/>
                    <a:pt x="142" y="294"/>
                    <a:pt x="145" y="294"/>
                  </a:cubicBezTo>
                  <a:cubicBezTo>
                    <a:pt x="152" y="294"/>
                    <a:pt x="161" y="294"/>
                    <a:pt x="167" y="286"/>
                  </a:cubicBezTo>
                  <a:cubicBezTo>
                    <a:pt x="173" y="279"/>
                    <a:pt x="170" y="269"/>
                    <a:pt x="168" y="262"/>
                  </a:cubicBezTo>
                  <a:cubicBezTo>
                    <a:pt x="168" y="260"/>
                    <a:pt x="167" y="257"/>
                    <a:pt x="167" y="256"/>
                  </a:cubicBezTo>
                  <a:cubicBezTo>
                    <a:pt x="168" y="255"/>
                    <a:pt x="170" y="253"/>
                    <a:pt x="172" y="252"/>
                  </a:cubicBezTo>
                  <a:cubicBezTo>
                    <a:pt x="177" y="247"/>
                    <a:pt x="185" y="242"/>
                    <a:pt x="185" y="232"/>
                  </a:cubicBezTo>
                  <a:cubicBezTo>
                    <a:pt x="186" y="223"/>
                    <a:pt x="178" y="217"/>
                    <a:pt x="172" y="212"/>
                  </a:cubicBezTo>
                  <a:close/>
                  <a:moveTo>
                    <a:pt x="159" y="235"/>
                  </a:moveTo>
                  <a:cubicBezTo>
                    <a:pt x="154" y="238"/>
                    <a:pt x="148" y="242"/>
                    <a:pt x="146" y="249"/>
                  </a:cubicBezTo>
                  <a:cubicBezTo>
                    <a:pt x="144" y="255"/>
                    <a:pt x="146" y="262"/>
                    <a:pt x="148" y="268"/>
                  </a:cubicBezTo>
                  <a:cubicBezTo>
                    <a:pt x="148" y="269"/>
                    <a:pt x="148" y="271"/>
                    <a:pt x="149" y="272"/>
                  </a:cubicBezTo>
                  <a:cubicBezTo>
                    <a:pt x="147" y="273"/>
                    <a:pt x="145" y="273"/>
                    <a:pt x="144" y="273"/>
                  </a:cubicBezTo>
                  <a:cubicBezTo>
                    <a:pt x="138" y="273"/>
                    <a:pt x="131" y="273"/>
                    <a:pt x="125" y="277"/>
                  </a:cubicBezTo>
                  <a:cubicBezTo>
                    <a:pt x="120" y="281"/>
                    <a:pt x="117" y="287"/>
                    <a:pt x="115" y="293"/>
                  </a:cubicBezTo>
                  <a:cubicBezTo>
                    <a:pt x="115" y="294"/>
                    <a:pt x="114" y="295"/>
                    <a:pt x="113" y="297"/>
                  </a:cubicBezTo>
                  <a:cubicBezTo>
                    <a:pt x="112" y="296"/>
                    <a:pt x="110" y="294"/>
                    <a:pt x="109" y="293"/>
                  </a:cubicBezTo>
                  <a:cubicBezTo>
                    <a:pt x="104" y="290"/>
                    <a:pt x="99" y="284"/>
                    <a:pt x="92" y="284"/>
                  </a:cubicBezTo>
                  <a:cubicBezTo>
                    <a:pt x="92" y="284"/>
                    <a:pt x="92" y="284"/>
                    <a:pt x="92" y="284"/>
                  </a:cubicBezTo>
                  <a:cubicBezTo>
                    <a:pt x="85" y="284"/>
                    <a:pt x="79" y="289"/>
                    <a:pt x="74" y="293"/>
                  </a:cubicBezTo>
                  <a:cubicBezTo>
                    <a:pt x="73" y="294"/>
                    <a:pt x="71" y="296"/>
                    <a:pt x="70" y="297"/>
                  </a:cubicBezTo>
                  <a:cubicBezTo>
                    <a:pt x="70" y="296"/>
                    <a:pt x="69" y="294"/>
                    <a:pt x="69" y="293"/>
                  </a:cubicBezTo>
                  <a:cubicBezTo>
                    <a:pt x="67" y="287"/>
                    <a:pt x="64" y="280"/>
                    <a:pt x="59" y="276"/>
                  </a:cubicBezTo>
                  <a:cubicBezTo>
                    <a:pt x="53" y="272"/>
                    <a:pt x="46" y="272"/>
                    <a:pt x="40" y="271"/>
                  </a:cubicBezTo>
                  <a:cubicBezTo>
                    <a:pt x="39" y="271"/>
                    <a:pt x="37" y="271"/>
                    <a:pt x="36" y="271"/>
                  </a:cubicBezTo>
                  <a:cubicBezTo>
                    <a:pt x="36" y="270"/>
                    <a:pt x="36" y="268"/>
                    <a:pt x="37" y="267"/>
                  </a:cubicBezTo>
                  <a:cubicBezTo>
                    <a:pt x="39" y="261"/>
                    <a:pt x="41" y="254"/>
                    <a:pt x="39" y="247"/>
                  </a:cubicBezTo>
                  <a:cubicBezTo>
                    <a:pt x="37" y="241"/>
                    <a:pt x="31" y="236"/>
                    <a:pt x="26" y="232"/>
                  </a:cubicBezTo>
                  <a:cubicBezTo>
                    <a:pt x="25" y="232"/>
                    <a:pt x="24" y="231"/>
                    <a:pt x="23" y="230"/>
                  </a:cubicBezTo>
                  <a:cubicBezTo>
                    <a:pt x="24" y="229"/>
                    <a:pt x="25" y="228"/>
                    <a:pt x="26" y="227"/>
                  </a:cubicBezTo>
                  <a:cubicBezTo>
                    <a:pt x="31" y="223"/>
                    <a:pt x="37" y="219"/>
                    <a:pt x="39" y="213"/>
                  </a:cubicBezTo>
                  <a:cubicBezTo>
                    <a:pt x="41" y="206"/>
                    <a:pt x="39" y="199"/>
                    <a:pt x="38" y="193"/>
                  </a:cubicBezTo>
                  <a:cubicBezTo>
                    <a:pt x="37" y="192"/>
                    <a:pt x="37" y="190"/>
                    <a:pt x="37" y="189"/>
                  </a:cubicBezTo>
                  <a:cubicBezTo>
                    <a:pt x="38" y="189"/>
                    <a:pt x="40" y="189"/>
                    <a:pt x="41" y="189"/>
                  </a:cubicBezTo>
                  <a:cubicBezTo>
                    <a:pt x="47" y="189"/>
                    <a:pt x="54" y="189"/>
                    <a:pt x="60" y="185"/>
                  </a:cubicBezTo>
                  <a:cubicBezTo>
                    <a:pt x="66" y="181"/>
                    <a:pt x="68" y="174"/>
                    <a:pt x="70" y="169"/>
                  </a:cubicBezTo>
                  <a:cubicBezTo>
                    <a:pt x="71" y="167"/>
                    <a:pt x="71" y="166"/>
                    <a:pt x="72" y="164"/>
                  </a:cubicBezTo>
                  <a:cubicBezTo>
                    <a:pt x="73" y="165"/>
                    <a:pt x="75" y="167"/>
                    <a:pt x="76" y="168"/>
                  </a:cubicBezTo>
                  <a:cubicBezTo>
                    <a:pt x="81" y="172"/>
                    <a:pt x="87" y="177"/>
                    <a:pt x="93" y="177"/>
                  </a:cubicBezTo>
                  <a:cubicBezTo>
                    <a:pt x="94" y="177"/>
                    <a:pt x="94" y="177"/>
                    <a:pt x="94" y="177"/>
                  </a:cubicBezTo>
                  <a:cubicBezTo>
                    <a:pt x="101" y="177"/>
                    <a:pt x="106" y="172"/>
                    <a:pt x="111" y="168"/>
                  </a:cubicBezTo>
                  <a:cubicBezTo>
                    <a:pt x="112" y="168"/>
                    <a:pt x="114" y="165"/>
                    <a:pt x="115" y="164"/>
                  </a:cubicBezTo>
                  <a:cubicBezTo>
                    <a:pt x="116" y="166"/>
                    <a:pt x="116" y="168"/>
                    <a:pt x="117" y="169"/>
                  </a:cubicBezTo>
                  <a:cubicBezTo>
                    <a:pt x="119" y="175"/>
                    <a:pt x="121" y="181"/>
                    <a:pt x="127" y="185"/>
                  </a:cubicBezTo>
                  <a:cubicBezTo>
                    <a:pt x="132" y="189"/>
                    <a:pt x="139" y="190"/>
                    <a:pt x="145" y="190"/>
                  </a:cubicBezTo>
                  <a:cubicBezTo>
                    <a:pt x="146" y="190"/>
                    <a:pt x="148" y="190"/>
                    <a:pt x="150" y="190"/>
                  </a:cubicBezTo>
                  <a:cubicBezTo>
                    <a:pt x="149" y="192"/>
                    <a:pt x="149" y="193"/>
                    <a:pt x="149" y="194"/>
                  </a:cubicBezTo>
                  <a:cubicBezTo>
                    <a:pt x="147" y="200"/>
                    <a:pt x="145" y="207"/>
                    <a:pt x="147" y="214"/>
                  </a:cubicBezTo>
                  <a:cubicBezTo>
                    <a:pt x="149" y="221"/>
                    <a:pt x="154" y="225"/>
                    <a:pt x="159" y="229"/>
                  </a:cubicBezTo>
                  <a:cubicBezTo>
                    <a:pt x="160" y="230"/>
                    <a:pt x="162" y="231"/>
                    <a:pt x="163" y="232"/>
                  </a:cubicBezTo>
                  <a:cubicBezTo>
                    <a:pt x="161" y="233"/>
                    <a:pt x="160" y="234"/>
                    <a:pt x="159" y="235"/>
                  </a:cubicBezTo>
                  <a:close/>
                  <a:moveTo>
                    <a:pt x="109" y="199"/>
                  </a:moveTo>
                  <a:cubicBezTo>
                    <a:pt x="101" y="195"/>
                    <a:pt x="91" y="194"/>
                    <a:pt x="82" y="197"/>
                  </a:cubicBezTo>
                  <a:cubicBezTo>
                    <a:pt x="73" y="200"/>
                    <a:pt x="66" y="206"/>
                    <a:pt x="61" y="214"/>
                  </a:cubicBezTo>
                  <a:cubicBezTo>
                    <a:pt x="57" y="223"/>
                    <a:pt x="56" y="232"/>
                    <a:pt x="59" y="241"/>
                  </a:cubicBezTo>
                  <a:cubicBezTo>
                    <a:pt x="62" y="250"/>
                    <a:pt x="68" y="258"/>
                    <a:pt x="76" y="262"/>
                  </a:cubicBezTo>
                  <a:cubicBezTo>
                    <a:pt x="81" y="265"/>
                    <a:pt x="87" y="266"/>
                    <a:pt x="93" y="266"/>
                  </a:cubicBezTo>
                  <a:cubicBezTo>
                    <a:pt x="96" y="266"/>
                    <a:pt x="100" y="266"/>
                    <a:pt x="103" y="265"/>
                  </a:cubicBezTo>
                  <a:cubicBezTo>
                    <a:pt x="112" y="262"/>
                    <a:pt x="120" y="256"/>
                    <a:pt x="124" y="247"/>
                  </a:cubicBezTo>
                  <a:cubicBezTo>
                    <a:pt x="129" y="239"/>
                    <a:pt x="129" y="229"/>
                    <a:pt x="127" y="220"/>
                  </a:cubicBezTo>
                  <a:cubicBezTo>
                    <a:pt x="124" y="211"/>
                    <a:pt x="118" y="204"/>
                    <a:pt x="109" y="199"/>
                  </a:cubicBezTo>
                  <a:close/>
                  <a:moveTo>
                    <a:pt x="105" y="237"/>
                  </a:moveTo>
                  <a:cubicBezTo>
                    <a:pt x="103" y="241"/>
                    <a:pt x="101" y="243"/>
                    <a:pt x="97" y="244"/>
                  </a:cubicBezTo>
                  <a:cubicBezTo>
                    <a:pt x="93" y="245"/>
                    <a:pt x="89" y="245"/>
                    <a:pt x="86" y="243"/>
                  </a:cubicBezTo>
                  <a:cubicBezTo>
                    <a:pt x="83" y="241"/>
                    <a:pt x="80" y="239"/>
                    <a:pt x="79" y="235"/>
                  </a:cubicBezTo>
                  <a:cubicBezTo>
                    <a:pt x="78" y="231"/>
                    <a:pt x="78" y="227"/>
                    <a:pt x="80" y="224"/>
                  </a:cubicBezTo>
                  <a:cubicBezTo>
                    <a:pt x="82" y="221"/>
                    <a:pt x="85" y="218"/>
                    <a:pt x="88" y="217"/>
                  </a:cubicBezTo>
                  <a:cubicBezTo>
                    <a:pt x="90" y="217"/>
                    <a:pt x="91" y="216"/>
                    <a:pt x="93" y="216"/>
                  </a:cubicBezTo>
                  <a:cubicBezTo>
                    <a:pt x="95" y="216"/>
                    <a:pt x="97" y="217"/>
                    <a:pt x="99" y="218"/>
                  </a:cubicBezTo>
                  <a:cubicBezTo>
                    <a:pt x="103" y="220"/>
                    <a:pt x="105" y="223"/>
                    <a:pt x="106" y="226"/>
                  </a:cubicBezTo>
                  <a:cubicBezTo>
                    <a:pt x="107" y="230"/>
                    <a:pt x="107" y="234"/>
                    <a:pt x="105" y="237"/>
                  </a:cubicBezTo>
                  <a:close/>
                  <a:moveTo>
                    <a:pt x="311" y="74"/>
                  </a:moveTo>
                  <a:cubicBezTo>
                    <a:pt x="309" y="72"/>
                    <a:pt x="307" y="70"/>
                    <a:pt x="306" y="69"/>
                  </a:cubicBezTo>
                  <a:cubicBezTo>
                    <a:pt x="306" y="67"/>
                    <a:pt x="307" y="64"/>
                    <a:pt x="308" y="62"/>
                  </a:cubicBezTo>
                  <a:cubicBezTo>
                    <a:pt x="310" y="55"/>
                    <a:pt x="313" y="46"/>
                    <a:pt x="307" y="38"/>
                  </a:cubicBezTo>
                  <a:cubicBezTo>
                    <a:pt x="302" y="31"/>
                    <a:pt x="292" y="30"/>
                    <a:pt x="285" y="30"/>
                  </a:cubicBezTo>
                  <a:cubicBezTo>
                    <a:pt x="283" y="30"/>
                    <a:pt x="280" y="30"/>
                    <a:pt x="278" y="29"/>
                  </a:cubicBezTo>
                  <a:cubicBezTo>
                    <a:pt x="277" y="28"/>
                    <a:pt x="276" y="25"/>
                    <a:pt x="276" y="23"/>
                  </a:cubicBezTo>
                  <a:cubicBezTo>
                    <a:pt x="273" y="16"/>
                    <a:pt x="270" y="7"/>
                    <a:pt x="261" y="4"/>
                  </a:cubicBezTo>
                  <a:cubicBezTo>
                    <a:pt x="252" y="1"/>
                    <a:pt x="244" y="6"/>
                    <a:pt x="238" y="10"/>
                  </a:cubicBezTo>
                  <a:cubicBezTo>
                    <a:pt x="237" y="12"/>
                    <a:pt x="234" y="13"/>
                    <a:pt x="232" y="14"/>
                  </a:cubicBezTo>
                  <a:cubicBezTo>
                    <a:pt x="231" y="13"/>
                    <a:pt x="229" y="12"/>
                    <a:pt x="227" y="10"/>
                  </a:cubicBezTo>
                  <a:cubicBezTo>
                    <a:pt x="221" y="6"/>
                    <a:pt x="213" y="0"/>
                    <a:pt x="204" y="3"/>
                  </a:cubicBezTo>
                  <a:cubicBezTo>
                    <a:pt x="195" y="6"/>
                    <a:pt x="191" y="16"/>
                    <a:pt x="189" y="22"/>
                  </a:cubicBezTo>
                  <a:cubicBezTo>
                    <a:pt x="188" y="24"/>
                    <a:pt x="187" y="27"/>
                    <a:pt x="186" y="28"/>
                  </a:cubicBezTo>
                  <a:cubicBezTo>
                    <a:pt x="185" y="29"/>
                    <a:pt x="182" y="29"/>
                    <a:pt x="180" y="29"/>
                  </a:cubicBezTo>
                  <a:cubicBezTo>
                    <a:pt x="172" y="29"/>
                    <a:pt x="163" y="29"/>
                    <a:pt x="157" y="36"/>
                  </a:cubicBezTo>
                  <a:cubicBezTo>
                    <a:pt x="151" y="44"/>
                    <a:pt x="154" y="53"/>
                    <a:pt x="156" y="60"/>
                  </a:cubicBezTo>
                  <a:cubicBezTo>
                    <a:pt x="156" y="62"/>
                    <a:pt x="157" y="65"/>
                    <a:pt x="157" y="67"/>
                  </a:cubicBezTo>
                  <a:cubicBezTo>
                    <a:pt x="156" y="68"/>
                    <a:pt x="154" y="70"/>
                    <a:pt x="152" y="71"/>
                  </a:cubicBezTo>
                  <a:cubicBezTo>
                    <a:pt x="147" y="75"/>
                    <a:pt x="139" y="81"/>
                    <a:pt x="139" y="91"/>
                  </a:cubicBezTo>
                  <a:cubicBezTo>
                    <a:pt x="138" y="100"/>
                    <a:pt x="146" y="106"/>
                    <a:pt x="152" y="110"/>
                  </a:cubicBezTo>
                  <a:cubicBezTo>
                    <a:pt x="153" y="112"/>
                    <a:pt x="156" y="114"/>
                    <a:pt x="157" y="115"/>
                  </a:cubicBezTo>
                  <a:cubicBezTo>
                    <a:pt x="157" y="116"/>
                    <a:pt x="156" y="120"/>
                    <a:pt x="155" y="122"/>
                  </a:cubicBezTo>
                  <a:cubicBezTo>
                    <a:pt x="153" y="129"/>
                    <a:pt x="150" y="138"/>
                    <a:pt x="156" y="146"/>
                  </a:cubicBezTo>
                  <a:cubicBezTo>
                    <a:pt x="161" y="153"/>
                    <a:pt x="171" y="154"/>
                    <a:pt x="178" y="154"/>
                  </a:cubicBezTo>
                  <a:cubicBezTo>
                    <a:pt x="180" y="154"/>
                    <a:pt x="183" y="154"/>
                    <a:pt x="185" y="155"/>
                  </a:cubicBezTo>
                  <a:cubicBezTo>
                    <a:pt x="185" y="156"/>
                    <a:pt x="186" y="159"/>
                    <a:pt x="187" y="161"/>
                  </a:cubicBezTo>
                  <a:cubicBezTo>
                    <a:pt x="189" y="168"/>
                    <a:pt x="192" y="177"/>
                    <a:pt x="201" y="180"/>
                  </a:cubicBezTo>
                  <a:cubicBezTo>
                    <a:pt x="210" y="183"/>
                    <a:pt x="218" y="178"/>
                    <a:pt x="224" y="174"/>
                  </a:cubicBezTo>
                  <a:cubicBezTo>
                    <a:pt x="226" y="172"/>
                    <a:pt x="229" y="171"/>
                    <a:pt x="230" y="170"/>
                  </a:cubicBezTo>
                  <a:cubicBezTo>
                    <a:pt x="232" y="171"/>
                    <a:pt x="234" y="172"/>
                    <a:pt x="236" y="174"/>
                  </a:cubicBezTo>
                  <a:cubicBezTo>
                    <a:pt x="240" y="177"/>
                    <a:pt x="247" y="181"/>
                    <a:pt x="254" y="181"/>
                  </a:cubicBezTo>
                  <a:cubicBezTo>
                    <a:pt x="255" y="181"/>
                    <a:pt x="257" y="181"/>
                    <a:pt x="259" y="181"/>
                  </a:cubicBezTo>
                  <a:cubicBezTo>
                    <a:pt x="268" y="178"/>
                    <a:pt x="271" y="168"/>
                    <a:pt x="274" y="162"/>
                  </a:cubicBezTo>
                  <a:cubicBezTo>
                    <a:pt x="275" y="160"/>
                    <a:pt x="276" y="157"/>
                    <a:pt x="276" y="156"/>
                  </a:cubicBezTo>
                  <a:cubicBezTo>
                    <a:pt x="278" y="155"/>
                    <a:pt x="281" y="155"/>
                    <a:pt x="283" y="155"/>
                  </a:cubicBezTo>
                  <a:cubicBezTo>
                    <a:pt x="290" y="155"/>
                    <a:pt x="300" y="155"/>
                    <a:pt x="306" y="148"/>
                  </a:cubicBezTo>
                  <a:cubicBezTo>
                    <a:pt x="311" y="140"/>
                    <a:pt x="309" y="131"/>
                    <a:pt x="307" y="124"/>
                  </a:cubicBezTo>
                  <a:cubicBezTo>
                    <a:pt x="306" y="122"/>
                    <a:pt x="305" y="119"/>
                    <a:pt x="305" y="117"/>
                  </a:cubicBezTo>
                  <a:cubicBezTo>
                    <a:pt x="306" y="116"/>
                    <a:pt x="309" y="114"/>
                    <a:pt x="310" y="113"/>
                  </a:cubicBezTo>
                  <a:cubicBezTo>
                    <a:pt x="316" y="109"/>
                    <a:pt x="324" y="103"/>
                    <a:pt x="324" y="93"/>
                  </a:cubicBezTo>
                  <a:cubicBezTo>
                    <a:pt x="324" y="84"/>
                    <a:pt x="317" y="78"/>
                    <a:pt x="311" y="74"/>
                  </a:cubicBezTo>
                  <a:close/>
                  <a:moveTo>
                    <a:pt x="298" y="96"/>
                  </a:moveTo>
                  <a:cubicBezTo>
                    <a:pt x="293" y="100"/>
                    <a:pt x="287" y="104"/>
                    <a:pt x="285" y="110"/>
                  </a:cubicBezTo>
                  <a:cubicBezTo>
                    <a:pt x="283" y="117"/>
                    <a:pt x="285" y="123"/>
                    <a:pt x="286" y="129"/>
                  </a:cubicBezTo>
                  <a:cubicBezTo>
                    <a:pt x="287" y="131"/>
                    <a:pt x="287" y="132"/>
                    <a:pt x="287" y="134"/>
                  </a:cubicBezTo>
                  <a:cubicBezTo>
                    <a:pt x="286" y="134"/>
                    <a:pt x="284" y="134"/>
                    <a:pt x="283" y="134"/>
                  </a:cubicBezTo>
                  <a:cubicBezTo>
                    <a:pt x="277" y="134"/>
                    <a:pt x="270" y="134"/>
                    <a:pt x="264" y="138"/>
                  </a:cubicBezTo>
                  <a:cubicBezTo>
                    <a:pt x="258" y="142"/>
                    <a:pt x="256" y="148"/>
                    <a:pt x="254" y="154"/>
                  </a:cubicBezTo>
                  <a:cubicBezTo>
                    <a:pt x="253" y="155"/>
                    <a:pt x="253" y="157"/>
                    <a:pt x="252" y="158"/>
                  </a:cubicBezTo>
                  <a:cubicBezTo>
                    <a:pt x="251" y="157"/>
                    <a:pt x="249" y="155"/>
                    <a:pt x="248" y="155"/>
                  </a:cubicBezTo>
                  <a:cubicBezTo>
                    <a:pt x="243" y="151"/>
                    <a:pt x="237" y="145"/>
                    <a:pt x="231" y="145"/>
                  </a:cubicBezTo>
                  <a:cubicBezTo>
                    <a:pt x="230" y="145"/>
                    <a:pt x="230" y="145"/>
                    <a:pt x="230" y="145"/>
                  </a:cubicBezTo>
                  <a:cubicBezTo>
                    <a:pt x="223" y="145"/>
                    <a:pt x="218" y="151"/>
                    <a:pt x="213" y="154"/>
                  </a:cubicBezTo>
                  <a:cubicBezTo>
                    <a:pt x="212" y="155"/>
                    <a:pt x="210" y="157"/>
                    <a:pt x="209" y="158"/>
                  </a:cubicBezTo>
                  <a:cubicBezTo>
                    <a:pt x="208" y="157"/>
                    <a:pt x="208" y="155"/>
                    <a:pt x="207" y="154"/>
                  </a:cubicBezTo>
                  <a:cubicBezTo>
                    <a:pt x="205" y="148"/>
                    <a:pt x="203" y="141"/>
                    <a:pt x="197" y="137"/>
                  </a:cubicBezTo>
                  <a:cubicBezTo>
                    <a:pt x="192" y="133"/>
                    <a:pt x="185" y="133"/>
                    <a:pt x="179" y="133"/>
                  </a:cubicBezTo>
                  <a:cubicBezTo>
                    <a:pt x="178" y="133"/>
                    <a:pt x="176" y="133"/>
                    <a:pt x="174" y="132"/>
                  </a:cubicBezTo>
                  <a:cubicBezTo>
                    <a:pt x="175" y="131"/>
                    <a:pt x="175" y="129"/>
                    <a:pt x="175" y="128"/>
                  </a:cubicBezTo>
                  <a:cubicBezTo>
                    <a:pt x="177" y="122"/>
                    <a:pt x="179" y="115"/>
                    <a:pt x="177" y="109"/>
                  </a:cubicBezTo>
                  <a:cubicBezTo>
                    <a:pt x="175" y="102"/>
                    <a:pt x="170" y="98"/>
                    <a:pt x="165" y="94"/>
                  </a:cubicBezTo>
                  <a:cubicBezTo>
                    <a:pt x="164" y="93"/>
                    <a:pt x="162" y="92"/>
                    <a:pt x="161" y="91"/>
                  </a:cubicBezTo>
                  <a:cubicBezTo>
                    <a:pt x="163" y="90"/>
                    <a:pt x="164" y="89"/>
                    <a:pt x="165" y="88"/>
                  </a:cubicBezTo>
                  <a:cubicBezTo>
                    <a:pt x="170" y="84"/>
                    <a:pt x="176" y="80"/>
                    <a:pt x="178" y="74"/>
                  </a:cubicBezTo>
                  <a:cubicBezTo>
                    <a:pt x="180" y="67"/>
                    <a:pt x="178" y="61"/>
                    <a:pt x="176" y="55"/>
                  </a:cubicBezTo>
                  <a:cubicBezTo>
                    <a:pt x="176" y="53"/>
                    <a:pt x="176" y="52"/>
                    <a:pt x="175" y="50"/>
                  </a:cubicBezTo>
                  <a:cubicBezTo>
                    <a:pt x="177" y="50"/>
                    <a:pt x="179" y="50"/>
                    <a:pt x="180" y="50"/>
                  </a:cubicBezTo>
                  <a:cubicBezTo>
                    <a:pt x="186" y="50"/>
                    <a:pt x="193" y="50"/>
                    <a:pt x="199" y="46"/>
                  </a:cubicBezTo>
                  <a:cubicBezTo>
                    <a:pt x="204" y="42"/>
                    <a:pt x="207" y="36"/>
                    <a:pt x="209" y="30"/>
                  </a:cubicBezTo>
                  <a:cubicBezTo>
                    <a:pt x="209" y="29"/>
                    <a:pt x="210" y="27"/>
                    <a:pt x="211" y="26"/>
                  </a:cubicBezTo>
                  <a:cubicBezTo>
                    <a:pt x="212" y="27"/>
                    <a:pt x="214" y="29"/>
                    <a:pt x="215" y="29"/>
                  </a:cubicBezTo>
                  <a:cubicBezTo>
                    <a:pt x="220" y="33"/>
                    <a:pt x="225" y="39"/>
                    <a:pt x="232" y="39"/>
                  </a:cubicBezTo>
                  <a:cubicBezTo>
                    <a:pt x="232" y="39"/>
                    <a:pt x="232" y="39"/>
                    <a:pt x="232" y="39"/>
                  </a:cubicBezTo>
                  <a:cubicBezTo>
                    <a:pt x="239" y="39"/>
                    <a:pt x="245" y="33"/>
                    <a:pt x="250" y="30"/>
                  </a:cubicBezTo>
                  <a:cubicBezTo>
                    <a:pt x="251" y="29"/>
                    <a:pt x="253" y="27"/>
                    <a:pt x="254" y="26"/>
                  </a:cubicBezTo>
                  <a:cubicBezTo>
                    <a:pt x="254" y="27"/>
                    <a:pt x="255" y="29"/>
                    <a:pt x="255" y="30"/>
                  </a:cubicBezTo>
                  <a:cubicBezTo>
                    <a:pt x="257" y="36"/>
                    <a:pt x="260" y="43"/>
                    <a:pt x="265" y="47"/>
                  </a:cubicBezTo>
                  <a:cubicBezTo>
                    <a:pt x="271" y="51"/>
                    <a:pt x="278" y="51"/>
                    <a:pt x="284" y="51"/>
                  </a:cubicBezTo>
                  <a:cubicBezTo>
                    <a:pt x="285" y="51"/>
                    <a:pt x="287" y="51"/>
                    <a:pt x="288" y="52"/>
                  </a:cubicBezTo>
                  <a:cubicBezTo>
                    <a:pt x="288" y="53"/>
                    <a:pt x="288" y="55"/>
                    <a:pt x="287" y="56"/>
                  </a:cubicBezTo>
                  <a:cubicBezTo>
                    <a:pt x="285" y="62"/>
                    <a:pt x="283" y="69"/>
                    <a:pt x="285" y="75"/>
                  </a:cubicBezTo>
                  <a:cubicBezTo>
                    <a:pt x="287" y="82"/>
                    <a:pt x="293" y="86"/>
                    <a:pt x="298" y="90"/>
                  </a:cubicBezTo>
                  <a:cubicBezTo>
                    <a:pt x="299" y="91"/>
                    <a:pt x="300" y="92"/>
                    <a:pt x="301" y="93"/>
                  </a:cubicBezTo>
                  <a:cubicBezTo>
                    <a:pt x="300" y="94"/>
                    <a:pt x="299" y="95"/>
                    <a:pt x="298" y="96"/>
                  </a:cubicBezTo>
                  <a:close/>
                  <a:moveTo>
                    <a:pt x="248" y="61"/>
                  </a:moveTo>
                  <a:cubicBezTo>
                    <a:pt x="239" y="56"/>
                    <a:pt x="230" y="55"/>
                    <a:pt x="221" y="58"/>
                  </a:cubicBezTo>
                  <a:cubicBezTo>
                    <a:pt x="212" y="61"/>
                    <a:pt x="204" y="67"/>
                    <a:pt x="200" y="75"/>
                  </a:cubicBezTo>
                  <a:cubicBezTo>
                    <a:pt x="195" y="84"/>
                    <a:pt x="195" y="93"/>
                    <a:pt x="197" y="103"/>
                  </a:cubicBezTo>
                  <a:cubicBezTo>
                    <a:pt x="200" y="112"/>
                    <a:pt x="206" y="119"/>
                    <a:pt x="215" y="123"/>
                  </a:cubicBezTo>
                  <a:cubicBezTo>
                    <a:pt x="220" y="126"/>
                    <a:pt x="226" y="128"/>
                    <a:pt x="231" y="128"/>
                  </a:cubicBezTo>
                  <a:cubicBezTo>
                    <a:pt x="235" y="128"/>
                    <a:pt x="238" y="127"/>
                    <a:pt x="242" y="126"/>
                  </a:cubicBezTo>
                  <a:cubicBezTo>
                    <a:pt x="251" y="123"/>
                    <a:pt x="258" y="117"/>
                    <a:pt x="263" y="109"/>
                  </a:cubicBezTo>
                  <a:cubicBezTo>
                    <a:pt x="267" y="100"/>
                    <a:pt x="268" y="91"/>
                    <a:pt x="265" y="81"/>
                  </a:cubicBezTo>
                  <a:cubicBezTo>
                    <a:pt x="262" y="72"/>
                    <a:pt x="256" y="65"/>
                    <a:pt x="248" y="61"/>
                  </a:cubicBezTo>
                  <a:close/>
                  <a:moveTo>
                    <a:pt x="244" y="99"/>
                  </a:moveTo>
                  <a:cubicBezTo>
                    <a:pt x="242" y="102"/>
                    <a:pt x="239" y="104"/>
                    <a:pt x="236" y="106"/>
                  </a:cubicBezTo>
                  <a:cubicBezTo>
                    <a:pt x="232" y="107"/>
                    <a:pt x="228" y="106"/>
                    <a:pt x="225" y="105"/>
                  </a:cubicBezTo>
                  <a:cubicBezTo>
                    <a:pt x="221" y="103"/>
                    <a:pt x="219" y="100"/>
                    <a:pt x="218" y="96"/>
                  </a:cubicBezTo>
                  <a:cubicBezTo>
                    <a:pt x="217" y="93"/>
                    <a:pt x="217" y="89"/>
                    <a:pt x="219" y="85"/>
                  </a:cubicBezTo>
                  <a:cubicBezTo>
                    <a:pt x="221" y="82"/>
                    <a:pt x="223" y="80"/>
                    <a:pt x="227" y="78"/>
                  </a:cubicBezTo>
                  <a:cubicBezTo>
                    <a:pt x="229" y="78"/>
                    <a:pt x="230" y="78"/>
                    <a:pt x="231" y="78"/>
                  </a:cubicBezTo>
                  <a:cubicBezTo>
                    <a:pt x="234" y="78"/>
                    <a:pt x="236" y="78"/>
                    <a:pt x="238" y="79"/>
                  </a:cubicBezTo>
                  <a:cubicBezTo>
                    <a:pt x="241" y="81"/>
                    <a:pt x="244" y="84"/>
                    <a:pt x="245" y="88"/>
                  </a:cubicBezTo>
                  <a:cubicBezTo>
                    <a:pt x="246" y="91"/>
                    <a:pt x="246" y="95"/>
                    <a:pt x="244" y="99"/>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000">
                <a:solidFill>
                  <a:prstClr val="black"/>
                </a:solidFill>
                <a:latin typeface="Aptos" panose="020B0004020202020204" pitchFamily="34" charset="0"/>
              </a:endParaRPr>
            </a:p>
          </p:txBody>
        </p:sp>
        <p:sp>
          <p:nvSpPr>
            <p:cNvPr id="32" name="Freeform 872"/>
            <p:cNvSpPr>
              <a:spLocks noEditPoints="1"/>
            </p:cNvSpPr>
            <p:nvPr/>
          </p:nvSpPr>
          <p:spPr bwMode="auto">
            <a:xfrm>
              <a:off x="6583339" y="2637130"/>
              <a:ext cx="292423" cy="327386"/>
            </a:xfrm>
            <a:custGeom>
              <a:avLst/>
              <a:gdLst>
                <a:gd name="T0" fmla="*/ 267 w 277"/>
                <a:gd name="T1" fmla="*/ 11 h 310"/>
                <a:gd name="T2" fmla="*/ 149 w 277"/>
                <a:gd name="T3" fmla="*/ 11 h 310"/>
                <a:gd name="T4" fmla="*/ 139 w 277"/>
                <a:gd name="T5" fmla="*/ 0 h 310"/>
                <a:gd name="T6" fmla="*/ 128 w 277"/>
                <a:gd name="T7" fmla="*/ 11 h 310"/>
                <a:gd name="T8" fmla="*/ 11 w 277"/>
                <a:gd name="T9" fmla="*/ 11 h 310"/>
                <a:gd name="T10" fmla="*/ 0 w 277"/>
                <a:gd name="T11" fmla="*/ 22 h 310"/>
                <a:gd name="T12" fmla="*/ 0 w 277"/>
                <a:gd name="T13" fmla="*/ 214 h 310"/>
                <a:gd name="T14" fmla="*/ 11 w 277"/>
                <a:gd name="T15" fmla="*/ 224 h 310"/>
                <a:gd name="T16" fmla="*/ 81 w 277"/>
                <a:gd name="T17" fmla="*/ 224 h 310"/>
                <a:gd name="T18" fmla="*/ 54 w 277"/>
                <a:gd name="T19" fmla="*/ 295 h 310"/>
                <a:gd name="T20" fmla="*/ 60 w 277"/>
                <a:gd name="T21" fmla="*/ 309 h 310"/>
                <a:gd name="T22" fmla="*/ 64 w 277"/>
                <a:gd name="T23" fmla="*/ 310 h 310"/>
                <a:gd name="T24" fmla="*/ 74 w 277"/>
                <a:gd name="T25" fmla="*/ 303 h 310"/>
                <a:gd name="T26" fmla="*/ 103 w 277"/>
                <a:gd name="T27" fmla="*/ 224 h 310"/>
                <a:gd name="T28" fmla="*/ 128 w 277"/>
                <a:gd name="T29" fmla="*/ 224 h 310"/>
                <a:gd name="T30" fmla="*/ 128 w 277"/>
                <a:gd name="T31" fmla="*/ 267 h 310"/>
                <a:gd name="T32" fmla="*/ 139 w 277"/>
                <a:gd name="T33" fmla="*/ 278 h 310"/>
                <a:gd name="T34" fmla="*/ 149 w 277"/>
                <a:gd name="T35" fmla="*/ 267 h 310"/>
                <a:gd name="T36" fmla="*/ 149 w 277"/>
                <a:gd name="T37" fmla="*/ 224 h 310"/>
                <a:gd name="T38" fmla="*/ 174 w 277"/>
                <a:gd name="T39" fmla="*/ 224 h 310"/>
                <a:gd name="T40" fmla="*/ 203 w 277"/>
                <a:gd name="T41" fmla="*/ 303 h 310"/>
                <a:gd name="T42" fmla="*/ 213 w 277"/>
                <a:gd name="T43" fmla="*/ 310 h 310"/>
                <a:gd name="T44" fmla="*/ 217 w 277"/>
                <a:gd name="T45" fmla="*/ 309 h 310"/>
                <a:gd name="T46" fmla="*/ 223 w 277"/>
                <a:gd name="T47" fmla="*/ 295 h 310"/>
                <a:gd name="T48" fmla="*/ 197 w 277"/>
                <a:gd name="T49" fmla="*/ 224 h 310"/>
                <a:gd name="T50" fmla="*/ 267 w 277"/>
                <a:gd name="T51" fmla="*/ 224 h 310"/>
                <a:gd name="T52" fmla="*/ 277 w 277"/>
                <a:gd name="T53" fmla="*/ 214 h 310"/>
                <a:gd name="T54" fmla="*/ 277 w 277"/>
                <a:gd name="T55" fmla="*/ 22 h 310"/>
                <a:gd name="T56" fmla="*/ 267 w 277"/>
                <a:gd name="T57" fmla="*/ 11 h 310"/>
                <a:gd name="T58" fmla="*/ 256 w 277"/>
                <a:gd name="T59" fmla="*/ 203 h 310"/>
                <a:gd name="T60" fmla="*/ 21 w 277"/>
                <a:gd name="T61" fmla="*/ 203 h 310"/>
                <a:gd name="T62" fmla="*/ 21 w 277"/>
                <a:gd name="T63" fmla="*/ 32 h 310"/>
                <a:gd name="T64" fmla="*/ 256 w 277"/>
                <a:gd name="T65" fmla="*/ 32 h 310"/>
                <a:gd name="T66" fmla="*/ 256 w 277"/>
                <a:gd name="T67" fmla="*/ 20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7" h="310">
                  <a:moveTo>
                    <a:pt x="267" y="11"/>
                  </a:moveTo>
                  <a:cubicBezTo>
                    <a:pt x="149" y="11"/>
                    <a:pt x="149" y="11"/>
                    <a:pt x="149" y="11"/>
                  </a:cubicBezTo>
                  <a:cubicBezTo>
                    <a:pt x="149" y="5"/>
                    <a:pt x="145" y="0"/>
                    <a:pt x="139" y="0"/>
                  </a:cubicBezTo>
                  <a:cubicBezTo>
                    <a:pt x="133" y="0"/>
                    <a:pt x="128" y="5"/>
                    <a:pt x="128" y="11"/>
                  </a:cubicBezTo>
                  <a:cubicBezTo>
                    <a:pt x="11" y="11"/>
                    <a:pt x="11" y="11"/>
                    <a:pt x="11" y="11"/>
                  </a:cubicBezTo>
                  <a:cubicBezTo>
                    <a:pt x="5" y="11"/>
                    <a:pt x="0" y="16"/>
                    <a:pt x="0" y="22"/>
                  </a:cubicBezTo>
                  <a:cubicBezTo>
                    <a:pt x="0" y="214"/>
                    <a:pt x="0" y="214"/>
                    <a:pt x="0" y="214"/>
                  </a:cubicBezTo>
                  <a:cubicBezTo>
                    <a:pt x="0" y="220"/>
                    <a:pt x="5" y="224"/>
                    <a:pt x="11" y="224"/>
                  </a:cubicBezTo>
                  <a:cubicBezTo>
                    <a:pt x="81" y="224"/>
                    <a:pt x="81" y="224"/>
                    <a:pt x="81" y="224"/>
                  </a:cubicBezTo>
                  <a:cubicBezTo>
                    <a:pt x="54" y="295"/>
                    <a:pt x="54" y="295"/>
                    <a:pt x="54" y="295"/>
                  </a:cubicBezTo>
                  <a:cubicBezTo>
                    <a:pt x="52" y="301"/>
                    <a:pt x="55" y="307"/>
                    <a:pt x="60" y="309"/>
                  </a:cubicBezTo>
                  <a:cubicBezTo>
                    <a:pt x="61" y="309"/>
                    <a:pt x="63" y="310"/>
                    <a:pt x="64" y="310"/>
                  </a:cubicBezTo>
                  <a:cubicBezTo>
                    <a:pt x="68" y="310"/>
                    <a:pt x="72" y="307"/>
                    <a:pt x="74" y="303"/>
                  </a:cubicBezTo>
                  <a:cubicBezTo>
                    <a:pt x="103" y="224"/>
                    <a:pt x="103" y="224"/>
                    <a:pt x="103" y="224"/>
                  </a:cubicBezTo>
                  <a:cubicBezTo>
                    <a:pt x="128" y="224"/>
                    <a:pt x="128" y="224"/>
                    <a:pt x="128" y="224"/>
                  </a:cubicBezTo>
                  <a:cubicBezTo>
                    <a:pt x="128" y="267"/>
                    <a:pt x="128" y="267"/>
                    <a:pt x="128" y="267"/>
                  </a:cubicBezTo>
                  <a:cubicBezTo>
                    <a:pt x="128" y="273"/>
                    <a:pt x="133" y="278"/>
                    <a:pt x="139" y="278"/>
                  </a:cubicBezTo>
                  <a:cubicBezTo>
                    <a:pt x="145" y="278"/>
                    <a:pt x="149" y="273"/>
                    <a:pt x="149" y="267"/>
                  </a:cubicBezTo>
                  <a:cubicBezTo>
                    <a:pt x="149" y="224"/>
                    <a:pt x="149" y="224"/>
                    <a:pt x="149" y="224"/>
                  </a:cubicBezTo>
                  <a:cubicBezTo>
                    <a:pt x="174" y="224"/>
                    <a:pt x="174" y="224"/>
                    <a:pt x="174" y="224"/>
                  </a:cubicBezTo>
                  <a:cubicBezTo>
                    <a:pt x="203" y="303"/>
                    <a:pt x="203" y="303"/>
                    <a:pt x="203" y="303"/>
                  </a:cubicBezTo>
                  <a:cubicBezTo>
                    <a:pt x="205" y="307"/>
                    <a:pt x="209" y="310"/>
                    <a:pt x="213" y="310"/>
                  </a:cubicBezTo>
                  <a:cubicBezTo>
                    <a:pt x="215" y="310"/>
                    <a:pt x="216" y="309"/>
                    <a:pt x="217" y="309"/>
                  </a:cubicBezTo>
                  <a:cubicBezTo>
                    <a:pt x="223" y="307"/>
                    <a:pt x="225" y="301"/>
                    <a:pt x="223" y="295"/>
                  </a:cubicBezTo>
                  <a:cubicBezTo>
                    <a:pt x="197" y="224"/>
                    <a:pt x="197" y="224"/>
                    <a:pt x="197" y="224"/>
                  </a:cubicBezTo>
                  <a:cubicBezTo>
                    <a:pt x="267" y="224"/>
                    <a:pt x="267" y="224"/>
                    <a:pt x="267" y="224"/>
                  </a:cubicBezTo>
                  <a:cubicBezTo>
                    <a:pt x="273" y="224"/>
                    <a:pt x="277" y="220"/>
                    <a:pt x="277" y="214"/>
                  </a:cubicBezTo>
                  <a:cubicBezTo>
                    <a:pt x="277" y="22"/>
                    <a:pt x="277" y="22"/>
                    <a:pt x="277" y="22"/>
                  </a:cubicBezTo>
                  <a:cubicBezTo>
                    <a:pt x="277" y="16"/>
                    <a:pt x="273" y="11"/>
                    <a:pt x="267" y="11"/>
                  </a:cubicBezTo>
                  <a:close/>
                  <a:moveTo>
                    <a:pt x="256" y="203"/>
                  </a:moveTo>
                  <a:cubicBezTo>
                    <a:pt x="21" y="203"/>
                    <a:pt x="21" y="203"/>
                    <a:pt x="21" y="203"/>
                  </a:cubicBezTo>
                  <a:cubicBezTo>
                    <a:pt x="21" y="32"/>
                    <a:pt x="21" y="32"/>
                    <a:pt x="21" y="32"/>
                  </a:cubicBezTo>
                  <a:cubicBezTo>
                    <a:pt x="256" y="32"/>
                    <a:pt x="256" y="32"/>
                    <a:pt x="256" y="32"/>
                  </a:cubicBezTo>
                  <a:lnTo>
                    <a:pt x="256" y="203"/>
                  </a:lnTo>
                  <a:close/>
                </a:path>
              </a:pathLst>
            </a:custGeom>
            <a:solidFill>
              <a:srgbClr val="009A4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000">
                <a:solidFill>
                  <a:prstClr val="black"/>
                </a:solidFill>
                <a:latin typeface="Aptos" panose="020B0004020202020204" pitchFamily="34" charset="0"/>
              </a:endParaRPr>
            </a:p>
          </p:txBody>
        </p:sp>
        <p:sp>
          <p:nvSpPr>
            <p:cNvPr id="33" name="Isosceles Triangle 32"/>
            <p:cNvSpPr/>
            <p:nvPr/>
          </p:nvSpPr>
          <p:spPr bwMode="gray">
            <a:xfrm>
              <a:off x="6627074" y="2995260"/>
              <a:ext cx="204952" cy="70944"/>
            </a:xfrm>
            <a:prstGeom prst="triangle">
              <a:avLst/>
            </a:prstGeom>
            <a:solidFill>
              <a:srgbClr val="A7A8AA"/>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34" name="Isosceles Triangle 33"/>
            <p:cNvSpPr/>
            <p:nvPr/>
          </p:nvSpPr>
          <p:spPr bwMode="gray">
            <a:xfrm>
              <a:off x="8075580" y="4358435"/>
              <a:ext cx="204952" cy="70944"/>
            </a:xfrm>
            <a:prstGeom prst="triangle">
              <a:avLst/>
            </a:prstGeom>
            <a:solidFill>
              <a:srgbClr val="A7A8AA"/>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35" name="Isosceles Triangle 34"/>
            <p:cNvSpPr/>
            <p:nvPr/>
          </p:nvSpPr>
          <p:spPr bwMode="gray">
            <a:xfrm rot="16200000">
              <a:off x="1507626" y="4808486"/>
              <a:ext cx="204952" cy="70944"/>
            </a:xfrm>
            <a:prstGeom prst="triangle">
              <a:avLst/>
            </a:prstGeom>
            <a:solidFill>
              <a:srgbClr val="A7A8AA"/>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36" name="Isosceles Triangle 35"/>
            <p:cNvSpPr/>
            <p:nvPr/>
          </p:nvSpPr>
          <p:spPr bwMode="gray">
            <a:xfrm>
              <a:off x="850551" y="2995260"/>
              <a:ext cx="204952" cy="70944"/>
            </a:xfrm>
            <a:prstGeom prst="triangle">
              <a:avLst/>
            </a:prstGeom>
            <a:solidFill>
              <a:srgbClr val="A7A8AA"/>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37" name="Isosceles Triangle 36"/>
            <p:cNvSpPr/>
            <p:nvPr/>
          </p:nvSpPr>
          <p:spPr bwMode="gray">
            <a:xfrm>
              <a:off x="5366843" y="1638167"/>
              <a:ext cx="204952" cy="70944"/>
            </a:xfrm>
            <a:prstGeom prst="triangle">
              <a:avLst/>
            </a:prstGeom>
            <a:solidFill>
              <a:srgbClr val="A7A8AA"/>
            </a:solidFill>
            <a:ln w="19050" algn="ctr">
              <a:noFill/>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38" name="Freeform 433"/>
            <p:cNvSpPr>
              <a:spLocks noEditPoints="1"/>
            </p:cNvSpPr>
            <p:nvPr/>
          </p:nvSpPr>
          <p:spPr bwMode="auto">
            <a:xfrm>
              <a:off x="748851" y="2538341"/>
              <a:ext cx="408351" cy="410278"/>
            </a:xfrm>
            <a:custGeom>
              <a:avLst/>
              <a:gdLst>
                <a:gd name="T0" fmla="*/ 309 w 320"/>
                <a:gd name="T1" fmla="*/ 149 h 320"/>
                <a:gd name="T2" fmla="*/ 287 w 320"/>
                <a:gd name="T3" fmla="*/ 149 h 320"/>
                <a:gd name="T4" fmla="*/ 170 w 320"/>
                <a:gd name="T5" fmla="*/ 32 h 320"/>
                <a:gd name="T6" fmla="*/ 170 w 320"/>
                <a:gd name="T7" fmla="*/ 10 h 320"/>
                <a:gd name="T8" fmla="*/ 160 w 320"/>
                <a:gd name="T9" fmla="*/ 0 h 320"/>
                <a:gd name="T10" fmla="*/ 149 w 320"/>
                <a:gd name="T11" fmla="*/ 10 h 320"/>
                <a:gd name="T12" fmla="*/ 149 w 320"/>
                <a:gd name="T13" fmla="*/ 32 h 320"/>
                <a:gd name="T14" fmla="*/ 32 w 320"/>
                <a:gd name="T15" fmla="*/ 149 h 320"/>
                <a:gd name="T16" fmla="*/ 10 w 320"/>
                <a:gd name="T17" fmla="*/ 149 h 320"/>
                <a:gd name="T18" fmla="*/ 0 w 320"/>
                <a:gd name="T19" fmla="*/ 160 h 320"/>
                <a:gd name="T20" fmla="*/ 10 w 320"/>
                <a:gd name="T21" fmla="*/ 170 h 320"/>
                <a:gd name="T22" fmla="*/ 32 w 320"/>
                <a:gd name="T23" fmla="*/ 170 h 320"/>
                <a:gd name="T24" fmla="*/ 149 w 320"/>
                <a:gd name="T25" fmla="*/ 287 h 320"/>
                <a:gd name="T26" fmla="*/ 149 w 320"/>
                <a:gd name="T27" fmla="*/ 309 h 320"/>
                <a:gd name="T28" fmla="*/ 160 w 320"/>
                <a:gd name="T29" fmla="*/ 320 h 320"/>
                <a:gd name="T30" fmla="*/ 170 w 320"/>
                <a:gd name="T31" fmla="*/ 309 h 320"/>
                <a:gd name="T32" fmla="*/ 170 w 320"/>
                <a:gd name="T33" fmla="*/ 287 h 320"/>
                <a:gd name="T34" fmla="*/ 287 w 320"/>
                <a:gd name="T35" fmla="*/ 170 h 320"/>
                <a:gd name="T36" fmla="*/ 309 w 320"/>
                <a:gd name="T37" fmla="*/ 170 h 320"/>
                <a:gd name="T38" fmla="*/ 320 w 320"/>
                <a:gd name="T39" fmla="*/ 160 h 320"/>
                <a:gd name="T40" fmla="*/ 309 w 320"/>
                <a:gd name="T41" fmla="*/ 149 h 320"/>
                <a:gd name="T42" fmla="*/ 266 w 320"/>
                <a:gd name="T43" fmla="*/ 149 h 320"/>
                <a:gd name="T44" fmla="*/ 233 w 320"/>
                <a:gd name="T45" fmla="*/ 149 h 320"/>
                <a:gd name="T46" fmla="*/ 170 w 320"/>
                <a:gd name="T47" fmla="*/ 86 h 320"/>
                <a:gd name="T48" fmla="*/ 170 w 320"/>
                <a:gd name="T49" fmla="*/ 54 h 320"/>
                <a:gd name="T50" fmla="*/ 266 w 320"/>
                <a:gd name="T51" fmla="*/ 149 h 320"/>
                <a:gd name="T52" fmla="*/ 149 w 320"/>
                <a:gd name="T53" fmla="*/ 149 h 320"/>
                <a:gd name="T54" fmla="*/ 107 w 320"/>
                <a:gd name="T55" fmla="*/ 149 h 320"/>
                <a:gd name="T56" fmla="*/ 149 w 320"/>
                <a:gd name="T57" fmla="*/ 107 h 320"/>
                <a:gd name="T58" fmla="*/ 149 w 320"/>
                <a:gd name="T59" fmla="*/ 149 h 320"/>
                <a:gd name="T60" fmla="*/ 149 w 320"/>
                <a:gd name="T61" fmla="*/ 170 h 320"/>
                <a:gd name="T62" fmla="*/ 149 w 320"/>
                <a:gd name="T63" fmla="*/ 212 h 320"/>
                <a:gd name="T64" fmla="*/ 107 w 320"/>
                <a:gd name="T65" fmla="*/ 170 h 320"/>
                <a:gd name="T66" fmla="*/ 149 w 320"/>
                <a:gd name="T67" fmla="*/ 170 h 320"/>
                <a:gd name="T68" fmla="*/ 170 w 320"/>
                <a:gd name="T69" fmla="*/ 170 h 320"/>
                <a:gd name="T70" fmla="*/ 212 w 320"/>
                <a:gd name="T71" fmla="*/ 170 h 320"/>
                <a:gd name="T72" fmla="*/ 170 w 320"/>
                <a:gd name="T73" fmla="*/ 212 h 320"/>
                <a:gd name="T74" fmla="*/ 170 w 320"/>
                <a:gd name="T75" fmla="*/ 170 h 320"/>
                <a:gd name="T76" fmla="*/ 170 w 320"/>
                <a:gd name="T77" fmla="*/ 149 h 320"/>
                <a:gd name="T78" fmla="*/ 170 w 320"/>
                <a:gd name="T79" fmla="*/ 107 h 320"/>
                <a:gd name="T80" fmla="*/ 212 w 320"/>
                <a:gd name="T81" fmla="*/ 149 h 320"/>
                <a:gd name="T82" fmla="*/ 170 w 320"/>
                <a:gd name="T83" fmla="*/ 149 h 320"/>
                <a:gd name="T84" fmla="*/ 149 w 320"/>
                <a:gd name="T85" fmla="*/ 54 h 320"/>
                <a:gd name="T86" fmla="*/ 149 w 320"/>
                <a:gd name="T87" fmla="*/ 86 h 320"/>
                <a:gd name="T88" fmla="*/ 86 w 320"/>
                <a:gd name="T89" fmla="*/ 149 h 320"/>
                <a:gd name="T90" fmla="*/ 54 w 320"/>
                <a:gd name="T91" fmla="*/ 149 h 320"/>
                <a:gd name="T92" fmla="*/ 149 w 320"/>
                <a:gd name="T93" fmla="*/ 54 h 320"/>
                <a:gd name="T94" fmla="*/ 54 w 320"/>
                <a:gd name="T95" fmla="*/ 170 h 320"/>
                <a:gd name="T96" fmla="*/ 86 w 320"/>
                <a:gd name="T97" fmla="*/ 170 h 320"/>
                <a:gd name="T98" fmla="*/ 149 w 320"/>
                <a:gd name="T99" fmla="*/ 233 h 320"/>
                <a:gd name="T100" fmla="*/ 149 w 320"/>
                <a:gd name="T101" fmla="*/ 266 h 320"/>
                <a:gd name="T102" fmla="*/ 54 w 320"/>
                <a:gd name="T103" fmla="*/ 170 h 320"/>
                <a:gd name="T104" fmla="*/ 170 w 320"/>
                <a:gd name="T105" fmla="*/ 266 h 320"/>
                <a:gd name="T106" fmla="*/ 170 w 320"/>
                <a:gd name="T107" fmla="*/ 233 h 320"/>
                <a:gd name="T108" fmla="*/ 233 w 320"/>
                <a:gd name="T109" fmla="*/ 170 h 320"/>
                <a:gd name="T110" fmla="*/ 266 w 320"/>
                <a:gd name="T111" fmla="*/ 170 h 320"/>
                <a:gd name="T112" fmla="*/ 170 w 320"/>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20">
                  <a:moveTo>
                    <a:pt x="309" y="149"/>
                  </a:moveTo>
                  <a:cubicBezTo>
                    <a:pt x="287" y="149"/>
                    <a:pt x="287" y="149"/>
                    <a:pt x="287" y="149"/>
                  </a:cubicBezTo>
                  <a:cubicBezTo>
                    <a:pt x="282" y="87"/>
                    <a:pt x="232" y="37"/>
                    <a:pt x="170" y="32"/>
                  </a:cubicBezTo>
                  <a:cubicBezTo>
                    <a:pt x="170" y="10"/>
                    <a:pt x="170" y="10"/>
                    <a:pt x="170" y="10"/>
                  </a:cubicBezTo>
                  <a:cubicBezTo>
                    <a:pt x="170" y="4"/>
                    <a:pt x="166" y="0"/>
                    <a:pt x="160" y="0"/>
                  </a:cubicBezTo>
                  <a:cubicBezTo>
                    <a:pt x="154" y="0"/>
                    <a:pt x="149" y="4"/>
                    <a:pt x="149" y="10"/>
                  </a:cubicBezTo>
                  <a:cubicBezTo>
                    <a:pt x="149" y="32"/>
                    <a:pt x="149" y="32"/>
                    <a:pt x="149" y="32"/>
                  </a:cubicBezTo>
                  <a:cubicBezTo>
                    <a:pt x="87" y="37"/>
                    <a:pt x="37" y="87"/>
                    <a:pt x="32" y="149"/>
                  </a:cubicBezTo>
                  <a:cubicBezTo>
                    <a:pt x="10" y="149"/>
                    <a:pt x="10" y="149"/>
                    <a:pt x="10" y="149"/>
                  </a:cubicBezTo>
                  <a:cubicBezTo>
                    <a:pt x="4" y="149"/>
                    <a:pt x="0" y="154"/>
                    <a:pt x="0" y="160"/>
                  </a:cubicBezTo>
                  <a:cubicBezTo>
                    <a:pt x="0" y="166"/>
                    <a:pt x="4" y="170"/>
                    <a:pt x="10" y="170"/>
                  </a:cubicBezTo>
                  <a:cubicBezTo>
                    <a:pt x="32" y="170"/>
                    <a:pt x="32" y="170"/>
                    <a:pt x="32" y="170"/>
                  </a:cubicBezTo>
                  <a:cubicBezTo>
                    <a:pt x="37" y="232"/>
                    <a:pt x="87" y="282"/>
                    <a:pt x="149" y="287"/>
                  </a:cubicBezTo>
                  <a:cubicBezTo>
                    <a:pt x="149" y="309"/>
                    <a:pt x="149" y="309"/>
                    <a:pt x="149" y="309"/>
                  </a:cubicBezTo>
                  <a:cubicBezTo>
                    <a:pt x="149" y="315"/>
                    <a:pt x="154" y="320"/>
                    <a:pt x="160" y="320"/>
                  </a:cubicBezTo>
                  <a:cubicBezTo>
                    <a:pt x="166" y="320"/>
                    <a:pt x="170" y="315"/>
                    <a:pt x="170" y="309"/>
                  </a:cubicBezTo>
                  <a:cubicBezTo>
                    <a:pt x="170" y="287"/>
                    <a:pt x="170" y="287"/>
                    <a:pt x="170" y="287"/>
                  </a:cubicBezTo>
                  <a:cubicBezTo>
                    <a:pt x="232" y="282"/>
                    <a:pt x="282" y="232"/>
                    <a:pt x="287" y="170"/>
                  </a:cubicBezTo>
                  <a:cubicBezTo>
                    <a:pt x="309" y="170"/>
                    <a:pt x="309" y="170"/>
                    <a:pt x="309" y="170"/>
                  </a:cubicBezTo>
                  <a:cubicBezTo>
                    <a:pt x="315" y="170"/>
                    <a:pt x="320" y="166"/>
                    <a:pt x="320" y="160"/>
                  </a:cubicBezTo>
                  <a:cubicBezTo>
                    <a:pt x="320" y="154"/>
                    <a:pt x="315" y="149"/>
                    <a:pt x="309" y="149"/>
                  </a:cubicBezTo>
                  <a:close/>
                  <a:moveTo>
                    <a:pt x="266" y="149"/>
                  </a:moveTo>
                  <a:cubicBezTo>
                    <a:pt x="233" y="149"/>
                    <a:pt x="233" y="149"/>
                    <a:pt x="233" y="149"/>
                  </a:cubicBezTo>
                  <a:cubicBezTo>
                    <a:pt x="229" y="116"/>
                    <a:pt x="203" y="91"/>
                    <a:pt x="170" y="86"/>
                  </a:cubicBezTo>
                  <a:cubicBezTo>
                    <a:pt x="170" y="54"/>
                    <a:pt x="170" y="54"/>
                    <a:pt x="170" y="54"/>
                  </a:cubicBezTo>
                  <a:cubicBezTo>
                    <a:pt x="221" y="59"/>
                    <a:pt x="261" y="99"/>
                    <a:pt x="266" y="149"/>
                  </a:cubicBezTo>
                  <a:close/>
                  <a:moveTo>
                    <a:pt x="149" y="149"/>
                  </a:moveTo>
                  <a:cubicBezTo>
                    <a:pt x="107" y="149"/>
                    <a:pt x="107" y="149"/>
                    <a:pt x="107" y="149"/>
                  </a:cubicBezTo>
                  <a:cubicBezTo>
                    <a:pt x="112" y="128"/>
                    <a:pt x="128" y="112"/>
                    <a:pt x="149" y="107"/>
                  </a:cubicBezTo>
                  <a:lnTo>
                    <a:pt x="149" y="149"/>
                  </a:lnTo>
                  <a:close/>
                  <a:moveTo>
                    <a:pt x="149" y="170"/>
                  </a:moveTo>
                  <a:cubicBezTo>
                    <a:pt x="149" y="212"/>
                    <a:pt x="149" y="212"/>
                    <a:pt x="149" y="212"/>
                  </a:cubicBezTo>
                  <a:cubicBezTo>
                    <a:pt x="128" y="208"/>
                    <a:pt x="112" y="191"/>
                    <a:pt x="107" y="170"/>
                  </a:cubicBezTo>
                  <a:lnTo>
                    <a:pt x="149" y="170"/>
                  </a:lnTo>
                  <a:close/>
                  <a:moveTo>
                    <a:pt x="170" y="170"/>
                  </a:moveTo>
                  <a:cubicBezTo>
                    <a:pt x="212" y="170"/>
                    <a:pt x="212" y="170"/>
                    <a:pt x="212" y="170"/>
                  </a:cubicBezTo>
                  <a:cubicBezTo>
                    <a:pt x="208" y="191"/>
                    <a:pt x="191" y="208"/>
                    <a:pt x="170" y="212"/>
                  </a:cubicBezTo>
                  <a:lnTo>
                    <a:pt x="170" y="170"/>
                  </a:lnTo>
                  <a:close/>
                  <a:moveTo>
                    <a:pt x="170" y="149"/>
                  </a:moveTo>
                  <a:cubicBezTo>
                    <a:pt x="170" y="107"/>
                    <a:pt x="170" y="107"/>
                    <a:pt x="170" y="107"/>
                  </a:cubicBezTo>
                  <a:cubicBezTo>
                    <a:pt x="191" y="112"/>
                    <a:pt x="208" y="128"/>
                    <a:pt x="212" y="149"/>
                  </a:cubicBezTo>
                  <a:lnTo>
                    <a:pt x="170" y="149"/>
                  </a:lnTo>
                  <a:close/>
                  <a:moveTo>
                    <a:pt x="149" y="54"/>
                  </a:moveTo>
                  <a:cubicBezTo>
                    <a:pt x="149" y="86"/>
                    <a:pt x="149" y="86"/>
                    <a:pt x="149" y="86"/>
                  </a:cubicBezTo>
                  <a:cubicBezTo>
                    <a:pt x="116" y="91"/>
                    <a:pt x="91" y="116"/>
                    <a:pt x="86" y="149"/>
                  </a:cubicBezTo>
                  <a:cubicBezTo>
                    <a:pt x="54" y="149"/>
                    <a:pt x="54" y="149"/>
                    <a:pt x="54" y="149"/>
                  </a:cubicBezTo>
                  <a:cubicBezTo>
                    <a:pt x="59" y="99"/>
                    <a:pt x="99" y="59"/>
                    <a:pt x="149" y="54"/>
                  </a:cubicBezTo>
                  <a:close/>
                  <a:moveTo>
                    <a:pt x="54" y="170"/>
                  </a:moveTo>
                  <a:cubicBezTo>
                    <a:pt x="86" y="170"/>
                    <a:pt x="86" y="170"/>
                    <a:pt x="86" y="170"/>
                  </a:cubicBezTo>
                  <a:cubicBezTo>
                    <a:pt x="91" y="203"/>
                    <a:pt x="116" y="229"/>
                    <a:pt x="149" y="233"/>
                  </a:cubicBezTo>
                  <a:cubicBezTo>
                    <a:pt x="149" y="266"/>
                    <a:pt x="149" y="266"/>
                    <a:pt x="149" y="266"/>
                  </a:cubicBezTo>
                  <a:cubicBezTo>
                    <a:pt x="99" y="261"/>
                    <a:pt x="59" y="221"/>
                    <a:pt x="54" y="170"/>
                  </a:cubicBezTo>
                  <a:close/>
                  <a:moveTo>
                    <a:pt x="170" y="266"/>
                  </a:moveTo>
                  <a:cubicBezTo>
                    <a:pt x="170" y="233"/>
                    <a:pt x="170" y="233"/>
                    <a:pt x="170" y="233"/>
                  </a:cubicBezTo>
                  <a:cubicBezTo>
                    <a:pt x="203" y="229"/>
                    <a:pt x="229" y="203"/>
                    <a:pt x="233" y="170"/>
                  </a:cubicBezTo>
                  <a:cubicBezTo>
                    <a:pt x="266" y="170"/>
                    <a:pt x="266" y="170"/>
                    <a:pt x="266" y="170"/>
                  </a:cubicBezTo>
                  <a:cubicBezTo>
                    <a:pt x="261" y="221"/>
                    <a:pt x="221" y="261"/>
                    <a:pt x="170" y="266"/>
                  </a:cubicBezTo>
                  <a:close/>
                </a:path>
              </a:pathLst>
            </a:custGeom>
            <a:solidFill>
              <a:srgbClr val="00A3E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000">
                <a:solidFill>
                  <a:prstClr val="black"/>
                </a:solidFill>
                <a:latin typeface="Aptos" panose="020B0004020202020204" pitchFamily="34" charset="0"/>
              </a:endParaRPr>
            </a:p>
          </p:txBody>
        </p:sp>
        <p:sp>
          <p:nvSpPr>
            <p:cNvPr id="39" name="Arc 38"/>
            <p:cNvSpPr/>
            <p:nvPr/>
          </p:nvSpPr>
          <p:spPr bwMode="gray">
            <a:xfrm>
              <a:off x="2400288" y="2665379"/>
              <a:ext cx="1714547" cy="1714547"/>
            </a:xfrm>
            <a:prstGeom prst="arc">
              <a:avLst>
                <a:gd name="adj1" fmla="val 476881"/>
                <a:gd name="adj2" fmla="val 8893727"/>
              </a:avLst>
            </a:prstGeom>
            <a:noFill/>
            <a:ln w="12700" algn="ctr">
              <a:solidFill>
                <a:srgbClr val="00A3E0"/>
              </a:solidFill>
              <a:prstDash val="dash"/>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40" name="Arc 39"/>
            <p:cNvSpPr/>
            <p:nvPr/>
          </p:nvSpPr>
          <p:spPr bwMode="gray">
            <a:xfrm>
              <a:off x="5090730" y="3992988"/>
              <a:ext cx="1714547" cy="1714547"/>
            </a:xfrm>
            <a:prstGeom prst="arc">
              <a:avLst>
                <a:gd name="adj1" fmla="val 10851493"/>
                <a:gd name="adj2" fmla="val 19983526"/>
              </a:avLst>
            </a:prstGeom>
            <a:noFill/>
            <a:ln w="12700" algn="ctr">
              <a:solidFill>
                <a:schemeClr val="accent5"/>
              </a:solidFill>
              <a:prstDash val="dash"/>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41" name="Arc 40"/>
            <p:cNvSpPr/>
            <p:nvPr/>
          </p:nvSpPr>
          <p:spPr bwMode="gray">
            <a:xfrm>
              <a:off x="2417292" y="1287390"/>
              <a:ext cx="1714547" cy="1714547"/>
            </a:xfrm>
            <a:prstGeom prst="arc">
              <a:avLst>
                <a:gd name="adj1" fmla="val 10944444"/>
                <a:gd name="adj2" fmla="val 19861694"/>
              </a:avLst>
            </a:prstGeom>
            <a:noFill/>
            <a:ln w="12700" algn="ctr">
              <a:solidFill>
                <a:schemeClr val="tx1">
                  <a:lumMod val="65000"/>
                  <a:lumOff val="35000"/>
                </a:schemeClr>
              </a:solidFill>
              <a:prstDash val="dash"/>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sp>
          <p:nvSpPr>
            <p:cNvPr id="42" name="Arc 41"/>
            <p:cNvSpPr/>
            <p:nvPr/>
          </p:nvSpPr>
          <p:spPr bwMode="gray">
            <a:xfrm>
              <a:off x="3752030" y="4009203"/>
              <a:ext cx="1714547" cy="1714547"/>
            </a:xfrm>
            <a:prstGeom prst="arc">
              <a:avLst>
                <a:gd name="adj1" fmla="val 2767028"/>
                <a:gd name="adj2" fmla="val 8942080"/>
              </a:avLst>
            </a:prstGeom>
            <a:noFill/>
            <a:ln w="12700" algn="ctr">
              <a:solidFill>
                <a:schemeClr val="tx1">
                  <a:lumMod val="65000"/>
                  <a:lumOff val="35000"/>
                </a:schemeClr>
              </a:solidFill>
              <a:prstDash val="dash"/>
              <a:miter lim="800000"/>
              <a:headEnd/>
              <a:tailEnd/>
            </a:ln>
          </p:spPr>
          <p:txBody>
            <a:bodyPr wrap="square" lIns="72231" tIns="72231" rIns="72231" bIns="72231" rtlCol="0" anchor="ctr"/>
            <a:lstStyle/>
            <a:p>
              <a:pPr algn="ctr" defTabSz="742969">
                <a:lnSpc>
                  <a:spcPct val="106000"/>
                </a:lnSpc>
                <a:defRPr/>
              </a:pPr>
              <a:endParaRPr lang="en-GB" sz="1000" b="1">
                <a:solidFill>
                  <a:prstClr val="white"/>
                </a:solidFill>
                <a:latin typeface="Aptos" panose="020B0004020202020204" pitchFamily="34" charset="0"/>
              </a:endParaRPr>
            </a:p>
          </p:txBody>
        </p:sp>
        <p:cxnSp>
          <p:nvCxnSpPr>
            <p:cNvPr id="43" name="Straight Connector 42"/>
            <p:cNvCxnSpPr/>
            <p:nvPr/>
          </p:nvCxnSpPr>
          <p:spPr>
            <a:xfrm>
              <a:off x="6512054" y="5756308"/>
              <a:ext cx="2631946" cy="0"/>
            </a:xfrm>
            <a:prstGeom prst="line">
              <a:avLst/>
            </a:prstGeom>
            <a:ln w="12700">
              <a:solidFill>
                <a:schemeClr val="accent5"/>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1228294" y="2563570"/>
              <a:ext cx="1149397" cy="0"/>
            </a:xfrm>
            <a:prstGeom prst="line">
              <a:avLst/>
            </a:prstGeom>
            <a:noFill/>
            <a:ln w="12700" algn="ctr">
              <a:solidFill>
                <a:schemeClr val="tx1">
                  <a:lumMod val="65000"/>
                  <a:lumOff val="35000"/>
                </a:schemeClr>
              </a:solidFill>
              <a:prstDash val="dash"/>
              <a:miter lim="800000"/>
              <a:headEnd/>
              <a:tailEnd/>
            </a:ln>
          </p:spPr>
        </p:cxnSp>
      </p:grpSp>
    </p:spTree>
    <p:extLst>
      <p:ext uri="{BB962C8B-B14F-4D97-AF65-F5344CB8AC3E}">
        <p14:creationId xmlns:p14="http://schemas.microsoft.com/office/powerpoint/2010/main" val="1182026013"/>
      </p:ext>
    </p:extLst>
  </p:cSld>
  <p:clrMapOvr>
    <a:masterClrMapping/>
  </p:clrMapOvr>
  <p:transition>
    <p:fade/>
  </p:transition>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DF1F80-B95E-2D49-8684-0713E092E188}"/>
              </a:ext>
            </a:extLst>
          </p:cNvPr>
          <p:cNvSpPr>
            <a:spLocks noGrp="1"/>
          </p:cNvSpPr>
          <p:nvPr>
            <p:ph type="title"/>
          </p:nvPr>
        </p:nvSpPr>
        <p:spPr/>
        <p:txBody>
          <a:bodyPr/>
          <a:lstStyle/>
          <a:p>
            <a:r>
              <a:rPr lang="en-US" dirty="0"/>
              <a:t>Other</a:t>
            </a:r>
          </a:p>
        </p:txBody>
      </p:sp>
      <p:grpSp>
        <p:nvGrpSpPr>
          <p:cNvPr id="4" name="Group 3">
            <a:extLst>
              <a:ext uri="{FF2B5EF4-FFF2-40B4-BE49-F238E27FC236}">
                <a16:creationId xmlns:a16="http://schemas.microsoft.com/office/drawing/2014/main" id="{DBBA0420-00AE-4C9D-9421-C654167D6F66}"/>
              </a:ext>
            </a:extLst>
          </p:cNvPr>
          <p:cNvGrpSpPr/>
          <p:nvPr/>
        </p:nvGrpSpPr>
        <p:grpSpPr>
          <a:xfrm>
            <a:off x="1351726" y="1683708"/>
            <a:ext cx="7202555" cy="4102305"/>
            <a:chOff x="321723" y="1451600"/>
            <a:chExt cx="8519874" cy="4852602"/>
          </a:xfrm>
        </p:grpSpPr>
        <p:grpSp>
          <p:nvGrpSpPr>
            <p:cNvPr id="5" name="Group 4">
              <a:extLst>
                <a:ext uri="{FF2B5EF4-FFF2-40B4-BE49-F238E27FC236}">
                  <a16:creationId xmlns:a16="http://schemas.microsoft.com/office/drawing/2014/main" id="{87810F1D-291A-4C1A-BE9A-9ABCE3922507}"/>
                </a:ext>
              </a:extLst>
            </p:cNvPr>
            <p:cNvGrpSpPr/>
            <p:nvPr/>
          </p:nvGrpSpPr>
          <p:grpSpPr>
            <a:xfrm>
              <a:off x="465327" y="2515231"/>
              <a:ext cx="7699730" cy="2471371"/>
              <a:chOff x="751586" y="2271014"/>
              <a:chExt cx="6609396" cy="2121408"/>
            </a:xfrm>
          </p:grpSpPr>
          <p:sp>
            <p:nvSpPr>
              <p:cNvPr id="35" name="Hexagon 10">
                <a:extLst>
                  <a:ext uri="{FF2B5EF4-FFF2-40B4-BE49-F238E27FC236}">
                    <a16:creationId xmlns:a16="http://schemas.microsoft.com/office/drawing/2014/main" id="{4ED4AE5B-720C-45AB-AA9B-8BBC3938757E}"/>
                  </a:ext>
                </a:extLst>
              </p:cNvPr>
              <p:cNvSpPr/>
              <p:nvPr/>
            </p:nvSpPr>
            <p:spPr bwMode="gray">
              <a:xfrm rot="5400000">
                <a:off x="658336" y="2364264"/>
                <a:ext cx="1414272" cy="1227772"/>
              </a:xfrm>
              <a:custGeom>
                <a:avLst/>
                <a:gdLst>
                  <a:gd name="connsiteX0" fmla="*/ 0 w 1414272"/>
                  <a:gd name="connsiteY0" fmla="*/ 609600 h 1219200"/>
                  <a:gd name="connsiteX1" fmla="*/ 304800 w 1414272"/>
                  <a:gd name="connsiteY1" fmla="*/ 0 h 1219200"/>
                  <a:gd name="connsiteX2" fmla="*/ 1109472 w 1414272"/>
                  <a:gd name="connsiteY2" fmla="*/ 0 h 1219200"/>
                  <a:gd name="connsiteX3" fmla="*/ 1414272 w 1414272"/>
                  <a:gd name="connsiteY3" fmla="*/ 609600 h 1219200"/>
                  <a:gd name="connsiteX4" fmla="*/ 1109472 w 1414272"/>
                  <a:gd name="connsiteY4" fmla="*/ 1219200 h 1219200"/>
                  <a:gd name="connsiteX5" fmla="*/ 304800 w 1414272"/>
                  <a:gd name="connsiteY5" fmla="*/ 1219200 h 1219200"/>
                  <a:gd name="connsiteX6" fmla="*/ 0 w 1414272"/>
                  <a:gd name="connsiteY6" fmla="*/ 609600 h 1219200"/>
                  <a:gd name="connsiteX0" fmla="*/ 1109472 w 1414272"/>
                  <a:gd name="connsiteY0" fmla="*/ 0 h 1219200"/>
                  <a:gd name="connsiteX1" fmla="*/ 1414272 w 1414272"/>
                  <a:gd name="connsiteY1" fmla="*/ 609600 h 1219200"/>
                  <a:gd name="connsiteX2" fmla="*/ 1109472 w 1414272"/>
                  <a:gd name="connsiteY2" fmla="*/ 1219200 h 1219200"/>
                  <a:gd name="connsiteX3" fmla="*/ 304800 w 1414272"/>
                  <a:gd name="connsiteY3" fmla="*/ 1219200 h 1219200"/>
                  <a:gd name="connsiteX4" fmla="*/ 0 w 1414272"/>
                  <a:gd name="connsiteY4" fmla="*/ 609600 h 1219200"/>
                  <a:gd name="connsiteX5" fmla="*/ 304800 w 1414272"/>
                  <a:gd name="connsiteY5" fmla="*/ 0 h 1219200"/>
                  <a:gd name="connsiteX6" fmla="*/ 1200912 w 1414272"/>
                  <a:gd name="connsiteY6" fmla="*/ 91440 h 1219200"/>
                  <a:gd name="connsiteX0" fmla="*/ 1109472 w 1414272"/>
                  <a:gd name="connsiteY0" fmla="*/ 13335 h 1232535"/>
                  <a:gd name="connsiteX1" fmla="*/ 1414272 w 1414272"/>
                  <a:gd name="connsiteY1" fmla="*/ 622935 h 1232535"/>
                  <a:gd name="connsiteX2" fmla="*/ 1109472 w 1414272"/>
                  <a:gd name="connsiteY2" fmla="*/ 1232535 h 1232535"/>
                  <a:gd name="connsiteX3" fmla="*/ 304800 w 1414272"/>
                  <a:gd name="connsiteY3" fmla="*/ 1232535 h 1232535"/>
                  <a:gd name="connsiteX4" fmla="*/ 0 w 1414272"/>
                  <a:gd name="connsiteY4" fmla="*/ 622935 h 1232535"/>
                  <a:gd name="connsiteX5" fmla="*/ 304800 w 1414272"/>
                  <a:gd name="connsiteY5" fmla="*/ 13335 h 1232535"/>
                  <a:gd name="connsiteX6" fmla="*/ 958024 w 1414272"/>
                  <a:gd name="connsiteY6" fmla="*/ 0 h 1232535"/>
                  <a:gd name="connsiteX0" fmla="*/ 1109472 w 1414272"/>
                  <a:gd name="connsiteY0" fmla="*/ 0 h 1219200"/>
                  <a:gd name="connsiteX1" fmla="*/ 1414272 w 1414272"/>
                  <a:gd name="connsiteY1" fmla="*/ 609600 h 1219200"/>
                  <a:gd name="connsiteX2" fmla="*/ 1109472 w 1414272"/>
                  <a:gd name="connsiteY2" fmla="*/ 1219200 h 1219200"/>
                  <a:gd name="connsiteX3" fmla="*/ 304800 w 1414272"/>
                  <a:gd name="connsiteY3" fmla="*/ 1219200 h 1219200"/>
                  <a:gd name="connsiteX4" fmla="*/ 0 w 1414272"/>
                  <a:gd name="connsiteY4" fmla="*/ 609600 h 1219200"/>
                  <a:gd name="connsiteX5" fmla="*/ 304800 w 1414272"/>
                  <a:gd name="connsiteY5" fmla="*/ 0 h 1219200"/>
                  <a:gd name="connsiteX6" fmla="*/ 858015 w 1414272"/>
                  <a:gd name="connsiteY6" fmla="*/ 10478 h 1219200"/>
                  <a:gd name="connsiteX0" fmla="*/ 1109472 w 1414272"/>
                  <a:gd name="connsiteY0" fmla="*/ 8572 h 1227772"/>
                  <a:gd name="connsiteX1" fmla="*/ 1414272 w 1414272"/>
                  <a:gd name="connsiteY1" fmla="*/ 618172 h 1227772"/>
                  <a:gd name="connsiteX2" fmla="*/ 1109472 w 1414272"/>
                  <a:gd name="connsiteY2" fmla="*/ 1227772 h 1227772"/>
                  <a:gd name="connsiteX3" fmla="*/ 304800 w 1414272"/>
                  <a:gd name="connsiteY3" fmla="*/ 1227772 h 1227772"/>
                  <a:gd name="connsiteX4" fmla="*/ 0 w 1414272"/>
                  <a:gd name="connsiteY4" fmla="*/ 618172 h 1227772"/>
                  <a:gd name="connsiteX5" fmla="*/ 304800 w 1414272"/>
                  <a:gd name="connsiteY5" fmla="*/ 8572 h 1227772"/>
                  <a:gd name="connsiteX6" fmla="*/ 848490 w 1414272"/>
                  <a:gd name="connsiteY6" fmla="*/ 0 h 122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4272" h="1227772">
                    <a:moveTo>
                      <a:pt x="1109472" y="8572"/>
                    </a:moveTo>
                    <a:lnTo>
                      <a:pt x="1414272" y="618172"/>
                    </a:lnTo>
                    <a:lnTo>
                      <a:pt x="1109472" y="1227772"/>
                    </a:lnTo>
                    <a:lnTo>
                      <a:pt x="304800" y="1227772"/>
                    </a:lnTo>
                    <a:lnTo>
                      <a:pt x="0" y="618172"/>
                    </a:lnTo>
                    <a:lnTo>
                      <a:pt x="304800" y="8572"/>
                    </a:lnTo>
                    <a:cubicBezTo>
                      <a:pt x="573024" y="8572"/>
                      <a:pt x="848490" y="0"/>
                      <a:pt x="848490" y="0"/>
                    </a:cubicBezTo>
                  </a:path>
                </a:pathLst>
              </a:custGeom>
              <a:noFill/>
              <a:ln w="19050" algn="ctr">
                <a:solidFill>
                  <a:schemeClr val="accent1"/>
                </a:solidFill>
                <a:miter lim="800000"/>
                <a:headEnd type="triangle" w="lg" len="lg"/>
                <a:tailEnd type="oval"/>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sp>
            <p:nvSpPr>
              <p:cNvPr id="36" name="Hexagon 10">
                <a:extLst>
                  <a:ext uri="{FF2B5EF4-FFF2-40B4-BE49-F238E27FC236}">
                    <a16:creationId xmlns:a16="http://schemas.microsoft.com/office/drawing/2014/main" id="{BCA4F1B8-2949-4C17-9741-D7FF5088B684}"/>
                  </a:ext>
                </a:extLst>
              </p:cNvPr>
              <p:cNvSpPr/>
              <p:nvPr/>
            </p:nvSpPr>
            <p:spPr bwMode="gray">
              <a:xfrm rot="5400000" flipH="1">
                <a:off x="2015648" y="3071400"/>
                <a:ext cx="1414272" cy="1227772"/>
              </a:xfrm>
              <a:custGeom>
                <a:avLst/>
                <a:gdLst>
                  <a:gd name="connsiteX0" fmla="*/ 0 w 1414272"/>
                  <a:gd name="connsiteY0" fmla="*/ 609600 h 1219200"/>
                  <a:gd name="connsiteX1" fmla="*/ 304800 w 1414272"/>
                  <a:gd name="connsiteY1" fmla="*/ 0 h 1219200"/>
                  <a:gd name="connsiteX2" fmla="*/ 1109472 w 1414272"/>
                  <a:gd name="connsiteY2" fmla="*/ 0 h 1219200"/>
                  <a:gd name="connsiteX3" fmla="*/ 1414272 w 1414272"/>
                  <a:gd name="connsiteY3" fmla="*/ 609600 h 1219200"/>
                  <a:gd name="connsiteX4" fmla="*/ 1109472 w 1414272"/>
                  <a:gd name="connsiteY4" fmla="*/ 1219200 h 1219200"/>
                  <a:gd name="connsiteX5" fmla="*/ 304800 w 1414272"/>
                  <a:gd name="connsiteY5" fmla="*/ 1219200 h 1219200"/>
                  <a:gd name="connsiteX6" fmla="*/ 0 w 1414272"/>
                  <a:gd name="connsiteY6" fmla="*/ 609600 h 1219200"/>
                  <a:gd name="connsiteX0" fmla="*/ 1109472 w 1414272"/>
                  <a:gd name="connsiteY0" fmla="*/ 0 h 1219200"/>
                  <a:gd name="connsiteX1" fmla="*/ 1414272 w 1414272"/>
                  <a:gd name="connsiteY1" fmla="*/ 609600 h 1219200"/>
                  <a:gd name="connsiteX2" fmla="*/ 1109472 w 1414272"/>
                  <a:gd name="connsiteY2" fmla="*/ 1219200 h 1219200"/>
                  <a:gd name="connsiteX3" fmla="*/ 304800 w 1414272"/>
                  <a:gd name="connsiteY3" fmla="*/ 1219200 h 1219200"/>
                  <a:gd name="connsiteX4" fmla="*/ 0 w 1414272"/>
                  <a:gd name="connsiteY4" fmla="*/ 609600 h 1219200"/>
                  <a:gd name="connsiteX5" fmla="*/ 304800 w 1414272"/>
                  <a:gd name="connsiteY5" fmla="*/ 0 h 1219200"/>
                  <a:gd name="connsiteX6" fmla="*/ 1200912 w 1414272"/>
                  <a:gd name="connsiteY6" fmla="*/ 91440 h 1219200"/>
                  <a:gd name="connsiteX0" fmla="*/ 1109472 w 1414272"/>
                  <a:gd name="connsiteY0" fmla="*/ 13335 h 1232535"/>
                  <a:gd name="connsiteX1" fmla="*/ 1414272 w 1414272"/>
                  <a:gd name="connsiteY1" fmla="*/ 622935 h 1232535"/>
                  <a:gd name="connsiteX2" fmla="*/ 1109472 w 1414272"/>
                  <a:gd name="connsiteY2" fmla="*/ 1232535 h 1232535"/>
                  <a:gd name="connsiteX3" fmla="*/ 304800 w 1414272"/>
                  <a:gd name="connsiteY3" fmla="*/ 1232535 h 1232535"/>
                  <a:gd name="connsiteX4" fmla="*/ 0 w 1414272"/>
                  <a:gd name="connsiteY4" fmla="*/ 622935 h 1232535"/>
                  <a:gd name="connsiteX5" fmla="*/ 304800 w 1414272"/>
                  <a:gd name="connsiteY5" fmla="*/ 13335 h 1232535"/>
                  <a:gd name="connsiteX6" fmla="*/ 958024 w 1414272"/>
                  <a:gd name="connsiteY6" fmla="*/ 0 h 1232535"/>
                  <a:gd name="connsiteX0" fmla="*/ 1109472 w 1414272"/>
                  <a:gd name="connsiteY0" fmla="*/ 0 h 1219200"/>
                  <a:gd name="connsiteX1" fmla="*/ 1414272 w 1414272"/>
                  <a:gd name="connsiteY1" fmla="*/ 609600 h 1219200"/>
                  <a:gd name="connsiteX2" fmla="*/ 1109472 w 1414272"/>
                  <a:gd name="connsiteY2" fmla="*/ 1219200 h 1219200"/>
                  <a:gd name="connsiteX3" fmla="*/ 304800 w 1414272"/>
                  <a:gd name="connsiteY3" fmla="*/ 1219200 h 1219200"/>
                  <a:gd name="connsiteX4" fmla="*/ 0 w 1414272"/>
                  <a:gd name="connsiteY4" fmla="*/ 609600 h 1219200"/>
                  <a:gd name="connsiteX5" fmla="*/ 304800 w 1414272"/>
                  <a:gd name="connsiteY5" fmla="*/ 0 h 1219200"/>
                  <a:gd name="connsiteX6" fmla="*/ 858015 w 1414272"/>
                  <a:gd name="connsiteY6" fmla="*/ 10478 h 1219200"/>
                  <a:gd name="connsiteX0" fmla="*/ 1109472 w 1414272"/>
                  <a:gd name="connsiteY0" fmla="*/ 8572 h 1227772"/>
                  <a:gd name="connsiteX1" fmla="*/ 1414272 w 1414272"/>
                  <a:gd name="connsiteY1" fmla="*/ 618172 h 1227772"/>
                  <a:gd name="connsiteX2" fmla="*/ 1109472 w 1414272"/>
                  <a:gd name="connsiteY2" fmla="*/ 1227772 h 1227772"/>
                  <a:gd name="connsiteX3" fmla="*/ 304800 w 1414272"/>
                  <a:gd name="connsiteY3" fmla="*/ 1227772 h 1227772"/>
                  <a:gd name="connsiteX4" fmla="*/ 0 w 1414272"/>
                  <a:gd name="connsiteY4" fmla="*/ 618172 h 1227772"/>
                  <a:gd name="connsiteX5" fmla="*/ 304800 w 1414272"/>
                  <a:gd name="connsiteY5" fmla="*/ 8572 h 1227772"/>
                  <a:gd name="connsiteX6" fmla="*/ 848490 w 1414272"/>
                  <a:gd name="connsiteY6" fmla="*/ 0 h 122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4272" h="1227772">
                    <a:moveTo>
                      <a:pt x="1109472" y="8572"/>
                    </a:moveTo>
                    <a:lnTo>
                      <a:pt x="1414272" y="618172"/>
                    </a:lnTo>
                    <a:lnTo>
                      <a:pt x="1109472" y="1227772"/>
                    </a:lnTo>
                    <a:lnTo>
                      <a:pt x="304800" y="1227772"/>
                    </a:lnTo>
                    <a:lnTo>
                      <a:pt x="0" y="618172"/>
                    </a:lnTo>
                    <a:lnTo>
                      <a:pt x="304800" y="8572"/>
                    </a:lnTo>
                    <a:cubicBezTo>
                      <a:pt x="573024" y="8572"/>
                      <a:pt x="848490" y="0"/>
                      <a:pt x="848490" y="0"/>
                    </a:cubicBezTo>
                  </a:path>
                </a:pathLst>
              </a:custGeom>
              <a:noFill/>
              <a:ln w="19050" algn="ctr">
                <a:solidFill>
                  <a:srgbClr val="00A3E0"/>
                </a:solidFill>
                <a:miter lim="800000"/>
                <a:headEnd type="triangle" w="lg" len="lg"/>
                <a:tailEnd type="oval"/>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sp>
            <p:nvSpPr>
              <p:cNvPr id="37" name="Hexagon 10">
                <a:extLst>
                  <a:ext uri="{FF2B5EF4-FFF2-40B4-BE49-F238E27FC236}">
                    <a16:creationId xmlns:a16="http://schemas.microsoft.com/office/drawing/2014/main" id="{C9331E50-927B-4389-99AF-19427034F54D}"/>
                  </a:ext>
                </a:extLst>
              </p:cNvPr>
              <p:cNvSpPr/>
              <p:nvPr/>
            </p:nvSpPr>
            <p:spPr bwMode="gray">
              <a:xfrm rot="5400000">
                <a:off x="3349148" y="2364264"/>
                <a:ext cx="1414272" cy="1227772"/>
              </a:xfrm>
              <a:custGeom>
                <a:avLst/>
                <a:gdLst>
                  <a:gd name="connsiteX0" fmla="*/ 0 w 1414272"/>
                  <a:gd name="connsiteY0" fmla="*/ 609600 h 1219200"/>
                  <a:gd name="connsiteX1" fmla="*/ 304800 w 1414272"/>
                  <a:gd name="connsiteY1" fmla="*/ 0 h 1219200"/>
                  <a:gd name="connsiteX2" fmla="*/ 1109472 w 1414272"/>
                  <a:gd name="connsiteY2" fmla="*/ 0 h 1219200"/>
                  <a:gd name="connsiteX3" fmla="*/ 1414272 w 1414272"/>
                  <a:gd name="connsiteY3" fmla="*/ 609600 h 1219200"/>
                  <a:gd name="connsiteX4" fmla="*/ 1109472 w 1414272"/>
                  <a:gd name="connsiteY4" fmla="*/ 1219200 h 1219200"/>
                  <a:gd name="connsiteX5" fmla="*/ 304800 w 1414272"/>
                  <a:gd name="connsiteY5" fmla="*/ 1219200 h 1219200"/>
                  <a:gd name="connsiteX6" fmla="*/ 0 w 1414272"/>
                  <a:gd name="connsiteY6" fmla="*/ 609600 h 1219200"/>
                  <a:gd name="connsiteX0" fmla="*/ 1109472 w 1414272"/>
                  <a:gd name="connsiteY0" fmla="*/ 0 h 1219200"/>
                  <a:gd name="connsiteX1" fmla="*/ 1414272 w 1414272"/>
                  <a:gd name="connsiteY1" fmla="*/ 609600 h 1219200"/>
                  <a:gd name="connsiteX2" fmla="*/ 1109472 w 1414272"/>
                  <a:gd name="connsiteY2" fmla="*/ 1219200 h 1219200"/>
                  <a:gd name="connsiteX3" fmla="*/ 304800 w 1414272"/>
                  <a:gd name="connsiteY3" fmla="*/ 1219200 h 1219200"/>
                  <a:gd name="connsiteX4" fmla="*/ 0 w 1414272"/>
                  <a:gd name="connsiteY4" fmla="*/ 609600 h 1219200"/>
                  <a:gd name="connsiteX5" fmla="*/ 304800 w 1414272"/>
                  <a:gd name="connsiteY5" fmla="*/ 0 h 1219200"/>
                  <a:gd name="connsiteX6" fmla="*/ 1200912 w 1414272"/>
                  <a:gd name="connsiteY6" fmla="*/ 91440 h 1219200"/>
                  <a:gd name="connsiteX0" fmla="*/ 1109472 w 1414272"/>
                  <a:gd name="connsiteY0" fmla="*/ 13335 h 1232535"/>
                  <a:gd name="connsiteX1" fmla="*/ 1414272 w 1414272"/>
                  <a:gd name="connsiteY1" fmla="*/ 622935 h 1232535"/>
                  <a:gd name="connsiteX2" fmla="*/ 1109472 w 1414272"/>
                  <a:gd name="connsiteY2" fmla="*/ 1232535 h 1232535"/>
                  <a:gd name="connsiteX3" fmla="*/ 304800 w 1414272"/>
                  <a:gd name="connsiteY3" fmla="*/ 1232535 h 1232535"/>
                  <a:gd name="connsiteX4" fmla="*/ 0 w 1414272"/>
                  <a:gd name="connsiteY4" fmla="*/ 622935 h 1232535"/>
                  <a:gd name="connsiteX5" fmla="*/ 304800 w 1414272"/>
                  <a:gd name="connsiteY5" fmla="*/ 13335 h 1232535"/>
                  <a:gd name="connsiteX6" fmla="*/ 958024 w 1414272"/>
                  <a:gd name="connsiteY6" fmla="*/ 0 h 1232535"/>
                  <a:gd name="connsiteX0" fmla="*/ 1109472 w 1414272"/>
                  <a:gd name="connsiteY0" fmla="*/ 0 h 1219200"/>
                  <a:gd name="connsiteX1" fmla="*/ 1414272 w 1414272"/>
                  <a:gd name="connsiteY1" fmla="*/ 609600 h 1219200"/>
                  <a:gd name="connsiteX2" fmla="*/ 1109472 w 1414272"/>
                  <a:gd name="connsiteY2" fmla="*/ 1219200 h 1219200"/>
                  <a:gd name="connsiteX3" fmla="*/ 304800 w 1414272"/>
                  <a:gd name="connsiteY3" fmla="*/ 1219200 h 1219200"/>
                  <a:gd name="connsiteX4" fmla="*/ 0 w 1414272"/>
                  <a:gd name="connsiteY4" fmla="*/ 609600 h 1219200"/>
                  <a:gd name="connsiteX5" fmla="*/ 304800 w 1414272"/>
                  <a:gd name="connsiteY5" fmla="*/ 0 h 1219200"/>
                  <a:gd name="connsiteX6" fmla="*/ 858015 w 1414272"/>
                  <a:gd name="connsiteY6" fmla="*/ 10478 h 1219200"/>
                  <a:gd name="connsiteX0" fmla="*/ 1109472 w 1414272"/>
                  <a:gd name="connsiteY0" fmla="*/ 8572 h 1227772"/>
                  <a:gd name="connsiteX1" fmla="*/ 1414272 w 1414272"/>
                  <a:gd name="connsiteY1" fmla="*/ 618172 h 1227772"/>
                  <a:gd name="connsiteX2" fmla="*/ 1109472 w 1414272"/>
                  <a:gd name="connsiteY2" fmla="*/ 1227772 h 1227772"/>
                  <a:gd name="connsiteX3" fmla="*/ 304800 w 1414272"/>
                  <a:gd name="connsiteY3" fmla="*/ 1227772 h 1227772"/>
                  <a:gd name="connsiteX4" fmla="*/ 0 w 1414272"/>
                  <a:gd name="connsiteY4" fmla="*/ 618172 h 1227772"/>
                  <a:gd name="connsiteX5" fmla="*/ 304800 w 1414272"/>
                  <a:gd name="connsiteY5" fmla="*/ 8572 h 1227772"/>
                  <a:gd name="connsiteX6" fmla="*/ 848490 w 1414272"/>
                  <a:gd name="connsiteY6" fmla="*/ 0 h 122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4272" h="1227772">
                    <a:moveTo>
                      <a:pt x="1109472" y="8572"/>
                    </a:moveTo>
                    <a:lnTo>
                      <a:pt x="1414272" y="618172"/>
                    </a:lnTo>
                    <a:lnTo>
                      <a:pt x="1109472" y="1227772"/>
                    </a:lnTo>
                    <a:lnTo>
                      <a:pt x="304800" y="1227772"/>
                    </a:lnTo>
                    <a:lnTo>
                      <a:pt x="0" y="618172"/>
                    </a:lnTo>
                    <a:lnTo>
                      <a:pt x="304800" y="8572"/>
                    </a:lnTo>
                    <a:cubicBezTo>
                      <a:pt x="573024" y="8572"/>
                      <a:pt x="848490" y="0"/>
                      <a:pt x="848490" y="0"/>
                    </a:cubicBezTo>
                  </a:path>
                </a:pathLst>
              </a:custGeom>
              <a:noFill/>
              <a:ln w="19050" algn="ctr">
                <a:solidFill>
                  <a:srgbClr val="009A44"/>
                </a:solidFill>
                <a:miter lim="800000"/>
                <a:headEnd type="triangle" w="lg" len="lg"/>
                <a:tailEnd type="oval"/>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sp>
            <p:nvSpPr>
              <p:cNvPr id="38" name="Hexagon 10">
                <a:extLst>
                  <a:ext uri="{FF2B5EF4-FFF2-40B4-BE49-F238E27FC236}">
                    <a16:creationId xmlns:a16="http://schemas.microsoft.com/office/drawing/2014/main" id="{89CAD43D-125B-470A-81BD-B874BA7EBC10}"/>
                  </a:ext>
                </a:extLst>
              </p:cNvPr>
              <p:cNvSpPr/>
              <p:nvPr/>
            </p:nvSpPr>
            <p:spPr bwMode="gray">
              <a:xfrm rot="5400000" flipH="1">
                <a:off x="4706460" y="3071400"/>
                <a:ext cx="1414272" cy="1227772"/>
              </a:xfrm>
              <a:custGeom>
                <a:avLst/>
                <a:gdLst>
                  <a:gd name="connsiteX0" fmla="*/ 0 w 1414272"/>
                  <a:gd name="connsiteY0" fmla="*/ 609600 h 1219200"/>
                  <a:gd name="connsiteX1" fmla="*/ 304800 w 1414272"/>
                  <a:gd name="connsiteY1" fmla="*/ 0 h 1219200"/>
                  <a:gd name="connsiteX2" fmla="*/ 1109472 w 1414272"/>
                  <a:gd name="connsiteY2" fmla="*/ 0 h 1219200"/>
                  <a:gd name="connsiteX3" fmla="*/ 1414272 w 1414272"/>
                  <a:gd name="connsiteY3" fmla="*/ 609600 h 1219200"/>
                  <a:gd name="connsiteX4" fmla="*/ 1109472 w 1414272"/>
                  <a:gd name="connsiteY4" fmla="*/ 1219200 h 1219200"/>
                  <a:gd name="connsiteX5" fmla="*/ 304800 w 1414272"/>
                  <a:gd name="connsiteY5" fmla="*/ 1219200 h 1219200"/>
                  <a:gd name="connsiteX6" fmla="*/ 0 w 1414272"/>
                  <a:gd name="connsiteY6" fmla="*/ 609600 h 1219200"/>
                  <a:gd name="connsiteX0" fmla="*/ 1109472 w 1414272"/>
                  <a:gd name="connsiteY0" fmla="*/ 0 h 1219200"/>
                  <a:gd name="connsiteX1" fmla="*/ 1414272 w 1414272"/>
                  <a:gd name="connsiteY1" fmla="*/ 609600 h 1219200"/>
                  <a:gd name="connsiteX2" fmla="*/ 1109472 w 1414272"/>
                  <a:gd name="connsiteY2" fmla="*/ 1219200 h 1219200"/>
                  <a:gd name="connsiteX3" fmla="*/ 304800 w 1414272"/>
                  <a:gd name="connsiteY3" fmla="*/ 1219200 h 1219200"/>
                  <a:gd name="connsiteX4" fmla="*/ 0 w 1414272"/>
                  <a:gd name="connsiteY4" fmla="*/ 609600 h 1219200"/>
                  <a:gd name="connsiteX5" fmla="*/ 304800 w 1414272"/>
                  <a:gd name="connsiteY5" fmla="*/ 0 h 1219200"/>
                  <a:gd name="connsiteX6" fmla="*/ 1200912 w 1414272"/>
                  <a:gd name="connsiteY6" fmla="*/ 91440 h 1219200"/>
                  <a:gd name="connsiteX0" fmla="*/ 1109472 w 1414272"/>
                  <a:gd name="connsiteY0" fmla="*/ 13335 h 1232535"/>
                  <a:gd name="connsiteX1" fmla="*/ 1414272 w 1414272"/>
                  <a:gd name="connsiteY1" fmla="*/ 622935 h 1232535"/>
                  <a:gd name="connsiteX2" fmla="*/ 1109472 w 1414272"/>
                  <a:gd name="connsiteY2" fmla="*/ 1232535 h 1232535"/>
                  <a:gd name="connsiteX3" fmla="*/ 304800 w 1414272"/>
                  <a:gd name="connsiteY3" fmla="*/ 1232535 h 1232535"/>
                  <a:gd name="connsiteX4" fmla="*/ 0 w 1414272"/>
                  <a:gd name="connsiteY4" fmla="*/ 622935 h 1232535"/>
                  <a:gd name="connsiteX5" fmla="*/ 304800 w 1414272"/>
                  <a:gd name="connsiteY5" fmla="*/ 13335 h 1232535"/>
                  <a:gd name="connsiteX6" fmla="*/ 958024 w 1414272"/>
                  <a:gd name="connsiteY6" fmla="*/ 0 h 1232535"/>
                  <a:gd name="connsiteX0" fmla="*/ 1109472 w 1414272"/>
                  <a:gd name="connsiteY0" fmla="*/ 0 h 1219200"/>
                  <a:gd name="connsiteX1" fmla="*/ 1414272 w 1414272"/>
                  <a:gd name="connsiteY1" fmla="*/ 609600 h 1219200"/>
                  <a:gd name="connsiteX2" fmla="*/ 1109472 w 1414272"/>
                  <a:gd name="connsiteY2" fmla="*/ 1219200 h 1219200"/>
                  <a:gd name="connsiteX3" fmla="*/ 304800 w 1414272"/>
                  <a:gd name="connsiteY3" fmla="*/ 1219200 h 1219200"/>
                  <a:gd name="connsiteX4" fmla="*/ 0 w 1414272"/>
                  <a:gd name="connsiteY4" fmla="*/ 609600 h 1219200"/>
                  <a:gd name="connsiteX5" fmla="*/ 304800 w 1414272"/>
                  <a:gd name="connsiteY5" fmla="*/ 0 h 1219200"/>
                  <a:gd name="connsiteX6" fmla="*/ 858015 w 1414272"/>
                  <a:gd name="connsiteY6" fmla="*/ 10478 h 1219200"/>
                  <a:gd name="connsiteX0" fmla="*/ 1109472 w 1414272"/>
                  <a:gd name="connsiteY0" fmla="*/ 8572 h 1227772"/>
                  <a:gd name="connsiteX1" fmla="*/ 1414272 w 1414272"/>
                  <a:gd name="connsiteY1" fmla="*/ 618172 h 1227772"/>
                  <a:gd name="connsiteX2" fmla="*/ 1109472 w 1414272"/>
                  <a:gd name="connsiteY2" fmla="*/ 1227772 h 1227772"/>
                  <a:gd name="connsiteX3" fmla="*/ 304800 w 1414272"/>
                  <a:gd name="connsiteY3" fmla="*/ 1227772 h 1227772"/>
                  <a:gd name="connsiteX4" fmla="*/ 0 w 1414272"/>
                  <a:gd name="connsiteY4" fmla="*/ 618172 h 1227772"/>
                  <a:gd name="connsiteX5" fmla="*/ 304800 w 1414272"/>
                  <a:gd name="connsiteY5" fmla="*/ 8572 h 1227772"/>
                  <a:gd name="connsiteX6" fmla="*/ 848490 w 1414272"/>
                  <a:gd name="connsiteY6" fmla="*/ 0 h 122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4272" h="1227772">
                    <a:moveTo>
                      <a:pt x="1109472" y="8572"/>
                    </a:moveTo>
                    <a:lnTo>
                      <a:pt x="1414272" y="618172"/>
                    </a:lnTo>
                    <a:lnTo>
                      <a:pt x="1109472" y="1227772"/>
                    </a:lnTo>
                    <a:lnTo>
                      <a:pt x="304800" y="1227772"/>
                    </a:lnTo>
                    <a:lnTo>
                      <a:pt x="0" y="618172"/>
                    </a:lnTo>
                    <a:lnTo>
                      <a:pt x="304800" y="8572"/>
                    </a:lnTo>
                    <a:cubicBezTo>
                      <a:pt x="573024" y="8572"/>
                      <a:pt x="848490" y="0"/>
                      <a:pt x="848490" y="0"/>
                    </a:cubicBezTo>
                  </a:path>
                </a:pathLst>
              </a:custGeom>
              <a:noFill/>
              <a:ln w="19050" algn="ctr">
                <a:solidFill>
                  <a:schemeClr val="accent6">
                    <a:lumMod val="50000"/>
                  </a:schemeClr>
                </a:solidFill>
                <a:miter lim="800000"/>
                <a:headEnd type="triangle" w="lg" len="lg"/>
                <a:tailEnd type="oval"/>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sp>
            <p:nvSpPr>
              <p:cNvPr id="39" name="Hexagon 10">
                <a:extLst>
                  <a:ext uri="{FF2B5EF4-FFF2-40B4-BE49-F238E27FC236}">
                    <a16:creationId xmlns:a16="http://schemas.microsoft.com/office/drawing/2014/main" id="{A985C7DC-1271-40D4-8F26-D26D86212BF8}"/>
                  </a:ext>
                </a:extLst>
              </p:cNvPr>
              <p:cNvSpPr/>
              <p:nvPr/>
            </p:nvSpPr>
            <p:spPr bwMode="gray">
              <a:xfrm rot="5400000">
                <a:off x="6039960" y="2364264"/>
                <a:ext cx="1414272" cy="1227772"/>
              </a:xfrm>
              <a:custGeom>
                <a:avLst/>
                <a:gdLst>
                  <a:gd name="connsiteX0" fmla="*/ 0 w 1414272"/>
                  <a:gd name="connsiteY0" fmla="*/ 609600 h 1219200"/>
                  <a:gd name="connsiteX1" fmla="*/ 304800 w 1414272"/>
                  <a:gd name="connsiteY1" fmla="*/ 0 h 1219200"/>
                  <a:gd name="connsiteX2" fmla="*/ 1109472 w 1414272"/>
                  <a:gd name="connsiteY2" fmla="*/ 0 h 1219200"/>
                  <a:gd name="connsiteX3" fmla="*/ 1414272 w 1414272"/>
                  <a:gd name="connsiteY3" fmla="*/ 609600 h 1219200"/>
                  <a:gd name="connsiteX4" fmla="*/ 1109472 w 1414272"/>
                  <a:gd name="connsiteY4" fmla="*/ 1219200 h 1219200"/>
                  <a:gd name="connsiteX5" fmla="*/ 304800 w 1414272"/>
                  <a:gd name="connsiteY5" fmla="*/ 1219200 h 1219200"/>
                  <a:gd name="connsiteX6" fmla="*/ 0 w 1414272"/>
                  <a:gd name="connsiteY6" fmla="*/ 609600 h 1219200"/>
                  <a:gd name="connsiteX0" fmla="*/ 1109472 w 1414272"/>
                  <a:gd name="connsiteY0" fmla="*/ 0 h 1219200"/>
                  <a:gd name="connsiteX1" fmla="*/ 1414272 w 1414272"/>
                  <a:gd name="connsiteY1" fmla="*/ 609600 h 1219200"/>
                  <a:gd name="connsiteX2" fmla="*/ 1109472 w 1414272"/>
                  <a:gd name="connsiteY2" fmla="*/ 1219200 h 1219200"/>
                  <a:gd name="connsiteX3" fmla="*/ 304800 w 1414272"/>
                  <a:gd name="connsiteY3" fmla="*/ 1219200 h 1219200"/>
                  <a:gd name="connsiteX4" fmla="*/ 0 w 1414272"/>
                  <a:gd name="connsiteY4" fmla="*/ 609600 h 1219200"/>
                  <a:gd name="connsiteX5" fmla="*/ 304800 w 1414272"/>
                  <a:gd name="connsiteY5" fmla="*/ 0 h 1219200"/>
                  <a:gd name="connsiteX6" fmla="*/ 1200912 w 1414272"/>
                  <a:gd name="connsiteY6" fmla="*/ 91440 h 1219200"/>
                  <a:gd name="connsiteX0" fmla="*/ 1109472 w 1414272"/>
                  <a:gd name="connsiteY0" fmla="*/ 13335 h 1232535"/>
                  <a:gd name="connsiteX1" fmla="*/ 1414272 w 1414272"/>
                  <a:gd name="connsiteY1" fmla="*/ 622935 h 1232535"/>
                  <a:gd name="connsiteX2" fmla="*/ 1109472 w 1414272"/>
                  <a:gd name="connsiteY2" fmla="*/ 1232535 h 1232535"/>
                  <a:gd name="connsiteX3" fmla="*/ 304800 w 1414272"/>
                  <a:gd name="connsiteY3" fmla="*/ 1232535 h 1232535"/>
                  <a:gd name="connsiteX4" fmla="*/ 0 w 1414272"/>
                  <a:gd name="connsiteY4" fmla="*/ 622935 h 1232535"/>
                  <a:gd name="connsiteX5" fmla="*/ 304800 w 1414272"/>
                  <a:gd name="connsiteY5" fmla="*/ 13335 h 1232535"/>
                  <a:gd name="connsiteX6" fmla="*/ 958024 w 1414272"/>
                  <a:gd name="connsiteY6" fmla="*/ 0 h 1232535"/>
                  <a:gd name="connsiteX0" fmla="*/ 1109472 w 1414272"/>
                  <a:gd name="connsiteY0" fmla="*/ 0 h 1219200"/>
                  <a:gd name="connsiteX1" fmla="*/ 1414272 w 1414272"/>
                  <a:gd name="connsiteY1" fmla="*/ 609600 h 1219200"/>
                  <a:gd name="connsiteX2" fmla="*/ 1109472 w 1414272"/>
                  <a:gd name="connsiteY2" fmla="*/ 1219200 h 1219200"/>
                  <a:gd name="connsiteX3" fmla="*/ 304800 w 1414272"/>
                  <a:gd name="connsiteY3" fmla="*/ 1219200 h 1219200"/>
                  <a:gd name="connsiteX4" fmla="*/ 0 w 1414272"/>
                  <a:gd name="connsiteY4" fmla="*/ 609600 h 1219200"/>
                  <a:gd name="connsiteX5" fmla="*/ 304800 w 1414272"/>
                  <a:gd name="connsiteY5" fmla="*/ 0 h 1219200"/>
                  <a:gd name="connsiteX6" fmla="*/ 858015 w 1414272"/>
                  <a:gd name="connsiteY6" fmla="*/ 10478 h 1219200"/>
                  <a:gd name="connsiteX0" fmla="*/ 1109472 w 1414272"/>
                  <a:gd name="connsiteY0" fmla="*/ 8572 h 1227772"/>
                  <a:gd name="connsiteX1" fmla="*/ 1414272 w 1414272"/>
                  <a:gd name="connsiteY1" fmla="*/ 618172 h 1227772"/>
                  <a:gd name="connsiteX2" fmla="*/ 1109472 w 1414272"/>
                  <a:gd name="connsiteY2" fmla="*/ 1227772 h 1227772"/>
                  <a:gd name="connsiteX3" fmla="*/ 304800 w 1414272"/>
                  <a:gd name="connsiteY3" fmla="*/ 1227772 h 1227772"/>
                  <a:gd name="connsiteX4" fmla="*/ 0 w 1414272"/>
                  <a:gd name="connsiteY4" fmla="*/ 618172 h 1227772"/>
                  <a:gd name="connsiteX5" fmla="*/ 304800 w 1414272"/>
                  <a:gd name="connsiteY5" fmla="*/ 8572 h 1227772"/>
                  <a:gd name="connsiteX6" fmla="*/ 848490 w 1414272"/>
                  <a:gd name="connsiteY6" fmla="*/ 0 h 122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4272" h="1227772">
                    <a:moveTo>
                      <a:pt x="1109472" y="8572"/>
                    </a:moveTo>
                    <a:lnTo>
                      <a:pt x="1414272" y="618172"/>
                    </a:lnTo>
                    <a:lnTo>
                      <a:pt x="1109472" y="1227772"/>
                    </a:lnTo>
                    <a:lnTo>
                      <a:pt x="304800" y="1227772"/>
                    </a:lnTo>
                    <a:lnTo>
                      <a:pt x="0" y="618172"/>
                    </a:lnTo>
                    <a:lnTo>
                      <a:pt x="304800" y="8572"/>
                    </a:lnTo>
                    <a:cubicBezTo>
                      <a:pt x="573024" y="8572"/>
                      <a:pt x="848490" y="0"/>
                      <a:pt x="848490" y="0"/>
                    </a:cubicBezTo>
                  </a:path>
                </a:pathLst>
              </a:custGeom>
              <a:noFill/>
              <a:ln w="19050" algn="ctr">
                <a:solidFill>
                  <a:schemeClr val="accent5"/>
                </a:solidFill>
                <a:miter lim="800000"/>
                <a:headEnd type="triangle" w="lg" len="lg"/>
                <a:tailEnd type="oval"/>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grpSp>
        <p:sp>
          <p:nvSpPr>
            <p:cNvPr id="6" name="Hexagon 5">
              <a:extLst>
                <a:ext uri="{FF2B5EF4-FFF2-40B4-BE49-F238E27FC236}">
                  <a16:creationId xmlns:a16="http://schemas.microsoft.com/office/drawing/2014/main" id="{BAB72693-D087-4056-8E36-8053277E574E}"/>
                </a:ext>
              </a:extLst>
            </p:cNvPr>
            <p:cNvSpPr/>
            <p:nvPr/>
          </p:nvSpPr>
          <p:spPr bwMode="gray">
            <a:xfrm rot="16200000">
              <a:off x="479746" y="2745513"/>
              <a:ext cx="1390115" cy="1198375"/>
            </a:xfrm>
            <a:prstGeom prst="hexagon">
              <a:avLst/>
            </a:prstGeom>
            <a:solidFill>
              <a:schemeClr val="accent1">
                <a:lumMod val="20000"/>
                <a:lumOff val="80000"/>
              </a:schemeClr>
            </a:solidFill>
            <a:ln w="19050" algn="ctr">
              <a:noFill/>
              <a:miter lim="800000"/>
              <a:headEnd/>
              <a:tailEnd/>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sp>
          <p:nvSpPr>
            <p:cNvPr id="7" name="Hexagon 6">
              <a:extLst>
                <a:ext uri="{FF2B5EF4-FFF2-40B4-BE49-F238E27FC236}">
                  <a16:creationId xmlns:a16="http://schemas.microsoft.com/office/drawing/2014/main" id="{659B4A7D-0844-41F5-A419-0B334866B3EB}"/>
                </a:ext>
              </a:extLst>
            </p:cNvPr>
            <p:cNvSpPr/>
            <p:nvPr/>
          </p:nvSpPr>
          <p:spPr bwMode="gray">
            <a:xfrm rot="16200000">
              <a:off x="2066650" y="3563624"/>
              <a:ext cx="1390115" cy="1198375"/>
            </a:xfrm>
            <a:prstGeom prst="hexagon">
              <a:avLst/>
            </a:prstGeom>
            <a:solidFill>
              <a:schemeClr val="accent5">
                <a:lumMod val="20000"/>
                <a:lumOff val="80000"/>
              </a:schemeClr>
            </a:solidFill>
            <a:ln w="19050" algn="ctr">
              <a:noFill/>
              <a:miter lim="800000"/>
              <a:headEnd/>
              <a:tailEnd/>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sp>
          <p:nvSpPr>
            <p:cNvPr id="8" name="Hexagon 7">
              <a:extLst>
                <a:ext uri="{FF2B5EF4-FFF2-40B4-BE49-F238E27FC236}">
                  <a16:creationId xmlns:a16="http://schemas.microsoft.com/office/drawing/2014/main" id="{39CD0D0D-52EE-43A0-B437-4A5DC53A2B2B}"/>
                </a:ext>
              </a:extLst>
            </p:cNvPr>
            <p:cNvSpPr/>
            <p:nvPr/>
          </p:nvSpPr>
          <p:spPr bwMode="gray">
            <a:xfrm rot="16200000">
              <a:off x="3620134" y="2739833"/>
              <a:ext cx="1390115" cy="1198375"/>
            </a:xfrm>
            <a:prstGeom prst="hexagon">
              <a:avLst/>
            </a:prstGeom>
            <a:solidFill>
              <a:srgbClr val="DDEFE8"/>
            </a:solidFill>
            <a:ln w="19050" algn="ctr">
              <a:noFill/>
              <a:miter lim="800000"/>
              <a:headEnd/>
              <a:tailEnd/>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sp>
          <p:nvSpPr>
            <p:cNvPr id="9" name="Hexagon 8">
              <a:extLst>
                <a:ext uri="{FF2B5EF4-FFF2-40B4-BE49-F238E27FC236}">
                  <a16:creationId xmlns:a16="http://schemas.microsoft.com/office/drawing/2014/main" id="{258E714D-32F8-4B67-8B12-C7AC0F5D8002}"/>
                </a:ext>
              </a:extLst>
            </p:cNvPr>
            <p:cNvSpPr/>
            <p:nvPr/>
          </p:nvSpPr>
          <p:spPr bwMode="gray">
            <a:xfrm rot="16200000">
              <a:off x="5201358" y="3563624"/>
              <a:ext cx="1390115" cy="1198375"/>
            </a:xfrm>
            <a:prstGeom prst="hexagon">
              <a:avLst/>
            </a:prstGeom>
            <a:solidFill>
              <a:schemeClr val="accent6">
                <a:lumMod val="20000"/>
                <a:lumOff val="80000"/>
              </a:schemeClr>
            </a:solidFill>
            <a:ln w="19050" algn="ctr">
              <a:noFill/>
              <a:miter lim="800000"/>
              <a:headEnd/>
              <a:tailEnd/>
            </a:ln>
          </p:spPr>
          <p:txBody>
            <a:bodyPr wrap="square" lIns="72231" tIns="72231" rIns="72231" bIns="72231" rtlCol="0" anchor="ctr"/>
            <a:lstStyle/>
            <a:p>
              <a:pPr algn="ctr" defTabSz="742969">
                <a:lnSpc>
                  <a:spcPct val="106000"/>
                </a:lnSpc>
                <a:defRPr/>
              </a:pPr>
              <a:endParaRPr lang="en-US" sz="1200" b="1" dirty="0">
                <a:solidFill>
                  <a:prstClr val="white"/>
                </a:solidFill>
                <a:latin typeface="Aptos" panose="020B0004020202020204" pitchFamily="34" charset="0"/>
              </a:endParaRPr>
            </a:p>
          </p:txBody>
        </p:sp>
        <p:sp>
          <p:nvSpPr>
            <p:cNvPr id="10" name="Hexagon 9">
              <a:extLst>
                <a:ext uri="{FF2B5EF4-FFF2-40B4-BE49-F238E27FC236}">
                  <a16:creationId xmlns:a16="http://schemas.microsoft.com/office/drawing/2014/main" id="{B734B82A-0564-4D2F-A03F-719737AE7B1C}"/>
                </a:ext>
              </a:extLst>
            </p:cNvPr>
            <p:cNvSpPr/>
            <p:nvPr/>
          </p:nvSpPr>
          <p:spPr bwMode="gray">
            <a:xfrm rot="16200000">
              <a:off x="6754842" y="2739834"/>
              <a:ext cx="1390115" cy="1198375"/>
            </a:xfrm>
            <a:prstGeom prst="hexagon">
              <a:avLst/>
            </a:prstGeom>
            <a:solidFill>
              <a:srgbClr val="DDEFE8"/>
            </a:solidFill>
            <a:ln w="19050" algn="ctr">
              <a:noFill/>
              <a:miter lim="800000"/>
              <a:headEnd/>
              <a:tailEnd/>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grpSp>
          <p:nvGrpSpPr>
            <p:cNvPr id="11" name="Group 10">
              <a:extLst>
                <a:ext uri="{FF2B5EF4-FFF2-40B4-BE49-F238E27FC236}">
                  <a16:creationId xmlns:a16="http://schemas.microsoft.com/office/drawing/2014/main" id="{861B5FD5-B463-4F96-9154-1A61ED15EDC1}"/>
                </a:ext>
              </a:extLst>
            </p:cNvPr>
            <p:cNvGrpSpPr/>
            <p:nvPr/>
          </p:nvGrpSpPr>
          <p:grpSpPr>
            <a:xfrm>
              <a:off x="1169125" y="1948070"/>
              <a:ext cx="6282218" cy="572840"/>
              <a:chOff x="1425933" y="1146206"/>
              <a:chExt cx="6282218" cy="1374704"/>
            </a:xfrm>
          </p:grpSpPr>
          <p:cxnSp>
            <p:nvCxnSpPr>
              <p:cNvPr id="32" name="Straight Connector 31">
                <a:extLst>
                  <a:ext uri="{FF2B5EF4-FFF2-40B4-BE49-F238E27FC236}">
                    <a16:creationId xmlns:a16="http://schemas.microsoft.com/office/drawing/2014/main" id="{C374A749-0585-4784-9822-B5042377F5C8}"/>
                  </a:ext>
                </a:extLst>
              </p:cNvPr>
              <p:cNvCxnSpPr>
                <a:cxnSpLocks/>
              </p:cNvCxnSpPr>
              <p:nvPr/>
            </p:nvCxnSpPr>
            <p:spPr>
              <a:xfrm flipH="1" flipV="1">
                <a:off x="1425933" y="1146206"/>
                <a:ext cx="688" cy="1374704"/>
              </a:xfrm>
              <a:prstGeom prst="line">
                <a:avLst/>
              </a:prstGeom>
              <a:ln>
                <a:solidFill>
                  <a:schemeClr val="tx2"/>
                </a:solidFill>
                <a:prstDash val="sysDot"/>
                <a:tailEnd type="diamon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856DC8ED-469A-4467-BCD6-19E8DE40CB24}"/>
                  </a:ext>
                </a:extLst>
              </p:cNvPr>
              <p:cNvCxnSpPr>
                <a:cxnSpLocks/>
              </p:cNvCxnSpPr>
              <p:nvPr/>
            </p:nvCxnSpPr>
            <p:spPr>
              <a:xfrm flipH="1" flipV="1">
                <a:off x="4566698" y="1146206"/>
                <a:ext cx="688" cy="1374704"/>
              </a:xfrm>
              <a:prstGeom prst="line">
                <a:avLst/>
              </a:prstGeom>
              <a:ln>
                <a:solidFill>
                  <a:schemeClr val="tx2"/>
                </a:solidFill>
                <a:prstDash val="sysDot"/>
                <a:tailEnd type="diamon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9C4A9E9-50FC-440D-9686-456AD566C60B}"/>
                  </a:ext>
                </a:extLst>
              </p:cNvPr>
              <p:cNvCxnSpPr>
                <a:cxnSpLocks/>
              </p:cNvCxnSpPr>
              <p:nvPr/>
            </p:nvCxnSpPr>
            <p:spPr>
              <a:xfrm flipH="1" flipV="1">
                <a:off x="7707463" y="1146206"/>
                <a:ext cx="688" cy="1374704"/>
              </a:xfrm>
              <a:prstGeom prst="line">
                <a:avLst/>
              </a:prstGeom>
              <a:ln>
                <a:solidFill>
                  <a:schemeClr val="tx2"/>
                </a:solidFill>
                <a:prstDash val="sysDot"/>
                <a:tailEnd type="diamo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0A33CC60-777A-4936-9273-7ED808709BB2}"/>
                </a:ext>
              </a:extLst>
            </p:cNvPr>
            <p:cNvGrpSpPr/>
            <p:nvPr/>
          </p:nvGrpSpPr>
          <p:grpSpPr>
            <a:xfrm>
              <a:off x="2756205" y="4992915"/>
              <a:ext cx="3130094" cy="488554"/>
              <a:chOff x="3013013" y="5005847"/>
              <a:chExt cx="3130094" cy="938942"/>
            </a:xfrm>
          </p:grpSpPr>
          <p:cxnSp>
            <p:nvCxnSpPr>
              <p:cNvPr id="30" name="Straight Connector 29">
                <a:extLst>
                  <a:ext uri="{FF2B5EF4-FFF2-40B4-BE49-F238E27FC236}">
                    <a16:creationId xmlns:a16="http://schemas.microsoft.com/office/drawing/2014/main" id="{28B0631A-F3BC-440A-8185-4EA0E157A934}"/>
                  </a:ext>
                </a:extLst>
              </p:cNvPr>
              <p:cNvCxnSpPr>
                <a:cxnSpLocks/>
              </p:cNvCxnSpPr>
              <p:nvPr/>
            </p:nvCxnSpPr>
            <p:spPr>
              <a:xfrm flipH="1">
                <a:off x="6142419" y="5005849"/>
                <a:ext cx="688" cy="938940"/>
              </a:xfrm>
              <a:prstGeom prst="line">
                <a:avLst/>
              </a:prstGeom>
              <a:ln>
                <a:solidFill>
                  <a:schemeClr val="tx2"/>
                </a:solidFill>
                <a:prstDash val="sysDot"/>
                <a:tailEnd type="diamon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A4BBA98-AFEB-483B-8E94-326F615FABF7}"/>
                  </a:ext>
                </a:extLst>
              </p:cNvPr>
              <p:cNvCxnSpPr>
                <a:cxnSpLocks/>
              </p:cNvCxnSpPr>
              <p:nvPr/>
            </p:nvCxnSpPr>
            <p:spPr>
              <a:xfrm flipH="1">
                <a:off x="3013013" y="5005847"/>
                <a:ext cx="688" cy="938939"/>
              </a:xfrm>
              <a:prstGeom prst="line">
                <a:avLst/>
              </a:prstGeom>
              <a:ln>
                <a:solidFill>
                  <a:schemeClr val="tx2"/>
                </a:solidFill>
                <a:prstDash val="sysDot"/>
                <a:tailEnd type="diamond"/>
              </a:ln>
            </p:spPr>
            <p:style>
              <a:lnRef idx="1">
                <a:schemeClr val="accent1"/>
              </a:lnRef>
              <a:fillRef idx="0">
                <a:schemeClr val="accent1"/>
              </a:fillRef>
              <a:effectRef idx="0">
                <a:schemeClr val="accent1"/>
              </a:effectRef>
              <a:fontRef idx="minor">
                <a:schemeClr val="tx1"/>
              </a:fontRef>
            </p:style>
          </p:cxnSp>
        </p:grpSp>
        <p:sp>
          <p:nvSpPr>
            <p:cNvPr id="13" name="Rectangle 12">
              <a:extLst>
                <a:ext uri="{FF2B5EF4-FFF2-40B4-BE49-F238E27FC236}">
                  <a16:creationId xmlns:a16="http://schemas.microsoft.com/office/drawing/2014/main" id="{55FA6DEC-11A3-4D91-8455-BFE252B719EF}"/>
                </a:ext>
              </a:extLst>
            </p:cNvPr>
            <p:cNvSpPr/>
            <p:nvPr/>
          </p:nvSpPr>
          <p:spPr>
            <a:xfrm>
              <a:off x="321723" y="1451600"/>
              <a:ext cx="1706162" cy="327661"/>
            </a:xfrm>
            <a:prstGeom prst="rect">
              <a:avLst/>
            </a:prstGeom>
          </p:spPr>
          <p:txBody>
            <a:bodyPr wrap="square">
              <a:spAutoFit/>
            </a:bodyPr>
            <a:lstStyle/>
            <a:p>
              <a:pPr lvl="0" algn="ctr"/>
              <a:r>
                <a:rPr lang="en-US" sz="1200" dirty="0">
                  <a:solidFill>
                    <a:prstClr val="black"/>
                  </a:solidFill>
                  <a:latin typeface="Aptos" panose="020B0004020202020204" pitchFamily="34" charset="0"/>
                </a:rPr>
                <a:t>Lorem ipsum</a:t>
              </a:r>
            </a:p>
          </p:txBody>
        </p:sp>
        <p:sp>
          <p:nvSpPr>
            <p:cNvPr id="14" name="Rectangle 13">
              <a:extLst>
                <a:ext uri="{FF2B5EF4-FFF2-40B4-BE49-F238E27FC236}">
                  <a16:creationId xmlns:a16="http://schemas.microsoft.com/office/drawing/2014/main" id="{4852D554-FF31-4EE7-8223-88927D8D9303}"/>
                </a:ext>
              </a:extLst>
            </p:cNvPr>
            <p:cNvSpPr/>
            <p:nvPr/>
          </p:nvSpPr>
          <p:spPr>
            <a:xfrm>
              <a:off x="3600035" y="1451600"/>
              <a:ext cx="1430317" cy="546102"/>
            </a:xfrm>
            <a:prstGeom prst="rect">
              <a:avLst/>
            </a:prstGeom>
          </p:spPr>
          <p:txBody>
            <a:bodyPr wrap="square">
              <a:spAutoFit/>
            </a:bodyPr>
            <a:lstStyle/>
            <a:p>
              <a:pPr lvl="0" algn="ctr"/>
              <a:r>
                <a:rPr lang="en-US" sz="1200" dirty="0">
                  <a:solidFill>
                    <a:prstClr val="black"/>
                  </a:solidFill>
                  <a:latin typeface="Aptos" panose="020B0004020202020204" pitchFamily="34" charset="0"/>
                </a:rPr>
                <a:t>Lorem ipsum dolor sit </a:t>
              </a:r>
              <a:r>
                <a:rPr lang="en-US" sz="1200" dirty="0" err="1">
                  <a:solidFill>
                    <a:prstClr val="black"/>
                  </a:solidFill>
                  <a:latin typeface="Aptos" panose="020B0004020202020204" pitchFamily="34" charset="0"/>
                </a:rPr>
                <a:t>amet</a:t>
              </a:r>
              <a:endParaRPr lang="en-US" sz="1200" dirty="0">
                <a:solidFill>
                  <a:prstClr val="black"/>
                </a:solidFill>
                <a:latin typeface="Aptos" panose="020B0004020202020204" pitchFamily="34" charset="0"/>
              </a:endParaRPr>
            </a:p>
          </p:txBody>
        </p:sp>
        <p:sp>
          <p:nvSpPr>
            <p:cNvPr id="15" name="Rectangle 14">
              <a:extLst>
                <a:ext uri="{FF2B5EF4-FFF2-40B4-BE49-F238E27FC236}">
                  <a16:creationId xmlns:a16="http://schemas.microsoft.com/office/drawing/2014/main" id="{60AD9F76-90C2-4D17-B9ED-D031D7BD523A}"/>
                </a:ext>
              </a:extLst>
            </p:cNvPr>
            <p:cNvSpPr/>
            <p:nvPr/>
          </p:nvSpPr>
          <p:spPr>
            <a:xfrm>
              <a:off x="6093806" y="1451600"/>
              <a:ext cx="2747791" cy="764543"/>
            </a:xfrm>
            <a:prstGeom prst="rect">
              <a:avLst/>
            </a:prstGeom>
          </p:spPr>
          <p:txBody>
            <a:bodyPr wrap="square">
              <a:spAutoFit/>
            </a:bodyPr>
            <a:lstStyle/>
            <a:p>
              <a:pPr lvl="0" algn="ctr"/>
              <a:r>
                <a:rPr lang="en-US" sz="1200" dirty="0">
                  <a:solidFill>
                    <a:prstClr val="black"/>
                  </a:solidFill>
                  <a:latin typeface="Aptos" panose="020B0004020202020204" pitchFamily="34" charset="0"/>
                </a:rPr>
                <a:t>Lorem ipsum dolor sit </a:t>
              </a:r>
              <a:r>
                <a:rPr lang="en-US" sz="1200" dirty="0" err="1">
                  <a:solidFill>
                    <a:prstClr val="black"/>
                  </a:solidFill>
                  <a:latin typeface="Aptos" panose="020B0004020202020204" pitchFamily="34" charset="0"/>
                </a:rPr>
                <a:t>amet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consectetur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adipiscing</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elit</a:t>
              </a:r>
              <a:r>
                <a:rPr lang="en-US" sz="1200" dirty="0">
                  <a:solidFill>
                    <a:prstClr val="black"/>
                  </a:solidFill>
                  <a:latin typeface="Aptos" panose="020B0004020202020204" pitchFamily="34" charset="0"/>
                </a:rPr>
                <a:t>, sed do</a:t>
              </a:r>
            </a:p>
          </p:txBody>
        </p:sp>
        <p:sp>
          <p:nvSpPr>
            <p:cNvPr id="16" name="Rectangle 15">
              <a:extLst>
                <a:ext uri="{FF2B5EF4-FFF2-40B4-BE49-F238E27FC236}">
                  <a16:creationId xmlns:a16="http://schemas.microsoft.com/office/drawing/2014/main" id="{FE1E89D1-DA33-49E3-B1CB-3566838BF3E7}"/>
                </a:ext>
              </a:extLst>
            </p:cNvPr>
            <p:cNvSpPr/>
            <p:nvPr/>
          </p:nvSpPr>
          <p:spPr>
            <a:xfrm>
              <a:off x="1895642" y="5539659"/>
              <a:ext cx="1706162" cy="327661"/>
            </a:xfrm>
            <a:prstGeom prst="rect">
              <a:avLst/>
            </a:prstGeom>
          </p:spPr>
          <p:txBody>
            <a:bodyPr wrap="square">
              <a:spAutoFit/>
            </a:bodyPr>
            <a:lstStyle/>
            <a:p>
              <a:pPr lvl="0" algn="ctr"/>
              <a:r>
                <a:rPr lang="en-US" sz="1200" dirty="0">
                  <a:solidFill>
                    <a:prstClr val="black"/>
                  </a:solidFill>
                  <a:latin typeface="Aptos" panose="020B0004020202020204" pitchFamily="34" charset="0"/>
                </a:rPr>
                <a:t>Lorem ipsum</a:t>
              </a:r>
            </a:p>
          </p:txBody>
        </p:sp>
        <p:sp>
          <p:nvSpPr>
            <p:cNvPr id="17" name="Rectangle 16">
              <a:extLst>
                <a:ext uri="{FF2B5EF4-FFF2-40B4-BE49-F238E27FC236}">
                  <a16:creationId xmlns:a16="http://schemas.microsoft.com/office/drawing/2014/main" id="{903748DA-D9F3-4F2A-9F36-86DD6DC39FBE}"/>
                </a:ext>
              </a:extLst>
            </p:cNvPr>
            <p:cNvSpPr/>
            <p:nvPr/>
          </p:nvSpPr>
          <p:spPr>
            <a:xfrm>
              <a:off x="4527338" y="5539659"/>
              <a:ext cx="2747791" cy="764543"/>
            </a:xfrm>
            <a:prstGeom prst="rect">
              <a:avLst/>
            </a:prstGeom>
          </p:spPr>
          <p:txBody>
            <a:bodyPr wrap="square">
              <a:spAutoFit/>
            </a:bodyPr>
            <a:lstStyle/>
            <a:p>
              <a:pPr lvl="0" algn="ctr"/>
              <a:r>
                <a:rPr lang="en-US" sz="1200" dirty="0">
                  <a:solidFill>
                    <a:prstClr val="black"/>
                  </a:solidFill>
                  <a:latin typeface="Aptos" panose="020B0004020202020204" pitchFamily="34" charset="0"/>
                </a:rPr>
                <a:t>Lorem ipsum dolor sit </a:t>
              </a:r>
              <a:r>
                <a:rPr lang="en-US" sz="1200" dirty="0" err="1">
                  <a:solidFill>
                    <a:prstClr val="black"/>
                  </a:solidFill>
                  <a:latin typeface="Aptos" panose="020B0004020202020204" pitchFamily="34" charset="0"/>
                </a:rPr>
                <a:t>amet</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consectetur</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adipiscing</a:t>
              </a:r>
              <a:r>
                <a:rPr lang="en-US" sz="1200" dirty="0">
                  <a:solidFill>
                    <a:prstClr val="black"/>
                  </a:solidFill>
                  <a:latin typeface="Aptos" panose="020B0004020202020204" pitchFamily="34" charset="0"/>
                </a:rPr>
                <a:t> </a:t>
              </a:r>
              <a:r>
                <a:rPr lang="en-US" sz="1200" dirty="0" err="1">
                  <a:solidFill>
                    <a:prstClr val="black"/>
                  </a:solidFill>
                  <a:latin typeface="Aptos" panose="020B0004020202020204" pitchFamily="34" charset="0"/>
                </a:rPr>
                <a:t>elit</a:t>
              </a:r>
              <a:r>
                <a:rPr lang="en-US" sz="1200" dirty="0">
                  <a:solidFill>
                    <a:prstClr val="black"/>
                  </a:solidFill>
                  <a:latin typeface="Aptos" panose="020B0004020202020204" pitchFamily="34" charset="0"/>
                </a:rPr>
                <a:t>, sed do</a:t>
              </a:r>
            </a:p>
          </p:txBody>
        </p:sp>
        <p:sp>
          <p:nvSpPr>
            <p:cNvPr id="18" name="Freeform 54">
              <a:extLst>
                <a:ext uri="{FF2B5EF4-FFF2-40B4-BE49-F238E27FC236}">
                  <a16:creationId xmlns:a16="http://schemas.microsoft.com/office/drawing/2014/main" id="{DE0EF347-D103-4C4E-A0A4-BD2FE5B095FF}"/>
                </a:ext>
              </a:extLst>
            </p:cNvPr>
            <p:cNvSpPr>
              <a:spLocks noEditPoints="1"/>
            </p:cNvSpPr>
            <p:nvPr/>
          </p:nvSpPr>
          <p:spPr bwMode="auto">
            <a:xfrm>
              <a:off x="872321" y="3045263"/>
              <a:ext cx="593606" cy="596409"/>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283 w 320"/>
                <a:gd name="T11" fmla="*/ 224 h 320"/>
                <a:gd name="T12" fmla="*/ 218 w 320"/>
                <a:gd name="T13" fmla="*/ 224 h 320"/>
                <a:gd name="T14" fmla="*/ 223 w 320"/>
                <a:gd name="T15" fmla="*/ 170 h 320"/>
                <a:gd name="T16" fmla="*/ 298 w 320"/>
                <a:gd name="T17" fmla="*/ 170 h 320"/>
                <a:gd name="T18" fmla="*/ 283 w 320"/>
                <a:gd name="T19" fmla="*/ 224 h 320"/>
                <a:gd name="T20" fmla="*/ 160 w 320"/>
                <a:gd name="T21" fmla="*/ 298 h 320"/>
                <a:gd name="T22" fmla="*/ 127 w 320"/>
                <a:gd name="T23" fmla="*/ 245 h 320"/>
                <a:gd name="T24" fmla="*/ 192 w 320"/>
                <a:gd name="T25" fmla="*/ 245 h 320"/>
                <a:gd name="T26" fmla="*/ 160 w 320"/>
                <a:gd name="T27" fmla="*/ 298 h 320"/>
                <a:gd name="T28" fmla="*/ 122 w 320"/>
                <a:gd name="T29" fmla="*/ 224 h 320"/>
                <a:gd name="T30" fmla="*/ 117 w 320"/>
                <a:gd name="T31" fmla="*/ 170 h 320"/>
                <a:gd name="T32" fmla="*/ 202 w 320"/>
                <a:gd name="T33" fmla="*/ 170 h 320"/>
                <a:gd name="T34" fmla="*/ 197 w 320"/>
                <a:gd name="T35" fmla="*/ 224 h 320"/>
                <a:gd name="T36" fmla="*/ 122 w 320"/>
                <a:gd name="T37" fmla="*/ 224 h 320"/>
                <a:gd name="T38" fmla="*/ 22 w 320"/>
                <a:gd name="T39" fmla="*/ 170 h 320"/>
                <a:gd name="T40" fmla="*/ 96 w 320"/>
                <a:gd name="T41" fmla="*/ 170 h 320"/>
                <a:gd name="T42" fmla="*/ 101 w 320"/>
                <a:gd name="T43" fmla="*/ 224 h 320"/>
                <a:gd name="T44" fmla="*/ 37 w 320"/>
                <a:gd name="T45" fmla="*/ 224 h 320"/>
                <a:gd name="T46" fmla="*/ 22 w 320"/>
                <a:gd name="T47" fmla="*/ 170 h 320"/>
                <a:gd name="T48" fmla="*/ 37 w 320"/>
                <a:gd name="T49" fmla="*/ 96 h 320"/>
                <a:gd name="T50" fmla="*/ 101 w 320"/>
                <a:gd name="T51" fmla="*/ 96 h 320"/>
                <a:gd name="T52" fmla="*/ 96 w 320"/>
                <a:gd name="T53" fmla="*/ 149 h 320"/>
                <a:gd name="T54" fmla="*/ 22 w 320"/>
                <a:gd name="T55" fmla="*/ 149 h 320"/>
                <a:gd name="T56" fmla="*/ 37 w 320"/>
                <a:gd name="T57" fmla="*/ 96 h 320"/>
                <a:gd name="T58" fmla="*/ 160 w 320"/>
                <a:gd name="T59" fmla="*/ 21 h 320"/>
                <a:gd name="T60" fmla="*/ 192 w 320"/>
                <a:gd name="T61" fmla="*/ 74 h 320"/>
                <a:gd name="T62" fmla="*/ 127 w 320"/>
                <a:gd name="T63" fmla="*/ 74 h 320"/>
                <a:gd name="T64" fmla="*/ 160 w 320"/>
                <a:gd name="T65" fmla="*/ 21 h 320"/>
                <a:gd name="T66" fmla="*/ 197 w 320"/>
                <a:gd name="T67" fmla="*/ 96 h 320"/>
                <a:gd name="T68" fmla="*/ 202 w 320"/>
                <a:gd name="T69" fmla="*/ 149 h 320"/>
                <a:gd name="T70" fmla="*/ 117 w 320"/>
                <a:gd name="T71" fmla="*/ 149 h 320"/>
                <a:gd name="T72" fmla="*/ 122 w 320"/>
                <a:gd name="T73" fmla="*/ 96 h 320"/>
                <a:gd name="T74" fmla="*/ 197 w 320"/>
                <a:gd name="T75" fmla="*/ 96 h 320"/>
                <a:gd name="T76" fmla="*/ 223 w 320"/>
                <a:gd name="T77" fmla="*/ 149 h 320"/>
                <a:gd name="T78" fmla="*/ 218 w 320"/>
                <a:gd name="T79" fmla="*/ 96 h 320"/>
                <a:gd name="T80" fmla="*/ 283 w 320"/>
                <a:gd name="T81" fmla="*/ 96 h 320"/>
                <a:gd name="T82" fmla="*/ 298 w 320"/>
                <a:gd name="T83" fmla="*/ 149 h 320"/>
                <a:gd name="T84" fmla="*/ 223 w 320"/>
                <a:gd name="T85" fmla="*/ 149 h 320"/>
                <a:gd name="T86" fmla="*/ 269 w 320"/>
                <a:gd name="T87" fmla="*/ 74 h 320"/>
                <a:gd name="T88" fmla="*/ 214 w 320"/>
                <a:gd name="T89" fmla="*/ 74 h 320"/>
                <a:gd name="T90" fmla="*/ 196 w 320"/>
                <a:gd name="T91" fmla="*/ 26 h 320"/>
                <a:gd name="T92" fmla="*/ 269 w 320"/>
                <a:gd name="T93" fmla="*/ 74 h 320"/>
                <a:gd name="T94" fmla="*/ 124 w 320"/>
                <a:gd name="T95" fmla="*/ 26 h 320"/>
                <a:gd name="T96" fmla="*/ 105 w 320"/>
                <a:gd name="T97" fmla="*/ 74 h 320"/>
                <a:gd name="T98" fmla="*/ 51 w 320"/>
                <a:gd name="T99" fmla="*/ 74 h 320"/>
                <a:gd name="T100" fmla="*/ 124 w 320"/>
                <a:gd name="T101" fmla="*/ 26 h 320"/>
                <a:gd name="T102" fmla="*/ 51 w 320"/>
                <a:gd name="T103" fmla="*/ 245 h 320"/>
                <a:gd name="T104" fmla="*/ 105 w 320"/>
                <a:gd name="T105" fmla="*/ 245 h 320"/>
                <a:gd name="T106" fmla="*/ 124 w 320"/>
                <a:gd name="T107" fmla="*/ 293 h 320"/>
                <a:gd name="T108" fmla="*/ 51 w 320"/>
                <a:gd name="T109" fmla="*/ 245 h 320"/>
                <a:gd name="T110" fmla="*/ 196 w 320"/>
                <a:gd name="T111" fmla="*/ 293 h 320"/>
                <a:gd name="T112" fmla="*/ 214 w 320"/>
                <a:gd name="T113" fmla="*/ 245 h 320"/>
                <a:gd name="T114" fmla="*/ 269 w 320"/>
                <a:gd name="T115" fmla="*/ 245 h 320"/>
                <a:gd name="T116" fmla="*/ 196 w 320"/>
                <a:gd name="T117" fmla="*/ 29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283" y="224"/>
                  </a:moveTo>
                  <a:cubicBezTo>
                    <a:pt x="218" y="224"/>
                    <a:pt x="218" y="224"/>
                    <a:pt x="218" y="224"/>
                  </a:cubicBezTo>
                  <a:cubicBezTo>
                    <a:pt x="221" y="207"/>
                    <a:pt x="223" y="188"/>
                    <a:pt x="223" y="170"/>
                  </a:cubicBezTo>
                  <a:cubicBezTo>
                    <a:pt x="298" y="170"/>
                    <a:pt x="298" y="170"/>
                    <a:pt x="298" y="170"/>
                  </a:cubicBezTo>
                  <a:cubicBezTo>
                    <a:pt x="296" y="189"/>
                    <a:pt x="291" y="207"/>
                    <a:pt x="283" y="224"/>
                  </a:cubicBezTo>
                  <a:close/>
                  <a:moveTo>
                    <a:pt x="160" y="298"/>
                  </a:moveTo>
                  <a:cubicBezTo>
                    <a:pt x="149" y="298"/>
                    <a:pt x="136" y="279"/>
                    <a:pt x="127" y="245"/>
                  </a:cubicBezTo>
                  <a:cubicBezTo>
                    <a:pt x="192" y="245"/>
                    <a:pt x="192" y="245"/>
                    <a:pt x="192" y="245"/>
                  </a:cubicBezTo>
                  <a:cubicBezTo>
                    <a:pt x="183" y="279"/>
                    <a:pt x="170" y="298"/>
                    <a:pt x="160" y="298"/>
                  </a:cubicBezTo>
                  <a:close/>
                  <a:moveTo>
                    <a:pt x="122" y="224"/>
                  </a:moveTo>
                  <a:cubicBezTo>
                    <a:pt x="120" y="208"/>
                    <a:pt x="118" y="190"/>
                    <a:pt x="117" y="170"/>
                  </a:cubicBezTo>
                  <a:cubicBezTo>
                    <a:pt x="202" y="170"/>
                    <a:pt x="202" y="170"/>
                    <a:pt x="202" y="170"/>
                  </a:cubicBezTo>
                  <a:cubicBezTo>
                    <a:pt x="202" y="190"/>
                    <a:pt x="200" y="208"/>
                    <a:pt x="197" y="224"/>
                  </a:cubicBezTo>
                  <a:lnTo>
                    <a:pt x="122" y="224"/>
                  </a:lnTo>
                  <a:close/>
                  <a:moveTo>
                    <a:pt x="22" y="170"/>
                  </a:moveTo>
                  <a:cubicBezTo>
                    <a:pt x="96" y="170"/>
                    <a:pt x="96" y="170"/>
                    <a:pt x="96" y="170"/>
                  </a:cubicBezTo>
                  <a:cubicBezTo>
                    <a:pt x="96" y="188"/>
                    <a:pt x="98" y="207"/>
                    <a:pt x="101" y="224"/>
                  </a:cubicBezTo>
                  <a:cubicBezTo>
                    <a:pt x="37" y="224"/>
                    <a:pt x="37" y="224"/>
                    <a:pt x="37" y="224"/>
                  </a:cubicBezTo>
                  <a:cubicBezTo>
                    <a:pt x="28" y="207"/>
                    <a:pt x="23" y="189"/>
                    <a:pt x="22" y="170"/>
                  </a:cubicBezTo>
                  <a:close/>
                  <a:moveTo>
                    <a:pt x="37" y="96"/>
                  </a:moveTo>
                  <a:cubicBezTo>
                    <a:pt x="101" y="96"/>
                    <a:pt x="101" y="96"/>
                    <a:pt x="101" y="96"/>
                  </a:cubicBezTo>
                  <a:cubicBezTo>
                    <a:pt x="98" y="113"/>
                    <a:pt x="96" y="131"/>
                    <a:pt x="96" y="149"/>
                  </a:cubicBezTo>
                  <a:cubicBezTo>
                    <a:pt x="22" y="149"/>
                    <a:pt x="22" y="149"/>
                    <a:pt x="22" y="149"/>
                  </a:cubicBezTo>
                  <a:cubicBezTo>
                    <a:pt x="23" y="130"/>
                    <a:pt x="28" y="112"/>
                    <a:pt x="37" y="96"/>
                  </a:cubicBezTo>
                  <a:close/>
                  <a:moveTo>
                    <a:pt x="160" y="21"/>
                  </a:moveTo>
                  <a:cubicBezTo>
                    <a:pt x="170" y="21"/>
                    <a:pt x="183" y="41"/>
                    <a:pt x="192" y="74"/>
                  </a:cubicBezTo>
                  <a:cubicBezTo>
                    <a:pt x="127" y="74"/>
                    <a:pt x="127" y="74"/>
                    <a:pt x="127" y="74"/>
                  </a:cubicBezTo>
                  <a:cubicBezTo>
                    <a:pt x="136" y="41"/>
                    <a:pt x="149" y="21"/>
                    <a:pt x="160" y="21"/>
                  </a:cubicBezTo>
                  <a:close/>
                  <a:moveTo>
                    <a:pt x="197" y="96"/>
                  </a:moveTo>
                  <a:cubicBezTo>
                    <a:pt x="200" y="111"/>
                    <a:pt x="202" y="129"/>
                    <a:pt x="202" y="149"/>
                  </a:cubicBezTo>
                  <a:cubicBezTo>
                    <a:pt x="117" y="149"/>
                    <a:pt x="117" y="149"/>
                    <a:pt x="117" y="149"/>
                  </a:cubicBezTo>
                  <a:cubicBezTo>
                    <a:pt x="118" y="129"/>
                    <a:pt x="120" y="111"/>
                    <a:pt x="122" y="96"/>
                  </a:cubicBezTo>
                  <a:lnTo>
                    <a:pt x="197" y="96"/>
                  </a:lnTo>
                  <a:close/>
                  <a:moveTo>
                    <a:pt x="223" y="149"/>
                  </a:moveTo>
                  <a:cubicBezTo>
                    <a:pt x="223" y="131"/>
                    <a:pt x="221" y="113"/>
                    <a:pt x="218" y="96"/>
                  </a:cubicBezTo>
                  <a:cubicBezTo>
                    <a:pt x="283" y="96"/>
                    <a:pt x="283" y="96"/>
                    <a:pt x="283" y="96"/>
                  </a:cubicBezTo>
                  <a:cubicBezTo>
                    <a:pt x="291" y="112"/>
                    <a:pt x="296" y="130"/>
                    <a:pt x="298" y="149"/>
                  </a:cubicBezTo>
                  <a:lnTo>
                    <a:pt x="223" y="149"/>
                  </a:lnTo>
                  <a:close/>
                  <a:moveTo>
                    <a:pt x="269" y="74"/>
                  </a:moveTo>
                  <a:cubicBezTo>
                    <a:pt x="214" y="74"/>
                    <a:pt x="214" y="74"/>
                    <a:pt x="214" y="74"/>
                  </a:cubicBezTo>
                  <a:cubicBezTo>
                    <a:pt x="210" y="55"/>
                    <a:pt x="203" y="39"/>
                    <a:pt x="196" y="26"/>
                  </a:cubicBezTo>
                  <a:cubicBezTo>
                    <a:pt x="225" y="34"/>
                    <a:pt x="251" y="51"/>
                    <a:pt x="269" y="74"/>
                  </a:cubicBezTo>
                  <a:close/>
                  <a:moveTo>
                    <a:pt x="124" y="26"/>
                  </a:moveTo>
                  <a:cubicBezTo>
                    <a:pt x="116" y="39"/>
                    <a:pt x="110" y="55"/>
                    <a:pt x="105" y="74"/>
                  </a:cubicBezTo>
                  <a:cubicBezTo>
                    <a:pt x="51" y="74"/>
                    <a:pt x="51" y="74"/>
                    <a:pt x="51" y="74"/>
                  </a:cubicBezTo>
                  <a:cubicBezTo>
                    <a:pt x="69" y="51"/>
                    <a:pt x="94" y="34"/>
                    <a:pt x="124" y="26"/>
                  </a:cubicBezTo>
                  <a:close/>
                  <a:moveTo>
                    <a:pt x="51" y="245"/>
                  </a:moveTo>
                  <a:cubicBezTo>
                    <a:pt x="105" y="245"/>
                    <a:pt x="105" y="245"/>
                    <a:pt x="105" y="245"/>
                  </a:cubicBezTo>
                  <a:cubicBezTo>
                    <a:pt x="110" y="264"/>
                    <a:pt x="116" y="281"/>
                    <a:pt x="124" y="293"/>
                  </a:cubicBezTo>
                  <a:cubicBezTo>
                    <a:pt x="94" y="285"/>
                    <a:pt x="69" y="268"/>
                    <a:pt x="51" y="245"/>
                  </a:cubicBezTo>
                  <a:close/>
                  <a:moveTo>
                    <a:pt x="196" y="293"/>
                  </a:moveTo>
                  <a:cubicBezTo>
                    <a:pt x="203" y="281"/>
                    <a:pt x="210" y="264"/>
                    <a:pt x="214" y="245"/>
                  </a:cubicBezTo>
                  <a:cubicBezTo>
                    <a:pt x="269" y="245"/>
                    <a:pt x="269" y="245"/>
                    <a:pt x="269" y="245"/>
                  </a:cubicBezTo>
                  <a:cubicBezTo>
                    <a:pt x="251" y="268"/>
                    <a:pt x="225" y="285"/>
                    <a:pt x="196" y="293"/>
                  </a:cubicBezTo>
                  <a:close/>
                </a:path>
              </a:pathLst>
            </a:custGeom>
            <a:solidFill>
              <a:schemeClr val="accent1"/>
            </a:solidFill>
            <a:ln>
              <a:solidFill>
                <a:schemeClr val="accent1">
                  <a:lumMod val="20000"/>
                  <a:lumOff val="80000"/>
                </a:schemeClr>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sp>
          <p:nvSpPr>
            <p:cNvPr id="19" name="Freeform 425">
              <a:extLst>
                <a:ext uri="{FF2B5EF4-FFF2-40B4-BE49-F238E27FC236}">
                  <a16:creationId xmlns:a16="http://schemas.microsoft.com/office/drawing/2014/main" id="{EBE638AB-7DC4-4C96-9515-C780B5AC547D}"/>
                </a:ext>
              </a:extLst>
            </p:cNvPr>
            <p:cNvSpPr>
              <a:spLocks noEditPoints="1"/>
            </p:cNvSpPr>
            <p:nvPr/>
          </p:nvSpPr>
          <p:spPr bwMode="auto">
            <a:xfrm>
              <a:off x="2459619" y="3897551"/>
              <a:ext cx="566847" cy="533007"/>
            </a:xfrm>
            <a:custGeom>
              <a:avLst/>
              <a:gdLst>
                <a:gd name="T0" fmla="*/ 302 w 303"/>
                <a:gd name="T1" fmla="*/ 91 h 285"/>
                <a:gd name="T2" fmla="*/ 279 w 303"/>
                <a:gd name="T3" fmla="*/ 8 h 285"/>
                <a:gd name="T4" fmla="*/ 274 w 303"/>
                <a:gd name="T5" fmla="*/ 2 h 285"/>
                <a:gd name="T6" fmla="*/ 266 w 303"/>
                <a:gd name="T7" fmla="*/ 1 h 285"/>
                <a:gd name="T8" fmla="*/ 225 w 303"/>
                <a:gd name="T9" fmla="*/ 12 h 285"/>
                <a:gd name="T10" fmla="*/ 218 w 303"/>
                <a:gd name="T11" fmla="*/ 25 h 285"/>
                <a:gd name="T12" fmla="*/ 135 w 303"/>
                <a:gd name="T13" fmla="*/ 48 h 285"/>
                <a:gd name="T14" fmla="*/ 128 w 303"/>
                <a:gd name="T15" fmla="*/ 57 h 285"/>
                <a:gd name="T16" fmla="*/ 24 w 303"/>
                <a:gd name="T17" fmla="*/ 85 h 285"/>
                <a:gd name="T18" fmla="*/ 22 w 303"/>
                <a:gd name="T19" fmla="*/ 78 h 285"/>
                <a:gd name="T20" fmla="*/ 9 w 303"/>
                <a:gd name="T21" fmla="*/ 71 h 285"/>
                <a:gd name="T22" fmla="*/ 2 w 303"/>
                <a:gd name="T23" fmla="*/ 84 h 285"/>
                <a:gd name="T24" fmla="*/ 24 w 303"/>
                <a:gd name="T25" fmla="*/ 166 h 285"/>
                <a:gd name="T26" fmla="*/ 34 w 303"/>
                <a:gd name="T27" fmla="*/ 174 h 285"/>
                <a:gd name="T28" fmla="*/ 37 w 303"/>
                <a:gd name="T29" fmla="*/ 174 h 285"/>
                <a:gd name="T30" fmla="*/ 45 w 303"/>
                <a:gd name="T31" fmla="*/ 161 h 285"/>
                <a:gd name="T32" fmla="*/ 43 w 303"/>
                <a:gd name="T33" fmla="*/ 154 h 285"/>
                <a:gd name="T34" fmla="*/ 43 w 303"/>
                <a:gd name="T35" fmla="*/ 154 h 285"/>
                <a:gd name="T36" fmla="*/ 139 w 303"/>
                <a:gd name="T37" fmla="*/ 128 h 285"/>
                <a:gd name="T38" fmla="*/ 88 w 303"/>
                <a:gd name="T39" fmla="*/ 270 h 285"/>
                <a:gd name="T40" fmla="*/ 95 w 303"/>
                <a:gd name="T41" fmla="*/ 284 h 285"/>
                <a:gd name="T42" fmla="*/ 98 w 303"/>
                <a:gd name="T43" fmla="*/ 285 h 285"/>
                <a:gd name="T44" fmla="*/ 108 w 303"/>
                <a:gd name="T45" fmla="*/ 278 h 285"/>
                <a:gd name="T46" fmla="*/ 141 w 303"/>
                <a:gd name="T47" fmla="*/ 186 h 285"/>
                <a:gd name="T48" fmla="*/ 141 w 303"/>
                <a:gd name="T49" fmla="*/ 274 h 285"/>
                <a:gd name="T50" fmla="*/ 152 w 303"/>
                <a:gd name="T51" fmla="*/ 285 h 285"/>
                <a:gd name="T52" fmla="*/ 162 w 303"/>
                <a:gd name="T53" fmla="*/ 274 h 285"/>
                <a:gd name="T54" fmla="*/ 162 w 303"/>
                <a:gd name="T55" fmla="*/ 186 h 285"/>
                <a:gd name="T56" fmla="*/ 195 w 303"/>
                <a:gd name="T57" fmla="*/ 278 h 285"/>
                <a:gd name="T58" fmla="*/ 205 w 303"/>
                <a:gd name="T59" fmla="*/ 285 h 285"/>
                <a:gd name="T60" fmla="*/ 209 w 303"/>
                <a:gd name="T61" fmla="*/ 284 h 285"/>
                <a:gd name="T62" fmla="*/ 215 w 303"/>
                <a:gd name="T63" fmla="*/ 270 h 285"/>
                <a:gd name="T64" fmla="*/ 164 w 303"/>
                <a:gd name="T65" fmla="*/ 128 h 285"/>
                <a:gd name="T66" fmla="*/ 240 w 303"/>
                <a:gd name="T67" fmla="*/ 107 h 285"/>
                <a:gd name="T68" fmla="*/ 240 w 303"/>
                <a:gd name="T69" fmla="*/ 107 h 285"/>
                <a:gd name="T70" fmla="*/ 250 w 303"/>
                <a:gd name="T71" fmla="*/ 115 h 285"/>
                <a:gd name="T72" fmla="*/ 253 w 303"/>
                <a:gd name="T73" fmla="*/ 115 h 285"/>
                <a:gd name="T74" fmla="*/ 294 w 303"/>
                <a:gd name="T75" fmla="*/ 104 h 285"/>
                <a:gd name="T76" fmla="*/ 301 w 303"/>
                <a:gd name="T77" fmla="*/ 99 h 285"/>
                <a:gd name="T78" fmla="*/ 302 w 303"/>
                <a:gd name="T79" fmla="*/ 91 h 285"/>
                <a:gd name="T80" fmla="*/ 40 w 303"/>
                <a:gd name="T81" fmla="*/ 103 h 285"/>
                <a:gd name="T82" fmla="*/ 132 w 303"/>
                <a:gd name="T83" fmla="*/ 78 h 285"/>
                <a:gd name="T84" fmla="*/ 140 w 303"/>
                <a:gd name="T85" fmla="*/ 105 h 285"/>
                <a:gd name="T86" fmla="*/ 47 w 303"/>
                <a:gd name="T87" fmla="*/ 131 h 285"/>
                <a:gd name="T88" fmla="*/ 40 w 303"/>
                <a:gd name="T89" fmla="*/ 103 h 285"/>
                <a:gd name="T90" fmla="*/ 162 w 303"/>
                <a:gd name="T91" fmla="*/ 106 h 285"/>
                <a:gd name="T92" fmla="*/ 151 w 303"/>
                <a:gd name="T93" fmla="*/ 65 h 285"/>
                <a:gd name="T94" fmla="*/ 223 w 303"/>
                <a:gd name="T95" fmla="*/ 46 h 285"/>
                <a:gd name="T96" fmla="*/ 229 w 303"/>
                <a:gd name="T97" fmla="*/ 66 h 285"/>
                <a:gd name="T98" fmla="*/ 234 w 303"/>
                <a:gd name="T99" fmla="*/ 87 h 285"/>
                <a:gd name="T100" fmla="*/ 162 w 303"/>
                <a:gd name="T101" fmla="*/ 106 h 285"/>
                <a:gd name="T102" fmla="*/ 258 w 303"/>
                <a:gd name="T103" fmla="*/ 91 h 285"/>
                <a:gd name="T104" fmla="*/ 241 w 303"/>
                <a:gd name="T105" fmla="*/ 30 h 285"/>
                <a:gd name="T106" fmla="*/ 262 w 303"/>
                <a:gd name="T107" fmla="*/ 24 h 285"/>
                <a:gd name="T108" fmla="*/ 278 w 303"/>
                <a:gd name="T109" fmla="*/ 86 h 285"/>
                <a:gd name="T110" fmla="*/ 258 w 303"/>
                <a:gd name="T111" fmla="*/ 9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3" h="285">
                  <a:moveTo>
                    <a:pt x="302" y="91"/>
                  </a:moveTo>
                  <a:cubicBezTo>
                    <a:pt x="279" y="8"/>
                    <a:pt x="279" y="8"/>
                    <a:pt x="279" y="8"/>
                  </a:cubicBezTo>
                  <a:cubicBezTo>
                    <a:pt x="279" y="5"/>
                    <a:pt x="277" y="3"/>
                    <a:pt x="274" y="2"/>
                  </a:cubicBezTo>
                  <a:cubicBezTo>
                    <a:pt x="272" y="0"/>
                    <a:pt x="269" y="0"/>
                    <a:pt x="266" y="1"/>
                  </a:cubicBezTo>
                  <a:cubicBezTo>
                    <a:pt x="225" y="12"/>
                    <a:pt x="225" y="12"/>
                    <a:pt x="225" y="12"/>
                  </a:cubicBezTo>
                  <a:cubicBezTo>
                    <a:pt x="219" y="14"/>
                    <a:pt x="216" y="19"/>
                    <a:pt x="218" y="25"/>
                  </a:cubicBezTo>
                  <a:cubicBezTo>
                    <a:pt x="135" y="48"/>
                    <a:pt x="135" y="48"/>
                    <a:pt x="135" y="48"/>
                  </a:cubicBezTo>
                  <a:cubicBezTo>
                    <a:pt x="131" y="49"/>
                    <a:pt x="128" y="53"/>
                    <a:pt x="128" y="57"/>
                  </a:cubicBezTo>
                  <a:cubicBezTo>
                    <a:pt x="24" y="85"/>
                    <a:pt x="24" y="85"/>
                    <a:pt x="24" y="85"/>
                  </a:cubicBezTo>
                  <a:cubicBezTo>
                    <a:pt x="22" y="78"/>
                    <a:pt x="22" y="78"/>
                    <a:pt x="22" y="78"/>
                  </a:cubicBezTo>
                  <a:cubicBezTo>
                    <a:pt x="21" y="73"/>
                    <a:pt x="15" y="69"/>
                    <a:pt x="9" y="71"/>
                  </a:cubicBezTo>
                  <a:cubicBezTo>
                    <a:pt x="3" y="73"/>
                    <a:pt x="0" y="78"/>
                    <a:pt x="2" y="84"/>
                  </a:cubicBezTo>
                  <a:cubicBezTo>
                    <a:pt x="24" y="166"/>
                    <a:pt x="24" y="166"/>
                    <a:pt x="24" y="166"/>
                  </a:cubicBezTo>
                  <a:cubicBezTo>
                    <a:pt x="25" y="171"/>
                    <a:pt x="30" y="174"/>
                    <a:pt x="34" y="174"/>
                  </a:cubicBezTo>
                  <a:cubicBezTo>
                    <a:pt x="35" y="174"/>
                    <a:pt x="36" y="174"/>
                    <a:pt x="37" y="174"/>
                  </a:cubicBezTo>
                  <a:cubicBezTo>
                    <a:pt x="43" y="172"/>
                    <a:pt x="46" y="167"/>
                    <a:pt x="45" y="161"/>
                  </a:cubicBezTo>
                  <a:cubicBezTo>
                    <a:pt x="43" y="154"/>
                    <a:pt x="43" y="154"/>
                    <a:pt x="43" y="154"/>
                  </a:cubicBezTo>
                  <a:cubicBezTo>
                    <a:pt x="43" y="154"/>
                    <a:pt x="43" y="154"/>
                    <a:pt x="43" y="154"/>
                  </a:cubicBezTo>
                  <a:cubicBezTo>
                    <a:pt x="139" y="128"/>
                    <a:pt x="139" y="128"/>
                    <a:pt x="139" y="128"/>
                  </a:cubicBezTo>
                  <a:cubicBezTo>
                    <a:pt x="88" y="270"/>
                    <a:pt x="88" y="270"/>
                    <a:pt x="88" y="270"/>
                  </a:cubicBezTo>
                  <a:cubicBezTo>
                    <a:pt x="86" y="276"/>
                    <a:pt x="89" y="282"/>
                    <a:pt x="95" y="284"/>
                  </a:cubicBezTo>
                  <a:cubicBezTo>
                    <a:pt x="96" y="284"/>
                    <a:pt x="97" y="285"/>
                    <a:pt x="98" y="285"/>
                  </a:cubicBezTo>
                  <a:cubicBezTo>
                    <a:pt x="103" y="285"/>
                    <a:pt x="107" y="282"/>
                    <a:pt x="108" y="278"/>
                  </a:cubicBezTo>
                  <a:cubicBezTo>
                    <a:pt x="141" y="186"/>
                    <a:pt x="141" y="186"/>
                    <a:pt x="141" y="186"/>
                  </a:cubicBezTo>
                  <a:cubicBezTo>
                    <a:pt x="141" y="274"/>
                    <a:pt x="141" y="274"/>
                    <a:pt x="141" y="274"/>
                  </a:cubicBezTo>
                  <a:cubicBezTo>
                    <a:pt x="141" y="280"/>
                    <a:pt x="146" y="285"/>
                    <a:pt x="152" y="285"/>
                  </a:cubicBezTo>
                  <a:cubicBezTo>
                    <a:pt x="158" y="285"/>
                    <a:pt x="162" y="280"/>
                    <a:pt x="162" y="274"/>
                  </a:cubicBezTo>
                  <a:cubicBezTo>
                    <a:pt x="162" y="186"/>
                    <a:pt x="162" y="186"/>
                    <a:pt x="162" y="186"/>
                  </a:cubicBezTo>
                  <a:cubicBezTo>
                    <a:pt x="195" y="278"/>
                    <a:pt x="195" y="278"/>
                    <a:pt x="195" y="278"/>
                  </a:cubicBezTo>
                  <a:cubicBezTo>
                    <a:pt x="197" y="282"/>
                    <a:pt x="201" y="285"/>
                    <a:pt x="205" y="285"/>
                  </a:cubicBezTo>
                  <a:cubicBezTo>
                    <a:pt x="206" y="285"/>
                    <a:pt x="207" y="284"/>
                    <a:pt x="209" y="284"/>
                  </a:cubicBezTo>
                  <a:cubicBezTo>
                    <a:pt x="214" y="282"/>
                    <a:pt x="217" y="276"/>
                    <a:pt x="215" y="270"/>
                  </a:cubicBezTo>
                  <a:cubicBezTo>
                    <a:pt x="164" y="128"/>
                    <a:pt x="164" y="128"/>
                    <a:pt x="164" y="128"/>
                  </a:cubicBezTo>
                  <a:cubicBezTo>
                    <a:pt x="240" y="107"/>
                    <a:pt x="240" y="107"/>
                    <a:pt x="240" y="107"/>
                  </a:cubicBezTo>
                  <a:cubicBezTo>
                    <a:pt x="240" y="107"/>
                    <a:pt x="240" y="107"/>
                    <a:pt x="240" y="107"/>
                  </a:cubicBezTo>
                  <a:cubicBezTo>
                    <a:pt x="241" y="112"/>
                    <a:pt x="246" y="115"/>
                    <a:pt x="250" y="115"/>
                  </a:cubicBezTo>
                  <a:cubicBezTo>
                    <a:pt x="251" y="115"/>
                    <a:pt x="252" y="115"/>
                    <a:pt x="253" y="115"/>
                  </a:cubicBezTo>
                  <a:cubicBezTo>
                    <a:pt x="294" y="104"/>
                    <a:pt x="294" y="104"/>
                    <a:pt x="294" y="104"/>
                  </a:cubicBezTo>
                  <a:cubicBezTo>
                    <a:pt x="297" y="103"/>
                    <a:pt x="299" y="101"/>
                    <a:pt x="301" y="99"/>
                  </a:cubicBezTo>
                  <a:cubicBezTo>
                    <a:pt x="302" y="96"/>
                    <a:pt x="303" y="93"/>
                    <a:pt x="302" y="91"/>
                  </a:cubicBezTo>
                  <a:close/>
                  <a:moveTo>
                    <a:pt x="40" y="103"/>
                  </a:moveTo>
                  <a:cubicBezTo>
                    <a:pt x="132" y="78"/>
                    <a:pt x="132" y="78"/>
                    <a:pt x="132" y="78"/>
                  </a:cubicBezTo>
                  <a:cubicBezTo>
                    <a:pt x="140" y="105"/>
                    <a:pt x="140" y="105"/>
                    <a:pt x="140" y="105"/>
                  </a:cubicBezTo>
                  <a:cubicBezTo>
                    <a:pt x="47" y="131"/>
                    <a:pt x="47" y="131"/>
                    <a:pt x="47" y="131"/>
                  </a:cubicBezTo>
                  <a:lnTo>
                    <a:pt x="40" y="103"/>
                  </a:lnTo>
                  <a:close/>
                  <a:moveTo>
                    <a:pt x="162" y="106"/>
                  </a:moveTo>
                  <a:cubicBezTo>
                    <a:pt x="151" y="65"/>
                    <a:pt x="151" y="65"/>
                    <a:pt x="151" y="65"/>
                  </a:cubicBezTo>
                  <a:cubicBezTo>
                    <a:pt x="223" y="46"/>
                    <a:pt x="223" y="46"/>
                    <a:pt x="223" y="46"/>
                  </a:cubicBezTo>
                  <a:cubicBezTo>
                    <a:pt x="229" y="66"/>
                    <a:pt x="229" y="66"/>
                    <a:pt x="229" y="66"/>
                  </a:cubicBezTo>
                  <a:cubicBezTo>
                    <a:pt x="234" y="87"/>
                    <a:pt x="234" y="87"/>
                    <a:pt x="234" y="87"/>
                  </a:cubicBezTo>
                  <a:lnTo>
                    <a:pt x="162" y="106"/>
                  </a:lnTo>
                  <a:close/>
                  <a:moveTo>
                    <a:pt x="258" y="91"/>
                  </a:moveTo>
                  <a:cubicBezTo>
                    <a:pt x="241" y="30"/>
                    <a:pt x="241" y="30"/>
                    <a:pt x="241" y="30"/>
                  </a:cubicBezTo>
                  <a:cubicBezTo>
                    <a:pt x="262" y="24"/>
                    <a:pt x="262" y="24"/>
                    <a:pt x="262" y="24"/>
                  </a:cubicBezTo>
                  <a:cubicBezTo>
                    <a:pt x="278" y="86"/>
                    <a:pt x="278" y="86"/>
                    <a:pt x="278" y="86"/>
                  </a:cubicBezTo>
                  <a:lnTo>
                    <a:pt x="258" y="91"/>
                  </a:lnTo>
                  <a:close/>
                </a:path>
              </a:pathLst>
            </a:custGeom>
            <a:solidFill>
              <a:srgbClr val="00A3E0"/>
            </a:solidFill>
            <a:ln>
              <a:solidFill>
                <a:schemeClr val="accent3">
                  <a:lumMod val="20000"/>
                  <a:lumOff val="80000"/>
                </a:schemeClr>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sp>
          <p:nvSpPr>
            <p:cNvPr id="20" name="Freeform 904">
              <a:extLst>
                <a:ext uri="{FF2B5EF4-FFF2-40B4-BE49-F238E27FC236}">
                  <a16:creationId xmlns:a16="http://schemas.microsoft.com/office/drawing/2014/main" id="{8D221056-DAFE-4341-B2E1-77181FE93C31}"/>
                </a:ext>
              </a:extLst>
            </p:cNvPr>
            <p:cNvSpPr>
              <a:spLocks noEditPoints="1"/>
            </p:cNvSpPr>
            <p:nvPr/>
          </p:nvSpPr>
          <p:spPr bwMode="auto">
            <a:xfrm>
              <a:off x="4045231" y="3087213"/>
              <a:ext cx="629735" cy="533007"/>
            </a:xfrm>
            <a:custGeom>
              <a:avLst/>
              <a:gdLst>
                <a:gd name="T0" fmla="*/ 296 w 300"/>
                <a:gd name="T1" fmla="*/ 25 h 246"/>
                <a:gd name="T2" fmla="*/ 281 w 300"/>
                <a:gd name="T3" fmla="*/ 24 h 246"/>
                <a:gd name="T4" fmla="*/ 245 w 300"/>
                <a:gd name="T5" fmla="*/ 55 h 246"/>
                <a:gd name="T6" fmla="*/ 245 w 300"/>
                <a:gd name="T7" fmla="*/ 11 h 246"/>
                <a:gd name="T8" fmla="*/ 235 w 300"/>
                <a:gd name="T9" fmla="*/ 0 h 246"/>
                <a:gd name="T10" fmla="*/ 11 w 300"/>
                <a:gd name="T11" fmla="*/ 0 h 246"/>
                <a:gd name="T12" fmla="*/ 0 w 300"/>
                <a:gd name="T13" fmla="*/ 11 h 246"/>
                <a:gd name="T14" fmla="*/ 0 w 300"/>
                <a:gd name="T15" fmla="*/ 235 h 246"/>
                <a:gd name="T16" fmla="*/ 11 w 300"/>
                <a:gd name="T17" fmla="*/ 246 h 246"/>
                <a:gd name="T18" fmla="*/ 235 w 300"/>
                <a:gd name="T19" fmla="*/ 246 h 246"/>
                <a:gd name="T20" fmla="*/ 245 w 300"/>
                <a:gd name="T21" fmla="*/ 235 h 246"/>
                <a:gd name="T22" fmla="*/ 245 w 300"/>
                <a:gd name="T23" fmla="*/ 84 h 246"/>
                <a:gd name="T24" fmla="*/ 295 w 300"/>
                <a:gd name="T25" fmla="*/ 40 h 246"/>
                <a:gd name="T26" fmla="*/ 296 w 300"/>
                <a:gd name="T27" fmla="*/ 25 h 246"/>
                <a:gd name="T28" fmla="*/ 224 w 300"/>
                <a:gd name="T29" fmla="*/ 224 h 246"/>
                <a:gd name="T30" fmla="*/ 21 w 300"/>
                <a:gd name="T31" fmla="*/ 224 h 246"/>
                <a:gd name="T32" fmla="*/ 21 w 300"/>
                <a:gd name="T33" fmla="*/ 22 h 246"/>
                <a:gd name="T34" fmla="*/ 224 w 300"/>
                <a:gd name="T35" fmla="*/ 22 h 246"/>
                <a:gd name="T36" fmla="*/ 224 w 300"/>
                <a:gd name="T37" fmla="*/ 74 h 246"/>
                <a:gd name="T38" fmla="*/ 119 w 300"/>
                <a:gd name="T39" fmla="*/ 166 h 246"/>
                <a:gd name="T40" fmla="*/ 72 w 300"/>
                <a:gd name="T41" fmla="*/ 111 h 246"/>
                <a:gd name="T42" fmla="*/ 57 w 300"/>
                <a:gd name="T43" fmla="*/ 109 h 246"/>
                <a:gd name="T44" fmla="*/ 56 w 300"/>
                <a:gd name="T45" fmla="*/ 125 h 246"/>
                <a:gd name="T46" fmla="*/ 109 w 300"/>
                <a:gd name="T47" fmla="*/ 189 h 246"/>
                <a:gd name="T48" fmla="*/ 109 w 300"/>
                <a:gd name="T49" fmla="*/ 189 h 246"/>
                <a:gd name="T50" fmla="*/ 117 w 300"/>
                <a:gd name="T51" fmla="*/ 192 h 246"/>
                <a:gd name="T52" fmla="*/ 124 w 300"/>
                <a:gd name="T53" fmla="*/ 190 h 246"/>
                <a:gd name="T54" fmla="*/ 224 w 300"/>
                <a:gd name="T55" fmla="*/ 103 h 246"/>
                <a:gd name="T56" fmla="*/ 224 w 300"/>
                <a:gd name="T57" fmla="*/ 22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 h="246">
                  <a:moveTo>
                    <a:pt x="296" y="25"/>
                  </a:moveTo>
                  <a:cubicBezTo>
                    <a:pt x="292" y="21"/>
                    <a:pt x="285" y="20"/>
                    <a:pt x="281" y="24"/>
                  </a:cubicBezTo>
                  <a:cubicBezTo>
                    <a:pt x="245" y="55"/>
                    <a:pt x="245" y="55"/>
                    <a:pt x="245" y="55"/>
                  </a:cubicBezTo>
                  <a:cubicBezTo>
                    <a:pt x="245" y="11"/>
                    <a:pt x="245" y="11"/>
                    <a:pt x="245" y="11"/>
                  </a:cubicBezTo>
                  <a:cubicBezTo>
                    <a:pt x="245" y="5"/>
                    <a:pt x="241" y="0"/>
                    <a:pt x="235" y="0"/>
                  </a:cubicBezTo>
                  <a:cubicBezTo>
                    <a:pt x="11" y="0"/>
                    <a:pt x="11" y="0"/>
                    <a:pt x="11" y="0"/>
                  </a:cubicBezTo>
                  <a:cubicBezTo>
                    <a:pt x="5" y="0"/>
                    <a:pt x="0" y="5"/>
                    <a:pt x="0" y="11"/>
                  </a:cubicBezTo>
                  <a:cubicBezTo>
                    <a:pt x="0" y="235"/>
                    <a:pt x="0" y="235"/>
                    <a:pt x="0" y="235"/>
                  </a:cubicBezTo>
                  <a:cubicBezTo>
                    <a:pt x="0" y="241"/>
                    <a:pt x="5" y="246"/>
                    <a:pt x="11" y="246"/>
                  </a:cubicBezTo>
                  <a:cubicBezTo>
                    <a:pt x="235" y="246"/>
                    <a:pt x="235" y="246"/>
                    <a:pt x="235" y="246"/>
                  </a:cubicBezTo>
                  <a:cubicBezTo>
                    <a:pt x="241" y="246"/>
                    <a:pt x="245" y="241"/>
                    <a:pt x="245" y="235"/>
                  </a:cubicBezTo>
                  <a:cubicBezTo>
                    <a:pt x="245" y="84"/>
                    <a:pt x="245" y="84"/>
                    <a:pt x="245" y="84"/>
                  </a:cubicBezTo>
                  <a:cubicBezTo>
                    <a:pt x="295" y="40"/>
                    <a:pt x="295" y="40"/>
                    <a:pt x="295" y="40"/>
                  </a:cubicBezTo>
                  <a:cubicBezTo>
                    <a:pt x="299" y="36"/>
                    <a:pt x="300" y="30"/>
                    <a:pt x="296" y="25"/>
                  </a:cubicBezTo>
                  <a:close/>
                  <a:moveTo>
                    <a:pt x="224" y="224"/>
                  </a:moveTo>
                  <a:cubicBezTo>
                    <a:pt x="21" y="224"/>
                    <a:pt x="21" y="224"/>
                    <a:pt x="21" y="224"/>
                  </a:cubicBezTo>
                  <a:cubicBezTo>
                    <a:pt x="21" y="22"/>
                    <a:pt x="21" y="22"/>
                    <a:pt x="21" y="22"/>
                  </a:cubicBezTo>
                  <a:cubicBezTo>
                    <a:pt x="224" y="22"/>
                    <a:pt x="224" y="22"/>
                    <a:pt x="224" y="22"/>
                  </a:cubicBezTo>
                  <a:cubicBezTo>
                    <a:pt x="224" y="74"/>
                    <a:pt x="224" y="74"/>
                    <a:pt x="224" y="74"/>
                  </a:cubicBezTo>
                  <a:cubicBezTo>
                    <a:pt x="119" y="166"/>
                    <a:pt x="119" y="166"/>
                    <a:pt x="119" y="166"/>
                  </a:cubicBezTo>
                  <a:cubicBezTo>
                    <a:pt x="72" y="111"/>
                    <a:pt x="72" y="111"/>
                    <a:pt x="72" y="111"/>
                  </a:cubicBezTo>
                  <a:cubicBezTo>
                    <a:pt x="68" y="106"/>
                    <a:pt x="62" y="106"/>
                    <a:pt x="57" y="109"/>
                  </a:cubicBezTo>
                  <a:cubicBezTo>
                    <a:pt x="53" y="113"/>
                    <a:pt x="52" y="120"/>
                    <a:pt x="56" y="125"/>
                  </a:cubicBezTo>
                  <a:cubicBezTo>
                    <a:pt x="109" y="189"/>
                    <a:pt x="109" y="189"/>
                    <a:pt x="109" y="189"/>
                  </a:cubicBezTo>
                  <a:cubicBezTo>
                    <a:pt x="109" y="189"/>
                    <a:pt x="109" y="189"/>
                    <a:pt x="109" y="189"/>
                  </a:cubicBezTo>
                  <a:cubicBezTo>
                    <a:pt x="111" y="191"/>
                    <a:pt x="114" y="192"/>
                    <a:pt x="117" y="192"/>
                  </a:cubicBezTo>
                  <a:cubicBezTo>
                    <a:pt x="120" y="192"/>
                    <a:pt x="122" y="191"/>
                    <a:pt x="124" y="190"/>
                  </a:cubicBezTo>
                  <a:cubicBezTo>
                    <a:pt x="224" y="103"/>
                    <a:pt x="224" y="103"/>
                    <a:pt x="224" y="103"/>
                  </a:cubicBezTo>
                  <a:lnTo>
                    <a:pt x="224" y="224"/>
                  </a:lnTo>
                  <a:close/>
                </a:path>
              </a:pathLst>
            </a:custGeom>
            <a:solidFill>
              <a:srgbClr val="009A44"/>
            </a:solidFill>
            <a:ln>
              <a:solidFill>
                <a:srgbClr val="DDEFE8"/>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sp>
          <p:nvSpPr>
            <p:cNvPr id="21" name="Freeform 809">
              <a:extLst>
                <a:ext uri="{FF2B5EF4-FFF2-40B4-BE49-F238E27FC236}">
                  <a16:creationId xmlns:a16="http://schemas.microsoft.com/office/drawing/2014/main" id="{B547A063-58B8-4C49-B9C8-628401F9FFF3}"/>
                </a:ext>
              </a:extLst>
            </p:cNvPr>
            <p:cNvSpPr>
              <a:spLocks noEditPoints="1"/>
            </p:cNvSpPr>
            <p:nvPr/>
          </p:nvSpPr>
          <p:spPr bwMode="auto">
            <a:xfrm>
              <a:off x="5700952" y="3802297"/>
              <a:ext cx="388073" cy="417603"/>
            </a:xfrm>
            <a:custGeom>
              <a:avLst/>
              <a:gdLst>
                <a:gd name="T0" fmla="*/ 213 w 277"/>
                <a:gd name="T1" fmla="*/ 10 h 298"/>
                <a:gd name="T2" fmla="*/ 192 w 277"/>
                <a:gd name="T3" fmla="*/ 21 h 298"/>
                <a:gd name="T4" fmla="*/ 75 w 277"/>
                <a:gd name="T5" fmla="*/ 0 h 298"/>
                <a:gd name="T6" fmla="*/ 11 w 277"/>
                <a:gd name="T7" fmla="*/ 21 h 298"/>
                <a:gd name="T8" fmla="*/ 11 w 277"/>
                <a:gd name="T9" fmla="*/ 298 h 298"/>
                <a:gd name="T10" fmla="*/ 277 w 277"/>
                <a:gd name="T11" fmla="*/ 32 h 298"/>
                <a:gd name="T12" fmla="*/ 21 w 277"/>
                <a:gd name="T13" fmla="*/ 277 h 298"/>
                <a:gd name="T14" fmla="*/ 64 w 277"/>
                <a:gd name="T15" fmla="*/ 53 h 298"/>
                <a:gd name="T16" fmla="*/ 85 w 277"/>
                <a:gd name="T17" fmla="*/ 42 h 298"/>
                <a:gd name="T18" fmla="*/ 203 w 277"/>
                <a:gd name="T19" fmla="*/ 64 h 298"/>
                <a:gd name="T20" fmla="*/ 256 w 277"/>
                <a:gd name="T21" fmla="*/ 42 h 298"/>
                <a:gd name="T22" fmla="*/ 53 w 277"/>
                <a:gd name="T23" fmla="*/ 117 h 298"/>
                <a:gd name="T24" fmla="*/ 64 w 277"/>
                <a:gd name="T25" fmla="*/ 106 h 298"/>
                <a:gd name="T26" fmla="*/ 85 w 277"/>
                <a:gd name="T27" fmla="*/ 106 h 298"/>
                <a:gd name="T28" fmla="*/ 149 w 277"/>
                <a:gd name="T29" fmla="*/ 106 h 298"/>
                <a:gd name="T30" fmla="*/ 139 w 277"/>
                <a:gd name="T31" fmla="*/ 96 h 298"/>
                <a:gd name="T32" fmla="*/ 53 w 277"/>
                <a:gd name="T33" fmla="*/ 160 h 298"/>
                <a:gd name="T34" fmla="*/ 64 w 277"/>
                <a:gd name="T35" fmla="*/ 149 h 298"/>
                <a:gd name="T36" fmla="*/ 85 w 277"/>
                <a:gd name="T37" fmla="*/ 149 h 298"/>
                <a:gd name="T38" fmla="*/ 149 w 277"/>
                <a:gd name="T39" fmla="*/ 149 h 298"/>
                <a:gd name="T40" fmla="*/ 139 w 277"/>
                <a:gd name="T41" fmla="*/ 138 h 298"/>
                <a:gd name="T42" fmla="*/ 181 w 277"/>
                <a:gd name="T43" fmla="*/ 117 h 298"/>
                <a:gd name="T44" fmla="*/ 192 w 277"/>
                <a:gd name="T45" fmla="*/ 106 h 298"/>
                <a:gd name="T46" fmla="*/ 171 w 277"/>
                <a:gd name="T47" fmla="*/ 149 h 298"/>
                <a:gd name="T48" fmla="*/ 224 w 277"/>
                <a:gd name="T49" fmla="*/ 96 h 298"/>
                <a:gd name="T50" fmla="*/ 213 w 277"/>
                <a:gd name="T51" fmla="*/ 106 h 298"/>
                <a:gd name="T52" fmla="*/ 224 w 277"/>
                <a:gd name="T53" fmla="*/ 160 h 298"/>
                <a:gd name="T54" fmla="*/ 235 w 277"/>
                <a:gd name="T55" fmla="*/ 149 h 298"/>
                <a:gd name="T56" fmla="*/ 43 w 277"/>
                <a:gd name="T57" fmla="*/ 192 h 298"/>
                <a:gd name="T58" fmla="*/ 107 w 277"/>
                <a:gd name="T59" fmla="*/ 192 h 298"/>
                <a:gd name="T60" fmla="*/ 96 w 277"/>
                <a:gd name="T61" fmla="*/ 181 h 298"/>
                <a:gd name="T62" fmla="*/ 139 w 277"/>
                <a:gd name="T63" fmla="*/ 202 h 298"/>
                <a:gd name="T64" fmla="*/ 149 w 277"/>
                <a:gd name="T65" fmla="*/ 192 h 298"/>
                <a:gd name="T66" fmla="*/ 171 w 277"/>
                <a:gd name="T67" fmla="*/ 192 h 298"/>
                <a:gd name="T68" fmla="*/ 235 w 277"/>
                <a:gd name="T69" fmla="*/ 192 h 298"/>
                <a:gd name="T70" fmla="*/ 224 w 277"/>
                <a:gd name="T71" fmla="*/ 181 h 298"/>
                <a:gd name="T72" fmla="*/ 139 w 277"/>
                <a:gd name="T73" fmla="*/ 245 h 298"/>
                <a:gd name="T74" fmla="*/ 149 w 277"/>
                <a:gd name="T75" fmla="*/ 234 h 298"/>
                <a:gd name="T76" fmla="*/ 171 w 277"/>
                <a:gd name="T77" fmla="*/ 234 h 298"/>
                <a:gd name="T78" fmla="*/ 107 w 277"/>
                <a:gd name="T79" fmla="*/ 234 h 298"/>
                <a:gd name="T80" fmla="*/ 96 w 277"/>
                <a:gd name="T81" fmla="*/ 224 h 298"/>
                <a:gd name="T82" fmla="*/ 53 w 277"/>
                <a:gd name="T83" fmla="*/ 245 h 298"/>
                <a:gd name="T84" fmla="*/ 64 w 277"/>
                <a:gd name="T85" fmla="*/ 23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7" h="298">
                  <a:moveTo>
                    <a:pt x="267" y="21"/>
                  </a:moveTo>
                  <a:cubicBezTo>
                    <a:pt x="213" y="21"/>
                    <a:pt x="213" y="21"/>
                    <a:pt x="213" y="21"/>
                  </a:cubicBezTo>
                  <a:cubicBezTo>
                    <a:pt x="213" y="10"/>
                    <a:pt x="213" y="10"/>
                    <a:pt x="213" y="10"/>
                  </a:cubicBezTo>
                  <a:cubicBezTo>
                    <a:pt x="213" y="4"/>
                    <a:pt x="209" y="0"/>
                    <a:pt x="203" y="0"/>
                  </a:cubicBezTo>
                  <a:cubicBezTo>
                    <a:pt x="197" y="0"/>
                    <a:pt x="192" y="4"/>
                    <a:pt x="192" y="10"/>
                  </a:cubicBezTo>
                  <a:cubicBezTo>
                    <a:pt x="192" y="21"/>
                    <a:pt x="192" y="21"/>
                    <a:pt x="192" y="21"/>
                  </a:cubicBezTo>
                  <a:cubicBezTo>
                    <a:pt x="85" y="21"/>
                    <a:pt x="85" y="21"/>
                    <a:pt x="85" y="21"/>
                  </a:cubicBezTo>
                  <a:cubicBezTo>
                    <a:pt x="85" y="10"/>
                    <a:pt x="85" y="10"/>
                    <a:pt x="85" y="10"/>
                  </a:cubicBezTo>
                  <a:cubicBezTo>
                    <a:pt x="85" y="4"/>
                    <a:pt x="81" y="0"/>
                    <a:pt x="75" y="0"/>
                  </a:cubicBezTo>
                  <a:cubicBezTo>
                    <a:pt x="69" y="0"/>
                    <a:pt x="64" y="4"/>
                    <a:pt x="64" y="10"/>
                  </a:cubicBezTo>
                  <a:cubicBezTo>
                    <a:pt x="64" y="21"/>
                    <a:pt x="64" y="21"/>
                    <a:pt x="64" y="21"/>
                  </a:cubicBezTo>
                  <a:cubicBezTo>
                    <a:pt x="11" y="21"/>
                    <a:pt x="11" y="21"/>
                    <a:pt x="11" y="21"/>
                  </a:cubicBezTo>
                  <a:cubicBezTo>
                    <a:pt x="5" y="21"/>
                    <a:pt x="0" y="26"/>
                    <a:pt x="0" y="32"/>
                  </a:cubicBezTo>
                  <a:cubicBezTo>
                    <a:pt x="0" y="288"/>
                    <a:pt x="0" y="288"/>
                    <a:pt x="0" y="288"/>
                  </a:cubicBezTo>
                  <a:cubicBezTo>
                    <a:pt x="0" y="294"/>
                    <a:pt x="5" y="298"/>
                    <a:pt x="11" y="298"/>
                  </a:cubicBezTo>
                  <a:cubicBezTo>
                    <a:pt x="267" y="298"/>
                    <a:pt x="267" y="298"/>
                    <a:pt x="267" y="298"/>
                  </a:cubicBezTo>
                  <a:cubicBezTo>
                    <a:pt x="273" y="298"/>
                    <a:pt x="277" y="294"/>
                    <a:pt x="277" y="288"/>
                  </a:cubicBezTo>
                  <a:cubicBezTo>
                    <a:pt x="277" y="32"/>
                    <a:pt x="277" y="32"/>
                    <a:pt x="277" y="32"/>
                  </a:cubicBezTo>
                  <a:cubicBezTo>
                    <a:pt x="277" y="26"/>
                    <a:pt x="273" y="21"/>
                    <a:pt x="267" y="21"/>
                  </a:cubicBezTo>
                  <a:close/>
                  <a:moveTo>
                    <a:pt x="256" y="277"/>
                  </a:moveTo>
                  <a:cubicBezTo>
                    <a:pt x="21" y="277"/>
                    <a:pt x="21" y="277"/>
                    <a:pt x="21" y="277"/>
                  </a:cubicBezTo>
                  <a:cubicBezTo>
                    <a:pt x="21" y="42"/>
                    <a:pt x="21" y="42"/>
                    <a:pt x="21" y="42"/>
                  </a:cubicBezTo>
                  <a:cubicBezTo>
                    <a:pt x="64" y="42"/>
                    <a:pt x="64" y="42"/>
                    <a:pt x="64" y="42"/>
                  </a:cubicBezTo>
                  <a:cubicBezTo>
                    <a:pt x="64" y="53"/>
                    <a:pt x="64" y="53"/>
                    <a:pt x="64" y="53"/>
                  </a:cubicBezTo>
                  <a:cubicBezTo>
                    <a:pt x="64" y="59"/>
                    <a:pt x="69" y="64"/>
                    <a:pt x="75" y="64"/>
                  </a:cubicBezTo>
                  <a:cubicBezTo>
                    <a:pt x="81" y="64"/>
                    <a:pt x="85" y="59"/>
                    <a:pt x="85" y="53"/>
                  </a:cubicBezTo>
                  <a:cubicBezTo>
                    <a:pt x="85" y="42"/>
                    <a:pt x="85" y="42"/>
                    <a:pt x="85" y="42"/>
                  </a:cubicBezTo>
                  <a:cubicBezTo>
                    <a:pt x="192" y="42"/>
                    <a:pt x="192" y="42"/>
                    <a:pt x="192" y="42"/>
                  </a:cubicBezTo>
                  <a:cubicBezTo>
                    <a:pt x="192" y="53"/>
                    <a:pt x="192" y="53"/>
                    <a:pt x="192" y="53"/>
                  </a:cubicBezTo>
                  <a:cubicBezTo>
                    <a:pt x="192" y="59"/>
                    <a:pt x="197" y="64"/>
                    <a:pt x="203" y="64"/>
                  </a:cubicBezTo>
                  <a:cubicBezTo>
                    <a:pt x="209" y="64"/>
                    <a:pt x="213" y="59"/>
                    <a:pt x="213" y="53"/>
                  </a:cubicBezTo>
                  <a:cubicBezTo>
                    <a:pt x="213" y="42"/>
                    <a:pt x="213" y="42"/>
                    <a:pt x="213" y="42"/>
                  </a:cubicBezTo>
                  <a:cubicBezTo>
                    <a:pt x="256" y="42"/>
                    <a:pt x="256" y="42"/>
                    <a:pt x="256" y="42"/>
                  </a:cubicBezTo>
                  <a:lnTo>
                    <a:pt x="256" y="277"/>
                  </a:lnTo>
                  <a:close/>
                  <a:moveTo>
                    <a:pt x="64" y="106"/>
                  </a:moveTo>
                  <a:cubicBezTo>
                    <a:pt x="64" y="112"/>
                    <a:pt x="59" y="117"/>
                    <a:pt x="53" y="117"/>
                  </a:cubicBezTo>
                  <a:cubicBezTo>
                    <a:pt x="47" y="117"/>
                    <a:pt x="43" y="112"/>
                    <a:pt x="43" y="106"/>
                  </a:cubicBezTo>
                  <a:cubicBezTo>
                    <a:pt x="43" y="100"/>
                    <a:pt x="47" y="96"/>
                    <a:pt x="53" y="96"/>
                  </a:cubicBezTo>
                  <a:cubicBezTo>
                    <a:pt x="59" y="96"/>
                    <a:pt x="64" y="100"/>
                    <a:pt x="64" y="106"/>
                  </a:cubicBezTo>
                  <a:close/>
                  <a:moveTo>
                    <a:pt x="107" y="106"/>
                  </a:moveTo>
                  <a:cubicBezTo>
                    <a:pt x="107" y="112"/>
                    <a:pt x="102" y="117"/>
                    <a:pt x="96" y="117"/>
                  </a:cubicBezTo>
                  <a:cubicBezTo>
                    <a:pt x="90" y="117"/>
                    <a:pt x="85" y="112"/>
                    <a:pt x="85" y="106"/>
                  </a:cubicBezTo>
                  <a:cubicBezTo>
                    <a:pt x="85" y="100"/>
                    <a:pt x="90" y="96"/>
                    <a:pt x="96" y="96"/>
                  </a:cubicBezTo>
                  <a:cubicBezTo>
                    <a:pt x="102" y="96"/>
                    <a:pt x="107" y="100"/>
                    <a:pt x="107" y="106"/>
                  </a:cubicBezTo>
                  <a:close/>
                  <a:moveTo>
                    <a:pt x="149" y="106"/>
                  </a:moveTo>
                  <a:cubicBezTo>
                    <a:pt x="149" y="112"/>
                    <a:pt x="145" y="117"/>
                    <a:pt x="139" y="117"/>
                  </a:cubicBezTo>
                  <a:cubicBezTo>
                    <a:pt x="133" y="117"/>
                    <a:pt x="128" y="112"/>
                    <a:pt x="128" y="106"/>
                  </a:cubicBezTo>
                  <a:cubicBezTo>
                    <a:pt x="128" y="100"/>
                    <a:pt x="133" y="96"/>
                    <a:pt x="139" y="96"/>
                  </a:cubicBezTo>
                  <a:cubicBezTo>
                    <a:pt x="145" y="96"/>
                    <a:pt x="149" y="100"/>
                    <a:pt x="149" y="106"/>
                  </a:cubicBezTo>
                  <a:close/>
                  <a:moveTo>
                    <a:pt x="64" y="149"/>
                  </a:moveTo>
                  <a:cubicBezTo>
                    <a:pt x="64" y="155"/>
                    <a:pt x="59" y="160"/>
                    <a:pt x="53" y="160"/>
                  </a:cubicBezTo>
                  <a:cubicBezTo>
                    <a:pt x="47" y="160"/>
                    <a:pt x="43" y="155"/>
                    <a:pt x="43" y="149"/>
                  </a:cubicBezTo>
                  <a:cubicBezTo>
                    <a:pt x="43" y="143"/>
                    <a:pt x="47" y="138"/>
                    <a:pt x="53" y="138"/>
                  </a:cubicBezTo>
                  <a:cubicBezTo>
                    <a:pt x="59" y="138"/>
                    <a:pt x="64" y="143"/>
                    <a:pt x="64" y="149"/>
                  </a:cubicBezTo>
                  <a:close/>
                  <a:moveTo>
                    <a:pt x="107" y="149"/>
                  </a:moveTo>
                  <a:cubicBezTo>
                    <a:pt x="107" y="155"/>
                    <a:pt x="102" y="160"/>
                    <a:pt x="96" y="160"/>
                  </a:cubicBezTo>
                  <a:cubicBezTo>
                    <a:pt x="90" y="160"/>
                    <a:pt x="85" y="155"/>
                    <a:pt x="85" y="149"/>
                  </a:cubicBezTo>
                  <a:cubicBezTo>
                    <a:pt x="85" y="143"/>
                    <a:pt x="90" y="138"/>
                    <a:pt x="96" y="138"/>
                  </a:cubicBezTo>
                  <a:cubicBezTo>
                    <a:pt x="102" y="138"/>
                    <a:pt x="107" y="143"/>
                    <a:pt x="107" y="149"/>
                  </a:cubicBezTo>
                  <a:close/>
                  <a:moveTo>
                    <a:pt x="149" y="149"/>
                  </a:moveTo>
                  <a:cubicBezTo>
                    <a:pt x="149" y="155"/>
                    <a:pt x="145" y="160"/>
                    <a:pt x="139" y="160"/>
                  </a:cubicBezTo>
                  <a:cubicBezTo>
                    <a:pt x="133" y="160"/>
                    <a:pt x="128" y="155"/>
                    <a:pt x="128" y="149"/>
                  </a:cubicBezTo>
                  <a:cubicBezTo>
                    <a:pt x="128" y="143"/>
                    <a:pt x="133" y="138"/>
                    <a:pt x="139" y="138"/>
                  </a:cubicBezTo>
                  <a:cubicBezTo>
                    <a:pt x="145" y="138"/>
                    <a:pt x="149" y="143"/>
                    <a:pt x="149" y="149"/>
                  </a:cubicBezTo>
                  <a:close/>
                  <a:moveTo>
                    <a:pt x="192" y="106"/>
                  </a:moveTo>
                  <a:cubicBezTo>
                    <a:pt x="192" y="112"/>
                    <a:pt x="187" y="117"/>
                    <a:pt x="181" y="117"/>
                  </a:cubicBezTo>
                  <a:cubicBezTo>
                    <a:pt x="175" y="117"/>
                    <a:pt x="171" y="112"/>
                    <a:pt x="171" y="106"/>
                  </a:cubicBezTo>
                  <a:cubicBezTo>
                    <a:pt x="171" y="100"/>
                    <a:pt x="175" y="96"/>
                    <a:pt x="181" y="96"/>
                  </a:cubicBezTo>
                  <a:cubicBezTo>
                    <a:pt x="187" y="96"/>
                    <a:pt x="192" y="100"/>
                    <a:pt x="192" y="106"/>
                  </a:cubicBezTo>
                  <a:close/>
                  <a:moveTo>
                    <a:pt x="192" y="149"/>
                  </a:moveTo>
                  <a:cubicBezTo>
                    <a:pt x="192" y="155"/>
                    <a:pt x="187" y="160"/>
                    <a:pt x="181" y="160"/>
                  </a:cubicBezTo>
                  <a:cubicBezTo>
                    <a:pt x="175" y="160"/>
                    <a:pt x="171" y="155"/>
                    <a:pt x="171" y="149"/>
                  </a:cubicBezTo>
                  <a:cubicBezTo>
                    <a:pt x="171" y="143"/>
                    <a:pt x="175" y="138"/>
                    <a:pt x="181" y="138"/>
                  </a:cubicBezTo>
                  <a:cubicBezTo>
                    <a:pt x="187" y="138"/>
                    <a:pt x="192" y="143"/>
                    <a:pt x="192" y="149"/>
                  </a:cubicBezTo>
                  <a:close/>
                  <a:moveTo>
                    <a:pt x="224" y="96"/>
                  </a:moveTo>
                  <a:cubicBezTo>
                    <a:pt x="230" y="96"/>
                    <a:pt x="235" y="100"/>
                    <a:pt x="235" y="106"/>
                  </a:cubicBezTo>
                  <a:cubicBezTo>
                    <a:pt x="235" y="112"/>
                    <a:pt x="230" y="117"/>
                    <a:pt x="224" y="117"/>
                  </a:cubicBezTo>
                  <a:cubicBezTo>
                    <a:pt x="218" y="117"/>
                    <a:pt x="213" y="112"/>
                    <a:pt x="213" y="106"/>
                  </a:cubicBezTo>
                  <a:cubicBezTo>
                    <a:pt x="213" y="100"/>
                    <a:pt x="218" y="96"/>
                    <a:pt x="224" y="96"/>
                  </a:cubicBezTo>
                  <a:close/>
                  <a:moveTo>
                    <a:pt x="235" y="149"/>
                  </a:moveTo>
                  <a:cubicBezTo>
                    <a:pt x="235" y="155"/>
                    <a:pt x="230" y="160"/>
                    <a:pt x="224" y="160"/>
                  </a:cubicBezTo>
                  <a:cubicBezTo>
                    <a:pt x="218" y="160"/>
                    <a:pt x="213" y="155"/>
                    <a:pt x="213" y="149"/>
                  </a:cubicBezTo>
                  <a:cubicBezTo>
                    <a:pt x="213" y="143"/>
                    <a:pt x="218" y="138"/>
                    <a:pt x="224" y="138"/>
                  </a:cubicBezTo>
                  <a:cubicBezTo>
                    <a:pt x="230" y="138"/>
                    <a:pt x="235" y="143"/>
                    <a:pt x="235" y="149"/>
                  </a:cubicBezTo>
                  <a:close/>
                  <a:moveTo>
                    <a:pt x="64" y="192"/>
                  </a:moveTo>
                  <a:cubicBezTo>
                    <a:pt x="64" y="198"/>
                    <a:pt x="59" y="202"/>
                    <a:pt x="53" y="202"/>
                  </a:cubicBezTo>
                  <a:cubicBezTo>
                    <a:pt x="47" y="202"/>
                    <a:pt x="43" y="198"/>
                    <a:pt x="43" y="192"/>
                  </a:cubicBezTo>
                  <a:cubicBezTo>
                    <a:pt x="43" y="186"/>
                    <a:pt x="47" y="181"/>
                    <a:pt x="53" y="181"/>
                  </a:cubicBezTo>
                  <a:cubicBezTo>
                    <a:pt x="59" y="181"/>
                    <a:pt x="64" y="186"/>
                    <a:pt x="64" y="192"/>
                  </a:cubicBezTo>
                  <a:close/>
                  <a:moveTo>
                    <a:pt x="107" y="192"/>
                  </a:moveTo>
                  <a:cubicBezTo>
                    <a:pt x="107" y="198"/>
                    <a:pt x="102" y="202"/>
                    <a:pt x="96" y="202"/>
                  </a:cubicBezTo>
                  <a:cubicBezTo>
                    <a:pt x="90" y="202"/>
                    <a:pt x="85" y="198"/>
                    <a:pt x="85" y="192"/>
                  </a:cubicBezTo>
                  <a:cubicBezTo>
                    <a:pt x="85" y="186"/>
                    <a:pt x="90" y="181"/>
                    <a:pt x="96" y="181"/>
                  </a:cubicBezTo>
                  <a:cubicBezTo>
                    <a:pt x="102" y="181"/>
                    <a:pt x="107" y="186"/>
                    <a:pt x="107" y="192"/>
                  </a:cubicBezTo>
                  <a:close/>
                  <a:moveTo>
                    <a:pt x="149" y="192"/>
                  </a:moveTo>
                  <a:cubicBezTo>
                    <a:pt x="149" y="198"/>
                    <a:pt x="145" y="202"/>
                    <a:pt x="139" y="202"/>
                  </a:cubicBezTo>
                  <a:cubicBezTo>
                    <a:pt x="133" y="202"/>
                    <a:pt x="128" y="198"/>
                    <a:pt x="128" y="192"/>
                  </a:cubicBezTo>
                  <a:cubicBezTo>
                    <a:pt x="128" y="186"/>
                    <a:pt x="133" y="181"/>
                    <a:pt x="139" y="181"/>
                  </a:cubicBezTo>
                  <a:cubicBezTo>
                    <a:pt x="145" y="181"/>
                    <a:pt x="149" y="186"/>
                    <a:pt x="149" y="192"/>
                  </a:cubicBezTo>
                  <a:close/>
                  <a:moveTo>
                    <a:pt x="192" y="192"/>
                  </a:moveTo>
                  <a:cubicBezTo>
                    <a:pt x="192" y="198"/>
                    <a:pt x="187" y="202"/>
                    <a:pt x="181" y="202"/>
                  </a:cubicBezTo>
                  <a:cubicBezTo>
                    <a:pt x="175" y="202"/>
                    <a:pt x="171" y="198"/>
                    <a:pt x="171" y="192"/>
                  </a:cubicBezTo>
                  <a:cubicBezTo>
                    <a:pt x="171" y="186"/>
                    <a:pt x="175" y="181"/>
                    <a:pt x="181" y="181"/>
                  </a:cubicBezTo>
                  <a:cubicBezTo>
                    <a:pt x="187" y="181"/>
                    <a:pt x="192" y="186"/>
                    <a:pt x="192" y="192"/>
                  </a:cubicBezTo>
                  <a:close/>
                  <a:moveTo>
                    <a:pt x="235" y="192"/>
                  </a:moveTo>
                  <a:cubicBezTo>
                    <a:pt x="235" y="198"/>
                    <a:pt x="230" y="202"/>
                    <a:pt x="224" y="202"/>
                  </a:cubicBezTo>
                  <a:cubicBezTo>
                    <a:pt x="218" y="202"/>
                    <a:pt x="213" y="198"/>
                    <a:pt x="213" y="192"/>
                  </a:cubicBezTo>
                  <a:cubicBezTo>
                    <a:pt x="213" y="186"/>
                    <a:pt x="218" y="181"/>
                    <a:pt x="224" y="181"/>
                  </a:cubicBezTo>
                  <a:cubicBezTo>
                    <a:pt x="230" y="181"/>
                    <a:pt x="235" y="186"/>
                    <a:pt x="235" y="192"/>
                  </a:cubicBezTo>
                  <a:close/>
                  <a:moveTo>
                    <a:pt x="149" y="234"/>
                  </a:moveTo>
                  <a:cubicBezTo>
                    <a:pt x="149" y="240"/>
                    <a:pt x="145" y="245"/>
                    <a:pt x="139" y="245"/>
                  </a:cubicBezTo>
                  <a:cubicBezTo>
                    <a:pt x="133" y="245"/>
                    <a:pt x="128" y="240"/>
                    <a:pt x="128" y="234"/>
                  </a:cubicBezTo>
                  <a:cubicBezTo>
                    <a:pt x="128" y="228"/>
                    <a:pt x="133" y="224"/>
                    <a:pt x="139" y="224"/>
                  </a:cubicBezTo>
                  <a:cubicBezTo>
                    <a:pt x="145" y="224"/>
                    <a:pt x="149" y="228"/>
                    <a:pt x="149" y="234"/>
                  </a:cubicBezTo>
                  <a:close/>
                  <a:moveTo>
                    <a:pt x="192" y="234"/>
                  </a:moveTo>
                  <a:cubicBezTo>
                    <a:pt x="192" y="240"/>
                    <a:pt x="187" y="245"/>
                    <a:pt x="181" y="245"/>
                  </a:cubicBezTo>
                  <a:cubicBezTo>
                    <a:pt x="175" y="245"/>
                    <a:pt x="171" y="240"/>
                    <a:pt x="171" y="234"/>
                  </a:cubicBezTo>
                  <a:cubicBezTo>
                    <a:pt x="171" y="228"/>
                    <a:pt x="175" y="224"/>
                    <a:pt x="181" y="224"/>
                  </a:cubicBezTo>
                  <a:cubicBezTo>
                    <a:pt x="187" y="224"/>
                    <a:pt x="192" y="228"/>
                    <a:pt x="192" y="234"/>
                  </a:cubicBezTo>
                  <a:close/>
                  <a:moveTo>
                    <a:pt x="107" y="234"/>
                  </a:moveTo>
                  <a:cubicBezTo>
                    <a:pt x="107" y="240"/>
                    <a:pt x="102" y="245"/>
                    <a:pt x="96" y="245"/>
                  </a:cubicBezTo>
                  <a:cubicBezTo>
                    <a:pt x="90" y="245"/>
                    <a:pt x="85" y="240"/>
                    <a:pt x="85" y="234"/>
                  </a:cubicBezTo>
                  <a:cubicBezTo>
                    <a:pt x="85" y="228"/>
                    <a:pt x="90" y="224"/>
                    <a:pt x="96" y="224"/>
                  </a:cubicBezTo>
                  <a:cubicBezTo>
                    <a:pt x="102" y="224"/>
                    <a:pt x="107" y="228"/>
                    <a:pt x="107" y="234"/>
                  </a:cubicBezTo>
                  <a:close/>
                  <a:moveTo>
                    <a:pt x="64" y="234"/>
                  </a:moveTo>
                  <a:cubicBezTo>
                    <a:pt x="64" y="240"/>
                    <a:pt x="59" y="245"/>
                    <a:pt x="53" y="245"/>
                  </a:cubicBezTo>
                  <a:cubicBezTo>
                    <a:pt x="47" y="245"/>
                    <a:pt x="43" y="240"/>
                    <a:pt x="43" y="234"/>
                  </a:cubicBezTo>
                  <a:cubicBezTo>
                    <a:pt x="43" y="228"/>
                    <a:pt x="47" y="224"/>
                    <a:pt x="53" y="224"/>
                  </a:cubicBezTo>
                  <a:cubicBezTo>
                    <a:pt x="59" y="224"/>
                    <a:pt x="64" y="228"/>
                    <a:pt x="64" y="234"/>
                  </a:cubicBezTo>
                  <a:close/>
                </a:path>
              </a:pathLst>
            </a:custGeom>
            <a:solidFill>
              <a:schemeClr val="accent6">
                <a:lumMod val="50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sp>
          <p:nvSpPr>
            <p:cNvPr id="22" name="Rectangle 21">
              <a:extLst>
                <a:ext uri="{FF2B5EF4-FFF2-40B4-BE49-F238E27FC236}">
                  <a16:creationId xmlns:a16="http://schemas.microsoft.com/office/drawing/2014/main" id="{C4DB0739-7585-4446-8296-BA859D32E87F}"/>
                </a:ext>
              </a:extLst>
            </p:cNvPr>
            <p:cNvSpPr/>
            <p:nvPr/>
          </p:nvSpPr>
          <p:spPr>
            <a:xfrm>
              <a:off x="5561196" y="4245892"/>
              <a:ext cx="714081" cy="327661"/>
            </a:xfrm>
            <a:prstGeom prst="rect">
              <a:avLst/>
            </a:prstGeom>
          </p:spPr>
          <p:txBody>
            <a:bodyPr wrap="square">
              <a:spAutoFit/>
            </a:bodyPr>
            <a:lstStyle/>
            <a:p>
              <a:pPr defTabSz="742969">
                <a:defRPr/>
              </a:pPr>
              <a:r>
                <a:rPr lang="en-US" sz="1200" dirty="0">
                  <a:solidFill>
                    <a:srgbClr val="007CB0">
                      <a:lumMod val="50000"/>
                    </a:srgbClr>
                  </a:solidFill>
                  <a:latin typeface="Aptos" panose="020B0004020202020204" pitchFamily="34" charset="0"/>
                </a:rPr>
                <a:t>XXXX</a:t>
              </a:r>
            </a:p>
          </p:txBody>
        </p:sp>
        <p:sp>
          <p:nvSpPr>
            <p:cNvPr id="23" name="Freeform 809">
              <a:extLst>
                <a:ext uri="{FF2B5EF4-FFF2-40B4-BE49-F238E27FC236}">
                  <a16:creationId xmlns:a16="http://schemas.microsoft.com/office/drawing/2014/main" id="{CD05CF28-C70F-454C-AA7A-D6307E8F4470}"/>
                </a:ext>
              </a:extLst>
            </p:cNvPr>
            <p:cNvSpPr>
              <a:spLocks noEditPoints="1"/>
            </p:cNvSpPr>
            <p:nvPr/>
          </p:nvSpPr>
          <p:spPr bwMode="auto">
            <a:xfrm>
              <a:off x="7256618" y="3002185"/>
              <a:ext cx="388073" cy="417603"/>
            </a:xfrm>
            <a:custGeom>
              <a:avLst/>
              <a:gdLst>
                <a:gd name="T0" fmla="*/ 213 w 277"/>
                <a:gd name="T1" fmla="*/ 10 h 298"/>
                <a:gd name="T2" fmla="*/ 192 w 277"/>
                <a:gd name="T3" fmla="*/ 21 h 298"/>
                <a:gd name="T4" fmla="*/ 75 w 277"/>
                <a:gd name="T5" fmla="*/ 0 h 298"/>
                <a:gd name="T6" fmla="*/ 11 w 277"/>
                <a:gd name="T7" fmla="*/ 21 h 298"/>
                <a:gd name="T8" fmla="*/ 11 w 277"/>
                <a:gd name="T9" fmla="*/ 298 h 298"/>
                <a:gd name="T10" fmla="*/ 277 w 277"/>
                <a:gd name="T11" fmla="*/ 32 h 298"/>
                <a:gd name="T12" fmla="*/ 21 w 277"/>
                <a:gd name="T13" fmla="*/ 277 h 298"/>
                <a:gd name="T14" fmla="*/ 64 w 277"/>
                <a:gd name="T15" fmla="*/ 53 h 298"/>
                <a:gd name="T16" fmla="*/ 85 w 277"/>
                <a:gd name="T17" fmla="*/ 42 h 298"/>
                <a:gd name="T18" fmla="*/ 203 w 277"/>
                <a:gd name="T19" fmla="*/ 64 h 298"/>
                <a:gd name="T20" fmla="*/ 256 w 277"/>
                <a:gd name="T21" fmla="*/ 42 h 298"/>
                <a:gd name="T22" fmla="*/ 53 w 277"/>
                <a:gd name="T23" fmla="*/ 117 h 298"/>
                <a:gd name="T24" fmla="*/ 64 w 277"/>
                <a:gd name="T25" fmla="*/ 106 h 298"/>
                <a:gd name="T26" fmla="*/ 85 w 277"/>
                <a:gd name="T27" fmla="*/ 106 h 298"/>
                <a:gd name="T28" fmla="*/ 149 w 277"/>
                <a:gd name="T29" fmla="*/ 106 h 298"/>
                <a:gd name="T30" fmla="*/ 139 w 277"/>
                <a:gd name="T31" fmla="*/ 96 h 298"/>
                <a:gd name="T32" fmla="*/ 53 w 277"/>
                <a:gd name="T33" fmla="*/ 160 h 298"/>
                <a:gd name="T34" fmla="*/ 64 w 277"/>
                <a:gd name="T35" fmla="*/ 149 h 298"/>
                <a:gd name="T36" fmla="*/ 85 w 277"/>
                <a:gd name="T37" fmla="*/ 149 h 298"/>
                <a:gd name="T38" fmla="*/ 149 w 277"/>
                <a:gd name="T39" fmla="*/ 149 h 298"/>
                <a:gd name="T40" fmla="*/ 139 w 277"/>
                <a:gd name="T41" fmla="*/ 138 h 298"/>
                <a:gd name="T42" fmla="*/ 181 w 277"/>
                <a:gd name="T43" fmla="*/ 117 h 298"/>
                <a:gd name="T44" fmla="*/ 192 w 277"/>
                <a:gd name="T45" fmla="*/ 106 h 298"/>
                <a:gd name="T46" fmla="*/ 171 w 277"/>
                <a:gd name="T47" fmla="*/ 149 h 298"/>
                <a:gd name="T48" fmla="*/ 224 w 277"/>
                <a:gd name="T49" fmla="*/ 96 h 298"/>
                <a:gd name="T50" fmla="*/ 213 w 277"/>
                <a:gd name="T51" fmla="*/ 106 h 298"/>
                <a:gd name="T52" fmla="*/ 224 w 277"/>
                <a:gd name="T53" fmla="*/ 160 h 298"/>
                <a:gd name="T54" fmla="*/ 235 w 277"/>
                <a:gd name="T55" fmla="*/ 149 h 298"/>
                <a:gd name="T56" fmla="*/ 43 w 277"/>
                <a:gd name="T57" fmla="*/ 192 h 298"/>
                <a:gd name="T58" fmla="*/ 107 w 277"/>
                <a:gd name="T59" fmla="*/ 192 h 298"/>
                <a:gd name="T60" fmla="*/ 96 w 277"/>
                <a:gd name="T61" fmla="*/ 181 h 298"/>
                <a:gd name="T62" fmla="*/ 139 w 277"/>
                <a:gd name="T63" fmla="*/ 202 h 298"/>
                <a:gd name="T64" fmla="*/ 149 w 277"/>
                <a:gd name="T65" fmla="*/ 192 h 298"/>
                <a:gd name="T66" fmla="*/ 171 w 277"/>
                <a:gd name="T67" fmla="*/ 192 h 298"/>
                <a:gd name="T68" fmla="*/ 235 w 277"/>
                <a:gd name="T69" fmla="*/ 192 h 298"/>
                <a:gd name="T70" fmla="*/ 224 w 277"/>
                <a:gd name="T71" fmla="*/ 181 h 298"/>
                <a:gd name="T72" fmla="*/ 139 w 277"/>
                <a:gd name="T73" fmla="*/ 245 h 298"/>
                <a:gd name="T74" fmla="*/ 149 w 277"/>
                <a:gd name="T75" fmla="*/ 234 h 298"/>
                <a:gd name="T76" fmla="*/ 171 w 277"/>
                <a:gd name="T77" fmla="*/ 234 h 298"/>
                <a:gd name="T78" fmla="*/ 107 w 277"/>
                <a:gd name="T79" fmla="*/ 234 h 298"/>
                <a:gd name="T80" fmla="*/ 96 w 277"/>
                <a:gd name="T81" fmla="*/ 224 h 298"/>
                <a:gd name="T82" fmla="*/ 53 w 277"/>
                <a:gd name="T83" fmla="*/ 245 h 298"/>
                <a:gd name="T84" fmla="*/ 64 w 277"/>
                <a:gd name="T85" fmla="*/ 23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7" h="298">
                  <a:moveTo>
                    <a:pt x="267" y="21"/>
                  </a:moveTo>
                  <a:cubicBezTo>
                    <a:pt x="213" y="21"/>
                    <a:pt x="213" y="21"/>
                    <a:pt x="213" y="21"/>
                  </a:cubicBezTo>
                  <a:cubicBezTo>
                    <a:pt x="213" y="10"/>
                    <a:pt x="213" y="10"/>
                    <a:pt x="213" y="10"/>
                  </a:cubicBezTo>
                  <a:cubicBezTo>
                    <a:pt x="213" y="4"/>
                    <a:pt x="209" y="0"/>
                    <a:pt x="203" y="0"/>
                  </a:cubicBezTo>
                  <a:cubicBezTo>
                    <a:pt x="197" y="0"/>
                    <a:pt x="192" y="4"/>
                    <a:pt x="192" y="10"/>
                  </a:cubicBezTo>
                  <a:cubicBezTo>
                    <a:pt x="192" y="21"/>
                    <a:pt x="192" y="21"/>
                    <a:pt x="192" y="21"/>
                  </a:cubicBezTo>
                  <a:cubicBezTo>
                    <a:pt x="85" y="21"/>
                    <a:pt x="85" y="21"/>
                    <a:pt x="85" y="21"/>
                  </a:cubicBezTo>
                  <a:cubicBezTo>
                    <a:pt x="85" y="10"/>
                    <a:pt x="85" y="10"/>
                    <a:pt x="85" y="10"/>
                  </a:cubicBezTo>
                  <a:cubicBezTo>
                    <a:pt x="85" y="4"/>
                    <a:pt x="81" y="0"/>
                    <a:pt x="75" y="0"/>
                  </a:cubicBezTo>
                  <a:cubicBezTo>
                    <a:pt x="69" y="0"/>
                    <a:pt x="64" y="4"/>
                    <a:pt x="64" y="10"/>
                  </a:cubicBezTo>
                  <a:cubicBezTo>
                    <a:pt x="64" y="21"/>
                    <a:pt x="64" y="21"/>
                    <a:pt x="64" y="21"/>
                  </a:cubicBezTo>
                  <a:cubicBezTo>
                    <a:pt x="11" y="21"/>
                    <a:pt x="11" y="21"/>
                    <a:pt x="11" y="21"/>
                  </a:cubicBezTo>
                  <a:cubicBezTo>
                    <a:pt x="5" y="21"/>
                    <a:pt x="0" y="26"/>
                    <a:pt x="0" y="32"/>
                  </a:cubicBezTo>
                  <a:cubicBezTo>
                    <a:pt x="0" y="288"/>
                    <a:pt x="0" y="288"/>
                    <a:pt x="0" y="288"/>
                  </a:cubicBezTo>
                  <a:cubicBezTo>
                    <a:pt x="0" y="294"/>
                    <a:pt x="5" y="298"/>
                    <a:pt x="11" y="298"/>
                  </a:cubicBezTo>
                  <a:cubicBezTo>
                    <a:pt x="267" y="298"/>
                    <a:pt x="267" y="298"/>
                    <a:pt x="267" y="298"/>
                  </a:cubicBezTo>
                  <a:cubicBezTo>
                    <a:pt x="273" y="298"/>
                    <a:pt x="277" y="294"/>
                    <a:pt x="277" y="288"/>
                  </a:cubicBezTo>
                  <a:cubicBezTo>
                    <a:pt x="277" y="32"/>
                    <a:pt x="277" y="32"/>
                    <a:pt x="277" y="32"/>
                  </a:cubicBezTo>
                  <a:cubicBezTo>
                    <a:pt x="277" y="26"/>
                    <a:pt x="273" y="21"/>
                    <a:pt x="267" y="21"/>
                  </a:cubicBezTo>
                  <a:close/>
                  <a:moveTo>
                    <a:pt x="256" y="277"/>
                  </a:moveTo>
                  <a:cubicBezTo>
                    <a:pt x="21" y="277"/>
                    <a:pt x="21" y="277"/>
                    <a:pt x="21" y="277"/>
                  </a:cubicBezTo>
                  <a:cubicBezTo>
                    <a:pt x="21" y="42"/>
                    <a:pt x="21" y="42"/>
                    <a:pt x="21" y="42"/>
                  </a:cubicBezTo>
                  <a:cubicBezTo>
                    <a:pt x="64" y="42"/>
                    <a:pt x="64" y="42"/>
                    <a:pt x="64" y="42"/>
                  </a:cubicBezTo>
                  <a:cubicBezTo>
                    <a:pt x="64" y="53"/>
                    <a:pt x="64" y="53"/>
                    <a:pt x="64" y="53"/>
                  </a:cubicBezTo>
                  <a:cubicBezTo>
                    <a:pt x="64" y="59"/>
                    <a:pt x="69" y="64"/>
                    <a:pt x="75" y="64"/>
                  </a:cubicBezTo>
                  <a:cubicBezTo>
                    <a:pt x="81" y="64"/>
                    <a:pt x="85" y="59"/>
                    <a:pt x="85" y="53"/>
                  </a:cubicBezTo>
                  <a:cubicBezTo>
                    <a:pt x="85" y="42"/>
                    <a:pt x="85" y="42"/>
                    <a:pt x="85" y="42"/>
                  </a:cubicBezTo>
                  <a:cubicBezTo>
                    <a:pt x="192" y="42"/>
                    <a:pt x="192" y="42"/>
                    <a:pt x="192" y="42"/>
                  </a:cubicBezTo>
                  <a:cubicBezTo>
                    <a:pt x="192" y="53"/>
                    <a:pt x="192" y="53"/>
                    <a:pt x="192" y="53"/>
                  </a:cubicBezTo>
                  <a:cubicBezTo>
                    <a:pt x="192" y="59"/>
                    <a:pt x="197" y="64"/>
                    <a:pt x="203" y="64"/>
                  </a:cubicBezTo>
                  <a:cubicBezTo>
                    <a:pt x="209" y="64"/>
                    <a:pt x="213" y="59"/>
                    <a:pt x="213" y="53"/>
                  </a:cubicBezTo>
                  <a:cubicBezTo>
                    <a:pt x="213" y="42"/>
                    <a:pt x="213" y="42"/>
                    <a:pt x="213" y="42"/>
                  </a:cubicBezTo>
                  <a:cubicBezTo>
                    <a:pt x="256" y="42"/>
                    <a:pt x="256" y="42"/>
                    <a:pt x="256" y="42"/>
                  </a:cubicBezTo>
                  <a:lnTo>
                    <a:pt x="256" y="277"/>
                  </a:lnTo>
                  <a:close/>
                  <a:moveTo>
                    <a:pt x="64" y="106"/>
                  </a:moveTo>
                  <a:cubicBezTo>
                    <a:pt x="64" y="112"/>
                    <a:pt x="59" y="117"/>
                    <a:pt x="53" y="117"/>
                  </a:cubicBezTo>
                  <a:cubicBezTo>
                    <a:pt x="47" y="117"/>
                    <a:pt x="43" y="112"/>
                    <a:pt x="43" y="106"/>
                  </a:cubicBezTo>
                  <a:cubicBezTo>
                    <a:pt x="43" y="100"/>
                    <a:pt x="47" y="96"/>
                    <a:pt x="53" y="96"/>
                  </a:cubicBezTo>
                  <a:cubicBezTo>
                    <a:pt x="59" y="96"/>
                    <a:pt x="64" y="100"/>
                    <a:pt x="64" y="106"/>
                  </a:cubicBezTo>
                  <a:close/>
                  <a:moveTo>
                    <a:pt x="107" y="106"/>
                  </a:moveTo>
                  <a:cubicBezTo>
                    <a:pt x="107" y="112"/>
                    <a:pt x="102" y="117"/>
                    <a:pt x="96" y="117"/>
                  </a:cubicBezTo>
                  <a:cubicBezTo>
                    <a:pt x="90" y="117"/>
                    <a:pt x="85" y="112"/>
                    <a:pt x="85" y="106"/>
                  </a:cubicBezTo>
                  <a:cubicBezTo>
                    <a:pt x="85" y="100"/>
                    <a:pt x="90" y="96"/>
                    <a:pt x="96" y="96"/>
                  </a:cubicBezTo>
                  <a:cubicBezTo>
                    <a:pt x="102" y="96"/>
                    <a:pt x="107" y="100"/>
                    <a:pt x="107" y="106"/>
                  </a:cubicBezTo>
                  <a:close/>
                  <a:moveTo>
                    <a:pt x="149" y="106"/>
                  </a:moveTo>
                  <a:cubicBezTo>
                    <a:pt x="149" y="112"/>
                    <a:pt x="145" y="117"/>
                    <a:pt x="139" y="117"/>
                  </a:cubicBezTo>
                  <a:cubicBezTo>
                    <a:pt x="133" y="117"/>
                    <a:pt x="128" y="112"/>
                    <a:pt x="128" y="106"/>
                  </a:cubicBezTo>
                  <a:cubicBezTo>
                    <a:pt x="128" y="100"/>
                    <a:pt x="133" y="96"/>
                    <a:pt x="139" y="96"/>
                  </a:cubicBezTo>
                  <a:cubicBezTo>
                    <a:pt x="145" y="96"/>
                    <a:pt x="149" y="100"/>
                    <a:pt x="149" y="106"/>
                  </a:cubicBezTo>
                  <a:close/>
                  <a:moveTo>
                    <a:pt x="64" y="149"/>
                  </a:moveTo>
                  <a:cubicBezTo>
                    <a:pt x="64" y="155"/>
                    <a:pt x="59" y="160"/>
                    <a:pt x="53" y="160"/>
                  </a:cubicBezTo>
                  <a:cubicBezTo>
                    <a:pt x="47" y="160"/>
                    <a:pt x="43" y="155"/>
                    <a:pt x="43" y="149"/>
                  </a:cubicBezTo>
                  <a:cubicBezTo>
                    <a:pt x="43" y="143"/>
                    <a:pt x="47" y="138"/>
                    <a:pt x="53" y="138"/>
                  </a:cubicBezTo>
                  <a:cubicBezTo>
                    <a:pt x="59" y="138"/>
                    <a:pt x="64" y="143"/>
                    <a:pt x="64" y="149"/>
                  </a:cubicBezTo>
                  <a:close/>
                  <a:moveTo>
                    <a:pt x="107" y="149"/>
                  </a:moveTo>
                  <a:cubicBezTo>
                    <a:pt x="107" y="155"/>
                    <a:pt x="102" y="160"/>
                    <a:pt x="96" y="160"/>
                  </a:cubicBezTo>
                  <a:cubicBezTo>
                    <a:pt x="90" y="160"/>
                    <a:pt x="85" y="155"/>
                    <a:pt x="85" y="149"/>
                  </a:cubicBezTo>
                  <a:cubicBezTo>
                    <a:pt x="85" y="143"/>
                    <a:pt x="90" y="138"/>
                    <a:pt x="96" y="138"/>
                  </a:cubicBezTo>
                  <a:cubicBezTo>
                    <a:pt x="102" y="138"/>
                    <a:pt x="107" y="143"/>
                    <a:pt x="107" y="149"/>
                  </a:cubicBezTo>
                  <a:close/>
                  <a:moveTo>
                    <a:pt x="149" y="149"/>
                  </a:moveTo>
                  <a:cubicBezTo>
                    <a:pt x="149" y="155"/>
                    <a:pt x="145" y="160"/>
                    <a:pt x="139" y="160"/>
                  </a:cubicBezTo>
                  <a:cubicBezTo>
                    <a:pt x="133" y="160"/>
                    <a:pt x="128" y="155"/>
                    <a:pt x="128" y="149"/>
                  </a:cubicBezTo>
                  <a:cubicBezTo>
                    <a:pt x="128" y="143"/>
                    <a:pt x="133" y="138"/>
                    <a:pt x="139" y="138"/>
                  </a:cubicBezTo>
                  <a:cubicBezTo>
                    <a:pt x="145" y="138"/>
                    <a:pt x="149" y="143"/>
                    <a:pt x="149" y="149"/>
                  </a:cubicBezTo>
                  <a:close/>
                  <a:moveTo>
                    <a:pt x="192" y="106"/>
                  </a:moveTo>
                  <a:cubicBezTo>
                    <a:pt x="192" y="112"/>
                    <a:pt x="187" y="117"/>
                    <a:pt x="181" y="117"/>
                  </a:cubicBezTo>
                  <a:cubicBezTo>
                    <a:pt x="175" y="117"/>
                    <a:pt x="171" y="112"/>
                    <a:pt x="171" y="106"/>
                  </a:cubicBezTo>
                  <a:cubicBezTo>
                    <a:pt x="171" y="100"/>
                    <a:pt x="175" y="96"/>
                    <a:pt x="181" y="96"/>
                  </a:cubicBezTo>
                  <a:cubicBezTo>
                    <a:pt x="187" y="96"/>
                    <a:pt x="192" y="100"/>
                    <a:pt x="192" y="106"/>
                  </a:cubicBezTo>
                  <a:close/>
                  <a:moveTo>
                    <a:pt x="192" y="149"/>
                  </a:moveTo>
                  <a:cubicBezTo>
                    <a:pt x="192" y="155"/>
                    <a:pt x="187" y="160"/>
                    <a:pt x="181" y="160"/>
                  </a:cubicBezTo>
                  <a:cubicBezTo>
                    <a:pt x="175" y="160"/>
                    <a:pt x="171" y="155"/>
                    <a:pt x="171" y="149"/>
                  </a:cubicBezTo>
                  <a:cubicBezTo>
                    <a:pt x="171" y="143"/>
                    <a:pt x="175" y="138"/>
                    <a:pt x="181" y="138"/>
                  </a:cubicBezTo>
                  <a:cubicBezTo>
                    <a:pt x="187" y="138"/>
                    <a:pt x="192" y="143"/>
                    <a:pt x="192" y="149"/>
                  </a:cubicBezTo>
                  <a:close/>
                  <a:moveTo>
                    <a:pt x="224" y="96"/>
                  </a:moveTo>
                  <a:cubicBezTo>
                    <a:pt x="230" y="96"/>
                    <a:pt x="235" y="100"/>
                    <a:pt x="235" y="106"/>
                  </a:cubicBezTo>
                  <a:cubicBezTo>
                    <a:pt x="235" y="112"/>
                    <a:pt x="230" y="117"/>
                    <a:pt x="224" y="117"/>
                  </a:cubicBezTo>
                  <a:cubicBezTo>
                    <a:pt x="218" y="117"/>
                    <a:pt x="213" y="112"/>
                    <a:pt x="213" y="106"/>
                  </a:cubicBezTo>
                  <a:cubicBezTo>
                    <a:pt x="213" y="100"/>
                    <a:pt x="218" y="96"/>
                    <a:pt x="224" y="96"/>
                  </a:cubicBezTo>
                  <a:close/>
                  <a:moveTo>
                    <a:pt x="235" y="149"/>
                  </a:moveTo>
                  <a:cubicBezTo>
                    <a:pt x="235" y="155"/>
                    <a:pt x="230" y="160"/>
                    <a:pt x="224" y="160"/>
                  </a:cubicBezTo>
                  <a:cubicBezTo>
                    <a:pt x="218" y="160"/>
                    <a:pt x="213" y="155"/>
                    <a:pt x="213" y="149"/>
                  </a:cubicBezTo>
                  <a:cubicBezTo>
                    <a:pt x="213" y="143"/>
                    <a:pt x="218" y="138"/>
                    <a:pt x="224" y="138"/>
                  </a:cubicBezTo>
                  <a:cubicBezTo>
                    <a:pt x="230" y="138"/>
                    <a:pt x="235" y="143"/>
                    <a:pt x="235" y="149"/>
                  </a:cubicBezTo>
                  <a:close/>
                  <a:moveTo>
                    <a:pt x="64" y="192"/>
                  </a:moveTo>
                  <a:cubicBezTo>
                    <a:pt x="64" y="198"/>
                    <a:pt x="59" y="202"/>
                    <a:pt x="53" y="202"/>
                  </a:cubicBezTo>
                  <a:cubicBezTo>
                    <a:pt x="47" y="202"/>
                    <a:pt x="43" y="198"/>
                    <a:pt x="43" y="192"/>
                  </a:cubicBezTo>
                  <a:cubicBezTo>
                    <a:pt x="43" y="186"/>
                    <a:pt x="47" y="181"/>
                    <a:pt x="53" y="181"/>
                  </a:cubicBezTo>
                  <a:cubicBezTo>
                    <a:pt x="59" y="181"/>
                    <a:pt x="64" y="186"/>
                    <a:pt x="64" y="192"/>
                  </a:cubicBezTo>
                  <a:close/>
                  <a:moveTo>
                    <a:pt x="107" y="192"/>
                  </a:moveTo>
                  <a:cubicBezTo>
                    <a:pt x="107" y="198"/>
                    <a:pt x="102" y="202"/>
                    <a:pt x="96" y="202"/>
                  </a:cubicBezTo>
                  <a:cubicBezTo>
                    <a:pt x="90" y="202"/>
                    <a:pt x="85" y="198"/>
                    <a:pt x="85" y="192"/>
                  </a:cubicBezTo>
                  <a:cubicBezTo>
                    <a:pt x="85" y="186"/>
                    <a:pt x="90" y="181"/>
                    <a:pt x="96" y="181"/>
                  </a:cubicBezTo>
                  <a:cubicBezTo>
                    <a:pt x="102" y="181"/>
                    <a:pt x="107" y="186"/>
                    <a:pt x="107" y="192"/>
                  </a:cubicBezTo>
                  <a:close/>
                  <a:moveTo>
                    <a:pt x="149" y="192"/>
                  </a:moveTo>
                  <a:cubicBezTo>
                    <a:pt x="149" y="198"/>
                    <a:pt x="145" y="202"/>
                    <a:pt x="139" y="202"/>
                  </a:cubicBezTo>
                  <a:cubicBezTo>
                    <a:pt x="133" y="202"/>
                    <a:pt x="128" y="198"/>
                    <a:pt x="128" y="192"/>
                  </a:cubicBezTo>
                  <a:cubicBezTo>
                    <a:pt x="128" y="186"/>
                    <a:pt x="133" y="181"/>
                    <a:pt x="139" y="181"/>
                  </a:cubicBezTo>
                  <a:cubicBezTo>
                    <a:pt x="145" y="181"/>
                    <a:pt x="149" y="186"/>
                    <a:pt x="149" y="192"/>
                  </a:cubicBezTo>
                  <a:close/>
                  <a:moveTo>
                    <a:pt x="192" y="192"/>
                  </a:moveTo>
                  <a:cubicBezTo>
                    <a:pt x="192" y="198"/>
                    <a:pt x="187" y="202"/>
                    <a:pt x="181" y="202"/>
                  </a:cubicBezTo>
                  <a:cubicBezTo>
                    <a:pt x="175" y="202"/>
                    <a:pt x="171" y="198"/>
                    <a:pt x="171" y="192"/>
                  </a:cubicBezTo>
                  <a:cubicBezTo>
                    <a:pt x="171" y="186"/>
                    <a:pt x="175" y="181"/>
                    <a:pt x="181" y="181"/>
                  </a:cubicBezTo>
                  <a:cubicBezTo>
                    <a:pt x="187" y="181"/>
                    <a:pt x="192" y="186"/>
                    <a:pt x="192" y="192"/>
                  </a:cubicBezTo>
                  <a:close/>
                  <a:moveTo>
                    <a:pt x="235" y="192"/>
                  </a:moveTo>
                  <a:cubicBezTo>
                    <a:pt x="235" y="198"/>
                    <a:pt x="230" y="202"/>
                    <a:pt x="224" y="202"/>
                  </a:cubicBezTo>
                  <a:cubicBezTo>
                    <a:pt x="218" y="202"/>
                    <a:pt x="213" y="198"/>
                    <a:pt x="213" y="192"/>
                  </a:cubicBezTo>
                  <a:cubicBezTo>
                    <a:pt x="213" y="186"/>
                    <a:pt x="218" y="181"/>
                    <a:pt x="224" y="181"/>
                  </a:cubicBezTo>
                  <a:cubicBezTo>
                    <a:pt x="230" y="181"/>
                    <a:pt x="235" y="186"/>
                    <a:pt x="235" y="192"/>
                  </a:cubicBezTo>
                  <a:close/>
                  <a:moveTo>
                    <a:pt x="149" y="234"/>
                  </a:moveTo>
                  <a:cubicBezTo>
                    <a:pt x="149" y="240"/>
                    <a:pt x="145" y="245"/>
                    <a:pt x="139" y="245"/>
                  </a:cubicBezTo>
                  <a:cubicBezTo>
                    <a:pt x="133" y="245"/>
                    <a:pt x="128" y="240"/>
                    <a:pt x="128" y="234"/>
                  </a:cubicBezTo>
                  <a:cubicBezTo>
                    <a:pt x="128" y="228"/>
                    <a:pt x="133" y="224"/>
                    <a:pt x="139" y="224"/>
                  </a:cubicBezTo>
                  <a:cubicBezTo>
                    <a:pt x="145" y="224"/>
                    <a:pt x="149" y="228"/>
                    <a:pt x="149" y="234"/>
                  </a:cubicBezTo>
                  <a:close/>
                  <a:moveTo>
                    <a:pt x="192" y="234"/>
                  </a:moveTo>
                  <a:cubicBezTo>
                    <a:pt x="192" y="240"/>
                    <a:pt x="187" y="245"/>
                    <a:pt x="181" y="245"/>
                  </a:cubicBezTo>
                  <a:cubicBezTo>
                    <a:pt x="175" y="245"/>
                    <a:pt x="171" y="240"/>
                    <a:pt x="171" y="234"/>
                  </a:cubicBezTo>
                  <a:cubicBezTo>
                    <a:pt x="171" y="228"/>
                    <a:pt x="175" y="224"/>
                    <a:pt x="181" y="224"/>
                  </a:cubicBezTo>
                  <a:cubicBezTo>
                    <a:pt x="187" y="224"/>
                    <a:pt x="192" y="228"/>
                    <a:pt x="192" y="234"/>
                  </a:cubicBezTo>
                  <a:close/>
                  <a:moveTo>
                    <a:pt x="107" y="234"/>
                  </a:moveTo>
                  <a:cubicBezTo>
                    <a:pt x="107" y="240"/>
                    <a:pt x="102" y="245"/>
                    <a:pt x="96" y="245"/>
                  </a:cubicBezTo>
                  <a:cubicBezTo>
                    <a:pt x="90" y="245"/>
                    <a:pt x="85" y="240"/>
                    <a:pt x="85" y="234"/>
                  </a:cubicBezTo>
                  <a:cubicBezTo>
                    <a:pt x="85" y="228"/>
                    <a:pt x="90" y="224"/>
                    <a:pt x="96" y="224"/>
                  </a:cubicBezTo>
                  <a:cubicBezTo>
                    <a:pt x="102" y="224"/>
                    <a:pt x="107" y="228"/>
                    <a:pt x="107" y="234"/>
                  </a:cubicBezTo>
                  <a:close/>
                  <a:moveTo>
                    <a:pt x="64" y="234"/>
                  </a:moveTo>
                  <a:cubicBezTo>
                    <a:pt x="64" y="240"/>
                    <a:pt x="59" y="245"/>
                    <a:pt x="53" y="245"/>
                  </a:cubicBezTo>
                  <a:cubicBezTo>
                    <a:pt x="47" y="245"/>
                    <a:pt x="43" y="240"/>
                    <a:pt x="43" y="234"/>
                  </a:cubicBezTo>
                  <a:cubicBezTo>
                    <a:pt x="43" y="228"/>
                    <a:pt x="47" y="224"/>
                    <a:pt x="53" y="224"/>
                  </a:cubicBezTo>
                  <a:cubicBezTo>
                    <a:pt x="59" y="224"/>
                    <a:pt x="64" y="228"/>
                    <a:pt x="64" y="234"/>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a:solidFill>
                  <a:prstClr val="black"/>
                </a:solidFill>
                <a:latin typeface="Aptos" panose="020B0004020202020204" pitchFamily="34" charset="0"/>
              </a:endParaRPr>
            </a:p>
          </p:txBody>
        </p:sp>
        <p:sp>
          <p:nvSpPr>
            <p:cNvPr id="24" name="Rectangle 23">
              <a:extLst>
                <a:ext uri="{FF2B5EF4-FFF2-40B4-BE49-F238E27FC236}">
                  <a16:creationId xmlns:a16="http://schemas.microsoft.com/office/drawing/2014/main" id="{E9D969F7-3760-4277-B789-804F3F0DBC43}"/>
                </a:ext>
              </a:extLst>
            </p:cNvPr>
            <p:cNvSpPr/>
            <p:nvPr/>
          </p:nvSpPr>
          <p:spPr>
            <a:xfrm>
              <a:off x="7109218" y="3445780"/>
              <a:ext cx="620433" cy="327661"/>
            </a:xfrm>
            <a:prstGeom prst="rect">
              <a:avLst/>
            </a:prstGeom>
          </p:spPr>
          <p:txBody>
            <a:bodyPr wrap="none">
              <a:spAutoFit/>
            </a:bodyPr>
            <a:lstStyle/>
            <a:p>
              <a:pPr defTabSz="742969">
                <a:defRPr/>
              </a:pPr>
              <a:r>
                <a:rPr lang="en-US" sz="1200" dirty="0">
                  <a:solidFill>
                    <a:srgbClr val="0D8390"/>
                  </a:solidFill>
                  <a:latin typeface="Aptos" panose="020B0004020202020204" pitchFamily="34" charset="0"/>
                </a:rPr>
                <a:t>XXXX</a:t>
              </a:r>
            </a:p>
          </p:txBody>
        </p:sp>
        <p:sp>
          <p:nvSpPr>
            <p:cNvPr id="25" name="Hexagon 58">
              <a:extLst>
                <a:ext uri="{FF2B5EF4-FFF2-40B4-BE49-F238E27FC236}">
                  <a16:creationId xmlns:a16="http://schemas.microsoft.com/office/drawing/2014/main" id="{4756334F-4805-44ED-AAC1-318B70ABA3FE}"/>
                </a:ext>
              </a:extLst>
            </p:cNvPr>
            <p:cNvSpPr/>
            <p:nvPr/>
          </p:nvSpPr>
          <p:spPr bwMode="gray">
            <a:xfrm rot="16200000">
              <a:off x="999230" y="3435770"/>
              <a:ext cx="362509" cy="1450034"/>
            </a:xfrm>
            <a:custGeom>
              <a:avLst/>
              <a:gdLst>
                <a:gd name="connsiteX0" fmla="*/ 0 w 1682040"/>
                <a:gd name="connsiteY0" fmla="*/ 725017 h 1450034"/>
                <a:gd name="connsiteX1" fmla="*/ 362509 w 1682040"/>
                <a:gd name="connsiteY1" fmla="*/ 0 h 1450034"/>
                <a:gd name="connsiteX2" fmla="*/ 1319532 w 1682040"/>
                <a:gd name="connsiteY2" fmla="*/ 0 h 1450034"/>
                <a:gd name="connsiteX3" fmla="*/ 1682040 w 1682040"/>
                <a:gd name="connsiteY3" fmla="*/ 725017 h 1450034"/>
                <a:gd name="connsiteX4" fmla="*/ 1319532 w 1682040"/>
                <a:gd name="connsiteY4" fmla="*/ 1450034 h 1450034"/>
                <a:gd name="connsiteX5" fmla="*/ 362509 w 1682040"/>
                <a:gd name="connsiteY5" fmla="*/ 1450034 h 1450034"/>
                <a:gd name="connsiteX6" fmla="*/ 0 w 1682040"/>
                <a:gd name="connsiteY6" fmla="*/ 725017 h 1450034"/>
                <a:gd name="connsiteX0" fmla="*/ 1319532 w 1682040"/>
                <a:gd name="connsiteY0" fmla="*/ 0 h 1450034"/>
                <a:gd name="connsiteX1" fmla="*/ 1682040 w 1682040"/>
                <a:gd name="connsiteY1" fmla="*/ 725017 h 1450034"/>
                <a:gd name="connsiteX2" fmla="*/ 1319532 w 1682040"/>
                <a:gd name="connsiteY2" fmla="*/ 1450034 h 1450034"/>
                <a:gd name="connsiteX3" fmla="*/ 362509 w 1682040"/>
                <a:gd name="connsiteY3" fmla="*/ 1450034 h 1450034"/>
                <a:gd name="connsiteX4" fmla="*/ 0 w 1682040"/>
                <a:gd name="connsiteY4" fmla="*/ 725017 h 1450034"/>
                <a:gd name="connsiteX5" fmla="*/ 362509 w 1682040"/>
                <a:gd name="connsiteY5" fmla="*/ 0 h 1450034"/>
                <a:gd name="connsiteX6" fmla="*/ 1410972 w 1682040"/>
                <a:gd name="connsiteY6" fmla="*/ 91440 h 1450034"/>
                <a:gd name="connsiteX0" fmla="*/ 1319532 w 1682040"/>
                <a:gd name="connsiteY0" fmla="*/ 0 h 1450034"/>
                <a:gd name="connsiteX1" fmla="*/ 1682040 w 1682040"/>
                <a:gd name="connsiteY1" fmla="*/ 725017 h 1450034"/>
                <a:gd name="connsiteX2" fmla="*/ 1319532 w 1682040"/>
                <a:gd name="connsiteY2" fmla="*/ 1450034 h 1450034"/>
                <a:gd name="connsiteX3" fmla="*/ 362509 w 1682040"/>
                <a:gd name="connsiteY3" fmla="*/ 1450034 h 1450034"/>
                <a:gd name="connsiteX4" fmla="*/ 0 w 1682040"/>
                <a:gd name="connsiteY4" fmla="*/ 725017 h 1450034"/>
                <a:gd name="connsiteX5" fmla="*/ 362509 w 1682040"/>
                <a:gd name="connsiteY5" fmla="*/ 0 h 1450034"/>
                <a:gd name="connsiteX0" fmla="*/ 1319532 w 1319532"/>
                <a:gd name="connsiteY0" fmla="*/ 0 h 1450034"/>
                <a:gd name="connsiteX1" fmla="*/ 1319532 w 1319532"/>
                <a:gd name="connsiteY1" fmla="*/ 1450034 h 1450034"/>
                <a:gd name="connsiteX2" fmla="*/ 362509 w 1319532"/>
                <a:gd name="connsiteY2" fmla="*/ 1450034 h 1450034"/>
                <a:gd name="connsiteX3" fmla="*/ 0 w 1319532"/>
                <a:gd name="connsiteY3" fmla="*/ 725017 h 1450034"/>
                <a:gd name="connsiteX4" fmla="*/ 362509 w 1319532"/>
                <a:gd name="connsiteY4" fmla="*/ 0 h 1450034"/>
                <a:gd name="connsiteX0" fmla="*/ 1319532 w 1319532"/>
                <a:gd name="connsiteY0" fmla="*/ 0 h 1450034"/>
                <a:gd name="connsiteX1" fmla="*/ 362509 w 1319532"/>
                <a:gd name="connsiteY1" fmla="*/ 1450034 h 1450034"/>
                <a:gd name="connsiteX2" fmla="*/ 0 w 1319532"/>
                <a:gd name="connsiteY2" fmla="*/ 725017 h 1450034"/>
                <a:gd name="connsiteX3" fmla="*/ 362509 w 1319532"/>
                <a:gd name="connsiteY3" fmla="*/ 0 h 1450034"/>
                <a:gd name="connsiteX0" fmla="*/ 362509 w 362509"/>
                <a:gd name="connsiteY0" fmla="*/ 1450034 h 1450034"/>
                <a:gd name="connsiteX1" fmla="*/ 0 w 362509"/>
                <a:gd name="connsiteY1" fmla="*/ 725017 h 1450034"/>
                <a:gd name="connsiteX2" fmla="*/ 362509 w 362509"/>
                <a:gd name="connsiteY2" fmla="*/ 0 h 1450034"/>
              </a:gdLst>
              <a:ahLst/>
              <a:cxnLst>
                <a:cxn ang="0">
                  <a:pos x="connsiteX0" y="connsiteY0"/>
                </a:cxn>
                <a:cxn ang="0">
                  <a:pos x="connsiteX1" y="connsiteY1"/>
                </a:cxn>
                <a:cxn ang="0">
                  <a:pos x="connsiteX2" y="connsiteY2"/>
                </a:cxn>
              </a:cxnLst>
              <a:rect l="l" t="t" r="r" b="b"/>
              <a:pathLst>
                <a:path w="362509" h="1450034">
                  <a:moveTo>
                    <a:pt x="362509" y="1450034"/>
                  </a:moveTo>
                  <a:lnTo>
                    <a:pt x="0" y="725017"/>
                  </a:lnTo>
                  <a:lnTo>
                    <a:pt x="362509" y="0"/>
                  </a:lnTo>
                </a:path>
              </a:pathLst>
            </a:custGeom>
            <a:noFill/>
            <a:ln w="19050" algn="ctr">
              <a:solidFill>
                <a:srgbClr val="A7A8AA"/>
              </a:solidFill>
              <a:prstDash val="sysDot"/>
              <a:miter lim="800000"/>
              <a:headEnd/>
              <a:tailEnd/>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sp>
          <p:nvSpPr>
            <p:cNvPr id="26" name="Hexagon 58">
              <a:extLst>
                <a:ext uri="{FF2B5EF4-FFF2-40B4-BE49-F238E27FC236}">
                  <a16:creationId xmlns:a16="http://schemas.microsoft.com/office/drawing/2014/main" id="{B98B866F-1A2F-4DC8-81FB-CAFAA2A20A39}"/>
                </a:ext>
              </a:extLst>
            </p:cNvPr>
            <p:cNvSpPr/>
            <p:nvPr/>
          </p:nvSpPr>
          <p:spPr bwMode="gray">
            <a:xfrm rot="16200000">
              <a:off x="4128183" y="3430090"/>
              <a:ext cx="362509" cy="1450034"/>
            </a:xfrm>
            <a:custGeom>
              <a:avLst/>
              <a:gdLst>
                <a:gd name="connsiteX0" fmla="*/ 0 w 1682040"/>
                <a:gd name="connsiteY0" fmla="*/ 725017 h 1450034"/>
                <a:gd name="connsiteX1" fmla="*/ 362509 w 1682040"/>
                <a:gd name="connsiteY1" fmla="*/ 0 h 1450034"/>
                <a:gd name="connsiteX2" fmla="*/ 1319532 w 1682040"/>
                <a:gd name="connsiteY2" fmla="*/ 0 h 1450034"/>
                <a:gd name="connsiteX3" fmla="*/ 1682040 w 1682040"/>
                <a:gd name="connsiteY3" fmla="*/ 725017 h 1450034"/>
                <a:gd name="connsiteX4" fmla="*/ 1319532 w 1682040"/>
                <a:gd name="connsiteY4" fmla="*/ 1450034 h 1450034"/>
                <a:gd name="connsiteX5" fmla="*/ 362509 w 1682040"/>
                <a:gd name="connsiteY5" fmla="*/ 1450034 h 1450034"/>
                <a:gd name="connsiteX6" fmla="*/ 0 w 1682040"/>
                <a:gd name="connsiteY6" fmla="*/ 725017 h 1450034"/>
                <a:gd name="connsiteX0" fmla="*/ 1319532 w 1682040"/>
                <a:gd name="connsiteY0" fmla="*/ 0 h 1450034"/>
                <a:gd name="connsiteX1" fmla="*/ 1682040 w 1682040"/>
                <a:gd name="connsiteY1" fmla="*/ 725017 h 1450034"/>
                <a:gd name="connsiteX2" fmla="*/ 1319532 w 1682040"/>
                <a:gd name="connsiteY2" fmla="*/ 1450034 h 1450034"/>
                <a:gd name="connsiteX3" fmla="*/ 362509 w 1682040"/>
                <a:gd name="connsiteY3" fmla="*/ 1450034 h 1450034"/>
                <a:gd name="connsiteX4" fmla="*/ 0 w 1682040"/>
                <a:gd name="connsiteY4" fmla="*/ 725017 h 1450034"/>
                <a:gd name="connsiteX5" fmla="*/ 362509 w 1682040"/>
                <a:gd name="connsiteY5" fmla="*/ 0 h 1450034"/>
                <a:gd name="connsiteX6" fmla="*/ 1410972 w 1682040"/>
                <a:gd name="connsiteY6" fmla="*/ 91440 h 1450034"/>
                <a:gd name="connsiteX0" fmla="*/ 1319532 w 1682040"/>
                <a:gd name="connsiteY0" fmla="*/ 0 h 1450034"/>
                <a:gd name="connsiteX1" fmla="*/ 1682040 w 1682040"/>
                <a:gd name="connsiteY1" fmla="*/ 725017 h 1450034"/>
                <a:gd name="connsiteX2" fmla="*/ 1319532 w 1682040"/>
                <a:gd name="connsiteY2" fmla="*/ 1450034 h 1450034"/>
                <a:gd name="connsiteX3" fmla="*/ 362509 w 1682040"/>
                <a:gd name="connsiteY3" fmla="*/ 1450034 h 1450034"/>
                <a:gd name="connsiteX4" fmla="*/ 0 w 1682040"/>
                <a:gd name="connsiteY4" fmla="*/ 725017 h 1450034"/>
                <a:gd name="connsiteX5" fmla="*/ 362509 w 1682040"/>
                <a:gd name="connsiteY5" fmla="*/ 0 h 1450034"/>
                <a:gd name="connsiteX0" fmla="*/ 1319532 w 1319532"/>
                <a:gd name="connsiteY0" fmla="*/ 0 h 1450034"/>
                <a:gd name="connsiteX1" fmla="*/ 1319532 w 1319532"/>
                <a:gd name="connsiteY1" fmla="*/ 1450034 h 1450034"/>
                <a:gd name="connsiteX2" fmla="*/ 362509 w 1319532"/>
                <a:gd name="connsiteY2" fmla="*/ 1450034 h 1450034"/>
                <a:gd name="connsiteX3" fmla="*/ 0 w 1319532"/>
                <a:gd name="connsiteY3" fmla="*/ 725017 h 1450034"/>
                <a:gd name="connsiteX4" fmla="*/ 362509 w 1319532"/>
                <a:gd name="connsiteY4" fmla="*/ 0 h 1450034"/>
                <a:gd name="connsiteX0" fmla="*/ 1319532 w 1319532"/>
                <a:gd name="connsiteY0" fmla="*/ 0 h 1450034"/>
                <a:gd name="connsiteX1" fmla="*/ 362509 w 1319532"/>
                <a:gd name="connsiteY1" fmla="*/ 1450034 h 1450034"/>
                <a:gd name="connsiteX2" fmla="*/ 0 w 1319532"/>
                <a:gd name="connsiteY2" fmla="*/ 725017 h 1450034"/>
                <a:gd name="connsiteX3" fmla="*/ 362509 w 1319532"/>
                <a:gd name="connsiteY3" fmla="*/ 0 h 1450034"/>
                <a:gd name="connsiteX0" fmla="*/ 362509 w 362509"/>
                <a:gd name="connsiteY0" fmla="*/ 1450034 h 1450034"/>
                <a:gd name="connsiteX1" fmla="*/ 0 w 362509"/>
                <a:gd name="connsiteY1" fmla="*/ 725017 h 1450034"/>
                <a:gd name="connsiteX2" fmla="*/ 362509 w 362509"/>
                <a:gd name="connsiteY2" fmla="*/ 0 h 1450034"/>
              </a:gdLst>
              <a:ahLst/>
              <a:cxnLst>
                <a:cxn ang="0">
                  <a:pos x="connsiteX0" y="connsiteY0"/>
                </a:cxn>
                <a:cxn ang="0">
                  <a:pos x="connsiteX1" y="connsiteY1"/>
                </a:cxn>
                <a:cxn ang="0">
                  <a:pos x="connsiteX2" y="connsiteY2"/>
                </a:cxn>
              </a:cxnLst>
              <a:rect l="l" t="t" r="r" b="b"/>
              <a:pathLst>
                <a:path w="362509" h="1450034">
                  <a:moveTo>
                    <a:pt x="362509" y="1450034"/>
                  </a:moveTo>
                  <a:lnTo>
                    <a:pt x="0" y="725017"/>
                  </a:lnTo>
                  <a:lnTo>
                    <a:pt x="362509" y="0"/>
                  </a:lnTo>
                </a:path>
              </a:pathLst>
            </a:custGeom>
            <a:noFill/>
            <a:ln w="19050" algn="ctr">
              <a:solidFill>
                <a:srgbClr val="A7A8AA"/>
              </a:solidFill>
              <a:prstDash val="sysDot"/>
              <a:miter lim="800000"/>
              <a:headEnd/>
              <a:tailEnd/>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sp>
          <p:nvSpPr>
            <p:cNvPr id="27" name="Hexagon 58">
              <a:extLst>
                <a:ext uri="{FF2B5EF4-FFF2-40B4-BE49-F238E27FC236}">
                  <a16:creationId xmlns:a16="http://schemas.microsoft.com/office/drawing/2014/main" id="{F7BB3D0F-EF3F-44E4-84DD-6C6BC9FDFC52}"/>
                </a:ext>
              </a:extLst>
            </p:cNvPr>
            <p:cNvSpPr/>
            <p:nvPr/>
          </p:nvSpPr>
          <p:spPr bwMode="gray">
            <a:xfrm rot="16200000">
              <a:off x="7257136" y="3424410"/>
              <a:ext cx="362509" cy="1450034"/>
            </a:xfrm>
            <a:custGeom>
              <a:avLst/>
              <a:gdLst>
                <a:gd name="connsiteX0" fmla="*/ 0 w 1682040"/>
                <a:gd name="connsiteY0" fmla="*/ 725017 h 1450034"/>
                <a:gd name="connsiteX1" fmla="*/ 362509 w 1682040"/>
                <a:gd name="connsiteY1" fmla="*/ 0 h 1450034"/>
                <a:gd name="connsiteX2" fmla="*/ 1319532 w 1682040"/>
                <a:gd name="connsiteY2" fmla="*/ 0 h 1450034"/>
                <a:gd name="connsiteX3" fmla="*/ 1682040 w 1682040"/>
                <a:gd name="connsiteY3" fmla="*/ 725017 h 1450034"/>
                <a:gd name="connsiteX4" fmla="*/ 1319532 w 1682040"/>
                <a:gd name="connsiteY4" fmla="*/ 1450034 h 1450034"/>
                <a:gd name="connsiteX5" fmla="*/ 362509 w 1682040"/>
                <a:gd name="connsiteY5" fmla="*/ 1450034 h 1450034"/>
                <a:gd name="connsiteX6" fmla="*/ 0 w 1682040"/>
                <a:gd name="connsiteY6" fmla="*/ 725017 h 1450034"/>
                <a:gd name="connsiteX0" fmla="*/ 1319532 w 1682040"/>
                <a:gd name="connsiteY0" fmla="*/ 0 h 1450034"/>
                <a:gd name="connsiteX1" fmla="*/ 1682040 w 1682040"/>
                <a:gd name="connsiteY1" fmla="*/ 725017 h 1450034"/>
                <a:gd name="connsiteX2" fmla="*/ 1319532 w 1682040"/>
                <a:gd name="connsiteY2" fmla="*/ 1450034 h 1450034"/>
                <a:gd name="connsiteX3" fmla="*/ 362509 w 1682040"/>
                <a:gd name="connsiteY3" fmla="*/ 1450034 h 1450034"/>
                <a:gd name="connsiteX4" fmla="*/ 0 w 1682040"/>
                <a:gd name="connsiteY4" fmla="*/ 725017 h 1450034"/>
                <a:gd name="connsiteX5" fmla="*/ 362509 w 1682040"/>
                <a:gd name="connsiteY5" fmla="*/ 0 h 1450034"/>
                <a:gd name="connsiteX6" fmla="*/ 1410972 w 1682040"/>
                <a:gd name="connsiteY6" fmla="*/ 91440 h 1450034"/>
                <a:gd name="connsiteX0" fmla="*/ 1319532 w 1682040"/>
                <a:gd name="connsiteY0" fmla="*/ 0 h 1450034"/>
                <a:gd name="connsiteX1" fmla="*/ 1682040 w 1682040"/>
                <a:gd name="connsiteY1" fmla="*/ 725017 h 1450034"/>
                <a:gd name="connsiteX2" fmla="*/ 1319532 w 1682040"/>
                <a:gd name="connsiteY2" fmla="*/ 1450034 h 1450034"/>
                <a:gd name="connsiteX3" fmla="*/ 362509 w 1682040"/>
                <a:gd name="connsiteY3" fmla="*/ 1450034 h 1450034"/>
                <a:gd name="connsiteX4" fmla="*/ 0 w 1682040"/>
                <a:gd name="connsiteY4" fmla="*/ 725017 h 1450034"/>
                <a:gd name="connsiteX5" fmla="*/ 362509 w 1682040"/>
                <a:gd name="connsiteY5" fmla="*/ 0 h 1450034"/>
                <a:gd name="connsiteX0" fmla="*/ 1319532 w 1319532"/>
                <a:gd name="connsiteY0" fmla="*/ 0 h 1450034"/>
                <a:gd name="connsiteX1" fmla="*/ 1319532 w 1319532"/>
                <a:gd name="connsiteY1" fmla="*/ 1450034 h 1450034"/>
                <a:gd name="connsiteX2" fmla="*/ 362509 w 1319532"/>
                <a:gd name="connsiteY2" fmla="*/ 1450034 h 1450034"/>
                <a:gd name="connsiteX3" fmla="*/ 0 w 1319532"/>
                <a:gd name="connsiteY3" fmla="*/ 725017 h 1450034"/>
                <a:gd name="connsiteX4" fmla="*/ 362509 w 1319532"/>
                <a:gd name="connsiteY4" fmla="*/ 0 h 1450034"/>
                <a:gd name="connsiteX0" fmla="*/ 1319532 w 1319532"/>
                <a:gd name="connsiteY0" fmla="*/ 0 h 1450034"/>
                <a:gd name="connsiteX1" fmla="*/ 362509 w 1319532"/>
                <a:gd name="connsiteY1" fmla="*/ 1450034 h 1450034"/>
                <a:gd name="connsiteX2" fmla="*/ 0 w 1319532"/>
                <a:gd name="connsiteY2" fmla="*/ 725017 h 1450034"/>
                <a:gd name="connsiteX3" fmla="*/ 362509 w 1319532"/>
                <a:gd name="connsiteY3" fmla="*/ 0 h 1450034"/>
                <a:gd name="connsiteX0" fmla="*/ 362509 w 362509"/>
                <a:gd name="connsiteY0" fmla="*/ 1450034 h 1450034"/>
                <a:gd name="connsiteX1" fmla="*/ 0 w 362509"/>
                <a:gd name="connsiteY1" fmla="*/ 725017 h 1450034"/>
                <a:gd name="connsiteX2" fmla="*/ 362509 w 362509"/>
                <a:gd name="connsiteY2" fmla="*/ 0 h 1450034"/>
              </a:gdLst>
              <a:ahLst/>
              <a:cxnLst>
                <a:cxn ang="0">
                  <a:pos x="connsiteX0" y="connsiteY0"/>
                </a:cxn>
                <a:cxn ang="0">
                  <a:pos x="connsiteX1" y="connsiteY1"/>
                </a:cxn>
                <a:cxn ang="0">
                  <a:pos x="connsiteX2" y="connsiteY2"/>
                </a:cxn>
              </a:cxnLst>
              <a:rect l="l" t="t" r="r" b="b"/>
              <a:pathLst>
                <a:path w="362509" h="1450034">
                  <a:moveTo>
                    <a:pt x="362509" y="1450034"/>
                  </a:moveTo>
                  <a:lnTo>
                    <a:pt x="0" y="725017"/>
                  </a:lnTo>
                  <a:lnTo>
                    <a:pt x="362509" y="0"/>
                  </a:lnTo>
                </a:path>
              </a:pathLst>
            </a:custGeom>
            <a:noFill/>
            <a:ln w="19050" algn="ctr">
              <a:solidFill>
                <a:srgbClr val="A7A8AA"/>
              </a:solidFill>
              <a:prstDash val="sysDot"/>
              <a:miter lim="800000"/>
              <a:headEnd/>
              <a:tailEnd/>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sp>
          <p:nvSpPr>
            <p:cNvPr id="28" name="Hexagon 58">
              <a:extLst>
                <a:ext uri="{FF2B5EF4-FFF2-40B4-BE49-F238E27FC236}">
                  <a16:creationId xmlns:a16="http://schemas.microsoft.com/office/drawing/2014/main" id="{26882EF8-F3B4-4994-8E70-C264A35792B3}"/>
                </a:ext>
              </a:extLst>
            </p:cNvPr>
            <p:cNvSpPr/>
            <p:nvPr/>
          </p:nvSpPr>
          <p:spPr bwMode="gray">
            <a:xfrm rot="5400000" flipV="1">
              <a:off x="5690081" y="2597353"/>
              <a:ext cx="362509" cy="1450034"/>
            </a:xfrm>
            <a:custGeom>
              <a:avLst/>
              <a:gdLst>
                <a:gd name="connsiteX0" fmla="*/ 0 w 1682040"/>
                <a:gd name="connsiteY0" fmla="*/ 725017 h 1450034"/>
                <a:gd name="connsiteX1" fmla="*/ 362509 w 1682040"/>
                <a:gd name="connsiteY1" fmla="*/ 0 h 1450034"/>
                <a:gd name="connsiteX2" fmla="*/ 1319532 w 1682040"/>
                <a:gd name="connsiteY2" fmla="*/ 0 h 1450034"/>
                <a:gd name="connsiteX3" fmla="*/ 1682040 w 1682040"/>
                <a:gd name="connsiteY3" fmla="*/ 725017 h 1450034"/>
                <a:gd name="connsiteX4" fmla="*/ 1319532 w 1682040"/>
                <a:gd name="connsiteY4" fmla="*/ 1450034 h 1450034"/>
                <a:gd name="connsiteX5" fmla="*/ 362509 w 1682040"/>
                <a:gd name="connsiteY5" fmla="*/ 1450034 h 1450034"/>
                <a:gd name="connsiteX6" fmla="*/ 0 w 1682040"/>
                <a:gd name="connsiteY6" fmla="*/ 725017 h 1450034"/>
                <a:gd name="connsiteX0" fmla="*/ 1319532 w 1682040"/>
                <a:gd name="connsiteY0" fmla="*/ 0 h 1450034"/>
                <a:gd name="connsiteX1" fmla="*/ 1682040 w 1682040"/>
                <a:gd name="connsiteY1" fmla="*/ 725017 h 1450034"/>
                <a:gd name="connsiteX2" fmla="*/ 1319532 w 1682040"/>
                <a:gd name="connsiteY2" fmla="*/ 1450034 h 1450034"/>
                <a:gd name="connsiteX3" fmla="*/ 362509 w 1682040"/>
                <a:gd name="connsiteY3" fmla="*/ 1450034 h 1450034"/>
                <a:gd name="connsiteX4" fmla="*/ 0 w 1682040"/>
                <a:gd name="connsiteY4" fmla="*/ 725017 h 1450034"/>
                <a:gd name="connsiteX5" fmla="*/ 362509 w 1682040"/>
                <a:gd name="connsiteY5" fmla="*/ 0 h 1450034"/>
                <a:gd name="connsiteX6" fmla="*/ 1410972 w 1682040"/>
                <a:gd name="connsiteY6" fmla="*/ 91440 h 1450034"/>
                <a:gd name="connsiteX0" fmla="*/ 1319532 w 1682040"/>
                <a:gd name="connsiteY0" fmla="*/ 0 h 1450034"/>
                <a:gd name="connsiteX1" fmla="*/ 1682040 w 1682040"/>
                <a:gd name="connsiteY1" fmla="*/ 725017 h 1450034"/>
                <a:gd name="connsiteX2" fmla="*/ 1319532 w 1682040"/>
                <a:gd name="connsiteY2" fmla="*/ 1450034 h 1450034"/>
                <a:gd name="connsiteX3" fmla="*/ 362509 w 1682040"/>
                <a:gd name="connsiteY3" fmla="*/ 1450034 h 1450034"/>
                <a:gd name="connsiteX4" fmla="*/ 0 w 1682040"/>
                <a:gd name="connsiteY4" fmla="*/ 725017 h 1450034"/>
                <a:gd name="connsiteX5" fmla="*/ 362509 w 1682040"/>
                <a:gd name="connsiteY5" fmla="*/ 0 h 1450034"/>
                <a:gd name="connsiteX0" fmla="*/ 1319532 w 1319532"/>
                <a:gd name="connsiteY0" fmla="*/ 0 h 1450034"/>
                <a:gd name="connsiteX1" fmla="*/ 1319532 w 1319532"/>
                <a:gd name="connsiteY1" fmla="*/ 1450034 h 1450034"/>
                <a:gd name="connsiteX2" fmla="*/ 362509 w 1319532"/>
                <a:gd name="connsiteY2" fmla="*/ 1450034 h 1450034"/>
                <a:gd name="connsiteX3" fmla="*/ 0 w 1319532"/>
                <a:gd name="connsiteY3" fmla="*/ 725017 h 1450034"/>
                <a:gd name="connsiteX4" fmla="*/ 362509 w 1319532"/>
                <a:gd name="connsiteY4" fmla="*/ 0 h 1450034"/>
                <a:gd name="connsiteX0" fmla="*/ 1319532 w 1319532"/>
                <a:gd name="connsiteY0" fmla="*/ 0 h 1450034"/>
                <a:gd name="connsiteX1" fmla="*/ 362509 w 1319532"/>
                <a:gd name="connsiteY1" fmla="*/ 1450034 h 1450034"/>
                <a:gd name="connsiteX2" fmla="*/ 0 w 1319532"/>
                <a:gd name="connsiteY2" fmla="*/ 725017 h 1450034"/>
                <a:gd name="connsiteX3" fmla="*/ 362509 w 1319532"/>
                <a:gd name="connsiteY3" fmla="*/ 0 h 1450034"/>
                <a:gd name="connsiteX0" fmla="*/ 362509 w 362509"/>
                <a:gd name="connsiteY0" fmla="*/ 1450034 h 1450034"/>
                <a:gd name="connsiteX1" fmla="*/ 0 w 362509"/>
                <a:gd name="connsiteY1" fmla="*/ 725017 h 1450034"/>
                <a:gd name="connsiteX2" fmla="*/ 362509 w 362509"/>
                <a:gd name="connsiteY2" fmla="*/ 0 h 1450034"/>
              </a:gdLst>
              <a:ahLst/>
              <a:cxnLst>
                <a:cxn ang="0">
                  <a:pos x="connsiteX0" y="connsiteY0"/>
                </a:cxn>
                <a:cxn ang="0">
                  <a:pos x="connsiteX1" y="connsiteY1"/>
                </a:cxn>
                <a:cxn ang="0">
                  <a:pos x="connsiteX2" y="connsiteY2"/>
                </a:cxn>
              </a:cxnLst>
              <a:rect l="l" t="t" r="r" b="b"/>
              <a:pathLst>
                <a:path w="362509" h="1450034">
                  <a:moveTo>
                    <a:pt x="362509" y="1450034"/>
                  </a:moveTo>
                  <a:lnTo>
                    <a:pt x="0" y="725017"/>
                  </a:lnTo>
                  <a:lnTo>
                    <a:pt x="362509" y="0"/>
                  </a:lnTo>
                </a:path>
              </a:pathLst>
            </a:custGeom>
            <a:noFill/>
            <a:ln w="19050" algn="ctr">
              <a:solidFill>
                <a:srgbClr val="A7A8AA"/>
              </a:solidFill>
              <a:prstDash val="sysDot"/>
              <a:miter lim="800000"/>
              <a:headEnd/>
              <a:tailEnd/>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sp>
          <p:nvSpPr>
            <p:cNvPr id="29" name="Hexagon 58">
              <a:extLst>
                <a:ext uri="{FF2B5EF4-FFF2-40B4-BE49-F238E27FC236}">
                  <a16:creationId xmlns:a16="http://schemas.microsoft.com/office/drawing/2014/main" id="{E0DEA7E1-4E4D-421C-BF7B-732260EA2527}"/>
                </a:ext>
              </a:extLst>
            </p:cNvPr>
            <p:cNvSpPr/>
            <p:nvPr/>
          </p:nvSpPr>
          <p:spPr bwMode="gray">
            <a:xfrm rot="5400000" flipV="1">
              <a:off x="2577792" y="2614003"/>
              <a:ext cx="362509" cy="1450034"/>
            </a:xfrm>
            <a:custGeom>
              <a:avLst/>
              <a:gdLst>
                <a:gd name="connsiteX0" fmla="*/ 0 w 1682040"/>
                <a:gd name="connsiteY0" fmla="*/ 725017 h 1450034"/>
                <a:gd name="connsiteX1" fmla="*/ 362509 w 1682040"/>
                <a:gd name="connsiteY1" fmla="*/ 0 h 1450034"/>
                <a:gd name="connsiteX2" fmla="*/ 1319532 w 1682040"/>
                <a:gd name="connsiteY2" fmla="*/ 0 h 1450034"/>
                <a:gd name="connsiteX3" fmla="*/ 1682040 w 1682040"/>
                <a:gd name="connsiteY3" fmla="*/ 725017 h 1450034"/>
                <a:gd name="connsiteX4" fmla="*/ 1319532 w 1682040"/>
                <a:gd name="connsiteY4" fmla="*/ 1450034 h 1450034"/>
                <a:gd name="connsiteX5" fmla="*/ 362509 w 1682040"/>
                <a:gd name="connsiteY5" fmla="*/ 1450034 h 1450034"/>
                <a:gd name="connsiteX6" fmla="*/ 0 w 1682040"/>
                <a:gd name="connsiteY6" fmla="*/ 725017 h 1450034"/>
                <a:gd name="connsiteX0" fmla="*/ 1319532 w 1682040"/>
                <a:gd name="connsiteY0" fmla="*/ 0 h 1450034"/>
                <a:gd name="connsiteX1" fmla="*/ 1682040 w 1682040"/>
                <a:gd name="connsiteY1" fmla="*/ 725017 h 1450034"/>
                <a:gd name="connsiteX2" fmla="*/ 1319532 w 1682040"/>
                <a:gd name="connsiteY2" fmla="*/ 1450034 h 1450034"/>
                <a:gd name="connsiteX3" fmla="*/ 362509 w 1682040"/>
                <a:gd name="connsiteY3" fmla="*/ 1450034 h 1450034"/>
                <a:gd name="connsiteX4" fmla="*/ 0 w 1682040"/>
                <a:gd name="connsiteY4" fmla="*/ 725017 h 1450034"/>
                <a:gd name="connsiteX5" fmla="*/ 362509 w 1682040"/>
                <a:gd name="connsiteY5" fmla="*/ 0 h 1450034"/>
                <a:gd name="connsiteX6" fmla="*/ 1410972 w 1682040"/>
                <a:gd name="connsiteY6" fmla="*/ 91440 h 1450034"/>
                <a:gd name="connsiteX0" fmla="*/ 1319532 w 1682040"/>
                <a:gd name="connsiteY0" fmla="*/ 0 h 1450034"/>
                <a:gd name="connsiteX1" fmla="*/ 1682040 w 1682040"/>
                <a:gd name="connsiteY1" fmla="*/ 725017 h 1450034"/>
                <a:gd name="connsiteX2" fmla="*/ 1319532 w 1682040"/>
                <a:gd name="connsiteY2" fmla="*/ 1450034 h 1450034"/>
                <a:gd name="connsiteX3" fmla="*/ 362509 w 1682040"/>
                <a:gd name="connsiteY3" fmla="*/ 1450034 h 1450034"/>
                <a:gd name="connsiteX4" fmla="*/ 0 w 1682040"/>
                <a:gd name="connsiteY4" fmla="*/ 725017 h 1450034"/>
                <a:gd name="connsiteX5" fmla="*/ 362509 w 1682040"/>
                <a:gd name="connsiteY5" fmla="*/ 0 h 1450034"/>
                <a:gd name="connsiteX0" fmla="*/ 1319532 w 1319532"/>
                <a:gd name="connsiteY0" fmla="*/ 0 h 1450034"/>
                <a:gd name="connsiteX1" fmla="*/ 1319532 w 1319532"/>
                <a:gd name="connsiteY1" fmla="*/ 1450034 h 1450034"/>
                <a:gd name="connsiteX2" fmla="*/ 362509 w 1319532"/>
                <a:gd name="connsiteY2" fmla="*/ 1450034 h 1450034"/>
                <a:gd name="connsiteX3" fmla="*/ 0 w 1319532"/>
                <a:gd name="connsiteY3" fmla="*/ 725017 h 1450034"/>
                <a:gd name="connsiteX4" fmla="*/ 362509 w 1319532"/>
                <a:gd name="connsiteY4" fmla="*/ 0 h 1450034"/>
                <a:gd name="connsiteX0" fmla="*/ 1319532 w 1319532"/>
                <a:gd name="connsiteY0" fmla="*/ 0 h 1450034"/>
                <a:gd name="connsiteX1" fmla="*/ 362509 w 1319532"/>
                <a:gd name="connsiteY1" fmla="*/ 1450034 h 1450034"/>
                <a:gd name="connsiteX2" fmla="*/ 0 w 1319532"/>
                <a:gd name="connsiteY2" fmla="*/ 725017 h 1450034"/>
                <a:gd name="connsiteX3" fmla="*/ 362509 w 1319532"/>
                <a:gd name="connsiteY3" fmla="*/ 0 h 1450034"/>
                <a:gd name="connsiteX0" fmla="*/ 362509 w 362509"/>
                <a:gd name="connsiteY0" fmla="*/ 1450034 h 1450034"/>
                <a:gd name="connsiteX1" fmla="*/ 0 w 362509"/>
                <a:gd name="connsiteY1" fmla="*/ 725017 h 1450034"/>
                <a:gd name="connsiteX2" fmla="*/ 362509 w 362509"/>
                <a:gd name="connsiteY2" fmla="*/ 0 h 1450034"/>
              </a:gdLst>
              <a:ahLst/>
              <a:cxnLst>
                <a:cxn ang="0">
                  <a:pos x="connsiteX0" y="connsiteY0"/>
                </a:cxn>
                <a:cxn ang="0">
                  <a:pos x="connsiteX1" y="connsiteY1"/>
                </a:cxn>
                <a:cxn ang="0">
                  <a:pos x="connsiteX2" y="connsiteY2"/>
                </a:cxn>
              </a:cxnLst>
              <a:rect l="l" t="t" r="r" b="b"/>
              <a:pathLst>
                <a:path w="362509" h="1450034">
                  <a:moveTo>
                    <a:pt x="362509" y="1450034"/>
                  </a:moveTo>
                  <a:lnTo>
                    <a:pt x="0" y="725017"/>
                  </a:lnTo>
                  <a:lnTo>
                    <a:pt x="362509" y="0"/>
                  </a:lnTo>
                </a:path>
              </a:pathLst>
            </a:custGeom>
            <a:noFill/>
            <a:ln w="19050" algn="ctr">
              <a:solidFill>
                <a:srgbClr val="A7A8AA"/>
              </a:solidFill>
              <a:prstDash val="sysDot"/>
              <a:miter lim="800000"/>
              <a:headEnd/>
              <a:tailEnd/>
            </a:ln>
          </p:spPr>
          <p:txBody>
            <a:bodyPr wrap="square" lIns="72231" tIns="72231" rIns="72231" bIns="72231" rtlCol="0" anchor="ctr"/>
            <a:lstStyle/>
            <a:p>
              <a:pPr algn="ctr" defTabSz="742969">
                <a:lnSpc>
                  <a:spcPct val="106000"/>
                </a:lnSpc>
                <a:defRPr/>
              </a:pPr>
              <a:endParaRPr lang="en-US" sz="1200" b="1">
                <a:solidFill>
                  <a:prstClr val="white"/>
                </a:solidFill>
                <a:latin typeface="Aptos" panose="020B0004020202020204" pitchFamily="34" charset="0"/>
              </a:endParaRPr>
            </a:p>
          </p:txBody>
        </p:sp>
      </p:grpSp>
    </p:spTree>
    <p:extLst>
      <p:ext uri="{BB962C8B-B14F-4D97-AF65-F5344CB8AC3E}">
        <p14:creationId xmlns:p14="http://schemas.microsoft.com/office/powerpoint/2010/main" val="599070970"/>
      </p:ext>
    </p:extLst>
  </p:cSld>
  <p:clrMapOvr>
    <a:masterClrMapping/>
  </p:clrMapOvr>
  <p:transition>
    <p:fade/>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DCA69532-E1E1-8D4D-942F-742B061B9BFD}"/>
              </a:ext>
            </a:extLst>
          </p:cNvPr>
          <p:cNvSpPr>
            <a:spLocks noGrp="1"/>
          </p:cNvSpPr>
          <p:nvPr>
            <p:ph type="title"/>
          </p:nvPr>
        </p:nvSpPr>
        <p:spPr/>
        <p:txBody>
          <a:bodyPr/>
          <a:lstStyle/>
          <a:p>
            <a:r>
              <a:rPr lang="en-US" dirty="0"/>
              <a:t>Right brain/Left brain</a:t>
            </a:r>
          </a:p>
        </p:txBody>
      </p:sp>
      <p:sp>
        <p:nvSpPr>
          <p:cNvPr id="104" name="Rounded Rectangle 56">
            <a:extLst>
              <a:ext uri="{FF2B5EF4-FFF2-40B4-BE49-F238E27FC236}">
                <a16:creationId xmlns:a16="http://schemas.microsoft.com/office/drawing/2014/main" id="{02668AA5-3D4C-F34D-ABD3-EFF3057F174B}"/>
              </a:ext>
            </a:extLst>
          </p:cNvPr>
          <p:cNvSpPr/>
          <p:nvPr/>
        </p:nvSpPr>
        <p:spPr bwMode="gray">
          <a:xfrm>
            <a:off x="7553235" y="4951010"/>
            <a:ext cx="1176468" cy="617507"/>
          </a:xfrm>
          <a:prstGeom prst="roundRect">
            <a:avLst/>
          </a:prstGeom>
          <a:solidFill>
            <a:sysClr val="windowText" lastClr="000000">
              <a:lumMod val="85000"/>
              <a:lumOff val="15000"/>
            </a:sysClr>
          </a:solidFill>
          <a:ln w="12700" algn="ctr">
            <a:solidFill>
              <a:srgbClr val="00A3E0"/>
            </a:solidFill>
            <a:miter lim="800000"/>
            <a:headEnd/>
            <a:tailEnd/>
          </a:ln>
        </p:spPr>
        <p:txBody>
          <a:bodyPr wrap="square" lIns="27861" tIns="49144" rIns="27861" bIns="49144" rtlCol="0" anchor="ctr"/>
          <a:lstStyle/>
          <a:p>
            <a:pPr algn="ctr" defTabSz="435350">
              <a:lnSpc>
                <a:spcPts val="1056"/>
              </a:lnSpc>
            </a:pPr>
            <a:r>
              <a:rPr lang="en-US" sz="1000" kern="0" dirty="0">
                <a:solidFill>
                  <a:prstClr val="white"/>
                </a:solidFill>
                <a:latin typeface="Aptos" panose="020B0004020202020204" pitchFamily="34" charset="0"/>
              </a:rPr>
              <a:t>Lorem ipsum dolor sit </a:t>
            </a:r>
            <a:r>
              <a:rPr lang="en-US" sz="1000" kern="0" dirty="0" err="1">
                <a:solidFill>
                  <a:prstClr val="white"/>
                </a:solidFill>
                <a:latin typeface="Aptos" panose="020B0004020202020204" pitchFamily="34" charset="0"/>
              </a:rPr>
              <a:t>amet</a:t>
            </a:r>
            <a:endParaRPr lang="en-US" sz="1000" kern="0" dirty="0">
              <a:solidFill>
                <a:prstClr val="white"/>
              </a:solidFill>
              <a:latin typeface="Aptos" panose="020B0004020202020204" pitchFamily="34" charset="0"/>
            </a:endParaRPr>
          </a:p>
        </p:txBody>
      </p:sp>
      <p:sp>
        <p:nvSpPr>
          <p:cNvPr id="105" name="Rounded Rectangle 56">
            <a:extLst>
              <a:ext uri="{FF2B5EF4-FFF2-40B4-BE49-F238E27FC236}">
                <a16:creationId xmlns:a16="http://schemas.microsoft.com/office/drawing/2014/main" id="{0682AFEC-BDFB-4249-8D84-661F67B8D4AE}"/>
              </a:ext>
            </a:extLst>
          </p:cNvPr>
          <p:cNvSpPr/>
          <p:nvPr/>
        </p:nvSpPr>
        <p:spPr bwMode="gray">
          <a:xfrm>
            <a:off x="1078517" y="4951010"/>
            <a:ext cx="1176468" cy="617507"/>
          </a:xfrm>
          <a:prstGeom prst="roundRect">
            <a:avLst/>
          </a:prstGeom>
          <a:solidFill>
            <a:sysClr val="windowText" lastClr="000000">
              <a:lumMod val="85000"/>
              <a:lumOff val="15000"/>
            </a:sysClr>
          </a:solidFill>
          <a:ln w="12700" algn="ctr">
            <a:solidFill>
              <a:srgbClr val="86BC25">
                <a:lumMod val="75000"/>
              </a:srgbClr>
            </a:solidFill>
            <a:miter lim="800000"/>
            <a:headEnd/>
            <a:tailEnd/>
          </a:ln>
        </p:spPr>
        <p:txBody>
          <a:bodyPr wrap="square" lIns="27861" tIns="49144" rIns="27861" bIns="49144" rtlCol="0" anchor="ctr"/>
          <a:lstStyle/>
          <a:p>
            <a:pPr algn="ctr" defTabSz="435350">
              <a:lnSpc>
                <a:spcPts val="1056"/>
              </a:lnSpc>
            </a:pPr>
            <a:r>
              <a:rPr lang="en-US" sz="1000" kern="0" dirty="0">
                <a:solidFill>
                  <a:prstClr val="white"/>
                </a:solidFill>
                <a:latin typeface="Aptos" panose="020B0004020202020204" pitchFamily="34" charset="0"/>
              </a:rPr>
              <a:t>Lorem ipsum dolor sit </a:t>
            </a:r>
            <a:r>
              <a:rPr lang="en-US" sz="1000" kern="0" dirty="0" err="1">
                <a:solidFill>
                  <a:prstClr val="white"/>
                </a:solidFill>
                <a:latin typeface="Aptos" panose="020B0004020202020204" pitchFamily="34" charset="0"/>
              </a:rPr>
              <a:t>amet</a:t>
            </a:r>
            <a:endParaRPr lang="en-US" sz="1000" kern="0" dirty="0">
              <a:solidFill>
                <a:prstClr val="white"/>
              </a:solidFill>
              <a:latin typeface="Aptos" panose="020B0004020202020204" pitchFamily="34" charset="0"/>
            </a:endParaRPr>
          </a:p>
        </p:txBody>
      </p:sp>
      <p:sp>
        <p:nvSpPr>
          <p:cNvPr id="106" name="Rounded Rectangle 56">
            <a:extLst>
              <a:ext uri="{FF2B5EF4-FFF2-40B4-BE49-F238E27FC236}">
                <a16:creationId xmlns:a16="http://schemas.microsoft.com/office/drawing/2014/main" id="{8F38352D-15E3-ED40-A26E-2C73B249C73E}"/>
              </a:ext>
            </a:extLst>
          </p:cNvPr>
          <p:cNvSpPr/>
          <p:nvPr/>
        </p:nvSpPr>
        <p:spPr bwMode="gray">
          <a:xfrm>
            <a:off x="1078517" y="2517024"/>
            <a:ext cx="1176468" cy="617507"/>
          </a:xfrm>
          <a:prstGeom prst="roundRect">
            <a:avLst/>
          </a:prstGeom>
          <a:solidFill>
            <a:sysClr val="windowText" lastClr="000000">
              <a:lumMod val="85000"/>
              <a:lumOff val="15000"/>
            </a:sysClr>
          </a:solidFill>
          <a:ln w="12700" algn="ctr">
            <a:solidFill>
              <a:srgbClr val="86BC25">
                <a:lumMod val="75000"/>
              </a:srgbClr>
            </a:solidFill>
            <a:miter lim="800000"/>
            <a:headEnd/>
            <a:tailEnd/>
          </a:ln>
        </p:spPr>
        <p:txBody>
          <a:bodyPr wrap="square" lIns="27861" tIns="49144" rIns="27861" bIns="49144" rtlCol="0" anchor="ctr"/>
          <a:lstStyle/>
          <a:p>
            <a:pPr algn="ctr" defTabSz="435350">
              <a:lnSpc>
                <a:spcPts val="1056"/>
              </a:lnSpc>
            </a:pPr>
            <a:r>
              <a:rPr lang="en-US" sz="1000" kern="0" dirty="0">
                <a:solidFill>
                  <a:prstClr val="white"/>
                </a:solidFill>
                <a:latin typeface="Aptos" panose="020B0004020202020204" pitchFamily="34" charset="0"/>
              </a:rPr>
              <a:t>Lorem ipsum dolor sit </a:t>
            </a:r>
            <a:r>
              <a:rPr lang="en-US" sz="1000" kern="0" dirty="0" err="1">
                <a:solidFill>
                  <a:prstClr val="white"/>
                </a:solidFill>
                <a:latin typeface="Aptos" panose="020B0004020202020204" pitchFamily="34" charset="0"/>
              </a:rPr>
              <a:t>amet</a:t>
            </a:r>
            <a:endParaRPr lang="en-US" sz="1000" kern="0" dirty="0">
              <a:solidFill>
                <a:prstClr val="white"/>
              </a:solidFill>
              <a:latin typeface="Aptos" panose="020B0004020202020204" pitchFamily="34" charset="0"/>
            </a:endParaRPr>
          </a:p>
        </p:txBody>
      </p:sp>
      <p:sp>
        <p:nvSpPr>
          <p:cNvPr id="107" name="Rounded Rectangle 56">
            <a:extLst>
              <a:ext uri="{FF2B5EF4-FFF2-40B4-BE49-F238E27FC236}">
                <a16:creationId xmlns:a16="http://schemas.microsoft.com/office/drawing/2014/main" id="{1748DDF0-1FB2-B240-9C5B-049DB29478E7}"/>
              </a:ext>
            </a:extLst>
          </p:cNvPr>
          <p:cNvSpPr/>
          <p:nvPr/>
        </p:nvSpPr>
        <p:spPr bwMode="gray">
          <a:xfrm>
            <a:off x="526468" y="3734016"/>
            <a:ext cx="1176468" cy="617507"/>
          </a:xfrm>
          <a:prstGeom prst="roundRect">
            <a:avLst/>
          </a:prstGeom>
          <a:solidFill>
            <a:sysClr val="windowText" lastClr="000000">
              <a:lumMod val="85000"/>
              <a:lumOff val="15000"/>
            </a:sysClr>
          </a:solidFill>
          <a:ln w="12700" algn="ctr">
            <a:solidFill>
              <a:srgbClr val="86BC25">
                <a:lumMod val="75000"/>
              </a:srgbClr>
            </a:solidFill>
            <a:miter lim="800000"/>
            <a:headEnd/>
            <a:tailEnd/>
          </a:ln>
        </p:spPr>
        <p:txBody>
          <a:bodyPr wrap="square" lIns="27861" tIns="49144" rIns="27861" bIns="49144" rtlCol="0" anchor="ctr"/>
          <a:lstStyle/>
          <a:p>
            <a:pPr algn="ctr" defTabSz="435350">
              <a:lnSpc>
                <a:spcPts val="1056"/>
              </a:lnSpc>
            </a:pPr>
            <a:r>
              <a:rPr lang="en-US" sz="1000" kern="0" dirty="0">
                <a:solidFill>
                  <a:prstClr val="white"/>
                </a:solidFill>
                <a:latin typeface="Aptos" panose="020B0004020202020204" pitchFamily="34" charset="0"/>
              </a:rPr>
              <a:t>Lorem ipsum dolor sit </a:t>
            </a:r>
            <a:r>
              <a:rPr lang="en-US" sz="1000" kern="0" dirty="0" err="1">
                <a:solidFill>
                  <a:prstClr val="white"/>
                </a:solidFill>
                <a:latin typeface="Aptos" panose="020B0004020202020204" pitchFamily="34" charset="0"/>
              </a:rPr>
              <a:t>amet</a:t>
            </a:r>
            <a:endParaRPr lang="en-US" sz="1000" kern="0" dirty="0">
              <a:solidFill>
                <a:prstClr val="white"/>
              </a:solidFill>
              <a:latin typeface="Aptos" panose="020B0004020202020204" pitchFamily="34" charset="0"/>
            </a:endParaRPr>
          </a:p>
        </p:txBody>
      </p:sp>
      <p:sp>
        <p:nvSpPr>
          <p:cNvPr id="108" name="Rounded Rectangle 56">
            <a:extLst>
              <a:ext uri="{FF2B5EF4-FFF2-40B4-BE49-F238E27FC236}">
                <a16:creationId xmlns:a16="http://schemas.microsoft.com/office/drawing/2014/main" id="{3FF0B753-0612-5446-880A-61AABE1FEE6D}"/>
              </a:ext>
            </a:extLst>
          </p:cNvPr>
          <p:cNvSpPr/>
          <p:nvPr/>
        </p:nvSpPr>
        <p:spPr bwMode="gray">
          <a:xfrm>
            <a:off x="7553235" y="2517024"/>
            <a:ext cx="1176468" cy="617507"/>
          </a:xfrm>
          <a:prstGeom prst="roundRect">
            <a:avLst/>
          </a:prstGeom>
          <a:solidFill>
            <a:sysClr val="windowText" lastClr="000000">
              <a:lumMod val="85000"/>
              <a:lumOff val="15000"/>
            </a:sysClr>
          </a:solidFill>
          <a:ln w="12700" algn="ctr">
            <a:solidFill>
              <a:srgbClr val="00A3E0"/>
            </a:solidFill>
            <a:miter lim="800000"/>
            <a:headEnd/>
            <a:tailEnd/>
          </a:ln>
        </p:spPr>
        <p:txBody>
          <a:bodyPr wrap="square" lIns="27861" tIns="49144" rIns="27861" bIns="49144" rtlCol="0" anchor="ctr"/>
          <a:lstStyle/>
          <a:p>
            <a:pPr algn="ctr" defTabSz="435350">
              <a:lnSpc>
                <a:spcPts val="1056"/>
              </a:lnSpc>
            </a:pPr>
            <a:r>
              <a:rPr lang="en-US" sz="1000" kern="0" dirty="0">
                <a:solidFill>
                  <a:prstClr val="white"/>
                </a:solidFill>
                <a:latin typeface="Aptos" panose="020B0004020202020204" pitchFamily="34" charset="0"/>
              </a:rPr>
              <a:t>Lorem ipsum dolor sit </a:t>
            </a:r>
            <a:r>
              <a:rPr lang="en-US" sz="1000" kern="0" dirty="0" err="1">
                <a:solidFill>
                  <a:prstClr val="white"/>
                </a:solidFill>
                <a:latin typeface="Aptos" panose="020B0004020202020204" pitchFamily="34" charset="0"/>
              </a:rPr>
              <a:t>amet</a:t>
            </a:r>
            <a:endParaRPr lang="en-US" sz="1000" kern="0" dirty="0">
              <a:solidFill>
                <a:prstClr val="white"/>
              </a:solidFill>
              <a:latin typeface="Aptos" panose="020B0004020202020204" pitchFamily="34" charset="0"/>
            </a:endParaRPr>
          </a:p>
        </p:txBody>
      </p:sp>
      <p:sp>
        <p:nvSpPr>
          <p:cNvPr id="109" name="Rounded Rectangle 56">
            <a:extLst>
              <a:ext uri="{FF2B5EF4-FFF2-40B4-BE49-F238E27FC236}">
                <a16:creationId xmlns:a16="http://schemas.microsoft.com/office/drawing/2014/main" id="{711C021B-475F-3F49-9F20-0B6F4DE717AF}"/>
              </a:ext>
            </a:extLst>
          </p:cNvPr>
          <p:cNvSpPr/>
          <p:nvPr/>
        </p:nvSpPr>
        <p:spPr bwMode="gray">
          <a:xfrm>
            <a:off x="8120100" y="3734018"/>
            <a:ext cx="1176468" cy="617507"/>
          </a:xfrm>
          <a:prstGeom prst="roundRect">
            <a:avLst/>
          </a:prstGeom>
          <a:solidFill>
            <a:sysClr val="windowText" lastClr="000000">
              <a:lumMod val="85000"/>
              <a:lumOff val="15000"/>
            </a:sysClr>
          </a:solidFill>
          <a:ln w="12700" algn="ctr">
            <a:solidFill>
              <a:srgbClr val="00A3E0"/>
            </a:solidFill>
            <a:miter lim="800000"/>
            <a:headEnd/>
            <a:tailEnd/>
          </a:ln>
        </p:spPr>
        <p:txBody>
          <a:bodyPr wrap="square" lIns="27861" tIns="49144" rIns="27861" bIns="49144" rtlCol="0" anchor="ctr"/>
          <a:lstStyle/>
          <a:p>
            <a:pPr algn="ctr" defTabSz="435350">
              <a:lnSpc>
                <a:spcPts val="1056"/>
              </a:lnSpc>
            </a:pPr>
            <a:r>
              <a:rPr lang="en-US" sz="1000" kern="0" dirty="0">
                <a:solidFill>
                  <a:prstClr val="white"/>
                </a:solidFill>
                <a:latin typeface="Aptos" panose="020B0004020202020204" pitchFamily="34" charset="0"/>
              </a:rPr>
              <a:t>Lorem ipsum dolor sit </a:t>
            </a:r>
            <a:r>
              <a:rPr lang="en-US" sz="1000" kern="0" dirty="0" err="1">
                <a:solidFill>
                  <a:prstClr val="white"/>
                </a:solidFill>
                <a:latin typeface="Aptos" panose="020B0004020202020204" pitchFamily="34" charset="0"/>
              </a:rPr>
              <a:t>amet</a:t>
            </a:r>
            <a:endParaRPr lang="en-US" sz="1000" kern="0" dirty="0">
              <a:solidFill>
                <a:prstClr val="white"/>
              </a:solidFill>
              <a:latin typeface="Aptos" panose="020B0004020202020204" pitchFamily="34" charset="0"/>
            </a:endParaRPr>
          </a:p>
        </p:txBody>
      </p:sp>
      <p:grpSp>
        <p:nvGrpSpPr>
          <p:cNvPr id="110" name="Group 4">
            <a:extLst>
              <a:ext uri="{FF2B5EF4-FFF2-40B4-BE49-F238E27FC236}">
                <a16:creationId xmlns:a16="http://schemas.microsoft.com/office/drawing/2014/main" id="{99C2D958-ECAF-3B40-9EC4-74629E4522F2}"/>
              </a:ext>
            </a:extLst>
          </p:cNvPr>
          <p:cNvGrpSpPr>
            <a:grpSpLocks noChangeAspect="1"/>
          </p:cNvGrpSpPr>
          <p:nvPr/>
        </p:nvGrpSpPr>
        <p:grpSpPr bwMode="auto">
          <a:xfrm>
            <a:off x="4986547" y="2373935"/>
            <a:ext cx="1297336" cy="3168516"/>
            <a:chOff x="3899" y="1111"/>
            <a:chExt cx="1049" cy="2562"/>
          </a:xfrm>
        </p:grpSpPr>
        <p:sp>
          <p:nvSpPr>
            <p:cNvPr id="111" name="Freeform 5">
              <a:extLst>
                <a:ext uri="{FF2B5EF4-FFF2-40B4-BE49-F238E27FC236}">
                  <a16:creationId xmlns:a16="http://schemas.microsoft.com/office/drawing/2014/main" id="{DBAD9DEF-A178-5942-ABA2-B880984CAB02}"/>
                </a:ext>
              </a:extLst>
            </p:cNvPr>
            <p:cNvSpPr>
              <a:spLocks/>
            </p:cNvSpPr>
            <p:nvPr/>
          </p:nvSpPr>
          <p:spPr bwMode="auto">
            <a:xfrm>
              <a:off x="3955" y="1111"/>
              <a:ext cx="556" cy="1346"/>
            </a:xfrm>
            <a:custGeom>
              <a:avLst/>
              <a:gdLst>
                <a:gd name="T0" fmla="*/ 303 w 556"/>
                <a:gd name="T1" fmla="*/ 503 h 1346"/>
                <a:gd name="T2" fmla="*/ 303 w 556"/>
                <a:gd name="T3" fmla="*/ 340 h 1346"/>
                <a:gd name="T4" fmla="*/ 197 w 556"/>
                <a:gd name="T5" fmla="*/ 231 h 1346"/>
                <a:gd name="T6" fmla="*/ 71 w 556"/>
                <a:gd name="T7" fmla="*/ 231 h 1346"/>
                <a:gd name="T8" fmla="*/ 0 w 556"/>
                <a:gd name="T9" fmla="*/ 156 h 1346"/>
                <a:gd name="T10" fmla="*/ 0 w 556"/>
                <a:gd name="T11" fmla="*/ 75 h 1346"/>
                <a:gd name="T12" fmla="*/ 71 w 556"/>
                <a:gd name="T13" fmla="*/ 0 h 1346"/>
                <a:gd name="T14" fmla="*/ 254 w 556"/>
                <a:gd name="T15" fmla="*/ 0 h 1346"/>
                <a:gd name="T16" fmla="*/ 451 w 556"/>
                <a:gd name="T17" fmla="*/ 204 h 1346"/>
                <a:gd name="T18" fmla="*/ 451 w 556"/>
                <a:gd name="T19" fmla="*/ 523 h 1346"/>
                <a:gd name="T20" fmla="*/ 359 w 556"/>
                <a:gd name="T21" fmla="*/ 618 h 1346"/>
                <a:gd name="T22" fmla="*/ 556 w 556"/>
                <a:gd name="T23" fmla="*/ 822 h 1346"/>
                <a:gd name="T24" fmla="*/ 423 w 556"/>
                <a:gd name="T25" fmla="*/ 958 h 1346"/>
                <a:gd name="T26" fmla="*/ 423 w 556"/>
                <a:gd name="T27" fmla="*/ 1250 h 1346"/>
                <a:gd name="T28" fmla="*/ 331 w 556"/>
                <a:gd name="T29" fmla="*/ 1346 h 1346"/>
                <a:gd name="T30" fmla="*/ 169 w 556"/>
                <a:gd name="T31" fmla="*/ 1346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6" h="1346">
                  <a:moveTo>
                    <a:pt x="303" y="503"/>
                  </a:moveTo>
                  <a:lnTo>
                    <a:pt x="303" y="340"/>
                  </a:lnTo>
                  <a:lnTo>
                    <a:pt x="197" y="231"/>
                  </a:lnTo>
                  <a:lnTo>
                    <a:pt x="71" y="231"/>
                  </a:lnTo>
                  <a:lnTo>
                    <a:pt x="0" y="156"/>
                  </a:lnTo>
                  <a:lnTo>
                    <a:pt x="0" y="75"/>
                  </a:lnTo>
                  <a:lnTo>
                    <a:pt x="71" y="0"/>
                  </a:lnTo>
                  <a:lnTo>
                    <a:pt x="254" y="0"/>
                  </a:lnTo>
                  <a:lnTo>
                    <a:pt x="451" y="204"/>
                  </a:lnTo>
                  <a:lnTo>
                    <a:pt x="451" y="523"/>
                  </a:lnTo>
                  <a:lnTo>
                    <a:pt x="359" y="618"/>
                  </a:lnTo>
                  <a:lnTo>
                    <a:pt x="556" y="822"/>
                  </a:lnTo>
                  <a:lnTo>
                    <a:pt x="423" y="958"/>
                  </a:lnTo>
                  <a:lnTo>
                    <a:pt x="423" y="1250"/>
                  </a:lnTo>
                  <a:lnTo>
                    <a:pt x="331" y="1346"/>
                  </a:lnTo>
                  <a:lnTo>
                    <a:pt x="169" y="1346"/>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12" name="Line 6">
              <a:extLst>
                <a:ext uri="{FF2B5EF4-FFF2-40B4-BE49-F238E27FC236}">
                  <a16:creationId xmlns:a16="http://schemas.microsoft.com/office/drawing/2014/main" id="{F31683BA-3BC6-A64B-9B03-FF8100C6C3A5}"/>
                </a:ext>
              </a:extLst>
            </p:cNvPr>
            <p:cNvSpPr>
              <a:spLocks noChangeShapeType="1"/>
            </p:cNvSpPr>
            <p:nvPr/>
          </p:nvSpPr>
          <p:spPr bwMode="auto">
            <a:xfrm>
              <a:off x="4152" y="1342"/>
              <a:ext cx="155" cy="0"/>
            </a:xfrm>
            <a:prstGeom prst="line">
              <a:avLst/>
            </a:prstGeom>
            <a:noFill/>
            <a:ln w="11113" cap="flat">
              <a:solidFill>
                <a:srgbClr val="29ABE2"/>
              </a:solidFill>
              <a:prstDash val="solid"/>
              <a:miter lim="800000"/>
              <a:headEnd/>
              <a:tailEnd type="oval"/>
            </a:ln>
            <a:extLst>
              <a:ext uri="{909E8E84-426E-40DD-AFC4-6F175D3DCCD1}">
                <a14:hiddenFill xmlns:a14="http://schemas.microsoft.com/office/drawing/2010/main">
                  <a:no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13" name="Freeform 7">
              <a:extLst>
                <a:ext uri="{FF2B5EF4-FFF2-40B4-BE49-F238E27FC236}">
                  <a16:creationId xmlns:a16="http://schemas.microsoft.com/office/drawing/2014/main" id="{4248569F-C90A-8546-ACD4-6E2991B48D7E}"/>
                </a:ext>
              </a:extLst>
            </p:cNvPr>
            <p:cNvSpPr>
              <a:spLocks/>
            </p:cNvSpPr>
            <p:nvPr/>
          </p:nvSpPr>
          <p:spPr bwMode="auto">
            <a:xfrm>
              <a:off x="4068" y="1220"/>
              <a:ext cx="148" cy="122"/>
            </a:xfrm>
            <a:custGeom>
              <a:avLst/>
              <a:gdLst>
                <a:gd name="T0" fmla="*/ 148 w 148"/>
                <a:gd name="T1" fmla="*/ 122 h 122"/>
                <a:gd name="T2" fmla="*/ 148 w 148"/>
                <a:gd name="T3" fmla="*/ 88 h 122"/>
                <a:gd name="T4" fmla="*/ 70 w 148"/>
                <a:gd name="T5" fmla="*/ 0 h 122"/>
                <a:gd name="T6" fmla="*/ 0 w 148"/>
                <a:gd name="T7" fmla="*/ 0 h 122"/>
              </a:gdLst>
              <a:ahLst/>
              <a:cxnLst>
                <a:cxn ang="0">
                  <a:pos x="T0" y="T1"/>
                </a:cxn>
                <a:cxn ang="0">
                  <a:pos x="T2" y="T3"/>
                </a:cxn>
                <a:cxn ang="0">
                  <a:pos x="T4" y="T5"/>
                </a:cxn>
                <a:cxn ang="0">
                  <a:pos x="T6" y="T7"/>
                </a:cxn>
              </a:cxnLst>
              <a:rect l="0" t="0" r="r" b="b"/>
              <a:pathLst>
                <a:path w="148" h="122">
                  <a:moveTo>
                    <a:pt x="148" y="122"/>
                  </a:moveTo>
                  <a:lnTo>
                    <a:pt x="148" y="88"/>
                  </a:lnTo>
                  <a:lnTo>
                    <a:pt x="70" y="0"/>
                  </a:lnTo>
                  <a:lnTo>
                    <a:pt x="0" y="0"/>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14" name="Freeform 8">
              <a:extLst>
                <a:ext uri="{FF2B5EF4-FFF2-40B4-BE49-F238E27FC236}">
                  <a16:creationId xmlns:a16="http://schemas.microsoft.com/office/drawing/2014/main" id="{1FFD4990-5211-DC40-ACEA-B1364BAA478E}"/>
                </a:ext>
              </a:extLst>
            </p:cNvPr>
            <p:cNvSpPr>
              <a:spLocks/>
            </p:cNvSpPr>
            <p:nvPr/>
          </p:nvSpPr>
          <p:spPr bwMode="auto">
            <a:xfrm>
              <a:off x="3934" y="1417"/>
              <a:ext cx="444" cy="503"/>
            </a:xfrm>
            <a:custGeom>
              <a:avLst/>
              <a:gdLst>
                <a:gd name="T0" fmla="*/ 444 w 444"/>
                <a:gd name="T1" fmla="*/ 503 h 503"/>
                <a:gd name="T2" fmla="*/ 324 w 444"/>
                <a:gd name="T3" fmla="*/ 503 h 503"/>
                <a:gd name="T4" fmla="*/ 232 w 444"/>
                <a:gd name="T5" fmla="*/ 408 h 503"/>
                <a:gd name="T6" fmla="*/ 92 w 444"/>
                <a:gd name="T7" fmla="*/ 408 h 503"/>
                <a:gd name="T8" fmla="*/ 0 w 444"/>
                <a:gd name="T9" fmla="*/ 312 h 503"/>
                <a:gd name="T10" fmla="*/ 0 w 444"/>
                <a:gd name="T11" fmla="*/ 68 h 503"/>
                <a:gd name="T12" fmla="*/ 63 w 444"/>
                <a:gd name="T13" fmla="*/ 0 h 503"/>
                <a:gd name="T14" fmla="*/ 169 w 444"/>
                <a:gd name="T15" fmla="*/ 0 h 503"/>
                <a:gd name="T16" fmla="*/ 240 w 444"/>
                <a:gd name="T17" fmla="*/ 75 h 503"/>
                <a:gd name="T18" fmla="*/ 240 w 444"/>
                <a:gd name="T19" fmla="*/ 285 h 503"/>
                <a:gd name="T20" fmla="*/ 345 w 444"/>
                <a:gd name="T21" fmla="*/ 40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4" h="503">
                  <a:moveTo>
                    <a:pt x="444" y="503"/>
                  </a:moveTo>
                  <a:lnTo>
                    <a:pt x="324" y="503"/>
                  </a:lnTo>
                  <a:lnTo>
                    <a:pt x="232" y="408"/>
                  </a:lnTo>
                  <a:lnTo>
                    <a:pt x="92" y="408"/>
                  </a:lnTo>
                  <a:lnTo>
                    <a:pt x="0" y="312"/>
                  </a:lnTo>
                  <a:lnTo>
                    <a:pt x="0" y="68"/>
                  </a:lnTo>
                  <a:lnTo>
                    <a:pt x="63" y="0"/>
                  </a:lnTo>
                  <a:lnTo>
                    <a:pt x="169" y="0"/>
                  </a:lnTo>
                  <a:lnTo>
                    <a:pt x="240" y="75"/>
                  </a:lnTo>
                  <a:lnTo>
                    <a:pt x="240" y="285"/>
                  </a:lnTo>
                  <a:lnTo>
                    <a:pt x="345" y="401"/>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15" name="Freeform 9">
              <a:extLst>
                <a:ext uri="{FF2B5EF4-FFF2-40B4-BE49-F238E27FC236}">
                  <a16:creationId xmlns:a16="http://schemas.microsoft.com/office/drawing/2014/main" id="{99E6B1C2-F8FD-D44E-AE13-6E54370EF8C2}"/>
                </a:ext>
              </a:extLst>
            </p:cNvPr>
            <p:cNvSpPr>
              <a:spLocks/>
            </p:cNvSpPr>
            <p:nvPr/>
          </p:nvSpPr>
          <p:spPr bwMode="auto">
            <a:xfrm>
              <a:off x="4033" y="1594"/>
              <a:ext cx="141" cy="54"/>
            </a:xfrm>
            <a:custGeom>
              <a:avLst/>
              <a:gdLst>
                <a:gd name="T0" fmla="*/ 141 w 141"/>
                <a:gd name="T1" fmla="*/ 0 h 54"/>
                <a:gd name="T2" fmla="*/ 56 w 141"/>
                <a:gd name="T3" fmla="*/ 0 h 54"/>
                <a:gd name="T4" fmla="*/ 0 w 141"/>
                <a:gd name="T5" fmla="*/ 54 h 54"/>
              </a:gdLst>
              <a:ahLst/>
              <a:cxnLst>
                <a:cxn ang="0">
                  <a:pos x="T0" y="T1"/>
                </a:cxn>
                <a:cxn ang="0">
                  <a:pos x="T2" y="T3"/>
                </a:cxn>
                <a:cxn ang="0">
                  <a:pos x="T4" y="T5"/>
                </a:cxn>
              </a:cxnLst>
              <a:rect l="0" t="0" r="r" b="b"/>
              <a:pathLst>
                <a:path w="141" h="54">
                  <a:moveTo>
                    <a:pt x="141" y="0"/>
                  </a:moveTo>
                  <a:lnTo>
                    <a:pt x="56" y="0"/>
                  </a:lnTo>
                  <a:lnTo>
                    <a:pt x="0" y="54"/>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16" name="Freeform 10">
              <a:extLst>
                <a:ext uri="{FF2B5EF4-FFF2-40B4-BE49-F238E27FC236}">
                  <a16:creationId xmlns:a16="http://schemas.microsoft.com/office/drawing/2014/main" id="{0AB5F8C2-2696-6C48-BE9C-6B2866552612}"/>
                </a:ext>
              </a:extLst>
            </p:cNvPr>
            <p:cNvSpPr>
              <a:spLocks/>
            </p:cNvSpPr>
            <p:nvPr/>
          </p:nvSpPr>
          <p:spPr bwMode="auto">
            <a:xfrm>
              <a:off x="4406" y="1390"/>
              <a:ext cx="289" cy="421"/>
            </a:xfrm>
            <a:custGeom>
              <a:avLst/>
              <a:gdLst>
                <a:gd name="T0" fmla="*/ 0 w 289"/>
                <a:gd name="T1" fmla="*/ 0 h 421"/>
                <a:gd name="T2" fmla="*/ 105 w 289"/>
                <a:gd name="T3" fmla="*/ 0 h 421"/>
                <a:gd name="T4" fmla="*/ 289 w 289"/>
                <a:gd name="T5" fmla="*/ 197 h 421"/>
                <a:gd name="T6" fmla="*/ 289 w 289"/>
                <a:gd name="T7" fmla="*/ 421 h 421"/>
              </a:gdLst>
              <a:ahLst/>
              <a:cxnLst>
                <a:cxn ang="0">
                  <a:pos x="T0" y="T1"/>
                </a:cxn>
                <a:cxn ang="0">
                  <a:pos x="T2" y="T3"/>
                </a:cxn>
                <a:cxn ang="0">
                  <a:pos x="T4" y="T5"/>
                </a:cxn>
                <a:cxn ang="0">
                  <a:pos x="T6" y="T7"/>
                </a:cxn>
              </a:cxnLst>
              <a:rect l="0" t="0" r="r" b="b"/>
              <a:pathLst>
                <a:path w="289" h="421">
                  <a:moveTo>
                    <a:pt x="0" y="0"/>
                  </a:moveTo>
                  <a:lnTo>
                    <a:pt x="105" y="0"/>
                  </a:lnTo>
                  <a:lnTo>
                    <a:pt x="289" y="197"/>
                  </a:lnTo>
                  <a:lnTo>
                    <a:pt x="289" y="421"/>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17" name="Freeform 11">
              <a:extLst>
                <a:ext uri="{FF2B5EF4-FFF2-40B4-BE49-F238E27FC236}">
                  <a16:creationId xmlns:a16="http://schemas.microsoft.com/office/drawing/2014/main" id="{A2ECFC80-B02F-8341-B7B7-BBB0A8343B05}"/>
                </a:ext>
              </a:extLst>
            </p:cNvPr>
            <p:cNvSpPr>
              <a:spLocks/>
            </p:cNvSpPr>
            <p:nvPr/>
          </p:nvSpPr>
          <p:spPr bwMode="auto">
            <a:xfrm>
              <a:off x="4540" y="1573"/>
              <a:ext cx="331" cy="727"/>
            </a:xfrm>
            <a:custGeom>
              <a:avLst/>
              <a:gdLst>
                <a:gd name="T0" fmla="*/ 126 w 331"/>
                <a:gd name="T1" fmla="*/ 727 h 727"/>
                <a:gd name="T2" fmla="*/ 169 w 331"/>
                <a:gd name="T3" fmla="*/ 687 h 727"/>
                <a:gd name="T4" fmla="*/ 331 w 331"/>
                <a:gd name="T5" fmla="*/ 693 h 727"/>
                <a:gd name="T6" fmla="*/ 331 w 331"/>
                <a:gd name="T7" fmla="*/ 306 h 727"/>
                <a:gd name="T8" fmla="*/ 260 w 331"/>
                <a:gd name="T9" fmla="*/ 238 h 727"/>
                <a:gd name="T10" fmla="*/ 119 w 331"/>
                <a:gd name="T11" fmla="*/ 238 h 727"/>
                <a:gd name="T12" fmla="*/ 0 w 331"/>
                <a:gd name="T13" fmla="*/ 109 h 727"/>
                <a:gd name="T14" fmla="*/ 0 w 331"/>
                <a:gd name="T15" fmla="*/ 0 h 7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1" h="727">
                  <a:moveTo>
                    <a:pt x="126" y="727"/>
                  </a:moveTo>
                  <a:lnTo>
                    <a:pt x="169" y="687"/>
                  </a:lnTo>
                  <a:lnTo>
                    <a:pt x="331" y="693"/>
                  </a:lnTo>
                  <a:lnTo>
                    <a:pt x="331" y="306"/>
                  </a:lnTo>
                  <a:lnTo>
                    <a:pt x="260" y="238"/>
                  </a:lnTo>
                  <a:lnTo>
                    <a:pt x="119" y="238"/>
                  </a:lnTo>
                  <a:lnTo>
                    <a:pt x="0" y="109"/>
                  </a:lnTo>
                  <a:lnTo>
                    <a:pt x="0" y="0"/>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18" name="Freeform 12">
              <a:extLst>
                <a:ext uri="{FF2B5EF4-FFF2-40B4-BE49-F238E27FC236}">
                  <a16:creationId xmlns:a16="http://schemas.microsoft.com/office/drawing/2014/main" id="{210EAEED-53C2-AF44-859D-DC6A1F55F5CE}"/>
                </a:ext>
              </a:extLst>
            </p:cNvPr>
            <p:cNvSpPr>
              <a:spLocks/>
            </p:cNvSpPr>
            <p:nvPr/>
          </p:nvSpPr>
          <p:spPr bwMode="auto">
            <a:xfrm>
              <a:off x="4096" y="2266"/>
              <a:ext cx="852" cy="1183"/>
            </a:xfrm>
            <a:custGeom>
              <a:avLst/>
              <a:gdLst>
                <a:gd name="T0" fmla="*/ 775 w 852"/>
                <a:gd name="T1" fmla="*/ 0 h 1183"/>
                <a:gd name="T2" fmla="*/ 852 w 852"/>
                <a:gd name="T3" fmla="*/ 82 h 1183"/>
                <a:gd name="T4" fmla="*/ 852 w 852"/>
                <a:gd name="T5" fmla="*/ 524 h 1183"/>
                <a:gd name="T6" fmla="*/ 768 w 852"/>
                <a:gd name="T7" fmla="*/ 612 h 1183"/>
                <a:gd name="T8" fmla="*/ 768 w 852"/>
                <a:gd name="T9" fmla="*/ 870 h 1183"/>
                <a:gd name="T10" fmla="*/ 599 w 852"/>
                <a:gd name="T11" fmla="*/ 1054 h 1183"/>
                <a:gd name="T12" fmla="*/ 331 w 852"/>
                <a:gd name="T13" fmla="*/ 1054 h 1183"/>
                <a:gd name="T14" fmla="*/ 204 w 852"/>
                <a:gd name="T15" fmla="*/ 1183 h 1183"/>
                <a:gd name="T16" fmla="*/ 0 w 852"/>
                <a:gd name="T17" fmla="*/ 1183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2" h="1183">
                  <a:moveTo>
                    <a:pt x="775" y="0"/>
                  </a:moveTo>
                  <a:lnTo>
                    <a:pt x="852" y="82"/>
                  </a:lnTo>
                  <a:lnTo>
                    <a:pt x="852" y="524"/>
                  </a:lnTo>
                  <a:lnTo>
                    <a:pt x="768" y="612"/>
                  </a:lnTo>
                  <a:lnTo>
                    <a:pt x="768" y="870"/>
                  </a:lnTo>
                  <a:lnTo>
                    <a:pt x="599" y="1054"/>
                  </a:lnTo>
                  <a:lnTo>
                    <a:pt x="331" y="1054"/>
                  </a:lnTo>
                  <a:lnTo>
                    <a:pt x="204" y="1183"/>
                  </a:lnTo>
                  <a:lnTo>
                    <a:pt x="0" y="1183"/>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19" name="Freeform 13">
              <a:extLst>
                <a:ext uri="{FF2B5EF4-FFF2-40B4-BE49-F238E27FC236}">
                  <a16:creationId xmlns:a16="http://schemas.microsoft.com/office/drawing/2014/main" id="{D7BB21DA-0BCD-1742-9783-4FCA11535736}"/>
                </a:ext>
              </a:extLst>
            </p:cNvPr>
            <p:cNvSpPr>
              <a:spLocks/>
            </p:cNvSpPr>
            <p:nvPr/>
          </p:nvSpPr>
          <p:spPr bwMode="auto">
            <a:xfrm>
              <a:off x="3913" y="3320"/>
              <a:ext cx="725" cy="353"/>
            </a:xfrm>
            <a:custGeom>
              <a:avLst/>
              <a:gdLst>
                <a:gd name="T0" fmla="*/ 725 w 725"/>
                <a:gd name="T1" fmla="*/ 0 h 353"/>
                <a:gd name="T2" fmla="*/ 535 w 725"/>
                <a:gd name="T3" fmla="*/ 190 h 353"/>
                <a:gd name="T4" fmla="*/ 451 w 725"/>
                <a:gd name="T5" fmla="*/ 190 h 353"/>
                <a:gd name="T6" fmla="*/ 303 w 725"/>
                <a:gd name="T7" fmla="*/ 353 h 353"/>
                <a:gd name="T8" fmla="*/ 106 w 725"/>
                <a:gd name="T9" fmla="*/ 353 h 353"/>
                <a:gd name="T10" fmla="*/ 0 w 725"/>
                <a:gd name="T11" fmla="*/ 244 h 353"/>
                <a:gd name="T12" fmla="*/ 0 w 725"/>
                <a:gd name="T13" fmla="*/ 170 h 353"/>
                <a:gd name="T14" fmla="*/ 99 w 725"/>
                <a:gd name="T15" fmla="*/ 68 h 3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5" h="353">
                  <a:moveTo>
                    <a:pt x="725" y="0"/>
                  </a:moveTo>
                  <a:lnTo>
                    <a:pt x="535" y="190"/>
                  </a:lnTo>
                  <a:lnTo>
                    <a:pt x="451" y="190"/>
                  </a:lnTo>
                  <a:lnTo>
                    <a:pt x="303" y="353"/>
                  </a:lnTo>
                  <a:lnTo>
                    <a:pt x="106" y="353"/>
                  </a:lnTo>
                  <a:lnTo>
                    <a:pt x="0" y="244"/>
                  </a:lnTo>
                  <a:lnTo>
                    <a:pt x="0" y="170"/>
                  </a:lnTo>
                  <a:lnTo>
                    <a:pt x="99" y="68"/>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20" name="Freeform 14">
              <a:extLst>
                <a:ext uri="{FF2B5EF4-FFF2-40B4-BE49-F238E27FC236}">
                  <a16:creationId xmlns:a16="http://schemas.microsoft.com/office/drawing/2014/main" id="{3599F5DA-5690-F349-ABEA-0EAC014A98F1}"/>
                </a:ext>
              </a:extLst>
            </p:cNvPr>
            <p:cNvSpPr>
              <a:spLocks/>
            </p:cNvSpPr>
            <p:nvPr/>
          </p:nvSpPr>
          <p:spPr bwMode="auto">
            <a:xfrm>
              <a:off x="4061" y="3510"/>
              <a:ext cx="303" cy="102"/>
            </a:xfrm>
            <a:custGeom>
              <a:avLst/>
              <a:gdLst>
                <a:gd name="T0" fmla="*/ 303 w 303"/>
                <a:gd name="T1" fmla="*/ 0 h 102"/>
                <a:gd name="T2" fmla="*/ 183 w 303"/>
                <a:gd name="T3" fmla="*/ 0 h 102"/>
                <a:gd name="T4" fmla="*/ 84 w 303"/>
                <a:gd name="T5" fmla="*/ 102 h 102"/>
                <a:gd name="T6" fmla="*/ 0 w 303"/>
                <a:gd name="T7" fmla="*/ 102 h 102"/>
              </a:gdLst>
              <a:ahLst/>
              <a:cxnLst>
                <a:cxn ang="0">
                  <a:pos x="T0" y="T1"/>
                </a:cxn>
                <a:cxn ang="0">
                  <a:pos x="T2" y="T3"/>
                </a:cxn>
                <a:cxn ang="0">
                  <a:pos x="T4" y="T5"/>
                </a:cxn>
                <a:cxn ang="0">
                  <a:pos x="T6" y="T7"/>
                </a:cxn>
              </a:cxnLst>
              <a:rect l="0" t="0" r="r" b="b"/>
              <a:pathLst>
                <a:path w="303" h="102">
                  <a:moveTo>
                    <a:pt x="303" y="0"/>
                  </a:moveTo>
                  <a:lnTo>
                    <a:pt x="183" y="0"/>
                  </a:lnTo>
                  <a:lnTo>
                    <a:pt x="84" y="102"/>
                  </a:lnTo>
                  <a:lnTo>
                    <a:pt x="0" y="102"/>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21" name="Line 15">
              <a:extLst>
                <a:ext uri="{FF2B5EF4-FFF2-40B4-BE49-F238E27FC236}">
                  <a16:creationId xmlns:a16="http://schemas.microsoft.com/office/drawing/2014/main" id="{74D828EE-FBDF-F445-A54E-89E83F73A1EE}"/>
                </a:ext>
              </a:extLst>
            </p:cNvPr>
            <p:cNvSpPr>
              <a:spLocks noChangeShapeType="1"/>
            </p:cNvSpPr>
            <p:nvPr/>
          </p:nvSpPr>
          <p:spPr bwMode="auto">
            <a:xfrm flipH="1">
              <a:off x="4047" y="3537"/>
              <a:ext cx="162" cy="0"/>
            </a:xfrm>
            <a:prstGeom prst="line">
              <a:avLst/>
            </a:prstGeom>
            <a:noFill/>
            <a:ln w="11113" cap="flat">
              <a:solidFill>
                <a:srgbClr val="29ABE2"/>
              </a:solidFill>
              <a:prstDash val="solid"/>
              <a:miter lim="800000"/>
              <a:headEnd/>
              <a:tailEnd type="oval"/>
            </a:ln>
            <a:extLst>
              <a:ext uri="{909E8E84-426E-40DD-AFC4-6F175D3DCCD1}">
                <a14:hiddenFill xmlns:a14="http://schemas.microsoft.com/office/drawing/2010/main">
                  <a:no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22" name="Freeform 16">
              <a:extLst>
                <a:ext uri="{FF2B5EF4-FFF2-40B4-BE49-F238E27FC236}">
                  <a16:creationId xmlns:a16="http://schemas.microsoft.com/office/drawing/2014/main" id="{7A1157BD-B017-1A4C-B25F-E6431B158970}"/>
                </a:ext>
              </a:extLst>
            </p:cNvPr>
            <p:cNvSpPr>
              <a:spLocks/>
            </p:cNvSpPr>
            <p:nvPr/>
          </p:nvSpPr>
          <p:spPr bwMode="auto">
            <a:xfrm>
              <a:off x="4279" y="1777"/>
              <a:ext cx="451" cy="775"/>
            </a:xfrm>
            <a:custGeom>
              <a:avLst/>
              <a:gdLst>
                <a:gd name="T0" fmla="*/ 197 w 451"/>
                <a:gd name="T1" fmla="*/ 0 h 775"/>
                <a:gd name="T2" fmla="*/ 324 w 451"/>
                <a:gd name="T3" fmla="*/ 122 h 775"/>
                <a:gd name="T4" fmla="*/ 451 w 451"/>
                <a:gd name="T5" fmla="*/ 122 h 775"/>
                <a:gd name="T6" fmla="*/ 451 w 451"/>
                <a:gd name="T7" fmla="*/ 306 h 775"/>
                <a:gd name="T8" fmla="*/ 0 w 451"/>
                <a:gd name="T9" fmla="*/ 775 h 775"/>
              </a:gdLst>
              <a:ahLst/>
              <a:cxnLst>
                <a:cxn ang="0">
                  <a:pos x="T0" y="T1"/>
                </a:cxn>
                <a:cxn ang="0">
                  <a:pos x="T2" y="T3"/>
                </a:cxn>
                <a:cxn ang="0">
                  <a:pos x="T4" y="T5"/>
                </a:cxn>
                <a:cxn ang="0">
                  <a:pos x="T6" y="T7"/>
                </a:cxn>
                <a:cxn ang="0">
                  <a:pos x="T8" y="T9"/>
                </a:cxn>
              </a:cxnLst>
              <a:rect l="0" t="0" r="r" b="b"/>
              <a:pathLst>
                <a:path w="451" h="775">
                  <a:moveTo>
                    <a:pt x="197" y="0"/>
                  </a:moveTo>
                  <a:lnTo>
                    <a:pt x="324" y="122"/>
                  </a:lnTo>
                  <a:lnTo>
                    <a:pt x="451" y="122"/>
                  </a:lnTo>
                  <a:lnTo>
                    <a:pt x="451" y="306"/>
                  </a:lnTo>
                  <a:lnTo>
                    <a:pt x="0" y="775"/>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23" name="Freeform 17">
              <a:extLst>
                <a:ext uri="{FF2B5EF4-FFF2-40B4-BE49-F238E27FC236}">
                  <a16:creationId xmlns:a16="http://schemas.microsoft.com/office/drawing/2014/main" id="{D3D47C20-34E3-D946-AF72-CECB140A6035}"/>
                </a:ext>
              </a:extLst>
            </p:cNvPr>
            <p:cNvSpPr>
              <a:spLocks/>
            </p:cNvSpPr>
            <p:nvPr/>
          </p:nvSpPr>
          <p:spPr bwMode="auto">
            <a:xfrm>
              <a:off x="4469" y="2008"/>
              <a:ext cx="261" cy="136"/>
            </a:xfrm>
            <a:custGeom>
              <a:avLst/>
              <a:gdLst>
                <a:gd name="T0" fmla="*/ 261 w 261"/>
                <a:gd name="T1" fmla="*/ 0 h 136"/>
                <a:gd name="T2" fmla="*/ 134 w 261"/>
                <a:gd name="T3" fmla="*/ 0 h 136"/>
                <a:gd name="T4" fmla="*/ 0 w 261"/>
                <a:gd name="T5" fmla="*/ 136 h 136"/>
              </a:gdLst>
              <a:ahLst/>
              <a:cxnLst>
                <a:cxn ang="0">
                  <a:pos x="T0" y="T1"/>
                </a:cxn>
                <a:cxn ang="0">
                  <a:pos x="T2" y="T3"/>
                </a:cxn>
                <a:cxn ang="0">
                  <a:pos x="T4" y="T5"/>
                </a:cxn>
              </a:cxnLst>
              <a:rect l="0" t="0" r="r" b="b"/>
              <a:pathLst>
                <a:path w="261" h="136">
                  <a:moveTo>
                    <a:pt x="261" y="0"/>
                  </a:moveTo>
                  <a:lnTo>
                    <a:pt x="134" y="0"/>
                  </a:lnTo>
                  <a:lnTo>
                    <a:pt x="0" y="136"/>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24" name="Freeform 18">
              <a:extLst>
                <a:ext uri="{FF2B5EF4-FFF2-40B4-BE49-F238E27FC236}">
                  <a16:creationId xmlns:a16="http://schemas.microsoft.com/office/drawing/2014/main" id="{BBA402E1-B578-DD4C-8F77-23B54D078776}"/>
                </a:ext>
              </a:extLst>
            </p:cNvPr>
            <p:cNvSpPr>
              <a:spLocks/>
            </p:cNvSpPr>
            <p:nvPr/>
          </p:nvSpPr>
          <p:spPr bwMode="auto">
            <a:xfrm>
              <a:off x="3948" y="1825"/>
              <a:ext cx="366" cy="530"/>
            </a:xfrm>
            <a:custGeom>
              <a:avLst/>
              <a:gdLst>
                <a:gd name="T0" fmla="*/ 78 w 366"/>
                <a:gd name="T1" fmla="*/ 0 h 530"/>
                <a:gd name="T2" fmla="*/ 0 w 366"/>
                <a:gd name="T3" fmla="*/ 74 h 530"/>
                <a:gd name="T4" fmla="*/ 0 w 366"/>
                <a:gd name="T5" fmla="*/ 203 h 530"/>
                <a:gd name="T6" fmla="*/ 0 w 366"/>
                <a:gd name="T7" fmla="*/ 387 h 530"/>
                <a:gd name="T8" fmla="*/ 134 w 366"/>
                <a:gd name="T9" fmla="*/ 530 h 530"/>
                <a:gd name="T10" fmla="*/ 310 w 366"/>
                <a:gd name="T11" fmla="*/ 530 h 530"/>
                <a:gd name="T12" fmla="*/ 366 w 366"/>
                <a:gd name="T13" fmla="*/ 462 h 530"/>
                <a:gd name="T14" fmla="*/ 366 w 366"/>
                <a:gd name="T15" fmla="*/ 197 h 5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6" h="530">
                  <a:moveTo>
                    <a:pt x="78" y="0"/>
                  </a:moveTo>
                  <a:lnTo>
                    <a:pt x="0" y="74"/>
                  </a:lnTo>
                  <a:lnTo>
                    <a:pt x="0" y="203"/>
                  </a:lnTo>
                  <a:lnTo>
                    <a:pt x="0" y="387"/>
                  </a:lnTo>
                  <a:lnTo>
                    <a:pt x="134" y="530"/>
                  </a:lnTo>
                  <a:lnTo>
                    <a:pt x="310" y="530"/>
                  </a:lnTo>
                  <a:lnTo>
                    <a:pt x="366" y="462"/>
                  </a:lnTo>
                  <a:lnTo>
                    <a:pt x="366" y="197"/>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25" name="Freeform 19">
              <a:extLst>
                <a:ext uri="{FF2B5EF4-FFF2-40B4-BE49-F238E27FC236}">
                  <a16:creationId xmlns:a16="http://schemas.microsoft.com/office/drawing/2014/main" id="{01713CB5-8851-3E4C-A0C4-2A9639137381}"/>
                </a:ext>
              </a:extLst>
            </p:cNvPr>
            <p:cNvSpPr>
              <a:spLocks/>
            </p:cNvSpPr>
            <p:nvPr/>
          </p:nvSpPr>
          <p:spPr bwMode="auto">
            <a:xfrm>
              <a:off x="4223" y="1988"/>
              <a:ext cx="91" cy="244"/>
            </a:xfrm>
            <a:custGeom>
              <a:avLst/>
              <a:gdLst>
                <a:gd name="T0" fmla="*/ 91 w 91"/>
                <a:gd name="T1" fmla="*/ 244 h 244"/>
                <a:gd name="T2" fmla="*/ 0 w 91"/>
                <a:gd name="T3" fmla="*/ 149 h 244"/>
                <a:gd name="T4" fmla="*/ 0 w 91"/>
                <a:gd name="T5" fmla="*/ 0 h 244"/>
              </a:gdLst>
              <a:ahLst/>
              <a:cxnLst>
                <a:cxn ang="0">
                  <a:pos x="T0" y="T1"/>
                </a:cxn>
                <a:cxn ang="0">
                  <a:pos x="T2" y="T3"/>
                </a:cxn>
                <a:cxn ang="0">
                  <a:pos x="T4" y="T5"/>
                </a:cxn>
              </a:cxnLst>
              <a:rect l="0" t="0" r="r" b="b"/>
              <a:pathLst>
                <a:path w="91" h="244">
                  <a:moveTo>
                    <a:pt x="91" y="244"/>
                  </a:moveTo>
                  <a:lnTo>
                    <a:pt x="0" y="149"/>
                  </a:lnTo>
                  <a:lnTo>
                    <a:pt x="0" y="0"/>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26" name="Freeform 20">
              <a:extLst>
                <a:ext uri="{FF2B5EF4-FFF2-40B4-BE49-F238E27FC236}">
                  <a16:creationId xmlns:a16="http://schemas.microsoft.com/office/drawing/2014/main" id="{183AC8EE-1643-6143-9C43-45FF1B9EF2FF}"/>
                </a:ext>
              </a:extLst>
            </p:cNvPr>
            <p:cNvSpPr>
              <a:spLocks/>
            </p:cNvSpPr>
            <p:nvPr/>
          </p:nvSpPr>
          <p:spPr bwMode="auto">
            <a:xfrm>
              <a:off x="3948" y="1899"/>
              <a:ext cx="127" cy="293"/>
            </a:xfrm>
            <a:custGeom>
              <a:avLst/>
              <a:gdLst>
                <a:gd name="T0" fmla="*/ 0 w 127"/>
                <a:gd name="T1" fmla="*/ 0 h 293"/>
                <a:gd name="T2" fmla="*/ 127 w 127"/>
                <a:gd name="T3" fmla="*/ 136 h 293"/>
                <a:gd name="T4" fmla="*/ 127 w 127"/>
                <a:gd name="T5" fmla="*/ 293 h 293"/>
              </a:gdLst>
              <a:ahLst/>
              <a:cxnLst>
                <a:cxn ang="0">
                  <a:pos x="T0" y="T1"/>
                </a:cxn>
                <a:cxn ang="0">
                  <a:pos x="T2" y="T3"/>
                </a:cxn>
                <a:cxn ang="0">
                  <a:pos x="T4" y="T5"/>
                </a:cxn>
              </a:cxnLst>
              <a:rect l="0" t="0" r="r" b="b"/>
              <a:pathLst>
                <a:path w="127" h="293">
                  <a:moveTo>
                    <a:pt x="0" y="0"/>
                  </a:moveTo>
                  <a:lnTo>
                    <a:pt x="127" y="136"/>
                  </a:lnTo>
                  <a:lnTo>
                    <a:pt x="127" y="293"/>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27" name="Freeform 21">
              <a:extLst>
                <a:ext uri="{FF2B5EF4-FFF2-40B4-BE49-F238E27FC236}">
                  <a16:creationId xmlns:a16="http://schemas.microsoft.com/office/drawing/2014/main" id="{88160F75-88B5-214C-8990-62F1BA87719C}"/>
                </a:ext>
              </a:extLst>
            </p:cNvPr>
            <p:cNvSpPr>
              <a:spLocks/>
            </p:cNvSpPr>
            <p:nvPr/>
          </p:nvSpPr>
          <p:spPr bwMode="auto">
            <a:xfrm>
              <a:off x="4054" y="2409"/>
              <a:ext cx="521" cy="265"/>
            </a:xfrm>
            <a:custGeom>
              <a:avLst/>
              <a:gdLst>
                <a:gd name="T0" fmla="*/ 521 w 521"/>
                <a:gd name="T1" fmla="*/ 0 h 265"/>
                <a:gd name="T2" fmla="*/ 521 w 521"/>
                <a:gd name="T3" fmla="*/ 170 h 265"/>
                <a:gd name="T4" fmla="*/ 429 w 521"/>
                <a:gd name="T5" fmla="*/ 265 h 265"/>
                <a:gd name="T6" fmla="*/ 197 w 521"/>
                <a:gd name="T7" fmla="*/ 265 h 265"/>
                <a:gd name="T8" fmla="*/ 105 w 521"/>
                <a:gd name="T9" fmla="*/ 163 h 265"/>
                <a:gd name="T10" fmla="*/ 0 w 521"/>
                <a:gd name="T11" fmla="*/ 163 h 265"/>
              </a:gdLst>
              <a:ahLst/>
              <a:cxnLst>
                <a:cxn ang="0">
                  <a:pos x="T0" y="T1"/>
                </a:cxn>
                <a:cxn ang="0">
                  <a:pos x="T2" y="T3"/>
                </a:cxn>
                <a:cxn ang="0">
                  <a:pos x="T4" y="T5"/>
                </a:cxn>
                <a:cxn ang="0">
                  <a:pos x="T6" y="T7"/>
                </a:cxn>
                <a:cxn ang="0">
                  <a:pos x="T8" y="T9"/>
                </a:cxn>
                <a:cxn ang="0">
                  <a:pos x="T10" y="T11"/>
                </a:cxn>
              </a:cxnLst>
              <a:rect l="0" t="0" r="r" b="b"/>
              <a:pathLst>
                <a:path w="521" h="265">
                  <a:moveTo>
                    <a:pt x="521" y="0"/>
                  </a:moveTo>
                  <a:lnTo>
                    <a:pt x="521" y="170"/>
                  </a:lnTo>
                  <a:lnTo>
                    <a:pt x="429" y="265"/>
                  </a:lnTo>
                  <a:lnTo>
                    <a:pt x="197" y="265"/>
                  </a:lnTo>
                  <a:lnTo>
                    <a:pt x="105" y="163"/>
                  </a:lnTo>
                  <a:lnTo>
                    <a:pt x="0" y="163"/>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28" name="Freeform 22">
              <a:extLst>
                <a:ext uri="{FF2B5EF4-FFF2-40B4-BE49-F238E27FC236}">
                  <a16:creationId xmlns:a16="http://schemas.microsoft.com/office/drawing/2014/main" id="{4FF64C5D-8610-5D44-96E8-7123AD89C095}"/>
                </a:ext>
              </a:extLst>
            </p:cNvPr>
            <p:cNvSpPr>
              <a:spLocks/>
            </p:cNvSpPr>
            <p:nvPr/>
          </p:nvSpPr>
          <p:spPr bwMode="auto">
            <a:xfrm>
              <a:off x="3941" y="2307"/>
              <a:ext cx="331" cy="822"/>
            </a:xfrm>
            <a:custGeom>
              <a:avLst/>
              <a:gdLst>
                <a:gd name="T0" fmla="*/ 92 w 331"/>
                <a:gd name="T1" fmla="*/ 0 h 822"/>
                <a:gd name="T2" fmla="*/ 0 w 331"/>
                <a:gd name="T3" fmla="*/ 95 h 822"/>
                <a:gd name="T4" fmla="*/ 0 w 331"/>
                <a:gd name="T5" fmla="*/ 720 h 822"/>
                <a:gd name="T6" fmla="*/ 99 w 331"/>
                <a:gd name="T7" fmla="*/ 822 h 822"/>
                <a:gd name="T8" fmla="*/ 190 w 331"/>
                <a:gd name="T9" fmla="*/ 822 h 822"/>
                <a:gd name="T10" fmla="*/ 331 w 331"/>
                <a:gd name="T11" fmla="*/ 673 h 822"/>
                <a:gd name="T12" fmla="*/ 331 w 331"/>
                <a:gd name="T13" fmla="*/ 523 h 822"/>
              </a:gdLst>
              <a:ahLst/>
              <a:cxnLst>
                <a:cxn ang="0">
                  <a:pos x="T0" y="T1"/>
                </a:cxn>
                <a:cxn ang="0">
                  <a:pos x="T2" y="T3"/>
                </a:cxn>
                <a:cxn ang="0">
                  <a:pos x="T4" y="T5"/>
                </a:cxn>
                <a:cxn ang="0">
                  <a:pos x="T6" y="T7"/>
                </a:cxn>
                <a:cxn ang="0">
                  <a:pos x="T8" y="T9"/>
                </a:cxn>
                <a:cxn ang="0">
                  <a:pos x="T10" y="T11"/>
                </a:cxn>
                <a:cxn ang="0">
                  <a:pos x="T12" y="T13"/>
                </a:cxn>
              </a:cxnLst>
              <a:rect l="0" t="0" r="r" b="b"/>
              <a:pathLst>
                <a:path w="331" h="822">
                  <a:moveTo>
                    <a:pt x="92" y="0"/>
                  </a:moveTo>
                  <a:lnTo>
                    <a:pt x="0" y="95"/>
                  </a:lnTo>
                  <a:lnTo>
                    <a:pt x="0" y="720"/>
                  </a:lnTo>
                  <a:lnTo>
                    <a:pt x="99" y="822"/>
                  </a:lnTo>
                  <a:lnTo>
                    <a:pt x="190" y="822"/>
                  </a:lnTo>
                  <a:lnTo>
                    <a:pt x="331" y="673"/>
                  </a:lnTo>
                  <a:lnTo>
                    <a:pt x="331" y="523"/>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29" name="Freeform 23">
              <a:extLst>
                <a:ext uri="{FF2B5EF4-FFF2-40B4-BE49-F238E27FC236}">
                  <a16:creationId xmlns:a16="http://schemas.microsoft.com/office/drawing/2014/main" id="{8D239C05-1E83-CC48-85FF-A38A956D3118}"/>
                </a:ext>
              </a:extLst>
            </p:cNvPr>
            <p:cNvSpPr>
              <a:spLocks/>
            </p:cNvSpPr>
            <p:nvPr/>
          </p:nvSpPr>
          <p:spPr bwMode="auto">
            <a:xfrm>
              <a:off x="3899" y="2960"/>
              <a:ext cx="472" cy="421"/>
            </a:xfrm>
            <a:custGeom>
              <a:avLst/>
              <a:gdLst>
                <a:gd name="T0" fmla="*/ 472 w 472"/>
                <a:gd name="T1" fmla="*/ 0 h 421"/>
                <a:gd name="T2" fmla="*/ 239 w 472"/>
                <a:gd name="T3" fmla="*/ 244 h 421"/>
                <a:gd name="T4" fmla="*/ 239 w 472"/>
                <a:gd name="T5" fmla="*/ 366 h 421"/>
                <a:gd name="T6" fmla="*/ 183 w 472"/>
                <a:gd name="T7" fmla="*/ 421 h 421"/>
                <a:gd name="T8" fmla="*/ 77 w 472"/>
                <a:gd name="T9" fmla="*/ 421 h 421"/>
                <a:gd name="T10" fmla="*/ 0 w 472"/>
                <a:gd name="T11" fmla="*/ 339 h 421"/>
                <a:gd name="T12" fmla="*/ 0 w 472"/>
                <a:gd name="T13" fmla="*/ 183 h 421"/>
                <a:gd name="T14" fmla="*/ 84 w 472"/>
                <a:gd name="T15" fmla="*/ 108 h 4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2" h="421">
                  <a:moveTo>
                    <a:pt x="472" y="0"/>
                  </a:moveTo>
                  <a:lnTo>
                    <a:pt x="239" y="244"/>
                  </a:lnTo>
                  <a:lnTo>
                    <a:pt x="239" y="366"/>
                  </a:lnTo>
                  <a:lnTo>
                    <a:pt x="183" y="421"/>
                  </a:lnTo>
                  <a:lnTo>
                    <a:pt x="77" y="421"/>
                  </a:lnTo>
                  <a:lnTo>
                    <a:pt x="0" y="339"/>
                  </a:lnTo>
                  <a:lnTo>
                    <a:pt x="0" y="183"/>
                  </a:lnTo>
                  <a:lnTo>
                    <a:pt x="84" y="108"/>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30" name="Freeform 24">
              <a:extLst>
                <a:ext uri="{FF2B5EF4-FFF2-40B4-BE49-F238E27FC236}">
                  <a16:creationId xmlns:a16="http://schemas.microsoft.com/office/drawing/2014/main" id="{7017AD69-A76B-2143-8774-177B3AD8DF1A}"/>
                </a:ext>
              </a:extLst>
            </p:cNvPr>
            <p:cNvSpPr>
              <a:spLocks/>
            </p:cNvSpPr>
            <p:nvPr/>
          </p:nvSpPr>
          <p:spPr bwMode="auto">
            <a:xfrm>
              <a:off x="3983" y="3129"/>
              <a:ext cx="57" cy="184"/>
            </a:xfrm>
            <a:custGeom>
              <a:avLst/>
              <a:gdLst>
                <a:gd name="T0" fmla="*/ 57 w 57"/>
                <a:gd name="T1" fmla="*/ 0 h 184"/>
                <a:gd name="T2" fmla="*/ 0 w 57"/>
                <a:gd name="T3" fmla="*/ 62 h 184"/>
                <a:gd name="T4" fmla="*/ 0 w 57"/>
                <a:gd name="T5" fmla="*/ 184 h 184"/>
              </a:gdLst>
              <a:ahLst/>
              <a:cxnLst>
                <a:cxn ang="0">
                  <a:pos x="T0" y="T1"/>
                </a:cxn>
                <a:cxn ang="0">
                  <a:pos x="T2" y="T3"/>
                </a:cxn>
                <a:cxn ang="0">
                  <a:pos x="T4" y="T5"/>
                </a:cxn>
              </a:cxnLst>
              <a:rect l="0" t="0" r="r" b="b"/>
              <a:pathLst>
                <a:path w="57" h="184">
                  <a:moveTo>
                    <a:pt x="57" y="0"/>
                  </a:moveTo>
                  <a:lnTo>
                    <a:pt x="0" y="62"/>
                  </a:lnTo>
                  <a:lnTo>
                    <a:pt x="0" y="184"/>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31" name="Freeform 25">
              <a:extLst>
                <a:ext uri="{FF2B5EF4-FFF2-40B4-BE49-F238E27FC236}">
                  <a16:creationId xmlns:a16="http://schemas.microsoft.com/office/drawing/2014/main" id="{AD500F5A-2452-C34D-BBCF-5D1963240E0B}"/>
                </a:ext>
              </a:extLst>
            </p:cNvPr>
            <p:cNvSpPr>
              <a:spLocks/>
            </p:cNvSpPr>
            <p:nvPr/>
          </p:nvSpPr>
          <p:spPr bwMode="auto">
            <a:xfrm>
              <a:off x="4314" y="2361"/>
              <a:ext cx="430" cy="449"/>
            </a:xfrm>
            <a:custGeom>
              <a:avLst/>
              <a:gdLst>
                <a:gd name="T0" fmla="*/ 430 w 430"/>
                <a:gd name="T1" fmla="*/ 0 h 449"/>
                <a:gd name="T2" fmla="*/ 430 w 430"/>
                <a:gd name="T3" fmla="*/ 218 h 449"/>
                <a:gd name="T4" fmla="*/ 205 w 430"/>
                <a:gd name="T5" fmla="*/ 449 h 449"/>
                <a:gd name="T6" fmla="*/ 71 w 430"/>
                <a:gd name="T7" fmla="*/ 449 h 449"/>
                <a:gd name="T8" fmla="*/ 0 w 430"/>
                <a:gd name="T9" fmla="*/ 374 h 449"/>
              </a:gdLst>
              <a:ahLst/>
              <a:cxnLst>
                <a:cxn ang="0">
                  <a:pos x="T0" y="T1"/>
                </a:cxn>
                <a:cxn ang="0">
                  <a:pos x="T2" y="T3"/>
                </a:cxn>
                <a:cxn ang="0">
                  <a:pos x="T4" y="T5"/>
                </a:cxn>
                <a:cxn ang="0">
                  <a:pos x="T6" y="T7"/>
                </a:cxn>
                <a:cxn ang="0">
                  <a:pos x="T8" y="T9"/>
                </a:cxn>
              </a:cxnLst>
              <a:rect l="0" t="0" r="r" b="b"/>
              <a:pathLst>
                <a:path w="430" h="449">
                  <a:moveTo>
                    <a:pt x="430" y="0"/>
                  </a:moveTo>
                  <a:lnTo>
                    <a:pt x="430" y="218"/>
                  </a:lnTo>
                  <a:lnTo>
                    <a:pt x="205" y="449"/>
                  </a:lnTo>
                  <a:lnTo>
                    <a:pt x="71" y="449"/>
                  </a:lnTo>
                  <a:lnTo>
                    <a:pt x="0" y="374"/>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32" name="Freeform 26">
              <a:extLst>
                <a:ext uri="{FF2B5EF4-FFF2-40B4-BE49-F238E27FC236}">
                  <a16:creationId xmlns:a16="http://schemas.microsoft.com/office/drawing/2014/main" id="{BCBB3558-D392-694D-ACDC-9054D5894521}"/>
                </a:ext>
              </a:extLst>
            </p:cNvPr>
            <p:cNvSpPr>
              <a:spLocks/>
            </p:cNvSpPr>
            <p:nvPr/>
          </p:nvSpPr>
          <p:spPr bwMode="auto">
            <a:xfrm>
              <a:off x="4272" y="2810"/>
              <a:ext cx="247" cy="394"/>
            </a:xfrm>
            <a:custGeom>
              <a:avLst/>
              <a:gdLst>
                <a:gd name="T0" fmla="*/ 247 w 247"/>
                <a:gd name="T1" fmla="*/ 0 h 394"/>
                <a:gd name="T2" fmla="*/ 247 w 247"/>
                <a:gd name="T3" fmla="*/ 129 h 394"/>
                <a:gd name="T4" fmla="*/ 0 w 247"/>
                <a:gd name="T5" fmla="*/ 394 h 394"/>
              </a:gdLst>
              <a:ahLst/>
              <a:cxnLst>
                <a:cxn ang="0">
                  <a:pos x="T0" y="T1"/>
                </a:cxn>
                <a:cxn ang="0">
                  <a:pos x="T2" y="T3"/>
                </a:cxn>
                <a:cxn ang="0">
                  <a:pos x="T4" y="T5"/>
                </a:cxn>
              </a:cxnLst>
              <a:rect l="0" t="0" r="r" b="b"/>
              <a:pathLst>
                <a:path w="247" h="394">
                  <a:moveTo>
                    <a:pt x="247" y="0"/>
                  </a:moveTo>
                  <a:lnTo>
                    <a:pt x="247" y="129"/>
                  </a:lnTo>
                  <a:lnTo>
                    <a:pt x="0" y="394"/>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33" name="Freeform 27">
              <a:extLst>
                <a:ext uri="{FF2B5EF4-FFF2-40B4-BE49-F238E27FC236}">
                  <a16:creationId xmlns:a16="http://schemas.microsoft.com/office/drawing/2014/main" id="{DE46C4D3-D411-4D49-8AF6-AFA65DCDAB42}"/>
                </a:ext>
              </a:extLst>
            </p:cNvPr>
            <p:cNvSpPr>
              <a:spLocks/>
            </p:cNvSpPr>
            <p:nvPr/>
          </p:nvSpPr>
          <p:spPr bwMode="auto">
            <a:xfrm>
              <a:off x="4265" y="3061"/>
              <a:ext cx="141" cy="306"/>
            </a:xfrm>
            <a:custGeom>
              <a:avLst/>
              <a:gdLst>
                <a:gd name="T0" fmla="*/ 141 w 141"/>
                <a:gd name="T1" fmla="*/ 0 h 306"/>
                <a:gd name="T2" fmla="*/ 141 w 141"/>
                <a:gd name="T3" fmla="*/ 157 h 306"/>
                <a:gd name="T4" fmla="*/ 0 w 141"/>
                <a:gd name="T5" fmla="*/ 306 h 306"/>
              </a:gdLst>
              <a:ahLst/>
              <a:cxnLst>
                <a:cxn ang="0">
                  <a:pos x="T0" y="T1"/>
                </a:cxn>
                <a:cxn ang="0">
                  <a:pos x="T2" y="T3"/>
                </a:cxn>
                <a:cxn ang="0">
                  <a:pos x="T4" y="T5"/>
                </a:cxn>
              </a:cxnLst>
              <a:rect l="0" t="0" r="r" b="b"/>
              <a:pathLst>
                <a:path w="141" h="306">
                  <a:moveTo>
                    <a:pt x="141" y="0"/>
                  </a:moveTo>
                  <a:lnTo>
                    <a:pt x="141" y="157"/>
                  </a:lnTo>
                  <a:lnTo>
                    <a:pt x="0" y="306"/>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34" name="Freeform 28">
              <a:extLst>
                <a:ext uri="{FF2B5EF4-FFF2-40B4-BE49-F238E27FC236}">
                  <a16:creationId xmlns:a16="http://schemas.microsoft.com/office/drawing/2014/main" id="{916C734F-6E82-D346-ACDC-17790033F05D}"/>
                </a:ext>
              </a:extLst>
            </p:cNvPr>
            <p:cNvSpPr>
              <a:spLocks/>
            </p:cNvSpPr>
            <p:nvPr/>
          </p:nvSpPr>
          <p:spPr bwMode="auto">
            <a:xfrm>
              <a:off x="4511" y="2878"/>
              <a:ext cx="353" cy="204"/>
            </a:xfrm>
            <a:custGeom>
              <a:avLst/>
              <a:gdLst>
                <a:gd name="T0" fmla="*/ 353 w 353"/>
                <a:gd name="T1" fmla="*/ 0 h 204"/>
                <a:gd name="T2" fmla="*/ 198 w 353"/>
                <a:gd name="T3" fmla="*/ 0 h 204"/>
                <a:gd name="T4" fmla="*/ 0 w 353"/>
                <a:gd name="T5" fmla="*/ 204 h 204"/>
              </a:gdLst>
              <a:ahLst/>
              <a:cxnLst>
                <a:cxn ang="0">
                  <a:pos x="T0" y="T1"/>
                </a:cxn>
                <a:cxn ang="0">
                  <a:pos x="T2" y="T3"/>
                </a:cxn>
                <a:cxn ang="0">
                  <a:pos x="T4" y="T5"/>
                </a:cxn>
              </a:cxnLst>
              <a:rect l="0" t="0" r="r" b="b"/>
              <a:pathLst>
                <a:path w="353" h="204">
                  <a:moveTo>
                    <a:pt x="353" y="0"/>
                  </a:moveTo>
                  <a:lnTo>
                    <a:pt x="198" y="0"/>
                  </a:lnTo>
                  <a:lnTo>
                    <a:pt x="0" y="204"/>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35" name="Freeform 29">
              <a:extLst>
                <a:ext uri="{FF2B5EF4-FFF2-40B4-BE49-F238E27FC236}">
                  <a16:creationId xmlns:a16="http://schemas.microsoft.com/office/drawing/2014/main" id="{A36E3A66-6132-AC4F-8386-1660A623848E}"/>
                </a:ext>
              </a:extLst>
            </p:cNvPr>
            <p:cNvSpPr>
              <a:spLocks/>
            </p:cNvSpPr>
            <p:nvPr/>
          </p:nvSpPr>
          <p:spPr bwMode="auto">
            <a:xfrm>
              <a:off x="4617" y="2409"/>
              <a:ext cx="239" cy="449"/>
            </a:xfrm>
            <a:custGeom>
              <a:avLst/>
              <a:gdLst>
                <a:gd name="T0" fmla="*/ 239 w 239"/>
                <a:gd name="T1" fmla="*/ 0 h 449"/>
                <a:gd name="T2" fmla="*/ 239 w 239"/>
                <a:gd name="T3" fmla="*/ 204 h 449"/>
                <a:gd name="T4" fmla="*/ 0 w 239"/>
                <a:gd name="T5" fmla="*/ 449 h 449"/>
              </a:gdLst>
              <a:ahLst/>
              <a:cxnLst>
                <a:cxn ang="0">
                  <a:pos x="T0" y="T1"/>
                </a:cxn>
                <a:cxn ang="0">
                  <a:pos x="T2" y="T3"/>
                </a:cxn>
                <a:cxn ang="0">
                  <a:pos x="T4" y="T5"/>
                </a:cxn>
              </a:cxnLst>
              <a:rect l="0" t="0" r="r" b="b"/>
              <a:pathLst>
                <a:path w="239" h="449">
                  <a:moveTo>
                    <a:pt x="239" y="0"/>
                  </a:moveTo>
                  <a:lnTo>
                    <a:pt x="239" y="204"/>
                  </a:lnTo>
                  <a:lnTo>
                    <a:pt x="0" y="449"/>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36" name="Freeform 30">
              <a:extLst>
                <a:ext uri="{FF2B5EF4-FFF2-40B4-BE49-F238E27FC236}">
                  <a16:creationId xmlns:a16="http://schemas.microsoft.com/office/drawing/2014/main" id="{AF725E2C-0CD8-9A44-B04E-23921A07AFFD}"/>
                </a:ext>
              </a:extLst>
            </p:cNvPr>
            <p:cNvSpPr>
              <a:spLocks/>
            </p:cNvSpPr>
            <p:nvPr/>
          </p:nvSpPr>
          <p:spPr bwMode="auto">
            <a:xfrm>
              <a:off x="4772" y="2701"/>
              <a:ext cx="63" cy="116"/>
            </a:xfrm>
            <a:custGeom>
              <a:avLst/>
              <a:gdLst>
                <a:gd name="T0" fmla="*/ 0 w 63"/>
                <a:gd name="T1" fmla="*/ 0 h 116"/>
                <a:gd name="T2" fmla="*/ 63 w 63"/>
                <a:gd name="T3" fmla="*/ 68 h 116"/>
                <a:gd name="T4" fmla="*/ 14 w 63"/>
                <a:gd name="T5" fmla="*/ 116 h 116"/>
              </a:gdLst>
              <a:ahLst/>
              <a:cxnLst>
                <a:cxn ang="0">
                  <a:pos x="T0" y="T1"/>
                </a:cxn>
                <a:cxn ang="0">
                  <a:pos x="T2" y="T3"/>
                </a:cxn>
                <a:cxn ang="0">
                  <a:pos x="T4" y="T5"/>
                </a:cxn>
              </a:cxnLst>
              <a:rect l="0" t="0" r="r" b="b"/>
              <a:pathLst>
                <a:path w="63" h="116">
                  <a:moveTo>
                    <a:pt x="0" y="0"/>
                  </a:moveTo>
                  <a:lnTo>
                    <a:pt x="63" y="68"/>
                  </a:lnTo>
                  <a:lnTo>
                    <a:pt x="14" y="116"/>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37" name="Freeform 31">
              <a:extLst>
                <a:ext uri="{FF2B5EF4-FFF2-40B4-BE49-F238E27FC236}">
                  <a16:creationId xmlns:a16="http://schemas.microsoft.com/office/drawing/2014/main" id="{DFFEC78C-EEE3-EF4F-A678-A89936F8DEC5}"/>
                </a:ext>
              </a:extLst>
            </p:cNvPr>
            <p:cNvSpPr>
              <a:spLocks/>
            </p:cNvSpPr>
            <p:nvPr/>
          </p:nvSpPr>
          <p:spPr bwMode="auto">
            <a:xfrm>
              <a:off x="4012" y="2674"/>
              <a:ext cx="239" cy="116"/>
            </a:xfrm>
            <a:custGeom>
              <a:avLst/>
              <a:gdLst>
                <a:gd name="T0" fmla="*/ 239 w 239"/>
                <a:gd name="T1" fmla="*/ 0 h 116"/>
                <a:gd name="T2" fmla="*/ 126 w 239"/>
                <a:gd name="T3" fmla="*/ 116 h 116"/>
                <a:gd name="T4" fmla="*/ 0 w 239"/>
                <a:gd name="T5" fmla="*/ 116 h 116"/>
              </a:gdLst>
              <a:ahLst/>
              <a:cxnLst>
                <a:cxn ang="0">
                  <a:pos x="T0" y="T1"/>
                </a:cxn>
                <a:cxn ang="0">
                  <a:pos x="T2" y="T3"/>
                </a:cxn>
                <a:cxn ang="0">
                  <a:pos x="T4" y="T5"/>
                </a:cxn>
              </a:cxnLst>
              <a:rect l="0" t="0" r="r" b="b"/>
              <a:pathLst>
                <a:path w="239" h="116">
                  <a:moveTo>
                    <a:pt x="239" y="0"/>
                  </a:moveTo>
                  <a:lnTo>
                    <a:pt x="126" y="116"/>
                  </a:lnTo>
                  <a:lnTo>
                    <a:pt x="0" y="116"/>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38" name="Freeform 32">
              <a:extLst>
                <a:ext uri="{FF2B5EF4-FFF2-40B4-BE49-F238E27FC236}">
                  <a16:creationId xmlns:a16="http://schemas.microsoft.com/office/drawing/2014/main" id="{FBECD0B4-86F8-D54F-A985-93F20D8646DA}"/>
                </a:ext>
              </a:extLst>
            </p:cNvPr>
            <p:cNvSpPr>
              <a:spLocks/>
            </p:cNvSpPr>
            <p:nvPr/>
          </p:nvSpPr>
          <p:spPr bwMode="auto">
            <a:xfrm>
              <a:off x="4047" y="2790"/>
              <a:ext cx="91" cy="224"/>
            </a:xfrm>
            <a:custGeom>
              <a:avLst/>
              <a:gdLst>
                <a:gd name="T0" fmla="*/ 91 w 91"/>
                <a:gd name="T1" fmla="*/ 0 h 224"/>
                <a:gd name="T2" fmla="*/ 91 w 91"/>
                <a:gd name="T3" fmla="*/ 136 h 224"/>
                <a:gd name="T4" fmla="*/ 0 w 91"/>
                <a:gd name="T5" fmla="*/ 224 h 224"/>
              </a:gdLst>
              <a:ahLst/>
              <a:cxnLst>
                <a:cxn ang="0">
                  <a:pos x="T0" y="T1"/>
                </a:cxn>
                <a:cxn ang="0">
                  <a:pos x="T2" y="T3"/>
                </a:cxn>
                <a:cxn ang="0">
                  <a:pos x="T4" y="T5"/>
                </a:cxn>
              </a:cxnLst>
              <a:rect l="0" t="0" r="r" b="b"/>
              <a:pathLst>
                <a:path w="91" h="224">
                  <a:moveTo>
                    <a:pt x="91" y="0"/>
                  </a:moveTo>
                  <a:lnTo>
                    <a:pt x="91" y="136"/>
                  </a:lnTo>
                  <a:lnTo>
                    <a:pt x="0" y="224"/>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39" name="Freeform 33">
              <a:extLst>
                <a:ext uri="{FF2B5EF4-FFF2-40B4-BE49-F238E27FC236}">
                  <a16:creationId xmlns:a16="http://schemas.microsoft.com/office/drawing/2014/main" id="{0B58CA71-871C-C348-94A1-08CBA9419EDC}"/>
                </a:ext>
              </a:extLst>
            </p:cNvPr>
            <p:cNvSpPr>
              <a:spLocks/>
            </p:cNvSpPr>
            <p:nvPr/>
          </p:nvSpPr>
          <p:spPr bwMode="auto">
            <a:xfrm>
              <a:off x="4610" y="2987"/>
              <a:ext cx="106" cy="231"/>
            </a:xfrm>
            <a:custGeom>
              <a:avLst/>
              <a:gdLst>
                <a:gd name="T0" fmla="*/ 0 w 106"/>
                <a:gd name="T1" fmla="*/ 0 h 231"/>
                <a:gd name="T2" fmla="*/ 106 w 106"/>
                <a:gd name="T3" fmla="*/ 115 h 231"/>
                <a:gd name="T4" fmla="*/ 0 w 106"/>
                <a:gd name="T5" fmla="*/ 231 h 231"/>
              </a:gdLst>
              <a:ahLst/>
              <a:cxnLst>
                <a:cxn ang="0">
                  <a:pos x="T0" y="T1"/>
                </a:cxn>
                <a:cxn ang="0">
                  <a:pos x="T2" y="T3"/>
                </a:cxn>
                <a:cxn ang="0">
                  <a:pos x="T4" y="T5"/>
                </a:cxn>
              </a:cxnLst>
              <a:rect l="0" t="0" r="r" b="b"/>
              <a:pathLst>
                <a:path w="106" h="231">
                  <a:moveTo>
                    <a:pt x="0" y="0"/>
                  </a:moveTo>
                  <a:lnTo>
                    <a:pt x="106" y="115"/>
                  </a:lnTo>
                  <a:lnTo>
                    <a:pt x="0" y="231"/>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40" name="Line 34">
              <a:extLst>
                <a:ext uri="{FF2B5EF4-FFF2-40B4-BE49-F238E27FC236}">
                  <a16:creationId xmlns:a16="http://schemas.microsoft.com/office/drawing/2014/main" id="{C01EEC80-B33B-784D-A357-7EA6D5D0A400}"/>
                </a:ext>
              </a:extLst>
            </p:cNvPr>
            <p:cNvSpPr>
              <a:spLocks noChangeShapeType="1"/>
            </p:cNvSpPr>
            <p:nvPr/>
          </p:nvSpPr>
          <p:spPr bwMode="auto">
            <a:xfrm>
              <a:off x="4364" y="2457"/>
              <a:ext cx="91" cy="95"/>
            </a:xfrm>
            <a:prstGeom prst="line">
              <a:avLst/>
            </a:prstGeom>
            <a:noFill/>
            <a:ln w="11113" cap="flat">
              <a:solidFill>
                <a:srgbClr val="29ABE2"/>
              </a:solidFill>
              <a:prstDash val="solid"/>
              <a:miter lim="800000"/>
              <a:headEnd/>
              <a:tailEnd type="oval"/>
            </a:ln>
            <a:extLst>
              <a:ext uri="{909E8E84-426E-40DD-AFC4-6F175D3DCCD1}">
                <a14:hiddenFill xmlns:a14="http://schemas.microsoft.com/office/drawing/2010/main">
                  <a:no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41" name="Freeform 35">
              <a:extLst>
                <a:ext uri="{FF2B5EF4-FFF2-40B4-BE49-F238E27FC236}">
                  <a16:creationId xmlns:a16="http://schemas.microsoft.com/office/drawing/2014/main" id="{452C54AF-B1A7-B141-ABE8-9B204056E65E}"/>
                </a:ext>
              </a:extLst>
            </p:cNvPr>
            <p:cNvSpPr>
              <a:spLocks/>
            </p:cNvSpPr>
            <p:nvPr/>
          </p:nvSpPr>
          <p:spPr bwMode="auto">
            <a:xfrm>
              <a:off x="3934" y="1301"/>
              <a:ext cx="49" cy="150"/>
            </a:xfrm>
            <a:custGeom>
              <a:avLst/>
              <a:gdLst>
                <a:gd name="T0" fmla="*/ 49 w 49"/>
                <a:gd name="T1" fmla="*/ 0 h 150"/>
                <a:gd name="T2" fmla="*/ 0 w 49"/>
                <a:gd name="T3" fmla="*/ 48 h 150"/>
                <a:gd name="T4" fmla="*/ 0 w 49"/>
                <a:gd name="T5" fmla="*/ 116 h 150"/>
                <a:gd name="T6" fmla="*/ 35 w 49"/>
                <a:gd name="T7" fmla="*/ 150 h 150"/>
              </a:gdLst>
              <a:ahLst/>
              <a:cxnLst>
                <a:cxn ang="0">
                  <a:pos x="T0" y="T1"/>
                </a:cxn>
                <a:cxn ang="0">
                  <a:pos x="T2" y="T3"/>
                </a:cxn>
                <a:cxn ang="0">
                  <a:pos x="T4" y="T5"/>
                </a:cxn>
                <a:cxn ang="0">
                  <a:pos x="T6" y="T7"/>
                </a:cxn>
              </a:cxnLst>
              <a:rect l="0" t="0" r="r" b="b"/>
              <a:pathLst>
                <a:path w="49" h="150">
                  <a:moveTo>
                    <a:pt x="49" y="0"/>
                  </a:moveTo>
                  <a:lnTo>
                    <a:pt x="0" y="48"/>
                  </a:lnTo>
                  <a:lnTo>
                    <a:pt x="0" y="116"/>
                  </a:lnTo>
                  <a:lnTo>
                    <a:pt x="35" y="150"/>
                  </a:lnTo>
                </a:path>
              </a:pathLst>
            </a:custGeom>
            <a:noFill/>
            <a:ln w="11113" cap="flat">
              <a:solidFill>
                <a:srgbClr val="29ABE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grpSp>
      <p:grpSp>
        <p:nvGrpSpPr>
          <p:cNvPr id="142" name="Group 4">
            <a:extLst>
              <a:ext uri="{FF2B5EF4-FFF2-40B4-BE49-F238E27FC236}">
                <a16:creationId xmlns:a16="http://schemas.microsoft.com/office/drawing/2014/main" id="{717CFF29-2FD5-5D42-B0E2-2DE7143EA60F}"/>
              </a:ext>
            </a:extLst>
          </p:cNvPr>
          <p:cNvGrpSpPr>
            <a:grpSpLocks noChangeAspect="1"/>
          </p:cNvGrpSpPr>
          <p:nvPr/>
        </p:nvGrpSpPr>
        <p:grpSpPr bwMode="auto">
          <a:xfrm flipH="1">
            <a:off x="3536769" y="2373935"/>
            <a:ext cx="1297336" cy="3168516"/>
            <a:chOff x="3899" y="1111"/>
            <a:chExt cx="1049" cy="2562"/>
          </a:xfrm>
        </p:grpSpPr>
        <p:sp>
          <p:nvSpPr>
            <p:cNvPr id="143" name="Freeform 5">
              <a:extLst>
                <a:ext uri="{FF2B5EF4-FFF2-40B4-BE49-F238E27FC236}">
                  <a16:creationId xmlns:a16="http://schemas.microsoft.com/office/drawing/2014/main" id="{0AE5FCCC-4415-6B4F-8BE8-76D14C1E5487}"/>
                </a:ext>
              </a:extLst>
            </p:cNvPr>
            <p:cNvSpPr>
              <a:spLocks/>
            </p:cNvSpPr>
            <p:nvPr/>
          </p:nvSpPr>
          <p:spPr bwMode="auto">
            <a:xfrm>
              <a:off x="3955" y="1111"/>
              <a:ext cx="556" cy="1346"/>
            </a:xfrm>
            <a:custGeom>
              <a:avLst/>
              <a:gdLst>
                <a:gd name="T0" fmla="*/ 303 w 556"/>
                <a:gd name="T1" fmla="*/ 503 h 1346"/>
                <a:gd name="T2" fmla="*/ 303 w 556"/>
                <a:gd name="T3" fmla="*/ 340 h 1346"/>
                <a:gd name="T4" fmla="*/ 197 w 556"/>
                <a:gd name="T5" fmla="*/ 231 h 1346"/>
                <a:gd name="T6" fmla="*/ 71 w 556"/>
                <a:gd name="T7" fmla="*/ 231 h 1346"/>
                <a:gd name="T8" fmla="*/ 0 w 556"/>
                <a:gd name="T9" fmla="*/ 156 h 1346"/>
                <a:gd name="T10" fmla="*/ 0 w 556"/>
                <a:gd name="T11" fmla="*/ 75 h 1346"/>
                <a:gd name="T12" fmla="*/ 71 w 556"/>
                <a:gd name="T13" fmla="*/ 0 h 1346"/>
                <a:gd name="T14" fmla="*/ 254 w 556"/>
                <a:gd name="T15" fmla="*/ 0 h 1346"/>
                <a:gd name="T16" fmla="*/ 451 w 556"/>
                <a:gd name="T17" fmla="*/ 204 h 1346"/>
                <a:gd name="T18" fmla="*/ 451 w 556"/>
                <a:gd name="T19" fmla="*/ 523 h 1346"/>
                <a:gd name="T20" fmla="*/ 359 w 556"/>
                <a:gd name="T21" fmla="*/ 618 h 1346"/>
                <a:gd name="T22" fmla="*/ 556 w 556"/>
                <a:gd name="T23" fmla="*/ 822 h 1346"/>
                <a:gd name="T24" fmla="*/ 423 w 556"/>
                <a:gd name="T25" fmla="*/ 958 h 1346"/>
                <a:gd name="T26" fmla="*/ 423 w 556"/>
                <a:gd name="T27" fmla="*/ 1250 h 1346"/>
                <a:gd name="T28" fmla="*/ 331 w 556"/>
                <a:gd name="T29" fmla="*/ 1346 h 1346"/>
                <a:gd name="T30" fmla="*/ 169 w 556"/>
                <a:gd name="T31" fmla="*/ 1346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6" h="1346">
                  <a:moveTo>
                    <a:pt x="303" y="503"/>
                  </a:moveTo>
                  <a:lnTo>
                    <a:pt x="303" y="340"/>
                  </a:lnTo>
                  <a:lnTo>
                    <a:pt x="197" y="231"/>
                  </a:lnTo>
                  <a:lnTo>
                    <a:pt x="71" y="231"/>
                  </a:lnTo>
                  <a:lnTo>
                    <a:pt x="0" y="156"/>
                  </a:lnTo>
                  <a:lnTo>
                    <a:pt x="0" y="75"/>
                  </a:lnTo>
                  <a:lnTo>
                    <a:pt x="71" y="0"/>
                  </a:lnTo>
                  <a:lnTo>
                    <a:pt x="254" y="0"/>
                  </a:lnTo>
                  <a:lnTo>
                    <a:pt x="451" y="204"/>
                  </a:lnTo>
                  <a:lnTo>
                    <a:pt x="451" y="523"/>
                  </a:lnTo>
                  <a:lnTo>
                    <a:pt x="359" y="618"/>
                  </a:lnTo>
                  <a:lnTo>
                    <a:pt x="556" y="822"/>
                  </a:lnTo>
                  <a:lnTo>
                    <a:pt x="423" y="958"/>
                  </a:lnTo>
                  <a:lnTo>
                    <a:pt x="423" y="1250"/>
                  </a:lnTo>
                  <a:lnTo>
                    <a:pt x="331" y="1346"/>
                  </a:lnTo>
                  <a:lnTo>
                    <a:pt x="169" y="1346"/>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44" name="Line 6">
              <a:extLst>
                <a:ext uri="{FF2B5EF4-FFF2-40B4-BE49-F238E27FC236}">
                  <a16:creationId xmlns:a16="http://schemas.microsoft.com/office/drawing/2014/main" id="{08DFCF7A-5E31-A94D-9DA9-6AD1D65C8716}"/>
                </a:ext>
              </a:extLst>
            </p:cNvPr>
            <p:cNvSpPr>
              <a:spLocks noChangeShapeType="1"/>
            </p:cNvSpPr>
            <p:nvPr/>
          </p:nvSpPr>
          <p:spPr bwMode="auto">
            <a:xfrm>
              <a:off x="4152" y="1342"/>
              <a:ext cx="155" cy="0"/>
            </a:xfrm>
            <a:prstGeom prst="line">
              <a:avLst/>
            </a:prstGeom>
            <a:noFill/>
            <a:ln w="11113" cap="flat">
              <a:solidFill>
                <a:srgbClr val="86BC25"/>
              </a:solidFill>
              <a:prstDash val="solid"/>
              <a:miter lim="800000"/>
              <a:headEnd/>
              <a:tailEnd type="oval"/>
            </a:ln>
            <a:extLst>
              <a:ext uri="{909E8E84-426E-40DD-AFC4-6F175D3DCCD1}">
                <a14:hiddenFill xmlns:a14="http://schemas.microsoft.com/office/drawing/2010/main">
                  <a:no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45" name="Freeform 7">
              <a:extLst>
                <a:ext uri="{FF2B5EF4-FFF2-40B4-BE49-F238E27FC236}">
                  <a16:creationId xmlns:a16="http://schemas.microsoft.com/office/drawing/2014/main" id="{727DEDAA-281B-A14C-8969-DE2ECF867F72}"/>
                </a:ext>
              </a:extLst>
            </p:cNvPr>
            <p:cNvSpPr>
              <a:spLocks/>
            </p:cNvSpPr>
            <p:nvPr/>
          </p:nvSpPr>
          <p:spPr bwMode="auto">
            <a:xfrm>
              <a:off x="4068" y="1220"/>
              <a:ext cx="148" cy="122"/>
            </a:xfrm>
            <a:custGeom>
              <a:avLst/>
              <a:gdLst>
                <a:gd name="T0" fmla="*/ 148 w 148"/>
                <a:gd name="T1" fmla="*/ 122 h 122"/>
                <a:gd name="T2" fmla="*/ 148 w 148"/>
                <a:gd name="T3" fmla="*/ 88 h 122"/>
                <a:gd name="T4" fmla="*/ 70 w 148"/>
                <a:gd name="T5" fmla="*/ 0 h 122"/>
                <a:gd name="T6" fmla="*/ 0 w 148"/>
                <a:gd name="T7" fmla="*/ 0 h 122"/>
              </a:gdLst>
              <a:ahLst/>
              <a:cxnLst>
                <a:cxn ang="0">
                  <a:pos x="T0" y="T1"/>
                </a:cxn>
                <a:cxn ang="0">
                  <a:pos x="T2" y="T3"/>
                </a:cxn>
                <a:cxn ang="0">
                  <a:pos x="T4" y="T5"/>
                </a:cxn>
                <a:cxn ang="0">
                  <a:pos x="T6" y="T7"/>
                </a:cxn>
              </a:cxnLst>
              <a:rect l="0" t="0" r="r" b="b"/>
              <a:pathLst>
                <a:path w="148" h="122">
                  <a:moveTo>
                    <a:pt x="148" y="122"/>
                  </a:moveTo>
                  <a:lnTo>
                    <a:pt x="148" y="88"/>
                  </a:lnTo>
                  <a:lnTo>
                    <a:pt x="70" y="0"/>
                  </a:lnTo>
                  <a:lnTo>
                    <a:pt x="0" y="0"/>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46" name="Freeform 8">
              <a:extLst>
                <a:ext uri="{FF2B5EF4-FFF2-40B4-BE49-F238E27FC236}">
                  <a16:creationId xmlns:a16="http://schemas.microsoft.com/office/drawing/2014/main" id="{2720FDAE-DD46-ED46-BECD-4C8D8EFCDA33}"/>
                </a:ext>
              </a:extLst>
            </p:cNvPr>
            <p:cNvSpPr>
              <a:spLocks/>
            </p:cNvSpPr>
            <p:nvPr/>
          </p:nvSpPr>
          <p:spPr bwMode="auto">
            <a:xfrm>
              <a:off x="3934" y="1417"/>
              <a:ext cx="444" cy="503"/>
            </a:xfrm>
            <a:custGeom>
              <a:avLst/>
              <a:gdLst>
                <a:gd name="T0" fmla="*/ 444 w 444"/>
                <a:gd name="T1" fmla="*/ 503 h 503"/>
                <a:gd name="T2" fmla="*/ 324 w 444"/>
                <a:gd name="T3" fmla="*/ 503 h 503"/>
                <a:gd name="T4" fmla="*/ 232 w 444"/>
                <a:gd name="T5" fmla="*/ 408 h 503"/>
                <a:gd name="T6" fmla="*/ 92 w 444"/>
                <a:gd name="T7" fmla="*/ 408 h 503"/>
                <a:gd name="T8" fmla="*/ 0 w 444"/>
                <a:gd name="T9" fmla="*/ 312 h 503"/>
                <a:gd name="T10" fmla="*/ 0 w 444"/>
                <a:gd name="T11" fmla="*/ 68 h 503"/>
                <a:gd name="T12" fmla="*/ 63 w 444"/>
                <a:gd name="T13" fmla="*/ 0 h 503"/>
                <a:gd name="T14" fmla="*/ 169 w 444"/>
                <a:gd name="T15" fmla="*/ 0 h 503"/>
                <a:gd name="T16" fmla="*/ 240 w 444"/>
                <a:gd name="T17" fmla="*/ 75 h 503"/>
                <a:gd name="T18" fmla="*/ 240 w 444"/>
                <a:gd name="T19" fmla="*/ 285 h 503"/>
                <a:gd name="T20" fmla="*/ 345 w 444"/>
                <a:gd name="T21" fmla="*/ 40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4" h="503">
                  <a:moveTo>
                    <a:pt x="444" y="503"/>
                  </a:moveTo>
                  <a:lnTo>
                    <a:pt x="324" y="503"/>
                  </a:lnTo>
                  <a:lnTo>
                    <a:pt x="232" y="408"/>
                  </a:lnTo>
                  <a:lnTo>
                    <a:pt x="92" y="408"/>
                  </a:lnTo>
                  <a:lnTo>
                    <a:pt x="0" y="312"/>
                  </a:lnTo>
                  <a:lnTo>
                    <a:pt x="0" y="68"/>
                  </a:lnTo>
                  <a:lnTo>
                    <a:pt x="63" y="0"/>
                  </a:lnTo>
                  <a:lnTo>
                    <a:pt x="169" y="0"/>
                  </a:lnTo>
                  <a:lnTo>
                    <a:pt x="240" y="75"/>
                  </a:lnTo>
                  <a:lnTo>
                    <a:pt x="240" y="285"/>
                  </a:lnTo>
                  <a:lnTo>
                    <a:pt x="345" y="401"/>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47" name="Freeform 9">
              <a:extLst>
                <a:ext uri="{FF2B5EF4-FFF2-40B4-BE49-F238E27FC236}">
                  <a16:creationId xmlns:a16="http://schemas.microsoft.com/office/drawing/2014/main" id="{4772D099-305E-1341-8C83-0BB58F247064}"/>
                </a:ext>
              </a:extLst>
            </p:cNvPr>
            <p:cNvSpPr>
              <a:spLocks/>
            </p:cNvSpPr>
            <p:nvPr/>
          </p:nvSpPr>
          <p:spPr bwMode="auto">
            <a:xfrm>
              <a:off x="4033" y="1594"/>
              <a:ext cx="141" cy="54"/>
            </a:xfrm>
            <a:custGeom>
              <a:avLst/>
              <a:gdLst>
                <a:gd name="T0" fmla="*/ 141 w 141"/>
                <a:gd name="T1" fmla="*/ 0 h 54"/>
                <a:gd name="T2" fmla="*/ 56 w 141"/>
                <a:gd name="T3" fmla="*/ 0 h 54"/>
                <a:gd name="T4" fmla="*/ 0 w 141"/>
                <a:gd name="T5" fmla="*/ 54 h 54"/>
              </a:gdLst>
              <a:ahLst/>
              <a:cxnLst>
                <a:cxn ang="0">
                  <a:pos x="T0" y="T1"/>
                </a:cxn>
                <a:cxn ang="0">
                  <a:pos x="T2" y="T3"/>
                </a:cxn>
                <a:cxn ang="0">
                  <a:pos x="T4" y="T5"/>
                </a:cxn>
              </a:cxnLst>
              <a:rect l="0" t="0" r="r" b="b"/>
              <a:pathLst>
                <a:path w="141" h="54">
                  <a:moveTo>
                    <a:pt x="141" y="0"/>
                  </a:moveTo>
                  <a:lnTo>
                    <a:pt x="56" y="0"/>
                  </a:lnTo>
                  <a:lnTo>
                    <a:pt x="0" y="54"/>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48" name="Freeform 10">
              <a:extLst>
                <a:ext uri="{FF2B5EF4-FFF2-40B4-BE49-F238E27FC236}">
                  <a16:creationId xmlns:a16="http://schemas.microsoft.com/office/drawing/2014/main" id="{7390EF40-7C4B-144E-B294-39EF24025F00}"/>
                </a:ext>
              </a:extLst>
            </p:cNvPr>
            <p:cNvSpPr>
              <a:spLocks/>
            </p:cNvSpPr>
            <p:nvPr/>
          </p:nvSpPr>
          <p:spPr bwMode="auto">
            <a:xfrm>
              <a:off x="4406" y="1390"/>
              <a:ext cx="289" cy="421"/>
            </a:xfrm>
            <a:custGeom>
              <a:avLst/>
              <a:gdLst>
                <a:gd name="T0" fmla="*/ 0 w 289"/>
                <a:gd name="T1" fmla="*/ 0 h 421"/>
                <a:gd name="T2" fmla="*/ 105 w 289"/>
                <a:gd name="T3" fmla="*/ 0 h 421"/>
                <a:gd name="T4" fmla="*/ 289 w 289"/>
                <a:gd name="T5" fmla="*/ 197 h 421"/>
                <a:gd name="T6" fmla="*/ 289 w 289"/>
                <a:gd name="T7" fmla="*/ 421 h 421"/>
              </a:gdLst>
              <a:ahLst/>
              <a:cxnLst>
                <a:cxn ang="0">
                  <a:pos x="T0" y="T1"/>
                </a:cxn>
                <a:cxn ang="0">
                  <a:pos x="T2" y="T3"/>
                </a:cxn>
                <a:cxn ang="0">
                  <a:pos x="T4" y="T5"/>
                </a:cxn>
                <a:cxn ang="0">
                  <a:pos x="T6" y="T7"/>
                </a:cxn>
              </a:cxnLst>
              <a:rect l="0" t="0" r="r" b="b"/>
              <a:pathLst>
                <a:path w="289" h="421">
                  <a:moveTo>
                    <a:pt x="0" y="0"/>
                  </a:moveTo>
                  <a:lnTo>
                    <a:pt x="105" y="0"/>
                  </a:lnTo>
                  <a:lnTo>
                    <a:pt x="289" y="197"/>
                  </a:lnTo>
                  <a:lnTo>
                    <a:pt x="289" y="421"/>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49" name="Freeform 11">
              <a:extLst>
                <a:ext uri="{FF2B5EF4-FFF2-40B4-BE49-F238E27FC236}">
                  <a16:creationId xmlns:a16="http://schemas.microsoft.com/office/drawing/2014/main" id="{4CCBB072-91C9-C645-8AE2-3AFF01CFC790}"/>
                </a:ext>
              </a:extLst>
            </p:cNvPr>
            <p:cNvSpPr>
              <a:spLocks/>
            </p:cNvSpPr>
            <p:nvPr/>
          </p:nvSpPr>
          <p:spPr bwMode="auto">
            <a:xfrm>
              <a:off x="4540" y="1573"/>
              <a:ext cx="331" cy="727"/>
            </a:xfrm>
            <a:custGeom>
              <a:avLst/>
              <a:gdLst>
                <a:gd name="T0" fmla="*/ 126 w 331"/>
                <a:gd name="T1" fmla="*/ 727 h 727"/>
                <a:gd name="T2" fmla="*/ 169 w 331"/>
                <a:gd name="T3" fmla="*/ 687 h 727"/>
                <a:gd name="T4" fmla="*/ 331 w 331"/>
                <a:gd name="T5" fmla="*/ 693 h 727"/>
                <a:gd name="T6" fmla="*/ 331 w 331"/>
                <a:gd name="T7" fmla="*/ 306 h 727"/>
                <a:gd name="T8" fmla="*/ 260 w 331"/>
                <a:gd name="T9" fmla="*/ 238 h 727"/>
                <a:gd name="T10" fmla="*/ 119 w 331"/>
                <a:gd name="T11" fmla="*/ 238 h 727"/>
                <a:gd name="T12" fmla="*/ 0 w 331"/>
                <a:gd name="T13" fmla="*/ 109 h 727"/>
                <a:gd name="T14" fmla="*/ 0 w 331"/>
                <a:gd name="T15" fmla="*/ 0 h 7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1" h="727">
                  <a:moveTo>
                    <a:pt x="126" y="727"/>
                  </a:moveTo>
                  <a:lnTo>
                    <a:pt x="169" y="687"/>
                  </a:lnTo>
                  <a:lnTo>
                    <a:pt x="331" y="693"/>
                  </a:lnTo>
                  <a:lnTo>
                    <a:pt x="331" y="306"/>
                  </a:lnTo>
                  <a:lnTo>
                    <a:pt x="260" y="238"/>
                  </a:lnTo>
                  <a:lnTo>
                    <a:pt x="119" y="238"/>
                  </a:lnTo>
                  <a:lnTo>
                    <a:pt x="0" y="109"/>
                  </a:lnTo>
                  <a:lnTo>
                    <a:pt x="0" y="0"/>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50" name="Freeform 12">
              <a:extLst>
                <a:ext uri="{FF2B5EF4-FFF2-40B4-BE49-F238E27FC236}">
                  <a16:creationId xmlns:a16="http://schemas.microsoft.com/office/drawing/2014/main" id="{8478CB8C-40C6-C041-8101-B0354B8B04C1}"/>
                </a:ext>
              </a:extLst>
            </p:cNvPr>
            <p:cNvSpPr>
              <a:spLocks/>
            </p:cNvSpPr>
            <p:nvPr/>
          </p:nvSpPr>
          <p:spPr bwMode="auto">
            <a:xfrm>
              <a:off x="4096" y="2266"/>
              <a:ext cx="852" cy="1183"/>
            </a:xfrm>
            <a:custGeom>
              <a:avLst/>
              <a:gdLst>
                <a:gd name="T0" fmla="*/ 775 w 852"/>
                <a:gd name="T1" fmla="*/ 0 h 1183"/>
                <a:gd name="T2" fmla="*/ 852 w 852"/>
                <a:gd name="T3" fmla="*/ 82 h 1183"/>
                <a:gd name="T4" fmla="*/ 852 w 852"/>
                <a:gd name="T5" fmla="*/ 524 h 1183"/>
                <a:gd name="T6" fmla="*/ 768 w 852"/>
                <a:gd name="T7" fmla="*/ 612 h 1183"/>
                <a:gd name="T8" fmla="*/ 768 w 852"/>
                <a:gd name="T9" fmla="*/ 870 h 1183"/>
                <a:gd name="T10" fmla="*/ 599 w 852"/>
                <a:gd name="T11" fmla="*/ 1054 h 1183"/>
                <a:gd name="T12" fmla="*/ 331 w 852"/>
                <a:gd name="T13" fmla="*/ 1054 h 1183"/>
                <a:gd name="T14" fmla="*/ 204 w 852"/>
                <a:gd name="T15" fmla="*/ 1183 h 1183"/>
                <a:gd name="T16" fmla="*/ 0 w 852"/>
                <a:gd name="T17" fmla="*/ 1183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2" h="1183">
                  <a:moveTo>
                    <a:pt x="775" y="0"/>
                  </a:moveTo>
                  <a:lnTo>
                    <a:pt x="852" y="82"/>
                  </a:lnTo>
                  <a:lnTo>
                    <a:pt x="852" y="524"/>
                  </a:lnTo>
                  <a:lnTo>
                    <a:pt x="768" y="612"/>
                  </a:lnTo>
                  <a:lnTo>
                    <a:pt x="768" y="870"/>
                  </a:lnTo>
                  <a:lnTo>
                    <a:pt x="599" y="1054"/>
                  </a:lnTo>
                  <a:lnTo>
                    <a:pt x="331" y="1054"/>
                  </a:lnTo>
                  <a:lnTo>
                    <a:pt x="204" y="1183"/>
                  </a:lnTo>
                  <a:lnTo>
                    <a:pt x="0" y="1183"/>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51" name="Freeform 13">
              <a:extLst>
                <a:ext uri="{FF2B5EF4-FFF2-40B4-BE49-F238E27FC236}">
                  <a16:creationId xmlns:a16="http://schemas.microsoft.com/office/drawing/2014/main" id="{C334A1C9-7389-5849-BA06-9985D2258A93}"/>
                </a:ext>
              </a:extLst>
            </p:cNvPr>
            <p:cNvSpPr>
              <a:spLocks/>
            </p:cNvSpPr>
            <p:nvPr/>
          </p:nvSpPr>
          <p:spPr bwMode="auto">
            <a:xfrm>
              <a:off x="3913" y="3320"/>
              <a:ext cx="725" cy="353"/>
            </a:xfrm>
            <a:custGeom>
              <a:avLst/>
              <a:gdLst>
                <a:gd name="T0" fmla="*/ 725 w 725"/>
                <a:gd name="T1" fmla="*/ 0 h 353"/>
                <a:gd name="T2" fmla="*/ 535 w 725"/>
                <a:gd name="T3" fmla="*/ 190 h 353"/>
                <a:gd name="T4" fmla="*/ 451 w 725"/>
                <a:gd name="T5" fmla="*/ 190 h 353"/>
                <a:gd name="T6" fmla="*/ 303 w 725"/>
                <a:gd name="T7" fmla="*/ 353 h 353"/>
                <a:gd name="T8" fmla="*/ 106 w 725"/>
                <a:gd name="T9" fmla="*/ 353 h 353"/>
                <a:gd name="T10" fmla="*/ 0 w 725"/>
                <a:gd name="T11" fmla="*/ 244 h 353"/>
                <a:gd name="T12" fmla="*/ 0 w 725"/>
                <a:gd name="T13" fmla="*/ 170 h 353"/>
                <a:gd name="T14" fmla="*/ 99 w 725"/>
                <a:gd name="T15" fmla="*/ 68 h 3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5" h="353">
                  <a:moveTo>
                    <a:pt x="725" y="0"/>
                  </a:moveTo>
                  <a:lnTo>
                    <a:pt x="535" y="190"/>
                  </a:lnTo>
                  <a:lnTo>
                    <a:pt x="451" y="190"/>
                  </a:lnTo>
                  <a:lnTo>
                    <a:pt x="303" y="353"/>
                  </a:lnTo>
                  <a:lnTo>
                    <a:pt x="106" y="353"/>
                  </a:lnTo>
                  <a:lnTo>
                    <a:pt x="0" y="244"/>
                  </a:lnTo>
                  <a:lnTo>
                    <a:pt x="0" y="170"/>
                  </a:lnTo>
                  <a:lnTo>
                    <a:pt x="99" y="68"/>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52" name="Freeform 14">
              <a:extLst>
                <a:ext uri="{FF2B5EF4-FFF2-40B4-BE49-F238E27FC236}">
                  <a16:creationId xmlns:a16="http://schemas.microsoft.com/office/drawing/2014/main" id="{42C853E4-860A-794E-BAE7-7C9A159E0246}"/>
                </a:ext>
              </a:extLst>
            </p:cNvPr>
            <p:cNvSpPr>
              <a:spLocks/>
            </p:cNvSpPr>
            <p:nvPr/>
          </p:nvSpPr>
          <p:spPr bwMode="auto">
            <a:xfrm>
              <a:off x="4061" y="3510"/>
              <a:ext cx="303" cy="102"/>
            </a:xfrm>
            <a:custGeom>
              <a:avLst/>
              <a:gdLst>
                <a:gd name="T0" fmla="*/ 303 w 303"/>
                <a:gd name="T1" fmla="*/ 0 h 102"/>
                <a:gd name="T2" fmla="*/ 183 w 303"/>
                <a:gd name="T3" fmla="*/ 0 h 102"/>
                <a:gd name="T4" fmla="*/ 84 w 303"/>
                <a:gd name="T5" fmla="*/ 102 h 102"/>
                <a:gd name="T6" fmla="*/ 0 w 303"/>
                <a:gd name="T7" fmla="*/ 102 h 102"/>
              </a:gdLst>
              <a:ahLst/>
              <a:cxnLst>
                <a:cxn ang="0">
                  <a:pos x="T0" y="T1"/>
                </a:cxn>
                <a:cxn ang="0">
                  <a:pos x="T2" y="T3"/>
                </a:cxn>
                <a:cxn ang="0">
                  <a:pos x="T4" y="T5"/>
                </a:cxn>
                <a:cxn ang="0">
                  <a:pos x="T6" y="T7"/>
                </a:cxn>
              </a:cxnLst>
              <a:rect l="0" t="0" r="r" b="b"/>
              <a:pathLst>
                <a:path w="303" h="102">
                  <a:moveTo>
                    <a:pt x="303" y="0"/>
                  </a:moveTo>
                  <a:lnTo>
                    <a:pt x="183" y="0"/>
                  </a:lnTo>
                  <a:lnTo>
                    <a:pt x="84" y="102"/>
                  </a:lnTo>
                  <a:lnTo>
                    <a:pt x="0" y="102"/>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53" name="Line 15">
              <a:extLst>
                <a:ext uri="{FF2B5EF4-FFF2-40B4-BE49-F238E27FC236}">
                  <a16:creationId xmlns:a16="http://schemas.microsoft.com/office/drawing/2014/main" id="{B89D2014-C0B6-9944-A8DD-78EFE1384624}"/>
                </a:ext>
              </a:extLst>
            </p:cNvPr>
            <p:cNvSpPr>
              <a:spLocks noChangeShapeType="1"/>
            </p:cNvSpPr>
            <p:nvPr/>
          </p:nvSpPr>
          <p:spPr bwMode="auto">
            <a:xfrm flipH="1">
              <a:off x="4047" y="3537"/>
              <a:ext cx="162" cy="0"/>
            </a:xfrm>
            <a:prstGeom prst="line">
              <a:avLst/>
            </a:prstGeom>
            <a:noFill/>
            <a:ln w="11113" cap="flat">
              <a:solidFill>
                <a:srgbClr val="86BC25"/>
              </a:solidFill>
              <a:prstDash val="solid"/>
              <a:miter lim="800000"/>
              <a:headEnd/>
              <a:tailEnd type="oval"/>
            </a:ln>
            <a:extLst>
              <a:ext uri="{909E8E84-426E-40DD-AFC4-6F175D3DCCD1}">
                <a14:hiddenFill xmlns:a14="http://schemas.microsoft.com/office/drawing/2010/main">
                  <a:no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54" name="Freeform 16">
              <a:extLst>
                <a:ext uri="{FF2B5EF4-FFF2-40B4-BE49-F238E27FC236}">
                  <a16:creationId xmlns:a16="http://schemas.microsoft.com/office/drawing/2014/main" id="{4DC0C37D-834C-5440-9345-1518CB528623}"/>
                </a:ext>
              </a:extLst>
            </p:cNvPr>
            <p:cNvSpPr>
              <a:spLocks/>
            </p:cNvSpPr>
            <p:nvPr/>
          </p:nvSpPr>
          <p:spPr bwMode="auto">
            <a:xfrm>
              <a:off x="4279" y="1777"/>
              <a:ext cx="451" cy="775"/>
            </a:xfrm>
            <a:custGeom>
              <a:avLst/>
              <a:gdLst>
                <a:gd name="T0" fmla="*/ 197 w 451"/>
                <a:gd name="T1" fmla="*/ 0 h 775"/>
                <a:gd name="T2" fmla="*/ 324 w 451"/>
                <a:gd name="T3" fmla="*/ 122 h 775"/>
                <a:gd name="T4" fmla="*/ 451 w 451"/>
                <a:gd name="T5" fmla="*/ 122 h 775"/>
                <a:gd name="T6" fmla="*/ 451 w 451"/>
                <a:gd name="T7" fmla="*/ 306 h 775"/>
                <a:gd name="T8" fmla="*/ 0 w 451"/>
                <a:gd name="T9" fmla="*/ 775 h 775"/>
              </a:gdLst>
              <a:ahLst/>
              <a:cxnLst>
                <a:cxn ang="0">
                  <a:pos x="T0" y="T1"/>
                </a:cxn>
                <a:cxn ang="0">
                  <a:pos x="T2" y="T3"/>
                </a:cxn>
                <a:cxn ang="0">
                  <a:pos x="T4" y="T5"/>
                </a:cxn>
                <a:cxn ang="0">
                  <a:pos x="T6" y="T7"/>
                </a:cxn>
                <a:cxn ang="0">
                  <a:pos x="T8" y="T9"/>
                </a:cxn>
              </a:cxnLst>
              <a:rect l="0" t="0" r="r" b="b"/>
              <a:pathLst>
                <a:path w="451" h="775">
                  <a:moveTo>
                    <a:pt x="197" y="0"/>
                  </a:moveTo>
                  <a:lnTo>
                    <a:pt x="324" y="122"/>
                  </a:lnTo>
                  <a:lnTo>
                    <a:pt x="451" y="122"/>
                  </a:lnTo>
                  <a:lnTo>
                    <a:pt x="451" y="306"/>
                  </a:lnTo>
                  <a:lnTo>
                    <a:pt x="0" y="775"/>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55" name="Freeform 17">
              <a:extLst>
                <a:ext uri="{FF2B5EF4-FFF2-40B4-BE49-F238E27FC236}">
                  <a16:creationId xmlns:a16="http://schemas.microsoft.com/office/drawing/2014/main" id="{BEC8B025-C979-6344-9DF5-A872D5174AA1}"/>
                </a:ext>
              </a:extLst>
            </p:cNvPr>
            <p:cNvSpPr>
              <a:spLocks/>
            </p:cNvSpPr>
            <p:nvPr/>
          </p:nvSpPr>
          <p:spPr bwMode="auto">
            <a:xfrm>
              <a:off x="4469" y="2008"/>
              <a:ext cx="261" cy="136"/>
            </a:xfrm>
            <a:custGeom>
              <a:avLst/>
              <a:gdLst>
                <a:gd name="T0" fmla="*/ 261 w 261"/>
                <a:gd name="T1" fmla="*/ 0 h 136"/>
                <a:gd name="T2" fmla="*/ 134 w 261"/>
                <a:gd name="T3" fmla="*/ 0 h 136"/>
                <a:gd name="T4" fmla="*/ 0 w 261"/>
                <a:gd name="T5" fmla="*/ 136 h 136"/>
              </a:gdLst>
              <a:ahLst/>
              <a:cxnLst>
                <a:cxn ang="0">
                  <a:pos x="T0" y="T1"/>
                </a:cxn>
                <a:cxn ang="0">
                  <a:pos x="T2" y="T3"/>
                </a:cxn>
                <a:cxn ang="0">
                  <a:pos x="T4" y="T5"/>
                </a:cxn>
              </a:cxnLst>
              <a:rect l="0" t="0" r="r" b="b"/>
              <a:pathLst>
                <a:path w="261" h="136">
                  <a:moveTo>
                    <a:pt x="261" y="0"/>
                  </a:moveTo>
                  <a:lnTo>
                    <a:pt x="134" y="0"/>
                  </a:lnTo>
                  <a:lnTo>
                    <a:pt x="0" y="136"/>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56" name="Freeform 18">
              <a:extLst>
                <a:ext uri="{FF2B5EF4-FFF2-40B4-BE49-F238E27FC236}">
                  <a16:creationId xmlns:a16="http://schemas.microsoft.com/office/drawing/2014/main" id="{BB20352D-4BAF-6C48-B951-70DB53576601}"/>
                </a:ext>
              </a:extLst>
            </p:cNvPr>
            <p:cNvSpPr>
              <a:spLocks/>
            </p:cNvSpPr>
            <p:nvPr/>
          </p:nvSpPr>
          <p:spPr bwMode="auto">
            <a:xfrm>
              <a:off x="3948" y="1825"/>
              <a:ext cx="366" cy="530"/>
            </a:xfrm>
            <a:custGeom>
              <a:avLst/>
              <a:gdLst>
                <a:gd name="T0" fmla="*/ 78 w 366"/>
                <a:gd name="T1" fmla="*/ 0 h 530"/>
                <a:gd name="T2" fmla="*/ 0 w 366"/>
                <a:gd name="T3" fmla="*/ 74 h 530"/>
                <a:gd name="T4" fmla="*/ 0 w 366"/>
                <a:gd name="T5" fmla="*/ 203 h 530"/>
                <a:gd name="T6" fmla="*/ 0 w 366"/>
                <a:gd name="T7" fmla="*/ 387 h 530"/>
                <a:gd name="T8" fmla="*/ 134 w 366"/>
                <a:gd name="T9" fmla="*/ 530 h 530"/>
                <a:gd name="T10" fmla="*/ 310 w 366"/>
                <a:gd name="T11" fmla="*/ 530 h 530"/>
                <a:gd name="T12" fmla="*/ 366 w 366"/>
                <a:gd name="T13" fmla="*/ 462 h 530"/>
                <a:gd name="T14" fmla="*/ 366 w 366"/>
                <a:gd name="T15" fmla="*/ 197 h 5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6" h="530">
                  <a:moveTo>
                    <a:pt x="78" y="0"/>
                  </a:moveTo>
                  <a:lnTo>
                    <a:pt x="0" y="74"/>
                  </a:lnTo>
                  <a:lnTo>
                    <a:pt x="0" y="203"/>
                  </a:lnTo>
                  <a:lnTo>
                    <a:pt x="0" y="387"/>
                  </a:lnTo>
                  <a:lnTo>
                    <a:pt x="134" y="530"/>
                  </a:lnTo>
                  <a:lnTo>
                    <a:pt x="310" y="530"/>
                  </a:lnTo>
                  <a:lnTo>
                    <a:pt x="366" y="462"/>
                  </a:lnTo>
                  <a:lnTo>
                    <a:pt x="366" y="197"/>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57" name="Freeform 19">
              <a:extLst>
                <a:ext uri="{FF2B5EF4-FFF2-40B4-BE49-F238E27FC236}">
                  <a16:creationId xmlns:a16="http://schemas.microsoft.com/office/drawing/2014/main" id="{AFCDA3EA-4A90-4E48-83CA-AA39402682DA}"/>
                </a:ext>
              </a:extLst>
            </p:cNvPr>
            <p:cNvSpPr>
              <a:spLocks/>
            </p:cNvSpPr>
            <p:nvPr/>
          </p:nvSpPr>
          <p:spPr bwMode="auto">
            <a:xfrm>
              <a:off x="4223" y="1988"/>
              <a:ext cx="91" cy="244"/>
            </a:xfrm>
            <a:custGeom>
              <a:avLst/>
              <a:gdLst>
                <a:gd name="T0" fmla="*/ 91 w 91"/>
                <a:gd name="T1" fmla="*/ 244 h 244"/>
                <a:gd name="T2" fmla="*/ 0 w 91"/>
                <a:gd name="T3" fmla="*/ 149 h 244"/>
                <a:gd name="T4" fmla="*/ 0 w 91"/>
                <a:gd name="T5" fmla="*/ 0 h 244"/>
              </a:gdLst>
              <a:ahLst/>
              <a:cxnLst>
                <a:cxn ang="0">
                  <a:pos x="T0" y="T1"/>
                </a:cxn>
                <a:cxn ang="0">
                  <a:pos x="T2" y="T3"/>
                </a:cxn>
                <a:cxn ang="0">
                  <a:pos x="T4" y="T5"/>
                </a:cxn>
              </a:cxnLst>
              <a:rect l="0" t="0" r="r" b="b"/>
              <a:pathLst>
                <a:path w="91" h="244">
                  <a:moveTo>
                    <a:pt x="91" y="244"/>
                  </a:moveTo>
                  <a:lnTo>
                    <a:pt x="0" y="149"/>
                  </a:lnTo>
                  <a:lnTo>
                    <a:pt x="0" y="0"/>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58" name="Freeform 20">
              <a:extLst>
                <a:ext uri="{FF2B5EF4-FFF2-40B4-BE49-F238E27FC236}">
                  <a16:creationId xmlns:a16="http://schemas.microsoft.com/office/drawing/2014/main" id="{34E9EF95-7697-5C47-926D-035839E12EC6}"/>
                </a:ext>
              </a:extLst>
            </p:cNvPr>
            <p:cNvSpPr>
              <a:spLocks/>
            </p:cNvSpPr>
            <p:nvPr/>
          </p:nvSpPr>
          <p:spPr bwMode="auto">
            <a:xfrm>
              <a:off x="3948" y="1899"/>
              <a:ext cx="127" cy="293"/>
            </a:xfrm>
            <a:custGeom>
              <a:avLst/>
              <a:gdLst>
                <a:gd name="T0" fmla="*/ 0 w 127"/>
                <a:gd name="T1" fmla="*/ 0 h 293"/>
                <a:gd name="T2" fmla="*/ 127 w 127"/>
                <a:gd name="T3" fmla="*/ 136 h 293"/>
                <a:gd name="T4" fmla="*/ 127 w 127"/>
                <a:gd name="T5" fmla="*/ 293 h 293"/>
              </a:gdLst>
              <a:ahLst/>
              <a:cxnLst>
                <a:cxn ang="0">
                  <a:pos x="T0" y="T1"/>
                </a:cxn>
                <a:cxn ang="0">
                  <a:pos x="T2" y="T3"/>
                </a:cxn>
                <a:cxn ang="0">
                  <a:pos x="T4" y="T5"/>
                </a:cxn>
              </a:cxnLst>
              <a:rect l="0" t="0" r="r" b="b"/>
              <a:pathLst>
                <a:path w="127" h="293">
                  <a:moveTo>
                    <a:pt x="0" y="0"/>
                  </a:moveTo>
                  <a:lnTo>
                    <a:pt x="127" y="136"/>
                  </a:lnTo>
                  <a:lnTo>
                    <a:pt x="127" y="293"/>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59" name="Freeform 21">
              <a:extLst>
                <a:ext uri="{FF2B5EF4-FFF2-40B4-BE49-F238E27FC236}">
                  <a16:creationId xmlns:a16="http://schemas.microsoft.com/office/drawing/2014/main" id="{ACBC9669-89D1-9940-BAA7-BF15BB92B4A5}"/>
                </a:ext>
              </a:extLst>
            </p:cNvPr>
            <p:cNvSpPr>
              <a:spLocks/>
            </p:cNvSpPr>
            <p:nvPr/>
          </p:nvSpPr>
          <p:spPr bwMode="auto">
            <a:xfrm>
              <a:off x="4054" y="2409"/>
              <a:ext cx="521" cy="265"/>
            </a:xfrm>
            <a:custGeom>
              <a:avLst/>
              <a:gdLst>
                <a:gd name="T0" fmla="*/ 521 w 521"/>
                <a:gd name="T1" fmla="*/ 0 h 265"/>
                <a:gd name="T2" fmla="*/ 521 w 521"/>
                <a:gd name="T3" fmla="*/ 170 h 265"/>
                <a:gd name="T4" fmla="*/ 429 w 521"/>
                <a:gd name="T5" fmla="*/ 265 h 265"/>
                <a:gd name="T6" fmla="*/ 197 w 521"/>
                <a:gd name="T7" fmla="*/ 265 h 265"/>
                <a:gd name="T8" fmla="*/ 105 w 521"/>
                <a:gd name="T9" fmla="*/ 163 h 265"/>
                <a:gd name="T10" fmla="*/ 0 w 521"/>
                <a:gd name="T11" fmla="*/ 163 h 265"/>
              </a:gdLst>
              <a:ahLst/>
              <a:cxnLst>
                <a:cxn ang="0">
                  <a:pos x="T0" y="T1"/>
                </a:cxn>
                <a:cxn ang="0">
                  <a:pos x="T2" y="T3"/>
                </a:cxn>
                <a:cxn ang="0">
                  <a:pos x="T4" y="T5"/>
                </a:cxn>
                <a:cxn ang="0">
                  <a:pos x="T6" y="T7"/>
                </a:cxn>
                <a:cxn ang="0">
                  <a:pos x="T8" y="T9"/>
                </a:cxn>
                <a:cxn ang="0">
                  <a:pos x="T10" y="T11"/>
                </a:cxn>
              </a:cxnLst>
              <a:rect l="0" t="0" r="r" b="b"/>
              <a:pathLst>
                <a:path w="521" h="265">
                  <a:moveTo>
                    <a:pt x="521" y="0"/>
                  </a:moveTo>
                  <a:lnTo>
                    <a:pt x="521" y="170"/>
                  </a:lnTo>
                  <a:lnTo>
                    <a:pt x="429" y="265"/>
                  </a:lnTo>
                  <a:lnTo>
                    <a:pt x="197" y="265"/>
                  </a:lnTo>
                  <a:lnTo>
                    <a:pt x="105" y="163"/>
                  </a:lnTo>
                  <a:lnTo>
                    <a:pt x="0" y="163"/>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60" name="Freeform 22">
              <a:extLst>
                <a:ext uri="{FF2B5EF4-FFF2-40B4-BE49-F238E27FC236}">
                  <a16:creationId xmlns:a16="http://schemas.microsoft.com/office/drawing/2014/main" id="{8CF0F65D-449B-AB42-8665-DC81EDBFDF01}"/>
                </a:ext>
              </a:extLst>
            </p:cNvPr>
            <p:cNvSpPr>
              <a:spLocks/>
            </p:cNvSpPr>
            <p:nvPr/>
          </p:nvSpPr>
          <p:spPr bwMode="auto">
            <a:xfrm>
              <a:off x="3941" y="2307"/>
              <a:ext cx="331" cy="822"/>
            </a:xfrm>
            <a:custGeom>
              <a:avLst/>
              <a:gdLst>
                <a:gd name="T0" fmla="*/ 92 w 331"/>
                <a:gd name="T1" fmla="*/ 0 h 822"/>
                <a:gd name="T2" fmla="*/ 0 w 331"/>
                <a:gd name="T3" fmla="*/ 95 h 822"/>
                <a:gd name="T4" fmla="*/ 0 w 331"/>
                <a:gd name="T5" fmla="*/ 720 h 822"/>
                <a:gd name="T6" fmla="*/ 99 w 331"/>
                <a:gd name="T7" fmla="*/ 822 h 822"/>
                <a:gd name="T8" fmla="*/ 190 w 331"/>
                <a:gd name="T9" fmla="*/ 822 h 822"/>
                <a:gd name="T10" fmla="*/ 331 w 331"/>
                <a:gd name="T11" fmla="*/ 673 h 822"/>
                <a:gd name="T12" fmla="*/ 331 w 331"/>
                <a:gd name="T13" fmla="*/ 523 h 822"/>
              </a:gdLst>
              <a:ahLst/>
              <a:cxnLst>
                <a:cxn ang="0">
                  <a:pos x="T0" y="T1"/>
                </a:cxn>
                <a:cxn ang="0">
                  <a:pos x="T2" y="T3"/>
                </a:cxn>
                <a:cxn ang="0">
                  <a:pos x="T4" y="T5"/>
                </a:cxn>
                <a:cxn ang="0">
                  <a:pos x="T6" y="T7"/>
                </a:cxn>
                <a:cxn ang="0">
                  <a:pos x="T8" y="T9"/>
                </a:cxn>
                <a:cxn ang="0">
                  <a:pos x="T10" y="T11"/>
                </a:cxn>
                <a:cxn ang="0">
                  <a:pos x="T12" y="T13"/>
                </a:cxn>
              </a:cxnLst>
              <a:rect l="0" t="0" r="r" b="b"/>
              <a:pathLst>
                <a:path w="331" h="822">
                  <a:moveTo>
                    <a:pt x="92" y="0"/>
                  </a:moveTo>
                  <a:lnTo>
                    <a:pt x="0" y="95"/>
                  </a:lnTo>
                  <a:lnTo>
                    <a:pt x="0" y="720"/>
                  </a:lnTo>
                  <a:lnTo>
                    <a:pt x="99" y="822"/>
                  </a:lnTo>
                  <a:lnTo>
                    <a:pt x="190" y="822"/>
                  </a:lnTo>
                  <a:lnTo>
                    <a:pt x="331" y="673"/>
                  </a:lnTo>
                  <a:lnTo>
                    <a:pt x="331" y="523"/>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61" name="Freeform 23">
              <a:extLst>
                <a:ext uri="{FF2B5EF4-FFF2-40B4-BE49-F238E27FC236}">
                  <a16:creationId xmlns:a16="http://schemas.microsoft.com/office/drawing/2014/main" id="{D0DCD918-E8FA-0042-95C7-95B78C7A87AA}"/>
                </a:ext>
              </a:extLst>
            </p:cNvPr>
            <p:cNvSpPr>
              <a:spLocks/>
            </p:cNvSpPr>
            <p:nvPr/>
          </p:nvSpPr>
          <p:spPr bwMode="auto">
            <a:xfrm>
              <a:off x="3899" y="2960"/>
              <a:ext cx="472" cy="421"/>
            </a:xfrm>
            <a:custGeom>
              <a:avLst/>
              <a:gdLst>
                <a:gd name="T0" fmla="*/ 472 w 472"/>
                <a:gd name="T1" fmla="*/ 0 h 421"/>
                <a:gd name="T2" fmla="*/ 239 w 472"/>
                <a:gd name="T3" fmla="*/ 244 h 421"/>
                <a:gd name="T4" fmla="*/ 239 w 472"/>
                <a:gd name="T5" fmla="*/ 366 h 421"/>
                <a:gd name="T6" fmla="*/ 183 w 472"/>
                <a:gd name="T7" fmla="*/ 421 h 421"/>
                <a:gd name="T8" fmla="*/ 77 w 472"/>
                <a:gd name="T9" fmla="*/ 421 h 421"/>
                <a:gd name="T10" fmla="*/ 0 w 472"/>
                <a:gd name="T11" fmla="*/ 339 h 421"/>
                <a:gd name="T12" fmla="*/ 0 w 472"/>
                <a:gd name="T13" fmla="*/ 183 h 421"/>
                <a:gd name="T14" fmla="*/ 84 w 472"/>
                <a:gd name="T15" fmla="*/ 108 h 4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2" h="421">
                  <a:moveTo>
                    <a:pt x="472" y="0"/>
                  </a:moveTo>
                  <a:lnTo>
                    <a:pt x="239" y="244"/>
                  </a:lnTo>
                  <a:lnTo>
                    <a:pt x="239" y="366"/>
                  </a:lnTo>
                  <a:lnTo>
                    <a:pt x="183" y="421"/>
                  </a:lnTo>
                  <a:lnTo>
                    <a:pt x="77" y="421"/>
                  </a:lnTo>
                  <a:lnTo>
                    <a:pt x="0" y="339"/>
                  </a:lnTo>
                  <a:lnTo>
                    <a:pt x="0" y="183"/>
                  </a:lnTo>
                  <a:lnTo>
                    <a:pt x="84" y="108"/>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62" name="Freeform 24">
              <a:extLst>
                <a:ext uri="{FF2B5EF4-FFF2-40B4-BE49-F238E27FC236}">
                  <a16:creationId xmlns:a16="http://schemas.microsoft.com/office/drawing/2014/main" id="{50CEA896-2E30-3E46-AD84-D47D04DCBE65}"/>
                </a:ext>
              </a:extLst>
            </p:cNvPr>
            <p:cNvSpPr>
              <a:spLocks/>
            </p:cNvSpPr>
            <p:nvPr/>
          </p:nvSpPr>
          <p:spPr bwMode="auto">
            <a:xfrm>
              <a:off x="3983" y="3129"/>
              <a:ext cx="57" cy="184"/>
            </a:xfrm>
            <a:custGeom>
              <a:avLst/>
              <a:gdLst>
                <a:gd name="T0" fmla="*/ 57 w 57"/>
                <a:gd name="T1" fmla="*/ 0 h 184"/>
                <a:gd name="T2" fmla="*/ 0 w 57"/>
                <a:gd name="T3" fmla="*/ 62 h 184"/>
                <a:gd name="T4" fmla="*/ 0 w 57"/>
                <a:gd name="T5" fmla="*/ 184 h 184"/>
              </a:gdLst>
              <a:ahLst/>
              <a:cxnLst>
                <a:cxn ang="0">
                  <a:pos x="T0" y="T1"/>
                </a:cxn>
                <a:cxn ang="0">
                  <a:pos x="T2" y="T3"/>
                </a:cxn>
                <a:cxn ang="0">
                  <a:pos x="T4" y="T5"/>
                </a:cxn>
              </a:cxnLst>
              <a:rect l="0" t="0" r="r" b="b"/>
              <a:pathLst>
                <a:path w="57" h="184">
                  <a:moveTo>
                    <a:pt x="57" y="0"/>
                  </a:moveTo>
                  <a:lnTo>
                    <a:pt x="0" y="62"/>
                  </a:lnTo>
                  <a:lnTo>
                    <a:pt x="0" y="184"/>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63" name="Freeform 25">
              <a:extLst>
                <a:ext uri="{FF2B5EF4-FFF2-40B4-BE49-F238E27FC236}">
                  <a16:creationId xmlns:a16="http://schemas.microsoft.com/office/drawing/2014/main" id="{6399D75B-EA1B-7D44-97DA-8068957BBFF1}"/>
                </a:ext>
              </a:extLst>
            </p:cNvPr>
            <p:cNvSpPr>
              <a:spLocks/>
            </p:cNvSpPr>
            <p:nvPr/>
          </p:nvSpPr>
          <p:spPr bwMode="auto">
            <a:xfrm>
              <a:off x="4314" y="2361"/>
              <a:ext cx="430" cy="449"/>
            </a:xfrm>
            <a:custGeom>
              <a:avLst/>
              <a:gdLst>
                <a:gd name="T0" fmla="*/ 430 w 430"/>
                <a:gd name="T1" fmla="*/ 0 h 449"/>
                <a:gd name="T2" fmla="*/ 430 w 430"/>
                <a:gd name="T3" fmla="*/ 218 h 449"/>
                <a:gd name="T4" fmla="*/ 205 w 430"/>
                <a:gd name="T5" fmla="*/ 449 h 449"/>
                <a:gd name="T6" fmla="*/ 71 w 430"/>
                <a:gd name="T7" fmla="*/ 449 h 449"/>
                <a:gd name="T8" fmla="*/ 0 w 430"/>
                <a:gd name="T9" fmla="*/ 374 h 449"/>
              </a:gdLst>
              <a:ahLst/>
              <a:cxnLst>
                <a:cxn ang="0">
                  <a:pos x="T0" y="T1"/>
                </a:cxn>
                <a:cxn ang="0">
                  <a:pos x="T2" y="T3"/>
                </a:cxn>
                <a:cxn ang="0">
                  <a:pos x="T4" y="T5"/>
                </a:cxn>
                <a:cxn ang="0">
                  <a:pos x="T6" y="T7"/>
                </a:cxn>
                <a:cxn ang="0">
                  <a:pos x="T8" y="T9"/>
                </a:cxn>
              </a:cxnLst>
              <a:rect l="0" t="0" r="r" b="b"/>
              <a:pathLst>
                <a:path w="430" h="449">
                  <a:moveTo>
                    <a:pt x="430" y="0"/>
                  </a:moveTo>
                  <a:lnTo>
                    <a:pt x="430" y="218"/>
                  </a:lnTo>
                  <a:lnTo>
                    <a:pt x="205" y="449"/>
                  </a:lnTo>
                  <a:lnTo>
                    <a:pt x="71" y="449"/>
                  </a:lnTo>
                  <a:lnTo>
                    <a:pt x="0" y="374"/>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64" name="Freeform 26">
              <a:extLst>
                <a:ext uri="{FF2B5EF4-FFF2-40B4-BE49-F238E27FC236}">
                  <a16:creationId xmlns:a16="http://schemas.microsoft.com/office/drawing/2014/main" id="{90D680A9-5541-3043-81AB-DC2A931BB310}"/>
                </a:ext>
              </a:extLst>
            </p:cNvPr>
            <p:cNvSpPr>
              <a:spLocks/>
            </p:cNvSpPr>
            <p:nvPr/>
          </p:nvSpPr>
          <p:spPr bwMode="auto">
            <a:xfrm>
              <a:off x="4272" y="2810"/>
              <a:ext cx="247" cy="394"/>
            </a:xfrm>
            <a:custGeom>
              <a:avLst/>
              <a:gdLst>
                <a:gd name="T0" fmla="*/ 247 w 247"/>
                <a:gd name="T1" fmla="*/ 0 h 394"/>
                <a:gd name="T2" fmla="*/ 247 w 247"/>
                <a:gd name="T3" fmla="*/ 129 h 394"/>
                <a:gd name="T4" fmla="*/ 0 w 247"/>
                <a:gd name="T5" fmla="*/ 394 h 394"/>
              </a:gdLst>
              <a:ahLst/>
              <a:cxnLst>
                <a:cxn ang="0">
                  <a:pos x="T0" y="T1"/>
                </a:cxn>
                <a:cxn ang="0">
                  <a:pos x="T2" y="T3"/>
                </a:cxn>
                <a:cxn ang="0">
                  <a:pos x="T4" y="T5"/>
                </a:cxn>
              </a:cxnLst>
              <a:rect l="0" t="0" r="r" b="b"/>
              <a:pathLst>
                <a:path w="247" h="394">
                  <a:moveTo>
                    <a:pt x="247" y="0"/>
                  </a:moveTo>
                  <a:lnTo>
                    <a:pt x="247" y="129"/>
                  </a:lnTo>
                  <a:lnTo>
                    <a:pt x="0" y="394"/>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65" name="Freeform 27">
              <a:extLst>
                <a:ext uri="{FF2B5EF4-FFF2-40B4-BE49-F238E27FC236}">
                  <a16:creationId xmlns:a16="http://schemas.microsoft.com/office/drawing/2014/main" id="{B13714D9-53B8-A548-9B94-48F7ACF22A0A}"/>
                </a:ext>
              </a:extLst>
            </p:cNvPr>
            <p:cNvSpPr>
              <a:spLocks/>
            </p:cNvSpPr>
            <p:nvPr/>
          </p:nvSpPr>
          <p:spPr bwMode="auto">
            <a:xfrm>
              <a:off x="4265" y="3061"/>
              <a:ext cx="141" cy="306"/>
            </a:xfrm>
            <a:custGeom>
              <a:avLst/>
              <a:gdLst>
                <a:gd name="T0" fmla="*/ 141 w 141"/>
                <a:gd name="T1" fmla="*/ 0 h 306"/>
                <a:gd name="T2" fmla="*/ 141 w 141"/>
                <a:gd name="T3" fmla="*/ 157 h 306"/>
                <a:gd name="T4" fmla="*/ 0 w 141"/>
                <a:gd name="T5" fmla="*/ 306 h 306"/>
              </a:gdLst>
              <a:ahLst/>
              <a:cxnLst>
                <a:cxn ang="0">
                  <a:pos x="T0" y="T1"/>
                </a:cxn>
                <a:cxn ang="0">
                  <a:pos x="T2" y="T3"/>
                </a:cxn>
                <a:cxn ang="0">
                  <a:pos x="T4" y="T5"/>
                </a:cxn>
              </a:cxnLst>
              <a:rect l="0" t="0" r="r" b="b"/>
              <a:pathLst>
                <a:path w="141" h="306">
                  <a:moveTo>
                    <a:pt x="141" y="0"/>
                  </a:moveTo>
                  <a:lnTo>
                    <a:pt x="141" y="157"/>
                  </a:lnTo>
                  <a:lnTo>
                    <a:pt x="0" y="306"/>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66" name="Freeform 28">
              <a:extLst>
                <a:ext uri="{FF2B5EF4-FFF2-40B4-BE49-F238E27FC236}">
                  <a16:creationId xmlns:a16="http://schemas.microsoft.com/office/drawing/2014/main" id="{E56692EB-768A-2E40-830F-07CCB7720344}"/>
                </a:ext>
              </a:extLst>
            </p:cNvPr>
            <p:cNvSpPr>
              <a:spLocks/>
            </p:cNvSpPr>
            <p:nvPr/>
          </p:nvSpPr>
          <p:spPr bwMode="auto">
            <a:xfrm>
              <a:off x="4511" y="2878"/>
              <a:ext cx="353" cy="204"/>
            </a:xfrm>
            <a:custGeom>
              <a:avLst/>
              <a:gdLst>
                <a:gd name="T0" fmla="*/ 353 w 353"/>
                <a:gd name="T1" fmla="*/ 0 h 204"/>
                <a:gd name="T2" fmla="*/ 198 w 353"/>
                <a:gd name="T3" fmla="*/ 0 h 204"/>
                <a:gd name="T4" fmla="*/ 0 w 353"/>
                <a:gd name="T5" fmla="*/ 204 h 204"/>
              </a:gdLst>
              <a:ahLst/>
              <a:cxnLst>
                <a:cxn ang="0">
                  <a:pos x="T0" y="T1"/>
                </a:cxn>
                <a:cxn ang="0">
                  <a:pos x="T2" y="T3"/>
                </a:cxn>
                <a:cxn ang="0">
                  <a:pos x="T4" y="T5"/>
                </a:cxn>
              </a:cxnLst>
              <a:rect l="0" t="0" r="r" b="b"/>
              <a:pathLst>
                <a:path w="353" h="204">
                  <a:moveTo>
                    <a:pt x="353" y="0"/>
                  </a:moveTo>
                  <a:lnTo>
                    <a:pt x="198" y="0"/>
                  </a:lnTo>
                  <a:lnTo>
                    <a:pt x="0" y="204"/>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67" name="Freeform 29">
              <a:extLst>
                <a:ext uri="{FF2B5EF4-FFF2-40B4-BE49-F238E27FC236}">
                  <a16:creationId xmlns:a16="http://schemas.microsoft.com/office/drawing/2014/main" id="{E338CB3E-4FE8-AC4C-96A2-6E0A187DEF43}"/>
                </a:ext>
              </a:extLst>
            </p:cNvPr>
            <p:cNvSpPr>
              <a:spLocks/>
            </p:cNvSpPr>
            <p:nvPr/>
          </p:nvSpPr>
          <p:spPr bwMode="auto">
            <a:xfrm>
              <a:off x="4617" y="2409"/>
              <a:ext cx="239" cy="449"/>
            </a:xfrm>
            <a:custGeom>
              <a:avLst/>
              <a:gdLst>
                <a:gd name="T0" fmla="*/ 239 w 239"/>
                <a:gd name="T1" fmla="*/ 0 h 449"/>
                <a:gd name="T2" fmla="*/ 239 w 239"/>
                <a:gd name="T3" fmla="*/ 204 h 449"/>
                <a:gd name="T4" fmla="*/ 0 w 239"/>
                <a:gd name="T5" fmla="*/ 449 h 449"/>
              </a:gdLst>
              <a:ahLst/>
              <a:cxnLst>
                <a:cxn ang="0">
                  <a:pos x="T0" y="T1"/>
                </a:cxn>
                <a:cxn ang="0">
                  <a:pos x="T2" y="T3"/>
                </a:cxn>
                <a:cxn ang="0">
                  <a:pos x="T4" y="T5"/>
                </a:cxn>
              </a:cxnLst>
              <a:rect l="0" t="0" r="r" b="b"/>
              <a:pathLst>
                <a:path w="239" h="449">
                  <a:moveTo>
                    <a:pt x="239" y="0"/>
                  </a:moveTo>
                  <a:lnTo>
                    <a:pt x="239" y="204"/>
                  </a:lnTo>
                  <a:lnTo>
                    <a:pt x="0" y="449"/>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68" name="Freeform 30">
              <a:extLst>
                <a:ext uri="{FF2B5EF4-FFF2-40B4-BE49-F238E27FC236}">
                  <a16:creationId xmlns:a16="http://schemas.microsoft.com/office/drawing/2014/main" id="{4A705FD9-89D8-B749-A01B-3E29F27D7AE1}"/>
                </a:ext>
              </a:extLst>
            </p:cNvPr>
            <p:cNvSpPr>
              <a:spLocks/>
            </p:cNvSpPr>
            <p:nvPr/>
          </p:nvSpPr>
          <p:spPr bwMode="auto">
            <a:xfrm>
              <a:off x="4772" y="2701"/>
              <a:ext cx="63" cy="116"/>
            </a:xfrm>
            <a:custGeom>
              <a:avLst/>
              <a:gdLst>
                <a:gd name="T0" fmla="*/ 0 w 63"/>
                <a:gd name="T1" fmla="*/ 0 h 116"/>
                <a:gd name="T2" fmla="*/ 63 w 63"/>
                <a:gd name="T3" fmla="*/ 68 h 116"/>
                <a:gd name="T4" fmla="*/ 14 w 63"/>
                <a:gd name="T5" fmla="*/ 116 h 116"/>
              </a:gdLst>
              <a:ahLst/>
              <a:cxnLst>
                <a:cxn ang="0">
                  <a:pos x="T0" y="T1"/>
                </a:cxn>
                <a:cxn ang="0">
                  <a:pos x="T2" y="T3"/>
                </a:cxn>
                <a:cxn ang="0">
                  <a:pos x="T4" y="T5"/>
                </a:cxn>
              </a:cxnLst>
              <a:rect l="0" t="0" r="r" b="b"/>
              <a:pathLst>
                <a:path w="63" h="116">
                  <a:moveTo>
                    <a:pt x="0" y="0"/>
                  </a:moveTo>
                  <a:lnTo>
                    <a:pt x="63" y="68"/>
                  </a:lnTo>
                  <a:lnTo>
                    <a:pt x="14" y="116"/>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69" name="Freeform 31">
              <a:extLst>
                <a:ext uri="{FF2B5EF4-FFF2-40B4-BE49-F238E27FC236}">
                  <a16:creationId xmlns:a16="http://schemas.microsoft.com/office/drawing/2014/main" id="{36092DE1-2929-2F45-A42E-1789BEAC67F5}"/>
                </a:ext>
              </a:extLst>
            </p:cNvPr>
            <p:cNvSpPr>
              <a:spLocks/>
            </p:cNvSpPr>
            <p:nvPr/>
          </p:nvSpPr>
          <p:spPr bwMode="auto">
            <a:xfrm>
              <a:off x="4012" y="2674"/>
              <a:ext cx="239" cy="116"/>
            </a:xfrm>
            <a:custGeom>
              <a:avLst/>
              <a:gdLst>
                <a:gd name="T0" fmla="*/ 239 w 239"/>
                <a:gd name="T1" fmla="*/ 0 h 116"/>
                <a:gd name="T2" fmla="*/ 126 w 239"/>
                <a:gd name="T3" fmla="*/ 116 h 116"/>
                <a:gd name="T4" fmla="*/ 0 w 239"/>
                <a:gd name="T5" fmla="*/ 116 h 116"/>
              </a:gdLst>
              <a:ahLst/>
              <a:cxnLst>
                <a:cxn ang="0">
                  <a:pos x="T0" y="T1"/>
                </a:cxn>
                <a:cxn ang="0">
                  <a:pos x="T2" y="T3"/>
                </a:cxn>
                <a:cxn ang="0">
                  <a:pos x="T4" y="T5"/>
                </a:cxn>
              </a:cxnLst>
              <a:rect l="0" t="0" r="r" b="b"/>
              <a:pathLst>
                <a:path w="239" h="116">
                  <a:moveTo>
                    <a:pt x="239" y="0"/>
                  </a:moveTo>
                  <a:lnTo>
                    <a:pt x="126" y="116"/>
                  </a:lnTo>
                  <a:lnTo>
                    <a:pt x="0" y="116"/>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70" name="Freeform 32">
              <a:extLst>
                <a:ext uri="{FF2B5EF4-FFF2-40B4-BE49-F238E27FC236}">
                  <a16:creationId xmlns:a16="http://schemas.microsoft.com/office/drawing/2014/main" id="{DCA8F752-4759-6D4C-B130-E4FADD0EC7AC}"/>
                </a:ext>
              </a:extLst>
            </p:cNvPr>
            <p:cNvSpPr>
              <a:spLocks/>
            </p:cNvSpPr>
            <p:nvPr/>
          </p:nvSpPr>
          <p:spPr bwMode="auto">
            <a:xfrm>
              <a:off x="4047" y="2790"/>
              <a:ext cx="91" cy="224"/>
            </a:xfrm>
            <a:custGeom>
              <a:avLst/>
              <a:gdLst>
                <a:gd name="T0" fmla="*/ 91 w 91"/>
                <a:gd name="T1" fmla="*/ 0 h 224"/>
                <a:gd name="T2" fmla="*/ 91 w 91"/>
                <a:gd name="T3" fmla="*/ 136 h 224"/>
                <a:gd name="T4" fmla="*/ 0 w 91"/>
                <a:gd name="T5" fmla="*/ 224 h 224"/>
              </a:gdLst>
              <a:ahLst/>
              <a:cxnLst>
                <a:cxn ang="0">
                  <a:pos x="T0" y="T1"/>
                </a:cxn>
                <a:cxn ang="0">
                  <a:pos x="T2" y="T3"/>
                </a:cxn>
                <a:cxn ang="0">
                  <a:pos x="T4" y="T5"/>
                </a:cxn>
              </a:cxnLst>
              <a:rect l="0" t="0" r="r" b="b"/>
              <a:pathLst>
                <a:path w="91" h="224">
                  <a:moveTo>
                    <a:pt x="91" y="0"/>
                  </a:moveTo>
                  <a:lnTo>
                    <a:pt x="91" y="136"/>
                  </a:lnTo>
                  <a:lnTo>
                    <a:pt x="0" y="224"/>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71" name="Freeform 33">
              <a:extLst>
                <a:ext uri="{FF2B5EF4-FFF2-40B4-BE49-F238E27FC236}">
                  <a16:creationId xmlns:a16="http://schemas.microsoft.com/office/drawing/2014/main" id="{B5001C12-4EC6-CB47-82CB-41D841C7CEA3}"/>
                </a:ext>
              </a:extLst>
            </p:cNvPr>
            <p:cNvSpPr>
              <a:spLocks/>
            </p:cNvSpPr>
            <p:nvPr/>
          </p:nvSpPr>
          <p:spPr bwMode="auto">
            <a:xfrm>
              <a:off x="4610" y="2987"/>
              <a:ext cx="106" cy="231"/>
            </a:xfrm>
            <a:custGeom>
              <a:avLst/>
              <a:gdLst>
                <a:gd name="T0" fmla="*/ 0 w 106"/>
                <a:gd name="T1" fmla="*/ 0 h 231"/>
                <a:gd name="T2" fmla="*/ 106 w 106"/>
                <a:gd name="T3" fmla="*/ 115 h 231"/>
                <a:gd name="T4" fmla="*/ 0 w 106"/>
                <a:gd name="T5" fmla="*/ 231 h 231"/>
              </a:gdLst>
              <a:ahLst/>
              <a:cxnLst>
                <a:cxn ang="0">
                  <a:pos x="T0" y="T1"/>
                </a:cxn>
                <a:cxn ang="0">
                  <a:pos x="T2" y="T3"/>
                </a:cxn>
                <a:cxn ang="0">
                  <a:pos x="T4" y="T5"/>
                </a:cxn>
              </a:cxnLst>
              <a:rect l="0" t="0" r="r" b="b"/>
              <a:pathLst>
                <a:path w="106" h="231">
                  <a:moveTo>
                    <a:pt x="0" y="0"/>
                  </a:moveTo>
                  <a:lnTo>
                    <a:pt x="106" y="115"/>
                  </a:lnTo>
                  <a:lnTo>
                    <a:pt x="0" y="231"/>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72" name="Line 34">
              <a:extLst>
                <a:ext uri="{FF2B5EF4-FFF2-40B4-BE49-F238E27FC236}">
                  <a16:creationId xmlns:a16="http://schemas.microsoft.com/office/drawing/2014/main" id="{067874A8-85BD-0B47-8663-914FD89A0862}"/>
                </a:ext>
              </a:extLst>
            </p:cNvPr>
            <p:cNvSpPr>
              <a:spLocks noChangeShapeType="1"/>
            </p:cNvSpPr>
            <p:nvPr/>
          </p:nvSpPr>
          <p:spPr bwMode="auto">
            <a:xfrm>
              <a:off x="4364" y="2457"/>
              <a:ext cx="91" cy="95"/>
            </a:xfrm>
            <a:prstGeom prst="line">
              <a:avLst/>
            </a:prstGeom>
            <a:noFill/>
            <a:ln w="11113" cap="flat">
              <a:solidFill>
                <a:srgbClr val="86BC25"/>
              </a:solidFill>
              <a:prstDash val="solid"/>
              <a:miter lim="800000"/>
              <a:headEnd/>
              <a:tailEnd type="oval"/>
            </a:ln>
            <a:extLst>
              <a:ext uri="{909E8E84-426E-40DD-AFC4-6F175D3DCCD1}">
                <a14:hiddenFill xmlns:a14="http://schemas.microsoft.com/office/drawing/2010/main">
                  <a:no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sp>
          <p:nvSpPr>
            <p:cNvPr id="173" name="Freeform 35">
              <a:extLst>
                <a:ext uri="{FF2B5EF4-FFF2-40B4-BE49-F238E27FC236}">
                  <a16:creationId xmlns:a16="http://schemas.microsoft.com/office/drawing/2014/main" id="{64AF0AB6-E14D-A945-9356-9952DBFC09C9}"/>
                </a:ext>
              </a:extLst>
            </p:cNvPr>
            <p:cNvSpPr>
              <a:spLocks/>
            </p:cNvSpPr>
            <p:nvPr/>
          </p:nvSpPr>
          <p:spPr bwMode="auto">
            <a:xfrm>
              <a:off x="3934" y="1301"/>
              <a:ext cx="49" cy="150"/>
            </a:xfrm>
            <a:custGeom>
              <a:avLst/>
              <a:gdLst>
                <a:gd name="T0" fmla="*/ 49 w 49"/>
                <a:gd name="T1" fmla="*/ 0 h 150"/>
                <a:gd name="T2" fmla="*/ 0 w 49"/>
                <a:gd name="T3" fmla="*/ 48 h 150"/>
                <a:gd name="T4" fmla="*/ 0 w 49"/>
                <a:gd name="T5" fmla="*/ 116 h 150"/>
                <a:gd name="T6" fmla="*/ 35 w 49"/>
                <a:gd name="T7" fmla="*/ 150 h 150"/>
              </a:gdLst>
              <a:ahLst/>
              <a:cxnLst>
                <a:cxn ang="0">
                  <a:pos x="T0" y="T1"/>
                </a:cxn>
                <a:cxn ang="0">
                  <a:pos x="T2" y="T3"/>
                </a:cxn>
                <a:cxn ang="0">
                  <a:pos x="T4" y="T5"/>
                </a:cxn>
                <a:cxn ang="0">
                  <a:pos x="T6" y="T7"/>
                </a:cxn>
              </a:cxnLst>
              <a:rect l="0" t="0" r="r" b="b"/>
              <a:pathLst>
                <a:path w="49" h="150">
                  <a:moveTo>
                    <a:pt x="49" y="0"/>
                  </a:moveTo>
                  <a:lnTo>
                    <a:pt x="0" y="48"/>
                  </a:lnTo>
                  <a:lnTo>
                    <a:pt x="0" y="116"/>
                  </a:lnTo>
                  <a:lnTo>
                    <a:pt x="35" y="150"/>
                  </a:lnTo>
                </a:path>
              </a:pathLst>
            </a:custGeom>
            <a:noFill/>
            <a:ln w="11113" cap="flat">
              <a:solidFill>
                <a:srgbClr val="86BC25"/>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grpSp>
      <p:sp>
        <p:nvSpPr>
          <p:cNvPr id="174" name="Rectangle: Diagonal Corners Snipped 4">
            <a:extLst>
              <a:ext uri="{FF2B5EF4-FFF2-40B4-BE49-F238E27FC236}">
                <a16:creationId xmlns:a16="http://schemas.microsoft.com/office/drawing/2014/main" id="{D7ED53A5-E703-D749-8332-A45BBFA5FC02}"/>
              </a:ext>
            </a:extLst>
          </p:cNvPr>
          <p:cNvSpPr/>
          <p:nvPr/>
        </p:nvSpPr>
        <p:spPr bwMode="gray">
          <a:xfrm>
            <a:off x="4802015" y="2376878"/>
            <a:ext cx="220886" cy="3207383"/>
          </a:xfrm>
          <a:prstGeom prst="snip2DiagRect">
            <a:avLst>
              <a:gd name="adj1" fmla="val 19685"/>
              <a:gd name="adj2" fmla="val 21588"/>
            </a:avLst>
          </a:prstGeom>
          <a:solidFill>
            <a:sysClr val="windowText" lastClr="000000"/>
          </a:solidFill>
          <a:ln w="11113" cap="flat">
            <a:solidFill>
              <a:srgbClr val="53565A">
                <a:lumMod val="90000"/>
              </a:srgbClr>
            </a:solidFill>
            <a:prstDash val="solid"/>
            <a:miter lim="800000"/>
            <a:headEnd/>
            <a:tailEnd/>
          </a:ln>
        </p:spPr>
        <p:txBody>
          <a:bodyPr vert="horz" wrap="square" lIns="55721" tIns="27861" rIns="55721" bIns="27861" numCol="1" anchor="t" anchorCtr="0" compatLnSpc="1">
            <a:prstTxWarp prst="textNoShape">
              <a:avLst/>
            </a:prstTxWarp>
          </a:bodyPr>
          <a:lstStyle/>
          <a:p>
            <a:pPr defTabSz="742969">
              <a:defRPr/>
            </a:pPr>
            <a:endParaRPr lang="en-US" sz="1000" kern="0">
              <a:solidFill>
                <a:prstClr val="black"/>
              </a:solidFill>
              <a:latin typeface="Aptos" panose="020B0004020202020204" pitchFamily="34" charset="0"/>
            </a:endParaRPr>
          </a:p>
        </p:txBody>
      </p:sp>
      <p:grpSp>
        <p:nvGrpSpPr>
          <p:cNvPr id="175" name="Group 174">
            <a:extLst>
              <a:ext uri="{FF2B5EF4-FFF2-40B4-BE49-F238E27FC236}">
                <a16:creationId xmlns:a16="http://schemas.microsoft.com/office/drawing/2014/main" id="{BD79FFAE-D316-8C40-9713-F528AB34FDD1}"/>
              </a:ext>
            </a:extLst>
          </p:cNvPr>
          <p:cNvGrpSpPr/>
          <p:nvPr/>
        </p:nvGrpSpPr>
        <p:grpSpPr>
          <a:xfrm>
            <a:off x="6188654" y="2852319"/>
            <a:ext cx="1367231" cy="572188"/>
            <a:chOff x="6435796" y="3049357"/>
            <a:chExt cx="3845966" cy="449748"/>
          </a:xfrm>
        </p:grpSpPr>
        <p:cxnSp>
          <p:nvCxnSpPr>
            <p:cNvPr id="176" name="Straight Connector 175">
              <a:extLst>
                <a:ext uri="{FF2B5EF4-FFF2-40B4-BE49-F238E27FC236}">
                  <a16:creationId xmlns:a16="http://schemas.microsoft.com/office/drawing/2014/main" id="{3854AD4C-A717-3B43-8031-14939AD26D90}"/>
                </a:ext>
              </a:extLst>
            </p:cNvPr>
            <p:cNvCxnSpPr/>
            <p:nvPr/>
          </p:nvCxnSpPr>
          <p:spPr>
            <a:xfrm flipH="1">
              <a:off x="8707735" y="3049357"/>
              <a:ext cx="1574027" cy="0"/>
            </a:xfrm>
            <a:prstGeom prst="line">
              <a:avLst/>
            </a:prstGeom>
            <a:noFill/>
            <a:ln w="9525" cap="rnd" cmpd="sng" algn="ctr">
              <a:solidFill>
                <a:sysClr val="window" lastClr="FFFFFF"/>
              </a:solidFill>
              <a:prstDash val="sysDash"/>
              <a:headEnd type="oval"/>
              <a:tailEnd type="none"/>
            </a:ln>
            <a:effectLst/>
          </p:spPr>
        </p:cxnSp>
        <p:cxnSp>
          <p:nvCxnSpPr>
            <p:cNvPr id="177" name="Straight Connector 176">
              <a:extLst>
                <a:ext uri="{FF2B5EF4-FFF2-40B4-BE49-F238E27FC236}">
                  <a16:creationId xmlns:a16="http://schemas.microsoft.com/office/drawing/2014/main" id="{A16684C7-4B37-154A-96BC-52EF9BD3CDAA}"/>
                </a:ext>
              </a:extLst>
            </p:cNvPr>
            <p:cNvCxnSpPr>
              <a:cxnSpLocks/>
            </p:cNvCxnSpPr>
            <p:nvPr/>
          </p:nvCxnSpPr>
          <p:spPr>
            <a:xfrm flipH="1">
              <a:off x="6435796" y="3499105"/>
              <a:ext cx="1732409" cy="0"/>
            </a:xfrm>
            <a:prstGeom prst="line">
              <a:avLst/>
            </a:prstGeom>
            <a:noFill/>
            <a:ln w="9525" cap="rnd" cmpd="sng" algn="ctr">
              <a:solidFill>
                <a:sysClr val="window" lastClr="FFFFFF"/>
              </a:solidFill>
              <a:prstDash val="sysDash"/>
              <a:headEnd type="none"/>
              <a:tailEnd type="none"/>
            </a:ln>
            <a:effectLst/>
          </p:spPr>
        </p:cxnSp>
        <p:cxnSp>
          <p:nvCxnSpPr>
            <p:cNvPr id="178" name="Straight Connector 177">
              <a:extLst>
                <a:ext uri="{FF2B5EF4-FFF2-40B4-BE49-F238E27FC236}">
                  <a16:creationId xmlns:a16="http://schemas.microsoft.com/office/drawing/2014/main" id="{9E3C5B68-B5A7-FF49-9F50-247D3417ADE9}"/>
                </a:ext>
              </a:extLst>
            </p:cNvPr>
            <p:cNvCxnSpPr>
              <a:cxnSpLocks/>
            </p:cNvCxnSpPr>
            <p:nvPr/>
          </p:nvCxnSpPr>
          <p:spPr>
            <a:xfrm flipV="1">
              <a:off x="8168202" y="3049357"/>
              <a:ext cx="539533" cy="449748"/>
            </a:xfrm>
            <a:prstGeom prst="line">
              <a:avLst/>
            </a:prstGeom>
            <a:noFill/>
            <a:ln w="9525" cap="rnd" cmpd="sng" algn="ctr">
              <a:solidFill>
                <a:sysClr val="window" lastClr="FFFFFF"/>
              </a:solidFill>
              <a:prstDash val="sysDash"/>
              <a:headEnd type="none"/>
              <a:tailEnd type="none"/>
            </a:ln>
            <a:effectLst/>
          </p:spPr>
        </p:cxnSp>
      </p:grpSp>
      <p:grpSp>
        <p:nvGrpSpPr>
          <p:cNvPr id="179" name="Group 178">
            <a:extLst>
              <a:ext uri="{FF2B5EF4-FFF2-40B4-BE49-F238E27FC236}">
                <a16:creationId xmlns:a16="http://schemas.microsoft.com/office/drawing/2014/main" id="{6BCDF952-AAAE-1E42-B08B-27D86CBAD72C}"/>
              </a:ext>
            </a:extLst>
          </p:cNvPr>
          <p:cNvGrpSpPr/>
          <p:nvPr/>
        </p:nvGrpSpPr>
        <p:grpSpPr>
          <a:xfrm flipV="1">
            <a:off x="6188656" y="4677904"/>
            <a:ext cx="1362446" cy="572188"/>
            <a:chOff x="6449256" y="3049357"/>
            <a:chExt cx="3832506" cy="449748"/>
          </a:xfrm>
        </p:grpSpPr>
        <p:cxnSp>
          <p:nvCxnSpPr>
            <p:cNvPr id="180" name="Straight Connector 179">
              <a:extLst>
                <a:ext uri="{FF2B5EF4-FFF2-40B4-BE49-F238E27FC236}">
                  <a16:creationId xmlns:a16="http://schemas.microsoft.com/office/drawing/2014/main" id="{EC41165B-A423-2A4A-9DA5-75A1BA8B0F71}"/>
                </a:ext>
              </a:extLst>
            </p:cNvPr>
            <p:cNvCxnSpPr/>
            <p:nvPr/>
          </p:nvCxnSpPr>
          <p:spPr>
            <a:xfrm flipH="1">
              <a:off x="8707735" y="3049357"/>
              <a:ext cx="1574027" cy="0"/>
            </a:xfrm>
            <a:prstGeom prst="line">
              <a:avLst/>
            </a:prstGeom>
            <a:noFill/>
            <a:ln w="9525" cap="rnd" cmpd="sng" algn="ctr">
              <a:solidFill>
                <a:sysClr val="window" lastClr="FFFFFF"/>
              </a:solidFill>
              <a:prstDash val="sysDash"/>
              <a:headEnd type="oval"/>
              <a:tailEnd type="none"/>
            </a:ln>
            <a:effectLst/>
          </p:spPr>
        </p:cxnSp>
        <p:cxnSp>
          <p:nvCxnSpPr>
            <p:cNvPr id="181" name="Straight Connector 180">
              <a:extLst>
                <a:ext uri="{FF2B5EF4-FFF2-40B4-BE49-F238E27FC236}">
                  <a16:creationId xmlns:a16="http://schemas.microsoft.com/office/drawing/2014/main" id="{E5EDF3F6-AFED-5C47-99C7-4C50617544E9}"/>
                </a:ext>
              </a:extLst>
            </p:cNvPr>
            <p:cNvCxnSpPr>
              <a:cxnSpLocks/>
            </p:cNvCxnSpPr>
            <p:nvPr/>
          </p:nvCxnSpPr>
          <p:spPr>
            <a:xfrm flipH="1" flipV="1">
              <a:off x="6449256" y="3499105"/>
              <a:ext cx="1718951" cy="0"/>
            </a:xfrm>
            <a:prstGeom prst="line">
              <a:avLst/>
            </a:prstGeom>
            <a:noFill/>
            <a:ln w="9525" cap="rnd" cmpd="sng" algn="ctr">
              <a:solidFill>
                <a:sysClr val="window" lastClr="FFFFFF"/>
              </a:solidFill>
              <a:prstDash val="sysDash"/>
              <a:headEnd type="none"/>
              <a:tailEnd type="none"/>
            </a:ln>
            <a:effectLst/>
          </p:spPr>
        </p:cxnSp>
        <p:cxnSp>
          <p:nvCxnSpPr>
            <p:cNvPr id="182" name="Straight Connector 181">
              <a:extLst>
                <a:ext uri="{FF2B5EF4-FFF2-40B4-BE49-F238E27FC236}">
                  <a16:creationId xmlns:a16="http://schemas.microsoft.com/office/drawing/2014/main" id="{D1A22F93-175A-A84E-BC29-A8BCDED51147}"/>
                </a:ext>
              </a:extLst>
            </p:cNvPr>
            <p:cNvCxnSpPr>
              <a:cxnSpLocks/>
            </p:cNvCxnSpPr>
            <p:nvPr/>
          </p:nvCxnSpPr>
          <p:spPr>
            <a:xfrm flipV="1">
              <a:off x="8168202" y="3049357"/>
              <a:ext cx="539533" cy="449748"/>
            </a:xfrm>
            <a:prstGeom prst="line">
              <a:avLst/>
            </a:prstGeom>
            <a:noFill/>
            <a:ln w="9525" cap="rnd" cmpd="sng" algn="ctr">
              <a:solidFill>
                <a:sysClr val="window" lastClr="FFFFFF"/>
              </a:solidFill>
              <a:prstDash val="sysDash"/>
              <a:headEnd type="none"/>
              <a:tailEnd type="none"/>
            </a:ln>
            <a:effectLst/>
          </p:spPr>
        </p:cxnSp>
      </p:grpSp>
      <p:cxnSp>
        <p:nvCxnSpPr>
          <p:cNvPr id="183" name="Straight Arrow Connector 182">
            <a:extLst>
              <a:ext uri="{FF2B5EF4-FFF2-40B4-BE49-F238E27FC236}">
                <a16:creationId xmlns:a16="http://schemas.microsoft.com/office/drawing/2014/main" id="{6BB8D130-49FD-4345-9CF0-70446E8159AA}"/>
              </a:ext>
            </a:extLst>
          </p:cNvPr>
          <p:cNvCxnSpPr>
            <a:cxnSpLocks/>
          </p:cNvCxnSpPr>
          <p:nvPr/>
        </p:nvCxnSpPr>
        <p:spPr>
          <a:xfrm flipH="1">
            <a:off x="6283882" y="4042767"/>
            <a:ext cx="1836218" cy="0"/>
          </a:xfrm>
          <a:prstGeom prst="straightConnector1">
            <a:avLst/>
          </a:prstGeom>
          <a:noFill/>
          <a:ln w="9525" cap="rnd" cmpd="sng" algn="ctr">
            <a:solidFill>
              <a:sysClr val="window" lastClr="FFFFFF"/>
            </a:solidFill>
            <a:prstDash val="sysDash"/>
            <a:headEnd type="oval"/>
            <a:tailEnd type="none"/>
          </a:ln>
          <a:effectLst/>
          <a:extLst>
            <a:ext uri="{909E8E84-426E-40DD-AFC4-6F175D3DCCD1}">
              <a14:hiddenFill xmlns:a14="http://schemas.microsoft.com/office/drawing/2010/main">
                <a:solidFill>
                  <a:srgbClr val="FFFFFF"/>
                </a:solidFill>
              </a14:hiddenFill>
            </a:ext>
          </a:extLst>
        </p:spPr>
      </p:cxnSp>
      <p:grpSp>
        <p:nvGrpSpPr>
          <p:cNvPr id="184" name="Group 183">
            <a:extLst>
              <a:ext uri="{FF2B5EF4-FFF2-40B4-BE49-F238E27FC236}">
                <a16:creationId xmlns:a16="http://schemas.microsoft.com/office/drawing/2014/main" id="{C40AB4BA-0848-7A4B-A871-7B8E0B75A9E6}"/>
              </a:ext>
            </a:extLst>
          </p:cNvPr>
          <p:cNvGrpSpPr/>
          <p:nvPr/>
        </p:nvGrpSpPr>
        <p:grpSpPr>
          <a:xfrm flipH="1">
            <a:off x="2266392" y="2852319"/>
            <a:ext cx="1367231" cy="572188"/>
            <a:chOff x="6435796" y="3049357"/>
            <a:chExt cx="3845966" cy="449748"/>
          </a:xfrm>
        </p:grpSpPr>
        <p:cxnSp>
          <p:nvCxnSpPr>
            <p:cNvPr id="185" name="Straight Connector 184">
              <a:extLst>
                <a:ext uri="{FF2B5EF4-FFF2-40B4-BE49-F238E27FC236}">
                  <a16:creationId xmlns:a16="http://schemas.microsoft.com/office/drawing/2014/main" id="{39E30812-48B5-6549-96CD-1BFA91FBF25E}"/>
                </a:ext>
              </a:extLst>
            </p:cNvPr>
            <p:cNvCxnSpPr/>
            <p:nvPr/>
          </p:nvCxnSpPr>
          <p:spPr>
            <a:xfrm flipH="1">
              <a:off x="8707735" y="3049357"/>
              <a:ext cx="1574027" cy="0"/>
            </a:xfrm>
            <a:prstGeom prst="line">
              <a:avLst/>
            </a:prstGeom>
            <a:noFill/>
            <a:ln w="9525" cap="rnd" cmpd="sng" algn="ctr">
              <a:solidFill>
                <a:sysClr val="window" lastClr="FFFFFF"/>
              </a:solidFill>
              <a:prstDash val="sysDash"/>
              <a:headEnd type="oval"/>
              <a:tailEnd type="none"/>
            </a:ln>
            <a:effectLst/>
          </p:spPr>
        </p:cxnSp>
        <p:cxnSp>
          <p:nvCxnSpPr>
            <p:cNvPr id="186" name="Straight Connector 185">
              <a:extLst>
                <a:ext uri="{FF2B5EF4-FFF2-40B4-BE49-F238E27FC236}">
                  <a16:creationId xmlns:a16="http://schemas.microsoft.com/office/drawing/2014/main" id="{BCBF3140-82A6-C34A-8C6A-C7060B574FEA}"/>
                </a:ext>
              </a:extLst>
            </p:cNvPr>
            <p:cNvCxnSpPr>
              <a:cxnSpLocks/>
            </p:cNvCxnSpPr>
            <p:nvPr/>
          </p:nvCxnSpPr>
          <p:spPr>
            <a:xfrm flipH="1">
              <a:off x="6435796" y="3499105"/>
              <a:ext cx="1732409" cy="0"/>
            </a:xfrm>
            <a:prstGeom prst="line">
              <a:avLst/>
            </a:prstGeom>
            <a:noFill/>
            <a:ln w="9525" cap="rnd" cmpd="sng" algn="ctr">
              <a:solidFill>
                <a:sysClr val="window" lastClr="FFFFFF"/>
              </a:solidFill>
              <a:prstDash val="sysDash"/>
              <a:headEnd type="none"/>
              <a:tailEnd type="none"/>
            </a:ln>
            <a:effectLst/>
          </p:spPr>
        </p:cxnSp>
        <p:cxnSp>
          <p:nvCxnSpPr>
            <p:cNvPr id="187" name="Straight Connector 186">
              <a:extLst>
                <a:ext uri="{FF2B5EF4-FFF2-40B4-BE49-F238E27FC236}">
                  <a16:creationId xmlns:a16="http://schemas.microsoft.com/office/drawing/2014/main" id="{9745FED8-1E79-684B-B445-85A370E56A88}"/>
                </a:ext>
              </a:extLst>
            </p:cNvPr>
            <p:cNvCxnSpPr>
              <a:cxnSpLocks/>
            </p:cNvCxnSpPr>
            <p:nvPr/>
          </p:nvCxnSpPr>
          <p:spPr>
            <a:xfrm flipV="1">
              <a:off x="8168202" y="3049357"/>
              <a:ext cx="539533" cy="449748"/>
            </a:xfrm>
            <a:prstGeom prst="line">
              <a:avLst/>
            </a:prstGeom>
            <a:noFill/>
            <a:ln w="9525" cap="rnd" cmpd="sng" algn="ctr">
              <a:solidFill>
                <a:sysClr val="window" lastClr="FFFFFF"/>
              </a:solidFill>
              <a:prstDash val="sysDash"/>
              <a:headEnd type="none"/>
              <a:tailEnd type="none"/>
            </a:ln>
            <a:effectLst/>
          </p:spPr>
        </p:cxnSp>
      </p:grpSp>
      <p:grpSp>
        <p:nvGrpSpPr>
          <p:cNvPr id="188" name="Group 187">
            <a:extLst>
              <a:ext uri="{FF2B5EF4-FFF2-40B4-BE49-F238E27FC236}">
                <a16:creationId xmlns:a16="http://schemas.microsoft.com/office/drawing/2014/main" id="{70683F75-97AD-FF4F-A1E6-E5A8C86883B0}"/>
              </a:ext>
            </a:extLst>
          </p:cNvPr>
          <p:cNvGrpSpPr/>
          <p:nvPr/>
        </p:nvGrpSpPr>
        <p:grpSpPr>
          <a:xfrm flipH="1" flipV="1">
            <a:off x="2247839" y="4677904"/>
            <a:ext cx="1377126" cy="572188"/>
            <a:chOff x="6407963" y="3049357"/>
            <a:chExt cx="3873799" cy="449748"/>
          </a:xfrm>
        </p:grpSpPr>
        <p:cxnSp>
          <p:nvCxnSpPr>
            <p:cNvPr id="189" name="Straight Connector 188">
              <a:extLst>
                <a:ext uri="{FF2B5EF4-FFF2-40B4-BE49-F238E27FC236}">
                  <a16:creationId xmlns:a16="http://schemas.microsoft.com/office/drawing/2014/main" id="{F145FC1F-AA6B-FC44-8628-56D8A09051A3}"/>
                </a:ext>
              </a:extLst>
            </p:cNvPr>
            <p:cNvCxnSpPr/>
            <p:nvPr/>
          </p:nvCxnSpPr>
          <p:spPr>
            <a:xfrm flipH="1">
              <a:off x="8707735" y="3049357"/>
              <a:ext cx="1574027" cy="0"/>
            </a:xfrm>
            <a:prstGeom prst="line">
              <a:avLst/>
            </a:prstGeom>
            <a:noFill/>
            <a:ln w="9525" cap="rnd" cmpd="sng" algn="ctr">
              <a:solidFill>
                <a:sysClr val="window" lastClr="FFFFFF"/>
              </a:solidFill>
              <a:prstDash val="sysDash"/>
              <a:headEnd type="oval"/>
              <a:tailEnd type="none"/>
            </a:ln>
            <a:effectLst/>
          </p:spPr>
        </p:cxnSp>
        <p:cxnSp>
          <p:nvCxnSpPr>
            <p:cNvPr id="190" name="Straight Connector 189">
              <a:extLst>
                <a:ext uri="{FF2B5EF4-FFF2-40B4-BE49-F238E27FC236}">
                  <a16:creationId xmlns:a16="http://schemas.microsoft.com/office/drawing/2014/main" id="{1B3EA6D3-BA44-9640-ABE8-D01C976C3BD2}"/>
                </a:ext>
              </a:extLst>
            </p:cNvPr>
            <p:cNvCxnSpPr>
              <a:cxnSpLocks/>
            </p:cNvCxnSpPr>
            <p:nvPr/>
          </p:nvCxnSpPr>
          <p:spPr>
            <a:xfrm flipH="1" flipV="1">
              <a:off x="6407963" y="3499105"/>
              <a:ext cx="1760242" cy="0"/>
            </a:xfrm>
            <a:prstGeom prst="line">
              <a:avLst/>
            </a:prstGeom>
            <a:noFill/>
            <a:ln w="9525" cap="rnd" cmpd="sng" algn="ctr">
              <a:solidFill>
                <a:sysClr val="window" lastClr="FFFFFF"/>
              </a:solidFill>
              <a:prstDash val="sysDash"/>
              <a:headEnd type="none"/>
              <a:tailEnd type="none"/>
            </a:ln>
            <a:effectLst/>
          </p:spPr>
        </p:cxnSp>
        <p:cxnSp>
          <p:nvCxnSpPr>
            <p:cNvPr id="191" name="Straight Connector 190">
              <a:extLst>
                <a:ext uri="{FF2B5EF4-FFF2-40B4-BE49-F238E27FC236}">
                  <a16:creationId xmlns:a16="http://schemas.microsoft.com/office/drawing/2014/main" id="{D1BA80C2-A861-674B-BA15-002B009013A2}"/>
                </a:ext>
              </a:extLst>
            </p:cNvPr>
            <p:cNvCxnSpPr>
              <a:cxnSpLocks/>
            </p:cNvCxnSpPr>
            <p:nvPr/>
          </p:nvCxnSpPr>
          <p:spPr>
            <a:xfrm flipV="1">
              <a:off x="8168202" y="3049357"/>
              <a:ext cx="539533" cy="449748"/>
            </a:xfrm>
            <a:prstGeom prst="line">
              <a:avLst/>
            </a:prstGeom>
            <a:noFill/>
            <a:ln w="9525" cap="rnd" cmpd="sng" algn="ctr">
              <a:solidFill>
                <a:sysClr val="window" lastClr="FFFFFF"/>
              </a:solidFill>
              <a:prstDash val="sysDash"/>
              <a:headEnd type="none"/>
              <a:tailEnd type="none"/>
            </a:ln>
            <a:effectLst/>
          </p:spPr>
        </p:cxnSp>
      </p:grpSp>
      <p:cxnSp>
        <p:nvCxnSpPr>
          <p:cNvPr id="192" name="Straight Arrow Connector 191">
            <a:extLst>
              <a:ext uri="{FF2B5EF4-FFF2-40B4-BE49-F238E27FC236}">
                <a16:creationId xmlns:a16="http://schemas.microsoft.com/office/drawing/2014/main" id="{9D7FE698-8A25-AF48-97C1-DEEBAB9AB714}"/>
              </a:ext>
            </a:extLst>
          </p:cNvPr>
          <p:cNvCxnSpPr>
            <a:cxnSpLocks/>
            <a:stCxn id="107" idx="3"/>
          </p:cNvCxnSpPr>
          <p:nvPr/>
        </p:nvCxnSpPr>
        <p:spPr>
          <a:xfrm>
            <a:off x="1702937" y="4042767"/>
            <a:ext cx="1819235" cy="0"/>
          </a:xfrm>
          <a:prstGeom prst="straightConnector1">
            <a:avLst/>
          </a:prstGeom>
          <a:noFill/>
          <a:ln w="9525" cap="rnd" cmpd="sng" algn="ctr">
            <a:solidFill>
              <a:sysClr val="window" lastClr="FFFFFF"/>
            </a:solidFill>
            <a:prstDash val="sysDash"/>
            <a:headEnd type="oval"/>
            <a:tailEnd type="none"/>
          </a:ln>
          <a:effectLst/>
          <a:extLst>
            <a:ext uri="{909E8E84-426E-40DD-AFC4-6F175D3DCCD1}">
              <a14:hiddenFill xmlns:a14="http://schemas.microsoft.com/office/drawing/2010/main">
                <a:solidFill>
                  <a:srgbClr val="FFFFFF"/>
                </a:solidFill>
              </a14:hiddenFill>
            </a:ext>
          </a:extLst>
        </p:spPr>
      </p:cxnSp>
      <p:sp>
        <p:nvSpPr>
          <p:cNvPr id="193" name="Round Same Side Corner Rectangle 30">
            <a:extLst>
              <a:ext uri="{FF2B5EF4-FFF2-40B4-BE49-F238E27FC236}">
                <a16:creationId xmlns:a16="http://schemas.microsoft.com/office/drawing/2014/main" id="{7F20B8E5-38B9-874E-801A-0C94EA39DC03}"/>
              </a:ext>
            </a:extLst>
          </p:cNvPr>
          <p:cNvSpPr/>
          <p:nvPr/>
        </p:nvSpPr>
        <p:spPr bwMode="gray">
          <a:xfrm>
            <a:off x="545563" y="1839029"/>
            <a:ext cx="3683487" cy="424281"/>
          </a:xfrm>
          <a:prstGeom prst="round2SameRect">
            <a:avLst>
              <a:gd name="adj1" fmla="val 24620"/>
              <a:gd name="adj2" fmla="val 0"/>
            </a:avLst>
          </a:prstGeom>
          <a:solidFill>
            <a:srgbClr val="86BC25"/>
          </a:solidFill>
          <a:ln w="19050" algn="ctr">
            <a:noFill/>
            <a:miter lim="800000"/>
            <a:headEnd/>
            <a:tailEnd/>
          </a:ln>
        </p:spPr>
        <p:txBody>
          <a:bodyPr wrap="square" lIns="49144" tIns="49144" rIns="49144" bIns="49144" rtlCol="0" anchor="ctr"/>
          <a:lstStyle/>
          <a:p>
            <a:pPr algn="ctr" defTabSz="435350">
              <a:lnSpc>
                <a:spcPts val="1056"/>
              </a:lnSpc>
            </a:pPr>
            <a:r>
              <a:rPr lang="en-US" sz="1000" b="1" kern="0" dirty="0">
                <a:solidFill>
                  <a:prstClr val="black"/>
                </a:solidFill>
                <a:latin typeface="Aptos" panose="020B0004020202020204" pitchFamily="34" charset="0"/>
              </a:rPr>
              <a:t>Lorem ipsum dolor sit </a:t>
            </a:r>
            <a:r>
              <a:rPr lang="en-US" sz="1000" b="1" kern="0" dirty="0" err="1">
                <a:solidFill>
                  <a:prstClr val="black"/>
                </a:solidFill>
                <a:latin typeface="Aptos" panose="020B0004020202020204" pitchFamily="34" charset="0"/>
              </a:rPr>
              <a:t>amet</a:t>
            </a:r>
            <a:r>
              <a:rPr lang="en-US" sz="1000" b="1" kern="0" dirty="0">
                <a:solidFill>
                  <a:prstClr val="black"/>
                </a:solidFill>
                <a:latin typeface="Aptos" panose="020B0004020202020204" pitchFamily="34" charset="0"/>
              </a:rPr>
              <a:t>, </a:t>
            </a:r>
            <a:r>
              <a:rPr lang="en-US" sz="1000" b="1" kern="0" dirty="0" err="1">
                <a:solidFill>
                  <a:prstClr val="black"/>
                </a:solidFill>
                <a:latin typeface="Aptos" panose="020B0004020202020204" pitchFamily="34" charset="0"/>
              </a:rPr>
              <a:t>consectetur</a:t>
            </a:r>
            <a:endParaRPr lang="en-US" sz="1000" b="1" kern="0" dirty="0">
              <a:solidFill>
                <a:prstClr val="black"/>
              </a:solidFill>
              <a:latin typeface="Aptos" panose="020B0004020202020204" pitchFamily="34" charset="0"/>
            </a:endParaRPr>
          </a:p>
          <a:p>
            <a:pPr algn="ctr" defTabSz="435350">
              <a:lnSpc>
                <a:spcPts val="1056"/>
              </a:lnSpc>
            </a:pPr>
            <a:r>
              <a:rPr lang="en-US" sz="1000" b="1" kern="0" dirty="0" err="1">
                <a:solidFill>
                  <a:prstClr val="black"/>
                </a:solidFill>
                <a:latin typeface="Aptos" panose="020B0004020202020204" pitchFamily="34" charset="0"/>
              </a:rPr>
              <a:t>adipiscing</a:t>
            </a:r>
            <a:r>
              <a:rPr lang="en-US" sz="1000" b="1" kern="0" dirty="0">
                <a:solidFill>
                  <a:prstClr val="black"/>
                </a:solidFill>
                <a:latin typeface="Aptos" panose="020B0004020202020204" pitchFamily="34" charset="0"/>
              </a:rPr>
              <a:t> </a:t>
            </a:r>
            <a:r>
              <a:rPr lang="en-US" sz="1000" b="1" kern="0" dirty="0" err="1">
                <a:solidFill>
                  <a:prstClr val="black"/>
                </a:solidFill>
                <a:latin typeface="Aptos" panose="020B0004020202020204" pitchFamily="34" charset="0"/>
              </a:rPr>
              <a:t>elit</a:t>
            </a:r>
            <a:r>
              <a:rPr lang="en-US" sz="1000" b="1" kern="0" dirty="0">
                <a:solidFill>
                  <a:prstClr val="black"/>
                </a:solidFill>
                <a:latin typeface="Aptos" panose="020B0004020202020204" pitchFamily="34" charset="0"/>
              </a:rPr>
              <a:t>, sed do</a:t>
            </a:r>
          </a:p>
        </p:txBody>
      </p:sp>
      <p:sp>
        <p:nvSpPr>
          <p:cNvPr id="194" name="Round Same Side Corner Rectangle 30">
            <a:extLst>
              <a:ext uri="{FF2B5EF4-FFF2-40B4-BE49-F238E27FC236}">
                <a16:creationId xmlns:a16="http://schemas.microsoft.com/office/drawing/2014/main" id="{0EE35670-FFF5-8643-9393-2B74118E3F36}"/>
              </a:ext>
            </a:extLst>
          </p:cNvPr>
          <p:cNvSpPr/>
          <p:nvPr/>
        </p:nvSpPr>
        <p:spPr bwMode="gray">
          <a:xfrm>
            <a:off x="5597292" y="1843112"/>
            <a:ext cx="3687787" cy="424281"/>
          </a:xfrm>
          <a:prstGeom prst="round2SameRect">
            <a:avLst>
              <a:gd name="adj1" fmla="val 24620"/>
              <a:gd name="adj2" fmla="val 0"/>
            </a:avLst>
          </a:prstGeom>
          <a:solidFill>
            <a:srgbClr val="00A3E0"/>
          </a:solidFill>
          <a:ln w="19050" algn="ctr">
            <a:noFill/>
            <a:miter lim="800000"/>
            <a:headEnd/>
            <a:tailEnd/>
          </a:ln>
        </p:spPr>
        <p:txBody>
          <a:bodyPr wrap="square" lIns="49144" tIns="49144" rIns="49144" bIns="49144" rtlCol="0" anchor="ctr"/>
          <a:lstStyle/>
          <a:p>
            <a:pPr algn="ctr" defTabSz="435350">
              <a:lnSpc>
                <a:spcPts val="1056"/>
              </a:lnSpc>
            </a:pPr>
            <a:r>
              <a:rPr lang="en-US" sz="1000" b="1" kern="0" dirty="0">
                <a:solidFill>
                  <a:prstClr val="black"/>
                </a:solidFill>
                <a:latin typeface="Aptos" panose="020B0004020202020204" pitchFamily="34" charset="0"/>
              </a:rPr>
              <a:t>Lorem ipsum dolor sit </a:t>
            </a:r>
            <a:r>
              <a:rPr lang="en-US" sz="1000" b="1" kern="0" dirty="0" err="1">
                <a:solidFill>
                  <a:prstClr val="black"/>
                </a:solidFill>
                <a:latin typeface="Aptos" panose="020B0004020202020204" pitchFamily="34" charset="0"/>
              </a:rPr>
              <a:t>amet</a:t>
            </a:r>
            <a:r>
              <a:rPr lang="en-US" sz="1000" b="1" kern="0" dirty="0">
                <a:solidFill>
                  <a:prstClr val="black"/>
                </a:solidFill>
                <a:latin typeface="Aptos" panose="020B0004020202020204" pitchFamily="34" charset="0"/>
              </a:rPr>
              <a:t>, </a:t>
            </a:r>
            <a:r>
              <a:rPr lang="en-US" sz="1000" b="1" kern="0" dirty="0" err="1">
                <a:solidFill>
                  <a:prstClr val="black"/>
                </a:solidFill>
                <a:latin typeface="Aptos" panose="020B0004020202020204" pitchFamily="34" charset="0"/>
              </a:rPr>
              <a:t>consectetur</a:t>
            </a:r>
            <a:endParaRPr lang="en-US" sz="1000" b="1" kern="0" dirty="0">
              <a:solidFill>
                <a:prstClr val="black"/>
              </a:solidFill>
              <a:latin typeface="Aptos" panose="020B0004020202020204" pitchFamily="34" charset="0"/>
            </a:endParaRPr>
          </a:p>
          <a:p>
            <a:pPr algn="ctr" defTabSz="435350">
              <a:lnSpc>
                <a:spcPts val="1056"/>
              </a:lnSpc>
            </a:pPr>
            <a:r>
              <a:rPr lang="en-US" sz="1000" b="1" kern="0" dirty="0" err="1">
                <a:solidFill>
                  <a:prstClr val="black"/>
                </a:solidFill>
                <a:latin typeface="Aptos" panose="020B0004020202020204" pitchFamily="34" charset="0"/>
              </a:rPr>
              <a:t>adipiscing</a:t>
            </a:r>
            <a:r>
              <a:rPr lang="en-US" sz="1000" b="1" kern="0" dirty="0">
                <a:solidFill>
                  <a:prstClr val="black"/>
                </a:solidFill>
                <a:latin typeface="Aptos" panose="020B0004020202020204" pitchFamily="34" charset="0"/>
              </a:rPr>
              <a:t> </a:t>
            </a:r>
            <a:r>
              <a:rPr lang="en-US" sz="1000" b="1" kern="0" dirty="0" err="1">
                <a:solidFill>
                  <a:prstClr val="black"/>
                </a:solidFill>
                <a:latin typeface="Aptos" panose="020B0004020202020204" pitchFamily="34" charset="0"/>
              </a:rPr>
              <a:t>elit</a:t>
            </a:r>
            <a:r>
              <a:rPr lang="en-US" sz="1000" b="1" kern="0" dirty="0">
                <a:solidFill>
                  <a:prstClr val="black"/>
                </a:solidFill>
                <a:latin typeface="Aptos" panose="020B0004020202020204" pitchFamily="34" charset="0"/>
              </a:rPr>
              <a:t>, sed do</a:t>
            </a:r>
          </a:p>
        </p:txBody>
      </p:sp>
      <p:sp>
        <p:nvSpPr>
          <p:cNvPr id="195" name="Freeform 927">
            <a:extLst>
              <a:ext uri="{FF2B5EF4-FFF2-40B4-BE49-F238E27FC236}">
                <a16:creationId xmlns:a16="http://schemas.microsoft.com/office/drawing/2014/main" id="{B7451C38-35A6-C54D-957E-755428ED5EAE}"/>
              </a:ext>
            </a:extLst>
          </p:cNvPr>
          <p:cNvSpPr>
            <a:spLocks noEditPoints="1"/>
          </p:cNvSpPr>
          <p:nvPr/>
        </p:nvSpPr>
        <p:spPr bwMode="auto">
          <a:xfrm>
            <a:off x="633632" y="1935496"/>
            <a:ext cx="235525" cy="234298"/>
          </a:xfrm>
          <a:custGeom>
            <a:avLst/>
            <a:gdLst>
              <a:gd name="T0" fmla="*/ 189 w 289"/>
              <a:gd name="T1" fmla="*/ 174 h 288"/>
              <a:gd name="T2" fmla="*/ 213 w 289"/>
              <a:gd name="T3" fmla="*/ 106 h 288"/>
              <a:gd name="T4" fmla="*/ 106 w 289"/>
              <a:gd name="T5" fmla="*/ 0 h 288"/>
              <a:gd name="T6" fmla="*/ 0 w 289"/>
              <a:gd name="T7" fmla="*/ 106 h 288"/>
              <a:gd name="T8" fmla="*/ 106 w 289"/>
              <a:gd name="T9" fmla="*/ 213 h 288"/>
              <a:gd name="T10" fmla="*/ 174 w 289"/>
              <a:gd name="T11" fmla="*/ 189 h 288"/>
              <a:gd name="T12" fmla="*/ 269 w 289"/>
              <a:gd name="T13" fmla="*/ 285 h 288"/>
              <a:gd name="T14" fmla="*/ 277 w 289"/>
              <a:gd name="T15" fmla="*/ 288 h 288"/>
              <a:gd name="T16" fmla="*/ 285 w 289"/>
              <a:gd name="T17" fmla="*/ 285 h 288"/>
              <a:gd name="T18" fmla="*/ 285 w 289"/>
              <a:gd name="T19" fmla="*/ 269 h 288"/>
              <a:gd name="T20" fmla="*/ 189 w 289"/>
              <a:gd name="T21" fmla="*/ 174 h 288"/>
              <a:gd name="T22" fmla="*/ 106 w 289"/>
              <a:gd name="T23" fmla="*/ 192 h 288"/>
              <a:gd name="T24" fmla="*/ 21 w 289"/>
              <a:gd name="T25" fmla="*/ 106 h 288"/>
              <a:gd name="T26" fmla="*/ 106 w 289"/>
              <a:gd name="T27" fmla="*/ 21 h 288"/>
              <a:gd name="T28" fmla="*/ 192 w 289"/>
              <a:gd name="T29" fmla="*/ 106 h 288"/>
              <a:gd name="T30" fmla="*/ 106 w 289"/>
              <a:gd name="T31"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288">
                <a:moveTo>
                  <a:pt x="189" y="174"/>
                </a:moveTo>
                <a:cubicBezTo>
                  <a:pt x="204" y="155"/>
                  <a:pt x="213" y="132"/>
                  <a:pt x="213" y="106"/>
                </a:cubicBezTo>
                <a:cubicBezTo>
                  <a:pt x="213" y="48"/>
                  <a:pt x="165" y="0"/>
                  <a:pt x="106" y="0"/>
                </a:cubicBezTo>
                <a:cubicBezTo>
                  <a:pt x="48" y="0"/>
                  <a:pt x="0" y="48"/>
                  <a:pt x="0" y="106"/>
                </a:cubicBezTo>
                <a:cubicBezTo>
                  <a:pt x="0" y="165"/>
                  <a:pt x="48" y="213"/>
                  <a:pt x="106" y="213"/>
                </a:cubicBezTo>
                <a:cubicBezTo>
                  <a:pt x="132" y="213"/>
                  <a:pt x="155" y="204"/>
                  <a:pt x="174" y="189"/>
                </a:cubicBezTo>
                <a:cubicBezTo>
                  <a:pt x="269" y="285"/>
                  <a:pt x="269" y="285"/>
                  <a:pt x="269" y="285"/>
                </a:cubicBezTo>
                <a:cubicBezTo>
                  <a:pt x="272" y="287"/>
                  <a:pt x="274" y="288"/>
                  <a:pt x="277" y="288"/>
                </a:cubicBezTo>
                <a:cubicBezTo>
                  <a:pt x="280" y="288"/>
                  <a:pt x="282" y="287"/>
                  <a:pt x="285" y="285"/>
                </a:cubicBezTo>
                <a:cubicBezTo>
                  <a:pt x="289" y="280"/>
                  <a:pt x="289" y="274"/>
                  <a:pt x="285" y="269"/>
                </a:cubicBezTo>
                <a:lnTo>
                  <a:pt x="189" y="174"/>
                </a:lnTo>
                <a:close/>
                <a:moveTo>
                  <a:pt x="106" y="192"/>
                </a:moveTo>
                <a:cubicBezTo>
                  <a:pt x="59" y="192"/>
                  <a:pt x="21" y="153"/>
                  <a:pt x="21" y="106"/>
                </a:cubicBezTo>
                <a:cubicBezTo>
                  <a:pt x="21" y="59"/>
                  <a:pt x="59" y="21"/>
                  <a:pt x="106" y="21"/>
                </a:cubicBezTo>
                <a:cubicBezTo>
                  <a:pt x="153" y="21"/>
                  <a:pt x="192" y="59"/>
                  <a:pt x="192" y="106"/>
                </a:cubicBezTo>
                <a:cubicBezTo>
                  <a:pt x="192" y="153"/>
                  <a:pt x="153" y="192"/>
                  <a:pt x="106" y="192"/>
                </a:cubicBezTo>
                <a:close/>
              </a:path>
            </a:pathLst>
          </a:custGeom>
          <a:solidFill>
            <a:sysClr val="windowText" lastClr="0000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defTabSz="742969">
              <a:defRPr/>
            </a:pPr>
            <a:endParaRPr lang="en-GB" sz="1000" kern="0">
              <a:solidFill>
                <a:prstClr val="black"/>
              </a:solidFill>
              <a:latin typeface="Aptos" panose="020B0004020202020204" pitchFamily="34" charset="0"/>
            </a:endParaRPr>
          </a:p>
        </p:txBody>
      </p:sp>
      <p:sp>
        <p:nvSpPr>
          <p:cNvPr id="196" name="Freeform 464">
            <a:extLst>
              <a:ext uri="{FF2B5EF4-FFF2-40B4-BE49-F238E27FC236}">
                <a16:creationId xmlns:a16="http://schemas.microsoft.com/office/drawing/2014/main" id="{4F91F6EB-99E8-5B4A-AF11-4922DC4E5334}"/>
              </a:ext>
            </a:extLst>
          </p:cNvPr>
          <p:cNvSpPr>
            <a:spLocks noEditPoints="1"/>
          </p:cNvSpPr>
          <p:nvPr/>
        </p:nvSpPr>
        <p:spPr bwMode="auto">
          <a:xfrm>
            <a:off x="8900297" y="1978527"/>
            <a:ext cx="273284" cy="190784"/>
          </a:xfrm>
          <a:custGeom>
            <a:avLst/>
            <a:gdLst>
              <a:gd name="T0" fmla="*/ 277 w 320"/>
              <a:gd name="T1" fmla="*/ 0 h 224"/>
              <a:gd name="T2" fmla="*/ 234 w 320"/>
              <a:gd name="T3" fmla="*/ 43 h 224"/>
              <a:gd name="T4" fmla="*/ 246 w 320"/>
              <a:gd name="T5" fmla="*/ 73 h 224"/>
              <a:gd name="T6" fmla="*/ 204 w 320"/>
              <a:gd name="T7" fmla="*/ 141 h 224"/>
              <a:gd name="T8" fmla="*/ 192 w 320"/>
              <a:gd name="T9" fmla="*/ 139 h 224"/>
              <a:gd name="T10" fmla="*/ 182 w 320"/>
              <a:gd name="T11" fmla="*/ 140 h 224"/>
              <a:gd name="T12" fmla="*/ 146 w 320"/>
              <a:gd name="T13" fmla="*/ 74 h 224"/>
              <a:gd name="T14" fmla="*/ 160 w 320"/>
              <a:gd name="T15" fmla="*/ 43 h 224"/>
              <a:gd name="T16" fmla="*/ 117 w 320"/>
              <a:gd name="T17" fmla="*/ 0 h 224"/>
              <a:gd name="T18" fmla="*/ 74 w 320"/>
              <a:gd name="T19" fmla="*/ 43 h 224"/>
              <a:gd name="T20" fmla="*/ 88 w 320"/>
              <a:gd name="T21" fmla="*/ 74 h 224"/>
              <a:gd name="T22" fmla="*/ 52 w 320"/>
              <a:gd name="T23" fmla="*/ 140 h 224"/>
              <a:gd name="T24" fmla="*/ 42 w 320"/>
              <a:gd name="T25" fmla="*/ 139 h 224"/>
              <a:gd name="T26" fmla="*/ 0 w 320"/>
              <a:gd name="T27" fmla="*/ 182 h 224"/>
              <a:gd name="T28" fmla="*/ 42 w 320"/>
              <a:gd name="T29" fmla="*/ 224 h 224"/>
              <a:gd name="T30" fmla="*/ 85 w 320"/>
              <a:gd name="T31" fmla="*/ 182 h 224"/>
              <a:gd name="T32" fmla="*/ 71 w 320"/>
              <a:gd name="T33" fmla="*/ 150 h 224"/>
              <a:gd name="T34" fmla="*/ 107 w 320"/>
              <a:gd name="T35" fmla="*/ 84 h 224"/>
              <a:gd name="T36" fmla="*/ 117 w 320"/>
              <a:gd name="T37" fmla="*/ 86 h 224"/>
              <a:gd name="T38" fmla="*/ 127 w 320"/>
              <a:gd name="T39" fmla="*/ 84 h 224"/>
              <a:gd name="T40" fmla="*/ 163 w 320"/>
              <a:gd name="T41" fmla="*/ 150 h 224"/>
              <a:gd name="T42" fmla="*/ 149 w 320"/>
              <a:gd name="T43" fmla="*/ 182 h 224"/>
              <a:gd name="T44" fmla="*/ 192 w 320"/>
              <a:gd name="T45" fmla="*/ 224 h 224"/>
              <a:gd name="T46" fmla="*/ 234 w 320"/>
              <a:gd name="T47" fmla="*/ 182 h 224"/>
              <a:gd name="T48" fmla="*/ 222 w 320"/>
              <a:gd name="T49" fmla="*/ 152 h 224"/>
              <a:gd name="T50" fmla="*/ 265 w 320"/>
              <a:gd name="T51" fmla="*/ 84 h 224"/>
              <a:gd name="T52" fmla="*/ 277 w 320"/>
              <a:gd name="T53" fmla="*/ 86 h 224"/>
              <a:gd name="T54" fmla="*/ 320 w 320"/>
              <a:gd name="T55" fmla="*/ 43 h 224"/>
              <a:gd name="T56" fmla="*/ 277 w 320"/>
              <a:gd name="T57" fmla="*/ 0 h 224"/>
              <a:gd name="T58" fmla="*/ 42 w 320"/>
              <a:gd name="T59" fmla="*/ 203 h 224"/>
              <a:gd name="T60" fmla="*/ 21 w 320"/>
              <a:gd name="T61" fmla="*/ 182 h 224"/>
              <a:gd name="T62" fmla="*/ 42 w 320"/>
              <a:gd name="T63" fmla="*/ 160 h 224"/>
              <a:gd name="T64" fmla="*/ 64 w 320"/>
              <a:gd name="T65" fmla="*/ 182 h 224"/>
              <a:gd name="T66" fmla="*/ 42 w 320"/>
              <a:gd name="T67" fmla="*/ 203 h 224"/>
              <a:gd name="T68" fmla="*/ 96 w 320"/>
              <a:gd name="T69" fmla="*/ 43 h 224"/>
              <a:gd name="T70" fmla="*/ 117 w 320"/>
              <a:gd name="T71" fmla="*/ 22 h 224"/>
              <a:gd name="T72" fmla="*/ 138 w 320"/>
              <a:gd name="T73" fmla="*/ 43 h 224"/>
              <a:gd name="T74" fmla="*/ 117 w 320"/>
              <a:gd name="T75" fmla="*/ 64 h 224"/>
              <a:gd name="T76" fmla="*/ 96 w 320"/>
              <a:gd name="T77" fmla="*/ 43 h 224"/>
              <a:gd name="T78" fmla="*/ 192 w 320"/>
              <a:gd name="T79" fmla="*/ 203 h 224"/>
              <a:gd name="T80" fmla="*/ 170 w 320"/>
              <a:gd name="T81" fmla="*/ 182 h 224"/>
              <a:gd name="T82" fmla="*/ 192 w 320"/>
              <a:gd name="T83" fmla="*/ 160 h 224"/>
              <a:gd name="T84" fmla="*/ 213 w 320"/>
              <a:gd name="T85" fmla="*/ 182 h 224"/>
              <a:gd name="T86" fmla="*/ 192 w 320"/>
              <a:gd name="T87" fmla="*/ 203 h 224"/>
              <a:gd name="T88" fmla="*/ 277 w 320"/>
              <a:gd name="T89" fmla="*/ 64 h 224"/>
              <a:gd name="T90" fmla="*/ 256 w 320"/>
              <a:gd name="T91" fmla="*/ 43 h 224"/>
              <a:gd name="T92" fmla="*/ 277 w 320"/>
              <a:gd name="T93" fmla="*/ 22 h 224"/>
              <a:gd name="T94" fmla="*/ 298 w 320"/>
              <a:gd name="T95" fmla="*/ 43 h 224"/>
              <a:gd name="T96" fmla="*/ 277 w 320"/>
              <a:gd name="T97" fmla="*/ 6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0" h="224">
                <a:moveTo>
                  <a:pt x="277" y="0"/>
                </a:moveTo>
                <a:cubicBezTo>
                  <a:pt x="253" y="0"/>
                  <a:pt x="234" y="19"/>
                  <a:pt x="234" y="43"/>
                </a:cubicBezTo>
                <a:cubicBezTo>
                  <a:pt x="234" y="54"/>
                  <a:pt x="239" y="65"/>
                  <a:pt x="246" y="73"/>
                </a:cubicBezTo>
                <a:cubicBezTo>
                  <a:pt x="204" y="141"/>
                  <a:pt x="204" y="141"/>
                  <a:pt x="204" y="141"/>
                </a:cubicBezTo>
                <a:cubicBezTo>
                  <a:pt x="200" y="140"/>
                  <a:pt x="196" y="139"/>
                  <a:pt x="192" y="139"/>
                </a:cubicBezTo>
                <a:cubicBezTo>
                  <a:pt x="188" y="139"/>
                  <a:pt x="185" y="140"/>
                  <a:pt x="182" y="140"/>
                </a:cubicBezTo>
                <a:cubicBezTo>
                  <a:pt x="146" y="74"/>
                  <a:pt x="146" y="74"/>
                  <a:pt x="146" y="74"/>
                </a:cubicBezTo>
                <a:cubicBezTo>
                  <a:pt x="154" y="66"/>
                  <a:pt x="160" y="55"/>
                  <a:pt x="160" y="43"/>
                </a:cubicBezTo>
                <a:cubicBezTo>
                  <a:pt x="160" y="19"/>
                  <a:pt x="141" y="0"/>
                  <a:pt x="117" y="0"/>
                </a:cubicBezTo>
                <a:cubicBezTo>
                  <a:pt x="93" y="0"/>
                  <a:pt x="74" y="19"/>
                  <a:pt x="74" y="43"/>
                </a:cubicBezTo>
                <a:cubicBezTo>
                  <a:pt x="74" y="55"/>
                  <a:pt x="80" y="66"/>
                  <a:pt x="88" y="74"/>
                </a:cubicBezTo>
                <a:cubicBezTo>
                  <a:pt x="52" y="140"/>
                  <a:pt x="52" y="140"/>
                  <a:pt x="52" y="140"/>
                </a:cubicBezTo>
                <a:cubicBezTo>
                  <a:pt x="49" y="140"/>
                  <a:pt x="46" y="139"/>
                  <a:pt x="42" y="139"/>
                </a:cubicBezTo>
                <a:cubicBezTo>
                  <a:pt x="19" y="139"/>
                  <a:pt x="0" y="158"/>
                  <a:pt x="0" y="182"/>
                </a:cubicBezTo>
                <a:cubicBezTo>
                  <a:pt x="0" y="205"/>
                  <a:pt x="19" y="224"/>
                  <a:pt x="42" y="224"/>
                </a:cubicBezTo>
                <a:cubicBezTo>
                  <a:pt x="66" y="224"/>
                  <a:pt x="85" y="205"/>
                  <a:pt x="85" y="182"/>
                </a:cubicBezTo>
                <a:cubicBezTo>
                  <a:pt x="85" y="169"/>
                  <a:pt x="80" y="158"/>
                  <a:pt x="71" y="150"/>
                </a:cubicBezTo>
                <a:cubicBezTo>
                  <a:pt x="107" y="84"/>
                  <a:pt x="107" y="84"/>
                  <a:pt x="107" y="84"/>
                </a:cubicBezTo>
                <a:cubicBezTo>
                  <a:pt x="110" y="85"/>
                  <a:pt x="113" y="86"/>
                  <a:pt x="117" y="86"/>
                </a:cubicBezTo>
                <a:cubicBezTo>
                  <a:pt x="121" y="86"/>
                  <a:pt x="124" y="85"/>
                  <a:pt x="127" y="84"/>
                </a:cubicBezTo>
                <a:cubicBezTo>
                  <a:pt x="163" y="150"/>
                  <a:pt x="163" y="150"/>
                  <a:pt x="163" y="150"/>
                </a:cubicBezTo>
                <a:cubicBezTo>
                  <a:pt x="154" y="158"/>
                  <a:pt x="149" y="169"/>
                  <a:pt x="149" y="182"/>
                </a:cubicBezTo>
                <a:cubicBezTo>
                  <a:pt x="149" y="205"/>
                  <a:pt x="168" y="224"/>
                  <a:pt x="192" y="224"/>
                </a:cubicBezTo>
                <a:cubicBezTo>
                  <a:pt x="215" y="224"/>
                  <a:pt x="234" y="205"/>
                  <a:pt x="234" y="182"/>
                </a:cubicBezTo>
                <a:cubicBezTo>
                  <a:pt x="234" y="170"/>
                  <a:pt x="230" y="160"/>
                  <a:pt x="222" y="152"/>
                </a:cubicBezTo>
                <a:cubicBezTo>
                  <a:pt x="265" y="84"/>
                  <a:pt x="265" y="84"/>
                  <a:pt x="265" y="84"/>
                </a:cubicBezTo>
                <a:cubicBezTo>
                  <a:pt x="269" y="85"/>
                  <a:pt x="273" y="86"/>
                  <a:pt x="277" y="86"/>
                </a:cubicBezTo>
                <a:cubicBezTo>
                  <a:pt x="301" y="86"/>
                  <a:pt x="320" y="67"/>
                  <a:pt x="320" y="43"/>
                </a:cubicBezTo>
                <a:cubicBezTo>
                  <a:pt x="320" y="19"/>
                  <a:pt x="301" y="0"/>
                  <a:pt x="277" y="0"/>
                </a:cubicBezTo>
                <a:close/>
                <a:moveTo>
                  <a:pt x="42" y="203"/>
                </a:moveTo>
                <a:cubicBezTo>
                  <a:pt x="31" y="203"/>
                  <a:pt x="21" y="193"/>
                  <a:pt x="21" y="182"/>
                </a:cubicBezTo>
                <a:cubicBezTo>
                  <a:pt x="21" y="170"/>
                  <a:pt x="31" y="160"/>
                  <a:pt x="42" y="160"/>
                </a:cubicBezTo>
                <a:cubicBezTo>
                  <a:pt x="54" y="160"/>
                  <a:pt x="64" y="170"/>
                  <a:pt x="64" y="182"/>
                </a:cubicBezTo>
                <a:cubicBezTo>
                  <a:pt x="64" y="193"/>
                  <a:pt x="54" y="203"/>
                  <a:pt x="42" y="203"/>
                </a:cubicBezTo>
                <a:close/>
                <a:moveTo>
                  <a:pt x="96" y="43"/>
                </a:moveTo>
                <a:cubicBezTo>
                  <a:pt x="96" y="31"/>
                  <a:pt x="105" y="22"/>
                  <a:pt x="117" y="22"/>
                </a:cubicBezTo>
                <a:cubicBezTo>
                  <a:pt x="129" y="22"/>
                  <a:pt x="138" y="31"/>
                  <a:pt x="138" y="43"/>
                </a:cubicBezTo>
                <a:cubicBezTo>
                  <a:pt x="138" y="55"/>
                  <a:pt x="129" y="64"/>
                  <a:pt x="117" y="64"/>
                </a:cubicBezTo>
                <a:cubicBezTo>
                  <a:pt x="105" y="64"/>
                  <a:pt x="96" y="55"/>
                  <a:pt x="96" y="43"/>
                </a:cubicBezTo>
                <a:close/>
                <a:moveTo>
                  <a:pt x="192" y="203"/>
                </a:moveTo>
                <a:cubicBezTo>
                  <a:pt x="180" y="203"/>
                  <a:pt x="170" y="193"/>
                  <a:pt x="170" y="182"/>
                </a:cubicBezTo>
                <a:cubicBezTo>
                  <a:pt x="170" y="170"/>
                  <a:pt x="180" y="160"/>
                  <a:pt x="192" y="160"/>
                </a:cubicBezTo>
                <a:cubicBezTo>
                  <a:pt x="203" y="160"/>
                  <a:pt x="213" y="170"/>
                  <a:pt x="213" y="182"/>
                </a:cubicBezTo>
                <a:cubicBezTo>
                  <a:pt x="213" y="193"/>
                  <a:pt x="203" y="203"/>
                  <a:pt x="192" y="203"/>
                </a:cubicBezTo>
                <a:close/>
                <a:moveTo>
                  <a:pt x="277" y="64"/>
                </a:moveTo>
                <a:cubicBezTo>
                  <a:pt x="265" y="64"/>
                  <a:pt x="256" y="55"/>
                  <a:pt x="256" y="43"/>
                </a:cubicBezTo>
                <a:cubicBezTo>
                  <a:pt x="256" y="31"/>
                  <a:pt x="265" y="22"/>
                  <a:pt x="277" y="22"/>
                </a:cubicBezTo>
                <a:cubicBezTo>
                  <a:pt x="289" y="22"/>
                  <a:pt x="298" y="31"/>
                  <a:pt x="298" y="43"/>
                </a:cubicBezTo>
                <a:cubicBezTo>
                  <a:pt x="298" y="55"/>
                  <a:pt x="289" y="64"/>
                  <a:pt x="277" y="64"/>
                </a:cubicBezTo>
                <a:close/>
              </a:path>
            </a:pathLst>
          </a:custGeom>
          <a:solidFill>
            <a:sysClr val="windowText" lastClr="0000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defTabSz="742969">
              <a:defRPr/>
            </a:pPr>
            <a:endParaRPr lang="en-GB" sz="1000" kern="0">
              <a:solidFill>
                <a:prstClr val="black"/>
              </a:solidFill>
              <a:latin typeface="Aptos" panose="020B0004020202020204" pitchFamily="34" charset="0"/>
            </a:endParaRPr>
          </a:p>
        </p:txBody>
      </p:sp>
      <p:cxnSp>
        <p:nvCxnSpPr>
          <p:cNvPr id="197" name="Connector: Elbow 47">
            <a:extLst>
              <a:ext uri="{FF2B5EF4-FFF2-40B4-BE49-F238E27FC236}">
                <a16:creationId xmlns:a16="http://schemas.microsoft.com/office/drawing/2014/main" id="{3DC90C3B-62C6-3540-BE8E-173B21A2D722}"/>
              </a:ext>
            </a:extLst>
          </p:cNvPr>
          <p:cNvCxnSpPr>
            <a:cxnSpLocks/>
          </p:cNvCxnSpPr>
          <p:nvPr/>
        </p:nvCxnSpPr>
        <p:spPr>
          <a:xfrm>
            <a:off x="4229049" y="2066466"/>
            <a:ext cx="361418" cy="306554"/>
          </a:xfrm>
          <a:prstGeom prst="bentConnector3">
            <a:avLst>
              <a:gd name="adj1" fmla="val 100302"/>
            </a:avLst>
          </a:prstGeom>
          <a:noFill/>
          <a:ln w="9525" cap="flat" cmpd="sng" algn="ctr">
            <a:solidFill>
              <a:srgbClr val="86BC25"/>
            </a:solidFill>
            <a:prstDash val="solid"/>
            <a:headEnd type="oval"/>
          </a:ln>
          <a:effectLst/>
        </p:spPr>
      </p:cxnSp>
      <p:cxnSp>
        <p:nvCxnSpPr>
          <p:cNvPr id="198" name="Connector: Elbow 515">
            <a:extLst>
              <a:ext uri="{FF2B5EF4-FFF2-40B4-BE49-F238E27FC236}">
                <a16:creationId xmlns:a16="http://schemas.microsoft.com/office/drawing/2014/main" id="{EB14F99E-7DF3-714C-A1D0-B4B311027419}"/>
              </a:ext>
            </a:extLst>
          </p:cNvPr>
          <p:cNvCxnSpPr>
            <a:cxnSpLocks/>
          </p:cNvCxnSpPr>
          <p:nvPr/>
        </p:nvCxnSpPr>
        <p:spPr>
          <a:xfrm flipH="1">
            <a:off x="5239458" y="2066466"/>
            <a:ext cx="361418" cy="306554"/>
          </a:xfrm>
          <a:prstGeom prst="bentConnector3">
            <a:avLst>
              <a:gd name="adj1" fmla="val 100302"/>
            </a:avLst>
          </a:prstGeom>
          <a:noFill/>
          <a:ln w="9525" cap="flat" cmpd="sng" algn="ctr">
            <a:solidFill>
              <a:srgbClr val="00A3E0"/>
            </a:solidFill>
            <a:prstDash val="solid"/>
            <a:headEnd type="oval"/>
          </a:ln>
          <a:effectLst/>
        </p:spPr>
      </p:cxnSp>
      <p:sp>
        <p:nvSpPr>
          <p:cNvPr id="199" name="Oval 198">
            <a:extLst>
              <a:ext uri="{FF2B5EF4-FFF2-40B4-BE49-F238E27FC236}">
                <a16:creationId xmlns:a16="http://schemas.microsoft.com/office/drawing/2014/main" id="{019EAB76-19B9-944C-9122-ABBBF59EF843}"/>
              </a:ext>
            </a:extLst>
          </p:cNvPr>
          <p:cNvSpPr/>
          <p:nvPr/>
        </p:nvSpPr>
        <p:spPr bwMode="gray">
          <a:xfrm>
            <a:off x="4001145" y="5748717"/>
            <a:ext cx="1817634" cy="98334"/>
          </a:xfrm>
          <a:prstGeom prst="ellipse">
            <a:avLst/>
          </a:prstGeom>
          <a:solidFill>
            <a:sysClr val="windowText" lastClr="000000">
              <a:lumMod val="95000"/>
              <a:lumOff val="5000"/>
            </a:sysClr>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b="1" kern="0">
              <a:solidFill>
                <a:prstClr val="white"/>
              </a:solidFill>
              <a:latin typeface="Aptos" panose="020B0004020202020204" pitchFamily="34" charset="0"/>
            </a:endParaRPr>
          </a:p>
        </p:txBody>
      </p:sp>
    </p:spTree>
    <p:extLst>
      <p:ext uri="{BB962C8B-B14F-4D97-AF65-F5344CB8AC3E}">
        <p14:creationId xmlns:p14="http://schemas.microsoft.com/office/powerpoint/2010/main" val="2133277366"/>
      </p:ext>
    </p:extLst>
  </p:cSld>
  <p:clrMapOvr>
    <a:masterClrMapping/>
  </p:clrMapOvr>
  <p:transition>
    <p:fade/>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Title 74">
            <a:extLst>
              <a:ext uri="{FF2B5EF4-FFF2-40B4-BE49-F238E27FC236}">
                <a16:creationId xmlns:a16="http://schemas.microsoft.com/office/drawing/2014/main" id="{3C73553F-39E6-4044-AE90-EAB4CA989E64}"/>
              </a:ext>
            </a:extLst>
          </p:cNvPr>
          <p:cNvSpPr>
            <a:spLocks noGrp="1"/>
          </p:cNvSpPr>
          <p:nvPr>
            <p:ph type="title"/>
          </p:nvPr>
        </p:nvSpPr>
        <p:spPr/>
        <p:txBody>
          <a:bodyPr/>
          <a:lstStyle/>
          <a:p>
            <a:r>
              <a:rPr lang="en-US" dirty="0"/>
              <a:t>Innovation</a:t>
            </a:r>
          </a:p>
        </p:txBody>
      </p:sp>
      <p:grpSp>
        <p:nvGrpSpPr>
          <p:cNvPr id="74" name="Group 73">
            <a:extLst>
              <a:ext uri="{FF2B5EF4-FFF2-40B4-BE49-F238E27FC236}">
                <a16:creationId xmlns:a16="http://schemas.microsoft.com/office/drawing/2014/main" id="{DF9667FF-DFFF-4F39-A0F3-DAA58F8E7737}"/>
              </a:ext>
            </a:extLst>
          </p:cNvPr>
          <p:cNvGrpSpPr/>
          <p:nvPr/>
        </p:nvGrpSpPr>
        <p:grpSpPr>
          <a:xfrm>
            <a:off x="426249" y="2024360"/>
            <a:ext cx="9053506" cy="3731596"/>
            <a:chOff x="352426" y="2117101"/>
            <a:chExt cx="8312354" cy="3426114"/>
          </a:xfrm>
        </p:grpSpPr>
        <p:grpSp>
          <p:nvGrpSpPr>
            <p:cNvPr id="4" name="Group 574">
              <a:extLst>
                <a:ext uri="{FF2B5EF4-FFF2-40B4-BE49-F238E27FC236}">
                  <a16:creationId xmlns:a16="http://schemas.microsoft.com/office/drawing/2014/main" id="{8C196901-8777-4C2B-856D-E4145BD31FA4}"/>
                </a:ext>
              </a:extLst>
            </p:cNvPr>
            <p:cNvGrpSpPr>
              <a:grpSpLocks noChangeAspect="1"/>
            </p:cNvGrpSpPr>
            <p:nvPr/>
          </p:nvGrpSpPr>
          <p:grpSpPr bwMode="auto">
            <a:xfrm>
              <a:off x="3217477" y="2573951"/>
              <a:ext cx="456270" cy="457612"/>
              <a:chOff x="1921" y="1949"/>
              <a:chExt cx="340" cy="341"/>
            </a:xfrm>
            <a:solidFill>
              <a:schemeClr val="accent5"/>
            </a:solidFill>
          </p:grpSpPr>
          <p:sp>
            <p:nvSpPr>
              <p:cNvPr id="5" name="Freeform 575">
                <a:extLst>
                  <a:ext uri="{FF2B5EF4-FFF2-40B4-BE49-F238E27FC236}">
                    <a16:creationId xmlns:a16="http://schemas.microsoft.com/office/drawing/2014/main" id="{C9DBFD27-6577-4B40-9C99-6855E6A8B7FA}"/>
                  </a:ext>
                </a:extLst>
              </p:cNvPr>
              <p:cNvSpPr>
                <a:spLocks noEditPoints="1"/>
              </p:cNvSpPr>
              <p:nvPr/>
            </p:nvSpPr>
            <p:spPr bwMode="auto">
              <a:xfrm>
                <a:off x="1921" y="1949"/>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style>
              <a:lnRef idx="2">
                <a:schemeClr val="accent5"/>
              </a:lnRef>
              <a:fillRef idx="1">
                <a:schemeClr val="lt1"/>
              </a:fillRef>
              <a:effectRef idx="0">
                <a:schemeClr val="accent5"/>
              </a:effectRef>
              <a:fontRef idx="minor">
                <a:schemeClr val="dk1"/>
              </a:fontRef>
            </p:style>
            <p:txBody>
              <a:bodyPr vert="horz" wrap="square" lIns="55721" tIns="27861" rIns="55721" bIns="27861" numCol="1" anchor="t" anchorCtr="0" compatLnSpc="1">
                <a:prstTxWarp prst="textNoShape">
                  <a:avLst/>
                </a:prstTxWarp>
              </a:bodyPr>
              <a:lstStyle/>
              <a:p>
                <a:pPr defTabSz="742969">
                  <a:defRPr/>
                </a:pPr>
                <a:endParaRPr lang="en-CA" sz="1000" dirty="0">
                  <a:solidFill>
                    <a:prstClr val="black"/>
                  </a:solidFill>
                  <a:latin typeface="Aptos" panose="020B0004020202020204" pitchFamily="34" charset="0"/>
                </a:endParaRPr>
              </a:p>
            </p:txBody>
          </p:sp>
          <p:sp>
            <p:nvSpPr>
              <p:cNvPr id="6" name="Freeform 576">
                <a:extLst>
                  <a:ext uri="{FF2B5EF4-FFF2-40B4-BE49-F238E27FC236}">
                    <a16:creationId xmlns:a16="http://schemas.microsoft.com/office/drawing/2014/main" id="{1465676E-A7BF-499C-A5C1-C170CAFAE7B8}"/>
                  </a:ext>
                </a:extLst>
              </p:cNvPr>
              <p:cNvSpPr>
                <a:spLocks noEditPoints="1"/>
              </p:cNvSpPr>
              <p:nvPr/>
            </p:nvSpPr>
            <p:spPr bwMode="auto">
              <a:xfrm>
                <a:off x="1985" y="2041"/>
                <a:ext cx="212" cy="156"/>
              </a:xfrm>
              <a:custGeom>
                <a:avLst/>
                <a:gdLst>
                  <a:gd name="T0" fmla="*/ 309 w 320"/>
                  <a:gd name="T1" fmla="*/ 43 h 235"/>
                  <a:gd name="T2" fmla="*/ 234 w 320"/>
                  <a:gd name="T3" fmla="*/ 43 h 235"/>
                  <a:gd name="T4" fmla="*/ 192 w 320"/>
                  <a:gd name="T5" fmla="*/ 0 h 235"/>
                  <a:gd name="T6" fmla="*/ 128 w 320"/>
                  <a:gd name="T7" fmla="*/ 0 h 235"/>
                  <a:gd name="T8" fmla="*/ 85 w 320"/>
                  <a:gd name="T9" fmla="*/ 43 h 235"/>
                  <a:gd name="T10" fmla="*/ 10 w 320"/>
                  <a:gd name="T11" fmla="*/ 43 h 235"/>
                  <a:gd name="T12" fmla="*/ 0 w 320"/>
                  <a:gd name="T13" fmla="*/ 54 h 235"/>
                  <a:gd name="T14" fmla="*/ 0 w 320"/>
                  <a:gd name="T15" fmla="*/ 118 h 235"/>
                  <a:gd name="T16" fmla="*/ 10 w 320"/>
                  <a:gd name="T17" fmla="*/ 128 h 235"/>
                  <a:gd name="T18" fmla="*/ 21 w 320"/>
                  <a:gd name="T19" fmla="*/ 128 h 235"/>
                  <a:gd name="T20" fmla="*/ 21 w 320"/>
                  <a:gd name="T21" fmla="*/ 224 h 235"/>
                  <a:gd name="T22" fmla="*/ 32 w 320"/>
                  <a:gd name="T23" fmla="*/ 235 h 235"/>
                  <a:gd name="T24" fmla="*/ 288 w 320"/>
                  <a:gd name="T25" fmla="*/ 235 h 235"/>
                  <a:gd name="T26" fmla="*/ 298 w 320"/>
                  <a:gd name="T27" fmla="*/ 224 h 235"/>
                  <a:gd name="T28" fmla="*/ 298 w 320"/>
                  <a:gd name="T29" fmla="*/ 128 h 235"/>
                  <a:gd name="T30" fmla="*/ 309 w 320"/>
                  <a:gd name="T31" fmla="*/ 128 h 235"/>
                  <a:gd name="T32" fmla="*/ 320 w 320"/>
                  <a:gd name="T33" fmla="*/ 118 h 235"/>
                  <a:gd name="T34" fmla="*/ 320 w 320"/>
                  <a:gd name="T35" fmla="*/ 54 h 235"/>
                  <a:gd name="T36" fmla="*/ 309 w 320"/>
                  <a:gd name="T37" fmla="*/ 43 h 235"/>
                  <a:gd name="T38" fmla="*/ 128 w 320"/>
                  <a:gd name="T39" fmla="*/ 22 h 235"/>
                  <a:gd name="T40" fmla="*/ 192 w 320"/>
                  <a:gd name="T41" fmla="*/ 22 h 235"/>
                  <a:gd name="T42" fmla="*/ 213 w 320"/>
                  <a:gd name="T43" fmla="*/ 43 h 235"/>
                  <a:gd name="T44" fmla="*/ 106 w 320"/>
                  <a:gd name="T45" fmla="*/ 43 h 235"/>
                  <a:gd name="T46" fmla="*/ 128 w 320"/>
                  <a:gd name="T47" fmla="*/ 22 h 235"/>
                  <a:gd name="T48" fmla="*/ 277 w 320"/>
                  <a:gd name="T49" fmla="*/ 214 h 235"/>
                  <a:gd name="T50" fmla="*/ 42 w 320"/>
                  <a:gd name="T51" fmla="*/ 214 h 235"/>
                  <a:gd name="T52" fmla="*/ 42 w 320"/>
                  <a:gd name="T53" fmla="*/ 128 h 235"/>
                  <a:gd name="T54" fmla="*/ 128 w 320"/>
                  <a:gd name="T55" fmla="*/ 128 h 235"/>
                  <a:gd name="T56" fmla="*/ 128 w 320"/>
                  <a:gd name="T57" fmla="*/ 139 h 235"/>
                  <a:gd name="T58" fmla="*/ 138 w 320"/>
                  <a:gd name="T59" fmla="*/ 150 h 235"/>
                  <a:gd name="T60" fmla="*/ 181 w 320"/>
                  <a:gd name="T61" fmla="*/ 150 h 235"/>
                  <a:gd name="T62" fmla="*/ 192 w 320"/>
                  <a:gd name="T63" fmla="*/ 139 h 235"/>
                  <a:gd name="T64" fmla="*/ 192 w 320"/>
                  <a:gd name="T65" fmla="*/ 128 h 235"/>
                  <a:gd name="T66" fmla="*/ 277 w 320"/>
                  <a:gd name="T67" fmla="*/ 128 h 235"/>
                  <a:gd name="T68" fmla="*/ 277 w 320"/>
                  <a:gd name="T69" fmla="*/ 214 h 235"/>
                  <a:gd name="T70" fmla="*/ 170 w 320"/>
                  <a:gd name="T71" fmla="*/ 128 h 235"/>
                  <a:gd name="T72" fmla="*/ 149 w 320"/>
                  <a:gd name="T73" fmla="*/ 128 h 235"/>
                  <a:gd name="T74" fmla="*/ 149 w 320"/>
                  <a:gd name="T75" fmla="*/ 107 h 235"/>
                  <a:gd name="T76" fmla="*/ 170 w 320"/>
                  <a:gd name="T77" fmla="*/ 107 h 235"/>
                  <a:gd name="T78" fmla="*/ 170 w 320"/>
                  <a:gd name="T79" fmla="*/ 128 h 235"/>
                  <a:gd name="T80" fmla="*/ 298 w 320"/>
                  <a:gd name="T81" fmla="*/ 107 h 235"/>
                  <a:gd name="T82" fmla="*/ 192 w 320"/>
                  <a:gd name="T83" fmla="*/ 107 h 235"/>
                  <a:gd name="T84" fmla="*/ 192 w 320"/>
                  <a:gd name="T85" fmla="*/ 96 h 235"/>
                  <a:gd name="T86" fmla="*/ 181 w 320"/>
                  <a:gd name="T87" fmla="*/ 86 h 235"/>
                  <a:gd name="T88" fmla="*/ 138 w 320"/>
                  <a:gd name="T89" fmla="*/ 86 h 235"/>
                  <a:gd name="T90" fmla="*/ 128 w 320"/>
                  <a:gd name="T91" fmla="*/ 96 h 235"/>
                  <a:gd name="T92" fmla="*/ 128 w 320"/>
                  <a:gd name="T93" fmla="*/ 107 h 235"/>
                  <a:gd name="T94" fmla="*/ 21 w 320"/>
                  <a:gd name="T95" fmla="*/ 107 h 235"/>
                  <a:gd name="T96" fmla="*/ 21 w 320"/>
                  <a:gd name="T97" fmla="*/ 64 h 235"/>
                  <a:gd name="T98" fmla="*/ 298 w 320"/>
                  <a:gd name="T99" fmla="*/ 64 h 235"/>
                  <a:gd name="T100" fmla="*/ 298 w 320"/>
                  <a:gd name="T101" fmla="*/ 10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235">
                    <a:moveTo>
                      <a:pt x="309" y="43"/>
                    </a:moveTo>
                    <a:cubicBezTo>
                      <a:pt x="234" y="43"/>
                      <a:pt x="234" y="43"/>
                      <a:pt x="234" y="43"/>
                    </a:cubicBezTo>
                    <a:cubicBezTo>
                      <a:pt x="234" y="19"/>
                      <a:pt x="215" y="0"/>
                      <a:pt x="192" y="0"/>
                    </a:cubicBezTo>
                    <a:cubicBezTo>
                      <a:pt x="128" y="0"/>
                      <a:pt x="128" y="0"/>
                      <a:pt x="128" y="0"/>
                    </a:cubicBezTo>
                    <a:cubicBezTo>
                      <a:pt x="104" y="0"/>
                      <a:pt x="85" y="19"/>
                      <a:pt x="85" y="43"/>
                    </a:cubicBezTo>
                    <a:cubicBezTo>
                      <a:pt x="10" y="43"/>
                      <a:pt x="10" y="43"/>
                      <a:pt x="10" y="43"/>
                    </a:cubicBezTo>
                    <a:cubicBezTo>
                      <a:pt x="4" y="43"/>
                      <a:pt x="0" y="48"/>
                      <a:pt x="0" y="54"/>
                    </a:cubicBezTo>
                    <a:cubicBezTo>
                      <a:pt x="0" y="118"/>
                      <a:pt x="0" y="118"/>
                      <a:pt x="0" y="118"/>
                    </a:cubicBezTo>
                    <a:cubicBezTo>
                      <a:pt x="0" y="124"/>
                      <a:pt x="4" y="128"/>
                      <a:pt x="10" y="128"/>
                    </a:cubicBezTo>
                    <a:cubicBezTo>
                      <a:pt x="21" y="128"/>
                      <a:pt x="21" y="128"/>
                      <a:pt x="21" y="128"/>
                    </a:cubicBezTo>
                    <a:cubicBezTo>
                      <a:pt x="21" y="224"/>
                      <a:pt x="21" y="224"/>
                      <a:pt x="21" y="224"/>
                    </a:cubicBezTo>
                    <a:cubicBezTo>
                      <a:pt x="21" y="230"/>
                      <a:pt x="26" y="235"/>
                      <a:pt x="32" y="235"/>
                    </a:cubicBezTo>
                    <a:cubicBezTo>
                      <a:pt x="288" y="235"/>
                      <a:pt x="288" y="235"/>
                      <a:pt x="288" y="235"/>
                    </a:cubicBezTo>
                    <a:cubicBezTo>
                      <a:pt x="294" y="235"/>
                      <a:pt x="298" y="230"/>
                      <a:pt x="298" y="224"/>
                    </a:cubicBezTo>
                    <a:cubicBezTo>
                      <a:pt x="298" y="128"/>
                      <a:pt x="298" y="128"/>
                      <a:pt x="298" y="128"/>
                    </a:cubicBezTo>
                    <a:cubicBezTo>
                      <a:pt x="309" y="128"/>
                      <a:pt x="309" y="128"/>
                      <a:pt x="309" y="128"/>
                    </a:cubicBezTo>
                    <a:cubicBezTo>
                      <a:pt x="315" y="128"/>
                      <a:pt x="320" y="124"/>
                      <a:pt x="320" y="118"/>
                    </a:cubicBezTo>
                    <a:cubicBezTo>
                      <a:pt x="320" y="54"/>
                      <a:pt x="320" y="54"/>
                      <a:pt x="320" y="54"/>
                    </a:cubicBezTo>
                    <a:cubicBezTo>
                      <a:pt x="320" y="48"/>
                      <a:pt x="315" y="43"/>
                      <a:pt x="309" y="43"/>
                    </a:cubicBezTo>
                    <a:close/>
                    <a:moveTo>
                      <a:pt x="128" y="22"/>
                    </a:moveTo>
                    <a:cubicBezTo>
                      <a:pt x="192" y="22"/>
                      <a:pt x="192" y="22"/>
                      <a:pt x="192" y="22"/>
                    </a:cubicBezTo>
                    <a:cubicBezTo>
                      <a:pt x="203" y="22"/>
                      <a:pt x="213" y="31"/>
                      <a:pt x="213" y="43"/>
                    </a:cubicBezTo>
                    <a:cubicBezTo>
                      <a:pt x="106" y="43"/>
                      <a:pt x="106" y="43"/>
                      <a:pt x="106" y="43"/>
                    </a:cubicBezTo>
                    <a:cubicBezTo>
                      <a:pt x="106" y="31"/>
                      <a:pt x="116" y="22"/>
                      <a:pt x="128" y="22"/>
                    </a:cubicBezTo>
                    <a:close/>
                    <a:moveTo>
                      <a:pt x="277" y="214"/>
                    </a:moveTo>
                    <a:cubicBezTo>
                      <a:pt x="42" y="214"/>
                      <a:pt x="42" y="214"/>
                      <a:pt x="42" y="214"/>
                    </a:cubicBezTo>
                    <a:cubicBezTo>
                      <a:pt x="42" y="128"/>
                      <a:pt x="42" y="128"/>
                      <a:pt x="42" y="128"/>
                    </a:cubicBezTo>
                    <a:cubicBezTo>
                      <a:pt x="128" y="128"/>
                      <a:pt x="128" y="128"/>
                      <a:pt x="128" y="128"/>
                    </a:cubicBezTo>
                    <a:cubicBezTo>
                      <a:pt x="128" y="139"/>
                      <a:pt x="128" y="139"/>
                      <a:pt x="128" y="139"/>
                    </a:cubicBezTo>
                    <a:cubicBezTo>
                      <a:pt x="128" y="145"/>
                      <a:pt x="132" y="150"/>
                      <a:pt x="138" y="150"/>
                    </a:cubicBezTo>
                    <a:cubicBezTo>
                      <a:pt x="181" y="150"/>
                      <a:pt x="181" y="150"/>
                      <a:pt x="181" y="150"/>
                    </a:cubicBezTo>
                    <a:cubicBezTo>
                      <a:pt x="187" y="150"/>
                      <a:pt x="192" y="145"/>
                      <a:pt x="192" y="139"/>
                    </a:cubicBezTo>
                    <a:cubicBezTo>
                      <a:pt x="192" y="128"/>
                      <a:pt x="192" y="128"/>
                      <a:pt x="192" y="128"/>
                    </a:cubicBezTo>
                    <a:cubicBezTo>
                      <a:pt x="277" y="128"/>
                      <a:pt x="277" y="128"/>
                      <a:pt x="277" y="128"/>
                    </a:cubicBezTo>
                    <a:lnTo>
                      <a:pt x="277" y="214"/>
                    </a:lnTo>
                    <a:close/>
                    <a:moveTo>
                      <a:pt x="170" y="128"/>
                    </a:moveTo>
                    <a:cubicBezTo>
                      <a:pt x="149" y="128"/>
                      <a:pt x="149" y="128"/>
                      <a:pt x="149" y="128"/>
                    </a:cubicBezTo>
                    <a:cubicBezTo>
                      <a:pt x="149" y="107"/>
                      <a:pt x="149" y="107"/>
                      <a:pt x="149" y="107"/>
                    </a:cubicBezTo>
                    <a:cubicBezTo>
                      <a:pt x="170" y="107"/>
                      <a:pt x="170" y="107"/>
                      <a:pt x="170" y="107"/>
                    </a:cubicBezTo>
                    <a:lnTo>
                      <a:pt x="170" y="128"/>
                    </a:lnTo>
                    <a:close/>
                    <a:moveTo>
                      <a:pt x="298" y="107"/>
                    </a:moveTo>
                    <a:cubicBezTo>
                      <a:pt x="192" y="107"/>
                      <a:pt x="192" y="107"/>
                      <a:pt x="192" y="107"/>
                    </a:cubicBezTo>
                    <a:cubicBezTo>
                      <a:pt x="192" y="96"/>
                      <a:pt x="192" y="96"/>
                      <a:pt x="192" y="96"/>
                    </a:cubicBezTo>
                    <a:cubicBezTo>
                      <a:pt x="192" y="90"/>
                      <a:pt x="187" y="86"/>
                      <a:pt x="181" y="86"/>
                    </a:cubicBezTo>
                    <a:cubicBezTo>
                      <a:pt x="138" y="86"/>
                      <a:pt x="138" y="86"/>
                      <a:pt x="138" y="86"/>
                    </a:cubicBezTo>
                    <a:cubicBezTo>
                      <a:pt x="132" y="86"/>
                      <a:pt x="128" y="90"/>
                      <a:pt x="128" y="96"/>
                    </a:cubicBezTo>
                    <a:cubicBezTo>
                      <a:pt x="128" y="107"/>
                      <a:pt x="128" y="107"/>
                      <a:pt x="128" y="107"/>
                    </a:cubicBezTo>
                    <a:cubicBezTo>
                      <a:pt x="21" y="107"/>
                      <a:pt x="21" y="107"/>
                      <a:pt x="21" y="107"/>
                    </a:cubicBezTo>
                    <a:cubicBezTo>
                      <a:pt x="21" y="64"/>
                      <a:pt x="21" y="64"/>
                      <a:pt x="21" y="64"/>
                    </a:cubicBezTo>
                    <a:cubicBezTo>
                      <a:pt x="298" y="64"/>
                      <a:pt x="298" y="64"/>
                      <a:pt x="298" y="64"/>
                    </a:cubicBezTo>
                    <a:lnTo>
                      <a:pt x="298" y="107"/>
                    </a:ln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style>
              <a:lnRef idx="2">
                <a:schemeClr val="accent5"/>
              </a:lnRef>
              <a:fillRef idx="1">
                <a:schemeClr val="lt1"/>
              </a:fillRef>
              <a:effectRef idx="0">
                <a:schemeClr val="accent5"/>
              </a:effectRef>
              <a:fontRef idx="minor">
                <a:schemeClr val="dk1"/>
              </a:fontRef>
            </p:style>
            <p:txBody>
              <a:bodyPr vert="horz" wrap="square" lIns="55721" tIns="27861" rIns="55721" bIns="27861" numCol="1" anchor="t" anchorCtr="0" compatLnSpc="1">
                <a:prstTxWarp prst="textNoShape">
                  <a:avLst/>
                </a:prstTxWarp>
              </a:bodyPr>
              <a:lstStyle/>
              <a:p>
                <a:pPr defTabSz="742969">
                  <a:defRPr/>
                </a:pPr>
                <a:endParaRPr lang="en-CA" sz="1000" dirty="0">
                  <a:solidFill>
                    <a:prstClr val="black"/>
                  </a:solidFill>
                  <a:latin typeface="Aptos" panose="020B0004020202020204" pitchFamily="34" charset="0"/>
                </a:endParaRPr>
              </a:p>
            </p:txBody>
          </p:sp>
        </p:grpSp>
        <p:grpSp>
          <p:nvGrpSpPr>
            <p:cNvPr id="7" name="Group 489">
              <a:extLst>
                <a:ext uri="{FF2B5EF4-FFF2-40B4-BE49-F238E27FC236}">
                  <a16:creationId xmlns:a16="http://schemas.microsoft.com/office/drawing/2014/main" id="{D3121BA0-0F11-4198-88D1-A6370549F208}"/>
                </a:ext>
              </a:extLst>
            </p:cNvPr>
            <p:cNvGrpSpPr>
              <a:grpSpLocks noChangeAspect="1"/>
            </p:cNvGrpSpPr>
            <p:nvPr/>
          </p:nvGrpSpPr>
          <p:grpSpPr bwMode="auto">
            <a:xfrm>
              <a:off x="1088668" y="2573951"/>
              <a:ext cx="461930" cy="457612"/>
              <a:chOff x="2920" y="2264"/>
              <a:chExt cx="340" cy="340"/>
            </a:xfrm>
            <a:solidFill>
              <a:schemeClr val="accent5"/>
            </a:solidFill>
          </p:grpSpPr>
          <p:sp>
            <p:nvSpPr>
              <p:cNvPr id="8" name="Freeform 490">
                <a:extLst>
                  <a:ext uri="{FF2B5EF4-FFF2-40B4-BE49-F238E27FC236}">
                    <a16:creationId xmlns:a16="http://schemas.microsoft.com/office/drawing/2014/main" id="{BCD3175F-EFA7-4CCD-B2B4-292A9995CEBA}"/>
                  </a:ext>
                </a:extLst>
              </p:cNvPr>
              <p:cNvSpPr>
                <a:spLocks noEditPoints="1"/>
              </p:cNvSpPr>
              <p:nvPr/>
            </p:nvSpPr>
            <p:spPr bwMode="auto">
              <a:xfrm>
                <a:off x="2998" y="2363"/>
                <a:ext cx="184" cy="113"/>
              </a:xfrm>
              <a:custGeom>
                <a:avLst/>
                <a:gdLst>
                  <a:gd name="T0" fmla="*/ 11 w 277"/>
                  <a:gd name="T1" fmla="*/ 171 h 171"/>
                  <a:gd name="T2" fmla="*/ 267 w 277"/>
                  <a:gd name="T3" fmla="*/ 171 h 171"/>
                  <a:gd name="T4" fmla="*/ 277 w 277"/>
                  <a:gd name="T5" fmla="*/ 160 h 171"/>
                  <a:gd name="T6" fmla="*/ 277 w 277"/>
                  <a:gd name="T7" fmla="*/ 11 h 171"/>
                  <a:gd name="T8" fmla="*/ 267 w 277"/>
                  <a:gd name="T9" fmla="*/ 0 h 171"/>
                  <a:gd name="T10" fmla="*/ 11 w 277"/>
                  <a:gd name="T11" fmla="*/ 0 h 171"/>
                  <a:gd name="T12" fmla="*/ 0 w 277"/>
                  <a:gd name="T13" fmla="*/ 11 h 171"/>
                  <a:gd name="T14" fmla="*/ 0 w 277"/>
                  <a:gd name="T15" fmla="*/ 160 h 171"/>
                  <a:gd name="T16" fmla="*/ 11 w 277"/>
                  <a:gd name="T17" fmla="*/ 171 h 171"/>
                  <a:gd name="T18" fmla="*/ 21 w 277"/>
                  <a:gd name="T19" fmla="*/ 21 h 171"/>
                  <a:gd name="T20" fmla="*/ 256 w 277"/>
                  <a:gd name="T21" fmla="*/ 21 h 171"/>
                  <a:gd name="T22" fmla="*/ 256 w 277"/>
                  <a:gd name="T23" fmla="*/ 149 h 171"/>
                  <a:gd name="T24" fmla="*/ 21 w 277"/>
                  <a:gd name="T25" fmla="*/ 149 h 171"/>
                  <a:gd name="T26" fmla="*/ 21 w 277"/>
                  <a:gd name="T27" fmla="*/ 2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7" h="171">
                    <a:moveTo>
                      <a:pt x="11" y="171"/>
                    </a:moveTo>
                    <a:cubicBezTo>
                      <a:pt x="267" y="171"/>
                      <a:pt x="267" y="171"/>
                      <a:pt x="267" y="171"/>
                    </a:cubicBezTo>
                    <a:cubicBezTo>
                      <a:pt x="273" y="171"/>
                      <a:pt x="277" y="166"/>
                      <a:pt x="277" y="160"/>
                    </a:cubicBezTo>
                    <a:cubicBezTo>
                      <a:pt x="277" y="11"/>
                      <a:pt x="277" y="11"/>
                      <a:pt x="277" y="11"/>
                    </a:cubicBezTo>
                    <a:cubicBezTo>
                      <a:pt x="277" y="5"/>
                      <a:pt x="273" y="0"/>
                      <a:pt x="267" y="0"/>
                    </a:cubicBezTo>
                    <a:cubicBezTo>
                      <a:pt x="11" y="0"/>
                      <a:pt x="11" y="0"/>
                      <a:pt x="11" y="0"/>
                    </a:cubicBezTo>
                    <a:cubicBezTo>
                      <a:pt x="5" y="0"/>
                      <a:pt x="0" y="5"/>
                      <a:pt x="0" y="11"/>
                    </a:cubicBezTo>
                    <a:cubicBezTo>
                      <a:pt x="0" y="160"/>
                      <a:pt x="0" y="160"/>
                      <a:pt x="0" y="160"/>
                    </a:cubicBezTo>
                    <a:cubicBezTo>
                      <a:pt x="0" y="166"/>
                      <a:pt x="5" y="171"/>
                      <a:pt x="11" y="171"/>
                    </a:cubicBezTo>
                    <a:close/>
                    <a:moveTo>
                      <a:pt x="21" y="21"/>
                    </a:moveTo>
                    <a:cubicBezTo>
                      <a:pt x="256" y="21"/>
                      <a:pt x="256" y="21"/>
                      <a:pt x="256" y="21"/>
                    </a:cubicBezTo>
                    <a:cubicBezTo>
                      <a:pt x="256" y="149"/>
                      <a:pt x="256" y="149"/>
                      <a:pt x="256" y="149"/>
                    </a:cubicBezTo>
                    <a:cubicBezTo>
                      <a:pt x="21" y="149"/>
                      <a:pt x="21" y="149"/>
                      <a:pt x="21" y="149"/>
                    </a:cubicBezTo>
                    <a:lnTo>
                      <a:pt x="21" y="21"/>
                    </a:ln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style>
              <a:lnRef idx="2">
                <a:schemeClr val="accent2"/>
              </a:lnRef>
              <a:fillRef idx="1">
                <a:schemeClr val="lt1"/>
              </a:fillRef>
              <a:effectRef idx="0">
                <a:schemeClr val="accent2"/>
              </a:effectRef>
              <a:fontRef idx="minor">
                <a:schemeClr val="dk1"/>
              </a:fontRef>
            </p:style>
            <p:txBody>
              <a:bodyPr vert="horz" wrap="square" lIns="55721" tIns="27861" rIns="55721" bIns="27861" numCol="1" anchor="t" anchorCtr="0" compatLnSpc="1">
                <a:prstTxWarp prst="textNoShape">
                  <a:avLst/>
                </a:prstTxWarp>
              </a:bodyPr>
              <a:lstStyle/>
              <a:p>
                <a:pPr defTabSz="742969">
                  <a:defRPr/>
                </a:pPr>
                <a:endParaRPr lang="en-CA" sz="1000" dirty="0">
                  <a:solidFill>
                    <a:prstClr val="black"/>
                  </a:solidFill>
                  <a:latin typeface="Aptos" panose="020B0004020202020204" pitchFamily="34" charset="0"/>
                </a:endParaRPr>
              </a:p>
            </p:txBody>
          </p:sp>
          <p:sp>
            <p:nvSpPr>
              <p:cNvPr id="9" name="Freeform 491">
                <a:extLst>
                  <a:ext uri="{FF2B5EF4-FFF2-40B4-BE49-F238E27FC236}">
                    <a16:creationId xmlns:a16="http://schemas.microsoft.com/office/drawing/2014/main" id="{6ECCB2DF-9D22-4747-B6A3-A4D303E1E941}"/>
                  </a:ext>
                </a:extLst>
              </p:cNvPr>
              <p:cNvSpPr>
                <a:spLocks/>
              </p:cNvSpPr>
              <p:nvPr/>
            </p:nvSpPr>
            <p:spPr bwMode="auto">
              <a:xfrm>
                <a:off x="2984" y="2490"/>
                <a:ext cx="212" cy="14"/>
              </a:xfrm>
              <a:custGeom>
                <a:avLst/>
                <a:gdLst>
                  <a:gd name="T0" fmla="*/ 309 w 320"/>
                  <a:gd name="T1" fmla="*/ 0 h 21"/>
                  <a:gd name="T2" fmla="*/ 10 w 320"/>
                  <a:gd name="T3" fmla="*/ 0 h 21"/>
                  <a:gd name="T4" fmla="*/ 0 w 320"/>
                  <a:gd name="T5" fmla="*/ 11 h 21"/>
                  <a:gd name="T6" fmla="*/ 10 w 320"/>
                  <a:gd name="T7" fmla="*/ 21 h 21"/>
                  <a:gd name="T8" fmla="*/ 309 w 320"/>
                  <a:gd name="T9" fmla="*/ 21 h 21"/>
                  <a:gd name="T10" fmla="*/ 320 w 320"/>
                  <a:gd name="T11" fmla="*/ 11 h 21"/>
                  <a:gd name="T12" fmla="*/ 309 w 320"/>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20" h="21">
                    <a:moveTo>
                      <a:pt x="309" y="0"/>
                    </a:moveTo>
                    <a:cubicBezTo>
                      <a:pt x="10" y="0"/>
                      <a:pt x="10" y="0"/>
                      <a:pt x="10" y="0"/>
                    </a:cubicBezTo>
                    <a:cubicBezTo>
                      <a:pt x="4" y="0"/>
                      <a:pt x="0" y="5"/>
                      <a:pt x="0" y="11"/>
                    </a:cubicBezTo>
                    <a:cubicBezTo>
                      <a:pt x="0" y="17"/>
                      <a:pt x="4" y="21"/>
                      <a:pt x="10" y="21"/>
                    </a:cubicBezTo>
                    <a:cubicBezTo>
                      <a:pt x="309" y="21"/>
                      <a:pt x="309" y="21"/>
                      <a:pt x="309" y="21"/>
                    </a:cubicBezTo>
                    <a:cubicBezTo>
                      <a:pt x="315" y="21"/>
                      <a:pt x="320" y="17"/>
                      <a:pt x="320" y="11"/>
                    </a:cubicBezTo>
                    <a:cubicBezTo>
                      <a:pt x="320" y="5"/>
                      <a:pt x="315" y="0"/>
                      <a:pt x="309" y="0"/>
                    </a:cubicBez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style>
              <a:lnRef idx="2">
                <a:schemeClr val="accent2"/>
              </a:lnRef>
              <a:fillRef idx="1">
                <a:schemeClr val="lt1"/>
              </a:fillRef>
              <a:effectRef idx="0">
                <a:schemeClr val="accent2"/>
              </a:effectRef>
              <a:fontRef idx="minor">
                <a:schemeClr val="dk1"/>
              </a:fontRef>
            </p:style>
            <p:txBody>
              <a:bodyPr vert="horz" wrap="square" lIns="55721" tIns="27861" rIns="55721" bIns="27861" numCol="1" anchor="t" anchorCtr="0" compatLnSpc="1">
                <a:prstTxWarp prst="textNoShape">
                  <a:avLst/>
                </a:prstTxWarp>
              </a:bodyPr>
              <a:lstStyle/>
              <a:p>
                <a:pPr defTabSz="742969">
                  <a:defRPr/>
                </a:pPr>
                <a:endParaRPr lang="en-CA" sz="1000" dirty="0">
                  <a:solidFill>
                    <a:prstClr val="black"/>
                  </a:solidFill>
                  <a:latin typeface="Aptos" panose="020B0004020202020204" pitchFamily="34" charset="0"/>
                </a:endParaRPr>
              </a:p>
            </p:txBody>
          </p:sp>
          <p:sp>
            <p:nvSpPr>
              <p:cNvPr id="10" name="Freeform 492">
                <a:extLst>
                  <a:ext uri="{FF2B5EF4-FFF2-40B4-BE49-F238E27FC236}">
                    <a16:creationId xmlns:a16="http://schemas.microsoft.com/office/drawing/2014/main" id="{2F58D71E-0903-4B02-AAE8-E67ED6247C65}"/>
                  </a:ext>
                </a:extLst>
              </p:cNvPr>
              <p:cNvSpPr>
                <a:spLocks noEditPoints="1"/>
              </p:cNvSpPr>
              <p:nvPr/>
            </p:nvSpPr>
            <p:spPr bwMode="auto">
              <a:xfrm>
                <a:off x="2920" y="226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style>
              <a:lnRef idx="2">
                <a:schemeClr val="accent2"/>
              </a:lnRef>
              <a:fillRef idx="1">
                <a:schemeClr val="lt1"/>
              </a:fillRef>
              <a:effectRef idx="0">
                <a:schemeClr val="accent2"/>
              </a:effectRef>
              <a:fontRef idx="minor">
                <a:schemeClr val="dk1"/>
              </a:fontRef>
            </p:style>
            <p:txBody>
              <a:bodyPr vert="horz" wrap="square" lIns="55721" tIns="27861" rIns="55721" bIns="27861" numCol="1" anchor="t" anchorCtr="0" compatLnSpc="1">
                <a:prstTxWarp prst="textNoShape">
                  <a:avLst/>
                </a:prstTxWarp>
              </a:bodyPr>
              <a:lstStyle/>
              <a:p>
                <a:pPr defTabSz="742969">
                  <a:defRPr/>
                </a:pPr>
                <a:endParaRPr lang="en-CA" sz="1000" dirty="0">
                  <a:solidFill>
                    <a:prstClr val="black"/>
                  </a:solidFill>
                  <a:latin typeface="Aptos" panose="020B0004020202020204" pitchFamily="34" charset="0"/>
                </a:endParaRPr>
              </a:p>
            </p:txBody>
          </p:sp>
        </p:grpSp>
        <p:grpSp>
          <p:nvGrpSpPr>
            <p:cNvPr id="11" name="Group 10">
              <a:extLst>
                <a:ext uri="{FF2B5EF4-FFF2-40B4-BE49-F238E27FC236}">
                  <a16:creationId xmlns:a16="http://schemas.microsoft.com/office/drawing/2014/main" id="{648D6542-F5A6-4271-A321-4012662AA23B}"/>
                </a:ext>
              </a:extLst>
            </p:cNvPr>
            <p:cNvGrpSpPr/>
            <p:nvPr/>
          </p:nvGrpSpPr>
          <p:grpSpPr>
            <a:xfrm>
              <a:off x="352426" y="2117101"/>
              <a:ext cx="1934414" cy="356534"/>
              <a:chOff x="413228" y="1371600"/>
              <a:chExt cx="1947702" cy="476173"/>
            </a:xfrm>
          </p:grpSpPr>
          <p:sp>
            <p:nvSpPr>
              <p:cNvPr id="12" name="Right Triangle 49">
                <a:extLst>
                  <a:ext uri="{FF2B5EF4-FFF2-40B4-BE49-F238E27FC236}">
                    <a16:creationId xmlns:a16="http://schemas.microsoft.com/office/drawing/2014/main" id="{29868CD8-0A6F-49B7-84C9-1CC24AF99002}"/>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13" name="Right Triangle 49">
                <a:extLst>
                  <a:ext uri="{FF2B5EF4-FFF2-40B4-BE49-F238E27FC236}">
                    <a16:creationId xmlns:a16="http://schemas.microsoft.com/office/drawing/2014/main" id="{AD495C6B-75E6-4804-92F2-9B7BF9C4E44B}"/>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14" name="Round Same Side Corner Rectangle 43">
                <a:extLst>
                  <a:ext uri="{FF2B5EF4-FFF2-40B4-BE49-F238E27FC236}">
                    <a16:creationId xmlns:a16="http://schemas.microsoft.com/office/drawing/2014/main" id="{061E7905-79A6-499A-8D5D-704DFF1259AB}"/>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1"/>
              </a:solidFill>
              <a:ln w="19050" algn="ctr">
                <a:noFill/>
                <a:miter lim="800000"/>
                <a:headEnd/>
                <a:tailEnd/>
              </a:ln>
            </p:spPr>
            <p:txBody>
              <a:bodyPr wrap="square" lIns="54173" tIns="54173" rIns="54173" bIns="65813" rtlCol="0" anchor="ctr"/>
              <a:lstStyle/>
              <a:p>
                <a:pPr lvl="0" algn="ctr"/>
                <a:r>
                  <a:rPr lang="en-US" sz="1000" b="1" dirty="0">
                    <a:latin typeface="Aptos" panose="020B0004020202020204" pitchFamily="34" charset="0"/>
                    <a:cs typeface="Calibri" panose="020F0502020204030204" pitchFamily="34" charset="0"/>
                  </a:rPr>
                  <a:t>Lorem ipsum </a:t>
                </a:r>
              </a:p>
            </p:txBody>
          </p:sp>
        </p:grpSp>
        <p:grpSp>
          <p:nvGrpSpPr>
            <p:cNvPr id="15" name="Group 14">
              <a:extLst>
                <a:ext uri="{FF2B5EF4-FFF2-40B4-BE49-F238E27FC236}">
                  <a16:creationId xmlns:a16="http://schemas.microsoft.com/office/drawing/2014/main" id="{DFD3E7B2-3428-4824-A54D-B24C483AB07C}"/>
                </a:ext>
              </a:extLst>
            </p:cNvPr>
            <p:cNvGrpSpPr/>
            <p:nvPr/>
          </p:nvGrpSpPr>
          <p:grpSpPr>
            <a:xfrm>
              <a:off x="352426" y="3547170"/>
              <a:ext cx="1934414" cy="1996045"/>
              <a:chOff x="582909" y="4047068"/>
              <a:chExt cx="2642778" cy="3211966"/>
            </a:xfrm>
          </p:grpSpPr>
          <p:sp>
            <p:nvSpPr>
              <p:cNvPr id="16" name="Rectangle 15">
                <a:extLst>
                  <a:ext uri="{FF2B5EF4-FFF2-40B4-BE49-F238E27FC236}">
                    <a16:creationId xmlns:a16="http://schemas.microsoft.com/office/drawing/2014/main" id="{FF36E524-1298-445B-81CC-5F5266C44617}"/>
                  </a:ext>
                </a:extLst>
              </p:cNvPr>
              <p:cNvSpPr/>
              <p:nvPr/>
            </p:nvSpPr>
            <p:spPr bwMode="gray">
              <a:xfrm>
                <a:off x="582909" y="4047068"/>
                <a:ext cx="2642778" cy="3124270"/>
              </a:xfrm>
              <a:prstGeom prst="rect">
                <a:avLst/>
              </a:prstGeom>
              <a:solidFill>
                <a:schemeClr val="bg1">
                  <a:lumMod val="95000"/>
                </a:schemeClr>
              </a:solidFill>
              <a:ln w="19050" algn="ctr">
                <a:noFill/>
                <a:miter lim="800000"/>
                <a:headEnd/>
                <a:tailEnd/>
              </a:ln>
            </p:spPr>
            <p:txBody>
              <a:bodyPr wrap="square" lIns="32906" tIns="32906" rIns="21938" bIns="21938" rtlCol="0" anchor="t"/>
              <a:lstStyle/>
              <a:p>
                <a:pPr marL="104481" indent="-83584" defTabSz="742969">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defTabSz="742969">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defTabSz="742969">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defTabSz="742969">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defTabSz="742969">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defTabSz="742969">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p:txBody>
          </p:sp>
          <p:sp>
            <p:nvSpPr>
              <p:cNvPr id="17" name="Rectangle 16">
                <a:extLst>
                  <a:ext uri="{FF2B5EF4-FFF2-40B4-BE49-F238E27FC236}">
                    <a16:creationId xmlns:a16="http://schemas.microsoft.com/office/drawing/2014/main" id="{875A85C2-DD85-4D2D-9BAB-86FD318B6471}"/>
                  </a:ext>
                </a:extLst>
              </p:cNvPr>
              <p:cNvSpPr/>
              <p:nvPr/>
            </p:nvSpPr>
            <p:spPr bwMode="gray">
              <a:xfrm>
                <a:off x="756474" y="7171338"/>
                <a:ext cx="2295650" cy="87696"/>
              </a:xfrm>
              <a:prstGeom prst="rect">
                <a:avLst/>
              </a:prstGeom>
              <a:solidFill>
                <a:schemeClr val="accent1"/>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grpSp>
        <p:grpSp>
          <p:nvGrpSpPr>
            <p:cNvPr id="18" name="Group 17">
              <a:extLst>
                <a:ext uri="{FF2B5EF4-FFF2-40B4-BE49-F238E27FC236}">
                  <a16:creationId xmlns:a16="http://schemas.microsoft.com/office/drawing/2014/main" id="{D1192240-DB18-4602-BC96-F713F51F5EA2}"/>
                </a:ext>
              </a:extLst>
            </p:cNvPr>
            <p:cNvGrpSpPr/>
            <p:nvPr/>
          </p:nvGrpSpPr>
          <p:grpSpPr>
            <a:xfrm>
              <a:off x="1002419" y="2473635"/>
              <a:ext cx="634427" cy="1049086"/>
              <a:chOff x="757805" y="1635343"/>
              <a:chExt cx="1185062" cy="2012973"/>
            </a:xfrm>
          </p:grpSpPr>
          <p:sp>
            <p:nvSpPr>
              <p:cNvPr id="19" name="Freeform 36">
                <a:extLst>
                  <a:ext uri="{FF2B5EF4-FFF2-40B4-BE49-F238E27FC236}">
                    <a16:creationId xmlns:a16="http://schemas.microsoft.com/office/drawing/2014/main" id="{68DB2047-3620-45A5-8E31-F5A368E64683}"/>
                  </a:ext>
                </a:extLst>
              </p:cNvPr>
              <p:cNvSpPr/>
              <p:nvPr/>
            </p:nvSpPr>
            <p:spPr bwMode="gray">
              <a:xfrm>
                <a:off x="757805" y="1635343"/>
                <a:ext cx="1185062" cy="1921248"/>
              </a:xfrm>
              <a:custGeom>
                <a:avLst/>
                <a:gdLst>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2938 h 1892938"/>
                  <a:gd name="connsiteX1" fmla="*/ 581393 w 1162418"/>
                  <a:gd name="connsiteY1" fmla="*/ 1762763 h 1892938"/>
                  <a:gd name="connsiteX2" fmla="*/ 508368 w 1162418"/>
                  <a:gd name="connsiteY2" fmla="*/ 1718313 h 1892938"/>
                  <a:gd name="connsiteX3" fmla="*/ 475030 w 1162418"/>
                  <a:gd name="connsiteY3" fmla="*/ 1678626 h 1892938"/>
                  <a:gd name="connsiteX4" fmla="*/ 505193 w 1162418"/>
                  <a:gd name="connsiteY4" fmla="*/ 1638938 h 1892938"/>
                  <a:gd name="connsiteX5" fmla="*/ 717918 w 1162418"/>
                  <a:gd name="connsiteY5" fmla="*/ 1638938 h 1892938"/>
                  <a:gd name="connsiteX6" fmla="*/ 746493 w 1162418"/>
                  <a:gd name="connsiteY6" fmla="*/ 1591313 h 1892938"/>
                  <a:gd name="connsiteX7" fmla="*/ 716330 w 1162418"/>
                  <a:gd name="connsiteY7" fmla="*/ 1554801 h 1892938"/>
                  <a:gd name="connsiteX8" fmla="*/ 398830 w 1162418"/>
                  <a:gd name="connsiteY8" fmla="*/ 1554801 h 1892938"/>
                  <a:gd name="connsiteX9" fmla="*/ 360730 w 1162418"/>
                  <a:gd name="connsiteY9" fmla="*/ 1516701 h 1892938"/>
                  <a:gd name="connsiteX10" fmla="*/ 382955 w 1162418"/>
                  <a:gd name="connsiteY10" fmla="*/ 1469076 h 1892938"/>
                  <a:gd name="connsiteX11" fmla="*/ 797293 w 1162418"/>
                  <a:gd name="connsiteY11" fmla="*/ 1469076 h 1892938"/>
                  <a:gd name="connsiteX12" fmla="*/ 830630 w 1162418"/>
                  <a:gd name="connsiteY12" fmla="*/ 1421451 h 1892938"/>
                  <a:gd name="connsiteX13" fmla="*/ 795705 w 1162418"/>
                  <a:gd name="connsiteY13" fmla="*/ 1378588 h 1892938"/>
                  <a:gd name="connsiteX14" fmla="*/ 386130 w 1162418"/>
                  <a:gd name="connsiteY14" fmla="*/ 1378588 h 1892938"/>
                  <a:gd name="connsiteX15" fmla="*/ 322630 w 1162418"/>
                  <a:gd name="connsiteY15" fmla="*/ 1346838 h 1892938"/>
                  <a:gd name="connsiteX16" fmla="*/ 283340 w 1162418"/>
                  <a:gd name="connsiteY16" fmla="*/ 1294848 h 1892938"/>
                  <a:gd name="connsiteX17" fmla="*/ 271830 w 1162418"/>
                  <a:gd name="connsiteY17" fmla="*/ 1202376 h 1892938"/>
                  <a:gd name="connsiteX18" fmla="*/ 260718 w 1162418"/>
                  <a:gd name="connsiteY18" fmla="*/ 1123001 h 1892938"/>
                  <a:gd name="connsiteX19" fmla="*/ 205155 w 1162418"/>
                  <a:gd name="connsiteY19" fmla="*/ 1032513 h 1892938"/>
                  <a:gd name="connsiteX20" fmla="*/ 130543 w 1162418"/>
                  <a:gd name="connsiteY20" fmla="*/ 949963 h 1892938"/>
                  <a:gd name="connsiteX21" fmla="*/ 55137 w 1162418"/>
                  <a:gd name="connsiteY21" fmla="*/ 840029 h 1892938"/>
                  <a:gd name="connsiteX22" fmla="*/ 13861 w 1162418"/>
                  <a:gd name="connsiteY22" fmla="*/ 730492 h 1892938"/>
                  <a:gd name="connsiteX23" fmla="*/ 368 w 1162418"/>
                  <a:gd name="connsiteY23" fmla="*/ 595951 h 1892938"/>
                  <a:gd name="connsiteX24" fmla="*/ 11480 w 1162418"/>
                  <a:gd name="connsiteY24" fmla="*/ 470538 h 1892938"/>
                  <a:gd name="connsiteX25" fmla="*/ 81330 w 1162418"/>
                  <a:gd name="connsiteY25" fmla="*/ 280038 h 1892938"/>
                  <a:gd name="connsiteX26" fmla="*/ 265480 w 1162418"/>
                  <a:gd name="connsiteY26" fmla="*/ 87950 h 1892938"/>
                  <a:gd name="connsiteX27" fmla="*/ 519480 w 1162418"/>
                  <a:gd name="connsiteY27" fmla="*/ 2226 h 1892938"/>
                  <a:gd name="connsiteX28" fmla="*/ 705218 w 1162418"/>
                  <a:gd name="connsiteY28" fmla="*/ 5401 h 1892938"/>
                  <a:gd name="connsiteX29" fmla="*/ 943343 w 1162418"/>
                  <a:gd name="connsiteY29" fmla="*/ 116526 h 1892938"/>
                  <a:gd name="connsiteX30" fmla="*/ 1100505 w 1162418"/>
                  <a:gd name="connsiteY30" fmla="*/ 305438 h 1892938"/>
                  <a:gd name="connsiteX31" fmla="*/ 1162418 w 1162418"/>
                  <a:gd name="connsiteY31" fmla="*/ 508638 h 1892938"/>
                  <a:gd name="connsiteX32" fmla="*/ 1159243 w 1162418"/>
                  <a:gd name="connsiteY32" fmla="*/ 678501 h 1892938"/>
                  <a:gd name="connsiteX33" fmla="*/ 1090980 w 1162418"/>
                  <a:gd name="connsiteY33" fmla="*/ 884876 h 1892938"/>
                  <a:gd name="connsiteX34" fmla="*/ 957630 w 1162418"/>
                  <a:gd name="connsiteY34" fmla="*/ 1053151 h 1892938"/>
                  <a:gd name="connsiteX35" fmla="*/ 914768 w 1162418"/>
                  <a:gd name="connsiteY35" fmla="*/ 1113476 h 1892938"/>
                  <a:gd name="connsiteX36" fmla="*/ 905243 w 1162418"/>
                  <a:gd name="connsiteY36" fmla="*/ 1170626 h 1892938"/>
                  <a:gd name="connsiteX37" fmla="*/ 905243 w 1162418"/>
                  <a:gd name="connsiteY37" fmla="*/ 1259526 h 1892938"/>
                  <a:gd name="connsiteX38" fmla="*/ 868730 w 1162418"/>
                  <a:gd name="connsiteY38" fmla="*/ 1296038 h 1892938"/>
                  <a:gd name="connsiteX39" fmla="*/ 641718 w 1162418"/>
                  <a:gd name="connsiteY39" fmla="*/ 1296038 h 1892938"/>
                  <a:gd name="connsiteX40" fmla="*/ 590918 w 1162418"/>
                  <a:gd name="connsiteY40" fmla="*/ 1273813 h 1892938"/>
                  <a:gd name="connsiteX41" fmla="*/ 590918 w 1162418"/>
                  <a:gd name="connsiteY41" fmla="*/ 1207138 h 1892938"/>
                  <a:gd name="connsiteX0" fmla="*/ 584568 w 1162418"/>
                  <a:gd name="connsiteY0" fmla="*/ 1895823 h 1895823"/>
                  <a:gd name="connsiteX1" fmla="*/ 581393 w 1162418"/>
                  <a:gd name="connsiteY1" fmla="*/ 1765648 h 1895823"/>
                  <a:gd name="connsiteX2" fmla="*/ 508368 w 1162418"/>
                  <a:gd name="connsiteY2" fmla="*/ 1721198 h 1895823"/>
                  <a:gd name="connsiteX3" fmla="*/ 475030 w 1162418"/>
                  <a:gd name="connsiteY3" fmla="*/ 1681511 h 1895823"/>
                  <a:gd name="connsiteX4" fmla="*/ 505193 w 1162418"/>
                  <a:gd name="connsiteY4" fmla="*/ 1641823 h 1895823"/>
                  <a:gd name="connsiteX5" fmla="*/ 717918 w 1162418"/>
                  <a:gd name="connsiteY5" fmla="*/ 1641823 h 1895823"/>
                  <a:gd name="connsiteX6" fmla="*/ 746493 w 1162418"/>
                  <a:gd name="connsiteY6" fmla="*/ 1594198 h 1895823"/>
                  <a:gd name="connsiteX7" fmla="*/ 716330 w 1162418"/>
                  <a:gd name="connsiteY7" fmla="*/ 1557686 h 1895823"/>
                  <a:gd name="connsiteX8" fmla="*/ 398830 w 1162418"/>
                  <a:gd name="connsiteY8" fmla="*/ 1557686 h 1895823"/>
                  <a:gd name="connsiteX9" fmla="*/ 360730 w 1162418"/>
                  <a:gd name="connsiteY9" fmla="*/ 1519586 h 1895823"/>
                  <a:gd name="connsiteX10" fmla="*/ 382955 w 1162418"/>
                  <a:gd name="connsiteY10" fmla="*/ 1471961 h 1895823"/>
                  <a:gd name="connsiteX11" fmla="*/ 797293 w 1162418"/>
                  <a:gd name="connsiteY11" fmla="*/ 1471961 h 1895823"/>
                  <a:gd name="connsiteX12" fmla="*/ 830630 w 1162418"/>
                  <a:gd name="connsiteY12" fmla="*/ 1424336 h 1895823"/>
                  <a:gd name="connsiteX13" fmla="*/ 795705 w 1162418"/>
                  <a:gd name="connsiteY13" fmla="*/ 1381473 h 1895823"/>
                  <a:gd name="connsiteX14" fmla="*/ 386130 w 1162418"/>
                  <a:gd name="connsiteY14" fmla="*/ 1381473 h 1895823"/>
                  <a:gd name="connsiteX15" fmla="*/ 322630 w 1162418"/>
                  <a:gd name="connsiteY15" fmla="*/ 1349723 h 1895823"/>
                  <a:gd name="connsiteX16" fmla="*/ 283340 w 1162418"/>
                  <a:gd name="connsiteY16" fmla="*/ 1297733 h 1895823"/>
                  <a:gd name="connsiteX17" fmla="*/ 271830 w 1162418"/>
                  <a:gd name="connsiteY17" fmla="*/ 1205261 h 1895823"/>
                  <a:gd name="connsiteX18" fmla="*/ 260718 w 1162418"/>
                  <a:gd name="connsiteY18" fmla="*/ 1125886 h 1895823"/>
                  <a:gd name="connsiteX19" fmla="*/ 205155 w 1162418"/>
                  <a:gd name="connsiteY19" fmla="*/ 1035398 h 1895823"/>
                  <a:gd name="connsiteX20" fmla="*/ 130543 w 1162418"/>
                  <a:gd name="connsiteY20" fmla="*/ 952848 h 1895823"/>
                  <a:gd name="connsiteX21" fmla="*/ 55137 w 1162418"/>
                  <a:gd name="connsiteY21" fmla="*/ 842914 h 1895823"/>
                  <a:gd name="connsiteX22" fmla="*/ 13861 w 1162418"/>
                  <a:gd name="connsiteY22" fmla="*/ 733377 h 1895823"/>
                  <a:gd name="connsiteX23" fmla="*/ 368 w 1162418"/>
                  <a:gd name="connsiteY23" fmla="*/ 598836 h 1895823"/>
                  <a:gd name="connsiteX24" fmla="*/ 11480 w 1162418"/>
                  <a:gd name="connsiteY24" fmla="*/ 473423 h 1895823"/>
                  <a:gd name="connsiteX25" fmla="*/ 81330 w 1162418"/>
                  <a:gd name="connsiteY25" fmla="*/ 282923 h 1895823"/>
                  <a:gd name="connsiteX26" fmla="*/ 265480 w 1162418"/>
                  <a:gd name="connsiteY26" fmla="*/ 90835 h 1895823"/>
                  <a:gd name="connsiteX27" fmla="*/ 519480 w 1162418"/>
                  <a:gd name="connsiteY27" fmla="*/ 5111 h 1895823"/>
                  <a:gd name="connsiteX28" fmla="*/ 705218 w 1162418"/>
                  <a:gd name="connsiteY28" fmla="*/ 8286 h 1895823"/>
                  <a:gd name="connsiteX29" fmla="*/ 943343 w 1162418"/>
                  <a:gd name="connsiteY29" fmla="*/ 119411 h 1895823"/>
                  <a:gd name="connsiteX30" fmla="*/ 1100505 w 1162418"/>
                  <a:gd name="connsiteY30" fmla="*/ 308323 h 1895823"/>
                  <a:gd name="connsiteX31" fmla="*/ 1162418 w 1162418"/>
                  <a:gd name="connsiteY31" fmla="*/ 511523 h 1895823"/>
                  <a:gd name="connsiteX32" fmla="*/ 1159243 w 1162418"/>
                  <a:gd name="connsiteY32" fmla="*/ 681386 h 1895823"/>
                  <a:gd name="connsiteX33" fmla="*/ 1090980 w 1162418"/>
                  <a:gd name="connsiteY33" fmla="*/ 887761 h 1895823"/>
                  <a:gd name="connsiteX34" fmla="*/ 957630 w 1162418"/>
                  <a:gd name="connsiteY34" fmla="*/ 1056036 h 1895823"/>
                  <a:gd name="connsiteX35" fmla="*/ 914768 w 1162418"/>
                  <a:gd name="connsiteY35" fmla="*/ 1116361 h 1895823"/>
                  <a:gd name="connsiteX36" fmla="*/ 905243 w 1162418"/>
                  <a:gd name="connsiteY36" fmla="*/ 1173511 h 1895823"/>
                  <a:gd name="connsiteX37" fmla="*/ 905243 w 1162418"/>
                  <a:gd name="connsiteY37" fmla="*/ 1262411 h 1895823"/>
                  <a:gd name="connsiteX38" fmla="*/ 868730 w 1162418"/>
                  <a:gd name="connsiteY38" fmla="*/ 1298923 h 1895823"/>
                  <a:gd name="connsiteX39" fmla="*/ 641718 w 1162418"/>
                  <a:gd name="connsiteY39" fmla="*/ 1298923 h 1895823"/>
                  <a:gd name="connsiteX40" fmla="*/ 590918 w 1162418"/>
                  <a:gd name="connsiteY40" fmla="*/ 1276698 h 1895823"/>
                  <a:gd name="connsiteX41" fmla="*/ 590918 w 1162418"/>
                  <a:gd name="connsiteY41" fmla="*/ 1210023 h 1895823"/>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4283 h 1894283"/>
                  <a:gd name="connsiteX1" fmla="*/ 581393 w 1162418"/>
                  <a:gd name="connsiteY1" fmla="*/ 1764108 h 1894283"/>
                  <a:gd name="connsiteX2" fmla="*/ 508368 w 1162418"/>
                  <a:gd name="connsiteY2" fmla="*/ 1719658 h 1894283"/>
                  <a:gd name="connsiteX3" fmla="*/ 475030 w 1162418"/>
                  <a:gd name="connsiteY3" fmla="*/ 1679971 h 1894283"/>
                  <a:gd name="connsiteX4" fmla="*/ 505193 w 1162418"/>
                  <a:gd name="connsiteY4" fmla="*/ 1640283 h 1894283"/>
                  <a:gd name="connsiteX5" fmla="*/ 717918 w 1162418"/>
                  <a:gd name="connsiteY5" fmla="*/ 1640283 h 1894283"/>
                  <a:gd name="connsiteX6" fmla="*/ 746493 w 1162418"/>
                  <a:gd name="connsiteY6" fmla="*/ 1592658 h 1894283"/>
                  <a:gd name="connsiteX7" fmla="*/ 716330 w 1162418"/>
                  <a:gd name="connsiteY7" fmla="*/ 1556146 h 1894283"/>
                  <a:gd name="connsiteX8" fmla="*/ 398830 w 1162418"/>
                  <a:gd name="connsiteY8" fmla="*/ 1556146 h 1894283"/>
                  <a:gd name="connsiteX9" fmla="*/ 360730 w 1162418"/>
                  <a:gd name="connsiteY9" fmla="*/ 1518046 h 1894283"/>
                  <a:gd name="connsiteX10" fmla="*/ 382955 w 1162418"/>
                  <a:gd name="connsiteY10" fmla="*/ 1470421 h 1894283"/>
                  <a:gd name="connsiteX11" fmla="*/ 797293 w 1162418"/>
                  <a:gd name="connsiteY11" fmla="*/ 1470421 h 1894283"/>
                  <a:gd name="connsiteX12" fmla="*/ 830630 w 1162418"/>
                  <a:gd name="connsiteY12" fmla="*/ 1422796 h 1894283"/>
                  <a:gd name="connsiteX13" fmla="*/ 795705 w 1162418"/>
                  <a:gd name="connsiteY13" fmla="*/ 1379933 h 1894283"/>
                  <a:gd name="connsiteX14" fmla="*/ 386130 w 1162418"/>
                  <a:gd name="connsiteY14" fmla="*/ 1379933 h 1894283"/>
                  <a:gd name="connsiteX15" fmla="*/ 322630 w 1162418"/>
                  <a:gd name="connsiteY15" fmla="*/ 1348183 h 1894283"/>
                  <a:gd name="connsiteX16" fmla="*/ 283340 w 1162418"/>
                  <a:gd name="connsiteY16" fmla="*/ 1296193 h 1894283"/>
                  <a:gd name="connsiteX17" fmla="*/ 271830 w 1162418"/>
                  <a:gd name="connsiteY17" fmla="*/ 1203721 h 1894283"/>
                  <a:gd name="connsiteX18" fmla="*/ 260718 w 1162418"/>
                  <a:gd name="connsiteY18" fmla="*/ 1124346 h 1894283"/>
                  <a:gd name="connsiteX19" fmla="*/ 205155 w 1162418"/>
                  <a:gd name="connsiteY19" fmla="*/ 1033858 h 1894283"/>
                  <a:gd name="connsiteX20" fmla="*/ 130543 w 1162418"/>
                  <a:gd name="connsiteY20" fmla="*/ 951308 h 1894283"/>
                  <a:gd name="connsiteX21" fmla="*/ 55137 w 1162418"/>
                  <a:gd name="connsiteY21" fmla="*/ 841374 h 1894283"/>
                  <a:gd name="connsiteX22" fmla="*/ 13861 w 1162418"/>
                  <a:gd name="connsiteY22" fmla="*/ 731837 h 1894283"/>
                  <a:gd name="connsiteX23" fmla="*/ 368 w 1162418"/>
                  <a:gd name="connsiteY23" fmla="*/ 597296 h 1894283"/>
                  <a:gd name="connsiteX24" fmla="*/ 11480 w 1162418"/>
                  <a:gd name="connsiteY24" fmla="*/ 471883 h 1894283"/>
                  <a:gd name="connsiteX25" fmla="*/ 81330 w 1162418"/>
                  <a:gd name="connsiteY25" fmla="*/ 281383 h 1894283"/>
                  <a:gd name="connsiteX26" fmla="*/ 265480 w 1162418"/>
                  <a:gd name="connsiteY26" fmla="*/ 89295 h 1894283"/>
                  <a:gd name="connsiteX27" fmla="*/ 519480 w 1162418"/>
                  <a:gd name="connsiteY27" fmla="*/ 0 h 1894283"/>
                  <a:gd name="connsiteX28" fmla="*/ 705218 w 1162418"/>
                  <a:gd name="connsiteY28" fmla="*/ 6746 h 1894283"/>
                  <a:gd name="connsiteX29" fmla="*/ 943343 w 1162418"/>
                  <a:gd name="connsiteY29" fmla="*/ 117871 h 1894283"/>
                  <a:gd name="connsiteX30" fmla="*/ 1100505 w 1162418"/>
                  <a:gd name="connsiteY30" fmla="*/ 306783 h 1894283"/>
                  <a:gd name="connsiteX31" fmla="*/ 1162418 w 1162418"/>
                  <a:gd name="connsiteY31" fmla="*/ 509983 h 1894283"/>
                  <a:gd name="connsiteX32" fmla="*/ 1159243 w 1162418"/>
                  <a:gd name="connsiteY32" fmla="*/ 679846 h 1894283"/>
                  <a:gd name="connsiteX33" fmla="*/ 1090980 w 1162418"/>
                  <a:gd name="connsiteY33" fmla="*/ 886221 h 1894283"/>
                  <a:gd name="connsiteX34" fmla="*/ 957630 w 1162418"/>
                  <a:gd name="connsiteY34" fmla="*/ 1054496 h 1894283"/>
                  <a:gd name="connsiteX35" fmla="*/ 914768 w 1162418"/>
                  <a:gd name="connsiteY35" fmla="*/ 1114821 h 1894283"/>
                  <a:gd name="connsiteX36" fmla="*/ 905243 w 1162418"/>
                  <a:gd name="connsiteY36" fmla="*/ 1171971 h 1894283"/>
                  <a:gd name="connsiteX37" fmla="*/ 905243 w 1162418"/>
                  <a:gd name="connsiteY37" fmla="*/ 1260871 h 1894283"/>
                  <a:gd name="connsiteX38" fmla="*/ 868730 w 1162418"/>
                  <a:gd name="connsiteY38" fmla="*/ 1297383 h 1894283"/>
                  <a:gd name="connsiteX39" fmla="*/ 641718 w 1162418"/>
                  <a:gd name="connsiteY39" fmla="*/ 1297383 h 1894283"/>
                  <a:gd name="connsiteX40" fmla="*/ 590918 w 1162418"/>
                  <a:gd name="connsiteY40" fmla="*/ 1275158 h 1894283"/>
                  <a:gd name="connsiteX41" fmla="*/ 590918 w 1162418"/>
                  <a:gd name="connsiteY41" fmla="*/ 1208483 h 1894283"/>
                  <a:gd name="connsiteX0" fmla="*/ 584568 w 1162418"/>
                  <a:gd name="connsiteY0" fmla="*/ 1896145 h 1896145"/>
                  <a:gd name="connsiteX1" fmla="*/ 581393 w 1162418"/>
                  <a:gd name="connsiteY1" fmla="*/ 1765970 h 1896145"/>
                  <a:gd name="connsiteX2" fmla="*/ 508368 w 1162418"/>
                  <a:gd name="connsiteY2" fmla="*/ 1721520 h 1896145"/>
                  <a:gd name="connsiteX3" fmla="*/ 475030 w 1162418"/>
                  <a:gd name="connsiteY3" fmla="*/ 1681833 h 1896145"/>
                  <a:gd name="connsiteX4" fmla="*/ 505193 w 1162418"/>
                  <a:gd name="connsiteY4" fmla="*/ 1642145 h 1896145"/>
                  <a:gd name="connsiteX5" fmla="*/ 717918 w 1162418"/>
                  <a:gd name="connsiteY5" fmla="*/ 1642145 h 1896145"/>
                  <a:gd name="connsiteX6" fmla="*/ 746493 w 1162418"/>
                  <a:gd name="connsiteY6" fmla="*/ 1594520 h 1896145"/>
                  <a:gd name="connsiteX7" fmla="*/ 716330 w 1162418"/>
                  <a:gd name="connsiteY7" fmla="*/ 1558008 h 1896145"/>
                  <a:gd name="connsiteX8" fmla="*/ 398830 w 1162418"/>
                  <a:gd name="connsiteY8" fmla="*/ 1558008 h 1896145"/>
                  <a:gd name="connsiteX9" fmla="*/ 360730 w 1162418"/>
                  <a:gd name="connsiteY9" fmla="*/ 1519908 h 1896145"/>
                  <a:gd name="connsiteX10" fmla="*/ 382955 w 1162418"/>
                  <a:gd name="connsiteY10" fmla="*/ 1472283 h 1896145"/>
                  <a:gd name="connsiteX11" fmla="*/ 797293 w 1162418"/>
                  <a:gd name="connsiteY11" fmla="*/ 1472283 h 1896145"/>
                  <a:gd name="connsiteX12" fmla="*/ 830630 w 1162418"/>
                  <a:gd name="connsiteY12" fmla="*/ 1424658 h 1896145"/>
                  <a:gd name="connsiteX13" fmla="*/ 795705 w 1162418"/>
                  <a:gd name="connsiteY13" fmla="*/ 1381795 h 1896145"/>
                  <a:gd name="connsiteX14" fmla="*/ 386130 w 1162418"/>
                  <a:gd name="connsiteY14" fmla="*/ 1381795 h 1896145"/>
                  <a:gd name="connsiteX15" fmla="*/ 322630 w 1162418"/>
                  <a:gd name="connsiteY15" fmla="*/ 1350045 h 1896145"/>
                  <a:gd name="connsiteX16" fmla="*/ 283340 w 1162418"/>
                  <a:gd name="connsiteY16" fmla="*/ 1298055 h 1896145"/>
                  <a:gd name="connsiteX17" fmla="*/ 271830 w 1162418"/>
                  <a:gd name="connsiteY17" fmla="*/ 1205583 h 1896145"/>
                  <a:gd name="connsiteX18" fmla="*/ 260718 w 1162418"/>
                  <a:gd name="connsiteY18" fmla="*/ 1126208 h 1896145"/>
                  <a:gd name="connsiteX19" fmla="*/ 205155 w 1162418"/>
                  <a:gd name="connsiteY19" fmla="*/ 1035720 h 1896145"/>
                  <a:gd name="connsiteX20" fmla="*/ 130543 w 1162418"/>
                  <a:gd name="connsiteY20" fmla="*/ 953170 h 1896145"/>
                  <a:gd name="connsiteX21" fmla="*/ 55137 w 1162418"/>
                  <a:gd name="connsiteY21" fmla="*/ 843236 h 1896145"/>
                  <a:gd name="connsiteX22" fmla="*/ 13861 w 1162418"/>
                  <a:gd name="connsiteY22" fmla="*/ 733699 h 1896145"/>
                  <a:gd name="connsiteX23" fmla="*/ 368 w 1162418"/>
                  <a:gd name="connsiteY23" fmla="*/ 599158 h 1896145"/>
                  <a:gd name="connsiteX24" fmla="*/ 11480 w 1162418"/>
                  <a:gd name="connsiteY24" fmla="*/ 473745 h 1896145"/>
                  <a:gd name="connsiteX25" fmla="*/ 81330 w 1162418"/>
                  <a:gd name="connsiteY25" fmla="*/ 283245 h 1896145"/>
                  <a:gd name="connsiteX26" fmla="*/ 265480 w 1162418"/>
                  <a:gd name="connsiteY26" fmla="*/ 91157 h 1896145"/>
                  <a:gd name="connsiteX27" fmla="*/ 519480 w 1162418"/>
                  <a:gd name="connsiteY27" fmla="*/ 1862 h 1896145"/>
                  <a:gd name="connsiteX28" fmla="*/ 705218 w 1162418"/>
                  <a:gd name="connsiteY28" fmla="*/ 8608 h 1896145"/>
                  <a:gd name="connsiteX29" fmla="*/ 943343 w 1162418"/>
                  <a:gd name="connsiteY29" fmla="*/ 119733 h 1896145"/>
                  <a:gd name="connsiteX30" fmla="*/ 1100505 w 1162418"/>
                  <a:gd name="connsiteY30" fmla="*/ 308645 h 1896145"/>
                  <a:gd name="connsiteX31" fmla="*/ 1162418 w 1162418"/>
                  <a:gd name="connsiteY31" fmla="*/ 511845 h 1896145"/>
                  <a:gd name="connsiteX32" fmla="*/ 1159243 w 1162418"/>
                  <a:gd name="connsiteY32" fmla="*/ 681708 h 1896145"/>
                  <a:gd name="connsiteX33" fmla="*/ 1090980 w 1162418"/>
                  <a:gd name="connsiteY33" fmla="*/ 888083 h 1896145"/>
                  <a:gd name="connsiteX34" fmla="*/ 957630 w 1162418"/>
                  <a:gd name="connsiteY34" fmla="*/ 1056358 h 1896145"/>
                  <a:gd name="connsiteX35" fmla="*/ 914768 w 1162418"/>
                  <a:gd name="connsiteY35" fmla="*/ 1116683 h 1896145"/>
                  <a:gd name="connsiteX36" fmla="*/ 905243 w 1162418"/>
                  <a:gd name="connsiteY36" fmla="*/ 1173833 h 1896145"/>
                  <a:gd name="connsiteX37" fmla="*/ 905243 w 1162418"/>
                  <a:gd name="connsiteY37" fmla="*/ 1262733 h 1896145"/>
                  <a:gd name="connsiteX38" fmla="*/ 868730 w 1162418"/>
                  <a:gd name="connsiteY38" fmla="*/ 1299245 h 1896145"/>
                  <a:gd name="connsiteX39" fmla="*/ 641718 w 1162418"/>
                  <a:gd name="connsiteY39" fmla="*/ 1299245 h 1896145"/>
                  <a:gd name="connsiteX40" fmla="*/ 590918 w 1162418"/>
                  <a:gd name="connsiteY40" fmla="*/ 1277020 h 1896145"/>
                  <a:gd name="connsiteX41" fmla="*/ 590918 w 1162418"/>
                  <a:gd name="connsiteY41" fmla="*/ 1210345 h 1896145"/>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6196"/>
                  <a:gd name="connsiteY0" fmla="*/ 1898273 h 1898273"/>
                  <a:gd name="connsiteX1" fmla="*/ 581393 w 1166196"/>
                  <a:gd name="connsiteY1" fmla="*/ 1768098 h 1898273"/>
                  <a:gd name="connsiteX2" fmla="*/ 508368 w 1166196"/>
                  <a:gd name="connsiteY2" fmla="*/ 1723648 h 1898273"/>
                  <a:gd name="connsiteX3" fmla="*/ 475030 w 1166196"/>
                  <a:gd name="connsiteY3" fmla="*/ 1683961 h 1898273"/>
                  <a:gd name="connsiteX4" fmla="*/ 505193 w 1166196"/>
                  <a:gd name="connsiteY4" fmla="*/ 1644273 h 1898273"/>
                  <a:gd name="connsiteX5" fmla="*/ 717918 w 1166196"/>
                  <a:gd name="connsiteY5" fmla="*/ 1644273 h 1898273"/>
                  <a:gd name="connsiteX6" fmla="*/ 746493 w 1166196"/>
                  <a:gd name="connsiteY6" fmla="*/ 1596648 h 1898273"/>
                  <a:gd name="connsiteX7" fmla="*/ 716330 w 1166196"/>
                  <a:gd name="connsiteY7" fmla="*/ 1560136 h 1898273"/>
                  <a:gd name="connsiteX8" fmla="*/ 398830 w 1166196"/>
                  <a:gd name="connsiteY8" fmla="*/ 1560136 h 1898273"/>
                  <a:gd name="connsiteX9" fmla="*/ 360730 w 1166196"/>
                  <a:gd name="connsiteY9" fmla="*/ 1522036 h 1898273"/>
                  <a:gd name="connsiteX10" fmla="*/ 382955 w 1166196"/>
                  <a:gd name="connsiteY10" fmla="*/ 1474411 h 1898273"/>
                  <a:gd name="connsiteX11" fmla="*/ 797293 w 1166196"/>
                  <a:gd name="connsiteY11" fmla="*/ 1474411 h 1898273"/>
                  <a:gd name="connsiteX12" fmla="*/ 830630 w 1166196"/>
                  <a:gd name="connsiteY12" fmla="*/ 1426786 h 1898273"/>
                  <a:gd name="connsiteX13" fmla="*/ 795705 w 1166196"/>
                  <a:gd name="connsiteY13" fmla="*/ 1383923 h 1898273"/>
                  <a:gd name="connsiteX14" fmla="*/ 386130 w 1166196"/>
                  <a:gd name="connsiteY14" fmla="*/ 1383923 h 1898273"/>
                  <a:gd name="connsiteX15" fmla="*/ 322630 w 1166196"/>
                  <a:gd name="connsiteY15" fmla="*/ 1352173 h 1898273"/>
                  <a:gd name="connsiteX16" fmla="*/ 283340 w 1166196"/>
                  <a:gd name="connsiteY16" fmla="*/ 1300183 h 1898273"/>
                  <a:gd name="connsiteX17" fmla="*/ 271830 w 1166196"/>
                  <a:gd name="connsiteY17" fmla="*/ 1207711 h 1898273"/>
                  <a:gd name="connsiteX18" fmla="*/ 260718 w 1166196"/>
                  <a:gd name="connsiteY18" fmla="*/ 1128336 h 1898273"/>
                  <a:gd name="connsiteX19" fmla="*/ 205155 w 1166196"/>
                  <a:gd name="connsiteY19" fmla="*/ 1037848 h 1898273"/>
                  <a:gd name="connsiteX20" fmla="*/ 130543 w 1166196"/>
                  <a:gd name="connsiteY20" fmla="*/ 955298 h 1898273"/>
                  <a:gd name="connsiteX21" fmla="*/ 55137 w 1166196"/>
                  <a:gd name="connsiteY21" fmla="*/ 845364 h 1898273"/>
                  <a:gd name="connsiteX22" fmla="*/ 13861 w 1166196"/>
                  <a:gd name="connsiteY22" fmla="*/ 735827 h 1898273"/>
                  <a:gd name="connsiteX23" fmla="*/ 368 w 1166196"/>
                  <a:gd name="connsiteY23" fmla="*/ 601286 h 1898273"/>
                  <a:gd name="connsiteX24" fmla="*/ 11480 w 1166196"/>
                  <a:gd name="connsiteY24" fmla="*/ 475873 h 1898273"/>
                  <a:gd name="connsiteX25" fmla="*/ 81330 w 1166196"/>
                  <a:gd name="connsiteY25" fmla="*/ 285373 h 1898273"/>
                  <a:gd name="connsiteX26" fmla="*/ 265480 w 1166196"/>
                  <a:gd name="connsiteY26" fmla="*/ 93285 h 1898273"/>
                  <a:gd name="connsiteX27" fmla="*/ 519480 w 1166196"/>
                  <a:gd name="connsiteY27" fmla="*/ 3990 h 1898273"/>
                  <a:gd name="connsiteX28" fmla="*/ 705218 w 1166196"/>
                  <a:gd name="connsiteY28" fmla="*/ 10736 h 1898273"/>
                  <a:gd name="connsiteX29" fmla="*/ 943343 w 1166196"/>
                  <a:gd name="connsiteY29" fmla="*/ 121861 h 1898273"/>
                  <a:gd name="connsiteX30" fmla="*/ 1100505 w 1166196"/>
                  <a:gd name="connsiteY30" fmla="*/ 310773 h 1898273"/>
                  <a:gd name="connsiteX31" fmla="*/ 1162418 w 1166196"/>
                  <a:gd name="connsiteY31" fmla="*/ 513973 h 1898273"/>
                  <a:gd name="connsiteX32" fmla="*/ 1159243 w 1166196"/>
                  <a:gd name="connsiteY32" fmla="*/ 683836 h 1898273"/>
                  <a:gd name="connsiteX33" fmla="*/ 1090980 w 1166196"/>
                  <a:gd name="connsiteY33" fmla="*/ 890211 h 1898273"/>
                  <a:gd name="connsiteX34" fmla="*/ 957630 w 1166196"/>
                  <a:gd name="connsiteY34" fmla="*/ 1058486 h 1898273"/>
                  <a:gd name="connsiteX35" fmla="*/ 914768 w 1166196"/>
                  <a:gd name="connsiteY35" fmla="*/ 1118811 h 1898273"/>
                  <a:gd name="connsiteX36" fmla="*/ 905243 w 1166196"/>
                  <a:gd name="connsiteY36" fmla="*/ 1175961 h 1898273"/>
                  <a:gd name="connsiteX37" fmla="*/ 905243 w 1166196"/>
                  <a:gd name="connsiteY37" fmla="*/ 1264861 h 1898273"/>
                  <a:gd name="connsiteX38" fmla="*/ 868730 w 1166196"/>
                  <a:gd name="connsiteY38" fmla="*/ 1301373 h 1898273"/>
                  <a:gd name="connsiteX39" fmla="*/ 641718 w 1166196"/>
                  <a:gd name="connsiteY39" fmla="*/ 1301373 h 1898273"/>
                  <a:gd name="connsiteX40" fmla="*/ 590918 w 1166196"/>
                  <a:gd name="connsiteY40" fmla="*/ 1279148 h 1898273"/>
                  <a:gd name="connsiteX41" fmla="*/ 590918 w 1166196"/>
                  <a:gd name="connsiteY41" fmla="*/ 1212473 h 1898273"/>
                  <a:gd name="connsiteX0" fmla="*/ 584568 w 1170207"/>
                  <a:gd name="connsiteY0" fmla="*/ 1898273 h 1898273"/>
                  <a:gd name="connsiteX1" fmla="*/ 581393 w 1170207"/>
                  <a:gd name="connsiteY1" fmla="*/ 1768098 h 1898273"/>
                  <a:gd name="connsiteX2" fmla="*/ 508368 w 1170207"/>
                  <a:gd name="connsiteY2" fmla="*/ 1723648 h 1898273"/>
                  <a:gd name="connsiteX3" fmla="*/ 475030 w 1170207"/>
                  <a:gd name="connsiteY3" fmla="*/ 1683961 h 1898273"/>
                  <a:gd name="connsiteX4" fmla="*/ 505193 w 1170207"/>
                  <a:gd name="connsiteY4" fmla="*/ 1644273 h 1898273"/>
                  <a:gd name="connsiteX5" fmla="*/ 717918 w 1170207"/>
                  <a:gd name="connsiteY5" fmla="*/ 1644273 h 1898273"/>
                  <a:gd name="connsiteX6" fmla="*/ 746493 w 1170207"/>
                  <a:gd name="connsiteY6" fmla="*/ 1596648 h 1898273"/>
                  <a:gd name="connsiteX7" fmla="*/ 716330 w 1170207"/>
                  <a:gd name="connsiteY7" fmla="*/ 1560136 h 1898273"/>
                  <a:gd name="connsiteX8" fmla="*/ 398830 w 1170207"/>
                  <a:gd name="connsiteY8" fmla="*/ 1560136 h 1898273"/>
                  <a:gd name="connsiteX9" fmla="*/ 360730 w 1170207"/>
                  <a:gd name="connsiteY9" fmla="*/ 1522036 h 1898273"/>
                  <a:gd name="connsiteX10" fmla="*/ 382955 w 1170207"/>
                  <a:gd name="connsiteY10" fmla="*/ 1474411 h 1898273"/>
                  <a:gd name="connsiteX11" fmla="*/ 797293 w 1170207"/>
                  <a:gd name="connsiteY11" fmla="*/ 1474411 h 1898273"/>
                  <a:gd name="connsiteX12" fmla="*/ 830630 w 1170207"/>
                  <a:gd name="connsiteY12" fmla="*/ 1426786 h 1898273"/>
                  <a:gd name="connsiteX13" fmla="*/ 795705 w 1170207"/>
                  <a:gd name="connsiteY13" fmla="*/ 1383923 h 1898273"/>
                  <a:gd name="connsiteX14" fmla="*/ 386130 w 1170207"/>
                  <a:gd name="connsiteY14" fmla="*/ 1383923 h 1898273"/>
                  <a:gd name="connsiteX15" fmla="*/ 322630 w 1170207"/>
                  <a:gd name="connsiteY15" fmla="*/ 1352173 h 1898273"/>
                  <a:gd name="connsiteX16" fmla="*/ 283340 w 1170207"/>
                  <a:gd name="connsiteY16" fmla="*/ 1300183 h 1898273"/>
                  <a:gd name="connsiteX17" fmla="*/ 271830 w 1170207"/>
                  <a:gd name="connsiteY17" fmla="*/ 1207711 h 1898273"/>
                  <a:gd name="connsiteX18" fmla="*/ 260718 w 1170207"/>
                  <a:gd name="connsiteY18" fmla="*/ 1128336 h 1898273"/>
                  <a:gd name="connsiteX19" fmla="*/ 205155 w 1170207"/>
                  <a:gd name="connsiteY19" fmla="*/ 1037848 h 1898273"/>
                  <a:gd name="connsiteX20" fmla="*/ 130543 w 1170207"/>
                  <a:gd name="connsiteY20" fmla="*/ 955298 h 1898273"/>
                  <a:gd name="connsiteX21" fmla="*/ 55137 w 1170207"/>
                  <a:gd name="connsiteY21" fmla="*/ 845364 h 1898273"/>
                  <a:gd name="connsiteX22" fmla="*/ 13861 w 1170207"/>
                  <a:gd name="connsiteY22" fmla="*/ 735827 h 1898273"/>
                  <a:gd name="connsiteX23" fmla="*/ 368 w 1170207"/>
                  <a:gd name="connsiteY23" fmla="*/ 601286 h 1898273"/>
                  <a:gd name="connsiteX24" fmla="*/ 11480 w 1170207"/>
                  <a:gd name="connsiteY24" fmla="*/ 475873 h 1898273"/>
                  <a:gd name="connsiteX25" fmla="*/ 81330 w 1170207"/>
                  <a:gd name="connsiteY25" fmla="*/ 285373 h 1898273"/>
                  <a:gd name="connsiteX26" fmla="*/ 265480 w 1170207"/>
                  <a:gd name="connsiteY26" fmla="*/ 93285 h 1898273"/>
                  <a:gd name="connsiteX27" fmla="*/ 519480 w 1170207"/>
                  <a:gd name="connsiteY27" fmla="*/ 3990 h 1898273"/>
                  <a:gd name="connsiteX28" fmla="*/ 705218 w 1170207"/>
                  <a:gd name="connsiteY28" fmla="*/ 10736 h 1898273"/>
                  <a:gd name="connsiteX29" fmla="*/ 943343 w 1170207"/>
                  <a:gd name="connsiteY29" fmla="*/ 121861 h 1898273"/>
                  <a:gd name="connsiteX30" fmla="*/ 1100505 w 1170207"/>
                  <a:gd name="connsiteY30" fmla="*/ 310773 h 1898273"/>
                  <a:gd name="connsiteX31" fmla="*/ 1162418 w 1170207"/>
                  <a:gd name="connsiteY31" fmla="*/ 513973 h 1898273"/>
                  <a:gd name="connsiteX32" fmla="*/ 1159243 w 1170207"/>
                  <a:gd name="connsiteY32" fmla="*/ 683836 h 1898273"/>
                  <a:gd name="connsiteX33" fmla="*/ 1090980 w 1170207"/>
                  <a:gd name="connsiteY33" fmla="*/ 890211 h 1898273"/>
                  <a:gd name="connsiteX34" fmla="*/ 957630 w 1170207"/>
                  <a:gd name="connsiteY34" fmla="*/ 1058486 h 1898273"/>
                  <a:gd name="connsiteX35" fmla="*/ 914768 w 1170207"/>
                  <a:gd name="connsiteY35" fmla="*/ 1118811 h 1898273"/>
                  <a:gd name="connsiteX36" fmla="*/ 905243 w 1170207"/>
                  <a:gd name="connsiteY36" fmla="*/ 1175961 h 1898273"/>
                  <a:gd name="connsiteX37" fmla="*/ 905243 w 1170207"/>
                  <a:gd name="connsiteY37" fmla="*/ 1264861 h 1898273"/>
                  <a:gd name="connsiteX38" fmla="*/ 868730 w 1170207"/>
                  <a:gd name="connsiteY38" fmla="*/ 1301373 h 1898273"/>
                  <a:gd name="connsiteX39" fmla="*/ 641718 w 1170207"/>
                  <a:gd name="connsiteY39" fmla="*/ 1301373 h 1898273"/>
                  <a:gd name="connsiteX40" fmla="*/ 590918 w 1170207"/>
                  <a:gd name="connsiteY40" fmla="*/ 1279148 h 1898273"/>
                  <a:gd name="connsiteX41" fmla="*/ 590918 w 1170207"/>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70104"/>
                  <a:gd name="connsiteY0" fmla="*/ 1898273 h 1898273"/>
                  <a:gd name="connsiteX1" fmla="*/ 581393 w 1170104"/>
                  <a:gd name="connsiteY1" fmla="*/ 1768098 h 1898273"/>
                  <a:gd name="connsiteX2" fmla="*/ 508368 w 1170104"/>
                  <a:gd name="connsiteY2" fmla="*/ 1723648 h 1898273"/>
                  <a:gd name="connsiteX3" fmla="*/ 475030 w 1170104"/>
                  <a:gd name="connsiteY3" fmla="*/ 1683961 h 1898273"/>
                  <a:gd name="connsiteX4" fmla="*/ 505193 w 1170104"/>
                  <a:gd name="connsiteY4" fmla="*/ 1644273 h 1898273"/>
                  <a:gd name="connsiteX5" fmla="*/ 717918 w 1170104"/>
                  <a:gd name="connsiteY5" fmla="*/ 1644273 h 1898273"/>
                  <a:gd name="connsiteX6" fmla="*/ 746493 w 1170104"/>
                  <a:gd name="connsiteY6" fmla="*/ 1596648 h 1898273"/>
                  <a:gd name="connsiteX7" fmla="*/ 716330 w 1170104"/>
                  <a:gd name="connsiteY7" fmla="*/ 1560136 h 1898273"/>
                  <a:gd name="connsiteX8" fmla="*/ 398830 w 1170104"/>
                  <a:gd name="connsiteY8" fmla="*/ 1560136 h 1898273"/>
                  <a:gd name="connsiteX9" fmla="*/ 360730 w 1170104"/>
                  <a:gd name="connsiteY9" fmla="*/ 1522036 h 1898273"/>
                  <a:gd name="connsiteX10" fmla="*/ 382955 w 1170104"/>
                  <a:gd name="connsiteY10" fmla="*/ 1474411 h 1898273"/>
                  <a:gd name="connsiteX11" fmla="*/ 797293 w 1170104"/>
                  <a:gd name="connsiteY11" fmla="*/ 1474411 h 1898273"/>
                  <a:gd name="connsiteX12" fmla="*/ 830630 w 1170104"/>
                  <a:gd name="connsiteY12" fmla="*/ 1426786 h 1898273"/>
                  <a:gd name="connsiteX13" fmla="*/ 795705 w 1170104"/>
                  <a:gd name="connsiteY13" fmla="*/ 1383923 h 1898273"/>
                  <a:gd name="connsiteX14" fmla="*/ 386130 w 1170104"/>
                  <a:gd name="connsiteY14" fmla="*/ 1383923 h 1898273"/>
                  <a:gd name="connsiteX15" fmla="*/ 322630 w 1170104"/>
                  <a:gd name="connsiteY15" fmla="*/ 1352173 h 1898273"/>
                  <a:gd name="connsiteX16" fmla="*/ 283340 w 1170104"/>
                  <a:gd name="connsiteY16" fmla="*/ 1300183 h 1898273"/>
                  <a:gd name="connsiteX17" fmla="*/ 271830 w 1170104"/>
                  <a:gd name="connsiteY17" fmla="*/ 1207711 h 1898273"/>
                  <a:gd name="connsiteX18" fmla="*/ 260718 w 1170104"/>
                  <a:gd name="connsiteY18" fmla="*/ 1128336 h 1898273"/>
                  <a:gd name="connsiteX19" fmla="*/ 205155 w 1170104"/>
                  <a:gd name="connsiteY19" fmla="*/ 1037848 h 1898273"/>
                  <a:gd name="connsiteX20" fmla="*/ 130543 w 1170104"/>
                  <a:gd name="connsiteY20" fmla="*/ 955298 h 1898273"/>
                  <a:gd name="connsiteX21" fmla="*/ 55137 w 1170104"/>
                  <a:gd name="connsiteY21" fmla="*/ 845364 h 1898273"/>
                  <a:gd name="connsiteX22" fmla="*/ 13861 w 1170104"/>
                  <a:gd name="connsiteY22" fmla="*/ 735827 h 1898273"/>
                  <a:gd name="connsiteX23" fmla="*/ 368 w 1170104"/>
                  <a:gd name="connsiteY23" fmla="*/ 601286 h 1898273"/>
                  <a:gd name="connsiteX24" fmla="*/ 11480 w 1170104"/>
                  <a:gd name="connsiteY24" fmla="*/ 475873 h 1898273"/>
                  <a:gd name="connsiteX25" fmla="*/ 81330 w 1170104"/>
                  <a:gd name="connsiteY25" fmla="*/ 285373 h 1898273"/>
                  <a:gd name="connsiteX26" fmla="*/ 265480 w 1170104"/>
                  <a:gd name="connsiteY26" fmla="*/ 93285 h 1898273"/>
                  <a:gd name="connsiteX27" fmla="*/ 519480 w 1170104"/>
                  <a:gd name="connsiteY27" fmla="*/ 3990 h 1898273"/>
                  <a:gd name="connsiteX28" fmla="*/ 705218 w 1170104"/>
                  <a:gd name="connsiteY28" fmla="*/ 10736 h 1898273"/>
                  <a:gd name="connsiteX29" fmla="*/ 943343 w 1170104"/>
                  <a:gd name="connsiteY29" fmla="*/ 121861 h 1898273"/>
                  <a:gd name="connsiteX30" fmla="*/ 1100505 w 1170104"/>
                  <a:gd name="connsiteY30" fmla="*/ 310773 h 1898273"/>
                  <a:gd name="connsiteX31" fmla="*/ 1162418 w 1170104"/>
                  <a:gd name="connsiteY31" fmla="*/ 513973 h 1898273"/>
                  <a:gd name="connsiteX32" fmla="*/ 1165196 w 1170104"/>
                  <a:gd name="connsiteY32" fmla="*/ 683836 h 1898273"/>
                  <a:gd name="connsiteX33" fmla="*/ 1090980 w 1170104"/>
                  <a:gd name="connsiteY33" fmla="*/ 890211 h 1898273"/>
                  <a:gd name="connsiteX34" fmla="*/ 957630 w 1170104"/>
                  <a:gd name="connsiteY34" fmla="*/ 1058486 h 1898273"/>
                  <a:gd name="connsiteX35" fmla="*/ 914768 w 1170104"/>
                  <a:gd name="connsiteY35" fmla="*/ 1118811 h 1898273"/>
                  <a:gd name="connsiteX36" fmla="*/ 905243 w 1170104"/>
                  <a:gd name="connsiteY36" fmla="*/ 1175961 h 1898273"/>
                  <a:gd name="connsiteX37" fmla="*/ 905243 w 1170104"/>
                  <a:gd name="connsiteY37" fmla="*/ 1264861 h 1898273"/>
                  <a:gd name="connsiteX38" fmla="*/ 868730 w 1170104"/>
                  <a:gd name="connsiteY38" fmla="*/ 1301373 h 1898273"/>
                  <a:gd name="connsiteX39" fmla="*/ 641718 w 1170104"/>
                  <a:gd name="connsiteY39" fmla="*/ 1301373 h 1898273"/>
                  <a:gd name="connsiteX40" fmla="*/ 590918 w 1170104"/>
                  <a:gd name="connsiteY40" fmla="*/ 1279148 h 1898273"/>
                  <a:gd name="connsiteX41" fmla="*/ 590918 w 1170104"/>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2862 w 1167899"/>
                  <a:gd name="connsiteY37" fmla="*/ 1261289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9527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0487 w 1167899"/>
                  <a:gd name="connsiteY34" fmla="*/ 1054914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70467"/>
                  <a:gd name="connsiteY0" fmla="*/ 1898273 h 1898273"/>
                  <a:gd name="connsiteX1" fmla="*/ 581393 w 1170467"/>
                  <a:gd name="connsiteY1" fmla="*/ 1768098 h 1898273"/>
                  <a:gd name="connsiteX2" fmla="*/ 513130 w 1170467"/>
                  <a:gd name="connsiteY2" fmla="*/ 1726030 h 1898273"/>
                  <a:gd name="connsiteX3" fmla="*/ 470268 w 1170467"/>
                  <a:gd name="connsiteY3" fmla="*/ 1680389 h 1898273"/>
                  <a:gd name="connsiteX4" fmla="*/ 505193 w 1170467"/>
                  <a:gd name="connsiteY4" fmla="*/ 1644273 h 1898273"/>
                  <a:gd name="connsiteX5" fmla="*/ 717918 w 1170467"/>
                  <a:gd name="connsiteY5" fmla="*/ 1644273 h 1898273"/>
                  <a:gd name="connsiteX6" fmla="*/ 748874 w 1170467"/>
                  <a:gd name="connsiteY6" fmla="*/ 1603792 h 1898273"/>
                  <a:gd name="connsiteX7" fmla="*/ 716330 w 1170467"/>
                  <a:gd name="connsiteY7" fmla="*/ 1561327 h 1898273"/>
                  <a:gd name="connsiteX8" fmla="*/ 398830 w 1170467"/>
                  <a:gd name="connsiteY8" fmla="*/ 1560136 h 1898273"/>
                  <a:gd name="connsiteX9" fmla="*/ 360730 w 1170467"/>
                  <a:gd name="connsiteY9" fmla="*/ 1522036 h 1898273"/>
                  <a:gd name="connsiteX10" fmla="*/ 387717 w 1170467"/>
                  <a:gd name="connsiteY10" fmla="*/ 1476793 h 1898273"/>
                  <a:gd name="connsiteX11" fmla="*/ 797293 w 1170467"/>
                  <a:gd name="connsiteY11" fmla="*/ 1474411 h 1898273"/>
                  <a:gd name="connsiteX12" fmla="*/ 828249 w 1170467"/>
                  <a:gd name="connsiteY12" fmla="*/ 1425595 h 1898273"/>
                  <a:gd name="connsiteX13" fmla="*/ 795705 w 1170467"/>
                  <a:gd name="connsiteY13" fmla="*/ 1383923 h 1898273"/>
                  <a:gd name="connsiteX14" fmla="*/ 386130 w 1170467"/>
                  <a:gd name="connsiteY14" fmla="*/ 1383923 h 1898273"/>
                  <a:gd name="connsiteX15" fmla="*/ 322630 w 1170467"/>
                  <a:gd name="connsiteY15" fmla="*/ 1352173 h 1898273"/>
                  <a:gd name="connsiteX16" fmla="*/ 283340 w 1170467"/>
                  <a:gd name="connsiteY16" fmla="*/ 1300183 h 1898273"/>
                  <a:gd name="connsiteX17" fmla="*/ 271830 w 1170467"/>
                  <a:gd name="connsiteY17" fmla="*/ 1207711 h 1898273"/>
                  <a:gd name="connsiteX18" fmla="*/ 255955 w 1170467"/>
                  <a:gd name="connsiteY18" fmla="*/ 1128336 h 1898273"/>
                  <a:gd name="connsiteX19" fmla="*/ 205155 w 1170467"/>
                  <a:gd name="connsiteY19" fmla="*/ 1037848 h 1898273"/>
                  <a:gd name="connsiteX20" fmla="*/ 130543 w 1170467"/>
                  <a:gd name="connsiteY20" fmla="*/ 955298 h 1898273"/>
                  <a:gd name="connsiteX21" fmla="*/ 55137 w 1170467"/>
                  <a:gd name="connsiteY21" fmla="*/ 845364 h 1898273"/>
                  <a:gd name="connsiteX22" fmla="*/ 13861 w 1170467"/>
                  <a:gd name="connsiteY22" fmla="*/ 735827 h 1898273"/>
                  <a:gd name="connsiteX23" fmla="*/ 368 w 1170467"/>
                  <a:gd name="connsiteY23" fmla="*/ 601286 h 1898273"/>
                  <a:gd name="connsiteX24" fmla="*/ 11480 w 1170467"/>
                  <a:gd name="connsiteY24" fmla="*/ 475873 h 1898273"/>
                  <a:gd name="connsiteX25" fmla="*/ 81330 w 1170467"/>
                  <a:gd name="connsiteY25" fmla="*/ 285373 h 1898273"/>
                  <a:gd name="connsiteX26" fmla="*/ 265480 w 1170467"/>
                  <a:gd name="connsiteY26" fmla="*/ 93285 h 1898273"/>
                  <a:gd name="connsiteX27" fmla="*/ 519480 w 1170467"/>
                  <a:gd name="connsiteY27" fmla="*/ 3990 h 1898273"/>
                  <a:gd name="connsiteX28" fmla="*/ 705218 w 1170467"/>
                  <a:gd name="connsiteY28" fmla="*/ 10736 h 1898273"/>
                  <a:gd name="connsiteX29" fmla="*/ 943343 w 1170467"/>
                  <a:gd name="connsiteY29" fmla="*/ 121861 h 1898273"/>
                  <a:gd name="connsiteX30" fmla="*/ 1100505 w 1170467"/>
                  <a:gd name="connsiteY30" fmla="*/ 310773 h 1898273"/>
                  <a:gd name="connsiteX31" fmla="*/ 1164799 w 1170467"/>
                  <a:gd name="connsiteY31" fmla="*/ 512783 h 1898273"/>
                  <a:gd name="connsiteX32" fmla="*/ 1165196 w 1170467"/>
                  <a:gd name="connsiteY32" fmla="*/ 683836 h 1898273"/>
                  <a:gd name="connsiteX33" fmla="*/ 1085027 w 1170467"/>
                  <a:gd name="connsiteY33" fmla="*/ 889020 h 1898273"/>
                  <a:gd name="connsiteX34" fmla="*/ 950487 w 1170467"/>
                  <a:gd name="connsiteY34" fmla="*/ 1054914 h 1898273"/>
                  <a:gd name="connsiteX35" fmla="*/ 914768 w 1170467"/>
                  <a:gd name="connsiteY35" fmla="*/ 1118811 h 1898273"/>
                  <a:gd name="connsiteX36" fmla="*/ 900480 w 1170467"/>
                  <a:gd name="connsiteY36" fmla="*/ 1177152 h 1898273"/>
                  <a:gd name="connsiteX37" fmla="*/ 898100 w 1170467"/>
                  <a:gd name="connsiteY37" fmla="*/ 1258908 h 1898273"/>
                  <a:gd name="connsiteX38" fmla="*/ 858014 w 1170467"/>
                  <a:gd name="connsiteY38" fmla="*/ 1301373 h 1898273"/>
                  <a:gd name="connsiteX39" fmla="*/ 641718 w 1170467"/>
                  <a:gd name="connsiteY39" fmla="*/ 1301373 h 1898273"/>
                  <a:gd name="connsiteX40" fmla="*/ 590918 w 1170467"/>
                  <a:gd name="connsiteY40" fmla="*/ 1279148 h 1898273"/>
                  <a:gd name="connsiteX41" fmla="*/ 590918 w 1170467"/>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88142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0892" h="1898273">
                    <a:moveTo>
                      <a:pt x="584993" y="1898273"/>
                    </a:moveTo>
                    <a:cubicBezTo>
                      <a:pt x="583935" y="1854881"/>
                      <a:pt x="582876" y="1811490"/>
                      <a:pt x="581818" y="1768098"/>
                    </a:cubicBezTo>
                    <a:cubicBezTo>
                      <a:pt x="573352" y="1746931"/>
                      <a:pt x="562503" y="1729338"/>
                      <a:pt x="513555" y="1726030"/>
                    </a:cubicBezTo>
                    <a:cubicBezTo>
                      <a:pt x="487759" y="1721135"/>
                      <a:pt x="471487" y="1707906"/>
                      <a:pt x="470693" y="1680389"/>
                    </a:cubicBezTo>
                    <a:cubicBezTo>
                      <a:pt x="474793" y="1662398"/>
                      <a:pt x="478895" y="1650358"/>
                      <a:pt x="505618" y="1644273"/>
                    </a:cubicBezTo>
                    <a:lnTo>
                      <a:pt x="718343" y="1644273"/>
                    </a:lnTo>
                    <a:cubicBezTo>
                      <a:pt x="736202" y="1631970"/>
                      <a:pt x="744536" y="1626810"/>
                      <a:pt x="749299" y="1603792"/>
                    </a:cubicBezTo>
                    <a:cubicBezTo>
                      <a:pt x="745198" y="1586858"/>
                      <a:pt x="741097" y="1572308"/>
                      <a:pt x="716755" y="1561327"/>
                    </a:cubicBezTo>
                    <a:lnTo>
                      <a:pt x="399255" y="1560136"/>
                    </a:lnTo>
                    <a:cubicBezTo>
                      <a:pt x="375839" y="1555770"/>
                      <a:pt x="367902" y="1546642"/>
                      <a:pt x="361155" y="1522036"/>
                    </a:cubicBezTo>
                    <a:cubicBezTo>
                      <a:pt x="362610" y="1506161"/>
                      <a:pt x="365255" y="1491478"/>
                      <a:pt x="394095" y="1476793"/>
                    </a:cubicBezTo>
                    <a:lnTo>
                      <a:pt x="797718" y="1474411"/>
                    </a:lnTo>
                    <a:cubicBezTo>
                      <a:pt x="819546" y="1463299"/>
                      <a:pt x="827088" y="1449805"/>
                      <a:pt x="828674" y="1425595"/>
                    </a:cubicBezTo>
                    <a:cubicBezTo>
                      <a:pt x="824177" y="1402972"/>
                      <a:pt x="825632" y="1399402"/>
                      <a:pt x="796130" y="1383923"/>
                    </a:cubicBezTo>
                    <a:lnTo>
                      <a:pt x="386555" y="1383923"/>
                    </a:lnTo>
                    <a:cubicBezTo>
                      <a:pt x="360625" y="1374530"/>
                      <a:pt x="343031" y="1368709"/>
                      <a:pt x="323055" y="1352173"/>
                    </a:cubicBezTo>
                    <a:cubicBezTo>
                      <a:pt x="314721" y="1341193"/>
                      <a:pt x="295670" y="1327832"/>
                      <a:pt x="283765" y="1300183"/>
                    </a:cubicBezTo>
                    <a:cubicBezTo>
                      <a:pt x="275166" y="1267772"/>
                      <a:pt x="274901" y="1238932"/>
                      <a:pt x="272255" y="1207711"/>
                    </a:cubicBezTo>
                    <a:lnTo>
                      <a:pt x="256380" y="1128336"/>
                    </a:lnTo>
                    <a:cubicBezTo>
                      <a:pt x="240241" y="1093410"/>
                      <a:pt x="227673" y="1070392"/>
                      <a:pt x="205580" y="1037848"/>
                    </a:cubicBezTo>
                    <a:cubicBezTo>
                      <a:pt x="184281" y="1006760"/>
                      <a:pt x="162982" y="981625"/>
                      <a:pt x="130968" y="955298"/>
                    </a:cubicBezTo>
                    <a:cubicBezTo>
                      <a:pt x="101071" y="924606"/>
                      <a:pt x="77125" y="886771"/>
                      <a:pt x="55562" y="845364"/>
                    </a:cubicBezTo>
                    <a:cubicBezTo>
                      <a:pt x="23150" y="783054"/>
                      <a:pt x="26457" y="770752"/>
                      <a:pt x="14286" y="735827"/>
                    </a:cubicBezTo>
                    <a:cubicBezTo>
                      <a:pt x="6217" y="686615"/>
                      <a:pt x="1322" y="648911"/>
                      <a:pt x="793" y="601286"/>
                    </a:cubicBezTo>
                    <a:cubicBezTo>
                      <a:pt x="-265" y="557894"/>
                      <a:pt x="-2118" y="514502"/>
                      <a:pt x="9524" y="475873"/>
                    </a:cubicBezTo>
                    <a:cubicBezTo>
                      <a:pt x="20107" y="409198"/>
                      <a:pt x="44184" y="347286"/>
                      <a:pt x="81755" y="285373"/>
                    </a:cubicBezTo>
                    <a:cubicBezTo>
                      <a:pt x="130438" y="213406"/>
                      <a:pt x="185472" y="143027"/>
                      <a:pt x="265905" y="93285"/>
                    </a:cubicBezTo>
                    <a:cubicBezTo>
                      <a:pt x="333638" y="48306"/>
                      <a:pt x="420819" y="15632"/>
                      <a:pt x="519905" y="3990"/>
                    </a:cubicBezTo>
                    <a:cubicBezTo>
                      <a:pt x="584200" y="-2095"/>
                      <a:pt x="644921" y="-2228"/>
                      <a:pt x="705643" y="10736"/>
                    </a:cubicBezTo>
                    <a:cubicBezTo>
                      <a:pt x="805259" y="37062"/>
                      <a:pt x="872727" y="72912"/>
                      <a:pt x="943768" y="121861"/>
                    </a:cubicBezTo>
                    <a:cubicBezTo>
                      <a:pt x="1009252" y="178879"/>
                      <a:pt x="1058067" y="229942"/>
                      <a:pt x="1100930" y="310773"/>
                    </a:cubicBezTo>
                    <a:cubicBezTo>
                      <a:pt x="1137046" y="378506"/>
                      <a:pt x="1160063" y="439096"/>
                      <a:pt x="1165224" y="512783"/>
                    </a:cubicBezTo>
                    <a:cubicBezTo>
                      <a:pt x="1174881" y="568213"/>
                      <a:pt x="1170250" y="629597"/>
                      <a:pt x="1165621" y="683836"/>
                    </a:cubicBezTo>
                    <a:cubicBezTo>
                      <a:pt x="1151202" y="755009"/>
                      <a:pt x="1129637" y="822609"/>
                      <a:pt x="1085452" y="889020"/>
                    </a:cubicBezTo>
                    <a:cubicBezTo>
                      <a:pt x="1047749" y="946699"/>
                      <a:pt x="994569" y="992472"/>
                      <a:pt x="950912" y="1054914"/>
                    </a:cubicBezTo>
                    <a:cubicBezTo>
                      <a:pt x="937021" y="1078197"/>
                      <a:pt x="923130" y="1091956"/>
                      <a:pt x="915193" y="1118811"/>
                    </a:cubicBezTo>
                    <a:cubicBezTo>
                      <a:pt x="906065" y="1147386"/>
                      <a:pt x="904080" y="1158102"/>
                      <a:pt x="900905" y="1177152"/>
                    </a:cubicBezTo>
                    <a:cubicBezTo>
                      <a:pt x="898920" y="1217501"/>
                      <a:pt x="899319" y="1230465"/>
                      <a:pt x="898525" y="1258908"/>
                    </a:cubicBezTo>
                    <a:cubicBezTo>
                      <a:pt x="898260" y="1276635"/>
                      <a:pt x="886089" y="1291981"/>
                      <a:pt x="858439" y="1301373"/>
                    </a:cubicBezTo>
                    <a:lnTo>
                      <a:pt x="642143" y="1301373"/>
                    </a:lnTo>
                    <a:cubicBezTo>
                      <a:pt x="604968" y="1298728"/>
                      <a:pt x="601133" y="1297271"/>
                      <a:pt x="591343" y="1279148"/>
                    </a:cubicBezTo>
                    <a:lnTo>
                      <a:pt x="591343" y="1212473"/>
                    </a:lnTo>
                  </a:path>
                </a:pathLst>
              </a:custGeom>
              <a:noFill/>
              <a:ln w="25400" algn="ctr">
                <a:solidFill>
                  <a:schemeClr val="accent1"/>
                </a:solidFill>
                <a:miter lim="800000"/>
                <a:headEnd type="none" w="sm" len="sm"/>
                <a:tailEnd type="oval" w="sm" len="sm"/>
              </a:ln>
            </p:spPr>
            <p:txBody>
              <a:bodyPr rtlCol="0" anchor="ctr"/>
              <a:lstStyle/>
              <a:p>
                <a:pPr algn="ctr" defTabSz="742969">
                  <a:defRPr/>
                </a:pPr>
                <a:endParaRPr lang="en-US" sz="1000" dirty="0">
                  <a:solidFill>
                    <a:prstClr val="black"/>
                  </a:solidFill>
                  <a:latin typeface="Aptos" panose="020B0004020202020204" pitchFamily="34" charset="0"/>
                </a:endParaRPr>
              </a:p>
            </p:txBody>
          </p:sp>
          <p:sp>
            <p:nvSpPr>
              <p:cNvPr id="20" name="Round Same Side Corner Rectangle 37">
                <a:extLst>
                  <a:ext uri="{FF2B5EF4-FFF2-40B4-BE49-F238E27FC236}">
                    <a16:creationId xmlns:a16="http://schemas.microsoft.com/office/drawing/2014/main" id="{226606D2-0E15-4F08-959B-39AC659D24D8}"/>
                  </a:ext>
                </a:extLst>
              </p:cNvPr>
              <p:cNvSpPr/>
              <p:nvPr/>
            </p:nvSpPr>
            <p:spPr bwMode="gray">
              <a:xfrm>
                <a:off x="1289779" y="3495046"/>
                <a:ext cx="116350" cy="108039"/>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21" name="Round Same Side Corner Rectangle 38">
                <a:extLst>
                  <a:ext uri="{FF2B5EF4-FFF2-40B4-BE49-F238E27FC236}">
                    <a16:creationId xmlns:a16="http://schemas.microsoft.com/office/drawing/2014/main" id="{1A9107EB-116E-43C6-8BF0-1B951A4E8FBE}"/>
                  </a:ext>
                </a:extLst>
              </p:cNvPr>
              <p:cNvSpPr/>
              <p:nvPr/>
            </p:nvSpPr>
            <p:spPr bwMode="gray">
              <a:xfrm flipV="1">
                <a:off x="1312850"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22" name="Round Same Side Corner Rectangle 39">
                <a:extLst>
                  <a:ext uri="{FF2B5EF4-FFF2-40B4-BE49-F238E27FC236}">
                    <a16:creationId xmlns:a16="http://schemas.microsoft.com/office/drawing/2014/main" id="{E5978045-D442-4BBC-85F5-15BAD92B52C6}"/>
                  </a:ext>
                </a:extLst>
              </p:cNvPr>
              <p:cNvSpPr/>
              <p:nvPr/>
            </p:nvSpPr>
            <p:spPr bwMode="gray">
              <a:xfrm flipV="1">
                <a:off x="1362714"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23" name="Oval 22">
                <a:extLst>
                  <a:ext uri="{FF2B5EF4-FFF2-40B4-BE49-F238E27FC236}">
                    <a16:creationId xmlns:a16="http://schemas.microsoft.com/office/drawing/2014/main" id="{AAA32C12-EC01-4C5A-A527-B7D8D8AE00DB}"/>
                  </a:ext>
                </a:extLst>
              </p:cNvPr>
              <p:cNvSpPr/>
              <p:nvPr/>
            </p:nvSpPr>
            <p:spPr bwMode="gray">
              <a:xfrm>
                <a:off x="1329954" y="3531065"/>
                <a:ext cx="36000" cy="3600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grpSp>
        <p:grpSp>
          <p:nvGrpSpPr>
            <p:cNvPr id="24" name="Group 23">
              <a:extLst>
                <a:ext uri="{FF2B5EF4-FFF2-40B4-BE49-F238E27FC236}">
                  <a16:creationId xmlns:a16="http://schemas.microsoft.com/office/drawing/2014/main" id="{C63C369F-B30A-43DD-BA9C-C30E916A68BD}"/>
                </a:ext>
              </a:extLst>
            </p:cNvPr>
            <p:cNvGrpSpPr/>
            <p:nvPr/>
          </p:nvGrpSpPr>
          <p:grpSpPr>
            <a:xfrm>
              <a:off x="2478406" y="2117101"/>
              <a:ext cx="1934414" cy="356534"/>
              <a:chOff x="413228" y="1371600"/>
              <a:chExt cx="1947702" cy="476173"/>
            </a:xfrm>
          </p:grpSpPr>
          <p:sp>
            <p:nvSpPr>
              <p:cNvPr id="25" name="Right Triangle 49">
                <a:extLst>
                  <a:ext uri="{FF2B5EF4-FFF2-40B4-BE49-F238E27FC236}">
                    <a16:creationId xmlns:a16="http://schemas.microsoft.com/office/drawing/2014/main" id="{F41533BE-89DA-4E41-96E0-E4AF200A1CDA}"/>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26" name="Right Triangle 49">
                <a:extLst>
                  <a:ext uri="{FF2B5EF4-FFF2-40B4-BE49-F238E27FC236}">
                    <a16:creationId xmlns:a16="http://schemas.microsoft.com/office/drawing/2014/main" id="{FC06442C-6DD5-414C-B6A7-89E29FC581F4}"/>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27" name="Round Same Side Corner Rectangle 43">
                <a:extLst>
                  <a:ext uri="{FF2B5EF4-FFF2-40B4-BE49-F238E27FC236}">
                    <a16:creationId xmlns:a16="http://schemas.microsoft.com/office/drawing/2014/main" id="{43A258F9-4BBE-4BC4-A384-C7ACF3644F2B}"/>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1"/>
              </a:solidFill>
              <a:ln w="19050" algn="ctr">
                <a:noFill/>
                <a:miter lim="800000"/>
                <a:headEnd/>
                <a:tailEnd/>
              </a:ln>
            </p:spPr>
            <p:txBody>
              <a:bodyPr wrap="square" lIns="54173" tIns="54173" rIns="54173" bIns="65813" rtlCol="0" anchor="ctr"/>
              <a:lstStyle/>
              <a:p>
                <a:pPr lvl="0" algn="ctr"/>
                <a:r>
                  <a:rPr lang="en-US" sz="1000" b="1" dirty="0">
                    <a:latin typeface="Aptos" panose="020B0004020202020204" pitchFamily="34" charset="0"/>
                    <a:cs typeface="Calibri" panose="020F0502020204030204" pitchFamily="34" charset="0"/>
                  </a:rPr>
                  <a:t>Lorem ipsum </a:t>
                </a:r>
              </a:p>
            </p:txBody>
          </p:sp>
        </p:grpSp>
        <p:grpSp>
          <p:nvGrpSpPr>
            <p:cNvPr id="28" name="Group 27">
              <a:extLst>
                <a:ext uri="{FF2B5EF4-FFF2-40B4-BE49-F238E27FC236}">
                  <a16:creationId xmlns:a16="http://schemas.microsoft.com/office/drawing/2014/main" id="{04C096D6-9225-47B1-BFFD-8BEF50232340}"/>
                </a:ext>
              </a:extLst>
            </p:cNvPr>
            <p:cNvGrpSpPr/>
            <p:nvPr/>
          </p:nvGrpSpPr>
          <p:grpSpPr>
            <a:xfrm>
              <a:off x="2478406" y="3547170"/>
              <a:ext cx="1934414" cy="1996045"/>
              <a:chOff x="582909" y="4047068"/>
              <a:chExt cx="2642778" cy="3211966"/>
            </a:xfrm>
          </p:grpSpPr>
          <p:sp>
            <p:nvSpPr>
              <p:cNvPr id="29" name="Rectangle 28">
                <a:extLst>
                  <a:ext uri="{FF2B5EF4-FFF2-40B4-BE49-F238E27FC236}">
                    <a16:creationId xmlns:a16="http://schemas.microsoft.com/office/drawing/2014/main" id="{9E41F92B-813E-43D6-B4EF-EBB54FF154B3}"/>
                  </a:ext>
                </a:extLst>
              </p:cNvPr>
              <p:cNvSpPr/>
              <p:nvPr/>
            </p:nvSpPr>
            <p:spPr bwMode="gray">
              <a:xfrm>
                <a:off x="582909" y="4047068"/>
                <a:ext cx="2642778" cy="3124270"/>
              </a:xfrm>
              <a:prstGeom prst="rect">
                <a:avLst/>
              </a:prstGeom>
              <a:solidFill>
                <a:schemeClr val="bg1">
                  <a:lumMod val="95000"/>
                </a:schemeClr>
              </a:solidFill>
              <a:ln w="19050" algn="ctr">
                <a:noFill/>
                <a:miter lim="800000"/>
                <a:headEnd/>
                <a:tailEnd/>
              </a:ln>
            </p:spPr>
            <p:txBody>
              <a:bodyPr wrap="square" lIns="32906" tIns="32906" rIns="21938" bIns="21938" rtlCol="0" anchor="t"/>
              <a:lstStyle/>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p:txBody>
          </p:sp>
          <p:sp>
            <p:nvSpPr>
              <p:cNvPr id="30" name="Rectangle 29">
                <a:extLst>
                  <a:ext uri="{FF2B5EF4-FFF2-40B4-BE49-F238E27FC236}">
                    <a16:creationId xmlns:a16="http://schemas.microsoft.com/office/drawing/2014/main" id="{6896661A-997A-4EF9-85B9-EB21D6EE5824}"/>
                  </a:ext>
                </a:extLst>
              </p:cNvPr>
              <p:cNvSpPr/>
              <p:nvPr/>
            </p:nvSpPr>
            <p:spPr bwMode="gray">
              <a:xfrm>
                <a:off x="756474" y="7171338"/>
                <a:ext cx="2295650" cy="87696"/>
              </a:xfrm>
              <a:prstGeom prst="rect">
                <a:avLst/>
              </a:prstGeom>
              <a:solidFill>
                <a:schemeClr val="accent1"/>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grpSp>
        <p:grpSp>
          <p:nvGrpSpPr>
            <p:cNvPr id="31" name="Group 30">
              <a:extLst>
                <a:ext uri="{FF2B5EF4-FFF2-40B4-BE49-F238E27FC236}">
                  <a16:creationId xmlns:a16="http://schemas.microsoft.com/office/drawing/2014/main" id="{CF172FDE-EB05-4D90-A754-B15132CD7012}"/>
                </a:ext>
              </a:extLst>
            </p:cNvPr>
            <p:cNvGrpSpPr/>
            <p:nvPr/>
          </p:nvGrpSpPr>
          <p:grpSpPr>
            <a:xfrm>
              <a:off x="3128399" y="2473635"/>
              <a:ext cx="634427" cy="1049086"/>
              <a:chOff x="757805" y="1635343"/>
              <a:chExt cx="1185062" cy="2012973"/>
            </a:xfrm>
          </p:grpSpPr>
          <p:sp>
            <p:nvSpPr>
              <p:cNvPr id="32" name="Freeform 36">
                <a:extLst>
                  <a:ext uri="{FF2B5EF4-FFF2-40B4-BE49-F238E27FC236}">
                    <a16:creationId xmlns:a16="http://schemas.microsoft.com/office/drawing/2014/main" id="{724A29E2-8A47-4F31-9236-E47ACD3BA472}"/>
                  </a:ext>
                </a:extLst>
              </p:cNvPr>
              <p:cNvSpPr/>
              <p:nvPr/>
            </p:nvSpPr>
            <p:spPr bwMode="gray">
              <a:xfrm>
                <a:off x="757805" y="1635343"/>
                <a:ext cx="1185062" cy="1921248"/>
              </a:xfrm>
              <a:custGeom>
                <a:avLst/>
                <a:gdLst>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2938 h 1892938"/>
                  <a:gd name="connsiteX1" fmla="*/ 581393 w 1162418"/>
                  <a:gd name="connsiteY1" fmla="*/ 1762763 h 1892938"/>
                  <a:gd name="connsiteX2" fmla="*/ 508368 w 1162418"/>
                  <a:gd name="connsiteY2" fmla="*/ 1718313 h 1892938"/>
                  <a:gd name="connsiteX3" fmla="*/ 475030 w 1162418"/>
                  <a:gd name="connsiteY3" fmla="*/ 1678626 h 1892938"/>
                  <a:gd name="connsiteX4" fmla="*/ 505193 w 1162418"/>
                  <a:gd name="connsiteY4" fmla="*/ 1638938 h 1892938"/>
                  <a:gd name="connsiteX5" fmla="*/ 717918 w 1162418"/>
                  <a:gd name="connsiteY5" fmla="*/ 1638938 h 1892938"/>
                  <a:gd name="connsiteX6" fmla="*/ 746493 w 1162418"/>
                  <a:gd name="connsiteY6" fmla="*/ 1591313 h 1892938"/>
                  <a:gd name="connsiteX7" fmla="*/ 716330 w 1162418"/>
                  <a:gd name="connsiteY7" fmla="*/ 1554801 h 1892938"/>
                  <a:gd name="connsiteX8" fmla="*/ 398830 w 1162418"/>
                  <a:gd name="connsiteY8" fmla="*/ 1554801 h 1892938"/>
                  <a:gd name="connsiteX9" fmla="*/ 360730 w 1162418"/>
                  <a:gd name="connsiteY9" fmla="*/ 1516701 h 1892938"/>
                  <a:gd name="connsiteX10" fmla="*/ 382955 w 1162418"/>
                  <a:gd name="connsiteY10" fmla="*/ 1469076 h 1892938"/>
                  <a:gd name="connsiteX11" fmla="*/ 797293 w 1162418"/>
                  <a:gd name="connsiteY11" fmla="*/ 1469076 h 1892938"/>
                  <a:gd name="connsiteX12" fmla="*/ 830630 w 1162418"/>
                  <a:gd name="connsiteY12" fmla="*/ 1421451 h 1892938"/>
                  <a:gd name="connsiteX13" fmla="*/ 795705 w 1162418"/>
                  <a:gd name="connsiteY13" fmla="*/ 1378588 h 1892938"/>
                  <a:gd name="connsiteX14" fmla="*/ 386130 w 1162418"/>
                  <a:gd name="connsiteY14" fmla="*/ 1378588 h 1892938"/>
                  <a:gd name="connsiteX15" fmla="*/ 322630 w 1162418"/>
                  <a:gd name="connsiteY15" fmla="*/ 1346838 h 1892938"/>
                  <a:gd name="connsiteX16" fmla="*/ 283340 w 1162418"/>
                  <a:gd name="connsiteY16" fmla="*/ 1294848 h 1892938"/>
                  <a:gd name="connsiteX17" fmla="*/ 271830 w 1162418"/>
                  <a:gd name="connsiteY17" fmla="*/ 1202376 h 1892938"/>
                  <a:gd name="connsiteX18" fmla="*/ 260718 w 1162418"/>
                  <a:gd name="connsiteY18" fmla="*/ 1123001 h 1892938"/>
                  <a:gd name="connsiteX19" fmla="*/ 205155 w 1162418"/>
                  <a:gd name="connsiteY19" fmla="*/ 1032513 h 1892938"/>
                  <a:gd name="connsiteX20" fmla="*/ 130543 w 1162418"/>
                  <a:gd name="connsiteY20" fmla="*/ 949963 h 1892938"/>
                  <a:gd name="connsiteX21" fmla="*/ 55137 w 1162418"/>
                  <a:gd name="connsiteY21" fmla="*/ 840029 h 1892938"/>
                  <a:gd name="connsiteX22" fmla="*/ 13861 w 1162418"/>
                  <a:gd name="connsiteY22" fmla="*/ 730492 h 1892938"/>
                  <a:gd name="connsiteX23" fmla="*/ 368 w 1162418"/>
                  <a:gd name="connsiteY23" fmla="*/ 595951 h 1892938"/>
                  <a:gd name="connsiteX24" fmla="*/ 11480 w 1162418"/>
                  <a:gd name="connsiteY24" fmla="*/ 470538 h 1892938"/>
                  <a:gd name="connsiteX25" fmla="*/ 81330 w 1162418"/>
                  <a:gd name="connsiteY25" fmla="*/ 280038 h 1892938"/>
                  <a:gd name="connsiteX26" fmla="*/ 265480 w 1162418"/>
                  <a:gd name="connsiteY26" fmla="*/ 87950 h 1892938"/>
                  <a:gd name="connsiteX27" fmla="*/ 519480 w 1162418"/>
                  <a:gd name="connsiteY27" fmla="*/ 2226 h 1892938"/>
                  <a:gd name="connsiteX28" fmla="*/ 705218 w 1162418"/>
                  <a:gd name="connsiteY28" fmla="*/ 5401 h 1892938"/>
                  <a:gd name="connsiteX29" fmla="*/ 943343 w 1162418"/>
                  <a:gd name="connsiteY29" fmla="*/ 116526 h 1892938"/>
                  <a:gd name="connsiteX30" fmla="*/ 1100505 w 1162418"/>
                  <a:gd name="connsiteY30" fmla="*/ 305438 h 1892938"/>
                  <a:gd name="connsiteX31" fmla="*/ 1162418 w 1162418"/>
                  <a:gd name="connsiteY31" fmla="*/ 508638 h 1892938"/>
                  <a:gd name="connsiteX32" fmla="*/ 1159243 w 1162418"/>
                  <a:gd name="connsiteY32" fmla="*/ 678501 h 1892938"/>
                  <a:gd name="connsiteX33" fmla="*/ 1090980 w 1162418"/>
                  <a:gd name="connsiteY33" fmla="*/ 884876 h 1892938"/>
                  <a:gd name="connsiteX34" fmla="*/ 957630 w 1162418"/>
                  <a:gd name="connsiteY34" fmla="*/ 1053151 h 1892938"/>
                  <a:gd name="connsiteX35" fmla="*/ 914768 w 1162418"/>
                  <a:gd name="connsiteY35" fmla="*/ 1113476 h 1892938"/>
                  <a:gd name="connsiteX36" fmla="*/ 905243 w 1162418"/>
                  <a:gd name="connsiteY36" fmla="*/ 1170626 h 1892938"/>
                  <a:gd name="connsiteX37" fmla="*/ 905243 w 1162418"/>
                  <a:gd name="connsiteY37" fmla="*/ 1259526 h 1892938"/>
                  <a:gd name="connsiteX38" fmla="*/ 868730 w 1162418"/>
                  <a:gd name="connsiteY38" fmla="*/ 1296038 h 1892938"/>
                  <a:gd name="connsiteX39" fmla="*/ 641718 w 1162418"/>
                  <a:gd name="connsiteY39" fmla="*/ 1296038 h 1892938"/>
                  <a:gd name="connsiteX40" fmla="*/ 590918 w 1162418"/>
                  <a:gd name="connsiteY40" fmla="*/ 1273813 h 1892938"/>
                  <a:gd name="connsiteX41" fmla="*/ 590918 w 1162418"/>
                  <a:gd name="connsiteY41" fmla="*/ 1207138 h 1892938"/>
                  <a:gd name="connsiteX0" fmla="*/ 584568 w 1162418"/>
                  <a:gd name="connsiteY0" fmla="*/ 1895823 h 1895823"/>
                  <a:gd name="connsiteX1" fmla="*/ 581393 w 1162418"/>
                  <a:gd name="connsiteY1" fmla="*/ 1765648 h 1895823"/>
                  <a:gd name="connsiteX2" fmla="*/ 508368 w 1162418"/>
                  <a:gd name="connsiteY2" fmla="*/ 1721198 h 1895823"/>
                  <a:gd name="connsiteX3" fmla="*/ 475030 w 1162418"/>
                  <a:gd name="connsiteY3" fmla="*/ 1681511 h 1895823"/>
                  <a:gd name="connsiteX4" fmla="*/ 505193 w 1162418"/>
                  <a:gd name="connsiteY4" fmla="*/ 1641823 h 1895823"/>
                  <a:gd name="connsiteX5" fmla="*/ 717918 w 1162418"/>
                  <a:gd name="connsiteY5" fmla="*/ 1641823 h 1895823"/>
                  <a:gd name="connsiteX6" fmla="*/ 746493 w 1162418"/>
                  <a:gd name="connsiteY6" fmla="*/ 1594198 h 1895823"/>
                  <a:gd name="connsiteX7" fmla="*/ 716330 w 1162418"/>
                  <a:gd name="connsiteY7" fmla="*/ 1557686 h 1895823"/>
                  <a:gd name="connsiteX8" fmla="*/ 398830 w 1162418"/>
                  <a:gd name="connsiteY8" fmla="*/ 1557686 h 1895823"/>
                  <a:gd name="connsiteX9" fmla="*/ 360730 w 1162418"/>
                  <a:gd name="connsiteY9" fmla="*/ 1519586 h 1895823"/>
                  <a:gd name="connsiteX10" fmla="*/ 382955 w 1162418"/>
                  <a:gd name="connsiteY10" fmla="*/ 1471961 h 1895823"/>
                  <a:gd name="connsiteX11" fmla="*/ 797293 w 1162418"/>
                  <a:gd name="connsiteY11" fmla="*/ 1471961 h 1895823"/>
                  <a:gd name="connsiteX12" fmla="*/ 830630 w 1162418"/>
                  <a:gd name="connsiteY12" fmla="*/ 1424336 h 1895823"/>
                  <a:gd name="connsiteX13" fmla="*/ 795705 w 1162418"/>
                  <a:gd name="connsiteY13" fmla="*/ 1381473 h 1895823"/>
                  <a:gd name="connsiteX14" fmla="*/ 386130 w 1162418"/>
                  <a:gd name="connsiteY14" fmla="*/ 1381473 h 1895823"/>
                  <a:gd name="connsiteX15" fmla="*/ 322630 w 1162418"/>
                  <a:gd name="connsiteY15" fmla="*/ 1349723 h 1895823"/>
                  <a:gd name="connsiteX16" fmla="*/ 283340 w 1162418"/>
                  <a:gd name="connsiteY16" fmla="*/ 1297733 h 1895823"/>
                  <a:gd name="connsiteX17" fmla="*/ 271830 w 1162418"/>
                  <a:gd name="connsiteY17" fmla="*/ 1205261 h 1895823"/>
                  <a:gd name="connsiteX18" fmla="*/ 260718 w 1162418"/>
                  <a:gd name="connsiteY18" fmla="*/ 1125886 h 1895823"/>
                  <a:gd name="connsiteX19" fmla="*/ 205155 w 1162418"/>
                  <a:gd name="connsiteY19" fmla="*/ 1035398 h 1895823"/>
                  <a:gd name="connsiteX20" fmla="*/ 130543 w 1162418"/>
                  <a:gd name="connsiteY20" fmla="*/ 952848 h 1895823"/>
                  <a:gd name="connsiteX21" fmla="*/ 55137 w 1162418"/>
                  <a:gd name="connsiteY21" fmla="*/ 842914 h 1895823"/>
                  <a:gd name="connsiteX22" fmla="*/ 13861 w 1162418"/>
                  <a:gd name="connsiteY22" fmla="*/ 733377 h 1895823"/>
                  <a:gd name="connsiteX23" fmla="*/ 368 w 1162418"/>
                  <a:gd name="connsiteY23" fmla="*/ 598836 h 1895823"/>
                  <a:gd name="connsiteX24" fmla="*/ 11480 w 1162418"/>
                  <a:gd name="connsiteY24" fmla="*/ 473423 h 1895823"/>
                  <a:gd name="connsiteX25" fmla="*/ 81330 w 1162418"/>
                  <a:gd name="connsiteY25" fmla="*/ 282923 h 1895823"/>
                  <a:gd name="connsiteX26" fmla="*/ 265480 w 1162418"/>
                  <a:gd name="connsiteY26" fmla="*/ 90835 h 1895823"/>
                  <a:gd name="connsiteX27" fmla="*/ 519480 w 1162418"/>
                  <a:gd name="connsiteY27" fmla="*/ 5111 h 1895823"/>
                  <a:gd name="connsiteX28" fmla="*/ 705218 w 1162418"/>
                  <a:gd name="connsiteY28" fmla="*/ 8286 h 1895823"/>
                  <a:gd name="connsiteX29" fmla="*/ 943343 w 1162418"/>
                  <a:gd name="connsiteY29" fmla="*/ 119411 h 1895823"/>
                  <a:gd name="connsiteX30" fmla="*/ 1100505 w 1162418"/>
                  <a:gd name="connsiteY30" fmla="*/ 308323 h 1895823"/>
                  <a:gd name="connsiteX31" fmla="*/ 1162418 w 1162418"/>
                  <a:gd name="connsiteY31" fmla="*/ 511523 h 1895823"/>
                  <a:gd name="connsiteX32" fmla="*/ 1159243 w 1162418"/>
                  <a:gd name="connsiteY32" fmla="*/ 681386 h 1895823"/>
                  <a:gd name="connsiteX33" fmla="*/ 1090980 w 1162418"/>
                  <a:gd name="connsiteY33" fmla="*/ 887761 h 1895823"/>
                  <a:gd name="connsiteX34" fmla="*/ 957630 w 1162418"/>
                  <a:gd name="connsiteY34" fmla="*/ 1056036 h 1895823"/>
                  <a:gd name="connsiteX35" fmla="*/ 914768 w 1162418"/>
                  <a:gd name="connsiteY35" fmla="*/ 1116361 h 1895823"/>
                  <a:gd name="connsiteX36" fmla="*/ 905243 w 1162418"/>
                  <a:gd name="connsiteY36" fmla="*/ 1173511 h 1895823"/>
                  <a:gd name="connsiteX37" fmla="*/ 905243 w 1162418"/>
                  <a:gd name="connsiteY37" fmla="*/ 1262411 h 1895823"/>
                  <a:gd name="connsiteX38" fmla="*/ 868730 w 1162418"/>
                  <a:gd name="connsiteY38" fmla="*/ 1298923 h 1895823"/>
                  <a:gd name="connsiteX39" fmla="*/ 641718 w 1162418"/>
                  <a:gd name="connsiteY39" fmla="*/ 1298923 h 1895823"/>
                  <a:gd name="connsiteX40" fmla="*/ 590918 w 1162418"/>
                  <a:gd name="connsiteY40" fmla="*/ 1276698 h 1895823"/>
                  <a:gd name="connsiteX41" fmla="*/ 590918 w 1162418"/>
                  <a:gd name="connsiteY41" fmla="*/ 1210023 h 1895823"/>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4283 h 1894283"/>
                  <a:gd name="connsiteX1" fmla="*/ 581393 w 1162418"/>
                  <a:gd name="connsiteY1" fmla="*/ 1764108 h 1894283"/>
                  <a:gd name="connsiteX2" fmla="*/ 508368 w 1162418"/>
                  <a:gd name="connsiteY2" fmla="*/ 1719658 h 1894283"/>
                  <a:gd name="connsiteX3" fmla="*/ 475030 w 1162418"/>
                  <a:gd name="connsiteY3" fmla="*/ 1679971 h 1894283"/>
                  <a:gd name="connsiteX4" fmla="*/ 505193 w 1162418"/>
                  <a:gd name="connsiteY4" fmla="*/ 1640283 h 1894283"/>
                  <a:gd name="connsiteX5" fmla="*/ 717918 w 1162418"/>
                  <a:gd name="connsiteY5" fmla="*/ 1640283 h 1894283"/>
                  <a:gd name="connsiteX6" fmla="*/ 746493 w 1162418"/>
                  <a:gd name="connsiteY6" fmla="*/ 1592658 h 1894283"/>
                  <a:gd name="connsiteX7" fmla="*/ 716330 w 1162418"/>
                  <a:gd name="connsiteY7" fmla="*/ 1556146 h 1894283"/>
                  <a:gd name="connsiteX8" fmla="*/ 398830 w 1162418"/>
                  <a:gd name="connsiteY8" fmla="*/ 1556146 h 1894283"/>
                  <a:gd name="connsiteX9" fmla="*/ 360730 w 1162418"/>
                  <a:gd name="connsiteY9" fmla="*/ 1518046 h 1894283"/>
                  <a:gd name="connsiteX10" fmla="*/ 382955 w 1162418"/>
                  <a:gd name="connsiteY10" fmla="*/ 1470421 h 1894283"/>
                  <a:gd name="connsiteX11" fmla="*/ 797293 w 1162418"/>
                  <a:gd name="connsiteY11" fmla="*/ 1470421 h 1894283"/>
                  <a:gd name="connsiteX12" fmla="*/ 830630 w 1162418"/>
                  <a:gd name="connsiteY12" fmla="*/ 1422796 h 1894283"/>
                  <a:gd name="connsiteX13" fmla="*/ 795705 w 1162418"/>
                  <a:gd name="connsiteY13" fmla="*/ 1379933 h 1894283"/>
                  <a:gd name="connsiteX14" fmla="*/ 386130 w 1162418"/>
                  <a:gd name="connsiteY14" fmla="*/ 1379933 h 1894283"/>
                  <a:gd name="connsiteX15" fmla="*/ 322630 w 1162418"/>
                  <a:gd name="connsiteY15" fmla="*/ 1348183 h 1894283"/>
                  <a:gd name="connsiteX16" fmla="*/ 283340 w 1162418"/>
                  <a:gd name="connsiteY16" fmla="*/ 1296193 h 1894283"/>
                  <a:gd name="connsiteX17" fmla="*/ 271830 w 1162418"/>
                  <a:gd name="connsiteY17" fmla="*/ 1203721 h 1894283"/>
                  <a:gd name="connsiteX18" fmla="*/ 260718 w 1162418"/>
                  <a:gd name="connsiteY18" fmla="*/ 1124346 h 1894283"/>
                  <a:gd name="connsiteX19" fmla="*/ 205155 w 1162418"/>
                  <a:gd name="connsiteY19" fmla="*/ 1033858 h 1894283"/>
                  <a:gd name="connsiteX20" fmla="*/ 130543 w 1162418"/>
                  <a:gd name="connsiteY20" fmla="*/ 951308 h 1894283"/>
                  <a:gd name="connsiteX21" fmla="*/ 55137 w 1162418"/>
                  <a:gd name="connsiteY21" fmla="*/ 841374 h 1894283"/>
                  <a:gd name="connsiteX22" fmla="*/ 13861 w 1162418"/>
                  <a:gd name="connsiteY22" fmla="*/ 731837 h 1894283"/>
                  <a:gd name="connsiteX23" fmla="*/ 368 w 1162418"/>
                  <a:gd name="connsiteY23" fmla="*/ 597296 h 1894283"/>
                  <a:gd name="connsiteX24" fmla="*/ 11480 w 1162418"/>
                  <a:gd name="connsiteY24" fmla="*/ 471883 h 1894283"/>
                  <a:gd name="connsiteX25" fmla="*/ 81330 w 1162418"/>
                  <a:gd name="connsiteY25" fmla="*/ 281383 h 1894283"/>
                  <a:gd name="connsiteX26" fmla="*/ 265480 w 1162418"/>
                  <a:gd name="connsiteY26" fmla="*/ 89295 h 1894283"/>
                  <a:gd name="connsiteX27" fmla="*/ 519480 w 1162418"/>
                  <a:gd name="connsiteY27" fmla="*/ 0 h 1894283"/>
                  <a:gd name="connsiteX28" fmla="*/ 705218 w 1162418"/>
                  <a:gd name="connsiteY28" fmla="*/ 6746 h 1894283"/>
                  <a:gd name="connsiteX29" fmla="*/ 943343 w 1162418"/>
                  <a:gd name="connsiteY29" fmla="*/ 117871 h 1894283"/>
                  <a:gd name="connsiteX30" fmla="*/ 1100505 w 1162418"/>
                  <a:gd name="connsiteY30" fmla="*/ 306783 h 1894283"/>
                  <a:gd name="connsiteX31" fmla="*/ 1162418 w 1162418"/>
                  <a:gd name="connsiteY31" fmla="*/ 509983 h 1894283"/>
                  <a:gd name="connsiteX32" fmla="*/ 1159243 w 1162418"/>
                  <a:gd name="connsiteY32" fmla="*/ 679846 h 1894283"/>
                  <a:gd name="connsiteX33" fmla="*/ 1090980 w 1162418"/>
                  <a:gd name="connsiteY33" fmla="*/ 886221 h 1894283"/>
                  <a:gd name="connsiteX34" fmla="*/ 957630 w 1162418"/>
                  <a:gd name="connsiteY34" fmla="*/ 1054496 h 1894283"/>
                  <a:gd name="connsiteX35" fmla="*/ 914768 w 1162418"/>
                  <a:gd name="connsiteY35" fmla="*/ 1114821 h 1894283"/>
                  <a:gd name="connsiteX36" fmla="*/ 905243 w 1162418"/>
                  <a:gd name="connsiteY36" fmla="*/ 1171971 h 1894283"/>
                  <a:gd name="connsiteX37" fmla="*/ 905243 w 1162418"/>
                  <a:gd name="connsiteY37" fmla="*/ 1260871 h 1894283"/>
                  <a:gd name="connsiteX38" fmla="*/ 868730 w 1162418"/>
                  <a:gd name="connsiteY38" fmla="*/ 1297383 h 1894283"/>
                  <a:gd name="connsiteX39" fmla="*/ 641718 w 1162418"/>
                  <a:gd name="connsiteY39" fmla="*/ 1297383 h 1894283"/>
                  <a:gd name="connsiteX40" fmla="*/ 590918 w 1162418"/>
                  <a:gd name="connsiteY40" fmla="*/ 1275158 h 1894283"/>
                  <a:gd name="connsiteX41" fmla="*/ 590918 w 1162418"/>
                  <a:gd name="connsiteY41" fmla="*/ 1208483 h 1894283"/>
                  <a:gd name="connsiteX0" fmla="*/ 584568 w 1162418"/>
                  <a:gd name="connsiteY0" fmla="*/ 1896145 h 1896145"/>
                  <a:gd name="connsiteX1" fmla="*/ 581393 w 1162418"/>
                  <a:gd name="connsiteY1" fmla="*/ 1765970 h 1896145"/>
                  <a:gd name="connsiteX2" fmla="*/ 508368 w 1162418"/>
                  <a:gd name="connsiteY2" fmla="*/ 1721520 h 1896145"/>
                  <a:gd name="connsiteX3" fmla="*/ 475030 w 1162418"/>
                  <a:gd name="connsiteY3" fmla="*/ 1681833 h 1896145"/>
                  <a:gd name="connsiteX4" fmla="*/ 505193 w 1162418"/>
                  <a:gd name="connsiteY4" fmla="*/ 1642145 h 1896145"/>
                  <a:gd name="connsiteX5" fmla="*/ 717918 w 1162418"/>
                  <a:gd name="connsiteY5" fmla="*/ 1642145 h 1896145"/>
                  <a:gd name="connsiteX6" fmla="*/ 746493 w 1162418"/>
                  <a:gd name="connsiteY6" fmla="*/ 1594520 h 1896145"/>
                  <a:gd name="connsiteX7" fmla="*/ 716330 w 1162418"/>
                  <a:gd name="connsiteY7" fmla="*/ 1558008 h 1896145"/>
                  <a:gd name="connsiteX8" fmla="*/ 398830 w 1162418"/>
                  <a:gd name="connsiteY8" fmla="*/ 1558008 h 1896145"/>
                  <a:gd name="connsiteX9" fmla="*/ 360730 w 1162418"/>
                  <a:gd name="connsiteY9" fmla="*/ 1519908 h 1896145"/>
                  <a:gd name="connsiteX10" fmla="*/ 382955 w 1162418"/>
                  <a:gd name="connsiteY10" fmla="*/ 1472283 h 1896145"/>
                  <a:gd name="connsiteX11" fmla="*/ 797293 w 1162418"/>
                  <a:gd name="connsiteY11" fmla="*/ 1472283 h 1896145"/>
                  <a:gd name="connsiteX12" fmla="*/ 830630 w 1162418"/>
                  <a:gd name="connsiteY12" fmla="*/ 1424658 h 1896145"/>
                  <a:gd name="connsiteX13" fmla="*/ 795705 w 1162418"/>
                  <a:gd name="connsiteY13" fmla="*/ 1381795 h 1896145"/>
                  <a:gd name="connsiteX14" fmla="*/ 386130 w 1162418"/>
                  <a:gd name="connsiteY14" fmla="*/ 1381795 h 1896145"/>
                  <a:gd name="connsiteX15" fmla="*/ 322630 w 1162418"/>
                  <a:gd name="connsiteY15" fmla="*/ 1350045 h 1896145"/>
                  <a:gd name="connsiteX16" fmla="*/ 283340 w 1162418"/>
                  <a:gd name="connsiteY16" fmla="*/ 1298055 h 1896145"/>
                  <a:gd name="connsiteX17" fmla="*/ 271830 w 1162418"/>
                  <a:gd name="connsiteY17" fmla="*/ 1205583 h 1896145"/>
                  <a:gd name="connsiteX18" fmla="*/ 260718 w 1162418"/>
                  <a:gd name="connsiteY18" fmla="*/ 1126208 h 1896145"/>
                  <a:gd name="connsiteX19" fmla="*/ 205155 w 1162418"/>
                  <a:gd name="connsiteY19" fmla="*/ 1035720 h 1896145"/>
                  <a:gd name="connsiteX20" fmla="*/ 130543 w 1162418"/>
                  <a:gd name="connsiteY20" fmla="*/ 953170 h 1896145"/>
                  <a:gd name="connsiteX21" fmla="*/ 55137 w 1162418"/>
                  <a:gd name="connsiteY21" fmla="*/ 843236 h 1896145"/>
                  <a:gd name="connsiteX22" fmla="*/ 13861 w 1162418"/>
                  <a:gd name="connsiteY22" fmla="*/ 733699 h 1896145"/>
                  <a:gd name="connsiteX23" fmla="*/ 368 w 1162418"/>
                  <a:gd name="connsiteY23" fmla="*/ 599158 h 1896145"/>
                  <a:gd name="connsiteX24" fmla="*/ 11480 w 1162418"/>
                  <a:gd name="connsiteY24" fmla="*/ 473745 h 1896145"/>
                  <a:gd name="connsiteX25" fmla="*/ 81330 w 1162418"/>
                  <a:gd name="connsiteY25" fmla="*/ 283245 h 1896145"/>
                  <a:gd name="connsiteX26" fmla="*/ 265480 w 1162418"/>
                  <a:gd name="connsiteY26" fmla="*/ 91157 h 1896145"/>
                  <a:gd name="connsiteX27" fmla="*/ 519480 w 1162418"/>
                  <a:gd name="connsiteY27" fmla="*/ 1862 h 1896145"/>
                  <a:gd name="connsiteX28" fmla="*/ 705218 w 1162418"/>
                  <a:gd name="connsiteY28" fmla="*/ 8608 h 1896145"/>
                  <a:gd name="connsiteX29" fmla="*/ 943343 w 1162418"/>
                  <a:gd name="connsiteY29" fmla="*/ 119733 h 1896145"/>
                  <a:gd name="connsiteX30" fmla="*/ 1100505 w 1162418"/>
                  <a:gd name="connsiteY30" fmla="*/ 308645 h 1896145"/>
                  <a:gd name="connsiteX31" fmla="*/ 1162418 w 1162418"/>
                  <a:gd name="connsiteY31" fmla="*/ 511845 h 1896145"/>
                  <a:gd name="connsiteX32" fmla="*/ 1159243 w 1162418"/>
                  <a:gd name="connsiteY32" fmla="*/ 681708 h 1896145"/>
                  <a:gd name="connsiteX33" fmla="*/ 1090980 w 1162418"/>
                  <a:gd name="connsiteY33" fmla="*/ 888083 h 1896145"/>
                  <a:gd name="connsiteX34" fmla="*/ 957630 w 1162418"/>
                  <a:gd name="connsiteY34" fmla="*/ 1056358 h 1896145"/>
                  <a:gd name="connsiteX35" fmla="*/ 914768 w 1162418"/>
                  <a:gd name="connsiteY35" fmla="*/ 1116683 h 1896145"/>
                  <a:gd name="connsiteX36" fmla="*/ 905243 w 1162418"/>
                  <a:gd name="connsiteY36" fmla="*/ 1173833 h 1896145"/>
                  <a:gd name="connsiteX37" fmla="*/ 905243 w 1162418"/>
                  <a:gd name="connsiteY37" fmla="*/ 1262733 h 1896145"/>
                  <a:gd name="connsiteX38" fmla="*/ 868730 w 1162418"/>
                  <a:gd name="connsiteY38" fmla="*/ 1299245 h 1896145"/>
                  <a:gd name="connsiteX39" fmla="*/ 641718 w 1162418"/>
                  <a:gd name="connsiteY39" fmla="*/ 1299245 h 1896145"/>
                  <a:gd name="connsiteX40" fmla="*/ 590918 w 1162418"/>
                  <a:gd name="connsiteY40" fmla="*/ 1277020 h 1896145"/>
                  <a:gd name="connsiteX41" fmla="*/ 590918 w 1162418"/>
                  <a:gd name="connsiteY41" fmla="*/ 1210345 h 1896145"/>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6196"/>
                  <a:gd name="connsiteY0" fmla="*/ 1898273 h 1898273"/>
                  <a:gd name="connsiteX1" fmla="*/ 581393 w 1166196"/>
                  <a:gd name="connsiteY1" fmla="*/ 1768098 h 1898273"/>
                  <a:gd name="connsiteX2" fmla="*/ 508368 w 1166196"/>
                  <a:gd name="connsiteY2" fmla="*/ 1723648 h 1898273"/>
                  <a:gd name="connsiteX3" fmla="*/ 475030 w 1166196"/>
                  <a:gd name="connsiteY3" fmla="*/ 1683961 h 1898273"/>
                  <a:gd name="connsiteX4" fmla="*/ 505193 w 1166196"/>
                  <a:gd name="connsiteY4" fmla="*/ 1644273 h 1898273"/>
                  <a:gd name="connsiteX5" fmla="*/ 717918 w 1166196"/>
                  <a:gd name="connsiteY5" fmla="*/ 1644273 h 1898273"/>
                  <a:gd name="connsiteX6" fmla="*/ 746493 w 1166196"/>
                  <a:gd name="connsiteY6" fmla="*/ 1596648 h 1898273"/>
                  <a:gd name="connsiteX7" fmla="*/ 716330 w 1166196"/>
                  <a:gd name="connsiteY7" fmla="*/ 1560136 h 1898273"/>
                  <a:gd name="connsiteX8" fmla="*/ 398830 w 1166196"/>
                  <a:gd name="connsiteY8" fmla="*/ 1560136 h 1898273"/>
                  <a:gd name="connsiteX9" fmla="*/ 360730 w 1166196"/>
                  <a:gd name="connsiteY9" fmla="*/ 1522036 h 1898273"/>
                  <a:gd name="connsiteX10" fmla="*/ 382955 w 1166196"/>
                  <a:gd name="connsiteY10" fmla="*/ 1474411 h 1898273"/>
                  <a:gd name="connsiteX11" fmla="*/ 797293 w 1166196"/>
                  <a:gd name="connsiteY11" fmla="*/ 1474411 h 1898273"/>
                  <a:gd name="connsiteX12" fmla="*/ 830630 w 1166196"/>
                  <a:gd name="connsiteY12" fmla="*/ 1426786 h 1898273"/>
                  <a:gd name="connsiteX13" fmla="*/ 795705 w 1166196"/>
                  <a:gd name="connsiteY13" fmla="*/ 1383923 h 1898273"/>
                  <a:gd name="connsiteX14" fmla="*/ 386130 w 1166196"/>
                  <a:gd name="connsiteY14" fmla="*/ 1383923 h 1898273"/>
                  <a:gd name="connsiteX15" fmla="*/ 322630 w 1166196"/>
                  <a:gd name="connsiteY15" fmla="*/ 1352173 h 1898273"/>
                  <a:gd name="connsiteX16" fmla="*/ 283340 w 1166196"/>
                  <a:gd name="connsiteY16" fmla="*/ 1300183 h 1898273"/>
                  <a:gd name="connsiteX17" fmla="*/ 271830 w 1166196"/>
                  <a:gd name="connsiteY17" fmla="*/ 1207711 h 1898273"/>
                  <a:gd name="connsiteX18" fmla="*/ 260718 w 1166196"/>
                  <a:gd name="connsiteY18" fmla="*/ 1128336 h 1898273"/>
                  <a:gd name="connsiteX19" fmla="*/ 205155 w 1166196"/>
                  <a:gd name="connsiteY19" fmla="*/ 1037848 h 1898273"/>
                  <a:gd name="connsiteX20" fmla="*/ 130543 w 1166196"/>
                  <a:gd name="connsiteY20" fmla="*/ 955298 h 1898273"/>
                  <a:gd name="connsiteX21" fmla="*/ 55137 w 1166196"/>
                  <a:gd name="connsiteY21" fmla="*/ 845364 h 1898273"/>
                  <a:gd name="connsiteX22" fmla="*/ 13861 w 1166196"/>
                  <a:gd name="connsiteY22" fmla="*/ 735827 h 1898273"/>
                  <a:gd name="connsiteX23" fmla="*/ 368 w 1166196"/>
                  <a:gd name="connsiteY23" fmla="*/ 601286 h 1898273"/>
                  <a:gd name="connsiteX24" fmla="*/ 11480 w 1166196"/>
                  <a:gd name="connsiteY24" fmla="*/ 475873 h 1898273"/>
                  <a:gd name="connsiteX25" fmla="*/ 81330 w 1166196"/>
                  <a:gd name="connsiteY25" fmla="*/ 285373 h 1898273"/>
                  <a:gd name="connsiteX26" fmla="*/ 265480 w 1166196"/>
                  <a:gd name="connsiteY26" fmla="*/ 93285 h 1898273"/>
                  <a:gd name="connsiteX27" fmla="*/ 519480 w 1166196"/>
                  <a:gd name="connsiteY27" fmla="*/ 3990 h 1898273"/>
                  <a:gd name="connsiteX28" fmla="*/ 705218 w 1166196"/>
                  <a:gd name="connsiteY28" fmla="*/ 10736 h 1898273"/>
                  <a:gd name="connsiteX29" fmla="*/ 943343 w 1166196"/>
                  <a:gd name="connsiteY29" fmla="*/ 121861 h 1898273"/>
                  <a:gd name="connsiteX30" fmla="*/ 1100505 w 1166196"/>
                  <a:gd name="connsiteY30" fmla="*/ 310773 h 1898273"/>
                  <a:gd name="connsiteX31" fmla="*/ 1162418 w 1166196"/>
                  <a:gd name="connsiteY31" fmla="*/ 513973 h 1898273"/>
                  <a:gd name="connsiteX32" fmla="*/ 1159243 w 1166196"/>
                  <a:gd name="connsiteY32" fmla="*/ 683836 h 1898273"/>
                  <a:gd name="connsiteX33" fmla="*/ 1090980 w 1166196"/>
                  <a:gd name="connsiteY33" fmla="*/ 890211 h 1898273"/>
                  <a:gd name="connsiteX34" fmla="*/ 957630 w 1166196"/>
                  <a:gd name="connsiteY34" fmla="*/ 1058486 h 1898273"/>
                  <a:gd name="connsiteX35" fmla="*/ 914768 w 1166196"/>
                  <a:gd name="connsiteY35" fmla="*/ 1118811 h 1898273"/>
                  <a:gd name="connsiteX36" fmla="*/ 905243 w 1166196"/>
                  <a:gd name="connsiteY36" fmla="*/ 1175961 h 1898273"/>
                  <a:gd name="connsiteX37" fmla="*/ 905243 w 1166196"/>
                  <a:gd name="connsiteY37" fmla="*/ 1264861 h 1898273"/>
                  <a:gd name="connsiteX38" fmla="*/ 868730 w 1166196"/>
                  <a:gd name="connsiteY38" fmla="*/ 1301373 h 1898273"/>
                  <a:gd name="connsiteX39" fmla="*/ 641718 w 1166196"/>
                  <a:gd name="connsiteY39" fmla="*/ 1301373 h 1898273"/>
                  <a:gd name="connsiteX40" fmla="*/ 590918 w 1166196"/>
                  <a:gd name="connsiteY40" fmla="*/ 1279148 h 1898273"/>
                  <a:gd name="connsiteX41" fmla="*/ 590918 w 1166196"/>
                  <a:gd name="connsiteY41" fmla="*/ 1212473 h 1898273"/>
                  <a:gd name="connsiteX0" fmla="*/ 584568 w 1170207"/>
                  <a:gd name="connsiteY0" fmla="*/ 1898273 h 1898273"/>
                  <a:gd name="connsiteX1" fmla="*/ 581393 w 1170207"/>
                  <a:gd name="connsiteY1" fmla="*/ 1768098 h 1898273"/>
                  <a:gd name="connsiteX2" fmla="*/ 508368 w 1170207"/>
                  <a:gd name="connsiteY2" fmla="*/ 1723648 h 1898273"/>
                  <a:gd name="connsiteX3" fmla="*/ 475030 w 1170207"/>
                  <a:gd name="connsiteY3" fmla="*/ 1683961 h 1898273"/>
                  <a:gd name="connsiteX4" fmla="*/ 505193 w 1170207"/>
                  <a:gd name="connsiteY4" fmla="*/ 1644273 h 1898273"/>
                  <a:gd name="connsiteX5" fmla="*/ 717918 w 1170207"/>
                  <a:gd name="connsiteY5" fmla="*/ 1644273 h 1898273"/>
                  <a:gd name="connsiteX6" fmla="*/ 746493 w 1170207"/>
                  <a:gd name="connsiteY6" fmla="*/ 1596648 h 1898273"/>
                  <a:gd name="connsiteX7" fmla="*/ 716330 w 1170207"/>
                  <a:gd name="connsiteY7" fmla="*/ 1560136 h 1898273"/>
                  <a:gd name="connsiteX8" fmla="*/ 398830 w 1170207"/>
                  <a:gd name="connsiteY8" fmla="*/ 1560136 h 1898273"/>
                  <a:gd name="connsiteX9" fmla="*/ 360730 w 1170207"/>
                  <a:gd name="connsiteY9" fmla="*/ 1522036 h 1898273"/>
                  <a:gd name="connsiteX10" fmla="*/ 382955 w 1170207"/>
                  <a:gd name="connsiteY10" fmla="*/ 1474411 h 1898273"/>
                  <a:gd name="connsiteX11" fmla="*/ 797293 w 1170207"/>
                  <a:gd name="connsiteY11" fmla="*/ 1474411 h 1898273"/>
                  <a:gd name="connsiteX12" fmla="*/ 830630 w 1170207"/>
                  <a:gd name="connsiteY12" fmla="*/ 1426786 h 1898273"/>
                  <a:gd name="connsiteX13" fmla="*/ 795705 w 1170207"/>
                  <a:gd name="connsiteY13" fmla="*/ 1383923 h 1898273"/>
                  <a:gd name="connsiteX14" fmla="*/ 386130 w 1170207"/>
                  <a:gd name="connsiteY14" fmla="*/ 1383923 h 1898273"/>
                  <a:gd name="connsiteX15" fmla="*/ 322630 w 1170207"/>
                  <a:gd name="connsiteY15" fmla="*/ 1352173 h 1898273"/>
                  <a:gd name="connsiteX16" fmla="*/ 283340 w 1170207"/>
                  <a:gd name="connsiteY16" fmla="*/ 1300183 h 1898273"/>
                  <a:gd name="connsiteX17" fmla="*/ 271830 w 1170207"/>
                  <a:gd name="connsiteY17" fmla="*/ 1207711 h 1898273"/>
                  <a:gd name="connsiteX18" fmla="*/ 260718 w 1170207"/>
                  <a:gd name="connsiteY18" fmla="*/ 1128336 h 1898273"/>
                  <a:gd name="connsiteX19" fmla="*/ 205155 w 1170207"/>
                  <a:gd name="connsiteY19" fmla="*/ 1037848 h 1898273"/>
                  <a:gd name="connsiteX20" fmla="*/ 130543 w 1170207"/>
                  <a:gd name="connsiteY20" fmla="*/ 955298 h 1898273"/>
                  <a:gd name="connsiteX21" fmla="*/ 55137 w 1170207"/>
                  <a:gd name="connsiteY21" fmla="*/ 845364 h 1898273"/>
                  <a:gd name="connsiteX22" fmla="*/ 13861 w 1170207"/>
                  <a:gd name="connsiteY22" fmla="*/ 735827 h 1898273"/>
                  <a:gd name="connsiteX23" fmla="*/ 368 w 1170207"/>
                  <a:gd name="connsiteY23" fmla="*/ 601286 h 1898273"/>
                  <a:gd name="connsiteX24" fmla="*/ 11480 w 1170207"/>
                  <a:gd name="connsiteY24" fmla="*/ 475873 h 1898273"/>
                  <a:gd name="connsiteX25" fmla="*/ 81330 w 1170207"/>
                  <a:gd name="connsiteY25" fmla="*/ 285373 h 1898273"/>
                  <a:gd name="connsiteX26" fmla="*/ 265480 w 1170207"/>
                  <a:gd name="connsiteY26" fmla="*/ 93285 h 1898273"/>
                  <a:gd name="connsiteX27" fmla="*/ 519480 w 1170207"/>
                  <a:gd name="connsiteY27" fmla="*/ 3990 h 1898273"/>
                  <a:gd name="connsiteX28" fmla="*/ 705218 w 1170207"/>
                  <a:gd name="connsiteY28" fmla="*/ 10736 h 1898273"/>
                  <a:gd name="connsiteX29" fmla="*/ 943343 w 1170207"/>
                  <a:gd name="connsiteY29" fmla="*/ 121861 h 1898273"/>
                  <a:gd name="connsiteX30" fmla="*/ 1100505 w 1170207"/>
                  <a:gd name="connsiteY30" fmla="*/ 310773 h 1898273"/>
                  <a:gd name="connsiteX31" fmla="*/ 1162418 w 1170207"/>
                  <a:gd name="connsiteY31" fmla="*/ 513973 h 1898273"/>
                  <a:gd name="connsiteX32" fmla="*/ 1159243 w 1170207"/>
                  <a:gd name="connsiteY32" fmla="*/ 683836 h 1898273"/>
                  <a:gd name="connsiteX33" fmla="*/ 1090980 w 1170207"/>
                  <a:gd name="connsiteY33" fmla="*/ 890211 h 1898273"/>
                  <a:gd name="connsiteX34" fmla="*/ 957630 w 1170207"/>
                  <a:gd name="connsiteY34" fmla="*/ 1058486 h 1898273"/>
                  <a:gd name="connsiteX35" fmla="*/ 914768 w 1170207"/>
                  <a:gd name="connsiteY35" fmla="*/ 1118811 h 1898273"/>
                  <a:gd name="connsiteX36" fmla="*/ 905243 w 1170207"/>
                  <a:gd name="connsiteY36" fmla="*/ 1175961 h 1898273"/>
                  <a:gd name="connsiteX37" fmla="*/ 905243 w 1170207"/>
                  <a:gd name="connsiteY37" fmla="*/ 1264861 h 1898273"/>
                  <a:gd name="connsiteX38" fmla="*/ 868730 w 1170207"/>
                  <a:gd name="connsiteY38" fmla="*/ 1301373 h 1898273"/>
                  <a:gd name="connsiteX39" fmla="*/ 641718 w 1170207"/>
                  <a:gd name="connsiteY39" fmla="*/ 1301373 h 1898273"/>
                  <a:gd name="connsiteX40" fmla="*/ 590918 w 1170207"/>
                  <a:gd name="connsiteY40" fmla="*/ 1279148 h 1898273"/>
                  <a:gd name="connsiteX41" fmla="*/ 590918 w 1170207"/>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70104"/>
                  <a:gd name="connsiteY0" fmla="*/ 1898273 h 1898273"/>
                  <a:gd name="connsiteX1" fmla="*/ 581393 w 1170104"/>
                  <a:gd name="connsiteY1" fmla="*/ 1768098 h 1898273"/>
                  <a:gd name="connsiteX2" fmla="*/ 508368 w 1170104"/>
                  <a:gd name="connsiteY2" fmla="*/ 1723648 h 1898273"/>
                  <a:gd name="connsiteX3" fmla="*/ 475030 w 1170104"/>
                  <a:gd name="connsiteY3" fmla="*/ 1683961 h 1898273"/>
                  <a:gd name="connsiteX4" fmla="*/ 505193 w 1170104"/>
                  <a:gd name="connsiteY4" fmla="*/ 1644273 h 1898273"/>
                  <a:gd name="connsiteX5" fmla="*/ 717918 w 1170104"/>
                  <a:gd name="connsiteY5" fmla="*/ 1644273 h 1898273"/>
                  <a:gd name="connsiteX6" fmla="*/ 746493 w 1170104"/>
                  <a:gd name="connsiteY6" fmla="*/ 1596648 h 1898273"/>
                  <a:gd name="connsiteX7" fmla="*/ 716330 w 1170104"/>
                  <a:gd name="connsiteY7" fmla="*/ 1560136 h 1898273"/>
                  <a:gd name="connsiteX8" fmla="*/ 398830 w 1170104"/>
                  <a:gd name="connsiteY8" fmla="*/ 1560136 h 1898273"/>
                  <a:gd name="connsiteX9" fmla="*/ 360730 w 1170104"/>
                  <a:gd name="connsiteY9" fmla="*/ 1522036 h 1898273"/>
                  <a:gd name="connsiteX10" fmla="*/ 382955 w 1170104"/>
                  <a:gd name="connsiteY10" fmla="*/ 1474411 h 1898273"/>
                  <a:gd name="connsiteX11" fmla="*/ 797293 w 1170104"/>
                  <a:gd name="connsiteY11" fmla="*/ 1474411 h 1898273"/>
                  <a:gd name="connsiteX12" fmla="*/ 830630 w 1170104"/>
                  <a:gd name="connsiteY12" fmla="*/ 1426786 h 1898273"/>
                  <a:gd name="connsiteX13" fmla="*/ 795705 w 1170104"/>
                  <a:gd name="connsiteY13" fmla="*/ 1383923 h 1898273"/>
                  <a:gd name="connsiteX14" fmla="*/ 386130 w 1170104"/>
                  <a:gd name="connsiteY14" fmla="*/ 1383923 h 1898273"/>
                  <a:gd name="connsiteX15" fmla="*/ 322630 w 1170104"/>
                  <a:gd name="connsiteY15" fmla="*/ 1352173 h 1898273"/>
                  <a:gd name="connsiteX16" fmla="*/ 283340 w 1170104"/>
                  <a:gd name="connsiteY16" fmla="*/ 1300183 h 1898273"/>
                  <a:gd name="connsiteX17" fmla="*/ 271830 w 1170104"/>
                  <a:gd name="connsiteY17" fmla="*/ 1207711 h 1898273"/>
                  <a:gd name="connsiteX18" fmla="*/ 260718 w 1170104"/>
                  <a:gd name="connsiteY18" fmla="*/ 1128336 h 1898273"/>
                  <a:gd name="connsiteX19" fmla="*/ 205155 w 1170104"/>
                  <a:gd name="connsiteY19" fmla="*/ 1037848 h 1898273"/>
                  <a:gd name="connsiteX20" fmla="*/ 130543 w 1170104"/>
                  <a:gd name="connsiteY20" fmla="*/ 955298 h 1898273"/>
                  <a:gd name="connsiteX21" fmla="*/ 55137 w 1170104"/>
                  <a:gd name="connsiteY21" fmla="*/ 845364 h 1898273"/>
                  <a:gd name="connsiteX22" fmla="*/ 13861 w 1170104"/>
                  <a:gd name="connsiteY22" fmla="*/ 735827 h 1898273"/>
                  <a:gd name="connsiteX23" fmla="*/ 368 w 1170104"/>
                  <a:gd name="connsiteY23" fmla="*/ 601286 h 1898273"/>
                  <a:gd name="connsiteX24" fmla="*/ 11480 w 1170104"/>
                  <a:gd name="connsiteY24" fmla="*/ 475873 h 1898273"/>
                  <a:gd name="connsiteX25" fmla="*/ 81330 w 1170104"/>
                  <a:gd name="connsiteY25" fmla="*/ 285373 h 1898273"/>
                  <a:gd name="connsiteX26" fmla="*/ 265480 w 1170104"/>
                  <a:gd name="connsiteY26" fmla="*/ 93285 h 1898273"/>
                  <a:gd name="connsiteX27" fmla="*/ 519480 w 1170104"/>
                  <a:gd name="connsiteY27" fmla="*/ 3990 h 1898273"/>
                  <a:gd name="connsiteX28" fmla="*/ 705218 w 1170104"/>
                  <a:gd name="connsiteY28" fmla="*/ 10736 h 1898273"/>
                  <a:gd name="connsiteX29" fmla="*/ 943343 w 1170104"/>
                  <a:gd name="connsiteY29" fmla="*/ 121861 h 1898273"/>
                  <a:gd name="connsiteX30" fmla="*/ 1100505 w 1170104"/>
                  <a:gd name="connsiteY30" fmla="*/ 310773 h 1898273"/>
                  <a:gd name="connsiteX31" fmla="*/ 1162418 w 1170104"/>
                  <a:gd name="connsiteY31" fmla="*/ 513973 h 1898273"/>
                  <a:gd name="connsiteX32" fmla="*/ 1165196 w 1170104"/>
                  <a:gd name="connsiteY32" fmla="*/ 683836 h 1898273"/>
                  <a:gd name="connsiteX33" fmla="*/ 1090980 w 1170104"/>
                  <a:gd name="connsiteY33" fmla="*/ 890211 h 1898273"/>
                  <a:gd name="connsiteX34" fmla="*/ 957630 w 1170104"/>
                  <a:gd name="connsiteY34" fmla="*/ 1058486 h 1898273"/>
                  <a:gd name="connsiteX35" fmla="*/ 914768 w 1170104"/>
                  <a:gd name="connsiteY35" fmla="*/ 1118811 h 1898273"/>
                  <a:gd name="connsiteX36" fmla="*/ 905243 w 1170104"/>
                  <a:gd name="connsiteY36" fmla="*/ 1175961 h 1898273"/>
                  <a:gd name="connsiteX37" fmla="*/ 905243 w 1170104"/>
                  <a:gd name="connsiteY37" fmla="*/ 1264861 h 1898273"/>
                  <a:gd name="connsiteX38" fmla="*/ 868730 w 1170104"/>
                  <a:gd name="connsiteY38" fmla="*/ 1301373 h 1898273"/>
                  <a:gd name="connsiteX39" fmla="*/ 641718 w 1170104"/>
                  <a:gd name="connsiteY39" fmla="*/ 1301373 h 1898273"/>
                  <a:gd name="connsiteX40" fmla="*/ 590918 w 1170104"/>
                  <a:gd name="connsiteY40" fmla="*/ 1279148 h 1898273"/>
                  <a:gd name="connsiteX41" fmla="*/ 590918 w 1170104"/>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2862 w 1167899"/>
                  <a:gd name="connsiteY37" fmla="*/ 1261289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9527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0487 w 1167899"/>
                  <a:gd name="connsiteY34" fmla="*/ 1054914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70467"/>
                  <a:gd name="connsiteY0" fmla="*/ 1898273 h 1898273"/>
                  <a:gd name="connsiteX1" fmla="*/ 581393 w 1170467"/>
                  <a:gd name="connsiteY1" fmla="*/ 1768098 h 1898273"/>
                  <a:gd name="connsiteX2" fmla="*/ 513130 w 1170467"/>
                  <a:gd name="connsiteY2" fmla="*/ 1726030 h 1898273"/>
                  <a:gd name="connsiteX3" fmla="*/ 470268 w 1170467"/>
                  <a:gd name="connsiteY3" fmla="*/ 1680389 h 1898273"/>
                  <a:gd name="connsiteX4" fmla="*/ 505193 w 1170467"/>
                  <a:gd name="connsiteY4" fmla="*/ 1644273 h 1898273"/>
                  <a:gd name="connsiteX5" fmla="*/ 717918 w 1170467"/>
                  <a:gd name="connsiteY5" fmla="*/ 1644273 h 1898273"/>
                  <a:gd name="connsiteX6" fmla="*/ 748874 w 1170467"/>
                  <a:gd name="connsiteY6" fmla="*/ 1603792 h 1898273"/>
                  <a:gd name="connsiteX7" fmla="*/ 716330 w 1170467"/>
                  <a:gd name="connsiteY7" fmla="*/ 1561327 h 1898273"/>
                  <a:gd name="connsiteX8" fmla="*/ 398830 w 1170467"/>
                  <a:gd name="connsiteY8" fmla="*/ 1560136 h 1898273"/>
                  <a:gd name="connsiteX9" fmla="*/ 360730 w 1170467"/>
                  <a:gd name="connsiteY9" fmla="*/ 1522036 h 1898273"/>
                  <a:gd name="connsiteX10" fmla="*/ 387717 w 1170467"/>
                  <a:gd name="connsiteY10" fmla="*/ 1476793 h 1898273"/>
                  <a:gd name="connsiteX11" fmla="*/ 797293 w 1170467"/>
                  <a:gd name="connsiteY11" fmla="*/ 1474411 h 1898273"/>
                  <a:gd name="connsiteX12" fmla="*/ 828249 w 1170467"/>
                  <a:gd name="connsiteY12" fmla="*/ 1425595 h 1898273"/>
                  <a:gd name="connsiteX13" fmla="*/ 795705 w 1170467"/>
                  <a:gd name="connsiteY13" fmla="*/ 1383923 h 1898273"/>
                  <a:gd name="connsiteX14" fmla="*/ 386130 w 1170467"/>
                  <a:gd name="connsiteY14" fmla="*/ 1383923 h 1898273"/>
                  <a:gd name="connsiteX15" fmla="*/ 322630 w 1170467"/>
                  <a:gd name="connsiteY15" fmla="*/ 1352173 h 1898273"/>
                  <a:gd name="connsiteX16" fmla="*/ 283340 w 1170467"/>
                  <a:gd name="connsiteY16" fmla="*/ 1300183 h 1898273"/>
                  <a:gd name="connsiteX17" fmla="*/ 271830 w 1170467"/>
                  <a:gd name="connsiteY17" fmla="*/ 1207711 h 1898273"/>
                  <a:gd name="connsiteX18" fmla="*/ 255955 w 1170467"/>
                  <a:gd name="connsiteY18" fmla="*/ 1128336 h 1898273"/>
                  <a:gd name="connsiteX19" fmla="*/ 205155 w 1170467"/>
                  <a:gd name="connsiteY19" fmla="*/ 1037848 h 1898273"/>
                  <a:gd name="connsiteX20" fmla="*/ 130543 w 1170467"/>
                  <a:gd name="connsiteY20" fmla="*/ 955298 h 1898273"/>
                  <a:gd name="connsiteX21" fmla="*/ 55137 w 1170467"/>
                  <a:gd name="connsiteY21" fmla="*/ 845364 h 1898273"/>
                  <a:gd name="connsiteX22" fmla="*/ 13861 w 1170467"/>
                  <a:gd name="connsiteY22" fmla="*/ 735827 h 1898273"/>
                  <a:gd name="connsiteX23" fmla="*/ 368 w 1170467"/>
                  <a:gd name="connsiteY23" fmla="*/ 601286 h 1898273"/>
                  <a:gd name="connsiteX24" fmla="*/ 11480 w 1170467"/>
                  <a:gd name="connsiteY24" fmla="*/ 475873 h 1898273"/>
                  <a:gd name="connsiteX25" fmla="*/ 81330 w 1170467"/>
                  <a:gd name="connsiteY25" fmla="*/ 285373 h 1898273"/>
                  <a:gd name="connsiteX26" fmla="*/ 265480 w 1170467"/>
                  <a:gd name="connsiteY26" fmla="*/ 93285 h 1898273"/>
                  <a:gd name="connsiteX27" fmla="*/ 519480 w 1170467"/>
                  <a:gd name="connsiteY27" fmla="*/ 3990 h 1898273"/>
                  <a:gd name="connsiteX28" fmla="*/ 705218 w 1170467"/>
                  <a:gd name="connsiteY28" fmla="*/ 10736 h 1898273"/>
                  <a:gd name="connsiteX29" fmla="*/ 943343 w 1170467"/>
                  <a:gd name="connsiteY29" fmla="*/ 121861 h 1898273"/>
                  <a:gd name="connsiteX30" fmla="*/ 1100505 w 1170467"/>
                  <a:gd name="connsiteY30" fmla="*/ 310773 h 1898273"/>
                  <a:gd name="connsiteX31" fmla="*/ 1164799 w 1170467"/>
                  <a:gd name="connsiteY31" fmla="*/ 512783 h 1898273"/>
                  <a:gd name="connsiteX32" fmla="*/ 1165196 w 1170467"/>
                  <a:gd name="connsiteY32" fmla="*/ 683836 h 1898273"/>
                  <a:gd name="connsiteX33" fmla="*/ 1085027 w 1170467"/>
                  <a:gd name="connsiteY33" fmla="*/ 889020 h 1898273"/>
                  <a:gd name="connsiteX34" fmla="*/ 950487 w 1170467"/>
                  <a:gd name="connsiteY34" fmla="*/ 1054914 h 1898273"/>
                  <a:gd name="connsiteX35" fmla="*/ 914768 w 1170467"/>
                  <a:gd name="connsiteY35" fmla="*/ 1118811 h 1898273"/>
                  <a:gd name="connsiteX36" fmla="*/ 900480 w 1170467"/>
                  <a:gd name="connsiteY36" fmla="*/ 1177152 h 1898273"/>
                  <a:gd name="connsiteX37" fmla="*/ 898100 w 1170467"/>
                  <a:gd name="connsiteY37" fmla="*/ 1258908 h 1898273"/>
                  <a:gd name="connsiteX38" fmla="*/ 858014 w 1170467"/>
                  <a:gd name="connsiteY38" fmla="*/ 1301373 h 1898273"/>
                  <a:gd name="connsiteX39" fmla="*/ 641718 w 1170467"/>
                  <a:gd name="connsiteY39" fmla="*/ 1301373 h 1898273"/>
                  <a:gd name="connsiteX40" fmla="*/ 590918 w 1170467"/>
                  <a:gd name="connsiteY40" fmla="*/ 1279148 h 1898273"/>
                  <a:gd name="connsiteX41" fmla="*/ 590918 w 1170467"/>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88142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0892" h="1898273">
                    <a:moveTo>
                      <a:pt x="584993" y="1898273"/>
                    </a:moveTo>
                    <a:cubicBezTo>
                      <a:pt x="583935" y="1854881"/>
                      <a:pt x="582876" y="1811490"/>
                      <a:pt x="581818" y="1768098"/>
                    </a:cubicBezTo>
                    <a:cubicBezTo>
                      <a:pt x="573352" y="1746931"/>
                      <a:pt x="562503" y="1729338"/>
                      <a:pt x="513555" y="1726030"/>
                    </a:cubicBezTo>
                    <a:cubicBezTo>
                      <a:pt x="487759" y="1721135"/>
                      <a:pt x="471487" y="1707906"/>
                      <a:pt x="470693" y="1680389"/>
                    </a:cubicBezTo>
                    <a:cubicBezTo>
                      <a:pt x="474793" y="1662398"/>
                      <a:pt x="478895" y="1650358"/>
                      <a:pt x="505618" y="1644273"/>
                    </a:cubicBezTo>
                    <a:lnTo>
                      <a:pt x="718343" y="1644273"/>
                    </a:lnTo>
                    <a:cubicBezTo>
                      <a:pt x="736202" y="1631970"/>
                      <a:pt x="744536" y="1626810"/>
                      <a:pt x="749299" y="1603792"/>
                    </a:cubicBezTo>
                    <a:cubicBezTo>
                      <a:pt x="745198" y="1586858"/>
                      <a:pt x="741097" y="1572308"/>
                      <a:pt x="716755" y="1561327"/>
                    </a:cubicBezTo>
                    <a:lnTo>
                      <a:pt x="399255" y="1560136"/>
                    </a:lnTo>
                    <a:cubicBezTo>
                      <a:pt x="375839" y="1555770"/>
                      <a:pt x="367902" y="1546642"/>
                      <a:pt x="361155" y="1522036"/>
                    </a:cubicBezTo>
                    <a:cubicBezTo>
                      <a:pt x="362610" y="1506161"/>
                      <a:pt x="365255" y="1491478"/>
                      <a:pt x="394095" y="1476793"/>
                    </a:cubicBezTo>
                    <a:lnTo>
                      <a:pt x="797718" y="1474411"/>
                    </a:lnTo>
                    <a:cubicBezTo>
                      <a:pt x="819546" y="1463299"/>
                      <a:pt x="827088" y="1449805"/>
                      <a:pt x="828674" y="1425595"/>
                    </a:cubicBezTo>
                    <a:cubicBezTo>
                      <a:pt x="824177" y="1402972"/>
                      <a:pt x="825632" y="1399402"/>
                      <a:pt x="796130" y="1383923"/>
                    </a:cubicBezTo>
                    <a:lnTo>
                      <a:pt x="386555" y="1383923"/>
                    </a:lnTo>
                    <a:cubicBezTo>
                      <a:pt x="360625" y="1374530"/>
                      <a:pt x="343031" y="1368709"/>
                      <a:pt x="323055" y="1352173"/>
                    </a:cubicBezTo>
                    <a:cubicBezTo>
                      <a:pt x="314721" y="1341193"/>
                      <a:pt x="295670" y="1327832"/>
                      <a:pt x="283765" y="1300183"/>
                    </a:cubicBezTo>
                    <a:cubicBezTo>
                      <a:pt x="275166" y="1267772"/>
                      <a:pt x="274901" y="1238932"/>
                      <a:pt x="272255" y="1207711"/>
                    </a:cubicBezTo>
                    <a:lnTo>
                      <a:pt x="256380" y="1128336"/>
                    </a:lnTo>
                    <a:cubicBezTo>
                      <a:pt x="240241" y="1093410"/>
                      <a:pt x="227673" y="1070392"/>
                      <a:pt x="205580" y="1037848"/>
                    </a:cubicBezTo>
                    <a:cubicBezTo>
                      <a:pt x="184281" y="1006760"/>
                      <a:pt x="162982" y="981625"/>
                      <a:pt x="130968" y="955298"/>
                    </a:cubicBezTo>
                    <a:cubicBezTo>
                      <a:pt x="101071" y="924606"/>
                      <a:pt x="77125" y="886771"/>
                      <a:pt x="55562" y="845364"/>
                    </a:cubicBezTo>
                    <a:cubicBezTo>
                      <a:pt x="23150" y="783054"/>
                      <a:pt x="26457" y="770752"/>
                      <a:pt x="14286" y="735827"/>
                    </a:cubicBezTo>
                    <a:cubicBezTo>
                      <a:pt x="6217" y="686615"/>
                      <a:pt x="1322" y="648911"/>
                      <a:pt x="793" y="601286"/>
                    </a:cubicBezTo>
                    <a:cubicBezTo>
                      <a:pt x="-265" y="557894"/>
                      <a:pt x="-2118" y="514502"/>
                      <a:pt x="9524" y="475873"/>
                    </a:cubicBezTo>
                    <a:cubicBezTo>
                      <a:pt x="20107" y="409198"/>
                      <a:pt x="44184" y="347286"/>
                      <a:pt x="81755" y="285373"/>
                    </a:cubicBezTo>
                    <a:cubicBezTo>
                      <a:pt x="130438" y="213406"/>
                      <a:pt x="185472" y="143027"/>
                      <a:pt x="265905" y="93285"/>
                    </a:cubicBezTo>
                    <a:cubicBezTo>
                      <a:pt x="333638" y="48306"/>
                      <a:pt x="420819" y="15632"/>
                      <a:pt x="519905" y="3990"/>
                    </a:cubicBezTo>
                    <a:cubicBezTo>
                      <a:pt x="584200" y="-2095"/>
                      <a:pt x="644921" y="-2228"/>
                      <a:pt x="705643" y="10736"/>
                    </a:cubicBezTo>
                    <a:cubicBezTo>
                      <a:pt x="805259" y="37062"/>
                      <a:pt x="872727" y="72912"/>
                      <a:pt x="943768" y="121861"/>
                    </a:cubicBezTo>
                    <a:cubicBezTo>
                      <a:pt x="1009252" y="178879"/>
                      <a:pt x="1058067" y="229942"/>
                      <a:pt x="1100930" y="310773"/>
                    </a:cubicBezTo>
                    <a:cubicBezTo>
                      <a:pt x="1137046" y="378506"/>
                      <a:pt x="1160063" y="439096"/>
                      <a:pt x="1165224" y="512783"/>
                    </a:cubicBezTo>
                    <a:cubicBezTo>
                      <a:pt x="1174881" y="568213"/>
                      <a:pt x="1170250" y="629597"/>
                      <a:pt x="1165621" y="683836"/>
                    </a:cubicBezTo>
                    <a:cubicBezTo>
                      <a:pt x="1151202" y="755009"/>
                      <a:pt x="1129637" y="822609"/>
                      <a:pt x="1085452" y="889020"/>
                    </a:cubicBezTo>
                    <a:cubicBezTo>
                      <a:pt x="1047749" y="946699"/>
                      <a:pt x="994569" y="992472"/>
                      <a:pt x="950912" y="1054914"/>
                    </a:cubicBezTo>
                    <a:cubicBezTo>
                      <a:pt x="937021" y="1078197"/>
                      <a:pt x="923130" y="1091956"/>
                      <a:pt x="915193" y="1118811"/>
                    </a:cubicBezTo>
                    <a:cubicBezTo>
                      <a:pt x="906065" y="1147386"/>
                      <a:pt x="904080" y="1158102"/>
                      <a:pt x="900905" y="1177152"/>
                    </a:cubicBezTo>
                    <a:cubicBezTo>
                      <a:pt x="898920" y="1217501"/>
                      <a:pt x="899319" y="1230465"/>
                      <a:pt x="898525" y="1258908"/>
                    </a:cubicBezTo>
                    <a:cubicBezTo>
                      <a:pt x="898260" y="1276635"/>
                      <a:pt x="886089" y="1291981"/>
                      <a:pt x="858439" y="1301373"/>
                    </a:cubicBezTo>
                    <a:lnTo>
                      <a:pt x="642143" y="1301373"/>
                    </a:lnTo>
                    <a:cubicBezTo>
                      <a:pt x="604968" y="1298728"/>
                      <a:pt x="601133" y="1297271"/>
                      <a:pt x="591343" y="1279148"/>
                    </a:cubicBezTo>
                    <a:lnTo>
                      <a:pt x="591343" y="1212473"/>
                    </a:lnTo>
                  </a:path>
                </a:pathLst>
              </a:custGeom>
              <a:noFill/>
              <a:ln w="25400" algn="ctr">
                <a:solidFill>
                  <a:schemeClr val="accent1"/>
                </a:solidFill>
                <a:miter lim="800000"/>
                <a:headEnd type="none" w="sm" len="sm"/>
                <a:tailEnd type="oval" w="sm" len="sm"/>
              </a:ln>
            </p:spPr>
            <p:txBody>
              <a:bodyPr rtlCol="0" anchor="ctr"/>
              <a:lstStyle/>
              <a:p>
                <a:pPr algn="ctr" defTabSz="742969">
                  <a:defRPr/>
                </a:pPr>
                <a:endParaRPr lang="en-US" sz="1000" dirty="0">
                  <a:solidFill>
                    <a:prstClr val="black"/>
                  </a:solidFill>
                  <a:latin typeface="Aptos" panose="020B0004020202020204" pitchFamily="34" charset="0"/>
                </a:endParaRPr>
              </a:p>
            </p:txBody>
          </p:sp>
          <p:sp>
            <p:nvSpPr>
              <p:cNvPr id="33" name="Round Same Side Corner Rectangle 37">
                <a:extLst>
                  <a:ext uri="{FF2B5EF4-FFF2-40B4-BE49-F238E27FC236}">
                    <a16:creationId xmlns:a16="http://schemas.microsoft.com/office/drawing/2014/main" id="{6A9BBCDF-0A82-4E87-858F-4EED61B77558}"/>
                  </a:ext>
                </a:extLst>
              </p:cNvPr>
              <p:cNvSpPr/>
              <p:nvPr/>
            </p:nvSpPr>
            <p:spPr bwMode="gray">
              <a:xfrm>
                <a:off x="1289779" y="3495046"/>
                <a:ext cx="116350" cy="108039"/>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34" name="Round Same Side Corner Rectangle 38">
                <a:extLst>
                  <a:ext uri="{FF2B5EF4-FFF2-40B4-BE49-F238E27FC236}">
                    <a16:creationId xmlns:a16="http://schemas.microsoft.com/office/drawing/2014/main" id="{7A71E38C-DEF5-492B-91EF-F10981600333}"/>
                  </a:ext>
                </a:extLst>
              </p:cNvPr>
              <p:cNvSpPr/>
              <p:nvPr/>
            </p:nvSpPr>
            <p:spPr bwMode="gray">
              <a:xfrm flipV="1">
                <a:off x="1312850"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35" name="Round Same Side Corner Rectangle 39">
                <a:extLst>
                  <a:ext uri="{FF2B5EF4-FFF2-40B4-BE49-F238E27FC236}">
                    <a16:creationId xmlns:a16="http://schemas.microsoft.com/office/drawing/2014/main" id="{F13957A4-6B9C-47D5-AD2B-2BEE686BBBD1}"/>
                  </a:ext>
                </a:extLst>
              </p:cNvPr>
              <p:cNvSpPr/>
              <p:nvPr/>
            </p:nvSpPr>
            <p:spPr bwMode="gray">
              <a:xfrm flipV="1">
                <a:off x="1362714"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36" name="Oval 35">
                <a:extLst>
                  <a:ext uri="{FF2B5EF4-FFF2-40B4-BE49-F238E27FC236}">
                    <a16:creationId xmlns:a16="http://schemas.microsoft.com/office/drawing/2014/main" id="{A720272A-36BE-42F0-861A-0E8C10ED3A07}"/>
                  </a:ext>
                </a:extLst>
              </p:cNvPr>
              <p:cNvSpPr/>
              <p:nvPr/>
            </p:nvSpPr>
            <p:spPr bwMode="gray">
              <a:xfrm>
                <a:off x="1329954" y="3531065"/>
                <a:ext cx="36000" cy="3600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grpSp>
        <p:grpSp>
          <p:nvGrpSpPr>
            <p:cNvPr id="37" name="Group 36">
              <a:extLst>
                <a:ext uri="{FF2B5EF4-FFF2-40B4-BE49-F238E27FC236}">
                  <a16:creationId xmlns:a16="http://schemas.microsoft.com/office/drawing/2014/main" id="{38F749C3-5E1E-4D5A-A95B-7E6796CBDB6C}"/>
                </a:ext>
              </a:extLst>
            </p:cNvPr>
            <p:cNvGrpSpPr/>
            <p:nvPr/>
          </p:nvGrpSpPr>
          <p:grpSpPr>
            <a:xfrm>
              <a:off x="4604386" y="2117101"/>
              <a:ext cx="1934414" cy="356534"/>
              <a:chOff x="413228" y="1371600"/>
              <a:chExt cx="1947702" cy="476173"/>
            </a:xfrm>
          </p:grpSpPr>
          <p:sp>
            <p:nvSpPr>
              <p:cNvPr id="38" name="Right Triangle 49">
                <a:extLst>
                  <a:ext uri="{FF2B5EF4-FFF2-40B4-BE49-F238E27FC236}">
                    <a16:creationId xmlns:a16="http://schemas.microsoft.com/office/drawing/2014/main" id="{B8734AF8-05BF-4419-B312-EF81CA3A6888}"/>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39" name="Right Triangle 49">
                <a:extLst>
                  <a:ext uri="{FF2B5EF4-FFF2-40B4-BE49-F238E27FC236}">
                    <a16:creationId xmlns:a16="http://schemas.microsoft.com/office/drawing/2014/main" id="{95D44E78-734E-499E-9DC8-55C2177F2DE4}"/>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40" name="Round Same Side Corner Rectangle 43">
                <a:extLst>
                  <a:ext uri="{FF2B5EF4-FFF2-40B4-BE49-F238E27FC236}">
                    <a16:creationId xmlns:a16="http://schemas.microsoft.com/office/drawing/2014/main" id="{116E6784-1444-4DAC-A650-9B34753BCF70}"/>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1"/>
              </a:solidFill>
              <a:ln w="19050" algn="ctr">
                <a:noFill/>
                <a:miter lim="800000"/>
                <a:headEnd/>
                <a:tailEnd/>
              </a:ln>
            </p:spPr>
            <p:txBody>
              <a:bodyPr wrap="square" lIns="54173" tIns="54173" rIns="54173" bIns="65813" rtlCol="0" anchor="ctr"/>
              <a:lstStyle/>
              <a:p>
                <a:pPr lvl="0" algn="ctr"/>
                <a:r>
                  <a:rPr lang="en-US" sz="1000" b="1" dirty="0">
                    <a:latin typeface="Aptos" panose="020B0004020202020204" pitchFamily="34" charset="0"/>
                    <a:cs typeface="Calibri" panose="020F0502020204030204" pitchFamily="34" charset="0"/>
                  </a:rPr>
                  <a:t>Lorem ipsum </a:t>
                </a:r>
              </a:p>
            </p:txBody>
          </p:sp>
        </p:grpSp>
        <p:grpSp>
          <p:nvGrpSpPr>
            <p:cNvPr id="41" name="Group 40">
              <a:extLst>
                <a:ext uri="{FF2B5EF4-FFF2-40B4-BE49-F238E27FC236}">
                  <a16:creationId xmlns:a16="http://schemas.microsoft.com/office/drawing/2014/main" id="{788A0CA4-527A-4B56-AFA7-ABE22FD946E2}"/>
                </a:ext>
              </a:extLst>
            </p:cNvPr>
            <p:cNvGrpSpPr/>
            <p:nvPr/>
          </p:nvGrpSpPr>
          <p:grpSpPr>
            <a:xfrm>
              <a:off x="4604386" y="3547170"/>
              <a:ext cx="1934414" cy="1996045"/>
              <a:chOff x="582909" y="4047068"/>
              <a:chExt cx="2642778" cy="3211966"/>
            </a:xfrm>
            <a:solidFill>
              <a:schemeClr val="bg1">
                <a:lumMod val="95000"/>
              </a:schemeClr>
            </a:solidFill>
          </p:grpSpPr>
          <p:sp>
            <p:nvSpPr>
              <p:cNvPr id="42" name="Rectangle 41">
                <a:extLst>
                  <a:ext uri="{FF2B5EF4-FFF2-40B4-BE49-F238E27FC236}">
                    <a16:creationId xmlns:a16="http://schemas.microsoft.com/office/drawing/2014/main" id="{D97A1E3A-27EB-40F7-B4CC-FADB1D0E8CE6}"/>
                  </a:ext>
                </a:extLst>
              </p:cNvPr>
              <p:cNvSpPr/>
              <p:nvPr/>
            </p:nvSpPr>
            <p:spPr bwMode="gray">
              <a:xfrm>
                <a:off x="582909" y="4047068"/>
                <a:ext cx="2642778" cy="3124270"/>
              </a:xfrm>
              <a:prstGeom prst="rect">
                <a:avLst/>
              </a:prstGeom>
              <a:grpFill/>
              <a:ln w="19050" algn="ctr">
                <a:noFill/>
                <a:miter lim="800000"/>
                <a:headEnd/>
                <a:tailEnd/>
              </a:ln>
            </p:spPr>
            <p:txBody>
              <a:bodyPr wrap="square" lIns="32906" tIns="32906" rIns="21938" bIns="21938" rtlCol="0" anchor="t"/>
              <a:lstStyle/>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p:txBody>
          </p:sp>
          <p:sp>
            <p:nvSpPr>
              <p:cNvPr id="43" name="Rectangle 42">
                <a:extLst>
                  <a:ext uri="{FF2B5EF4-FFF2-40B4-BE49-F238E27FC236}">
                    <a16:creationId xmlns:a16="http://schemas.microsoft.com/office/drawing/2014/main" id="{43E834A1-4389-4442-96D1-FF6AFC338FDC}"/>
                  </a:ext>
                </a:extLst>
              </p:cNvPr>
              <p:cNvSpPr/>
              <p:nvPr/>
            </p:nvSpPr>
            <p:spPr bwMode="gray">
              <a:xfrm>
                <a:off x="756474" y="7171338"/>
                <a:ext cx="2295650" cy="87696"/>
              </a:xfrm>
              <a:prstGeom prst="rect">
                <a:avLst/>
              </a:prstGeom>
              <a:solidFill>
                <a:schemeClr val="accent1"/>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grpSp>
        <p:grpSp>
          <p:nvGrpSpPr>
            <p:cNvPr id="44" name="Group 43">
              <a:extLst>
                <a:ext uri="{FF2B5EF4-FFF2-40B4-BE49-F238E27FC236}">
                  <a16:creationId xmlns:a16="http://schemas.microsoft.com/office/drawing/2014/main" id="{8EF5F581-0E3E-48D1-81CC-89F5133714CA}"/>
                </a:ext>
              </a:extLst>
            </p:cNvPr>
            <p:cNvGrpSpPr/>
            <p:nvPr/>
          </p:nvGrpSpPr>
          <p:grpSpPr>
            <a:xfrm>
              <a:off x="5254379" y="2473635"/>
              <a:ext cx="634427" cy="1049086"/>
              <a:chOff x="757805" y="1635343"/>
              <a:chExt cx="1185062" cy="2012973"/>
            </a:xfrm>
          </p:grpSpPr>
          <p:sp>
            <p:nvSpPr>
              <p:cNvPr id="45" name="Freeform 36">
                <a:extLst>
                  <a:ext uri="{FF2B5EF4-FFF2-40B4-BE49-F238E27FC236}">
                    <a16:creationId xmlns:a16="http://schemas.microsoft.com/office/drawing/2014/main" id="{83C1787A-0F1A-498B-9531-D8A7FA4CB9BB}"/>
                  </a:ext>
                </a:extLst>
              </p:cNvPr>
              <p:cNvSpPr/>
              <p:nvPr/>
            </p:nvSpPr>
            <p:spPr bwMode="gray">
              <a:xfrm>
                <a:off x="757805" y="1635343"/>
                <a:ext cx="1185062" cy="1921248"/>
              </a:xfrm>
              <a:custGeom>
                <a:avLst/>
                <a:gdLst>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2938 h 1892938"/>
                  <a:gd name="connsiteX1" fmla="*/ 581393 w 1162418"/>
                  <a:gd name="connsiteY1" fmla="*/ 1762763 h 1892938"/>
                  <a:gd name="connsiteX2" fmla="*/ 508368 w 1162418"/>
                  <a:gd name="connsiteY2" fmla="*/ 1718313 h 1892938"/>
                  <a:gd name="connsiteX3" fmla="*/ 475030 w 1162418"/>
                  <a:gd name="connsiteY3" fmla="*/ 1678626 h 1892938"/>
                  <a:gd name="connsiteX4" fmla="*/ 505193 w 1162418"/>
                  <a:gd name="connsiteY4" fmla="*/ 1638938 h 1892938"/>
                  <a:gd name="connsiteX5" fmla="*/ 717918 w 1162418"/>
                  <a:gd name="connsiteY5" fmla="*/ 1638938 h 1892938"/>
                  <a:gd name="connsiteX6" fmla="*/ 746493 w 1162418"/>
                  <a:gd name="connsiteY6" fmla="*/ 1591313 h 1892938"/>
                  <a:gd name="connsiteX7" fmla="*/ 716330 w 1162418"/>
                  <a:gd name="connsiteY7" fmla="*/ 1554801 h 1892938"/>
                  <a:gd name="connsiteX8" fmla="*/ 398830 w 1162418"/>
                  <a:gd name="connsiteY8" fmla="*/ 1554801 h 1892938"/>
                  <a:gd name="connsiteX9" fmla="*/ 360730 w 1162418"/>
                  <a:gd name="connsiteY9" fmla="*/ 1516701 h 1892938"/>
                  <a:gd name="connsiteX10" fmla="*/ 382955 w 1162418"/>
                  <a:gd name="connsiteY10" fmla="*/ 1469076 h 1892938"/>
                  <a:gd name="connsiteX11" fmla="*/ 797293 w 1162418"/>
                  <a:gd name="connsiteY11" fmla="*/ 1469076 h 1892938"/>
                  <a:gd name="connsiteX12" fmla="*/ 830630 w 1162418"/>
                  <a:gd name="connsiteY12" fmla="*/ 1421451 h 1892938"/>
                  <a:gd name="connsiteX13" fmla="*/ 795705 w 1162418"/>
                  <a:gd name="connsiteY13" fmla="*/ 1378588 h 1892938"/>
                  <a:gd name="connsiteX14" fmla="*/ 386130 w 1162418"/>
                  <a:gd name="connsiteY14" fmla="*/ 1378588 h 1892938"/>
                  <a:gd name="connsiteX15" fmla="*/ 322630 w 1162418"/>
                  <a:gd name="connsiteY15" fmla="*/ 1346838 h 1892938"/>
                  <a:gd name="connsiteX16" fmla="*/ 283340 w 1162418"/>
                  <a:gd name="connsiteY16" fmla="*/ 1294848 h 1892938"/>
                  <a:gd name="connsiteX17" fmla="*/ 271830 w 1162418"/>
                  <a:gd name="connsiteY17" fmla="*/ 1202376 h 1892938"/>
                  <a:gd name="connsiteX18" fmla="*/ 260718 w 1162418"/>
                  <a:gd name="connsiteY18" fmla="*/ 1123001 h 1892938"/>
                  <a:gd name="connsiteX19" fmla="*/ 205155 w 1162418"/>
                  <a:gd name="connsiteY19" fmla="*/ 1032513 h 1892938"/>
                  <a:gd name="connsiteX20" fmla="*/ 130543 w 1162418"/>
                  <a:gd name="connsiteY20" fmla="*/ 949963 h 1892938"/>
                  <a:gd name="connsiteX21" fmla="*/ 55137 w 1162418"/>
                  <a:gd name="connsiteY21" fmla="*/ 840029 h 1892938"/>
                  <a:gd name="connsiteX22" fmla="*/ 13861 w 1162418"/>
                  <a:gd name="connsiteY22" fmla="*/ 730492 h 1892938"/>
                  <a:gd name="connsiteX23" fmla="*/ 368 w 1162418"/>
                  <a:gd name="connsiteY23" fmla="*/ 595951 h 1892938"/>
                  <a:gd name="connsiteX24" fmla="*/ 11480 w 1162418"/>
                  <a:gd name="connsiteY24" fmla="*/ 470538 h 1892938"/>
                  <a:gd name="connsiteX25" fmla="*/ 81330 w 1162418"/>
                  <a:gd name="connsiteY25" fmla="*/ 280038 h 1892938"/>
                  <a:gd name="connsiteX26" fmla="*/ 265480 w 1162418"/>
                  <a:gd name="connsiteY26" fmla="*/ 87950 h 1892938"/>
                  <a:gd name="connsiteX27" fmla="*/ 519480 w 1162418"/>
                  <a:gd name="connsiteY27" fmla="*/ 2226 h 1892938"/>
                  <a:gd name="connsiteX28" fmla="*/ 705218 w 1162418"/>
                  <a:gd name="connsiteY28" fmla="*/ 5401 h 1892938"/>
                  <a:gd name="connsiteX29" fmla="*/ 943343 w 1162418"/>
                  <a:gd name="connsiteY29" fmla="*/ 116526 h 1892938"/>
                  <a:gd name="connsiteX30" fmla="*/ 1100505 w 1162418"/>
                  <a:gd name="connsiteY30" fmla="*/ 305438 h 1892938"/>
                  <a:gd name="connsiteX31" fmla="*/ 1162418 w 1162418"/>
                  <a:gd name="connsiteY31" fmla="*/ 508638 h 1892938"/>
                  <a:gd name="connsiteX32" fmla="*/ 1159243 w 1162418"/>
                  <a:gd name="connsiteY32" fmla="*/ 678501 h 1892938"/>
                  <a:gd name="connsiteX33" fmla="*/ 1090980 w 1162418"/>
                  <a:gd name="connsiteY33" fmla="*/ 884876 h 1892938"/>
                  <a:gd name="connsiteX34" fmla="*/ 957630 w 1162418"/>
                  <a:gd name="connsiteY34" fmla="*/ 1053151 h 1892938"/>
                  <a:gd name="connsiteX35" fmla="*/ 914768 w 1162418"/>
                  <a:gd name="connsiteY35" fmla="*/ 1113476 h 1892938"/>
                  <a:gd name="connsiteX36" fmla="*/ 905243 w 1162418"/>
                  <a:gd name="connsiteY36" fmla="*/ 1170626 h 1892938"/>
                  <a:gd name="connsiteX37" fmla="*/ 905243 w 1162418"/>
                  <a:gd name="connsiteY37" fmla="*/ 1259526 h 1892938"/>
                  <a:gd name="connsiteX38" fmla="*/ 868730 w 1162418"/>
                  <a:gd name="connsiteY38" fmla="*/ 1296038 h 1892938"/>
                  <a:gd name="connsiteX39" fmla="*/ 641718 w 1162418"/>
                  <a:gd name="connsiteY39" fmla="*/ 1296038 h 1892938"/>
                  <a:gd name="connsiteX40" fmla="*/ 590918 w 1162418"/>
                  <a:gd name="connsiteY40" fmla="*/ 1273813 h 1892938"/>
                  <a:gd name="connsiteX41" fmla="*/ 590918 w 1162418"/>
                  <a:gd name="connsiteY41" fmla="*/ 1207138 h 1892938"/>
                  <a:gd name="connsiteX0" fmla="*/ 584568 w 1162418"/>
                  <a:gd name="connsiteY0" fmla="*/ 1895823 h 1895823"/>
                  <a:gd name="connsiteX1" fmla="*/ 581393 w 1162418"/>
                  <a:gd name="connsiteY1" fmla="*/ 1765648 h 1895823"/>
                  <a:gd name="connsiteX2" fmla="*/ 508368 w 1162418"/>
                  <a:gd name="connsiteY2" fmla="*/ 1721198 h 1895823"/>
                  <a:gd name="connsiteX3" fmla="*/ 475030 w 1162418"/>
                  <a:gd name="connsiteY3" fmla="*/ 1681511 h 1895823"/>
                  <a:gd name="connsiteX4" fmla="*/ 505193 w 1162418"/>
                  <a:gd name="connsiteY4" fmla="*/ 1641823 h 1895823"/>
                  <a:gd name="connsiteX5" fmla="*/ 717918 w 1162418"/>
                  <a:gd name="connsiteY5" fmla="*/ 1641823 h 1895823"/>
                  <a:gd name="connsiteX6" fmla="*/ 746493 w 1162418"/>
                  <a:gd name="connsiteY6" fmla="*/ 1594198 h 1895823"/>
                  <a:gd name="connsiteX7" fmla="*/ 716330 w 1162418"/>
                  <a:gd name="connsiteY7" fmla="*/ 1557686 h 1895823"/>
                  <a:gd name="connsiteX8" fmla="*/ 398830 w 1162418"/>
                  <a:gd name="connsiteY8" fmla="*/ 1557686 h 1895823"/>
                  <a:gd name="connsiteX9" fmla="*/ 360730 w 1162418"/>
                  <a:gd name="connsiteY9" fmla="*/ 1519586 h 1895823"/>
                  <a:gd name="connsiteX10" fmla="*/ 382955 w 1162418"/>
                  <a:gd name="connsiteY10" fmla="*/ 1471961 h 1895823"/>
                  <a:gd name="connsiteX11" fmla="*/ 797293 w 1162418"/>
                  <a:gd name="connsiteY11" fmla="*/ 1471961 h 1895823"/>
                  <a:gd name="connsiteX12" fmla="*/ 830630 w 1162418"/>
                  <a:gd name="connsiteY12" fmla="*/ 1424336 h 1895823"/>
                  <a:gd name="connsiteX13" fmla="*/ 795705 w 1162418"/>
                  <a:gd name="connsiteY13" fmla="*/ 1381473 h 1895823"/>
                  <a:gd name="connsiteX14" fmla="*/ 386130 w 1162418"/>
                  <a:gd name="connsiteY14" fmla="*/ 1381473 h 1895823"/>
                  <a:gd name="connsiteX15" fmla="*/ 322630 w 1162418"/>
                  <a:gd name="connsiteY15" fmla="*/ 1349723 h 1895823"/>
                  <a:gd name="connsiteX16" fmla="*/ 283340 w 1162418"/>
                  <a:gd name="connsiteY16" fmla="*/ 1297733 h 1895823"/>
                  <a:gd name="connsiteX17" fmla="*/ 271830 w 1162418"/>
                  <a:gd name="connsiteY17" fmla="*/ 1205261 h 1895823"/>
                  <a:gd name="connsiteX18" fmla="*/ 260718 w 1162418"/>
                  <a:gd name="connsiteY18" fmla="*/ 1125886 h 1895823"/>
                  <a:gd name="connsiteX19" fmla="*/ 205155 w 1162418"/>
                  <a:gd name="connsiteY19" fmla="*/ 1035398 h 1895823"/>
                  <a:gd name="connsiteX20" fmla="*/ 130543 w 1162418"/>
                  <a:gd name="connsiteY20" fmla="*/ 952848 h 1895823"/>
                  <a:gd name="connsiteX21" fmla="*/ 55137 w 1162418"/>
                  <a:gd name="connsiteY21" fmla="*/ 842914 h 1895823"/>
                  <a:gd name="connsiteX22" fmla="*/ 13861 w 1162418"/>
                  <a:gd name="connsiteY22" fmla="*/ 733377 h 1895823"/>
                  <a:gd name="connsiteX23" fmla="*/ 368 w 1162418"/>
                  <a:gd name="connsiteY23" fmla="*/ 598836 h 1895823"/>
                  <a:gd name="connsiteX24" fmla="*/ 11480 w 1162418"/>
                  <a:gd name="connsiteY24" fmla="*/ 473423 h 1895823"/>
                  <a:gd name="connsiteX25" fmla="*/ 81330 w 1162418"/>
                  <a:gd name="connsiteY25" fmla="*/ 282923 h 1895823"/>
                  <a:gd name="connsiteX26" fmla="*/ 265480 w 1162418"/>
                  <a:gd name="connsiteY26" fmla="*/ 90835 h 1895823"/>
                  <a:gd name="connsiteX27" fmla="*/ 519480 w 1162418"/>
                  <a:gd name="connsiteY27" fmla="*/ 5111 h 1895823"/>
                  <a:gd name="connsiteX28" fmla="*/ 705218 w 1162418"/>
                  <a:gd name="connsiteY28" fmla="*/ 8286 h 1895823"/>
                  <a:gd name="connsiteX29" fmla="*/ 943343 w 1162418"/>
                  <a:gd name="connsiteY29" fmla="*/ 119411 h 1895823"/>
                  <a:gd name="connsiteX30" fmla="*/ 1100505 w 1162418"/>
                  <a:gd name="connsiteY30" fmla="*/ 308323 h 1895823"/>
                  <a:gd name="connsiteX31" fmla="*/ 1162418 w 1162418"/>
                  <a:gd name="connsiteY31" fmla="*/ 511523 h 1895823"/>
                  <a:gd name="connsiteX32" fmla="*/ 1159243 w 1162418"/>
                  <a:gd name="connsiteY32" fmla="*/ 681386 h 1895823"/>
                  <a:gd name="connsiteX33" fmla="*/ 1090980 w 1162418"/>
                  <a:gd name="connsiteY33" fmla="*/ 887761 h 1895823"/>
                  <a:gd name="connsiteX34" fmla="*/ 957630 w 1162418"/>
                  <a:gd name="connsiteY34" fmla="*/ 1056036 h 1895823"/>
                  <a:gd name="connsiteX35" fmla="*/ 914768 w 1162418"/>
                  <a:gd name="connsiteY35" fmla="*/ 1116361 h 1895823"/>
                  <a:gd name="connsiteX36" fmla="*/ 905243 w 1162418"/>
                  <a:gd name="connsiteY36" fmla="*/ 1173511 h 1895823"/>
                  <a:gd name="connsiteX37" fmla="*/ 905243 w 1162418"/>
                  <a:gd name="connsiteY37" fmla="*/ 1262411 h 1895823"/>
                  <a:gd name="connsiteX38" fmla="*/ 868730 w 1162418"/>
                  <a:gd name="connsiteY38" fmla="*/ 1298923 h 1895823"/>
                  <a:gd name="connsiteX39" fmla="*/ 641718 w 1162418"/>
                  <a:gd name="connsiteY39" fmla="*/ 1298923 h 1895823"/>
                  <a:gd name="connsiteX40" fmla="*/ 590918 w 1162418"/>
                  <a:gd name="connsiteY40" fmla="*/ 1276698 h 1895823"/>
                  <a:gd name="connsiteX41" fmla="*/ 590918 w 1162418"/>
                  <a:gd name="connsiteY41" fmla="*/ 1210023 h 1895823"/>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4283 h 1894283"/>
                  <a:gd name="connsiteX1" fmla="*/ 581393 w 1162418"/>
                  <a:gd name="connsiteY1" fmla="*/ 1764108 h 1894283"/>
                  <a:gd name="connsiteX2" fmla="*/ 508368 w 1162418"/>
                  <a:gd name="connsiteY2" fmla="*/ 1719658 h 1894283"/>
                  <a:gd name="connsiteX3" fmla="*/ 475030 w 1162418"/>
                  <a:gd name="connsiteY3" fmla="*/ 1679971 h 1894283"/>
                  <a:gd name="connsiteX4" fmla="*/ 505193 w 1162418"/>
                  <a:gd name="connsiteY4" fmla="*/ 1640283 h 1894283"/>
                  <a:gd name="connsiteX5" fmla="*/ 717918 w 1162418"/>
                  <a:gd name="connsiteY5" fmla="*/ 1640283 h 1894283"/>
                  <a:gd name="connsiteX6" fmla="*/ 746493 w 1162418"/>
                  <a:gd name="connsiteY6" fmla="*/ 1592658 h 1894283"/>
                  <a:gd name="connsiteX7" fmla="*/ 716330 w 1162418"/>
                  <a:gd name="connsiteY7" fmla="*/ 1556146 h 1894283"/>
                  <a:gd name="connsiteX8" fmla="*/ 398830 w 1162418"/>
                  <a:gd name="connsiteY8" fmla="*/ 1556146 h 1894283"/>
                  <a:gd name="connsiteX9" fmla="*/ 360730 w 1162418"/>
                  <a:gd name="connsiteY9" fmla="*/ 1518046 h 1894283"/>
                  <a:gd name="connsiteX10" fmla="*/ 382955 w 1162418"/>
                  <a:gd name="connsiteY10" fmla="*/ 1470421 h 1894283"/>
                  <a:gd name="connsiteX11" fmla="*/ 797293 w 1162418"/>
                  <a:gd name="connsiteY11" fmla="*/ 1470421 h 1894283"/>
                  <a:gd name="connsiteX12" fmla="*/ 830630 w 1162418"/>
                  <a:gd name="connsiteY12" fmla="*/ 1422796 h 1894283"/>
                  <a:gd name="connsiteX13" fmla="*/ 795705 w 1162418"/>
                  <a:gd name="connsiteY13" fmla="*/ 1379933 h 1894283"/>
                  <a:gd name="connsiteX14" fmla="*/ 386130 w 1162418"/>
                  <a:gd name="connsiteY14" fmla="*/ 1379933 h 1894283"/>
                  <a:gd name="connsiteX15" fmla="*/ 322630 w 1162418"/>
                  <a:gd name="connsiteY15" fmla="*/ 1348183 h 1894283"/>
                  <a:gd name="connsiteX16" fmla="*/ 283340 w 1162418"/>
                  <a:gd name="connsiteY16" fmla="*/ 1296193 h 1894283"/>
                  <a:gd name="connsiteX17" fmla="*/ 271830 w 1162418"/>
                  <a:gd name="connsiteY17" fmla="*/ 1203721 h 1894283"/>
                  <a:gd name="connsiteX18" fmla="*/ 260718 w 1162418"/>
                  <a:gd name="connsiteY18" fmla="*/ 1124346 h 1894283"/>
                  <a:gd name="connsiteX19" fmla="*/ 205155 w 1162418"/>
                  <a:gd name="connsiteY19" fmla="*/ 1033858 h 1894283"/>
                  <a:gd name="connsiteX20" fmla="*/ 130543 w 1162418"/>
                  <a:gd name="connsiteY20" fmla="*/ 951308 h 1894283"/>
                  <a:gd name="connsiteX21" fmla="*/ 55137 w 1162418"/>
                  <a:gd name="connsiteY21" fmla="*/ 841374 h 1894283"/>
                  <a:gd name="connsiteX22" fmla="*/ 13861 w 1162418"/>
                  <a:gd name="connsiteY22" fmla="*/ 731837 h 1894283"/>
                  <a:gd name="connsiteX23" fmla="*/ 368 w 1162418"/>
                  <a:gd name="connsiteY23" fmla="*/ 597296 h 1894283"/>
                  <a:gd name="connsiteX24" fmla="*/ 11480 w 1162418"/>
                  <a:gd name="connsiteY24" fmla="*/ 471883 h 1894283"/>
                  <a:gd name="connsiteX25" fmla="*/ 81330 w 1162418"/>
                  <a:gd name="connsiteY25" fmla="*/ 281383 h 1894283"/>
                  <a:gd name="connsiteX26" fmla="*/ 265480 w 1162418"/>
                  <a:gd name="connsiteY26" fmla="*/ 89295 h 1894283"/>
                  <a:gd name="connsiteX27" fmla="*/ 519480 w 1162418"/>
                  <a:gd name="connsiteY27" fmla="*/ 0 h 1894283"/>
                  <a:gd name="connsiteX28" fmla="*/ 705218 w 1162418"/>
                  <a:gd name="connsiteY28" fmla="*/ 6746 h 1894283"/>
                  <a:gd name="connsiteX29" fmla="*/ 943343 w 1162418"/>
                  <a:gd name="connsiteY29" fmla="*/ 117871 h 1894283"/>
                  <a:gd name="connsiteX30" fmla="*/ 1100505 w 1162418"/>
                  <a:gd name="connsiteY30" fmla="*/ 306783 h 1894283"/>
                  <a:gd name="connsiteX31" fmla="*/ 1162418 w 1162418"/>
                  <a:gd name="connsiteY31" fmla="*/ 509983 h 1894283"/>
                  <a:gd name="connsiteX32" fmla="*/ 1159243 w 1162418"/>
                  <a:gd name="connsiteY32" fmla="*/ 679846 h 1894283"/>
                  <a:gd name="connsiteX33" fmla="*/ 1090980 w 1162418"/>
                  <a:gd name="connsiteY33" fmla="*/ 886221 h 1894283"/>
                  <a:gd name="connsiteX34" fmla="*/ 957630 w 1162418"/>
                  <a:gd name="connsiteY34" fmla="*/ 1054496 h 1894283"/>
                  <a:gd name="connsiteX35" fmla="*/ 914768 w 1162418"/>
                  <a:gd name="connsiteY35" fmla="*/ 1114821 h 1894283"/>
                  <a:gd name="connsiteX36" fmla="*/ 905243 w 1162418"/>
                  <a:gd name="connsiteY36" fmla="*/ 1171971 h 1894283"/>
                  <a:gd name="connsiteX37" fmla="*/ 905243 w 1162418"/>
                  <a:gd name="connsiteY37" fmla="*/ 1260871 h 1894283"/>
                  <a:gd name="connsiteX38" fmla="*/ 868730 w 1162418"/>
                  <a:gd name="connsiteY38" fmla="*/ 1297383 h 1894283"/>
                  <a:gd name="connsiteX39" fmla="*/ 641718 w 1162418"/>
                  <a:gd name="connsiteY39" fmla="*/ 1297383 h 1894283"/>
                  <a:gd name="connsiteX40" fmla="*/ 590918 w 1162418"/>
                  <a:gd name="connsiteY40" fmla="*/ 1275158 h 1894283"/>
                  <a:gd name="connsiteX41" fmla="*/ 590918 w 1162418"/>
                  <a:gd name="connsiteY41" fmla="*/ 1208483 h 1894283"/>
                  <a:gd name="connsiteX0" fmla="*/ 584568 w 1162418"/>
                  <a:gd name="connsiteY0" fmla="*/ 1896145 h 1896145"/>
                  <a:gd name="connsiteX1" fmla="*/ 581393 w 1162418"/>
                  <a:gd name="connsiteY1" fmla="*/ 1765970 h 1896145"/>
                  <a:gd name="connsiteX2" fmla="*/ 508368 w 1162418"/>
                  <a:gd name="connsiteY2" fmla="*/ 1721520 h 1896145"/>
                  <a:gd name="connsiteX3" fmla="*/ 475030 w 1162418"/>
                  <a:gd name="connsiteY3" fmla="*/ 1681833 h 1896145"/>
                  <a:gd name="connsiteX4" fmla="*/ 505193 w 1162418"/>
                  <a:gd name="connsiteY4" fmla="*/ 1642145 h 1896145"/>
                  <a:gd name="connsiteX5" fmla="*/ 717918 w 1162418"/>
                  <a:gd name="connsiteY5" fmla="*/ 1642145 h 1896145"/>
                  <a:gd name="connsiteX6" fmla="*/ 746493 w 1162418"/>
                  <a:gd name="connsiteY6" fmla="*/ 1594520 h 1896145"/>
                  <a:gd name="connsiteX7" fmla="*/ 716330 w 1162418"/>
                  <a:gd name="connsiteY7" fmla="*/ 1558008 h 1896145"/>
                  <a:gd name="connsiteX8" fmla="*/ 398830 w 1162418"/>
                  <a:gd name="connsiteY8" fmla="*/ 1558008 h 1896145"/>
                  <a:gd name="connsiteX9" fmla="*/ 360730 w 1162418"/>
                  <a:gd name="connsiteY9" fmla="*/ 1519908 h 1896145"/>
                  <a:gd name="connsiteX10" fmla="*/ 382955 w 1162418"/>
                  <a:gd name="connsiteY10" fmla="*/ 1472283 h 1896145"/>
                  <a:gd name="connsiteX11" fmla="*/ 797293 w 1162418"/>
                  <a:gd name="connsiteY11" fmla="*/ 1472283 h 1896145"/>
                  <a:gd name="connsiteX12" fmla="*/ 830630 w 1162418"/>
                  <a:gd name="connsiteY12" fmla="*/ 1424658 h 1896145"/>
                  <a:gd name="connsiteX13" fmla="*/ 795705 w 1162418"/>
                  <a:gd name="connsiteY13" fmla="*/ 1381795 h 1896145"/>
                  <a:gd name="connsiteX14" fmla="*/ 386130 w 1162418"/>
                  <a:gd name="connsiteY14" fmla="*/ 1381795 h 1896145"/>
                  <a:gd name="connsiteX15" fmla="*/ 322630 w 1162418"/>
                  <a:gd name="connsiteY15" fmla="*/ 1350045 h 1896145"/>
                  <a:gd name="connsiteX16" fmla="*/ 283340 w 1162418"/>
                  <a:gd name="connsiteY16" fmla="*/ 1298055 h 1896145"/>
                  <a:gd name="connsiteX17" fmla="*/ 271830 w 1162418"/>
                  <a:gd name="connsiteY17" fmla="*/ 1205583 h 1896145"/>
                  <a:gd name="connsiteX18" fmla="*/ 260718 w 1162418"/>
                  <a:gd name="connsiteY18" fmla="*/ 1126208 h 1896145"/>
                  <a:gd name="connsiteX19" fmla="*/ 205155 w 1162418"/>
                  <a:gd name="connsiteY19" fmla="*/ 1035720 h 1896145"/>
                  <a:gd name="connsiteX20" fmla="*/ 130543 w 1162418"/>
                  <a:gd name="connsiteY20" fmla="*/ 953170 h 1896145"/>
                  <a:gd name="connsiteX21" fmla="*/ 55137 w 1162418"/>
                  <a:gd name="connsiteY21" fmla="*/ 843236 h 1896145"/>
                  <a:gd name="connsiteX22" fmla="*/ 13861 w 1162418"/>
                  <a:gd name="connsiteY22" fmla="*/ 733699 h 1896145"/>
                  <a:gd name="connsiteX23" fmla="*/ 368 w 1162418"/>
                  <a:gd name="connsiteY23" fmla="*/ 599158 h 1896145"/>
                  <a:gd name="connsiteX24" fmla="*/ 11480 w 1162418"/>
                  <a:gd name="connsiteY24" fmla="*/ 473745 h 1896145"/>
                  <a:gd name="connsiteX25" fmla="*/ 81330 w 1162418"/>
                  <a:gd name="connsiteY25" fmla="*/ 283245 h 1896145"/>
                  <a:gd name="connsiteX26" fmla="*/ 265480 w 1162418"/>
                  <a:gd name="connsiteY26" fmla="*/ 91157 h 1896145"/>
                  <a:gd name="connsiteX27" fmla="*/ 519480 w 1162418"/>
                  <a:gd name="connsiteY27" fmla="*/ 1862 h 1896145"/>
                  <a:gd name="connsiteX28" fmla="*/ 705218 w 1162418"/>
                  <a:gd name="connsiteY28" fmla="*/ 8608 h 1896145"/>
                  <a:gd name="connsiteX29" fmla="*/ 943343 w 1162418"/>
                  <a:gd name="connsiteY29" fmla="*/ 119733 h 1896145"/>
                  <a:gd name="connsiteX30" fmla="*/ 1100505 w 1162418"/>
                  <a:gd name="connsiteY30" fmla="*/ 308645 h 1896145"/>
                  <a:gd name="connsiteX31" fmla="*/ 1162418 w 1162418"/>
                  <a:gd name="connsiteY31" fmla="*/ 511845 h 1896145"/>
                  <a:gd name="connsiteX32" fmla="*/ 1159243 w 1162418"/>
                  <a:gd name="connsiteY32" fmla="*/ 681708 h 1896145"/>
                  <a:gd name="connsiteX33" fmla="*/ 1090980 w 1162418"/>
                  <a:gd name="connsiteY33" fmla="*/ 888083 h 1896145"/>
                  <a:gd name="connsiteX34" fmla="*/ 957630 w 1162418"/>
                  <a:gd name="connsiteY34" fmla="*/ 1056358 h 1896145"/>
                  <a:gd name="connsiteX35" fmla="*/ 914768 w 1162418"/>
                  <a:gd name="connsiteY35" fmla="*/ 1116683 h 1896145"/>
                  <a:gd name="connsiteX36" fmla="*/ 905243 w 1162418"/>
                  <a:gd name="connsiteY36" fmla="*/ 1173833 h 1896145"/>
                  <a:gd name="connsiteX37" fmla="*/ 905243 w 1162418"/>
                  <a:gd name="connsiteY37" fmla="*/ 1262733 h 1896145"/>
                  <a:gd name="connsiteX38" fmla="*/ 868730 w 1162418"/>
                  <a:gd name="connsiteY38" fmla="*/ 1299245 h 1896145"/>
                  <a:gd name="connsiteX39" fmla="*/ 641718 w 1162418"/>
                  <a:gd name="connsiteY39" fmla="*/ 1299245 h 1896145"/>
                  <a:gd name="connsiteX40" fmla="*/ 590918 w 1162418"/>
                  <a:gd name="connsiteY40" fmla="*/ 1277020 h 1896145"/>
                  <a:gd name="connsiteX41" fmla="*/ 590918 w 1162418"/>
                  <a:gd name="connsiteY41" fmla="*/ 1210345 h 1896145"/>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6196"/>
                  <a:gd name="connsiteY0" fmla="*/ 1898273 h 1898273"/>
                  <a:gd name="connsiteX1" fmla="*/ 581393 w 1166196"/>
                  <a:gd name="connsiteY1" fmla="*/ 1768098 h 1898273"/>
                  <a:gd name="connsiteX2" fmla="*/ 508368 w 1166196"/>
                  <a:gd name="connsiteY2" fmla="*/ 1723648 h 1898273"/>
                  <a:gd name="connsiteX3" fmla="*/ 475030 w 1166196"/>
                  <a:gd name="connsiteY3" fmla="*/ 1683961 h 1898273"/>
                  <a:gd name="connsiteX4" fmla="*/ 505193 w 1166196"/>
                  <a:gd name="connsiteY4" fmla="*/ 1644273 h 1898273"/>
                  <a:gd name="connsiteX5" fmla="*/ 717918 w 1166196"/>
                  <a:gd name="connsiteY5" fmla="*/ 1644273 h 1898273"/>
                  <a:gd name="connsiteX6" fmla="*/ 746493 w 1166196"/>
                  <a:gd name="connsiteY6" fmla="*/ 1596648 h 1898273"/>
                  <a:gd name="connsiteX7" fmla="*/ 716330 w 1166196"/>
                  <a:gd name="connsiteY7" fmla="*/ 1560136 h 1898273"/>
                  <a:gd name="connsiteX8" fmla="*/ 398830 w 1166196"/>
                  <a:gd name="connsiteY8" fmla="*/ 1560136 h 1898273"/>
                  <a:gd name="connsiteX9" fmla="*/ 360730 w 1166196"/>
                  <a:gd name="connsiteY9" fmla="*/ 1522036 h 1898273"/>
                  <a:gd name="connsiteX10" fmla="*/ 382955 w 1166196"/>
                  <a:gd name="connsiteY10" fmla="*/ 1474411 h 1898273"/>
                  <a:gd name="connsiteX11" fmla="*/ 797293 w 1166196"/>
                  <a:gd name="connsiteY11" fmla="*/ 1474411 h 1898273"/>
                  <a:gd name="connsiteX12" fmla="*/ 830630 w 1166196"/>
                  <a:gd name="connsiteY12" fmla="*/ 1426786 h 1898273"/>
                  <a:gd name="connsiteX13" fmla="*/ 795705 w 1166196"/>
                  <a:gd name="connsiteY13" fmla="*/ 1383923 h 1898273"/>
                  <a:gd name="connsiteX14" fmla="*/ 386130 w 1166196"/>
                  <a:gd name="connsiteY14" fmla="*/ 1383923 h 1898273"/>
                  <a:gd name="connsiteX15" fmla="*/ 322630 w 1166196"/>
                  <a:gd name="connsiteY15" fmla="*/ 1352173 h 1898273"/>
                  <a:gd name="connsiteX16" fmla="*/ 283340 w 1166196"/>
                  <a:gd name="connsiteY16" fmla="*/ 1300183 h 1898273"/>
                  <a:gd name="connsiteX17" fmla="*/ 271830 w 1166196"/>
                  <a:gd name="connsiteY17" fmla="*/ 1207711 h 1898273"/>
                  <a:gd name="connsiteX18" fmla="*/ 260718 w 1166196"/>
                  <a:gd name="connsiteY18" fmla="*/ 1128336 h 1898273"/>
                  <a:gd name="connsiteX19" fmla="*/ 205155 w 1166196"/>
                  <a:gd name="connsiteY19" fmla="*/ 1037848 h 1898273"/>
                  <a:gd name="connsiteX20" fmla="*/ 130543 w 1166196"/>
                  <a:gd name="connsiteY20" fmla="*/ 955298 h 1898273"/>
                  <a:gd name="connsiteX21" fmla="*/ 55137 w 1166196"/>
                  <a:gd name="connsiteY21" fmla="*/ 845364 h 1898273"/>
                  <a:gd name="connsiteX22" fmla="*/ 13861 w 1166196"/>
                  <a:gd name="connsiteY22" fmla="*/ 735827 h 1898273"/>
                  <a:gd name="connsiteX23" fmla="*/ 368 w 1166196"/>
                  <a:gd name="connsiteY23" fmla="*/ 601286 h 1898273"/>
                  <a:gd name="connsiteX24" fmla="*/ 11480 w 1166196"/>
                  <a:gd name="connsiteY24" fmla="*/ 475873 h 1898273"/>
                  <a:gd name="connsiteX25" fmla="*/ 81330 w 1166196"/>
                  <a:gd name="connsiteY25" fmla="*/ 285373 h 1898273"/>
                  <a:gd name="connsiteX26" fmla="*/ 265480 w 1166196"/>
                  <a:gd name="connsiteY26" fmla="*/ 93285 h 1898273"/>
                  <a:gd name="connsiteX27" fmla="*/ 519480 w 1166196"/>
                  <a:gd name="connsiteY27" fmla="*/ 3990 h 1898273"/>
                  <a:gd name="connsiteX28" fmla="*/ 705218 w 1166196"/>
                  <a:gd name="connsiteY28" fmla="*/ 10736 h 1898273"/>
                  <a:gd name="connsiteX29" fmla="*/ 943343 w 1166196"/>
                  <a:gd name="connsiteY29" fmla="*/ 121861 h 1898273"/>
                  <a:gd name="connsiteX30" fmla="*/ 1100505 w 1166196"/>
                  <a:gd name="connsiteY30" fmla="*/ 310773 h 1898273"/>
                  <a:gd name="connsiteX31" fmla="*/ 1162418 w 1166196"/>
                  <a:gd name="connsiteY31" fmla="*/ 513973 h 1898273"/>
                  <a:gd name="connsiteX32" fmla="*/ 1159243 w 1166196"/>
                  <a:gd name="connsiteY32" fmla="*/ 683836 h 1898273"/>
                  <a:gd name="connsiteX33" fmla="*/ 1090980 w 1166196"/>
                  <a:gd name="connsiteY33" fmla="*/ 890211 h 1898273"/>
                  <a:gd name="connsiteX34" fmla="*/ 957630 w 1166196"/>
                  <a:gd name="connsiteY34" fmla="*/ 1058486 h 1898273"/>
                  <a:gd name="connsiteX35" fmla="*/ 914768 w 1166196"/>
                  <a:gd name="connsiteY35" fmla="*/ 1118811 h 1898273"/>
                  <a:gd name="connsiteX36" fmla="*/ 905243 w 1166196"/>
                  <a:gd name="connsiteY36" fmla="*/ 1175961 h 1898273"/>
                  <a:gd name="connsiteX37" fmla="*/ 905243 w 1166196"/>
                  <a:gd name="connsiteY37" fmla="*/ 1264861 h 1898273"/>
                  <a:gd name="connsiteX38" fmla="*/ 868730 w 1166196"/>
                  <a:gd name="connsiteY38" fmla="*/ 1301373 h 1898273"/>
                  <a:gd name="connsiteX39" fmla="*/ 641718 w 1166196"/>
                  <a:gd name="connsiteY39" fmla="*/ 1301373 h 1898273"/>
                  <a:gd name="connsiteX40" fmla="*/ 590918 w 1166196"/>
                  <a:gd name="connsiteY40" fmla="*/ 1279148 h 1898273"/>
                  <a:gd name="connsiteX41" fmla="*/ 590918 w 1166196"/>
                  <a:gd name="connsiteY41" fmla="*/ 1212473 h 1898273"/>
                  <a:gd name="connsiteX0" fmla="*/ 584568 w 1170207"/>
                  <a:gd name="connsiteY0" fmla="*/ 1898273 h 1898273"/>
                  <a:gd name="connsiteX1" fmla="*/ 581393 w 1170207"/>
                  <a:gd name="connsiteY1" fmla="*/ 1768098 h 1898273"/>
                  <a:gd name="connsiteX2" fmla="*/ 508368 w 1170207"/>
                  <a:gd name="connsiteY2" fmla="*/ 1723648 h 1898273"/>
                  <a:gd name="connsiteX3" fmla="*/ 475030 w 1170207"/>
                  <a:gd name="connsiteY3" fmla="*/ 1683961 h 1898273"/>
                  <a:gd name="connsiteX4" fmla="*/ 505193 w 1170207"/>
                  <a:gd name="connsiteY4" fmla="*/ 1644273 h 1898273"/>
                  <a:gd name="connsiteX5" fmla="*/ 717918 w 1170207"/>
                  <a:gd name="connsiteY5" fmla="*/ 1644273 h 1898273"/>
                  <a:gd name="connsiteX6" fmla="*/ 746493 w 1170207"/>
                  <a:gd name="connsiteY6" fmla="*/ 1596648 h 1898273"/>
                  <a:gd name="connsiteX7" fmla="*/ 716330 w 1170207"/>
                  <a:gd name="connsiteY7" fmla="*/ 1560136 h 1898273"/>
                  <a:gd name="connsiteX8" fmla="*/ 398830 w 1170207"/>
                  <a:gd name="connsiteY8" fmla="*/ 1560136 h 1898273"/>
                  <a:gd name="connsiteX9" fmla="*/ 360730 w 1170207"/>
                  <a:gd name="connsiteY9" fmla="*/ 1522036 h 1898273"/>
                  <a:gd name="connsiteX10" fmla="*/ 382955 w 1170207"/>
                  <a:gd name="connsiteY10" fmla="*/ 1474411 h 1898273"/>
                  <a:gd name="connsiteX11" fmla="*/ 797293 w 1170207"/>
                  <a:gd name="connsiteY11" fmla="*/ 1474411 h 1898273"/>
                  <a:gd name="connsiteX12" fmla="*/ 830630 w 1170207"/>
                  <a:gd name="connsiteY12" fmla="*/ 1426786 h 1898273"/>
                  <a:gd name="connsiteX13" fmla="*/ 795705 w 1170207"/>
                  <a:gd name="connsiteY13" fmla="*/ 1383923 h 1898273"/>
                  <a:gd name="connsiteX14" fmla="*/ 386130 w 1170207"/>
                  <a:gd name="connsiteY14" fmla="*/ 1383923 h 1898273"/>
                  <a:gd name="connsiteX15" fmla="*/ 322630 w 1170207"/>
                  <a:gd name="connsiteY15" fmla="*/ 1352173 h 1898273"/>
                  <a:gd name="connsiteX16" fmla="*/ 283340 w 1170207"/>
                  <a:gd name="connsiteY16" fmla="*/ 1300183 h 1898273"/>
                  <a:gd name="connsiteX17" fmla="*/ 271830 w 1170207"/>
                  <a:gd name="connsiteY17" fmla="*/ 1207711 h 1898273"/>
                  <a:gd name="connsiteX18" fmla="*/ 260718 w 1170207"/>
                  <a:gd name="connsiteY18" fmla="*/ 1128336 h 1898273"/>
                  <a:gd name="connsiteX19" fmla="*/ 205155 w 1170207"/>
                  <a:gd name="connsiteY19" fmla="*/ 1037848 h 1898273"/>
                  <a:gd name="connsiteX20" fmla="*/ 130543 w 1170207"/>
                  <a:gd name="connsiteY20" fmla="*/ 955298 h 1898273"/>
                  <a:gd name="connsiteX21" fmla="*/ 55137 w 1170207"/>
                  <a:gd name="connsiteY21" fmla="*/ 845364 h 1898273"/>
                  <a:gd name="connsiteX22" fmla="*/ 13861 w 1170207"/>
                  <a:gd name="connsiteY22" fmla="*/ 735827 h 1898273"/>
                  <a:gd name="connsiteX23" fmla="*/ 368 w 1170207"/>
                  <a:gd name="connsiteY23" fmla="*/ 601286 h 1898273"/>
                  <a:gd name="connsiteX24" fmla="*/ 11480 w 1170207"/>
                  <a:gd name="connsiteY24" fmla="*/ 475873 h 1898273"/>
                  <a:gd name="connsiteX25" fmla="*/ 81330 w 1170207"/>
                  <a:gd name="connsiteY25" fmla="*/ 285373 h 1898273"/>
                  <a:gd name="connsiteX26" fmla="*/ 265480 w 1170207"/>
                  <a:gd name="connsiteY26" fmla="*/ 93285 h 1898273"/>
                  <a:gd name="connsiteX27" fmla="*/ 519480 w 1170207"/>
                  <a:gd name="connsiteY27" fmla="*/ 3990 h 1898273"/>
                  <a:gd name="connsiteX28" fmla="*/ 705218 w 1170207"/>
                  <a:gd name="connsiteY28" fmla="*/ 10736 h 1898273"/>
                  <a:gd name="connsiteX29" fmla="*/ 943343 w 1170207"/>
                  <a:gd name="connsiteY29" fmla="*/ 121861 h 1898273"/>
                  <a:gd name="connsiteX30" fmla="*/ 1100505 w 1170207"/>
                  <a:gd name="connsiteY30" fmla="*/ 310773 h 1898273"/>
                  <a:gd name="connsiteX31" fmla="*/ 1162418 w 1170207"/>
                  <a:gd name="connsiteY31" fmla="*/ 513973 h 1898273"/>
                  <a:gd name="connsiteX32" fmla="*/ 1159243 w 1170207"/>
                  <a:gd name="connsiteY32" fmla="*/ 683836 h 1898273"/>
                  <a:gd name="connsiteX33" fmla="*/ 1090980 w 1170207"/>
                  <a:gd name="connsiteY33" fmla="*/ 890211 h 1898273"/>
                  <a:gd name="connsiteX34" fmla="*/ 957630 w 1170207"/>
                  <a:gd name="connsiteY34" fmla="*/ 1058486 h 1898273"/>
                  <a:gd name="connsiteX35" fmla="*/ 914768 w 1170207"/>
                  <a:gd name="connsiteY35" fmla="*/ 1118811 h 1898273"/>
                  <a:gd name="connsiteX36" fmla="*/ 905243 w 1170207"/>
                  <a:gd name="connsiteY36" fmla="*/ 1175961 h 1898273"/>
                  <a:gd name="connsiteX37" fmla="*/ 905243 w 1170207"/>
                  <a:gd name="connsiteY37" fmla="*/ 1264861 h 1898273"/>
                  <a:gd name="connsiteX38" fmla="*/ 868730 w 1170207"/>
                  <a:gd name="connsiteY38" fmla="*/ 1301373 h 1898273"/>
                  <a:gd name="connsiteX39" fmla="*/ 641718 w 1170207"/>
                  <a:gd name="connsiteY39" fmla="*/ 1301373 h 1898273"/>
                  <a:gd name="connsiteX40" fmla="*/ 590918 w 1170207"/>
                  <a:gd name="connsiteY40" fmla="*/ 1279148 h 1898273"/>
                  <a:gd name="connsiteX41" fmla="*/ 590918 w 1170207"/>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70104"/>
                  <a:gd name="connsiteY0" fmla="*/ 1898273 h 1898273"/>
                  <a:gd name="connsiteX1" fmla="*/ 581393 w 1170104"/>
                  <a:gd name="connsiteY1" fmla="*/ 1768098 h 1898273"/>
                  <a:gd name="connsiteX2" fmla="*/ 508368 w 1170104"/>
                  <a:gd name="connsiteY2" fmla="*/ 1723648 h 1898273"/>
                  <a:gd name="connsiteX3" fmla="*/ 475030 w 1170104"/>
                  <a:gd name="connsiteY3" fmla="*/ 1683961 h 1898273"/>
                  <a:gd name="connsiteX4" fmla="*/ 505193 w 1170104"/>
                  <a:gd name="connsiteY4" fmla="*/ 1644273 h 1898273"/>
                  <a:gd name="connsiteX5" fmla="*/ 717918 w 1170104"/>
                  <a:gd name="connsiteY5" fmla="*/ 1644273 h 1898273"/>
                  <a:gd name="connsiteX6" fmla="*/ 746493 w 1170104"/>
                  <a:gd name="connsiteY6" fmla="*/ 1596648 h 1898273"/>
                  <a:gd name="connsiteX7" fmla="*/ 716330 w 1170104"/>
                  <a:gd name="connsiteY7" fmla="*/ 1560136 h 1898273"/>
                  <a:gd name="connsiteX8" fmla="*/ 398830 w 1170104"/>
                  <a:gd name="connsiteY8" fmla="*/ 1560136 h 1898273"/>
                  <a:gd name="connsiteX9" fmla="*/ 360730 w 1170104"/>
                  <a:gd name="connsiteY9" fmla="*/ 1522036 h 1898273"/>
                  <a:gd name="connsiteX10" fmla="*/ 382955 w 1170104"/>
                  <a:gd name="connsiteY10" fmla="*/ 1474411 h 1898273"/>
                  <a:gd name="connsiteX11" fmla="*/ 797293 w 1170104"/>
                  <a:gd name="connsiteY11" fmla="*/ 1474411 h 1898273"/>
                  <a:gd name="connsiteX12" fmla="*/ 830630 w 1170104"/>
                  <a:gd name="connsiteY12" fmla="*/ 1426786 h 1898273"/>
                  <a:gd name="connsiteX13" fmla="*/ 795705 w 1170104"/>
                  <a:gd name="connsiteY13" fmla="*/ 1383923 h 1898273"/>
                  <a:gd name="connsiteX14" fmla="*/ 386130 w 1170104"/>
                  <a:gd name="connsiteY14" fmla="*/ 1383923 h 1898273"/>
                  <a:gd name="connsiteX15" fmla="*/ 322630 w 1170104"/>
                  <a:gd name="connsiteY15" fmla="*/ 1352173 h 1898273"/>
                  <a:gd name="connsiteX16" fmla="*/ 283340 w 1170104"/>
                  <a:gd name="connsiteY16" fmla="*/ 1300183 h 1898273"/>
                  <a:gd name="connsiteX17" fmla="*/ 271830 w 1170104"/>
                  <a:gd name="connsiteY17" fmla="*/ 1207711 h 1898273"/>
                  <a:gd name="connsiteX18" fmla="*/ 260718 w 1170104"/>
                  <a:gd name="connsiteY18" fmla="*/ 1128336 h 1898273"/>
                  <a:gd name="connsiteX19" fmla="*/ 205155 w 1170104"/>
                  <a:gd name="connsiteY19" fmla="*/ 1037848 h 1898273"/>
                  <a:gd name="connsiteX20" fmla="*/ 130543 w 1170104"/>
                  <a:gd name="connsiteY20" fmla="*/ 955298 h 1898273"/>
                  <a:gd name="connsiteX21" fmla="*/ 55137 w 1170104"/>
                  <a:gd name="connsiteY21" fmla="*/ 845364 h 1898273"/>
                  <a:gd name="connsiteX22" fmla="*/ 13861 w 1170104"/>
                  <a:gd name="connsiteY22" fmla="*/ 735827 h 1898273"/>
                  <a:gd name="connsiteX23" fmla="*/ 368 w 1170104"/>
                  <a:gd name="connsiteY23" fmla="*/ 601286 h 1898273"/>
                  <a:gd name="connsiteX24" fmla="*/ 11480 w 1170104"/>
                  <a:gd name="connsiteY24" fmla="*/ 475873 h 1898273"/>
                  <a:gd name="connsiteX25" fmla="*/ 81330 w 1170104"/>
                  <a:gd name="connsiteY25" fmla="*/ 285373 h 1898273"/>
                  <a:gd name="connsiteX26" fmla="*/ 265480 w 1170104"/>
                  <a:gd name="connsiteY26" fmla="*/ 93285 h 1898273"/>
                  <a:gd name="connsiteX27" fmla="*/ 519480 w 1170104"/>
                  <a:gd name="connsiteY27" fmla="*/ 3990 h 1898273"/>
                  <a:gd name="connsiteX28" fmla="*/ 705218 w 1170104"/>
                  <a:gd name="connsiteY28" fmla="*/ 10736 h 1898273"/>
                  <a:gd name="connsiteX29" fmla="*/ 943343 w 1170104"/>
                  <a:gd name="connsiteY29" fmla="*/ 121861 h 1898273"/>
                  <a:gd name="connsiteX30" fmla="*/ 1100505 w 1170104"/>
                  <a:gd name="connsiteY30" fmla="*/ 310773 h 1898273"/>
                  <a:gd name="connsiteX31" fmla="*/ 1162418 w 1170104"/>
                  <a:gd name="connsiteY31" fmla="*/ 513973 h 1898273"/>
                  <a:gd name="connsiteX32" fmla="*/ 1165196 w 1170104"/>
                  <a:gd name="connsiteY32" fmla="*/ 683836 h 1898273"/>
                  <a:gd name="connsiteX33" fmla="*/ 1090980 w 1170104"/>
                  <a:gd name="connsiteY33" fmla="*/ 890211 h 1898273"/>
                  <a:gd name="connsiteX34" fmla="*/ 957630 w 1170104"/>
                  <a:gd name="connsiteY34" fmla="*/ 1058486 h 1898273"/>
                  <a:gd name="connsiteX35" fmla="*/ 914768 w 1170104"/>
                  <a:gd name="connsiteY35" fmla="*/ 1118811 h 1898273"/>
                  <a:gd name="connsiteX36" fmla="*/ 905243 w 1170104"/>
                  <a:gd name="connsiteY36" fmla="*/ 1175961 h 1898273"/>
                  <a:gd name="connsiteX37" fmla="*/ 905243 w 1170104"/>
                  <a:gd name="connsiteY37" fmla="*/ 1264861 h 1898273"/>
                  <a:gd name="connsiteX38" fmla="*/ 868730 w 1170104"/>
                  <a:gd name="connsiteY38" fmla="*/ 1301373 h 1898273"/>
                  <a:gd name="connsiteX39" fmla="*/ 641718 w 1170104"/>
                  <a:gd name="connsiteY39" fmla="*/ 1301373 h 1898273"/>
                  <a:gd name="connsiteX40" fmla="*/ 590918 w 1170104"/>
                  <a:gd name="connsiteY40" fmla="*/ 1279148 h 1898273"/>
                  <a:gd name="connsiteX41" fmla="*/ 590918 w 1170104"/>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2862 w 1167899"/>
                  <a:gd name="connsiteY37" fmla="*/ 1261289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9527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0487 w 1167899"/>
                  <a:gd name="connsiteY34" fmla="*/ 1054914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70467"/>
                  <a:gd name="connsiteY0" fmla="*/ 1898273 h 1898273"/>
                  <a:gd name="connsiteX1" fmla="*/ 581393 w 1170467"/>
                  <a:gd name="connsiteY1" fmla="*/ 1768098 h 1898273"/>
                  <a:gd name="connsiteX2" fmla="*/ 513130 w 1170467"/>
                  <a:gd name="connsiteY2" fmla="*/ 1726030 h 1898273"/>
                  <a:gd name="connsiteX3" fmla="*/ 470268 w 1170467"/>
                  <a:gd name="connsiteY3" fmla="*/ 1680389 h 1898273"/>
                  <a:gd name="connsiteX4" fmla="*/ 505193 w 1170467"/>
                  <a:gd name="connsiteY4" fmla="*/ 1644273 h 1898273"/>
                  <a:gd name="connsiteX5" fmla="*/ 717918 w 1170467"/>
                  <a:gd name="connsiteY5" fmla="*/ 1644273 h 1898273"/>
                  <a:gd name="connsiteX6" fmla="*/ 748874 w 1170467"/>
                  <a:gd name="connsiteY6" fmla="*/ 1603792 h 1898273"/>
                  <a:gd name="connsiteX7" fmla="*/ 716330 w 1170467"/>
                  <a:gd name="connsiteY7" fmla="*/ 1561327 h 1898273"/>
                  <a:gd name="connsiteX8" fmla="*/ 398830 w 1170467"/>
                  <a:gd name="connsiteY8" fmla="*/ 1560136 h 1898273"/>
                  <a:gd name="connsiteX9" fmla="*/ 360730 w 1170467"/>
                  <a:gd name="connsiteY9" fmla="*/ 1522036 h 1898273"/>
                  <a:gd name="connsiteX10" fmla="*/ 387717 w 1170467"/>
                  <a:gd name="connsiteY10" fmla="*/ 1476793 h 1898273"/>
                  <a:gd name="connsiteX11" fmla="*/ 797293 w 1170467"/>
                  <a:gd name="connsiteY11" fmla="*/ 1474411 h 1898273"/>
                  <a:gd name="connsiteX12" fmla="*/ 828249 w 1170467"/>
                  <a:gd name="connsiteY12" fmla="*/ 1425595 h 1898273"/>
                  <a:gd name="connsiteX13" fmla="*/ 795705 w 1170467"/>
                  <a:gd name="connsiteY13" fmla="*/ 1383923 h 1898273"/>
                  <a:gd name="connsiteX14" fmla="*/ 386130 w 1170467"/>
                  <a:gd name="connsiteY14" fmla="*/ 1383923 h 1898273"/>
                  <a:gd name="connsiteX15" fmla="*/ 322630 w 1170467"/>
                  <a:gd name="connsiteY15" fmla="*/ 1352173 h 1898273"/>
                  <a:gd name="connsiteX16" fmla="*/ 283340 w 1170467"/>
                  <a:gd name="connsiteY16" fmla="*/ 1300183 h 1898273"/>
                  <a:gd name="connsiteX17" fmla="*/ 271830 w 1170467"/>
                  <a:gd name="connsiteY17" fmla="*/ 1207711 h 1898273"/>
                  <a:gd name="connsiteX18" fmla="*/ 255955 w 1170467"/>
                  <a:gd name="connsiteY18" fmla="*/ 1128336 h 1898273"/>
                  <a:gd name="connsiteX19" fmla="*/ 205155 w 1170467"/>
                  <a:gd name="connsiteY19" fmla="*/ 1037848 h 1898273"/>
                  <a:gd name="connsiteX20" fmla="*/ 130543 w 1170467"/>
                  <a:gd name="connsiteY20" fmla="*/ 955298 h 1898273"/>
                  <a:gd name="connsiteX21" fmla="*/ 55137 w 1170467"/>
                  <a:gd name="connsiteY21" fmla="*/ 845364 h 1898273"/>
                  <a:gd name="connsiteX22" fmla="*/ 13861 w 1170467"/>
                  <a:gd name="connsiteY22" fmla="*/ 735827 h 1898273"/>
                  <a:gd name="connsiteX23" fmla="*/ 368 w 1170467"/>
                  <a:gd name="connsiteY23" fmla="*/ 601286 h 1898273"/>
                  <a:gd name="connsiteX24" fmla="*/ 11480 w 1170467"/>
                  <a:gd name="connsiteY24" fmla="*/ 475873 h 1898273"/>
                  <a:gd name="connsiteX25" fmla="*/ 81330 w 1170467"/>
                  <a:gd name="connsiteY25" fmla="*/ 285373 h 1898273"/>
                  <a:gd name="connsiteX26" fmla="*/ 265480 w 1170467"/>
                  <a:gd name="connsiteY26" fmla="*/ 93285 h 1898273"/>
                  <a:gd name="connsiteX27" fmla="*/ 519480 w 1170467"/>
                  <a:gd name="connsiteY27" fmla="*/ 3990 h 1898273"/>
                  <a:gd name="connsiteX28" fmla="*/ 705218 w 1170467"/>
                  <a:gd name="connsiteY28" fmla="*/ 10736 h 1898273"/>
                  <a:gd name="connsiteX29" fmla="*/ 943343 w 1170467"/>
                  <a:gd name="connsiteY29" fmla="*/ 121861 h 1898273"/>
                  <a:gd name="connsiteX30" fmla="*/ 1100505 w 1170467"/>
                  <a:gd name="connsiteY30" fmla="*/ 310773 h 1898273"/>
                  <a:gd name="connsiteX31" fmla="*/ 1164799 w 1170467"/>
                  <a:gd name="connsiteY31" fmla="*/ 512783 h 1898273"/>
                  <a:gd name="connsiteX32" fmla="*/ 1165196 w 1170467"/>
                  <a:gd name="connsiteY32" fmla="*/ 683836 h 1898273"/>
                  <a:gd name="connsiteX33" fmla="*/ 1085027 w 1170467"/>
                  <a:gd name="connsiteY33" fmla="*/ 889020 h 1898273"/>
                  <a:gd name="connsiteX34" fmla="*/ 950487 w 1170467"/>
                  <a:gd name="connsiteY34" fmla="*/ 1054914 h 1898273"/>
                  <a:gd name="connsiteX35" fmla="*/ 914768 w 1170467"/>
                  <a:gd name="connsiteY35" fmla="*/ 1118811 h 1898273"/>
                  <a:gd name="connsiteX36" fmla="*/ 900480 w 1170467"/>
                  <a:gd name="connsiteY36" fmla="*/ 1177152 h 1898273"/>
                  <a:gd name="connsiteX37" fmla="*/ 898100 w 1170467"/>
                  <a:gd name="connsiteY37" fmla="*/ 1258908 h 1898273"/>
                  <a:gd name="connsiteX38" fmla="*/ 858014 w 1170467"/>
                  <a:gd name="connsiteY38" fmla="*/ 1301373 h 1898273"/>
                  <a:gd name="connsiteX39" fmla="*/ 641718 w 1170467"/>
                  <a:gd name="connsiteY39" fmla="*/ 1301373 h 1898273"/>
                  <a:gd name="connsiteX40" fmla="*/ 590918 w 1170467"/>
                  <a:gd name="connsiteY40" fmla="*/ 1279148 h 1898273"/>
                  <a:gd name="connsiteX41" fmla="*/ 590918 w 1170467"/>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88142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0892" h="1898273">
                    <a:moveTo>
                      <a:pt x="584993" y="1898273"/>
                    </a:moveTo>
                    <a:cubicBezTo>
                      <a:pt x="583935" y="1854881"/>
                      <a:pt x="582876" y="1811490"/>
                      <a:pt x="581818" y="1768098"/>
                    </a:cubicBezTo>
                    <a:cubicBezTo>
                      <a:pt x="573352" y="1746931"/>
                      <a:pt x="562503" y="1729338"/>
                      <a:pt x="513555" y="1726030"/>
                    </a:cubicBezTo>
                    <a:cubicBezTo>
                      <a:pt x="487759" y="1721135"/>
                      <a:pt x="471487" y="1707906"/>
                      <a:pt x="470693" y="1680389"/>
                    </a:cubicBezTo>
                    <a:cubicBezTo>
                      <a:pt x="474793" y="1662398"/>
                      <a:pt x="478895" y="1650358"/>
                      <a:pt x="505618" y="1644273"/>
                    </a:cubicBezTo>
                    <a:lnTo>
                      <a:pt x="718343" y="1644273"/>
                    </a:lnTo>
                    <a:cubicBezTo>
                      <a:pt x="736202" y="1631970"/>
                      <a:pt x="744536" y="1626810"/>
                      <a:pt x="749299" y="1603792"/>
                    </a:cubicBezTo>
                    <a:cubicBezTo>
                      <a:pt x="745198" y="1586858"/>
                      <a:pt x="741097" y="1572308"/>
                      <a:pt x="716755" y="1561327"/>
                    </a:cubicBezTo>
                    <a:lnTo>
                      <a:pt x="399255" y="1560136"/>
                    </a:lnTo>
                    <a:cubicBezTo>
                      <a:pt x="375839" y="1555770"/>
                      <a:pt x="367902" y="1546642"/>
                      <a:pt x="361155" y="1522036"/>
                    </a:cubicBezTo>
                    <a:cubicBezTo>
                      <a:pt x="362610" y="1506161"/>
                      <a:pt x="365255" y="1491478"/>
                      <a:pt x="394095" y="1476793"/>
                    </a:cubicBezTo>
                    <a:lnTo>
                      <a:pt x="797718" y="1474411"/>
                    </a:lnTo>
                    <a:cubicBezTo>
                      <a:pt x="819546" y="1463299"/>
                      <a:pt x="827088" y="1449805"/>
                      <a:pt x="828674" y="1425595"/>
                    </a:cubicBezTo>
                    <a:cubicBezTo>
                      <a:pt x="824177" y="1402972"/>
                      <a:pt x="825632" y="1399402"/>
                      <a:pt x="796130" y="1383923"/>
                    </a:cubicBezTo>
                    <a:lnTo>
                      <a:pt x="386555" y="1383923"/>
                    </a:lnTo>
                    <a:cubicBezTo>
                      <a:pt x="360625" y="1374530"/>
                      <a:pt x="343031" y="1368709"/>
                      <a:pt x="323055" y="1352173"/>
                    </a:cubicBezTo>
                    <a:cubicBezTo>
                      <a:pt x="314721" y="1341193"/>
                      <a:pt x="295670" y="1327832"/>
                      <a:pt x="283765" y="1300183"/>
                    </a:cubicBezTo>
                    <a:cubicBezTo>
                      <a:pt x="275166" y="1267772"/>
                      <a:pt x="274901" y="1238932"/>
                      <a:pt x="272255" y="1207711"/>
                    </a:cubicBezTo>
                    <a:lnTo>
                      <a:pt x="256380" y="1128336"/>
                    </a:lnTo>
                    <a:cubicBezTo>
                      <a:pt x="240241" y="1093410"/>
                      <a:pt x="227673" y="1070392"/>
                      <a:pt x="205580" y="1037848"/>
                    </a:cubicBezTo>
                    <a:cubicBezTo>
                      <a:pt x="184281" y="1006760"/>
                      <a:pt x="162982" y="981625"/>
                      <a:pt x="130968" y="955298"/>
                    </a:cubicBezTo>
                    <a:cubicBezTo>
                      <a:pt x="101071" y="924606"/>
                      <a:pt x="77125" y="886771"/>
                      <a:pt x="55562" y="845364"/>
                    </a:cubicBezTo>
                    <a:cubicBezTo>
                      <a:pt x="23150" y="783054"/>
                      <a:pt x="26457" y="770752"/>
                      <a:pt x="14286" y="735827"/>
                    </a:cubicBezTo>
                    <a:cubicBezTo>
                      <a:pt x="6217" y="686615"/>
                      <a:pt x="1322" y="648911"/>
                      <a:pt x="793" y="601286"/>
                    </a:cubicBezTo>
                    <a:cubicBezTo>
                      <a:pt x="-265" y="557894"/>
                      <a:pt x="-2118" y="514502"/>
                      <a:pt x="9524" y="475873"/>
                    </a:cubicBezTo>
                    <a:cubicBezTo>
                      <a:pt x="20107" y="409198"/>
                      <a:pt x="44184" y="347286"/>
                      <a:pt x="81755" y="285373"/>
                    </a:cubicBezTo>
                    <a:cubicBezTo>
                      <a:pt x="130438" y="213406"/>
                      <a:pt x="185472" y="143027"/>
                      <a:pt x="265905" y="93285"/>
                    </a:cubicBezTo>
                    <a:cubicBezTo>
                      <a:pt x="333638" y="48306"/>
                      <a:pt x="420819" y="15632"/>
                      <a:pt x="519905" y="3990"/>
                    </a:cubicBezTo>
                    <a:cubicBezTo>
                      <a:pt x="584200" y="-2095"/>
                      <a:pt x="644921" y="-2228"/>
                      <a:pt x="705643" y="10736"/>
                    </a:cubicBezTo>
                    <a:cubicBezTo>
                      <a:pt x="805259" y="37062"/>
                      <a:pt x="872727" y="72912"/>
                      <a:pt x="943768" y="121861"/>
                    </a:cubicBezTo>
                    <a:cubicBezTo>
                      <a:pt x="1009252" y="178879"/>
                      <a:pt x="1058067" y="229942"/>
                      <a:pt x="1100930" y="310773"/>
                    </a:cubicBezTo>
                    <a:cubicBezTo>
                      <a:pt x="1137046" y="378506"/>
                      <a:pt x="1160063" y="439096"/>
                      <a:pt x="1165224" y="512783"/>
                    </a:cubicBezTo>
                    <a:cubicBezTo>
                      <a:pt x="1174881" y="568213"/>
                      <a:pt x="1170250" y="629597"/>
                      <a:pt x="1165621" y="683836"/>
                    </a:cubicBezTo>
                    <a:cubicBezTo>
                      <a:pt x="1151202" y="755009"/>
                      <a:pt x="1129637" y="822609"/>
                      <a:pt x="1085452" y="889020"/>
                    </a:cubicBezTo>
                    <a:cubicBezTo>
                      <a:pt x="1047749" y="946699"/>
                      <a:pt x="994569" y="992472"/>
                      <a:pt x="950912" y="1054914"/>
                    </a:cubicBezTo>
                    <a:cubicBezTo>
                      <a:pt x="937021" y="1078197"/>
                      <a:pt x="923130" y="1091956"/>
                      <a:pt x="915193" y="1118811"/>
                    </a:cubicBezTo>
                    <a:cubicBezTo>
                      <a:pt x="906065" y="1147386"/>
                      <a:pt x="904080" y="1158102"/>
                      <a:pt x="900905" y="1177152"/>
                    </a:cubicBezTo>
                    <a:cubicBezTo>
                      <a:pt x="898920" y="1217501"/>
                      <a:pt x="899319" y="1230465"/>
                      <a:pt x="898525" y="1258908"/>
                    </a:cubicBezTo>
                    <a:cubicBezTo>
                      <a:pt x="898260" y="1276635"/>
                      <a:pt x="886089" y="1291981"/>
                      <a:pt x="858439" y="1301373"/>
                    </a:cubicBezTo>
                    <a:lnTo>
                      <a:pt x="642143" y="1301373"/>
                    </a:lnTo>
                    <a:cubicBezTo>
                      <a:pt x="604968" y="1298728"/>
                      <a:pt x="601133" y="1297271"/>
                      <a:pt x="591343" y="1279148"/>
                    </a:cubicBezTo>
                    <a:lnTo>
                      <a:pt x="591343" y="1212473"/>
                    </a:lnTo>
                  </a:path>
                </a:pathLst>
              </a:custGeom>
              <a:noFill/>
              <a:ln w="25400" algn="ctr">
                <a:solidFill>
                  <a:schemeClr val="accent1"/>
                </a:solidFill>
                <a:miter lim="800000"/>
                <a:headEnd type="none" w="sm" len="sm"/>
                <a:tailEnd type="oval" w="sm" len="sm"/>
              </a:ln>
            </p:spPr>
            <p:txBody>
              <a:bodyPr rtlCol="0" anchor="ctr"/>
              <a:lstStyle/>
              <a:p>
                <a:pPr algn="ctr" defTabSz="742969">
                  <a:defRPr/>
                </a:pPr>
                <a:endParaRPr lang="en-US" sz="1000" dirty="0">
                  <a:solidFill>
                    <a:prstClr val="black"/>
                  </a:solidFill>
                  <a:latin typeface="Aptos" panose="020B0004020202020204" pitchFamily="34" charset="0"/>
                </a:endParaRPr>
              </a:p>
            </p:txBody>
          </p:sp>
          <p:sp>
            <p:nvSpPr>
              <p:cNvPr id="46" name="Round Same Side Corner Rectangle 37">
                <a:extLst>
                  <a:ext uri="{FF2B5EF4-FFF2-40B4-BE49-F238E27FC236}">
                    <a16:creationId xmlns:a16="http://schemas.microsoft.com/office/drawing/2014/main" id="{B5CDBD07-CAFD-4BFB-9DED-630073CB3EA9}"/>
                  </a:ext>
                </a:extLst>
              </p:cNvPr>
              <p:cNvSpPr/>
              <p:nvPr/>
            </p:nvSpPr>
            <p:spPr bwMode="gray">
              <a:xfrm>
                <a:off x="1289779" y="3495046"/>
                <a:ext cx="116350" cy="108039"/>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47" name="Round Same Side Corner Rectangle 38">
                <a:extLst>
                  <a:ext uri="{FF2B5EF4-FFF2-40B4-BE49-F238E27FC236}">
                    <a16:creationId xmlns:a16="http://schemas.microsoft.com/office/drawing/2014/main" id="{AEC94D2E-E1A7-4D10-BA81-003849D17C91}"/>
                  </a:ext>
                </a:extLst>
              </p:cNvPr>
              <p:cNvSpPr/>
              <p:nvPr/>
            </p:nvSpPr>
            <p:spPr bwMode="gray">
              <a:xfrm flipV="1">
                <a:off x="1312850"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48" name="Round Same Side Corner Rectangle 39">
                <a:extLst>
                  <a:ext uri="{FF2B5EF4-FFF2-40B4-BE49-F238E27FC236}">
                    <a16:creationId xmlns:a16="http://schemas.microsoft.com/office/drawing/2014/main" id="{778F7CB4-BB09-47A7-B414-E5BD0D753ED3}"/>
                  </a:ext>
                </a:extLst>
              </p:cNvPr>
              <p:cNvSpPr/>
              <p:nvPr/>
            </p:nvSpPr>
            <p:spPr bwMode="gray">
              <a:xfrm flipV="1">
                <a:off x="1362714"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49" name="Oval 48">
                <a:extLst>
                  <a:ext uri="{FF2B5EF4-FFF2-40B4-BE49-F238E27FC236}">
                    <a16:creationId xmlns:a16="http://schemas.microsoft.com/office/drawing/2014/main" id="{A06532EA-C3F2-4A70-8D22-D8A31D9C4ADE}"/>
                  </a:ext>
                </a:extLst>
              </p:cNvPr>
              <p:cNvSpPr/>
              <p:nvPr/>
            </p:nvSpPr>
            <p:spPr bwMode="gray">
              <a:xfrm>
                <a:off x="1329954" y="3531065"/>
                <a:ext cx="36000" cy="3600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grpSp>
        <p:grpSp>
          <p:nvGrpSpPr>
            <p:cNvPr id="50" name="Group 49">
              <a:extLst>
                <a:ext uri="{FF2B5EF4-FFF2-40B4-BE49-F238E27FC236}">
                  <a16:creationId xmlns:a16="http://schemas.microsoft.com/office/drawing/2014/main" id="{6810A403-14F4-4CEE-84D4-01CB80D360D7}"/>
                </a:ext>
              </a:extLst>
            </p:cNvPr>
            <p:cNvGrpSpPr/>
            <p:nvPr/>
          </p:nvGrpSpPr>
          <p:grpSpPr>
            <a:xfrm>
              <a:off x="6730366" y="2117101"/>
              <a:ext cx="1934414" cy="356534"/>
              <a:chOff x="413228" y="1371600"/>
              <a:chExt cx="1947702" cy="476173"/>
            </a:xfrm>
          </p:grpSpPr>
          <p:sp>
            <p:nvSpPr>
              <p:cNvPr id="51" name="Right Triangle 49">
                <a:extLst>
                  <a:ext uri="{FF2B5EF4-FFF2-40B4-BE49-F238E27FC236}">
                    <a16:creationId xmlns:a16="http://schemas.microsoft.com/office/drawing/2014/main" id="{835A0BBA-2E30-4FBF-BECF-27B08DEC5CA1}"/>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52" name="Right Triangle 49">
                <a:extLst>
                  <a:ext uri="{FF2B5EF4-FFF2-40B4-BE49-F238E27FC236}">
                    <a16:creationId xmlns:a16="http://schemas.microsoft.com/office/drawing/2014/main" id="{FACFB63B-EF29-4264-ACCD-44C32269845B}"/>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53" name="Round Same Side Corner Rectangle 43">
                <a:extLst>
                  <a:ext uri="{FF2B5EF4-FFF2-40B4-BE49-F238E27FC236}">
                    <a16:creationId xmlns:a16="http://schemas.microsoft.com/office/drawing/2014/main" id="{38EA0011-0F82-4E99-8439-5E34FCCFA344}"/>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1"/>
              </a:solidFill>
              <a:ln w="19050" algn="ctr">
                <a:noFill/>
                <a:miter lim="800000"/>
                <a:headEnd/>
                <a:tailEnd/>
              </a:ln>
            </p:spPr>
            <p:txBody>
              <a:bodyPr wrap="square" lIns="54173" tIns="54173" rIns="54173" bIns="65813" rtlCol="0" anchor="ctr"/>
              <a:lstStyle/>
              <a:p>
                <a:pPr lvl="0" algn="ctr"/>
                <a:r>
                  <a:rPr lang="en-US" sz="1000" b="1" dirty="0">
                    <a:latin typeface="Aptos" panose="020B0004020202020204" pitchFamily="34" charset="0"/>
                    <a:cs typeface="Calibri" panose="020F0502020204030204" pitchFamily="34" charset="0"/>
                  </a:rPr>
                  <a:t>Lorem ipsum </a:t>
                </a:r>
              </a:p>
            </p:txBody>
          </p:sp>
        </p:grpSp>
        <p:grpSp>
          <p:nvGrpSpPr>
            <p:cNvPr id="54" name="Group 53">
              <a:extLst>
                <a:ext uri="{FF2B5EF4-FFF2-40B4-BE49-F238E27FC236}">
                  <a16:creationId xmlns:a16="http://schemas.microsoft.com/office/drawing/2014/main" id="{4943F009-1EB0-4023-8B0F-7F53FE2651F1}"/>
                </a:ext>
              </a:extLst>
            </p:cNvPr>
            <p:cNvGrpSpPr/>
            <p:nvPr/>
          </p:nvGrpSpPr>
          <p:grpSpPr>
            <a:xfrm>
              <a:off x="6730366" y="3547170"/>
              <a:ext cx="1934414" cy="1996045"/>
              <a:chOff x="582909" y="4047068"/>
              <a:chExt cx="2642778" cy="3211966"/>
            </a:xfrm>
          </p:grpSpPr>
          <p:sp>
            <p:nvSpPr>
              <p:cNvPr id="55" name="Rectangle 54">
                <a:extLst>
                  <a:ext uri="{FF2B5EF4-FFF2-40B4-BE49-F238E27FC236}">
                    <a16:creationId xmlns:a16="http://schemas.microsoft.com/office/drawing/2014/main" id="{DAC8B880-CF27-45F6-851E-E4E8C36749C1}"/>
                  </a:ext>
                </a:extLst>
              </p:cNvPr>
              <p:cNvSpPr/>
              <p:nvPr/>
            </p:nvSpPr>
            <p:spPr bwMode="gray">
              <a:xfrm>
                <a:off x="582909" y="4047068"/>
                <a:ext cx="2642778" cy="3124270"/>
              </a:xfrm>
              <a:prstGeom prst="rect">
                <a:avLst/>
              </a:prstGeom>
              <a:solidFill>
                <a:schemeClr val="bg1">
                  <a:lumMod val="95000"/>
                </a:schemeClr>
              </a:solidFill>
              <a:ln w="19050" algn="ctr">
                <a:noFill/>
                <a:miter lim="800000"/>
                <a:headEnd/>
                <a:tailEnd/>
              </a:ln>
            </p:spPr>
            <p:txBody>
              <a:bodyPr wrap="square" lIns="32906" tIns="32906" rIns="21938" bIns="21938" rtlCol="0" anchor="t"/>
              <a:lstStyle/>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p:txBody>
          </p:sp>
          <p:sp>
            <p:nvSpPr>
              <p:cNvPr id="56" name="Rectangle 55">
                <a:extLst>
                  <a:ext uri="{FF2B5EF4-FFF2-40B4-BE49-F238E27FC236}">
                    <a16:creationId xmlns:a16="http://schemas.microsoft.com/office/drawing/2014/main" id="{A52BF1B0-5895-4A54-BB65-00C08648D2F3}"/>
                  </a:ext>
                </a:extLst>
              </p:cNvPr>
              <p:cNvSpPr/>
              <p:nvPr/>
            </p:nvSpPr>
            <p:spPr bwMode="gray">
              <a:xfrm>
                <a:off x="756474" y="7171338"/>
                <a:ext cx="2295650" cy="87696"/>
              </a:xfrm>
              <a:prstGeom prst="rect">
                <a:avLst/>
              </a:prstGeom>
              <a:solidFill>
                <a:schemeClr val="accent1"/>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grpSp>
        <p:grpSp>
          <p:nvGrpSpPr>
            <p:cNvPr id="57" name="Group 56">
              <a:extLst>
                <a:ext uri="{FF2B5EF4-FFF2-40B4-BE49-F238E27FC236}">
                  <a16:creationId xmlns:a16="http://schemas.microsoft.com/office/drawing/2014/main" id="{0A2F2DE4-14F3-4C18-9191-D729AB3582C8}"/>
                </a:ext>
              </a:extLst>
            </p:cNvPr>
            <p:cNvGrpSpPr/>
            <p:nvPr/>
          </p:nvGrpSpPr>
          <p:grpSpPr>
            <a:xfrm>
              <a:off x="7380359" y="2473635"/>
              <a:ext cx="634427" cy="1049086"/>
              <a:chOff x="757805" y="1635343"/>
              <a:chExt cx="1185062" cy="2012973"/>
            </a:xfrm>
          </p:grpSpPr>
          <p:sp>
            <p:nvSpPr>
              <p:cNvPr id="58" name="Freeform 36">
                <a:extLst>
                  <a:ext uri="{FF2B5EF4-FFF2-40B4-BE49-F238E27FC236}">
                    <a16:creationId xmlns:a16="http://schemas.microsoft.com/office/drawing/2014/main" id="{3EE1203B-0DAF-4B6C-B5A1-EB0AFF8C5B23}"/>
                  </a:ext>
                </a:extLst>
              </p:cNvPr>
              <p:cNvSpPr/>
              <p:nvPr/>
            </p:nvSpPr>
            <p:spPr bwMode="gray">
              <a:xfrm>
                <a:off x="757805" y="1635343"/>
                <a:ext cx="1185062" cy="1921248"/>
              </a:xfrm>
              <a:custGeom>
                <a:avLst/>
                <a:gdLst>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2938 h 1892938"/>
                  <a:gd name="connsiteX1" fmla="*/ 581393 w 1162418"/>
                  <a:gd name="connsiteY1" fmla="*/ 1762763 h 1892938"/>
                  <a:gd name="connsiteX2" fmla="*/ 508368 w 1162418"/>
                  <a:gd name="connsiteY2" fmla="*/ 1718313 h 1892938"/>
                  <a:gd name="connsiteX3" fmla="*/ 475030 w 1162418"/>
                  <a:gd name="connsiteY3" fmla="*/ 1678626 h 1892938"/>
                  <a:gd name="connsiteX4" fmla="*/ 505193 w 1162418"/>
                  <a:gd name="connsiteY4" fmla="*/ 1638938 h 1892938"/>
                  <a:gd name="connsiteX5" fmla="*/ 717918 w 1162418"/>
                  <a:gd name="connsiteY5" fmla="*/ 1638938 h 1892938"/>
                  <a:gd name="connsiteX6" fmla="*/ 746493 w 1162418"/>
                  <a:gd name="connsiteY6" fmla="*/ 1591313 h 1892938"/>
                  <a:gd name="connsiteX7" fmla="*/ 716330 w 1162418"/>
                  <a:gd name="connsiteY7" fmla="*/ 1554801 h 1892938"/>
                  <a:gd name="connsiteX8" fmla="*/ 398830 w 1162418"/>
                  <a:gd name="connsiteY8" fmla="*/ 1554801 h 1892938"/>
                  <a:gd name="connsiteX9" fmla="*/ 360730 w 1162418"/>
                  <a:gd name="connsiteY9" fmla="*/ 1516701 h 1892938"/>
                  <a:gd name="connsiteX10" fmla="*/ 382955 w 1162418"/>
                  <a:gd name="connsiteY10" fmla="*/ 1469076 h 1892938"/>
                  <a:gd name="connsiteX11" fmla="*/ 797293 w 1162418"/>
                  <a:gd name="connsiteY11" fmla="*/ 1469076 h 1892938"/>
                  <a:gd name="connsiteX12" fmla="*/ 830630 w 1162418"/>
                  <a:gd name="connsiteY12" fmla="*/ 1421451 h 1892938"/>
                  <a:gd name="connsiteX13" fmla="*/ 795705 w 1162418"/>
                  <a:gd name="connsiteY13" fmla="*/ 1378588 h 1892938"/>
                  <a:gd name="connsiteX14" fmla="*/ 386130 w 1162418"/>
                  <a:gd name="connsiteY14" fmla="*/ 1378588 h 1892938"/>
                  <a:gd name="connsiteX15" fmla="*/ 322630 w 1162418"/>
                  <a:gd name="connsiteY15" fmla="*/ 1346838 h 1892938"/>
                  <a:gd name="connsiteX16" fmla="*/ 283340 w 1162418"/>
                  <a:gd name="connsiteY16" fmla="*/ 1294848 h 1892938"/>
                  <a:gd name="connsiteX17" fmla="*/ 271830 w 1162418"/>
                  <a:gd name="connsiteY17" fmla="*/ 1202376 h 1892938"/>
                  <a:gd name="connsiteX18" fmla="*/ 260718 w 1162418"/>
                  <a:gd name="connsiteY18" fmla="*/ 1123001 h 1892938"/>
                  <a:gd name="connsiteX19" fmla="*/ 205155 w 1162418"/>
                  <a:gd name="connsiteY19" fmla="*/ 1032513 h 1892938"/>
                  <a:gd name="connsiteX20" fmla="*/ 130543 w 1162418"/>
                  <a:gd name="connsiteY20" fmla="*/ 949963 h 1892938"/>
                  <a:gd name="connsiteX21" fmla="*/ 55137 w 1162418"/>
                  <a:gd name="connsiteY21" fmla="*/ 840029 h 1892938"/>
                  <a:gd name="connsiteX22" fmla="*/ 13861 w 1162418"/>
                  <a:gd name="connsiteY22" fmla="*/ 730492 h 1892938"/>
                  <a:gd name="connsiteX23" fmla="*/ 368 w 1162418"/>
                  <a:gd name="connsiteY23" fmla="*/ 595951 h 1892938"/>
                  <a:gd name="connsiteX24" fmla="*/ 11480 w 1162418"/>
                  <a:gd name="connsiteY24" fmla="*/ 470538 h 1892938"/>
                  <a:gd name="connsiteX25" fmla="*/ 81330 w 1162418"/>
                  <a:gd name="connsiteY25" fmla="*/ 280038 h 1892938"/>
                  <a:gd name="connsiteX26" fmla="*/ 265480 w 1162418"/>
                  <a:gd name="connsiteY26" fmla="*/ 87950 h 1892938"/>
                  <a:gd name="connsiteX27" fmla="*/ 519480 w 1162418"/>
                  <a:gd name="connsiteY27" fmla="*/ 2226 h 1892938"/>
                  <a:gd name="connsiteX28" fmla="*/ 705218 w 1162418"/>
                  <a:gd name="connsiteY28" fmla="*/ 5401 h 1892938"/>
                  <a:gd name="connsiteX29" fmla="*/ 943343 w 1162418"/>
                  <a:gd name="connsiteY29" fmla="*/ 116526 h 1892938"/>
                  <a:gd name="connsiteX30" fmla="*/ 1100505 w 1162418"/>
                  <a:gd name="connsiteY30" fmla="*/ 305438 h 1892938"/>
                  <a:gd name="connsiteX31" fmla="*/ 1162418 w 1162418"/>
                  <a:gd name="connsiteY31" fmla="*/ 508638 h 1892938"/>
                  <a:gd name="connsiteX32" fmla="*/ 1159243 w 1162418"/>
                  <a:gd name="connsiteY32" fmla="*/ 678501 h 1892938"/>
                  <a:gd name="connsiteX33" fmla="*/ 1090980 w 1162418"/>
                  <a:gd name="connsiteY33" fmla="*/ 884876 h 1892938"/>
                  <a:gd name="connsiteX34" fmla="*/ 957630 w 1162418"/>
                  <a:gd name="connsiteY34" fmla="*/ 1053151 h 1892938"/>
                  <a:gd name="connsiteX35" fmla="*/ 914768 w 1162418"/>
                  <a:gd name="connsiteY35" fmla="*/ 1113476 h 1892938"/>
                  <a:gd name="connsiteX36" fmla="*/ 905243 w 1162418"/>
                  <a:gd name="connsiteY36" fmla="*/ 1170626 h 1892938"/>
                  <a:gd name="connsiteX37" fmla="*/ 905243 w 1162418"/>
                  <a:gd name="connsiteY37" fmla="*/ 1259526 h 1892938"/>
                  <a:gd name="connsiteX38" fmla="*/ 868730 w 1162418"/>
                  <a:gd name="connsiteY38" fmla="*/ 1296038 h 1892938"/>
                  <a:gd name="connsiteX39" fmla="*/ 641718 w 1162418"/>
                  <a:gd name="connsiteY39" fmla="*/ 1296038 h 1892938"/>
                  <a:gd name="connsiteX40" fmla="*/ 590918 w 1162418"/>
                  <a:gd name="connsiteY40" fmla="*/ 1273813 h 1892938"/>
                  <a:gd name="connsiteX41" fmla="*/ 590918 w 1162418"/>
                  <a:gd name="connsiteY41" fmla="*/ 1207138 h 1892938"/>
                  <a:gd name="connsiteX0" fmla="*/ 584568 w 1162418"/>
                  <a:gd name="connsiteY0" fmla="*/ 1895823 h 1895823"/>
                  <a:gd name="connsiteX1" fmla="*/ 581393 w 1162418"/>
                  <a:gd name="connsiteY1" fmla="*/ 1765648 h 1895823"/>
                  <a:gd name="connsiteX2" fmla="*/ 508368 w 1162418"/>
                  <a:gd name="connsiteY2" fmla="*/ 1721198 h 1895823"/>
                  <a:gd name="connsiteX3" fmla="*/ 475030 w 1162418"/>
                  <a:gd name="connsiteY3" fmla="*/ 1681511 h 1895823"/>
                  <a:gd name="connsiteX4" fmla="*/ 505193 w 1162418"/>
                  <a:gd name="connsiteY4" fmla="*/ 1641823 h 1895823"/>
                  <a:gd name="connsiteX5" fmla="*/ 717918 w 1162418"/>
                  <a:gd name="connsiteY5" fmla="*/ 1641823 h 1895823"/>
                  <a:gd name="connsiteX6" fmla="*/ 746493 w 1162418"/>
                  <a:gd name="connsiteY6" fmla="*/ 1594198 h 1895823"/>
                  <a:gd name="connsiteX7" fmla="*/ 716330 w 1162418"/>
                  <a:gd name="connsiteY7" fmla="*/ 1557686 h 1895823"/>
                  <a:gd name="connsiteX8" fmla="*/ 398830 w 1162418"/>
                  <a:gd name="connsiteY8" fmla="*/ 1557686 h 1895823"/>
                  <a:gd name="connsiteX9" fmla="*/ 360730 w 1162418"/>
                  <a:gd name="connsiteY9" fmla="*/ 1519586 h 1895823"/>
                  <a:gd name="connsiteX10" fmla="*/ 382955 w 1162418"/>
                  <a:gd name="connsiteY10" fmla="*/ 1471961 h 1895823"/>
                  <a:gd name="connsiteX11" fmla="*/ 797293 w 1162418"/>
                  <a:gd name="connsiteY11" fmla="*/ 1471961 h 1895823"/>
                  <a:gd name="connsiteX12" fmla="*/ 830630 w 1162418"/>
                  <a:gd name="connsiteY12" fmla="*/ 1424336 h 1895823"/>
                  <a:gd name="connsiteX13" fmla="*/ 795705 w 1162418"/>
                  <a:gd name="connsiteY13" fmla="*/ 1381473 h 1895823"/>
                  <a:gd name="connsiteX14" fmla="*/ 386130 w 1162418"/>
                  <a:gd name="connsiteY14" fmla="*/ 1381473 h 1895823"/>
                  <a:gd name="connsiteX15" fmla="*/ 322630 w 1162418"/>
                  <a:gd name="connsiteY15" fmla="*/ 1349723 h 1895823"/>
                  <a:gd name="connsiteX16" fmla="*/ 283340 w 1162418"/>
                  <a:gd name="connsiteY16" fmla="*/ 1297733 h 1895823"/>
                  <a:gd name="connsiteX17" fmla="*/ 271830 w 1162418"/>
                  <a:gd name="connsiteY17" fmla="*/ 1205261 h 1895823"/>
                  <a:gd name="connsiteX18" fmla="*/ 260718 w 1162418"/>
                  <a:gd name="connsiteY18" fmla="*/ 1125886 h 1895823"/>
                  <a:gd name="connsiteX19" fmla="*/ 205155 w 1162418"/>
                  <a:gd name="connsiteY19" fmla="*/ 1035398 h 1895823"/>
                  <a:gd name="connsiteX20" fmla="*/ 130543 w 1162418"/>
                  <a:gd name="connsiteY20" fmla="*/ 952848 h 1895823"/>
                  <a:gd name="connsiteX21" fmla="*/ 55137 w 1162418"/>
                  <a:gd name="connsiteY21" fmla="*/ 842914 h 1895823"/>
                  <a:gd name="connsiteX22" fmla="*/ 13861 w 1162418"/>
                  <a:gd name="connsiteY22" fmla="*/ 733377 h 1895823"/>
                  <a:gd name="connsiteX23" fmla="*/ 368 w 1162418"/>
                  <a:gd name="connsiteY23" fmla="*/ 598836 h 1895823"/>
                  <a:gd name="connsiteX24" fmla="*/ 11480 w 1162418"/>
                  <a:gd name="connsiteY24" fmla="*/ 473423 h 1895823"/>
                  <a:gd name="connsiteX25" fmla="*/ 81330 w 1162418"/>
                  <a:gd name="connsiteY25" fmla="*/ 282923 h 1895823"/>
                  <a:gd name="connsiteX26" fmla="*/ 265480 w 1162418"/>
                  <a:gd name="connsiteY26" fmla="*/ 90835 h 1895823"/>
                  <a:gd name="connsiteX27" fmla="*/ 519480 w 1162418"/>
                  <a:gd name="connsiteY27" fmla="*/ 5111 h 1895823"/>
                  <a:gd name="connsiteX28" fmla="*/ 705218 w 1162418"/>
                  <a:gd name="connsiteY28" fmla="*/ 8286 h 1895823"/>
                  <a:gd name="connsiteX29" fmla="*/ 943343 w 1162418"/>
                  <a:gd name="connsiteY29" fmla="*/ 119411 h 1895823"/>
                  <a:gd name="connsiteX30" fmla="*/ 1100505 w 1162418"/>
                  <a:gd name="connsiteY30" fmla="*/ 308323 h 1895823"/>
                  <a:gd name="connsiteX31" fmla="*/ 1162418 w 1162418"/>
                  <a:gd name="connsiteY31" fmla="*/ 511523 h 1895823"/>
                  <a:gd name="connsiteX32" fmla="*/ 1159243 w 1162418"/>
                  <a:gd name="connsiteY32" fmla="*/ 681386 h 1895823"/>
                  <a:gd name="connsiteX33" fmla="*/ 1090980 w 1162418"/>
                  <a:gd name="connsiteY33" fmla="*/ 887761 h 1895823"/>
                  <a:gd name="connsiteX34" fmla="*/ 957630 w 1162418"/>
                  <a:gd name="connsiteY34" fmla="*/ 1056036 h 1895823"/>
                  <a:gd name="connsiteX35" fmla="*/ 914768 w 1162418"/>
                  <a:gd name="connsiteY35" fmla="*/ 1116361 h 1895823"/>
                  <a:gd name="connsiteX36" fmla="*/ 905243 w 1162418"/>
                  <a:gd name="connsiteY36" fmla="*/ 1173511 h 1895823"/>
                  <a:gd name="connsiteX37" fmla="*/ 905243 w 1162418"/>
                  <a:gd name="connsiteY37" fmla="*/ 1262411 h 1895823"/>
                  <a:gd name="connsiteX38" fmla="*/ 868730 w 1162418"/>
                  <a:gd name="connsiteY38" fmla="*/ 1298923 h 1895823"/>
                  <a:gd name="connsiteX39" fmla="*/ 641718 w 1162418"/>
                  <a:gd name="connsiteY39" fmla="*/ 1298923 h 1895823"/>
                  <a:gd name="connsiteX40" fmla="*/ 590918 w 1162418"/>
                  <a:gd name="connsiteY40" fmla="*/ 1276698 h 1895823"/>
                  <a:gd name="connsiteX41" fmla="*/ 590918 w 1162418"/>
                  <a:gd name="connsiteY41" fmla="*/ 1210023 h 1895823"/>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4283 h 1894283"/>
                  <a:gd name="connsiteX1" fmla="*/ 581393 w 1162418"/>
                  <a:gd name="connsiteY1" fmla="*/ 1764108 h 1894283"/>
                  <a:gd name="connsiteX2" fmla="*/ 508368 w 1162418"/>
                  <a:gd name="connsiteY2" fmla="*/ 1719658 h 1894283"/>
                  <a:gd name="connsiteX3" fmla="*/ 475030 w 1162418"/>
                  <a:gd name="connsiteY3" fmla="*/ 1679971 h 1894283"/>
                  <a:gd name="connsiteX4" fmla="*/ 505193 w 1162418"/>
                  <a:gd name="connsiteY4" fmla="*/ 1640283 h 1894283"/>
                  <a:gd name="connsiteX5" fmla="*/ 717918 w 1162418"/>
                  <a:gd name="connsiteY5" fmla="*/ 1640283 h 1894283"/>
                  <a:gd name="connsiteX6" fmla="*/ 746493 w 1162418"/>
                  <a:gd name="connsiteY6" fmla="*/ 1592658 h 1894283"/>
                  <a:gd name="connsiteX7" fmla="*/ 716330 w 1162418"/>
                  <a:gd name="connsiteY7" fmla="*/ 1556146 h 1894283"/>
                  <a:gd name="connsiteX8" fmla="*/ 398830 w 1162418"/>
                  <a:gd name="connsiteY8" fmla="*/ 1556146 h 1894283"/>
                  <a:gd name="connsiteX9" fmla="*/ 360730 w 1162418"/>
                  <a:gd name="connsiteY9" fmla="*/ 1518046 h 1894283"/>
                  <a:gd name="connsiteX10" fmla="*/ 382955 w 1162418"/>
                  <a:gd name="connsiteY10" fmla="*/ 1470421 h 1894283"/>
                  <a:gd name="connsiteX11" fmla="*/ 797293 w 1162418"/>
                  <a:gd name="connsiteY11" fmla="*/ 1470421 h 1894283"/>
                  <a:gd name="connsiteX12" fmla="*/ 830630 w 1162418"/>
                  <a:gd name="connsiteY12" fmla="*/ 1422796 h 1894283"/>
                  <a:gd name="connsiteX13" fmla="*/ 795705 w 1162418"/>
                  <a:gd name="connsiteY13" fmla="*/ 1379933 h 1894283"/>
                  <a:gd name="connsiteX14" fmla="*/ 386130 w 1162418"/>
                  <a:gd name="connsiteY14" fmla="*/ 1379933 h 1894283"/>
                  <a:gd name="connsiteX15" fmla="*/ 322630 w 1162418"/>
                  <a:gd name="connsiteY15" fmla="*/ 1348183 h 1894283"/>
                  <a:gd name="connsiteX16" fmla="*/ 283340 w 1162418"/>
                  <a:gd name="connsiteY16" fmla="*/ 1296193 h 1894283"/>
                  <a:gd name="connsiteX17" fmla="*/ 271830 w 1162418"/>
                  <a:gd name="connsiteY17" fmla="*/ 1203721 h 1894283"/>
                  <a:gd name="connsiteX18" fmla="*/ 260718 w 1162418"/>
                  <a:gd name="connsiteY18" fmla="*/ 1124346 h 1894283"/>
                  <a:gd name="connsiteX19" fmla="*/ 205155 w 1162418"/>
                  <a:gd name="connsiteY19" fmla="*/ 1033858 h 1894283"/>
                  <a:gd name="connsiteX20" fmla="*/ 130543 w 1162418"/>
                  <a:gd name="connsiteY20" fmla="*/ 951308 h 1894283"/>
                  <a:gd name="connsiteX21" fmla="*/ 55137 w 1162418"/>
                  <a:gd name="connsiteY21" fmla="*/ 841374 h 1894283"/>
                  <a:gd name="connsiteX22" fmla="*/ 13861 w 1162418"/>
                  <a:gd name="connsiteY22" fmla="*/ 731837 h 1894283"/>
                  <a:gd name="connsiteX23" fmla="*/ 368 w 1162418"/>
                  <a:gd name="connsiteY23" fmla="*/ 597296 h 1894283"/>
                  <a:gd name="connsiteX24" fmla="*/ 11480 w 1162418"/>
                  <a:gd name="connsiteY24" fmla="*/ 471883 h 1894283"/>
                  <a:gd name="connsiteX25" fmla="*/ 81330 w 1162418"/>
                  <a:gd name="connsiteY25" fmla="*/ 281383 h 1894283"/>
                  <a:gd name="connsiteX26" fmla="*/ 265480 w 1162418"/>
                  <a:gd name="connsiteY26" fmla="*/ 89295 h 1894283"/>
                  <a:gd name="connsiteX27" fmla="*/ 519480 w 1162418"/>
                  <a:gd name="connsiteY27" fmla="*/ 0 h 1894283"/>
                  <a:gd name="connsiteX28" fmla="*/ 705218 w 1162418"/>
                  <a:gd name="connsiteY28" fmla="*/ 6746 h 1894283"/>
                  <a:gd name="connsiteX29" fmla="*/ 943343 w 1162418"/>
                  <a:gd name="connsiteY29" fmla="*/ 117871 h 1894283"/>
                  <a:gd name="connsiteX30" fmla="*/ 1100505 w 1162418"/>
                  <a:gd name="connsiteY30" fmla="*/ 306783 h 1894283"/>
                  <a:gd name="connsiteX31" fmla="*/ 1162418 w 1162418"/>
                  <a:gd name="connsiteY31" fmla="*/ 509983 h 1894283"/>
                  <a:gd name="connsiteX32" fmla="*/ 1159243 w 1162418"/>
                  <a:gd name="connsiteY32" fmla="*/ 679846 h 1894283"/>
                  <a:gd name="connsiteX33" fmla="*/ 1090980 w 1162418"/>
                  <a:gd name="connsiteY33" fmla="*/ 886221 h 1894283"/>
                  <a:gd name="connsiteX34" fmla="*/ 957630 w 1162418"/>
                  <a:gd name="connsiteY34" fmla="*/ 1054496 h 1894283"/>
                  <a:gd name="connsiteX35" fmla="*/ 914768 w 1162418"/>
                  <a:gd name="connsiteY35" fmla="*/ 1114821 h 1894283"/>
                  <a:gd name="connsiteX36" fmla="*/ 905243 w 1162418"/>
                  <a:gd name="connsiteY36" fmla="*/ 1171971 h 1894283"/>
                  <a:gd name="connsiteX37" fmla="*/ 905243 w 1162418"/>
                  <a:gd name="connsiteY37" fmla="*/ 1260871 h 1894283"/>
                  <a:gd name="connsiteX38" fmla="*/ 868730 w 1162418"/>
                  <a:gd name="connsiteY38" fmla="*/ 1297383 h 1894283"/>
                  <a:gd name="connsiteX39" fmla="*/ 641718 w 1162418"/>
                  <a:gd name="connsiteY39" fmla="*/ 1297383 h 1894283"/>
                  <a:gd name="connsiteX40" fmla="*/ 590918 w 1162418"/>
                  <a:gd name="connsiteY40" fmla="*/ 1275158 h 1894283"/>
                  <a:gd name="connsiteX41" fmla="*/ 590918 w 1162418"/>
                  <a:gd name="connsiteY41" fmla="*/ 1208483 h 1894283"/>
                  <a:gd name="connsiteX0" fmla="*/ 584568 w 1162418"/>
                  <a:gd name="connsiteY0" fmla="*/ 1896145 h 1896145"/>
                  <a:gd name="connsiteX1" fmla="*/ 581393 w 1162418"/>
                  <a:gd name="connsiteY1" fmla="*/ 1765970 h 1896145"/>
                  <a:gd name="connsiteX2" fmla="*/ 508368 w 1162418"/>
                  <a:gd name="connsiteY2" fmla="*/ 1721520 h 1896145"/>
                  <a:gd name="connsiteX3" fmla="*/ 475030 w 1162418"/>
                  <a:gd name="connsiteY3" fmla="*/ 1681833 h 1896145"/>
                  <a:gd name="connsiteX4" fmla="*/ 505193 w 1162418"/>
                  <a:gd name="connsiteY4" fmla="*/ 1642145 h 1896145"/>
                  <a:gd name="connsiteX5" fmla="*/ 717918 w 1162418"/>
                  <a:gd name="connsiteY5" fmla="*/ 1642145 h 1896145"/>
                  <a:gd name="connsiteX6" fmla="*/ 746493 w 1162418"/>
                  <a:gd name="connsiteY6" fmla="*/ 1594520 h 1896145"/>
                  <a:gd name="connsiteX7" fmla="*/ 716330 w 1162418"/>
                  <a:gd name="connsiteY7" fmla="*/ 1558008 h 1896145"/>
                  <a:gd name="connsiteX8" fmla="*/ 398830 w 1162418"/>
                  <a:gd name="connsiteY8" fmla="*/ 1558008 h 1896145"/>
                  <a:gd name="connsiteX9" fmla="*/ 360730 w 1162418"/>
                  <a:gd name="connsiteY9" fmla="*/ 1519908 h 1896145"/>
                  <a:gd name="connsiteX10" fmla="*/ 382955 w 1162418"/>
                  <a:gd name="connsiteY10" fmla="*/ 1472283 h 1896145"/>
                  <a:gd name="connsiteX11" fmla="*/ 797293 w 1162418"/>
                  <a:gd name="connsiteY11" fmla="*/ 1472283 h 1896145"/>
                  <a:gd name="connsiteX12" fmla="*/ 830630 w 1162418"/>
                  <a:gd name="connsiteY12" fmla="*/ 1424658 h 1896145"/>
                  <a:gd name="connsiteX13" fmla="*/ 795705 w 1162418"/>
                  <a:gd name="connsiteY13" fmla="*/ 1381795 h 1896145"/>
                  <a:gd name="connsiteX14" fmla="*/ 386130 w 1162418"/>
                  <a:gd name="connsiteY14" fmla="*/ 1381795 h 1896145"/>
                  <a:gd name="connsiteX15" fmla="*/ 322630 w 1162418"/>
                  <a:gd name="connsiteY15" fmla="*/ 1350045 h 1896145"/>
                  <a:gd name="connsiteX16" fmla="*/ 283340 w 1162418"/>
                  <a:gd name="connsiteY16" fmla="*/ 1298055 h 1896145"/>
                  <a:gd name="connsiteX17" fmla="*/ 271830 w 1162418"/>
                  <a:gd name="connsiteY17" fmla="*/ 1205583 h 1896145"/>
                  <a:gd name="connsiteX18" fmla="*/ 260718 w 1162418"/>
                  <a:gd name="connsiteY18" fmla="*/ 1126208 h 1896145"/>
                  <a:gd name="connsiteX19" fmla="*/ 205155 w 1162418"/>
                  <a:gd name="connsiteY19" fmla="*/ 1035720 h 1896145"/>
                  <a:gd name="connsiteX20" fmla="*/ 130543 w 1162418"/>
                  <a:gd name="connsiteY20" fmla="*/ 953170 h 1896145"/>
                  <a:gd name="connsiteX21" fmla="*/ 55137 w 1162418"/>
                  <a:gd name="connsiteY21" fmla="*/ 843236 h 1896145"/>
                  <a:gd name="connsiteX22" fmla="*/ 13861 w 1162418"/>
                  <a:gd name="connsiteY22" fmla="*/ 733699 h 1896145"/>
                  <a:gd name="connsiteX23" fmla="*/ 368 w 1162418"/>
                  <a:gd name="connsiteY23" fmla="*/ 599158 h 1896145"/>
                  <a:gd name="connsiteX24" fmla="*/ 11480 w 1162418"/>
                  <a:gd name="connsiteY24" fmla="*/ 473745 h 1896145"/>
                  <a:gd name="connsiteX25" fmla="*/ 81330 w 1162418"/>
                  <a:gd name="connsiteY25" fmla="*/ 283245 h 1896145"/>
                  <a:gd name="connsiteX26" fmla="*/ 265480 w 1162418"/>
                  <a:gd name="connsiteY26" fmla="*/ 91157 h 1896145"/>
                  <a:gd name="connsiteX27" fmla="*/ 519480 w 1162418"/>
                  <a:gd name="connsiteY27" fmla="*/ 1862 h 1896145"/>
                  <a:gd name="connsiteX28" fmla="*/ 705218 w 1162418"/>
                  <a:gd name="connsiteY28" fmla="*/ 8608 h 1896145"/>
                  <a:gd name="connsiteX29" fmla="*/ 943343 w 1162418"/>
                  <a:gd name="connsiteY29" fmla="*/ 119733 h 1896145"/>
                  <a:gd name="connsiteX30" fmla="*/ 1100505 w 1162418"/>
                  <a:gd name="connsiteY30" fmla="*/ 308645 h 1896145"/>
                  <a:gd name="connsiteX31" fmla="*/ 1162418 w 1162418"/>
                  <a:gd name="connsiteY31" fmla="*/ 511845 h 1896145"/>
                  <a:gd name="connsiteX32" fmla="*/ 1159243 w 1162418"/>
                  <a:gd name="connsiteY32" fmla="*/ 681708 h 1896145"/>
                  <a:gd name="connsiteX33" fmla="*/ 1090980 w 1162418"/>
                  <a:gd name="connsiteY33" fmla="*/ 888083 h 1896145"/>
                  <a:gd name="connsiteX34" fmla="*/ 957630 w 1162418"/>
                  <a:gd name="connsiteY34" fmla="*/ 1056358 h 1896145"/>
                  <a:gd name="connsiteX35" fmla="*/ 914768 w 1162418"/>
                  <a:gd name="connsiteY35" fmla="*/ 1116683 h 1896145"/>
                  <a:gd name="connsiteX36" fmla="*/ 905243 w 1162418"/>
                  <a:gd name="connsiteY36" fmla="*/ 1173833 h 1896145"/>
                  <a:gd name="connsiteX37" fmla="*/ 905243 w 1162418"/>
                  <a:gd name="connsiteY37" fmla="*/ 1262733 h 1896145"/>
                  <a:gd name="connsiteX38" fmla="*/ 868730 w 1162418"/>
                  <a:gd name="connsiteY38" fmla="*/ 1299245 h 1896145"/>
                  <a:gd name="connsiteX39" fmla="*/ 641718 w 1162418"/>
                  <a:gd name="connsiteY39" fmla="*/ 1299245 h 1896145"/>
                  <a:gd name="connsiteX40" fmla="*/ 590918 w 1162418"/>
                  <a:gd name="connsiteY40" fmla="*/ 1277020 h 1896145"/>
                  <a:gd name="connsiteX41" fmla="*/ 590918 w 1162418"/>
                  <a:gd name="connsiteY41" fmla="*/ 1210345 h 1896145"/>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6196"/>
                  <a:gd name="connsiteY0" fmla="*/ 1898273 h 1898273"/>
                  <a:gd name="connsiteX1" fmla="*/ 581393 w 1166196"/>
                  <a:gd name="connsiteY1" fmla="*/ 1768098 h 1898273"/>
                  <a:gd name="connsiteX2" fmla="*/ 508368 w 1166196"/>
                  <a:gd name="connsiteY2" fmla="*/ 1723648 h 1898273"/>
                  <a:gd name="connsiteX3" fmla="*/ 475030 w 1166196"/>
                  <a:gd name="connsiteY3" fmla="*/ 1683961 h 1898273"/>
                  <a:gd name="connsiteX4" fmla="*/ 505193 w 1166196"/>
                  <a:gd name="connsiteY4" fmla="*/ 1644273 h 1898273"/>
                  <a:gd name="connsiteX5" fmla="*/ 717918 w 1166196"/>
                  <a:gd name="connsiteY5" fmla="*/ 1644273 h 1898273"/>
                  <a:gd name="connsiteX6" fmla="*/ 746493 w 1166196"/>
                  <a:gd name="connsiteY6" fmla="*/ 1596648 h 1898273"/>
                  <a:gd name="connsiteX7" fmla="*/ 716330 w 1166196"/>
                  <a:gd name="connsiteY7" fmla="*/ 1560136 h 1898273"/>
                  <a:gd name="connsiteX8" fmla="*/ 398830 w 1166196"/>
                  <a:gd name="connsiteY8" fmla="*/ 1560136 h 1898273"/>
                  <a:gd name="connsiteX9" fmla="*/ 360730 w 1166196"/>
                  <a:gd name="connsiteY9" fmla="*/ 1522036 h 1898273"/>
                  <a:gd name="connsiteX10" fmla="*/ 382955 w 1166196"/>
                  <a:gd name="connsiteY10" fmla="*/ 1474411 h 1898273"/>
                  <a:gd name="connsiteX11" fmla="*/ 797293 w 1166196"/>
                  <a:gd name="connsiteY11" fmla="*/ 1474411 h 1898273"/>
                  <a:gd name="connsiteX12" fmla="*/ 830630 w 1166196"/>
                  <a:gd name="connsiteY12" fmla="*/ 1426786 h 1898273"/>
                  <a:gd name="connsiteX13" fmla="*/ 795705 w 1166196"/>
                  <a:gd name="connsiteY13" fmla="*/ 1383923 h 1898273"/>
                  <a:gd name="connsiteX14" fmla="*/ 386130 w 1166196"/>
                  <a:gd name="connsiteY14" fmla="*/ 1383923 h 1898273"/>
                  <a:gd name="connsiteX15" fmla="*/ 322630 w 1166196"/>
                  <a:gd name="connsiteY15" fmla="*/ 1352173 h 1898273"/>
                  <a:gd name="connsiteX16" fmla="*/ 283340 w 1166196"/>
                  <a:gd name="connsiteY16" fmla="*/ 1300183 h 1898273"/>
                  <a:gd name="connsiteX17" fmla="*/ 271830 w 1166196"/>
                  <a:gd name="connsiteY17" fmla="*/ 1207711 h 1898273"/>
                  <a:gd name="connsiteX18" fmla="*/ 260718 w 1166196"/>
                  <a:gd name="connsiteY18" fmla="*/ 1128336 h 1898273"/>
                  <a:gd name="connsiteX19" fmla="*/ 205155 w 1166196"/>
                  <a:gd name="connsiteY19" fmla="*/ 1037848 h 1898273"/>
                  <a:gd name="connsiteX20" fmla="*/ 130543 w 1166196"/>
                  <a:gd name="connsiteY20" fmla="*/ 955298 h 1898273"/>
                  <a:gd name="connsiteX21" fmla="*/ 55137 w 1166196"/>
                  <a:gd name="connsiteY21" fmla="*/ 845364 h 1898273"/>
                  <a:gd name="connsiteX22" fmla="*/ 13861 w 1166196"/>
                  <a:gd name="connsiteY22" fmla="*/ 735827 h 1898273"/>
                  <a:gd name="connsiteX23" fmla="*/ 368 w 1166196"/>
                  <a:gd name="connsiteY23" fmla="*/ 601286 h 1898273"/>
                  <a:gd name="connsiteX24" fmla="*/ 11480 w 1166196"/>
                  <a:gd name="connsiteY24" fmla="*/ 475873 h 1898273"/>
                  <a:gd name="connsiteX25" fmla="*/ 81330 w 1166196"/>
                  <a:gd name="connsiteY25" fmla="*/ 285373 h 1898273"/>
                  <a:gd name="connsiteX26" fmla="*/ 265480 w 1166196"/>
                  <a:gd name="connsiteY26" fmla="*/ 93285 h 1898273"/>
                  <a:gd name="connsiteX27" fmla="*/ 519480 w 1166196"/>
                  <a:gd name="connsiteY27" fmla="*/ 3990 h 1898273"/>
                  <a:gd name="connsiteX28" fmla="*/ 705218 w 1166196"/>
                  <a:gd name="connsiteY28" fmla="*/ 10736 h 1898273"/>
                  <a:gd name="connsiteX29" fmla="*/ 943343 w 1166196"/>
                  <a:gd name="connsiteY29" fmla="*/ 121861 h 1898273"/>
                  <a:gd name="connsiteX30" fmla="*/ 1100505 w 1166196"/>
                  <a:gd name="connsiteY30" fmla="*/ 310773 h 1898273"/>
                  <a:gd name="connsiteX31" fmla="*/ 1162418 w 1166196"/>
                  <a:gd name="connsiteY31" fmla="*/ 513973 h 1898273"/>
                  <a:gd name="connsiteX32" fmla="*/ 1159243 w 1166196"/>
                  <a:gd name="connsiteY32" fmla="*/ 683836 h 1898273"/>
                  <a:gd name="connsiteX33" fmla="*/ 1090980 w 1166196"/>
                  <a:gd name="connsiteY33" fmla="*/ 890211 h 1898273"/>
                  <a:gd name="connsiteX34" fmla="*/ 957630 w 1166196"/>
                  <a:gd name="connsiteY34" fmla="*/ 1058486 h 1898273"/>
                  <a:gd name="connsiteX35" fmla="*/ 914768 w 1166196"/>
                  <a:gd name="connsiteY35" fmla="*/ 1118811 h 1898273"/>
                  <a:gd name="connsiteX36" fmla="*/ 905243 w 1166196"/>
                  <a:gd name="connsiteY36" fmla="*/ 1175961 h 1898273"/>
                  <a:gd name="connsiteX37" fmla="*/ 905243 w 1166196"/>
                  <a:gd name="connsiteY37" fmla="*/ 1264861 h 1898273"/>
                  <a:gd name="connsiteX38" fmla="*/ 868730 w 1166196"/>
                  <a:gd name="connsiteY38" fmla="*/ 1301373 h 1898273"/>
                  <a:gd name="connsiteX39" fmla="*/ 641718 w 1166196"/>
                  <a:gd name="connsiteY39" fmla="*/ 1301373 h 1898273"/>
                  <a:gd name="connsiteX40" fmla="*/ 590918 w 1166196"/>
                  <a:gd name="connsiteY40" fmla="*/ 1279148 h 1898273"/>
                  <a:gd name="connsiteX41" fmla="*/ 590918 w 1166196"/>
                  <a:gd name="connsiteY41" fmla="*/ 1212473 h 1898273"/>
                  <a:gd name="connsiteX0" fmla="*/ 584568 w 1170207"/>
                  <a:gd name="connsiteY0" fmla="*/ 1898273 h 1898273"/>
                  <a:gd name="connsiteX1" fmla="*/ 581393 w 1170207"/>
                  <a:gd name="connsiteY1" fmla="*/ 1768098 h 1898273"/>
                  <a:gd name="connsiteX2" fmla="*/ 508368 w 1170207"/>
                  <a:gd name="connsiteY2" fmla="*/ 1723648 h 1898273"/>
                  <a:gd name="connsiteX3" fmla="*/ 475030 w 1170207"/>
                  <a:gd name="connsiteY3" fmla="*/ 1683961 h 1898273"/>
                  <a:gd name="connsiteX4" fmla="*/ 505193 w 1170207"/>
                  <a:gd name="connsiteY4" fmla="*/ 1644273 h 1898273"/>
                  <a:gd name="connsiteX5" fmla="*/ 717918 w 1170207"/>
                  <a:gd name="connsiteY5" fmla="*/ 1644273 h 1898273"/>
                  <a:gd name="connsiteX6" fmla="*/ 746493 w 1170207"/>
                  <a:gd name="connsiteY6" fmla="*/ 1596648 h 1898273"/>
                  <a:gd name="connsiteX7" fmla="*/ 716330 w 1170207"/>
                  <a:gd name="connsiteY7" fmla="*/ 1560136 h 1898273"/>
                  <a:gd name="connsiteX8" fmla="*/ 398830 w 1170207"/>
                  <a:gd name="connsiteY8" fmla="*/ 1560136 h 1898273"/>
                  <a:gd name="connsiteX9" fmla="*/ 360730 w 1170207"/>
                  <a:gd name="connsiteY9" fmla="*/ 1522036 h 1898273"/>
                  <a:gd name="connsiteX10" fmla="*/ 382955 w 1170207"/>
                  <a:gd name="connsiteY10" fmla="*/ 1474411 h 1898273"/>
                  <a:gd name="connsiteX11" fmla="*/ 797293 w 1170207"/>
                  <a:gd name="connsiteY11" fmla="*/ 1474411 h 1898273"/>
                  <a:gd name="connsiteX12" fmla="*/ 830630 w 1170207"/>
                  <a:gd name="connsiteY12" fmla="*/ 1426786 h 1898273"/>
                  <a:gd name="connsiteX13" fmla="*/ 795705 w 1170207"/>
                  <a:gd name="connsiteY13" fmla="*/ 1383923 h 1898273"/>
                  <a:gd name="connsiteX14" fmla="*/ 386130 w 1170207"/>
                  <a:gd name="connsiteY14" fmla="*/ 1383923 h 1898273"/>
                  <a:gd name="connsiteX15" fmla="*/ 322630 w 1170207"/>
                  <a:gd name="connsiteY15" fmla="*/ 1352173 h 1898273"/>
                  <a:gd name="connsiteX16" fmla="*/ 283340 w 1170207"/>
                  <a:gd name="connsiteY16" fmla="*/ 1300183 h 1898273"/>
                  <a:gd name="connsiteX17" fmla="*/ 271830 w 1170207"/>
                  <a:gd name="connsiteY17" fmla="*/ 1207711 h 1898273"/>
                  <a:gd name="connsiteX18" fmla="*/ 260718 w 1170207"/>
                  <a:gd name="connsiteY18" fmla="*/ 1128336 h 1898273"/>
                  <a:gd name="connsiteX19" fmla="*/ 205155 w 1170207"/>
                  <a:gd name="connsiteY19" fmla="*/ 1037848 h 1898273"/>
                  <a:gd name="connsiteX20" fmla="*/ 130543 w 1170207"/>
                  <a:gd name="connsiteY20" fmla="*/ 955298 h 1898273"/>
                  <a:gd name="connsiteX21" fmla="*/ 55137 w 1170207"/>
                  <a:gd name="connsiteY21" fmla="*/ 845364 h 1898273"/>
                  <a:gd name="connsiteX22" fmla="*/ 13861 w 1170207"/>
                  <a:gd name="connsiteY22" fmla="*/ 735827 h 1898273"/>
                  <a:gd name="connsiteX23" fmla="*/ 368 w 1170207"/>
                  <a:gd name="connsiteY23" fmla="*/ 601286 h 1898273"/>
                  <a:gd name="connsiteX24" fmla="*/ 11480 w 1170207"/>
                  <a:gd name="connsiteY24" fmla="*/ 475873 h 1898273"/>
                  <a:gd name="connsiteX25" fmla="*/ 81330 w 1170207"/>
                  <a:gd name="connsiteY25" fmla="*/ 285373 h 1898273"/>
                  <a:gd name="connsiteX26" fmla="*/ 265480 w 1170207"/>
                  <a:gd name="connsiteY26" fmla="*/ 93285 h 1898273"/>
                  <a:gd name="connsiteX27" fmla="*/ 519480 w 1170207"/>
                  <a:gd name="connsiteY27" fmla="*/ 3990 h 1898273"/>
                  <a:gd name="connsiteX28" fmla="*/ 705218 w 1170207"/>
                  <a:gd name="connsiteY28" fmla="*/ 10736 h 1898273"/>
                  <a:gd name="connsiteX29" fmla="*/ 943343 w 1170207"/>
                  <a:gd name="connsiteY29" fmla="*/ 121861 h 1898273"/>
                  <a:gd name="connsiteX30" fmla="*/ 1100505 w 1170207"/>
                  <a:gd name="connsiteY30" fmla="*/ 310773 h 1898273"/>
                  <a:gd name="connsiteX31" fmla="*/ 1162418 w 1170207"/>
                  <a:gd name="connsiteY31" fmla="*/ 513973 h 1898273"/>
                  <a:gd name="connsiteX32" fmla="*/ 1159243 w 1170207"/>
                  <a:gd name="connsiteY32" fmla="*/ 683836 h 1898273"/>
                  <a:gd name="connsiteX33" fmla="*/ 1090980 w 1170207"/>
                  <a:gd name="connsiteY33" fmla="*/ 890211 h 1898273"/>
                  <a:gd name="connsiteX34" fmla="*/ 957630 w 1170207"/>
                  <a:gd name="connsiteY34" fmla="*/ 1058486 h 1898273"/>
                  <a:gd name="connsiteX35" fmla="*/ 914768 w 1170207"/>
                  <a:gd name="connsiteY35" fmla="*/ 1118811 h 1898273"/>
                  <a:gd name="connsiteX36" fmla="*/ 905243 w 1170207"/>
                  <a:gd name="connsiteY36" fmla="*/ 1175961 h 1898273"/>
                  <a:gd name="connsiteX37" fmla="*/ 905243 w 1170207"/>
                  <a:gd name="connsiteY37" fmla="*/ 1264861 h 1898273"/>
                  <a:gd name="connsiteX38" fmla="*/ 868730 w 1170207"/>
                  <a:gd name="connsiteY38" fmla="*/ 1301373 h 1898273"/>
                  <a:gd name="connsiteX39" fmla="*/ 641718 w 1170207"/>
                  <a:gd name="connsiteY39" fmla="*/ 1301373 h 1898273"/>
                  <a:gd name="connsiteX40" fmla="*/ 590918 w 1170207"/>
                  <a:gd name="connsiteY40" fmla="*/ 1279148 h 1898273"/>
                  <a:gd name="connsiteX41" fmla="*/ 590918 w 1170207"/>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70104"/>
                  <a:gd name="connsiteY0" fmla="*/ 1898273 h 1898273"/>
                  <a:gd name="connsiteX1" fmla="*/ 581393 w 1170104"/>
                  <a:gd name="connsiteY1" fmla="*/ 1768098 h 1898273"/>
                  <a:gd name="connsiteX2" fmla="*/ 508368 w 1170104"/>
                  <a:gd name="connsiteY2" fmla="*/ 1723648 h 1898273"/>
                  <a:gd name="connsiteX3" fmla="*/ 475030 w 1170104"/>
                  <a:gd name="connsiteY3" fmla="*/ 1683961 h 1898273"/>
                  <a:gd name="connsiteX4" fmla="*/ 505193 w 1170104"/>
                  <a:gd name="connsiteY4" fmla="*/ 1644273 h 1898273"/>
                  <a:gd name="connsiteX5" fmla="*/ 717918 w 1170104"/>
                  <a:gd name="connsiteY5" fmla="*/ 1644273 h 1898273"/>
                  <a:gd name="connsiteX6" fmla="*/ 746493 w 1170104"/>
                  <a:gd name="connsiteY6" fmla="*/ 1596648 h 1898273"/>
                  <a:gd name="connsiteX7" fmla="*/ 716330 w 1170104"/>
                  <a:gd name="connsiteY7" fmla="*/ 1560136 h 1898273"/>
                  <a:gd name="connsiteX8" fmla="*/ 398830 w 1170104"/>
                  <a:gd name="connsiteY8" fmla="*/ 1560136 h 1898273"/>
                  <a:gd name="connsiteX9" fmla="*/ 360730 w 1170104"/>
                  <a:gd name="connsiteY9" fmla="*/ 1522036 h 1898273"/>
                  <a:gd name="connsiteX10" fmla="*/ 382955 w 1170104"/>
                  <a:gd name="connsiteY10" fmla="*/ 1474411 h 1898273"/>
                  <a:gd name="connsiteX11" fmla="*/ 797293 w 1170104"/>
                  <a:gd name="connsiteY11" fmla="*/ 1474411 h 1898273"/>
                  <a:gd name="connsiteX12" fmla="*/ 830630 w 1170104"/>
                  <a:gd name="connsiteY12" fmla="*/ 1426786 h 1898273"/>
                  <a:gd name="connsiteX13" fmla="*/ 795705 w 1170104"/>
                  <a:gd name="connsiteY13" fmla="*/ 1383923 h 1898273"/>
                  <a:gd name="connsiteX14" fmla="*/ 386130 w 1170104"/>
                  <a:gd name="connsiteY14" fmla="*/ 1383923 h 1898273"/>
                  <a:gd name="connsiteX15" fmla="*/ 322630 w 1170104"/>
                  <a:gd name="connsiteY15" fmla="*/ 1352173 h 1898273"/>
                  <a:gd name="connsiteX16" fmla="*/ 283340 w 1170104"/>
                  <a:gd name="connsiteY16" fmla="*/ 1300183 h 1898273"/>
                  <a:gd name="connsiteX17" fmla="*/ 271830 w 1170104"/>
                  <a:gd name="connsiteY17" fmla="*/ 1207711 h 1898273"/>
                  <a:gd name="connsiteX18" fmla="*/ 260718 w 1170104"/>
                  <a:gd name="connsiteY18" fmla="*/ 1128336 h 1898273"/>
                  <a:gd name="connsiteX19" fmla="*/ 205155 w 1170104"/>
                  <a:gd name="connsiteY19" fmla="*/ 1037848 h 1898273"/>
                  <a:gd name="connsiteX20" fmla="*/ 130543 w 1170104"/>
                  <a:gd name="connsiteY20" fmla="*/ 955298 h 1898273"/>
                  <a:gd name="connsiteX21" fmla="*/ 55137 w 1170104"/>
                  <a:gd name="connsiteY21" fmla="*/ 845364 h 1898273"/>
                  <a:gd name="connsiteX22" fmla="*/ 13861 w 1170104"/>
                  <a:gd name="connsiteY22" fmla="*/ 735827 h 1898273"/>
                  <a:gd name="connsiteX23" fmla="*/ 368 w 1170104"/>
                  <a:gd name="connsiteY23" fmla="*/ 601286 h 1898273"/>
                  <a:gd name="connsiteX24" fmla="*/ 11480 w 1170104"/>
                  <a:gd name="connsiteY24" fmla="*/ 475873 h 1898273"/>
                  <a:gd name="connsiteX25" fmla="*/ 81330 w 1170104"/>
                  <a:gd name="connsiteY25" fmla="*/ 285373 h 1898273"/>
                  <a:gd name="connsiteX26" fmla="*/ 265480 w 1170104"/>
                  <a:gd name="connsiteY26" fmla="*/ 93285 h 1898273"/>
                  <a:gd name="connsiteX27" fmla="*/ 519480 w 1170104"/>
                  <a:gd name="connsiteY27" fmla="*/ 3990 h 1898273"/>
                  <a:gd name="connsiteX28" fmla="*/ 705218 w 1170104"/>
                  <a:gd name="connsiteY28" fmla="*/ 10736 h 1898273"/>
                  <a:gd name="connsiteX29" fmla="*/ 943343 w 1170104"/>
                  <a:gd name="connsiteY29" fmla="*/ 121861 h 1898273"/>
                  <a:gd name="connsiteX30" fmla="*/ 1100505 w 1170104"/>
                  <a:gd name="connsiteY30" fmla="*/ 310773 h 1898273"/>
                  <a:gd name="connsiteX31" fmla="*/ 1162418 w 1170104"/>
                  <a:gd name="connsiteY31" fmla="*/ 513973 h 1898273"/>
                  <a:gd name="connsiteX32" fmla="*/ 1165196 w 1170104"/>
                  <a:gd name="connsiteY32" fmla="*/ 683836 h 1898273"/>
                  <a:gd name="connsiteX33" fmla="*/ 1090980 w 1170104"/>
                  <a:gd name="connsiteY33" fmla="*/ 890211 h 1898273"/>
                  <a:gd name="connsiteX34" fmla="*/ 957630 w 1170104"/>
                  <a:gd name="connsiteY34" fmla="*/ 1058486 h 1898273"/>
                  <a:gd name="connsiteX35" fmla="*/ 914768 w 1170104"/>
                  <a:gd name="connsiteY35" fmla="*/ 1118811 h 1898273"/>
                  <a:gd name="connsiteX36" fmla="*/ 905243 w 1170104"/>
                  <a:gd name="connsiteY36" fmla="*/ 1175961 h 1898273"/>
                  <a:gd name="connsiteX37" fmla="*/ 905243 w 1170104"/>
                  <a:gd name="connsiteY37" fmla="*/ 1264861 h 1898273"/>
                  <a:gd name="connsiteX38" fmla="*/ 868730 w 1170104"/>
                  <a:gd name="connsiteY38" fmla="*/ 1301373 h 1898273"/>
                  <a:gd name="connsiteX39" fmla="*/ 641718 w 1170104"/>
                  <a:gd name="connsiteY39" fmla="*/ 1301373 h 1898273"/>
                  <a:gd name="connsiteX40" fmla="*/ 590918 w 1170104"/>
                  <a:gd name="connsiteY40" fmla="*/ 1279148 h 1898273"/>
                  <a:gd name="connsiteX41" fmla="*/ 590918 w 1170104"/>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2862 w 1167899"/>
                  <a:gd name="connsiteY37" fmla="*/ 1261289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9527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0487 w 1167899"/>
                  <a:gd name="connsiteY34" fmla="*/ 1054914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70467"/>
                  <a:gd name="connsiteY0" fmla="*/ 1898273 h 1898273"/>
                  <a:gd name="connsiteX1" fmla="*/ 581393 w 1170467"/>
                  <a:gd name="connsiteY1" fmla="*/ 1768098 h 1898273"/>
                  <a:gd name="connsiteX2" fmla="*/ 513130 w 1170467"/>
                  <a:gd name="connsiteY2" fmla="*/ 1726030 h 1898273"/>
                  <a:gd name="connsiteX3" fmla="*/ 470268 w 1170467"/>
                  <a:gd name="connsiteY3" fmla="*/ 1680389 h 1898273"/>
                  <a:gd name="connsiteX4" fmla="*/ 505193 w 1170467"/>
                  <a:gd name="connsiteY4" fmla="*/ 1644273 h 1898273"/>
                  <a:gd name="connsiteX5" fmla="*/ 717918 w 1170467"/>
                  <a:gd name="connsiteY5" fmla="*/ 1644273 h 1898273"/>
                  <a:gd name="connsiteX6" fmla="*/ 748874 w 1170467"/>
                  <a:gd name="connsiteY6" fmla="*/ 1603792 h 1898273"/>
                  <a:gd name="connsiteX7" fmla="*/ 716330 w 1170467"/>
                  <a:gd name="connsiteY7" fmla="*/ 1561327 h 1898273"/>
                  <a:gd name="connsiteX8" fmla="*/ 398830 w 1170467"/>
                  <a:gd name="connsiteY8" fmla="*/ 1560136 h 1898273"/>
                  <a:gd name="connsiteX9" fmla="*/ 360730 w 1170467"/>
                  <a:gd name="connsiteY9" fmla="*/ 1522036 h 1898273"/>
                  <a:gd name="connsiteX10" fmla="*/ 387717 w 1170467"/>
                  <a:gd name="connsiteY10" fmla="*/ 1476793 h 1898273"/>
                  <a:gd name="connsiteX11" fmla="*/ 797293 w 1170467"/>
                  <a:gd name="connsiteY11" fmla="*/ 1474411 h 1898273"/>
                  <a:gd name="connsiteX12" fmla="*/ 828249 w 1170467"/>
                  <a:gd name="connsiteY12" fmla="*/ 1425595 h 1898273"/>
                  <a:gd name="connsiteX13" fmla="*/ 795705 w 1170467"/>
                  <a:gd name="connsiteY13" fmla="*/ 1383923 h 1898273"/>
                  <a:gd name="connsiteX14" fmla="*/ 386130 w 1170467"/>
                  <a:gd name="connsiteY14" fmla="*/ 1383923 h 1898273"/>
                  <a:gd name="connsiteX15" fmla="*/ 322630 w 1170467"/>
                  <a:gd name="connsiteY15" fmla="*/ 1352173 h 1898273"/>
                  <a:gd name="connsiteX16" fmla="*/ 283340 w 1170467"/>
                  <a:gd name="connsiteY16" fmla="*/ 1300183 h 1898273"/>
                  <a:gd name="connsiteX17" fmla="*/ 271830 w 1170467"/>
                  <a:gd name="connsiteY17" fmla="*/ 1207711 h 1898273"/>
                  <a:gd name="connsiteX18" fmla="*/ 255955 w 1170467"/>
                  <a:gd name="connsiteY18" fmla="*/ 1128336 h 1898273"/>
                  <a:gd name="connsiteX19" fmla="*/ 205155 w 1170467"/>
                  <a:gd name="connsiteY19" fmla="*/ 1037848 h 1898273"/>
                  <a:gd name="connsiteX20" fmla="*/ 130543 w 1170467"/>
                  <a:gd name="connsiteY20" fmla="*/ 955298 h 1898273"/>
                  <a:gd name="connsiteX21" fmla="*/ 55137 w 1170467"/>
                  <a:gd name="connsiteY21" fmla="*/ 845364 h 1898273"/>
                  <a:gd name="connsiteX22" fmla="*/ 13861 w 1170467"/>
                  <a:gd name="connsiteY22" fmla="*/ 735827 h 1898273"/>
                  <a:gd name="connsiteX23" fmla="*/ 368 w 1170467"/>
                  <a:gd name="connsiteY23" fmla="*/ 601286 h 1898273"/>
                  <a:gd name="connsiteX24" fmla="*/ 11480 w 1170467"/>
                  <a:gd name="connsiteY24" fmla="*/ 475873 h 1898273"/>
                  <a:gd name="connsiteX25" fmla="*/ 81330 w 1170467"/>
                  <a:gd name="connsiteY25" fmla="*/ 285373 h 1898273"/>
                  <a:gd name="connsiteX26" fmla="*/ 265480 w 1170467"/>
                  <a:gd name="connsiteY26" fmla="*/ 93285 h 1898273"/>
                  <a:gd name="connsiteX27" fmla="*/ 519480 w 1170467"/>
                  <a:gd name="connsiteY27" fmla="*/ 3990 h 1898273"/>
                  <a:gd name="connsiteX28" fmla="*/ 705218 w 1170467"/>
                  <a:gd name="connsiteY28" fmla="*/ 10736 h 1898273"/>
                  <a:gd name="connsiteX29" fmla="*/ 943343 w 1170467"/>
                  <a:gd name="connsiteY29" fmla="*/ 121861 h 1898273"/>
                  <a:gd name="connsiteX30" fmla="*/ 1100505 w 1170467"/>
                  <a:gd name="connsiteY30" fmla="*/ 310773 h 1898273"/>
                  <a:gd name="connsiteX31" fmla="*/ 1164799 w 1170467"/>
                  <a:gd name="connsiteY31" fmla="*/ 512783 h 1898273"/>
                  <a:gd name="connsiteX32" fmla="*/ 1165196 w 1170467"/>
                  <a:gd name="connsiteY32" fmla="*/ 683836 h 1898273"/>
                  <a:gd name="connsiteX33" fmla="*/ 1085027 w 1170467"/>
                  <a:gd name="connsiteY33" fmla="*/ 889020 h 1898273"/>
                  <a:gd name="connsiteX34" fmla="*/ 950487 w 1170467"/>
                  <a:gd name="connsiteY34" fmla="*/ 1054914 h 1898273"/>
                  <a:gd name="connsiteX35" fmla="*/ 914768 w 1170467"/>
                  <a:gd name="connsiteY35" fmla="*/ 1118811 h 1898273"/>
                  <a:gd name="connsiteX36" fmla="*/ 900480 w 1170467"/>
                  <a:gd name="connsiteY36" fmla="*/ 1177152 h 1898273"/>
                  <a:gd name="connsiteX37" fmla="*/ 898100 w 1170467"/>
                  <a:gd name="connsiteY37" fmla="*/ 1258908 h 1898273"/>
                  <a:gd name="connsiteX38" fmla="*/ 858014 w 1170467"/>
                  <a:gd name="connsiteY38" fmla="*/ 1301373 h 1898273"/>
                  <a:gd name="connsiteX39" fmla="*/ 641718 w 1170467"/>
                  <a:gd name="connsiteY39" fmla="*/ 1301373 h 1898273"/>
                  <a:gd name="connsiteX40" fmla="*/ 590918 w 1170467"/>
                  <a:gd name="connsiteY40" fmla="*/ 1279148 h 1898273"/>
                  <a:gd name="connsiteX41" fmla="*/ 590918 w 1170467"/>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88142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0892" h="1898273">
                    <a:moveTo>
                      <a:pt x="584993" y="1898273"/>
                    </a:moveTo>
                    <a:cubicBezTo>
                      <a:pt x="583935" y="1854881"/>
                      <a:pt x="582876" y="1811490"/>
                      <a:pt x="581818" y="1768098"/>
                    </a:cubicBezTo>
                    <a:cubicBezTo>
                      <a:pt x="573352" y="1746931"/>
                      <a:pt x="562503" y="1729338"/>
                      <a:pt x="513555" y="1726030"/>
                    </a:cubicBezTo>
                    <a:cubicBezTo>
                      <a:pt x="487759" y="1721135"/>
                      <a:pt x="471487" y="1707906"/>
                      <a:pt x="470693" y="1680389"/>
                    </a:cubicBezTo>
                    <a:cubicBezTo>
                      <a:pt x="474793" y="1662398"/>
                      <a:pt x="478895" y="1650358"/>
                      <a:pt x="505618" y="1644273"/>
                    </a:cubicBezTo>
                    <a:lnTo>
                      <a:pt x="718343" y="1644273"/>
                    </a:lnTo>
                    <a:cubicBezTo>
                      <a:pt x="736202" y="1631970"/>
                      <a:pt x="744536" y="1626810"/>
                      <a:pt x="749299" y="1603792"/>
                    </a:cubicBezTo>
                    <a:cubicBezTo>
                      <a:pt x="745198" y="1586858"/>
                      <a:pt x="741097" y="1572308"/>
                      <a:pt x="716755" y="1561327"/>
                    </a:cubicBezTo>
                    <a:lnTo>
                      <a:pt x="399255" y="1560136"/>
                    </a:lnTo>
                    <a:cubicBezTo>
                      <a:pt x="375839" y="1555770"/>
                      <a:pt x="367902" y="1546642"/>
                      <a:pt x="361155" y="1522036"/>
                    </a:cubicBezTo>
                    <a:cubicBezTo>
                      <a:pt x="362610" y="1506161"/>
                      <a:pt x="365255" y="1491478"/>
                      <a:pt x="394095" y="1476793"/>
                    </a:cubicBezTo>
                    <a:lnTo>
                      <a:pt x="797718" y="1474411"/>
                    </a:lnTo>
                    <a:cubicBezTo>
                      <a:pt x="819546" y="1463299"/>
                      <a:pt x="827088" y="1449805"/>
                      <a:pt x="828674" y="1425595"/>
                    </a:cubicBezTo>
                    <a:cubicBezTo>
                      <a:pt x="824177" y="1402972"/>
                      <a:pt x="825632" y="1399402"/>
                      <a:pt x="796130" y="1383923"/>
                    </a:cubicBezTo>
                    <a:lnTo>
                      <a:pt x="386555" y="1383923"/>
                    </a:lnTo>
                    <a:cubicBezTo>
                      <a:pt x="360625" y="1374530"/>
                      <a:pt x="343031" y="1368709"/>
                      <a:pt x="323055" y="1352173"/>
                    </a:cubicBezTo>
                    <a:cubicBezTo>
                      <a:pt x="314721" y="1341193"/>
                      <a:pt x="295670" y="1327832"/>
                      <a:pt x="283765" y="1300183"/>
                    </a:cubicBezTo>
                    <a:cubicBezTo>
                      <a:pt x="275166" y="1267772"/>
                      <a:pt x="274901" y="1238932"/>
                      <a:pt x="272255" y="1207711"/>
                    </a:cubicBezTo>
                    <a:lnTo>
                      <a:pt x="256380" y="1128336"/>
                    </a:lnTo>
                    <a:cubicBezTo>
                      <a:pt x="240241" y="1093410"/>
                      <a:pt x="227673" y="1070392"/>
                      <a:pt x="205580" y="1037848"/>
                    </a:cubicBezTo>
                    <a:cubicBezTo>
                      <a:pt x="184281" y="1006760"/>
                      <a:pt x="162982" y="981625"/>
                      <a:pt x="130968" y="955298"/>
                    </a:cubicBezTo>
                    <a:cubicBezTo>
                      <a:pt x="101071" y="924606"/>
                      <a:pt x="77125" y="886771"/>
                      <a:pt x="55562" y="845364"/>
                    </a:cubicBezTo>
                    <a:cubicBezTo>
                      <a:pt x="23150" y="783054"/>
                      <a:pt x="26457" y="770752"/>
                      <a:pt x="14286" y="735827"/>
                    </a:cubicBezTo>
                    <a:cubicBezTo>
                      <a:pt x="6217" y="686615"/>
                      <a:pt x="1322" y="648911"/>
                      <a:pt x="793" y="601286"/>
                    </a:cubicBezTo>
                    <a:cubicBezTo>
                      <a:pt x="-265" y="557894"/>
                      <a:pt x="-2118" y="514502"/>
                      <a:pt x="9524" y="475873"/>
                    </a:cubicBezTo>
                    <a:cubicBezTo>
                      <a:pt x="20107" y="409198"/>
                      <a:pt x="44184" y="347286"/>
                      <a:pt x="81755" y="285373"/>
                    </a:cubicBezTo>
                    <a:cubicBezTo>
                      <a:pt x="130438" y="213406"/>
                      <a:pt x="185472" y="143027"/>
                      <a:pt x="265905" y="93285"/>
                    </a:cubicBezTo>
                    <a:cubicBezTo>
                      <a:pt x="333638" y="48306"/>
                      <a:pt x="420819" y="15632"/>
                      <a:pt x="519905" y="3990"/>
                    </a:cubicBezTo>
                    <a:cubicBezTo>
                      <a:pt x="584200" y="-2095"/>
                      <a:pt x="644921" y="-2228"/>
                      <a:pt x="705643" y="10736"/>
                    </a:cubicBezTo>
                    <a:cubicBezTo>
                      <a:pt x="805259" y="37062"/>
                      <a:pt x="872727" y="72912"/>
                      <a:pt x="943768" y="121861"/>
                    </a:cubicBezTo>
                    <a:cubicBezTo>
                      <a:pt x="1009252" y="178879"/>
                      <a:pt x="1058067" y="229942"/>
                      <a:pt x="1100930" y="310773"/>
                    </a:cubicBezTo>
                    <a:cubicBezTo>
                      <a:pt x="1137046" y="378506"/>
                      <a:pt x="1160063" y="439096"/>
                      <a:pt x="1165224" y="512783"/>
                    </a:cubicBezTo>
                    <a:cubicBezTo>
                      <a:pt x="1174881" y="568213"/>
                      <a:pt x="1170250" y="629597"/>
                      <a:pt x="1165621" y="683836"/>
                    </a:cubicBezTo>
                    <a:cubicBezTo>
                      <a:pt x="1151202" y="755009"/>
                      <a:pt x="1129637" y="822609"/>
                      <a:pt x="1085452" y="889020"/>
                    </a:cubicBezTo>
                    <a:cubicBezTo>
                      <a:pt x="1047749" y="946699"/>
                      <a:pt x="994569" y="992472"/>
                      <a:pt x="950912" y="1054914"/>
                    </a:cubicBezTo>
                    <a:cubicBezTo>
                      <a:pt x="937021" y="1078197"/>
                      <a:pt x="923130" y="1091956"/>
                      <a:pt x="915193" y="1118811"/>
                    </a:cubicBezTo>
                    <a:cubicBezTo>
                      <a:pt x="906065" y="1147386"/>
                      <a:pt x="904080" y="1158102"/>
                      <a:pt x="900905" y="1177152"/>
                    </a:cubicBezTo>
                    <a:cubicBezTo>
                      <a:pt x="898920" y="1217501"/>
                      <a:pt x="899319" y="1230465"/>
                      <a:pt x="898525" y="1258908"/>
                    </a:cubicBezTo>
                    <a:cubicBezTo>
                      <a:pt x="898260" y="1276635"/>
                      <a:pt x="886089" y="1291981"/>
                      <a:pt x="858439" y="1301373"/>
                    </a:cubicBezTo>
                    <a:lnTo>
                      <a:pt x="642143" y="1301373"/>
                    </a:lnTo>
                    <a:cubicBezTo>
                      <a:pt x="604968" y="1298728"/>
                      <a:pt x="601133" y="1297271"/>
                      <a:pt x="591343" y="1279148"/>
                    </a:cubicBezTo>
                    <a:lnTo>
                      <a:pt x="591343" y="1212473"/>
                    </a:lnTo>
                  </a:path>
                </a:pathLst>
              </a:custGeom>
              <a:noFill/>
              <a:ln w="25400" algn="ctr">
                <a:solidFill>
                  <a:schemeClr val="accent1"/>
                </a:solidFill>
                <a:miter lim="800000"/>
                <a:headEnd type="none" w="sm" len="sm"/>
                <a:tailEnd type="oval" w="sm" len="sm"/>
              </a:ln>
            </p:spPr>
            <p:txBody>
              <a:bodyPr rtlCol="0" anchor="ctr"/>
              <a:lstStyle/>
              <a:p>
                <a:pPr algn="ctr" defTabSz="742969">
                  <a:defRPr/>
                </a:pPr>
                <a:endParaRPr lang="en-US" sz="1000" dirty="0">
                  <a:solidFill>
                    <a:prstClr val="black"/>
                  </a:solidFill>
                  <a:latin typeface="Aptos" panose="020B0004020202020204" pitchFamily="34" charset="0"/>
                </a:endParaRPr>
              </a:p>
            </p:txBody>
          </p:sp>
          <p:sp>
            <p:nvSpPr>
              <p:cNvPr id="59" name="Round Same Side Corner Rectangle 37">
                <a:extLst>
                  <a:ext uri="{FF2B5EF4-FFF2-40B4-BE49-F238E27FC236}">
                    <a16:creationId xmlns:a16="http://schemas.microsoft.com/office/drawing/2014/main" id="{DB5F5DA9-D403-4BB6-A326-6667C11561BF}"/>
                  </a:ext>
                </a:extLst>
              </p:cNvPr>
              <p:cNvSpPr/>
              <p:nvPr/>
            </p:nvSpPr>
            <p:spPr bwMode="gray">
              <a:xfrm>
                <a:off x="1289779" y="3495046"/>
                <a:ext cx="116350" cy="108039"/>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60" name="Round Same Side Corner Rectangle 38">
                <a:extLst>
                  <a:ext uri="{FF2B5EF4-FFF2-40B4-BE49-F238E27FC236}">
                    <a16:creationId xmlns:a16="http://schemas.microsoft.com/office/drawing/2014/main" id="{13EF3BFA-9685-43DB-A875-6BA791CF56DD}"/>
                  </a:ext>
                </a:extLst>
              </p:cNvPr>
              <p:cNvSpPr/>
              <p:nvPr/>
            </p:nvSpPr>
            <p:spPr bwMode="gray">
              <a:xfrm flipV="1">
                <a:off x="1312850"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61" name="Round Same Side Corner Rectangle 39">
                <a:extLst>
                  <a:ext uri="{FF2B5EF4-FFF2-40B4-BE49-F238E27FC236}">
                    <a16:creationId xmlns:a16="http://schemas.microsoft.com/office/drawing/2014/main" id="{E69A3EB8-FF51-4E4B-A147-F557A9012078}"/>
                  </a:ext>
                </a:extLst>
              </p:cNvPr>
              <p:cNvSpPr/>
              <p:nvPr/>
            </p:nvSpPr>
            <p:spPr bwMode="gray">
              <a:xfrm flipV="1">
                <a:off x="1362714"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sp>
            <p:nvSpPr>
              <p:cNvPr id="62" name="Oval 61">
                <a:extLst>
                  <a:ext uri="{FF2B5EF4-FFF2-40B4-BE49-F238E27FC236}">
                    <a16:creationId xmlns:a16="http://schemas.microsoft.com/office/drawing/2014/main" id="{008737F7-8812-4312-B9A2-CA7407484742}"/>
                  </a:ext>
                </a:extLst>
              </p:cNvPr>
              <p:cNvSpPr/>
              <p:nvPr/>
            </p:nvSpPr>
            <p:spPr bwMode="gray">
              <a:xfrm>
                <a:off x="1329954" y="3531065"/>
                <a:ext cx="36000" cy="3600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1000" dirty="0">
                  <a:solidFill>
                    <a:prstClr val="white"/>
                  </a:solidFill>
                  <a:latin typeface="Aptos" panose="020B0004020202020204" pitchFamily="34" charset="0"/>
                </a:endParaRPr>
              </a:p>
            </p:txBody>
          </p:sp>
        </p:grpSp>
        <p:grpSp>
          <p:nvGrpSpPr>
            <p:cNvPr id="63" name="Group 62">
              <a:extLst>
                <a:ext uri="{FF2B5EF4-FFF2-40B4-BE49-F238E27FC236}">
                  <a16:creationId xmlns:a16="http://schemas.microsoft.com/office/drawing/2014/main" id="{899DF317-2154-4C53-B7AF-DEA85ED0A84E}"/>
                </a:ext>
              </a:extLst>
            </p:cNvPr>
            <p:cNvGrpSpPr>
              <a:grpSpLocks noChangeAspect="1"/>
            </p:cNvGrpSpPr>
            <p:nvPr/>
          </p:nvGrpSpPr>
          <p:grpSpPr>
            <a:xfrm>
              <a:off x="7462054" y="2563358"/>
              <a:ext cx="471035" cy="468204"/>
              <a:chOff x="6537910" y="4611206"/>
              <a:chExt cx="1849437" cy="1838325"/>
            </a:xfrm>
            <a:solidFill>
              <a:schemeClr val="accent5"/>
            </a:solidFill>
          </p:grpSpPr>
          <p:sp>
            <p:nvSpPr>
              <p:cNvPr id="64" name="Freeform 15">
                <a:extLst>
                  <a:ext uri="{FF2B5EF4-FFF2-40B4-BE49-F238E27FC236}">
                    <a16:creationId xmlns:a16="http://schemas.microsoft.com/office/drawing/2014/main" id="{42F4A725-5870-4EEB-83CC-9C64F54F5068}"/>
                  </a:ext>
                </a:extLst>
              </p:cNvPr>
              <p:cNvSpPr>
                <a:spLocks noEditPoints="1"/>
              </p:cNvSpPr>
              <p:nvPr/>
            </p:nvSpPr>
            <p:spPr bwMode="auto">
              <a:xfrm>
                <a:off x="7688847" y="5262081"/>
                <a:ext cx="312737" cy="766763"/>
              </a:xfrm>
              <a:custGeom>
                <a:avLst/>
                <a:gdLst>
                  <a:gd name="T0" fmla="*/ 41 w 65"/>
                  <a:gd name="T1" fmla="*/ 0 h 160"/>
                  <a:gd name="T2" fmla="*/ 25 w 65"/>
                  <a:gd name="T3" fmla="*/ 0 h 160"/>
                  <a:gd name="T4" fmla="*/ 17 w 65"/>
                  <a:gd name="T5" fmla="*/ 6 h 160"/>
                  <a:gd name="T6" fmla="*/ 1 w 65"/>
                  <a:gd name="T7" fmla="*/ 86 h 160"/>
                  <a:gd name="T8" fmla="*/ 2 w 65"/>
                  <a:gd name="T9" fmla="*/ 93 h 160"/>
                  <a:gd name="T10" fmla="*/ 9 w 65"/>
                  <a:gd name="T11" fmla="*/ 96 h 160"/>
                  <a:gd name="T12" fmla="*/ 9 w 65"/>
                  <a:gd name="T13" fmla="*/ 152 h 160"/>
                  <a:gd name="T14" fmla="*/ 17 w 65"/>
                  <a:gd name="T15" fmla="*/ 160 h 160"/>
                  <a:gd name="T16" fmla="*/ 25 w 65"/>
                  <a:gd name="T17" fmla="*/ 152 h 160"/>
                  <a:gd name="T18" fmla="*/ 25 w 65"/>
                  <a:gd name="T19" fmla="*/ 96 h 160"/>
                  <a:gd name="T20" fmla="*/ 41 w 65"/>
                  <a:gd name="T21" fmla="*/ 96 h 160"/>
                  <a:gd name="T22" fmla="*/ 41 w 65"/>
                  <a:gd name="T23" fmla="*/ 152 h 160"/>
                  <a:gd name="T24" fmla="*/ 49 w 65"/>
                  <a:gd name="T25" fmla="*/ 160 h 160"/>
                  <a:gd name="T26" fmla="*/ 57 w 65"/>
                  <a:gd name="T27" fmla="*/ 152 h 160"/>
                  <a:gd name="T28" fmla="*/ 57 w 65"/>
                  <a:gd name="T29" fmla="*/ 96 h 160"/>
                  <a:gd name="T30" fmla="*/ 63 w 65"/>
                  <a:gd name="T31" fmla="*/ 93 h 160"/>
                  <a:gd name="T32" fmla="*/ 65 w 65"/>
                  <a:gd name="T33" fmla="*/ 86 h 160"/>
                  <a:gd name="T34" fmla="*/ 49 w 65"/>
                  <a:gd name="T35" fmla="*/ 6 h 160"/>
                  <a:gd name="T36" fmla="*/ 41 w 65"/>
                  <a:gd name="T37" fmla="*/ 0 h 160"/>
                  <a:gd name="T38" fmla="*/ 31 w 65"/>
                  <a:gd name="T39" fmla="*/ 16 h 160"/>
                  <a:gd name="T40" fmla="*/ 34 w 65"/>
                  <a:gd name="T41" fmla="*/ 16 h 160"/>
                  <a:gd name="T42" fmla="*/ 47 w 65"/>
                  <a:gd name="T43" fmla="*/ 80 h 160"/>
                  <a:gd name="T44" fmla="*/ 18 w 65"/>
                  <a:gd name="T45" fmla="*/ 80 h 160"/>
                  <a:gd name="T46" fmla="*/ 31 w 65"/>
                  <a:gd name="T47"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 h="160">
                    <a:moveTo>
                      <a:pt x="41" y="0"/>
                    </a:moveTo>
                    <a:cubicBezTo>
                      <a:pt x="25" y="0"/>
                      <a:pt x="25" y="0"/>
                      <a:pt x="25" y="0"/>
                    </a:cubicBezTo>
                    <a:cubicBezTo>
                      <a:pt x="21" y="0"/>
                      <a:pt x="18" y="2"/>
                      <a:pt x="17" y="6"/>
                    </a:cubicBezTo>
                    <a:cubicBezTo>
                      <a:pt x="1" y="86"/>
                      <a:pt x="1" y="86"/>
                      <a:pt x="1" y="86"/>
                    </a:cubicBezTo>
                    <a:cubicBezTo>
                      <a:pt x="0" y="88"/>
                      <a:pt x="1" y="91"/>
                      <a:pt x="2" y="93"/>
                    </a:cubicBezTo>
                    <a:cubicBezTo>
                      <a:pt x="4" y="95"/>
                      <a:pt x="6" y="96"/>
                      <a:pt x="9" y="96"/>
                    </a:cubicBezTo>
                    <a:cubicBezTo>
                      <a:pt x="9" y="152"/>
                      <a:pt x="9" y="152"/>
                      <a:pt x="9" y="152"/>
                    </a:cubicBezTo>
                    <a:cubicBezTo>
                      <a:pt x="9" y="156"/>
                      <a:pt x="12" y="160"/>
                      <a:pt x="17" y="160"/>
                    </a:cubicBezTo>
                    <a:cubicBezTo>
                      <a:pt x="21" y="160"/>
                      <a:pt x="25" y="156"/>
                      <a:pt x="25" y="152"/>
                    </a:cubicBezTo>
                    <a:cubicBezTo>
                      <a:pt x="25" y="96"/>
                      <a:pt x="25" y="96"/>
                      <a:pt x="25" y="96"/>
                    </a:cubicBezTo>
                    <a:cubicBezTo>
                      <a:pt x="41" y="96"/>
                      <a:pt x="41" y="96"/>
                      <a:pt x="41" y="96"/>
                    </a:cubicBezTo>
                    <a:cubicBezTo>
                      <a:pt x="41" y="152"/>
                      <a:pt x="41" y="152"/>
                      <a:pt x="41" y="152"/>
                    </a:cubicBezTo>
                    <a:cubicBezTo>
                      <a:pt x="41" y="156"/>
                      <a:pt x="44" y="160"/>
                      <a:pt x="49" y="160"/>
                    </a:cubicBezTo>
                    <a:cubicBezTo>
                      <a:pt x="53" y="160"/>
                      <a:pt x="57" y="156"/>
                      <a:pt x="57" y="152"/>
                    </a:cubicBezTo>
                    <a:cubicBezTo>
                      <a:pt x="57" y="96"/>
                      <a:pt x="57" y="96"/>
                      <a:pt x="57" y="96"/>
                    </a:cubicBezTo>
                    <a:cubicBezTo>
                      <a:pt x="59" y="96"/>
                      <a:pt x="61" y="95"/>
                      <a:pt x="63" y="93"/>
                    </a:cubicBezTo>
                    <a:cubicBezTo>
                      <a:pt x="64" y="91"/>
                      <a:pt x="65" y="88"/>
                      <a:pt x="65" y="86"/>
                    </a:cubicBezTo>
                    <a:cubicBezTo>
                      <a:pt x="49" y="6"/>
                      <a:pt x="49" y="6"/>
                      <a:pt x="49" y="6"/>
                    </a:cubicBezTo>
                    <a:cubicBezTo>
                      <a:pt x="48" y="2"/>
                      <a:pt x="44" y="0"/>
                      <a:pt x="41" y="0"/>
                    </a:cubicBezTo>
                    <a:close/>
                    <a:moveTo>
                      <a:pt x="31" y="16"/>
                    </a:moveTo>
                    <a:cubicBezTo>
                      <a:pt x="34" y="16"/>
                      <a:pt x="34" y="16"/>
                      <a:pt x="34" y="16"/>
                    </a:cubicBezTo>
                    <a:cubicBezTo>
                      <a:pt x="47" y="80"/>
                      <a:pt x="47" y="80"/>
                      <a:pt x="47" y="80"/>
                    </a:cubicBezTo>
                    <a:cubicBezTo>
                      <a:pt x="18" y="80"/>
                      <a:pt x="18" y="80"/>
                      <a:pt x="18" y="80"/>
                    </a:cubicBezTo>
                    <a:lnTo>
                      <a:pt x="31" y="16"/>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defTabSz="742969">
                  <a:defRPr/>
                </a:pPr>
                <a:endParaRPr lang="en-US" sz="1000">
                  <a:solidFill>
                    <a:prstClr val="black"/>
                  </a:solidFill>
                  <a:latin typeface="Aptos" panose="020B0004020202020204" pitchFamily="34" charset="0"/>
                </a:endParaRPr>
              </a:p>
            </p:txBody>
          </p:sp>
          <p:sp>
            <p:nvSpPr>
              <p:cNvPr id="65" name="Freeform 16">
                <a:extLst>
                  <a:ext uri="{FF2B5EF4-FFF2-40B4-BE49-F238E27FC236}">
                    <a16:creationId xmlns:a16="http://schemas.microsoft.com/office/drawing/2014/main" id="{07D11228-8389-4069-890B-775F37242A38}"/>
                  </a:ext>
                </a:extLst>
              </p:cNvPr>
              <p:cNvSpPr>
                <a:spLocks noEditPoints="1"/>
              </p:cNvSpPr>
              <p:nvPr/>
            </p:nvSpPr>
            <p:spPr bwMode="auto">
              <a:xfrm>
                <a:off x="7731710" y="4955694"/>
                <a:ext cx="231775"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defTabSz="742969">
                  <a:defRPr/>
                </a:pPr>
                <a:endParaRPr lang="en-US" sz="1000">
                  <a:solidFill>
                    <a:prstClr val="black"/>
                  </a:solidFill>
                  <a:latin typeface="Aptos" panose="020B0004020202020204" pitchFamily="34" charset="0"/>
                </a:endParaRPr>
              </a:p>
            </p:txBody>
          </p:sp>
          <p:sp>
            <p:nvSpPr>
              <p:cNvPr id="66" name="Freeform 17">
                <a:extLst>
                  <a:ext uri="{FF2B5EF4-FFF2-40B4-BE49-F238E27FC236}">
                    <a16:creationId xmlns:a16="http://schemas.microsoft.com/office/drawing/2014/main" id="{0A95C04F-BDAE-45A6-AE3E-0741893C2C62}"/>
                  </a:ext>
                </a:extLst>
              </p:cNvPr>
              <p:cNvSpPr>
                <a:spLocks noEditPoints="1"/>
              </p:cNvSpPr>
              <p:nvPr/>
            </p:nvSpPr>
            <p:spPr bwMode="auto">
              <a:xfrm>
                <a:off x="6923672" y="5262081"/>
                <a:ext cx="307975" cy="766763"/>
              </a:xfrm>
              <a:custGeom>
                <a:avLst/>
                <a:gdLst>
                  <a:gd name="T0" fmla="*/ 56 w 64"/>
                  <a:gd name="T1" fmla="*/ 0 h 160"/>
                  <a:gd name="T2" fmla="*/ 8 w 64"/>
                  <a:gd name="T3" fmla="*/ 0 h 160"/>
                  <a:gd name="T4" fmla="*/ 0 w 64"/>
                  <a:gd name="T5" fmla="*/ 8 h 160"/>
                  <a:gd name="T6" fmla="*/ 0 w 64"/>
                  <a:gd name="T7" fmla="*/ 72 h 160"/>
                  <a:gd name="T8" fmla="*/ 8 w 64"/>
                  <a:gd name="T9" fmla="*/ 80 h 160"/>
                  <a:gd name="T10" fmla="*/ 8 w 64"/>
                  <a:gd name="T11" fmla="*/ 152 h 160"/>
                  <a:gd name="T12" fmla="*/ 16 w 64"/>
                  <a:gd name="T13" fmla="*/ 160 h 160"/>
                  <a:gd name="T14" fmla="*/ 24 w 64"/>
                  <a:gd name="T15" fmla="*/ 152 h 160"/>
                  <a:gd name="T16" fmla="*/ 24 w 64"/>
                  <a:gd name="T17" fmla="*/ 80 h 160"/>
                  <a:gd name="T18" fmla="*/ 40 w 64"/>
                  <a:gd name="T19" fmla="*/ 80 h 160"/>
                  <a:gd name="T20" fmla="*/ 40 w 64"/>
                  <a:gd name="T21" fmla="*/ 152 h 160"/>
                  <a:gd name="T22" fmla="*/ 48 w 64"/>
                  <a:gd name="T23" fmla="*/ 160 h 160"/>
                  <a:gd name="T24" fmla="*/ 56 w 64"/>
                  <a:gd name="T25" fmla="*/ 152 h 160"/>
                  <a:gd name="T26" fmla="*/ 56 w 64"/>
                  <a:gd name="T27" fmla="*/ 80 h 160"/>
                  <a:gd name="T28" fmla="*/ 64 w 64"/>
                  <a:gd name="T29" fmla="*/ 72 h 160"/>
                  <a:gd name="T30" fmla="*/ 64 w 64"/>
                  <a:gd name="T31" fmla="*/ 8 h 160"/>
                  <a:gd name="T32" fmla="*/ 56 w 64"/>
                  <a:gd name="T33" fmla="*/ 0 h 160"/>
                  <a:gd name="T34" fmla="*/ 16 w 64"/>
                  <a:gd name="T35" fmla="*/ 16 h 160"/>
                  <a:gd name="T36" fmla="*/ 48 w 64"/>
                  <a:gd name="T37" fmla="*/ 16 h 160"/>
                  <a:gd name="T38" fmla="*/ 48 w 64"/>
                  <a:gd name="T39" fmla="*/ 64 h 160"/>
                  <a:gd name="T40" fmla="*/ 16 w 64"/>
                  <a:gd name="T41" fmla="*/ 64 h 160"/>
                  <a:gd name="T42" fmla="*/ 16 w 64"/>
                  <a:gd name="T43"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160">
                    <a:moveTo>
                      <a:pt x="56" y="0"/>
                    </a:moveTo>
                    <a:cubicBezTo>
                      <a:pt x="8" y="0"/>
                      <a:pt x="8" y="0"/>
                      <a:pt x="8" y="0"/>
                    </a:cubicBezTo>
                    <a:cubicBezTo>
                      <a:pt x="3" y="0"/>
                      <a:pt x="0" y="3"/>
                      <a:pt x="0" y="8"/>
                    </a:cubicBezTo>
                    <a:cubicBezTo>
                      <a:pt x="0" y="72"/>
                      <a:pt x="0" y="72"/>
                      <a:pt x="0" y="72"/>
                    </a:cubicBezTo>
                    <a:cubicBezTo>
                      <a:pt x="0" y="76"/>
                      <a:pt x="3" y="80"/>
                      <a:pt x="8" y="80"/>
                    </a:cubicBezTo>
                    <a:cubicBezTo>
                      <a:pt x="8" y="152"/>
                      <a:pt x="8" y="152"/>
                      <a:pt x="8" y="152"/>
                    </a:cubicBezTo>
                    <a:cubicBezTo>
                      <a:pt x="8" y="156"/>
                      <a:pt x="11" y="160"/>
                      <a:pt x="16" y="160"/>
                    </a:cubicBezTo>
                    <a:cubicBezTo>
                      <a:pt x="20" y="160"/>
                      <a:pt x="24" y="156"/>
                      <a:pt x="24" y="152"/>
                    </a:cubicBezTo>
                    <a:cubicBezTo>
                      <a:pt x="24" y="80"/>
                      <a:pt x="24" y="80"/>
                      <a:pt x="24" y="80"/>
                    </a:cubicBezTo>
                    <a:cubicBezTo>
                      <a:pt x="40" y="80"/>
                      <a:pt x="40" y="80"/>
                      <a:pt x="40" y="80"/>
                    </a:cubicBezTo>
                    <a:cubicBezTo>
                      <a:pt x="40" y="152"/>
                      <a:pt x="40" y="152"/>
                      <a:pt x="40" y="152"/>
                    </a:cubicBezTo>
                    <a:cubicBezTo>
                      <a:pt x="40" y="156"/>
                      <a:pt x="43" y="160"/>
                      <a:pt x="48" y="160"/>
                    </a:cubicBezTo>
                    <a:cubicBezTo>
                      <a:pt x="52" y="160"/>
                      <a:pt x="56" y="156"/>
                      <a:pt x="56" y="152"/>
                    </a:cubicBezTo>
                    <a:cubicBezTo>
                      <a:pt x="56" y="80"/>
                      <a:pt x="56" y="80"/>
                      <a:pt x="56" y="80"/>
                    </a:cubicBezTo>
                    <a:cubicBezTo>
                      <a:pt x="60" y="80"/>
                      <a:pt x="64" y="76"/>
                      <a:pt x="64" y="72"/>
                    </a:cubicBezTo>
                    <a:cubicBezTo>
                      <a:pt x="64" y="8"/>
                      <a:pt x="64" y="8"/>
                      <a:pt x="64" y="8"/>
                    </a:cubicBezTo>
                    <a:cubicBezTo>
                      <a:pt x="64" y="3"/>
                      <a:pt x="60" y="0"/>
                      <a:pt x="56" y="0"/>
                    </a:cubicBezTo>
                    <a:close/>
                    <a:moveTo>
                      <a:pt x="16" y="16"/>
                    </a:moveTo>
                    <a:cubicBezTo>
                      <a:pt x="48" y="16"/>
                      <a:pt x="48" y="16"/>
                      <a:pt x="48" y="16"/>
                    </a:cubicBezTo>
                    <a:cubicBezTo>
                      <a:pt x="48" y="64"/>
                      <a:pt x="48" y="64"/>
                      <a:pt x="48" y="64"/>
                    </a:cubicBezTo>
                    <a:cubicBezTo>
                      <a:pt x="16" y="64"/>
                      <a:pt x="16" y="64"/>
                      <a:pt x="16" y="64"/>
                    </a:cubicBezTo>
                    <a:lnTo>
                      <a:pt x="16" y="16"/>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defTabSz="742969">
                  <a:defRPr/>
                </a:pPr>
                <a:endParaRPr lang="en-US" sz="1000">
                  <a:solidFill>
                    <a:prstClr val="black"/>
                  </a:solidFill>
                  <a:latin typeface="Aptos" panose="020B0004020202020204" pitchFamily="34" charset="0"/>
                </a:endParaRPr>
              </a:p>
            </p:txBody>
          </p:sp>
          <p:sp>
            <p:nvSpPr>
              <p:cNvPr id="67" name="Freeform 18">
                <a:extLst>
                  <a:ext uri="{FF2B5EF4-FFF2-40B4-BE49-F238E27FC236}">
                    <a16:creationId xmlns:a16="http://schemas.microsoft.com/office/drawing/2014/main" id="{2241838B-0204-4E8F-A641-F2C952591221}"/>
                  </a:ext>
                </a:extLst>
              </p:cNvPr>
              <p:cNvSpPr>
                <a:spLocks noEditPoints="1"/>
              </p:cNvSpPr>
              <p:nvPr/>
            </p:nvSpPr>
            <p:spPr bwMode="auto">
              <a:xfrm>
                <a:off x="6961772" y="4955694"/>
                <a:ext cx="231775"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defTabSz="742969">
                  <a:defRPr/>
                </a:pPr>
                <a:endParaRPr lang="en-US" sz="1000">
                  <a:solidFill>
                    <a:prstClr val="black"/>
                  </a:solidFill>
                  <a:latin typeface="Aptos" panose="020B0004020202020204" pitchFamily="34" charset="0"/>
                </a:endParaRPr>
              </a:p>
            </p:txBody>
          </p:sp>
          <p:sp>
            <p:nvSpPr>
              <p:cNvPr id="68" name="Freeform 19">
                <a:extLst>
                  <a:ext uri="{FF2B5EF4-FFF2-40B4-BE49-F238E27FC236}">
                    <a16:creationId xmlns:a16="http://schemas.microsoft.com/office/drawing/2014/main" id="{BD53C094-F63F-49DC-9588-E5CE450092D3}"/>
                  </a:ext>
                </a:extLst>
              </p:cNvPr>
              <p:cNvSpPr>
                <a:spLocks noEditPoints="1"/>
              </p:cNvSpPr>
              <p:nvPr/>
            </p:nvSpPr>
            <p:spPr bwMode="auto">
              <a:xfrm>
                <a:off x="7307847" y="5262081"/>
                <a:ext cx="309562" cy="766763"/>
              </a:xfrm>
              <a:custGeom>
                <a:avLst/>
                <a:gdLst>
                  <a:gd name="T0" fmla="*/ 56 w 64"/>
                  <a:gd name="T1" fmla="*/ 0 h 160"/>
                  <a:gd name="T2" fmla="*/ 8 w 64"/>
                  <a:gd name="T3" fmla="*/ 0 h 160"/>
                  <a:gd name="T4" fmla="*/ 0 w 64"/>
                  <a:gd name="T5" fmla="*/ 8 h 160"/>
                  <a:gd name="T6" fmla="*/ 0 w 64"/>
                  <a:gd name="T7" fmla="*/ 72 h 160"/>
                  <a:gd name="T8" fmla="*/ 8 w 64"/>
                  <a:gd name="T9" fmla="*/ 80 h 160"/>
                  <a:gd name="T10" fmla="*/ 8 w 64"/>
                  <a:gd name="T11" fmla="*/ 152 h 160"/>
                  <a:gd name="T12" fmla="*/ 16 w 64"/>
                  <a:gd name="T13" fmla="*/ 160 h 160"/>
                  <a:gd name="T14" fmla="*/ 24 w 64"/>
                  <a:gd name="T15" fmla="*/ 152 h 160"/>
                  <a:gd name="T16" fmla="*/ 24 w 64"/>
                  <a:gd name="T17" fmla="*/ 80 h 160"/>
                  <a:gd name="T18" fmla="*/ 40 w 64"/>
                  <a:gd name="T19" fmla="*/ 80 h 160"/>
                  <a:gd name="T20" fmla="*/ 40 w 64"/>
                  <a:gd name="T21" fmla="*/ 152 h 160"/>
                  <a:gd name="T22" fmla="*/ 48 w 64"/>
                  <a:gd name="T23" fmla="*/ 160 h 160"/>
                  <a:gd name="T24" fmla="*/ 56 w 64"/>
                  <a:gd name="T25" fmla="*/ 152 h 160"/>
                  <a:gd name="T26" fmla="*/ 56 w 64"/>
                  <a:gd name="T27" fmla="*/ 80 h 160"/>
                  <a:gd name="T28" fmla="*/ 64 w 64"/>
                  <a:gd name="T29" fmla="*/ 72 h 160"/>
                  <a:gd name="T30" fmla="*/ 64 w 64"/>
                  <a:gd name="T31" fmla="*/ 8 h 160"/>
                  <a:gd name="T32" fmla="*/ 56 w 64"/>
                  <a:gd name="T33" fmla="*/ 0 h 160"/>
                  <a:gd name="T34" fmla="*/ 16 w 64"/>
                  <a:gd name="T35" fmla="*/ 16 h 160"/>
                  <a:gd name="T36" fmla="*/ 48 w 64"/>
                  <a:gd name="T37" fmla="*/ 16 h 160"/>
                  <a:gd name="T38" fmla="*/ 48 w 64"/>
                  <a:gd name="T39" fmla="*/ 64 h 160"/>
                  <a:gd name="T40" fmla="*/ 16 w 64"/>
                  <a:gd name="T41" fmla="*/ 64 h 160"/>
                  <a:gd name="T42" fmla="*/ 16 w 64"/>
                  <a:gd name="T43"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160">
                    <a:moveTo>
                      <a:pt x="56" y="0"/>
                    </a:moveTo>
                    <a:cubicBezTo>
                      <a:pt x="8" y="0"/>
                      <a:pt x="8" y="0"/>
                      <a:pt x="8" y="0"/>
                    </a:cubicBezTo>
                    <a:cubicBezTo>
                      <a:pt x="3" y="0"/>
                      <a:pt x="0" y="3"/>
                      <a:pt x="0" y="8"/>
                    </a:cubicBezTo>
                    <a:cubicBezTo>
                      <a:pt x="0" y="72"/>
                      <a:pt x="0" y="72"/>
                      <a:pt x="0" y="72"/>
                    </a:cubicBezTo>
                    <a:cubicBezTo>
                      <a:pt x="0" y="76"/>
                      <a:pt x="3" y="80"/>
                      <a:pt x="8" y="80"/>
                    </a:cubicBezTo>
                    <a:cubicBezTo>
                      <a:pt x="8" y="152"/>
                      <a:pt x="8" y="152"/>
                      <a:pt x="8" y="152"/>
                    </a:cubicBezTo>
                    <a:cubicBezTo>
                      <a:pt x="8" y="156"/>
                      <a:pt x="11" y="160"/>
                      <a:pt x="16" y="160"/>
                    </a:cubicBezTo>
                    <a:cubicBezTo>
                      <a:pt x="20" y="160"/>
                      <a:pt x="24" y="156"/>
                      <a:pt x="24" y="152"/>
                    </a:cubicBezTo>
                    <a:cubicBezTo>
                      <a:pt x="24" y="80"/>
                      <a:pt x="24" y="80"/>
                      <a:pt x="24" y="80"/>
                    </a:cubicBezTo>
                    <a:cubicBezTo>
                      <a:pt x="40" y="80"/>
                      <a:pt x="40" y="80"/>
                      <a:pt x="40" y="80"/>
                    </a:cubicBezTo>
                    <a:cubicBezTo>
                      <a:pt x="40" y="152"/>
                      <a:pt x="40" y="152"/>
                      <a:pt x="40" y="152"/>
                    </a:cubicBezTo>
                    <a:cubicBezTo>
                      <a:pt x="40" y="156"/>
                      <a:pt x="43" y="160"/>
                      <a:pt x="48" y="160"/>
                    </a:cubicBezTo>
                    <a:cubicBezTo>
                      <a:pt x="52" y="160"/>
                      <a:pt x="56" y="156"/>
                      <a:pt x="56" y="152"/>
                    </a:cubicBezTo>
                    <a:cubicBezTo>
                      <a:pt x="56" y="80"/>
                      <a:pt x="56" y="80"/>
                      <a:pt x="56" y="80"/>
                    </a:cubicBezTo>
                    <a:cubicBezTo>
                      <a:pt x="60" y="80"/>
                      <a:pt x="64" y="76"/>
                      <a:pt x="64" y="72"/>
                    </a:cubicBezTo>
                    <a:cubicBezTo>
                      <a:pt x="64" y="8"/>
                      <a:pt x="64" y="8"/>
                      <a:pt x="64" y="8"/>
                    </a:cubicBezTo>
                    <a:cubicBezTo>
                      <a:pt x="64" y="3"/>
                      <a:pt x="60" y="0"/>
                      <a:pt x="56" y="0"/>
                    </a:cubicBezTo>
                    <a:close/>
                    <a:moveTo>
                      <a:pt x="16" y="16"/>
                    </a:moveTo>
                    <a:cubicBezTo>
                      <a:pt x="48" y="16"/>
                      <a:pt x="48" y="16"/>
                      <a:pt x="48" y="16"/>
                    </a:cubicBezTo>
                    <a:cubicBezTo>
                      <a:pt x="48" y="64"/>
                      <a:pt x="48" y="64"/>
                      <a:pt x="48" y="64"/>
                    </a:cubicBezTo>
                    <a:cubicBezTo>
                      <a:pt x="16" y="64"/>
                      <a:pt x="16" y="64"/>
                      <a:pt x="16" y="64"/>
                    </a:cubicBezTo>
                    <a:lnTo>
                      <a:pt x="16" y="16"/>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defTabSz="742969">
                  <a:defRPr/>
                </a:pPr>
                <a:endParaRPr lang="en-US" sz="1000">
                  <a:solidFill>
                    <a:prstClr val="black"/>
                  </a:solidFill>
                  <a:latin typeface="Aptos" panose="020B0004020202020204" pitchFamily="34" charset="0"/>
                </a:endParaRPr>
              </a:p>
            </p:txBody>
          </p:sp>
          <p:sp>
            <p:nvSpPr>
              <p:cNvPr id="69" name="Freeform 20">
                <a:extLst>
                  <a:ext uri="{FF2B5EF4-FFF2-40B4-BE49-F238E27FC236}">
                    <a16:creationId xmlns:a16="http://schemas.microsoft.com/office/drawing/2014/main" id="{41DF33DE-E81B-4805-8E36-1FF427907DF7}"/>
                  </a:ext>
                </a:extLst>
              </p:cNvPr>
              <p:cNvSpPr>
                <a:spLocks noEditPoints="1"/>
              </p:cNvSpPr>
              <p:nvPr/>
            </p:nvSpPr>
            <p:spPr bwMode="auto">
              <a:xfrm>
                <a:off x="7347535" y="4955694"/>
                <a:ext cx="230187"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defTabSz="742969">
                  <a:defRPr/>
                </a:pPr>
                <a:endParaRPr lang="en-US" sz="1000">
                  <a:solidFill>
                    <a:prstClr val="black"/>
                  </a:solidFill>
                  <a:latin typeface="Aptos" panose="020B0004020202020204" pitchFamily="34" charset="0"/>
                </a:endParaRPr>
              </a:p>
            </p:txBody>
          </p:sp>
          <p:sp>
            <p:nvSpPr>
              <p:cNvPr id="70" name="Freeform 21">
                <a:extLst>
                  <a:ext uri="{FF2B5EF4-FFF2-40B4-BE49-F238E27FC236}">
                    <a16:creationId xmlns:a16="http://schemas.microsoft.com/office/drawing/2014/main" id="{EB06B02F-F913-4A46-BC4A-7FAA536AFCD3}"/>
                  </a:ext>
                </a:extLst>
              </p:cNvPr>
              <p:cNvSpPr>
                <a:spLocks noEditPoints="1"/>
              </p:cNvSpPr>
              <p:nvPr/>
            </p:nvSpPr>
            <p:spPr bwMode="auto">
              <a:xfrm>
                <a:off x="6537910" y="4611206"/>
                <a:ext cx="1849437" cy="1838325"/>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68 h 384"/>
                  <a:gd name="T12" fmla="*/ 16 w 384"/>
                  <a:gd name="T13" fmla="*/ 192 h 384"/>
                  <a:gd name="T14" fmla="*/ 192 w 384"/>
                  <a:gd name="T15" fmla="*/ 16 h 384"/>
                  <a:gd name="T16" fmla="*/ 368 w 384"/>
                  <a:gd name="T17" fmla="*/ 192 h 384"/>
                  <a:gd name="T18" fmla="*/ 192 w 384"/>
                  <a:gd name="T19" fmla="*/ 36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68"/>
                    </a:moveTo>
                    <a:cubicBezTo>
                      <a:pt x="95" y="368"/>
                      <a:pt x="16" y="289"/>
                      <a:pt x="16" y="192"/>
                    </a:cubicBezTo>
                    <a:cubicBezTo>
                      <a:pt x="16" y="95"/>
                      <a:pt x="95" y="16"/>
                      <a:pt x="192" y="16"/>
                    </a:cubicBezTo>
                    <a:cubicBezTo>
                      <a:pt x="289" y="16"/>
                      <a:pt x="368" y="95"/>
                      <a:pt x="368" y="192"/>
                    </a:cubicBezTo>
                    <a:cubicBezTo>
                      <a:pt x="368" y="289"/>
                      <a:pt x="289" y="368"/>
                      <a:pt x="192" y="368"/>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defTabSz="742969">
                  <a:defRPr/>
                </a:pPr>
                <a:endParaRPr lang="en-US" sz="1000">
                  <a:solidFill>
                    <a:prstClr val="black"/>
                  </a:solidFill>
                  <a:latin typeface="Aptos" panose="020B0004020202020204" pitchFamily="34" charset="0"/>
                </a:endParaRPr>
              </a:p>
            </p:txBody>
          </p:sp>
        </p:grpSp>
        <p:grpSp>
          <p:nvGrpSpPr>
            <p:cNvPr id="71" name="Group 569">
              <a:extLst>
                <a:ext uri="{FF2B5EF4-FFF2-40B4-BE49-F238E27FC236}">
                  <a16:creationId xmlns:a16="http://schemas.microsoft.com/office/drawing/2014/main" id="{88B05465-FCDD-4BA2-944E-7DD0E317D5E5}"/>
                </a:ext>
              </a:extLst>
            </p:cNvPr>
            <p:cNvGrpSpPr>
              <a:grpSpLocks noChangeAspect="1"/>
            </p:cNvGrpSpPr>
            <p:nvPr/>
          </p:nvGrpSpPr>
          <p:grpSpPr bwMode="auto">
            <a:xfrm>
              <a:off x="5341849" y="2572076"/>
              <a:ext cx="459486" cy="459486"/>
              <a:chOff x="5648" y="3248"/>
              <a:chExt cx="340" cy="340"/>
            </a:xfrm>
            <a:solidFill>
              <a:schemeClr val="accent5"/>
            </a:solidFill>
          </p:grpSpPr>
          <p:sp>
            <p:nvSpPr>
              <p:cNvPr id="72" name="Freeform 570">
                <a:extLst>
                  <a:ext uri="{FF2B5EF4-FFF2-40B4-BE49-F238E27FC236}">
                    <a16:creationId xmlns:a16="http://schemas.microsoft.com/office/drawing/2014/main" id="{FEA86E2D-0CB1-4EF4-BF49-021BEA04C81C}"/>
                  </a:ext>
                </a:extLst>
              </p:cNvPr>
              <p:cNvSpPr>
                <a:spLocks noEditPoints="1"/>
              </p:cNvSpPr>
              <p:nvPr/>
            </p:nvSpPr>
            <p:spPr bwMode="auto">
              <a:xfrm>
                <a:off x="5712" y="3326"/>
                <a:ext cx="212" cy="170"/>
              </a:xfrm>
              <a:custGeom>
                <a:avLst/>
                <a:gdLst>
                  <a:gd name="T0" fmla="*/ 288 w 320"/>
                  <a:gd name="T1" fmla="*/ 9 h 256"/>
                  <a:gd name="T2" fmla="*/ 277 w 320"/>
                  <a:gd name="T3" fmla="*/ 0 h 256"/>
                  <a:gd name="T4" fmla="*/ 224 w 320"/>
                  <a:gd name="T5" fmla="*/ 0 h 256"/>
                  <a:gd name="T6" fmla="*/ 213 w 320"/>
                  <a:gd name="T7" fmla="*/ 10 h 256"/>
                  <a:gd name="T8" fmla="*/ 201 w 320"/>
                  <a:gd name="T9" fmla="*/ 146 h 256"/>
                  <a:gd name="T10" fmla="*/ 112 w 320"/>
                  <a:gd name="T11" fmla="*/ 87 h 256"/>
                  <a:gd name="T12" fmla="*/ 101 w 320"/>
                  <a:gd name="T13" fmla="*/ 87 h 256"/>
                  <a:gd name="T14" fmla="*/ 96 w 320"/>
                  <a:gd name="T15" fmla="*/ 96 h 256"/>
                  <a:gd name="T16" fmla="*/ 96 w 320"/>
                  <a:gd name="T17" fmla="*/ 140 h 256"/>
                  <a:gd name="T18" fmla="*/ 16 w 320"/>
                  <a:gd name="T19" fmla="*/ 87 h 256"/>
                  <a:gd name="T20" fmla="*/ 5 w 320"/>
                  <a:gd name="T21" fmla="*/ 87 h 256"/>
                  <a:gd name="T22" fmla="*/ 0 w 320"/>
                  <a:gd name="T23" fmla="*/ 96 h 256"/>
                  <a:gd name="T24" fmla="*/ 0 w 320"/>
                  <a:gd name="T25" fmla="*/ 245 h 256"/>
                  <a:gd name="T26" fmla="*/ 10 w 320"/>
                  <a:gd name="T27" fmla="*/ 256 h 256"/>
                  <a:gd name="T28" fmla="*/ 309 w 320"/>
                  <a:gd name="T29" fmla="*/ 256 h 256"/>
                  <a:gd name="T30" fmla="*/ 317 w 320"/>
                  <a:gd name="T31" fmla="*/ 252 h 256"/>
                  <a:gd name="T32" fmla="*/ 320 w 320"/>
                  <a:gd name="T33" fmla="*/ 244 h 256"/>
                  <a:gd name="T34" fmla="*/ 288 w 320"/>
                  <a:gd name="T35" fmla="*/ 9 h 256"/>
                  <a:gd name="T36" fmla="*/ 196 w 320"/>
                  <a:gd name="T37" fmla="*/ 169 h 256"/>
                  <a:gd name="T38" fmla="*/ 198 w 320"/>
                  <a:gd name="T39" fmla="*/ 170 h 256"/>
                  <a:gd name="T40" fmla="*/ 193 w 320"/>
                  <a:gd name="T41" fmla="*/ 235 h 256"/>
                  <a:gd name="T42" fmla="*/ 117 w 320"/>
                  <a:gd name="T43" fmla="*/ 235 h 256"/>
                  <a:gd name="T44" fmla="*/ 117 w 320"/>
                  <a:gd name="T45" fmla="*/ 116 h 256"/>
                  <a:gd name="T46" fmla="*/ 196 w 320"/>
                  <a:gd name="T47" fmla="*/ 169 h 256"/>
                  <a:gd name="T48" fmla="*/ 96 w 320"/>
                  <a:gd name="T49" fmla="*/ 166 h 256"/>
                  <a:gd name="T50" fmla="*/ 96 w 320"/>
                  <a:gd name="T51" fmla="*/ 235 h 256"/>
                  <a:gd name="T52" fmla="*/ 21 w 320"/>
                  <a:gd name="T53" fmla="*/ 235 h 256"/>
                  <a:gd name="T54" fmla="*/ 21 w 320"/>
                  <a:gd name="T55" fmla="*/ 116 h 256"/>
                  <a:gd name="T56" fmla="*/ 96 w 320"/>
                  <a:gd name="T57" fmla="*/ 166 h 256"/>
                  <a:gd name="T58" fmla="*/ 214 w 320"/>
                  <a:gd name="T59" fmla="*/ 235 h 256"/>
                  <a:gd name="T60" fmla="*/ 233 w 320"/>
                  <a:gd name="T61" fmla="*/ 21 h 256"/>
                  <a:gd name="T62" fmla="*/ 268 w 320"/>
                  <a:gd name="T63" fmla="*/ 21 h 256"/>
                  <a:gd name="T64" fmla="*/ 297 w 320"/>
                  <a:gd name="T65" fmla="*/ 235 h 256"/>
                  <a:gd name="T66" fmla="*/ 214 w 320"/>
                  <a:gd name="T67" fmla="*/ 2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0" h="256">
                    <a:moveTo>
                      <a:pt x="288" y="9"/>
                    </a:moveTo>
                    <a:cubicBezTo>
                      <a:pt x="287" y="4"/>
                      <a:pt x="282" y="0"/>
                      <a:pt x="277" y="0"/>
                    </a:cubicBezTo>
                    <a:cubicBezTo>
                      <a:pt x="224" y="0"/>
                      <a:pt x="224" y="0"/>
                      <a:pt x="224" y="0"/>
                    </a:cubicBezTo>
                    <a:cubicBezTo>
                      <a:pt x="218" y="0"/>
                      <a:pt x="214" y="4"/>
                      <a:pt x="213" y="10"/>
                    </a:cubicBezTo>
                    <a:cubicBezTo>
                      <a:pt x="201" y="146"/>
                      <a:pt x="201" y="146"/>
                      <a:pt x="201" y="146"/>
                    </a:cubicBezTo>
                    <a:cubicBezTo>
                      <a:pt x="112" y="87"/>
                      <a:pt x="112" y="87"/>
                      <a:pt x="112" y="87"/>
                    </a:cubicBezTo>
                    <a:cubicBezTo>
                      <a:pt x="109" y="85"/>
                      <a:pt x="105" y="85"/>
                      <a:pt x="101" y="87"/>
                    </a:cubicBezTo>
                    <a:cubicBezTo>
                      <a:pt x="98" y="88"/>
                      <a:pt x="96" y="92"/>
                      <a:pt x="96" y="96"/>
                    </a:cubicBezTo>
                    <a:cubicBezTo>
                      <a:pt x="96" y="140"/>
                      <a:pt x="96" y="140"/>
                      <a:pt x="96" y="140"/>
                    </a:cubicBezTo>
                    <a:cubicBezTo>
                      <a:pt x="16" y="87"/>
                      <a:pt x="16" y="87"/>
                      <a:pt x="16" y="87"/>
                    </a:cubicBezTo>
                    <a:cubicBezTo>
                      <a:pt x="13" y="85"/>
                      <a:pt x="9" y="85"/>
                      <a:pt x="5" y="87"/>
                    </a:cubicBezTo>
                    <a:cubicBezTo>
                      <a:pt x="2" y="88"/>
                      <a:pt x="0" y="92"/>
                      <a:pt x="0" y="96"/>
                    </a:cubicBezTo>
                    <a:cubicBezTo>
                      <a:pt x="0" y="245"/>
                      <a:pt x="0" y="245"/>
                      <a:pt x="0" y="245"/>
                    </a:cubicBezTo>
                    <a:cubicBezTo>
                      <a:pt x="0" y="251"/>
                      <a:pt x="4" y="256"/>
                      <a:pt x="10" y="256"/>
                    </a:cubicBezTo>
                    <a:cubicBezTo>
                      <a:pt x="309" y="256"/>
                      <a:pt x="309" y="256"/>
                      <a:pt x="309" y="256"/>
                    </a:cubicBezTo>
                    <a:cubicBezTo>
                      <a:pt x="312" y="256"/>
                      <a:pt x="315" y="255"/>
                      <a:pt x="317" y="252"/>
                    </a:cubicBezTo>
                    <a:cubicBezTo>
                      <a:pt x="319" y="250"/>
                      <a:pt x="320" y="247"/>
                      <a:pt x="320" y="244"/>
                    </a:cubicBezTo>
                    <a:lnTo>
                      <a:pt x="288" y="9"/>
                    </a:lnTo>
                    <a:close/>
                    <a:moveTo>
                      <a:pt x="196" y="169"/>
                    </a:moveTo>
                    <a:cubicBezTo>
                      <a:pt x="197" y="169"/>
                      <a:pt x="198" y="169"/>
                      <a:pt x="198" y="170"/>
                    </a:cubicBezTo>
                    <a:cubicBezTo>
                      <a:pt x="193" y="235"/>
                      <a:pt x="193" y="235"/>
                      <a:pt x="193" y="235"/>
                    </a:cubicBezTo>
                    <a:cubicBezTo>
                      <a:pt x="117" y="235"/>
                      <a:pt x="117" y="235"/>
                      <a:pt x="117" y="235"/>
                    </a:cubicBezTo>
                    <a:cubicBezTo>
                      <a:pt x="117" y="116"/>
                      <a:pt x="117" y="116"/>
                      <a:pt x="117" y="116"/>
                    </a:cubicBezTo>
                    <a:lnTo>
                      <a:pt x="196" y="169"/>
                    </a:lnTo>
                    <a:close/>
                    <a:moveTo>
                      <a:pt x="96" y="166"/>
                    </a:moveTo>
                    <a:cubicBezTo>
                      <a:pt x="96" y="235"/>
                      <a:pt x="96" y="235"/>
                      <a:pt x="96" y="235"/>
                    </a:cubicBezTo>
                    <a:cubicBezTo>
                      <a:pt x="21" y="235"/>
                      <a:pt x="21" y="235"/>
                      <a:pt x="21" y="235"/>
                    </a:cubicBezTo>
                    <a:cubicBezTo>
                      <a:pt x="21" y="116"/>
                      <a:pt x="21" y="116"/>
                      <a:pt x="21" y="116"/>
                    </a:cubicBezTo>
                    <a:lnTo>
                      <a:pt x="96" y="166"/>
                    </a:lnTo>
                    <a:close/>
                    <a:moveTo>
                      <a:pt x="214" y="235"/>
                    </a:moveTo>
                    <a:cubicBezTo>
                      <a:pt x="233" y="21"/>
                      <a:pt x="233" y="21"/>
                      <a:pt x="233" y="21"/>
                    </a:cubicBezTo>
                    <a:cubicBezTo>
                      <a:pt x="268" y="21"/>
                      <a:pt x="268" y="21"/>
                      <a:pt x="268" y="21"/>
                    </a:cubicBezTo>
                    <a:cubicBezTo>
                      <a:pt x="297" y="235"/>
                      <a:pt x="297" y="235"/>
                      <a:pt x="297" y="235"/>
                    </a:cubicBezTo>
                    <a:lnTo>
                      <a:pt x="214" y="235"/>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defTabSz="742969">
                  <a:defRPr/>
                </a:pPr>
                <a:endParaRPr lang="en-GB" sz="1000">
                  <a:solidFill>
                    <a:prstClr val="black"/>
                  </a:solidFill>
                  <a:latin typeface="Aptos" panose="020B0004020202020204" pitchFamily="34" charset="0"/>
                </a:endParaRPr>
              </a:p>
            </p:txBody>
          </p:sp>
          <p:sp>
            <p:nvSpPr>
              <p:cNvPr id="73" name="Freeform 571">
                <a:extLst>
                  <a:ext uri="{FF2B5EF4-FFF2-40B4-BE49-F238E27FC236}">
                    <a16:creationId xmlns:a16="http://schemas.microsoft.com/office/drawing/2014/main" id="{1ADAA85A-47A1-4B5F-B89B-A02CF39A209C}"/>
                  </a:ext>
                </a:extLst>
              </p:cNvPr>
              <p:cNvSpPr>
                <a:spLocks noEditPoints="1"/>
              </p:cNvSpPr>
              <p:nvPr/>
            </p:nvSpPr>
            <p:spPr bwMode="auto">
              <a:xfrm>
                <a:off x="5648" y="324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defTabSz="742969">
                  <a:defRPr/>
                </a:pPr>
                <a:endParaRPr lang="en-GB" sz="1000">
                  <a:solidFill>
                    <a:prstClr val="black"/>
                  </a:solidFill>
                  <a:latin typeface="Aptos" panose="020B0004020202020204" pitchFamily="34" charset="0"/>
                </a:endParaRPr>
              </a:p>
            </p:txBody>
          </p:sp>
        </p:grpSp>
      </p:grpSp>
    </p:spTree>
    <p:extLst>
      <p:ext uri="{BB962C8B-B14F-4D97-AF65-F5344CB8AC3E}">
        <p14:creationId xmlns:p14="http://schemas.microsoft.com/office/powerpoint/2010/main" val="1040858889"/>
      </p:ext>
    </p:extLst>
  </p:cSld>
  <p:clrMapOvr>
    <a:masterClrMapping/>
  </p:clrMapOvr>
  <p:transition>
    <p:fade/>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CF52A8F-5168-4489-86F4-10C0DF212F13}"/>
              </a:ext>
            </a:extLst>
          </p:cNvPr>
          <p:cNvSpPr>
            <a:spLocks noGrp="1"/>
          </p:cNvSpPr>
          <p:nvPr>
            <p:ph type="title"/>
          </p:nvPr>
        </p:nvSpPr>
        <p:spPr/>
        <p:txBody>
          <a:bodyPr/>
          <a:lstStyle/>
          <a:p>
            <a:r>
              <a:rPr lang="en-US" dirty="0"/>
              <a:t>Progressive motion</a:t>
            </a:r>
          </a:p>
        </p:txBody>
      </p:sp>
      <p:sp>
        <p:nvSpPr>
          <p:cNvPr id="6" name="Freeform 11">
            <a:extLst>
              <a:ext uri="{FF2B5EF4-FFF2-40B4-BE49-F238E27FC236}">
                <a16:creationId xmlns:a16="http://schemas.microsoft.com/office/drawing/2014/main" id="{E6D675EC-425C-4157-A4F5-9ABBC5F6AF8F}"/>
              </a:ext>
            </a:extLst>
          </p:cNvPr>
          <p:cNvSpPr/>
          <p:nvPr>
            <p:custDataLst>
              <p:tags r:id="rId1"/>
            </p:custDataLst>
          </p:nvPr>
        </p:nvSpPr>
        <p:spPr bwMode="auto">
          <a:xfrm>
            <a:off x="-78798" y="1068958"/>
            <a:ext cx="9815946" cy="4096166"/>
          </a:xfrm>
          <a:custGeom>
            <a:avLst/>
            <a:gdLst>
              <a:gd name="connsiteX0" fmla="*/ 0 w 9183756"/>
              <a:gd name="connsiteY0" fmla="*/ 4174435 h 4174435"/>
              <a:gd name="connsiteX1" fmla="*/ 1860605 w 9183756"/>
              <a:gd name="connsiteY1" fmla="*/ 2878372 h 4174435"/>
              <a:gd name="connsiteX2" fmla="*/ 4683318 w 9183756"/>
              <a:gd name="connsiteY2" fmla="*/ 2504661 h 4174435"/>
              <a:gd name="connsiteX3" fmla="*/ 6933537 w 9183756"/>
              <a:gd name="connsiteY3" fmla="*/ 1590261 h 4174435"/>
              <a:gd name="connsiteX4" fmla="*/ 9183756 w 9183756"/>
              <a:gd name="connsiteY4" fmla="*/ 0 h 4174435"/>
              <a:gd name="connsiteX0" fmla="*/ 0 w 9183756"/>
              <a:gd name="connsiteY0" fmla="*/ 4174435 h 4174435"/>
              <a:gd name="connsiteX1" fmla="*/ 1976064 w 9183756"/>
              <a:gd name="connsiteY1" fmla="*/ 2997642 h 4174435"/>
              <a:gd name="connsiteX2" fmla="*/ 4683318 w 9183756"/>
              <a:gd name="connsiteY2" fmla="*/ 2504661 h 4174435"/>
              <a:gd name="connsiteX3" fmla="*/ 6933537 w 9183756"/>
              <a:gd name="connsiteY3" fmla="*/ 1590261 h 4174435"/>
              <a:gd name="connsiteX4" fmla="*/ 9183756 w 9183756"/>
              <a:gd name="connsiteY4" fmla="*/ 0 h 4174435"/>
              <a:gd name="connsiteX0" fmla="*/ 0 w 9183756"/>
              <a:gd name="connsiteY0" fmla="*/ 4174435 h 4174435"/>
              <a:gd name="connsiteX1" fmla="*/ 1976064 w 9183756"/>
              <a:gd name="connsiteY1" fmla="*/ 2997642 h 4174435"/>
              <a:gd name="connsiteX2" fmla="*/ 4721804 w 9183756"/>
              <a:gd name="connsiteY2" fmla="*/ 2544417 h 4174435"/>
              <a:gd name="connsiteX3" fmla="*/ 6933537 w 9183756"/>
              <a:gd name="connsiteY3" fmla="*/ 1590261 h 4174435"/>
              <a:gd name="connsiteX4" fmla="*/ 9183756 w 9183756"/>
              <a:gd name="connsiteY4" fmla="*/ 0 h 4174435"/>
              <a:gd name="connsiteX0" fmla="*/ 0 w 9183756"/>
              <a:gd name="connsiteY0" fmla="*/ 4174435 h 4174435"/>
              <a:gd name="connsiteX1" fmla="*/ 1976064 w 9183756"/>
              <a:gd name="connsiteY1" fmla="*/ 2997642 h 4174435"/>
              <a:gd name="connsiteX2" fmla="*/ 4721804 w 9183756"/>
              <a:gd name="connsiteY2" fmla="*/ 2289975 h 4174435"/>
              <a:gd name="connsiteX3" fmla="*/ 6933537 w 9183756"/>
              <a:gd name="connsiteY3" fmla="*/ 1590261 h 4174435"/>
              <a:gd name="connsiteX4" fmla="*/ 9183756 w 9183756"/>
              <a:gd name="connsiteY4" fmla="*/ 0 h 4174435"/>
              <a:gd name="connsiteX0" fmla="*/ 0 w 9183756"/>
              <a:gd name="connsiteY0" fmla="*/ 4174435 h 4174435"/>
              <a:gd name="connsiteX1" fmla="*/ 1976064 w 9183756"/>
              <a:gd name="connsiteY1" fmla="*/ 2997642 h 4174435"/>
              <a:gd name="connsiteX2" fmla="*/ 4721804 w 9183756"/>
              <a:gd name="connsiteY2" fmla="*/ 2194559 h 4174435"/>
              <a:gd name="connsiteX3" fmla="*/ 6933537 w 9183756"/>
              <a:gd name="connsiteY3" fmla="*/ 1590261 h 4174435"/>
              <a:gd name="connsiteX4" fmla="*/ 9183756 w 9183756"/>
              <a:gd name="connsiteY4" fmla="*/ 0 h 4174435"/>
              <a:gd name="connsiteX0" fmla="*/ 0 w 9183756"/>
              <a:gd name="connsiteY0" fmla="*/ 4174435 h 4174435"/>
              <a:gd name="connsiteX1" fmla="*/ 1976064 w 9183756"/>
              <a:gd name="connsiteY1" fmla="*/ 2997642 h 4174435"/>
              <a:gd name="connsiteX2" fmla="*/ 4721804 w 9183756"/>
              <a:gd name="connsiteY2" fmla="*/ 2194559 h 4174435"/>
              <a:gd name="connsiteX3" fmla="*/ 6918143 w 9183756"/>
              <a:gd name="connsiteY3" fmla="*/ 1391479 h 4174435"/>
              <a:gd name="connsiteX4" fmla="*/ 9183756 w 9183756"/>
              <a:gd name="connsiteY4" fmla="*/ 0 h 4174435"/>
              <a:gd name="connsiteX0" fmla="*/ 0 w 9183756"/>
              <a:gd name="connsiteY0" fmla="*/ 4174435 h 4174435"/>
              <a:gd name="connsiteX1" fmla="*/ 1976064 w 9183756"/>
              <a:gd name="connsiteY1" fmla="*/ 2997642 h 4174435"/>
              <a:gd name="connsiteX2" fmla="*/ 4721804 w 9183756"/>
              <a:gd name="connsiteY2" fmla="*/ 2194559 h 4174435"/>
              <a:gd name="connsiteX3" fmla="*/ 6979721 w 9183756"/>
              <a:gd name="connsiteY3" fmla="*/ 1447138 h 4174435"/>
              <a:gd name="connsiteX4" fmla="*/ 9183756 w 9183756"/>
              <a:gd name="connsiteY4" fmla="*/ 0 h 4174435"/>
              <a:gd name="connsiteX0" fmla="*/ 0 w 9183756"/>
              <a:gd name="connsiteY0" fmla="*/ 4174435 h 4174435"/>
              <a:gd name="connsiteX1" fmla="*/ 1976064 w 9183756"/>
              <a:gd name="connsiteY1" fmla="*/ 2997642 h 4174435"/>
              <a:gd name="connsiteX2" fmla="*/ 4429309 w 9183756"/>
              <a:gd name="connsiteY2" fmla="*/ 2210461 h 4174435"/>
              <a:gd name="connsiteX3" fmla="*/ 6979721 w 9183756"/>
              <a:gd name="connsiteY3" fmla="*/ 1447138 h 4174435"/>
              <a:gd name="connsiteX4" fmla="*/ 9183756 w 9183756"/>
              <a:gd name="connsiteY4" fmla="*/ 0 h 4174435"/>
              <a:gd name="connsiteX0" fmla="*/ 0 w 9183756"/>
              <a:gd name="connsiteY0" fmla="*/ 4174435 h 4174435"/>
              <a:gd name="connsiteX1" fmla="*/ 1976064 w 9183756"/>
              <a:gd name="connsiteY1" fmla="*/ 2997642 h 4174435"/>
              <a:gd name="connsiteX2" fmla="*/ 4429309 w 9183756"/>
              <a:gd name="connsiteY2" fmla="*/ 2210461 h 4174435"/>
              <a:gd name="connsiteX3" fmla="*/ 6979721 w 9183756"/>
              <a:gd name="connsiteY3" fmla="*/ 1447138 h 4174435"/>
              <a:gd name="connsiteX4" fmla="*/ 9183756 w 9183756"/>
              <a:gd name="connsiteY4" fmla="*/ 0 h 4174435"/>
              <a:gd name="connsiteX0" fmla="*/ 0 w 9183756"/>
              <a:gd name="connsiteY0" fmla="*/ 4174435 h 4174435"/>
              <a:gd name="connsiteX1" fmla="*/ 1976064 w 9183756"/>
              <a:gd name="connsiteY1" fmla="*/ 2997642 h 4174435"/>
              <a:gd name="connsiteX2" fmla="*/ 4429309 w 9183756"/>
              <a:gd name="connsiteY2" fmla="*/ 2274072 h 4174435"/>
              <a:gd name="connsiteX3" fmla="*/ 6979721 w 9183756"/>
              <a:gd name="connsiteY3" fmla="*/ 1447138 h 4174435"/>
              <a:gd name="connsiteX4" fmla="*/ 9183756 w 9183756"/>
              <a:gd name="connsiteY4" fmla="*/ 0 h 4174435"/>
              <a:gd name="connsiteX0" fmla="*/ 0 w 9314609"/>
              <a:gd name="connsiteY0" fmla="*/ 4516341 h 4516341"/>
              <a:gd name="connsiteX1" fmla="*/ 1976064 w 9314609"/>
              <a:gd name="connsiteY1" fmla="*/ 3339548 h 4516341"/>
              <a:gd name="connsiteX2" fmla="*/ 4429309 w 9314609"/>
              <a:gd name="connsiteY2" fmla="*/ 2615978 h 4516341"/>
              <a:gd name="connsiteX3" fmla="*/ 6979721 w 9314609"/>
              <a:gd name="connsiteY3" fmla="*/ 1789044 h 4516341"/>
              <a:gd name="connsiteX4" fmla="*/ 9314609 w 9314609"/>
              <a:gd name="connsiteY4" fmla="*/ 0 h 4516341"/>
              <a:gd name="connsiteX0" fmla="*/ 0 w 9314609"/>
              <a:gd name="connsiteY0" fmla="*/ 4516341 h 4516341"/>
              <a:gd name="connsiteX1" fmla="*/ 1976064 w 9314609"/>
              <a:gd name="connsiteY1" fmla="*/ 3339548 h 4516341"/>
              <a:gd name="connsiteX2" fmla="*/ 4429309 w 9314609"/>
              <a:gd name="connsiteY2" fmla="*/ 2615978 h 4516341"/>
              <a:gd name="connsiteX3" fmla="*/ 6979721 w 9314609"/>
              <a:gd name="connsiteY3" fmla="*/ 1789044 h 4516341"/>
              <a:gd name="connsiteX4" fmla="*/ 9314609 w 9314609"/>
              <a:gd name="connsiteY4" fmla="*/ 0 h 4516341"/>
              <a:gd name="connsiteX0" fmla="*/ 0 w 9314609"/>
              <a:gd name="connsiteY0" fmla="*/ 4516341 h 4516341"/>
              <a:gd name="connsiteX1" fmla="*/ 1976064 w 9314609"/>
              <a:gd name="connsiteY1" fmla="*/ 3339548 h 4516341"/>
              <a:gd name="connsiteX2" fmla="*/ 4429309 w 9314609"/>
              <a:gd name="connsiteY2" fmla="*/ 2615978 h 4516341"/>
              <a:gd name="connsiteX3" fmla="*/ 6979721 w 9314609"/>
              <a:gd name="connsiteY3" fmla="*/ 1789044 h 4516341"/>
              <a:gd name="connsiteX4" fmla="*/ 9314609 w 9314609"/>
              <a:gd name="connsiteY4" fmla="*/ 0 h 4516341"/>
              <a:gd name="connsiteX0" fmla="*/ 0 w 9253032"/>
              <a:gd name="connsiteY0" fmla="*/ 4572000 h 4572000"/>
              <a:gd name="connsiteX1" fmla="*/ 1976064 w 9253032"/>
              <a:gd name="connsiteY1" fmla="*/ 3395207 h 4572000"/>
              <a:gd name="connsiteX2" fmla="*/ 4429309 w 9253032"/>
              <a:gd name="connsiteY2" fmla="*/ 2671637 h 4572000"/>
              <a:gd name="connsiteX3" fmla="*/ 6979721 w 9253032"/>
              <a:gd name="connsiteY3" fmla="*/ 1844703 h 4572000"/>
              <a:gd name="connsiteX4" fmla="*/ 9253032 w 9253032"/>
              <a:gd name="connsiteY4" fmla="*/ 0 h 4572000"/>
              <a:gd name="connsiteX0" fmla="*/ 0 w 9283823"/>
              <a:gd name="connsiteY0" fmla="*/ 4572000 h 4572000"/>
              <a:gd name="connsiteX1" fmla="*/ 1976064 w 9283823"/>
              <a:gd name="connsiteY1" fmla="*/ 3395207 h 4572000"/>
              <a:gd name="connsiteX2" fmla="*/ 4429309 w 9283823"/>
              <a:gd name="connsiteY2" fmla="*/ 2671637 h 4572000"/>
              <a:gd name="connsiteX3" fmla="*/ 6979721 w 9283823"/>
              <a:gd name="connsiteY3" fmla="*/ 1844703 h 4572000"/>
              <a:gd name="connsiteX4" fmla="*/ 9283823 w 9283823"/>
              <a:gd name="connsiteY4" fmla="*/ 0 h 457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3823" h="4572000">
                <a:moveTo>
                  <a:pt x="0" y="4572000"/>
                </a:moveTo>
                <a:cubicBezTo>
                  <a:pt x="540026" y="4063116"/>
                  <a:pt x="1237846" y="3711934"/>
                  <a:pt x="1976064" y="3395207"/>
                </a:cubicBezTo>
                <a:cubicBezTo>
                  <a:pt x="2714282" y="3078480"/>
                  <a:pt x="3556880" y="2786930"/>
                  <a:pt x="4429309" y="2671637"/>
                </a:cubicBezTo>
                <a:cubicBezTo>
                  <a:pt x="5301738" y="2556344"/>
                  <a:pt x="6229648" y="2262146"/>
                  <a:pt x="6979721" y="1844703"/>
                </a:cubicBezTo>
                <a:cubicBezTo>
                  <a:pt x="7729794" y="1427260"/>
                  <a:pt x="8572237" y="793143"/>
                  <a:pt x="9283823" y="0"/>
                </a:cubicBezTo>
              </a:path>
            </a:pathLst>
          </a:custGeom>
          <a:noFill/>
          <a:ln w="762000" cap="flat" cmpd="dbl" algn="ctr">
            <a:solidFill>
              <a:schemeClr val="bg1">
                <a:lumMod val="95000"/>
              </a:schemeClr>
            </a:solidFill>
            <a:prstDash val="solid"/>
            <a:round/>
            <a:headEnd type="none" w="med" len="med"/>
            <a:tailEnd type="none" w="med" len="med"/>
          </a:ln>
          <a:effectLst/>
        </p:spPr>
        <p:txBody>
          <a:bodyPr rtlCol="0" anchor="ctr"/>
          <a:lstStyle/>
          <a:p>
            <a:pPr algn="ct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7" name="Rectangle 6">
            <a:extLst>
              <a:ext uri="{FF2B5EF4-FFF2-40B4-BE49-F238E27FC236}">
                <a16:creationId xmlns:a16="http://schemas.microsoft.com/office/drawing/2014/main" id="{979194AF-2EDE-466B-9C88-7DFEB74E91A1}"/>
              </a:ext>
            </a:extLst>
          </p:cNvPr>
          <p:cNvSpPr/>
          <p:nvPr>
            <p:custDataLst>
              <p:tags r:id="rId2"/>
            </p:custDataLst>
          </p:nvPr>
        </p:nvSpPr>
        <p:spPr>
          <a:xfrm>
            <a:off x="6989486" y="1530290"/>
            <a:ext cx="1891632" cy="246221"/>
          </a:xfrm>
          <a:prstGeom prst="rect">
            <a:avLst/>
          </a:prstGeom>
        </p:spPr>
        <p:txBody>
          <a:bodyPr wrap="square">
            <a:spAutoFit/>
          </a:bodyPr>
          <a:lstStyle/>
          <a:p>
            <a:pPr lvl="0"/>
            <a:r>
              <a:rPr lang="fr-CA" sz="1000" b="1" dirty="0" err="1">
                <a:solidFill>
                  <a:prstClr val="black"/>
                </a:solidFill>
                <a:latin typeface="Aptos" panose="020B0004020202020204" pitchFamily="34" charset="0"/>
                <a:cs typeface="Verdana" panose="020B0604030504040204" pitchFamily="34" charset="0"/>
              </a:rPr>
              <a:t>Lorem</a:t>
            </a:r>
            <a:r>
              <a:rPr lang="fr-CA" sz="1000" b="1" dirty="0">
                <a:solidFill>
                  <a:prstClr val="black"/>
                </a:solidFill>
                <a:latin typeface="Aptos" panose="020B0004020202020204" pitchFamily="34" charset="0"/>
                <a:cs typeface="Verdana" panose="020B0604030504040204" pitchFamily="34" charset="0"/>
              </a:rPr>
              <a:t> </a:t>
            </a:r>
            <a:r>
              <a:rPr lang="fr-CA" sz="1000" b="1" dirty="0" err="1">
                <a:solidFill>
                  <a:prstClr val="black"/>
                </a:solidFill>
                <a:latin typeface="Aptos" panose="020B0004020202020204" pitchFamily="34" charset="0"/>
                <a:cs typeface="Verdana" panose="020B0604030504040204" pitchFamily="34" charset="0"/>
              </a:rPr>
              <a:t>ipsum</a:t>
            </a:r>
            <a:r>
              <a:rPr lang="fr-CA" sz="1000" b="1" dirty="0">
                <a:solidFill>
                  <a:prstClr val="black"/>
                </a:solidFill>
                <a:latin typeface="Aptos" panose="020B0004020202020204" pitchFamily="34" charset="0"/>
                <a:cs typeface="Verdana" panose="020B0604030504040204" pitchFamily="34" charset="0"/>
              </a:rPr>
              <a:t> </a:t>
            </a:r>
          </a:p>
        </p:txBody>
      </p:sp>
      <p:sp>
        <p:nvSpPr>
          <p:cNvPr id="8" name="Rectangle 7">
            <a:extLst>
              <a:ext uri="{FF2B5EF4-FFF2-40B4-BE49-F238E27FC236}">
                <a16:creationId xmlns:a16="http://schemas.microsoft.com/office/drawing/2014/main" id="{8AECD474-D2C5-4E5F-B0DB-95193A98B3FD}"/>
              </a:ext>
            </a:extLst>
          </p:cNvPr>
          <p:cNvSpPr/>
          <p:nvPr>
            <p:custDataLst>
              <p:tags r:id="rId3"/>
            </p:custDataLst>
          </p:nvPr>
        </p:nvSpPr>
        <p:spPr>
          <a:xfrm>
            <a:off x="4930405" y="2090074"/>
            <a:ext cx="1570197" cy="246221"/>
          </a:xfrm>
          <a:prstGeom prst="rect">
            <a:avLst/>
          </a:prstGeom>
        </p:spPr>
        <p:txBody>
          <a:bodyPr wrap="square">
            <a:spAutoFit/>
          </a:bodyPr>
          <a:lstStyle/>
          <a:p>
            <a:pPr lvl="0"/>
            <a:r>
              <a:rPr lang="fr-CA" sz="1000" b="1" dirty="0" err="1">
                <a:solidFill>
                  <a:prstClr val="black"/>
                </a:solidFill>
                <a:latin typeface="Aptos" panose="020B0004020202020204" pitchFamily="34" charset="0"/>
                <a:cs typeface="Verdana" panose="020B0604030504040204" pitchFamily="34" charset="0"/>
              </a:rPr>
              <a:t>Lorem</a:t>
            </a:r>
            <a:r>
              <a:rPr lang="fr-CA" sz="1000" b="1" dirty="0">
                <a:solidFill>
                  <a:prstClr val="black"/>
                </a:solidFill>
                <a:latin typeface="Aptos" panose="020B0004020202020204" pitchFamily="34" charset="0"/>
                <a:cs typeface="Verdana" panose="020B0604030504040204" pitchFamily="34" charset="0"/>
              </a:rPr>
              <a:t> </a:t>
            </a:r>
            <a:r>
              <a:rPr lang="fr-CA" sz="1000" b="1" dirty="0" err="1">
                <a:solidFill>
                  <a:prstClr val="black"/>
                </a:solidFill>
                <a:latin typeface="Aptos" panose="020B0004020202020204" pitchFamily="34" charset="0"/>
                <a:cs typeface="Verdana" panose="020B0604030504040204" pitchFamily="34" charset="0"/>
              </a:rPr>
              <a:t>ipsum</a:t>
            </a:r>
            <a:r>
              <a:rPr lang="fr-CA" sz="1000" b="1" dirty="0">
                <a:solidFill>
                  <a:prstClr val="black"/>
                </a:solidFill>
                <a:latin typeface="Aptos" panose="020B0004020202020204" pitchFamily="34" charset="0"/>
                <a:cs typeface="Verdana" panose="020B0604030504040204" pitchFamily="34" charset="0"/>
              </a:rPr>
              <a:t> </a:t>
            </a:r>
          </a:p>
        </p:txBody>
      </p:sp>
      <p:sp>
        <p:nvSpPr>
          <p:cNvPr id="9" name="Rectangle 8">
            <a:extLst>
              <a:ext uri="{FF2B5EF4-FFF2-40B4-BE49-F238E27FC236}">
                <a16:creationId xmlns:a16="http://schemas.microsoft.com/office/drawing/2014/main" id="{99723836-A1F8-4FB6-9EF9-975A33F2C584}"/>
              </a:ext>
            </a:extLst>
          </p:cNvPr>
          <p:cNvSpPr/>
          <p:nvPr>
            <p:custDataLst>
              <p:tags r:id="rId4"/>
            </p:custDataLst>
          </p:nvPr>
        </p:nvSpPr>
        <p:spPr>
          <a:xfrm>
            <a:off x="3052996" y="2488366"/>
            <a:ext cx="1755093" cy="246221"/>
          </a:xfrm>
          <a:prstGeom prst="rect">
            <a:avLst/>
          </a:prstGeom>
        </p:spPr>
        <p:txBody>
          <a:bodyPr wrap="square">
            <a:spAutoFit/>
          </a:bodyPr>
          <a:lstStyle/>
          <a:p>
            <a:pPr lvl="0"/>
            <a:r>
              <a:rPr lang="fr-CA" sz="1000" b="1" dirty="0" err="1">
                <a:solidFill>
                  <a:prstClr val="black"/>
                </a:solidFill>
                <a:latin typeface="Aptos" panose="020B0004020202020204" pitchFamily="34" charset="0"/>
                <a:cs typeface="Verdana" panose="020B0604030504040204" pitchFamily="34" charset="0"/>
              </a:rPr>
              <a:t>Lorem</a:t>
            </a:r>
            <a:r>
              <a:rPr lang="fr-CA" sz="1000" b="1" dirty="0">
                <a:solidFill>
                  <a:prstClr val="black"/>
                </a:solidFill>
                <a:latin typeface="Aptos" panose="020B0004020202020204" pitchFamily="34" charset="0"/>
                <a:cs typeface="Verdana" panose="020B0604030504040204" pitchFamily="34" charset="0"/>
              </a:rPr>
              <a:t> </a:t>
            </a:r>
            <a:r>
              <a:rPr lang="fr-CA" sz="1000" b="1" dirty="0" err="1">
                <a:solidFill>
                  <a:prstClr val="black"/>
                </a:solidFill>
                <a:latin typeface="Aptos" panose="020B0004020202020204" pitchFamily="34" charset="0"/>
                <a:cs typeface="Verdana" panose="020B0604030504040204" pitchFamily="34" charset="0"/>
              </a:rPr>
              <a:t>ipsum</a:t>
            </a:r>
            <a:r>
              <a:rPr lang="fr-CA" sz="1000" b="1" dirty="0">
                <a:solidFill>
                  <a:prstClr val="black"/>
                </a:solidFill>
                <a:latin typeface="Aptos" panose="020B0004020202020204" pitchFamily="34" charset="0"/>
                <a:cs typeface="Verdana" panose="020B0604030504040204" pitchFamily="34" charset="0"/>
              </a:rPr>
              <a:t> </a:t>
            </a:r>
          </a:p>
        </p:txBody>
      </p:sp>
      <p:sp>
        <p:nvSpPr>
          <p:cNvPr id="10" name="Rectangle 9">
            <a:extLst>
              <a:ext uri="{FF2B5EF4-FFF2-40B4-BE49-F238E27FC236}">
                <a16:creationId xmlns:a16="http://schemas.microsoft.com/office/drawing/2014/main" id="{7A0946B8-3128-463A-9235-B2A69BAF904B}"/>
              </a:ext>
            </a:extLst>
          </p:cNvPr>
          <p:cNvSpPr/>
          <p:nvPr>
            <p:custDataLst>
              <p:tags r:id="rId5"/>
            </p:custDataLst>
          </p:nvPr>
        </p:nvSpPr>
        <p:spPr>
          <a:xfrm>
            <a:off x="1246701" y="3205645"/>
            <a:ext cx="1618554" cy="246221"/>
          </a:xfrm>
          <a:prstGeom prst="rect">
            <a:avLst/>
          </a:prstGeom>
        </p:spPr>
        <p:txBody>
          <a:bodyPr wrap="square">
            <a:spAutoFit/>
          </a:bodyPr>
          <a:lstStyle/>
          <a:p>
            <a:pPr lvl="0"/>
            <a:r>
              <a:rPr lang="fr-CA" sz="1000" b="1" dirty="0" err="1">
                <a:solidFill>
                  <a:prstClr val="black"/>
                </a:solidFill>
                <a:latin typeface="Aptos" panose="020B0004020202020204" pitchFamily="34" charset="0"/>
                <a:cs typeface="Verdana" panose="020B0604030504040204" pitchFamily="34" charset="0"/>
              </a:rPr>
              <a:t>Lorem</a:t>
            </a:r>
            <a:r>
              <a:rPr lang="fr-CA" sz="1000" b="1" dirty="0">
                <a:solidFill>
                  <a:prstClr val="black"/>
                </a:solidFill>
                <a:latin typeface="Aptos" panose="020B0004020202020204" pitchFamily="34" charset="0"/>
                <a:cs typeface="Verdana" panose="020B0604030504040204" pitchFamily="34" charset="0"/>
              </a:rPr>
              <a:t> </a:t>
            </a:r>
            <a:r>
              <a:rPr lang="fr-CA" sz="1000" b="1" dirty="0" err="1">
                <a:solidFill>
                  <a:prstClr val="black"/>
                </a:solidFill>
                <a:latin typeface="Aptos" panose="020B0004020202020204" pitchFamily="34" charset="0"/>
                <a:cs typeface="Verdana" panose="020B0604030504040204" pitchFamily="34" charset="0"/>
              </a:rPr>
              <a:t>ipsum</a:t>
            </a:r>
            <a:r>
              <a:rPr lang="fr-CA" sz="1000" b="1" dirty="0">
                <a:solidFill>
                  <a:prstClr val="black"/>
                </a:solidFill>
                <a:latin typeface="Aptos" panose="020B0004020202020204" pitchFamily="34" charset="0"/>
                <a:cs typeface="Verdana" panose="020B0604030504040204" pitchFamily="34" charset="0"/>
              </a:rPr>
              <a:t> </a:t>
            </a:r>
          </a:p>
        </p:txBody>
      </p:sp>
      <p:sp>
        <p:nvSpPr>
          <p:cNvPr id="11" name="AutoShape 117">
            <a:extLst>
              <a:ext uri="{FF2B5EF4-FFF2-40B4-BE49-F238E27FC236}">
                <a16:creationId xmlns:a16="http://schemas.microsoft.com/office/drawing/2014/main" id="{2EF68954-D221-457B-9936-F7D455DFE6F3}"/>
              </a:ext>
            </a:extLst>
          </p:cNvPr>
          <p:cNvSpPr>
            <a:spLocks noChangeAspect="1" noChangeArrowheads="1" noTextEdit="1"/>
          </p:cNvSpPr>
          <p:nvPr>
            <p:custDataLst>
              <p:tags r:id="rId6"/>
            </p:custDataLst>
          </p:nvPr>
        </p:nvSpPr>
        <p:spPr bwMode="auto">
          <a:xfrm>
            <a:off x="930755" y="1239626"/>
            <a:ext cx="7014683" cy="35969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Calibri"/>
              <a:cs typeface="Verdana" panose="020B0604030504040204" pitchFamily="34" charset="0"/>
            </a:endParaRPr>
          </a:p>
        </p:txBody>
      </p:sp>
      <p:sp>
        <p:nvSpPr>
          <p:cNvPr id="12" name="Freeform 120">
            <a:extLst>
              <a:ext uri="{FF2B5EF4-FFF2-40B4-BE49-F238E27FC236}">
                <a16:creationId xmlns:a16="http://schemas.microsoft.com/office/drawing/2014/main" id="{7BCD2CF6-5479-4C60-BCEB-89E8BEE1AA5F}"/>
              </a:ext>
            </a:extLst>
          </p:cNvPr>
          <p:cNvSpPr>
            <a:spLocks/>
          </p:cNvSpPr>
          <p:nvPr>
            <p:custDataLst>
              <p:tags r:id="rId7"/>
            </p:custDataLst>
          </p:nvPr>
        </p:nvSpPr>
        <p:spPr bwMode="auto">
          <a:xfrm>
            <a:off x="5081170" y="2718475"/>
            <a:ext cx="705451" cy="938705"/>
          </a:xfrm>
          <a:custGeom>
            <a:avLst/>
            <a:gdLst>
              <a:gd name="T0" fmla="*/ 0 w 496"/>
              <a:gd name="T1" fmla="*/ 656 h 660"/>
              <a:gd name="T2" fmla="*/ 0 w 496"/>
              <a:gd name="T3" fmla="*/ 0 h 660"/>
              <a:gd name="T4" fmla="*/ 170 w 496"/>
              <a:gd name="T5" fmla="*/ 0 h 660"/>
              <a:gd name="T6" fmla="*/ 496 w 496"/>
              <a:gd name="T7" fmla="*/ 325 h 660"/>
              <a:gd name="T8" fmla="*/ 180 w 496"/>
              <a:gd name="T9" fmla="*/ 656 h 660"/>
              <a:gd name="T10" fmla="*/ 0 w 496"/>
              <a:gd name="T11" fmla="*/ 660 h 660"/>
            </a:gdLst>
            <a:ahLst/>
            <a:cxnLst>
              <a:cxn ang="0">
                <a:pos x="T0" y="T1"/>
              </a:cxn>
              <a:cxn ang="0">
                <a:pos x="T2" y="T3"/>
              </a:cxn>
              <a:cxn ang="0">
                <a:pos x="T4" y="T5"/>
              </a:cxn>
              <a:cxn ang="0">
                <a:pos x="T6" y="T7"/>
              </a:cxn>
              <a:cxn ang="0">
                <a:pos x="T8" y="T9"/>
              </a:cxn>
              <a:cxn ang="0">
                <a:pos x="T10" y="T11"/>
              </a:cxn>
            </a:cxnLst>
            <a:rect l="0" t="0" r="r" b="b"/>
            <a:pathLst>
              <a:path w="496" h="660">
                <a:moveTo>
                  <a:pt x="0" y="656"/>
                </a:moveTo>
                <a:lnTo>
                  <a:pt x="0" y="0"/>
                </a:lnTo>
                <a:lnTo>
                  <a:pt x="170" y="0"/>
                </a:lnTo>
                <a:lnTo>
                  <a:pt x="496" y="325"/>
                </a:lnTo>
                <a:lnTo>
                  <a:pt x="180" y="656"/>
                </a:lnTo>
                <a:lnTo>
                  <a:pt x="0" y="6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grpSp>
        <p:nvGrpSpPr>
          <p:cNvPr id="13" name="Group 12">
            <a:extLst>
              <a:ext uri="{FF2B5EF4-FFF2-40B4-BE49-F238E27FC236}">
                <a16:creationId xmlns:a16="http://schemas.microsoft.com/office/drawing/2014/main" id="{76D46CE1-CE66-4CBC-B04F-3C446CB35EBF}"/>
              </a:ext>
            </a:extLst>
          </p:cNvPr>
          <p:cNvGrpSpPr/>
          <p:nvPr>
            <p:custDataLst>
              <p:tags r:id="rId8"/>
            </p:custDataLst>
          </p:nvPr>
        </p:nvGrpSpPr>
        <p:grpSpPr>
          <a:xfrm rot="21135114">
            <a:off x="5049160" y="2526467"/>
            <a:ext cx="705452" cy="938705"/>
            <a:chOff x="4953000" y="3322359"/>
            <a:chExt cx="787401" cy="1047750"/>
          </a:xfrm>
        </p:grpSpPr>
        <p:sp>
          <p:nvSpPr>
            <p:cNvPr id="14" name="Freeform 119">
              <a:extLst>
                <a:ext uri="{FF2B5EF4-FFF2-40B4-BE49-F238E27FC236}">
                  <a16:creationId xmlns:a16="http://schemas.microsoft.com/office/drawing/2014/main" id="{44C4B3F0-D1A6-4C20-84E8-E0FFCB250F79}"/>
                </a:ext>
              </a:extLst>
            </p:cNvPr>
            <p:cNvSpPr>
              <a:spLocks/>
            </p:cNvSpPr>
            <p:nvPr/>
          </p:nvSpPr>
          <p:spPr bwMode="auto">
            <a:xfrm>
              <a:off x="4953000" y="3322359"/>
              <a:ext cx="787400" cy="1047750"/>
            </a:xfrm>
            <a:custGeom>
              <a:avLst/>
              <a:gdLst>
                <a:gd name="T0" fmla="*/ 0 w 496"/>
                <a:gd name="T1" fmla="*/ 656 h 660"/>
                <a:gd name="T2" fmla="*/ 0 w 496"/>
                <a:gd name="T3" fmla="*/ 0 h 660"/>
                <a:gd name="T4" fmla="*/ 170 w 496"/>
                <a:gd name="T5" fmla="*/ 0 h 660"/>
                <a:gd name="T6" fmla="*/ 496 w 496"/>
                <a:gd name="T7" fmla="*/ 325 h 660"/>
                <a:gd name="T8" fmla="*/ 180 w 496"/>
                <a:gd name="T9" fmla="*/ 656 h 660"/>
                <a:gd name="T10" fmla="*/ 0 w 496"/>
                <a:gd name="T11" fmla="*/ 660 h 660"/>
                <a:gd name="T12" fmla="*/ 0 w 496"/>
                <a:gd name="T13" fmla="*/ 656 h 660"/>
              </a:gdLst>
              <a:ahLst/>
              <a:cxnLst>
                <a:cxn ang="0">
                  <a:pos x="T0" y="T1"/>
                </a:cxn>
                <a:cxn ang="0">
                  <a:pos x="T2" y="T3"/>
                </a:cxn>
                <a:cxn ang="0">
                  <a:pos x="T4" y="T5"/>
                </a:cxn>
                <a:cxn ang="0">
                  <a:pos x="T6" y="T7"/>
                </a:cxn>
                <a:cxn ang="0">
                  <a:pos x="T8" y="T9"/>
                </a:cxn>
                <a:cxn ang="0">
                  <a:pos x="T10" y="T11"/>
                </a:cxn>
                <a:cxn ang="0">
                  <a:pos x="T12" y="T13"/>
                </a:cxn>
              </a:cxnLst>
              <a:rect l="0" t="0" r="r" b="b"/>
              <a:pathLst>
                <a:path w="496" h="660">
                  <a:moveTo>
                    <a:pt x="0" y="656"/>
                  </a:moveTo>
                  <a:lnTo>
                    <a:pt x="0" y="0"/>
                  </a:lnTo>
                  <a:lnTo>
                    <a:pt x="170" y="0"/>
                  </a:lnTo>
                  <a:lnTo>
                    <a:pt x="496" y="325"/>
                  </a:lnTo>
                  <a:lnTo>
                    <a:pt x="180" y="656"/>
                  </a:lnTo>
                  <a:lnTo>
                    <a:pt x="0" y="660"/>
                  </a:lnTo>
                  <a:lnTo>
                    <a:pt x="0" y="656"/>
                  </a:lnTo>
                  <a:close/>
                </a:path>
              </a:pathLst>
            </a:custGeom>
            <a:solidFill>
              <a:srgbClr val="B1D5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15" name="Freeform 121">
              <a:extLst>
                <a:ext uri="{FF2B5EF4-FFF2-40B4-BE49-F238E27FC236}">
                  <a16:creationId xmlns:a16="http://schemas.microsoft.com/office/drawing/2014/main" id="{3A32FC83-3C41-402D-A2AD-DDABC77F9E34}"/>
                </a:ext>
              </a:extLst>
            </p:cNvPr>
            <p:cNvSpPr>
              <a:spLocks/>
            </p:cNvSpPr>
            <p:nvPr/>
          </p:nvSpPr>
          <p:spPr bwMode="auto">
            <a:xfrm>
              <a:off x="5214938" y="3330297"/>
              <a:ext cx="525463" cy="1033462"/>
            </a:xfrm>
            <a:custGeom>
              <a:avLst/>
              <a:gdLst>
                <a:gd name="T0" fmla="*/ 13 w 331"/>
                <a:gd name="T1" fmla="*/ 651 h 651"/>
                <a:gd name="T2" fmla="*/ 13 w 331"/>
                <a:gd name="T3" fmla="*/ 507 h 651"/>
                <a:gd name="T4" fmla="*/ 174 w 331"/>
                <a:gd name="T5" fmla="*/ 326 h 651"/>
                <a:gd name="T6" fmla="*/ 0 w 331"/>
                <a:gd name="T7" fmla="*/ 156 h 651"/>
                <a:gd name="T8" fmla="*/ 0 w 331"/>
                <a:gd name="T9" fmla="*/ 0 h 651"/>
                <a:gd name="T10" fmla="*/ 331 w 331"/>
                <a:gd name="T11" fmla="*/ 326 h 651"/>
                <a:gd name="T12" fmla="*/ 13 w 331"/>
                <a:gd name="T13" fmla="*/ 651 h 651"/>
                <a:gd name="T14" fmla="*/ 13 w 331"/>
                <a:gd name="T15" fmla="*/ 651 h 6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1" h="651">
                  <a:moveTo>
                    <a:pt x="13" y="651"/>
                  </a:moveTo>
                  <a:lnTo>
                    <a:pt x="13" y="507"/>
                  </a:lnTo>
                  <a:lnTo>
                    <a:pt x="174" y="326"/>
                  </a:lnTo>
                  <a:lnTo>
                    <a:pt x="0" y="156"/>
                  </a:lnTo>
                  <a:lnTo>
                    <a:pt x="0" y="0"/>
                  </a:lnTo>
                  <a:lnTo>
                    <a:pt x="331" y="326"/>
                  </a:lnTo>
                  <a:lnTo>
                    <a:pt x="13" y="651"/>
                  </a:lnTo>
                  <a:lnTo>
                    <a:pt x="13" y="65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grpSp>
      <p:sp>
        <p:nvSpPr>
          <p:cNvPr id="16" name="Rectangle 122">
            <a:extLst>
              <a:ext uri="{FF2B5EF4-FFF2-40B4-BE49-F238E27FC236}">
                <a16:creationId xmlns:a16="http://schemas.microsoft.com/office/drawing/2014/main" id="{36130F71-7ADE-45BD-8F81-67AFAB4B265D}"/>
              </a:ext>
            </a:extLst>
          </p:cNvPr>
          <p:cNvSpPr>
            <a:spLocks noChangeArrowheads="1"/>
          </p:cNvSpPr>
          <p:nvPr>
            <p:custDataLst>
              <p:tags r:id="rId9"/>
            </p:custDataLst>
          </p:nvPr>
        </p:nvSpPr>
        <p:spPr bwMode="auto">
          <a:xfrm>
            <a:off x="4739820" y="2048580"/>
            <a:ext cx="190758" cy="275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fr-CA" sz="1788" b="1" dirty="0">
                <a:solidFill>
                  <a:srgbClr val="86BC25"/>
                </a:solidFill>
                <a:latin typeface="Aptos" panose="020B0004020202020204" pitchFamily="34" charset="0"/>
                <a:cs typeface="Verdana" panose="020B0604030504040204" pitchFamily="34" charset="0"/>
              </a:rPr>
              <a:t>3.</a:t>
            </a:r>
            <a:endParaRPr lang="fr-CA" sz="1463" dirty="0">
              <a:solidFill>
                <a:srgbClr val="86BC25"/>
              </a:solidFill>
              <a:latin typeface="Aptos" panose="020B0004020202020204" pitchFamily="34" charset="0"/>
              <a:cs typeface="Verdana" panose="020B0604030504040204" pitchFamily="34" charset="0"/>
            </a:endParaRPr>
          </a:p>
        </p:txBody>
      </p:sp>
      <p:sp>
        <p:nvSpPr>
          <p:cNvPr id="17" name="Rectangle 123">
            <a:extLst>
              <a:ext uri="{FF2B5EF4-FFF2-40B4-BE49-F238E27FC236}">
                <a16:creationId xmlns:a16="http://schemas.microsoft.com/office/drawing/2014/main" id="{AD0A6879-2F53-45E6-91BD-4906244FEA9C}"/>
              </a:ext>
            </a:extLst>
          </p:cNvPr>
          <p:cNvSpPr>
            <a:spLocks noChangeArrowheads="1"/>
          </p:cNvSpPr>
          <p:nvPr>
            <p:custDataLst>
              <p:tags r:id="rId10"/>
            </p:custDataLst>
          </p:nvPr>
        </p:nvSpPr>
        <p:spPr bwMode="auto">
          <a:xfrm>
            <a:off x="6757655" y="1497078"/>
            <a:ext cx="190758" cy="275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fr-CA" sz="1788" b="1" dirty="0">
                <a:solidFill>
                  <a:srgbClr val="86BC25"/>
                </a:solidFill>
                <a:latin typeface="Aptos" panose="020B0004020202020204" pitchFamily="34" charset="0"/>
                <a:cs typeface="Verdana" panose="020B0604030504040204" pitchFamily="34" charset="0"/>
              </a:rPr>
              <a:t>4.</a:t>
            </a:r>
            <a:endParaRPr lang="fr-CA" sz="1463" dirty="0">
              <a:solidFill>
                <a:srgbClr val="86BC25"/>
              </a:solidFill>
              <a:latin typeface="Aptos" panose="020B0004020202020204" pitchFamily="34" charset="0"/>
              <a:cs typeface="Verdana" panose="020B0604030504040204" pitchFamily="34" charset="0"/>
            </a:endParaRPr>
          </a:p>
        </p:txBody>
      </p:sp>
      <p:sp>
        <p:nvSpPr>
          <p:cNvPr id="18" name="Freeform 124">
            <a:extLst>
              <a:ext uri="{FF2B5EF4-FFF2-40B4-BE49-F238E27FC236}">
                <a16:creationId xmlns:a16="http://schemas.microsoft.com/office/drawing/2014/main" id="{E0D7A425-A48B-4EA1-8F82-C462A978B205}"/>
              </a:ext>
            </a:extLst>
          </p:cNvPr>
          <p:cNvSpPr>
            <a:spLocks/>
          </p:cNvSpPr>
          <p:nvPr>
            <p:custDataLst>
              <p:tags r:id="rId11"/>
            </p:custDataLst>
          </p:nvPr>
        </p:nvSpPr>
        <p:spPr bwMode="auto">
          <a:xfrm>
            <a:off x="1307859" y="3529045"/>
            <a:ext cx="861902" cy="856213"/>
          </a:xfrm>
          <a:custGeom>
            <a:avLst/>
            <a:gdLst>
              <a:gd name="T0" fmla="*/ 0 w 606"/>
              <a:gd name="T1" fmla="*/ 0 h 602"/>
              <a:gd name="T2" fmla="*/ 0 w 606"/>
              <a:gd name="T3" fmla="*/ 602 h 602"/>
              <a:gd name="T4" fmla="*/ 606 w 606"/>
              <a:gd name="T5" fmla="*/ 602 h 602"/>
              <a:gd name="T6" fmla="*/ 606 w 606"/>
              <a:gd name="T7" fmla="*/ 0 h 602"/>
              <a:gd name="T8" fmla="*/ 0 w 606"/>
              <a:gd name="T9" fmla="*/ 0 h 602"/>
              <a:gd name="T10" fmla="*/ 0 w 606"/>
              <a:gd name="T11" fmla="*/ 0 h 602"/>
            </a:gdLst>
            <a:ahLst/>
            <a:cxnLst>
              <a:cxn ang="0">
                <a:pos x="T0" y="T1"/>
              </a:cxn>
              <a:cxn ang="0">
                <a:pos x="T2" y="T3"/>
              </a:cxn>
              <a:cxn ang="0">
                <a:pos x="T4" y="T5"/>
              </a:cxn>
              <a:cxn ang="0">
                <a:pos x="T6" y="T7"/>
              </a:cxn>
              <a:cxn ang="0">
                <a:pos x="T8" y="T9"/>
              </a:cxn>
              <a:cxn ang="0">
                <a:pos x="T10" y="T11"/>
              </a:cxn>
            </a:cxnLst>
            <a:rect l="0" t="0" r="r" b="b"/>
            <a:pathLst>
              <a:path w="606" h="602">
                <a:moveTo>
                  <a:pt x="0" y="0"/>
                </a:moveTo>
                <a:lnTo>
                  <a:pt x="0" y="602"/>
                </a:lnTo>
                <a:lnTo>
                  <a:pt x="606" y="602"/>
                </a:lnTo>
                <a:lnTo>
                  <a:pt x="606" y="0"/>
                </a:lnTo>
                <a:lnTo>
                  <a:pt x="0" y="0"/>
                </a:lnTo>
                <a:lnTo>
                  <a:pt x="0" y="0"/>
                </a:lnTo>
                <a:close/>
              </a:path>
            </a:pathLst>
          </a:custGeom>
          <a:solidFill>
            <a:srgbClr val="CAE2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19" name="Freeform 125">
            <a:extLst>
              <a:ext uri="{FF2B5EF4-FFF2-40B4-BE49-F238E27FC236}">
                <a16:creationId xmlns:a16="http://schemas.microsoft.com/office/drawing/2014/main" id="{2C6D883F-9675-4A1B-AD97-882EB211E3DF}"/>
              </a:ext>
            </a:extLst>
          </p:cNvPr>
          <p:cNvSpPr>
            <a:spLocks/>
          </p:cNvSpPr>
          <p:nvPr>
            <p:custDataLst>
              <p:tags r:id="rId12"/>
            </p:custDataLst>
          </p:nvPr>
        </p:nvSpPr>
        <p:spPr bwMode="auto">
          <a:xfrm>
            <a:off x="1307859" y="3529045"/>
            <a:ext cx="861902" cy="856213"/>
          </a:xfrm>
          <a:custGeom>
            <a:avLst/>
            <a:gdLst>
              <a:gd name="T0" fmla="*/ 0 w 606"/>
              <a:gd name="T1" fmla="*/ 0 h 602"/>
              <a:gd name="T2" fmla="*/ 0 w 606"/>
              <a:gd name="T3" fmla="*/ 602 h 602"/>
              <a:gd name="T4" fmla="*/ 606 w 606"/>
              <a:gd name="T5" fmla="*/ 602 h 602"/>
              <a:gd name="T6" fmla="*/ 606 w 606"/>
              <a:gd name="T7" fmla="*/ 0 h 602"/>
              <a:gd name="T8" fmla="*/ 0 w 606"/>
              <a:gd name="T9" fmla="*/ 0 h 602"/>
              <a:gd name="T10" fmla="*/ 0 w 606"/>
              <a:gd name="T11" fmla="*/ 0 h 602"/>
            </a:gdLst>
            <a:ahLst/>
            <a:cxnLst>
              <a:cxn ang="0">
                <a:pos x="T0" y="T1"/>
              </a:cxn>
              <a:cxn ang="0">
                <a:pos x="T2" y="T3"/>
              </a:cxn>
              <a:cxn ang="0">
                <a:pos x="T4" y="T5"/>
              </a:cxn>
              <a:cxn ang="0">
                <a:pos x="T6" y="T7"/>
              </a:cxn>
              <a:cxn ang="0">
                <a:pos x="T8" y="T9"/>
              </a:cxn>
              <a:cxn ang="0">
                <a:pos x="T10" y="T11"/>
              </a:cxn>
            </a:cxnLst>
            <a:rect l="0" t="0" r="r" b="b"/>
            <a:pathLst>
              <a:path w="606" h="602">
                <a:moveTo>
                  <a:pt x="0" y="0"/>
                </a:moveTo>
                <a:lnTo>
                  <a:pt x="0" y="602"/>
                </a:lnTo>
                <a:lnTo>
                  <a:pt x="606" y="602"/>
                </a:lnTo>
                <a:lnTo>
                  <a:pt x="606" y="0"/>
                </a:lnTo>
                <a:lnTo>
                  <a:pt x="0" y="0"/>
                </a:lnTo>
                <a:lnTo>
                  <a:pt x="0" y="0"/>
                </a:lnTo>
                <a:close/>
              </a:path>
            </a:pathLst>
          </a:custGeom>
          <a:noFill/>
          <a:ln w="3"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74295" tIns="37148" rIns="74295" bIns="37148" numCol="1" anchor="t" anchorCtr="0" compatLnSpc="1">
            <a:prstTxWarp prst="textNoShape">
              <a:avLst/>
            </a:prstTxWarp>
          </a:bodyPr>
          <a:lstStyle/>
          <a:p>
            <a:pPr defTabSz="742969">
              <a:defRPr/>
            </a:pPr>
            <a:endParaRPr lang="fr-CA" sz="975" dirty="0">
              <a:solidFill>
                <a:prstClr val="black"/>
              </a:solidFill>
              <a:latin typeface="Aptos" panose="020B0004020202020204" pitchFamily="34" charset="0"/>
              <a:cs typeface="Verdana" panose="020B0604030504040204" pitchFamily="34" charset="0"/>
            </a:endParaRPr>
          </a:p>
        </p:txBody>
      </p:sp>
      <p:sp>
        <p:nvSpPr>
          <p:cNvPr id="20" name="Rectangle 126">
            <a:extLst>
              <a:ext uri="{FF2B5EF4-FFF2-40B4-BE49-F238E27FC236}">
                <a16:creationId xmlns:a16="http://schemas.microsoft.com/office/drawing/2014/main" id="{752AC34B-E4AF-4EE5-BEC5-28CE785FD42E}"/>
              </a:ext>
            </a:extLst>
          </p:cNvPr>
          <p:cNvSpPr>
            <a:spLocks noChangeArrowheads="1"/>
          </p:cNvSpPr>
          <p:nvPr>
            <p:custDataLst>
              <p:tags r:id="rId13"/>
            </p:custDataLst>
          </p:nvPr>
        </p:nvSpPr>
        <p:spPr bwMode="auto">
          <a:xfrm>
            <a:off x="1053271" y="3140889"/>
            <a:ext cx="190758" cy="275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fr-CA" sz="1788" b="1" dirty="0">
                <a:solidFill>
                  <a:srgbClr val="86BC25"/>
                </a:solidFill>
                <a:latin typeface="Aptos" panose="020B0004020202020204" pitchFamily="34" charset="0"/>
                <a:cs typeface="Verdana" panose="020B0604030504040204" pitchFamily="34" charset="0"/>
              </a:rPr>
              <a:t>1.</a:t>
            </a:r>
            <a:endParaRPr lang="fr-CA" sz="1463" dirty="0">
              <a:solidFill>
                <a:srgbClr val="86BC25"/>
              </a:solidFill>
              <a:latin typeface="Aptos" panose="020B0004020202020204" pitchFamily="34" charset="0"/>
              <a:cs typeface="Verdana" panose="020B0604030504040204" pitchFamily="34" charset="0"/>
            </a:endParaRPr>
          </a:p>
        </p:txBody>
      </p:sp>
      <p:sp>
        <p:nvSpPr>
          <p:cNvPr id="21" name="Freeform 127">
            <a:extLst>
              <a:ext uri="{FF2B5EF4-FFF2-40B4-BE49-F238E27FC236}">
                <a16:creationId xmlns:a16="http://schemas.microsoft.com/office/drawing/2014/main" id="{22ADBE73-5A4E-4715-A583-63FA457EBB5F}"/>
              </a:ext>
            </a:extLst>
          </p:cNvPr>
          <p:cNvSpPr>
            <a:spLocks/>
          </p:cNvSpPr>
          <p:nvPr>
            <p:custDataLst>
              <p:tags r:id="rId14"/>
            </p:custDataLst>
          </p:nvPr>
        </p:nvSpPr>
        <p:spPr bwMode="auto">
          <a:xfrm>
            <a:off x="3118420" y="2943193"/>
            <a:ext cx="672739" cy="876124"/>
          </a:xfrm>
          <a:custGeom>
            <a:avLst/>
            <a:gdLst>
              <a:gd name="T0" fmla="*/ 0 w 473"/>
              <a:gd name="T1" fmla="*/ 0 h 616"/>
              <a:gd name="T2" fmla="*/ 0 w 473"/>
              <a:gd name="T3" fmla="*/ 616 h 616"/>
              <a:gd name="T4" fmla="*/ 473 w 473"/>
              <a:gd name="T5" fmla="*/ 616 h 616"/>
              <a:gd name="T6" fmla="*/ 473 w 473"/>
              <a:gd name="T7" fmla="*/ 0 h 616"/>
              <a:gd name="T8" fmla="*/ 0 w 473"/>
              <a:gd name="T9" fmla="*/ 0 h 616"/>
              <a:gd name="T10" fmla="*/ 0 w 473"/>
              <a:gd name="T11" fmla="*/ 0 h 616"/>
            </a:gdLst>
            <a:ahLst/>
            <a:cxnLst>
              <a:cxn ang="0">
                <a:pos x="T0" y="T1"/>
              </a:cxn>
              <a:cxn ang="0">
                <a:pos x="T2" y="T3"/>
              </a:cxn>
              <a:cxn ang="0">
                <a:pos x="T4" y="T5"/>
              </a:cxn>
              <a:cxn ang="0">
                <a:pos x="T6" y="T7"/>
              </a:cxn>
              <a:cxn ang="0">
                <a:pos x="T8" y="T9"/>
              </a:cxn>
              <a:cxn ang="0">
                <a:pos x="T10" y="T11"/>
              </a:cxn>
            </a:cxnLst>
            <a:rect l="0" t="0" r="r" b="b"/>
            <a:pathLst>
              <a:path w="473" h="616">
                <a:moveTo>
                  <a:pt x="0" y="0"/>
                </a:moveTo>
                <a:lnTo>
                  <a:pt x="0" y="616"/>
                </a:lnTo>
                <a:lnTo>
                  <a:pt x="473" y="616"/>
                </a:lnTo>
                <a:lnTo>
                  <a:pt x="473" y="0"/>
                </a:lnTo>
                <a:lnTo>
                  <a:pt x="0" y="0"/>
                </a:lnTo>
                <a:lnTo>
                  <a:pt x="0" y="0"/>
                </a:lnTo>
                <a:close/>
              </a:path>
            </a:pathLst>
          </a:custGeom>
          <a:solidFill>
            <a:srgbClr val="CAE2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22" name="Freeform 128">
            <a:extLst>
              <a:ext uri="{FF2B5EF4-FFF2-40B4-BE49-F238E27FC236}">
                <a16:creationId xmlns:a16="http://schemas.microsoft.com/office/drawing/2014/main" id="{4B7FEB50-6EF2-47D3-8CB5-37CDC84068EC}"/>
              </a:ext>
            </a:extLst>
          </p:cNvPr>
          <p:cNvSpPr>
            <a:spLocks/>
          </p:cNvSpPr>
          <p:nvPr>
            <p:custDataLst>
              <p:tags r:id="rId15"/>
            </p:custDataLst>
          </p:nvPr>
        </p:nvSpPr>
        <p:spPr bwMode="auto">
          <a:xfrm>
            <a:off x="3118420" y="2943193"/>
            <a:ext cx="672739" cy="876124"/>
          </a:xfrm>
          <a:custGeom>
            <a:avLst/>
            <a:gdLst>
              <a:gd name="T0" fmla="*/ 0 w 473"/>
              <a:gd name="T1" fmla="*/ 0 h 616"/>
              <a:gd name="T2" fmla="*/ 0 w 473"/>
              <a:gd name="T3" fmla="*/ 616 h 616"/>
              <a:gd name="T4" fmla="*/ 473 w 473"/>
              <a:gd name="T5" fmla="*/ 616 h 616"/>
              <a:gd name="T6" fmla="*/ 473 w 473"/>
              <a:gd name="T7" fmla="*/ 0 h 616"/>
              <a:gd name="T8" fmla="*/ 0 w 473"/>
              <a:gd name="T9" fmla="*/ 0 h 616"/>
              <a:gd name="T10" fmla="*/ 0 w 473"/>
              <a:gd name="T11" fmla="*/ 0 h 616"/>
            </a:gdLst>
            <a:ahLst/>
            <a:cxnLst>
              <a:cxn ang="0">
                <a:pos x="T0" y="T1"/>
              </a:cxn>
              <a:cxn ang="0">
                <a:pos x="T2" y="T3"/>
              </a:cxn>
              <a:cxn ang="0">
                <a:pos x="T4" y="T5"/>
              </a:cxn>
              <a:cxn ang="0">
                <a:pos x="T6" y="T7"/>
              </a:cxn>
              <a:cxn ang="0">
                <a:pos x="T8" y="T9"/>
              </a:cxn>
              <a:cxn ang="0">
                <a:pos x="T10" y="T11"/>
              </a:cxn>
            </a:cxnLst>
            <a:rect l="0" t="0" r="r" b="b"/>
            <a:pathLst>
              <a:path w="473" h="616">
                <a:moveTo>
                  <a:pt x="0" y="0"/>
                </a:moveTo>
                <a:lnTo>
                  <a:pt x="0" y="616"/>
                </a:lnTo>
                <a:lnTo>
                  <a:pt x="473" y="616"/>
                </a:lnTo>
                <a:lnTo>
                  <a:pt x="473" y="0"/>
                </a:lnTo>
                <a:lnTo>
                  <a:pt x="0" y="0"/>
                </a:lnTo>
                <a:lnTo>
                  <a:pt x="0" y="0"/>
                </a:lnTo>
                <a:close/>
              </a:path>
            </a:pathLst>
          </a:custGeom>
          <a:noFill/>
          <a:ln w="3"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23" name="Freeform 129">
            <a:extLst>
              <a:ext uri="{FF2B5EF4-FFF2-40B4-BE49-F238E27FC236}">
                <a16:creationId xmlns:a16="http://schemas.microsoft.com/office/drawing/2014/main" id="{BB4FECCF-212B-435E-8F30-B30AC59B3325}"/>
              </a:ext>
            </a:extLst>
          </p:cNvPr>
          <p:cNvSpPr>
            <a:spLocks/>
          </p:cNvSpPr>
          <p:nvPr>
            <p:custDataLst>
              <p:tags r:id="rId16"/>
            </p:custDataLst>
          </p:nvPr>
        </p:nvSpPr>
        <p:spPr bwMode="auto">
          <a:xfrm>
            <a:off x="3112734" y="2943192"/>
            <a:ext cx="240366" cy="925904"/>
          </a:xfrm>
          <a:custGeom>
            <a:avLst/>
            <a:gdLst>
              <a:gd name="T0" fmla="*/ 0 w 169"/>
              <a:gd name="T1" fmla="*/ 0 h 651"/>
              <a:gd name="T2" fmla="*/ 165 w 169"/>
              <a:gd name="T3" fmla="*/ 33 h 651"/>
              <a:gd name="T4" fmla="*/ 169 w 169"/>
              <a:gd name="T5" fmla="*/ 651 h 651"/>
              <a:gd name="T6" fmla="*/ 0 w 169"/>
              <a:gd name="T7" fmla="*/ 612 h 651"/>
              <a:gd name="T8" fmla="*/ 0 w 169"/>
              <a:gd name="T9" fmla="*/ 4 h 651"/>
              <a:gd name="T10" fmla="*/ 0 w 169"/>
              <a:gd name="T11" fmla="*/ 0 h 651"/>
            </a:gdLst>
            <a:ahLst/>
            <a:cxnLst>
              <a:cxn ang="0">
                <a:pos x="T0" y="T1"/>
              </a:cxn>
              <a:cxn ang="0">
                <a:pos x="T2" y="T3"/>
              </a:cxn>
              <a:cxn ang="0">
                <a:pos x="T4" y="T5"/>
              </a:cxn>
              <a:cxn ang="0">
                <a:pos x="T6" y="T7"/>
              </a:cxn>
              <a:cxn ang="0">
                <a:pos x="T8" y="T9"/>
              </a:cxn>
              <a:cxn ang="0">
                <a:pos x="T10" y="T11"/>
              </a:cxn>
            </a:cxnLst>
            <a:rect l="0" t="0" r="r" b="b"/>
            <a:pathLst>
              <a:path w="169" h="651">
                <a:moveTo>
                  <a:pt x="0" y="0"/>
                </a:moveTo>
                <a:lnTo>
                  <a:pt x="165" y="33"/>
                </a:lnTo>
                <a:lnTo>
                  <a:pt x="169" y="651"/>
                </a:lnTo>
                <a:lnTo>
                  <a:pt x="0" y="612"/>
                </a:lnTo>
                <a:lnTo>
                  <a:pt x="0" y="4"/>
                </a:lnTo>
                <a:lnTo>
                  <a:pt x="0" y="0"/>
                </a:lnTo>
                <a:close/>
              </a:path>
            </a:pathLst>
          </a:custGeom>
          <a:solidFill>
            <a:schemeClr val="accent1"/>
          </a:solidFill>
          <a:ln>
            <a:noFill/>
          </a:ln>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24" name="Freeform 130">
            <a:extLst>
              <a:ext uri="{FF2B5EF4-FFF2-40B4-BE49-F238E27FC236}">
                <a16:creationId xmlns:a16="http://schemas.microsoft.com/office/drawing/2014/main" id="{3B33CF3C-523E-4265-BC07-95B8EE1166CA}"/>
              </a:ext>
            </a:extLst>
          </p:cNvPr>
          <p:cNvSpPr>
            <a:spLocks/>
          </p:cNvSpPr>
          <p:nvPr>
            <p:custDataLst>
              <p:tags r:id="rId17"/>
            </p:custDataLst>
          </p:nvPr>
        </p:nvSpPr>
        <p:spPr bwMode="auto">
          <a:xfrm>
            <a:off x="3112734" y="2943192"/>
            <a:ext cx="240366" cy="925904"/>
          </a:xfrm>
          <a:custGeom>
            <a:avLst/>
            <a:gdLst>
              <a:gd name="T0" fmla="*/ 0 w 169"/>
              <a:gd name="T1" fmla="*/ 0 h 651"/>
              <a:gd name="T2" fmla="*/ 165 w 169"/>
              <a:gd name="T3" fmla="*/ 33 h 651"/>
              <a:gd name="T4" fmla="*/ 169 w 169"/>
              <a:gd name="T5" fmla="*/ 651 h 651"/>
              <a:gd name="T6" fmla="*/ 0 w 169"/>
              <a:gd name="T7" fmla="*/ 612 h 651"/>
              <a:gd name="T8" fmla="*/ 0 w 169"/>
              <a:gd name="T9" fmla="*/ 4 h 651"/>
            </a:gdLst>
            <a:ahLst/>
            <a:cxnLst>
              <a:cxn ang="0">
                <a:pos x="T0" y="T1"/>
              </a:cxn>
              <a:cxn ang="0">
                <a:pos x="T2" y="T3"/>
              </a:cxn>
              <a:cxn ang="0">
                <a:pos x="T4" y="T5"/>
              </a:cxn>
              <a:cxn ang="0">
                <a:pos x="T6" y="T7"/>
              </a:cxn>
              <a:cxn ang="0">
                <a:pos x="T8" y="T9"/>
              </a:cxn>
            </a:cxnLst>
            <a:rect l="0" t="0" r="r" b="b"/>
            <a:pathLst>
              <a:path w="169" h="651">
                <a:moveTo>
                  <a:pt x="0" y="0"/>
                </a:moveTo>
                <a:lnTo>
                  <a:pt x="165" y="33"/>
                </a:lnTo>
                <a:lnTo>
                  <a:pt x="169" y="651"/>
                </a:lnTo>
                <a:lnTo>
                  <a:pt x="0" y="612"/>
                </a:lnTo>
                <a:lnTo>
                  <a:pt x="0" y="4"/>
                </a:lnTo>
              </a:path>
            </a:pathLst>
          </a:custGeom>
          <a:solidFill>
            <a:schemeClr val="accent1"/>
          </a:solidFill>
          <a:ln>
            <a:noFill/>
          </a:ln>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25" name="Freeform 131">
            <a:extLst>
              <a:ext uri="{FF2B5EF4-FFF2-40B4-BE49-F238E27FC236}">
                <a16:creationId xmlns:a16="http://schemas.microsoft.com/office/drawing/2014/main" id="{E7733B74-3B50-4BCD-8CA9-296174C322BD}"/>
              </a:ext>
            </a:extLst>
          </p:cNvPr>
          <p:cNvSpPr>
            <a:spLocks/>
          </p:cNvSpPr>
          <p:nvPr>
            <p:custDataLst>
              <p:tags r:id="rId18"/>
            </p:custDataLst>
          </p:nvPr>
        </p:nvSpPr>
        <p:spPr bwMode="auto">
          <a:xfrm>
            <a:off x="3112734" y="2943192"/>
            <a:ext cx="240366" cy="925904"/>
          </a:xfrm>
          <a:custGeom>
            <a:avLst/>
            <a:gdLst>
              <a:gd name="T0" fmla="*/ 0 w 169"/>
              <a:gd name="T1" fmla="*/ 0 h 651"/>
              <a:gd name="T2" fmla="*/ 165 w 169"/>
              <a:gd name="T3" fmla="*/ 33 h 651"/>
              <a:gd name="T4" fmla="*/ 169 w 169"/>
              <a:gd name="T5" fmla="*/ 651 h 651"/>
              <a:gd name="T6" fmla="*/ 0 w 169"/>
              <a:gd name="T7" fmla="*/ 612 h 651"/>
              <a:gd name="T8" fmla="*/ 0 w 169"/>
              <a:gd name="T9" fmla="*/ 4 h 651"/>
            </a:gdLst>
            <a:ahLst/>
            <a:cxnLst>
              <a:cxn ang="0">
                <a:pos x="T0" y="T1"/>
              </a:cxn>
              <a:cxn ang="0">
                <a:pos x="T2" y="T3"/>
              </a:cxn>
              <a:cxn ang="0">
                <a:pos x="T4" y="T5"/>
              </a:cxn>
              <a:cxn ang="0">
                <a:pos x="T6" y="T7"/>
              </a:cxn>
              <a:cxn ang="0">
                <a:pos x="T8" y="T9"/>
              </a:cxn>
            </a:cxnLst>
            <a:rect l="0" t="0" r="r" b="b"/>
            <a:pathLst>
              <a:path w="169" h="651">
                <a:moveTo>
                  <a:pt x="0" y="0"/>
                </a:moveTo>
                <a:lnTo>
                  <a:pt x="165" y="33"/>
                </a:lnTo>
                <a:lnTo>
                  <a:pt x="169" y="651"/>
                </a:lnTo>
                <a:lnTo>
                  <a:pt x="0" y="612"/>
                </a:lnTo>
                <a:lnTo>
                  <a:pt x="0" y="4"/>
                </a:lnTo>
              </a:path>
            </a:pathLst>
          </a:custGeom>
          <a:solidFill>
            <a:schemeClr val="accent1"/>
          </a:solidFill>
          <a:ln w="3" cap="flat">
            <a:solidFill>
              <a:srgbClr val="FFFFFF"/>
            </a:solidFill>
            <a:prstDash val="solid"/>
            <a:miter lim="800000"/>
            <a:headEnd/>
            <a:tailEnd/>
          </a:ln>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26" name="Rectangle 132">
            <a:extLst>
              <a:ext uri="{FF2B5EF4-FFF2-40B4-BE49-F238E27FC236}">
                <a16:creationId xmlns:a16="http://schemas.microsoft.com/office/drawing/2014/main" id="{53CEEE82-62B3-4C77-800B-8757535CEE48}"/>
              </a:ext>
            </a:extLst>
          </p:cNvPr>
          <p:cNvSpPr>
            <a:spLocks noChangeArrowheads="1"/>
          </p:cNvSpPr>
          <p:nvPr>
            <p:custDataLst>
              <p:tags r:id="rId19"/>
            </p:custDataLst>
          </p:nvPr>
        </p:nvSpPr>
        <p:spPr bwMode="auto">
          <a:xfrm>
            <a:off x="2754118" y="2458195"/>
            <a:ext cx="190758" cy="275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fr-CA" sz="1788" b="1" dirty="0">
                <a:solidFill>
                  <a:srgbClr val="86BC25"/>
                </a:solidFill>
                <a:latin typeface="Aptos" panose="020B0004020202020204" pitchFamily="34" charset="0"/>
                <a:cs typeface="Verdana" panose="020B0604030504040204" pitchFamily="34" charset="0"/>
              </a:rPr>
              <a:t>2.</a:t>
            </a:r>
            <a:endParaRPr lang="fr-CA" sz="1463" dirty="0">
              <a:solidFill>
                <a:srgbClr val="86BC25"/>
              </a:solidFill>
              <a:latin typeface="Aptos" panose="020B0004020202020204" pitchFamily="34" charset="0"/>
              <a:cs typeface="Verdana" panose="020B0604030504040204" pitchFamily="34" charset="0"/>
            </a:endParaRPr>
          </a:p>
        </p:txBody>
      </p:sp>
      <p:grpSp>
        <p:nvGrpSpPr>
          <p:cNvPr id="27" name="Group 26">
            <a:extLst>
              <a:ext uri="{FF2B5EF4-FFF2-40B4-BE49-F238E27FC236}">
                <a16:creationId xmlns:a16="http://schemas.microsoft.com/office/drawing/2014/main" id="{1B1A7754-6EAE-4364-AD7F-38E8BFE1C8DC}"/>
              </a:ext>
            </a:extLst>
          </p:cNvPr>
          <p:cNvGrpSpPr/>
          <p:nvPr>
            <p:custDataLst>
              <p:tags r:id="rId20"/>
            </p:custDataLst>
          </p:nvPr>
        </p:nvGrpSpPr>
        <p:grpSpPr>
          <a:xfrm>
            <a:off x="7064967" y="1850649"/>
            <a:ext cx="1038265" cy="1237383"/>
            <a:chOff x="6638925" y="1969809"/>
            <a:chExt cx="1158876" cy="1381125"/>
          </a:xfrm>
        </p:grpSpPr>
        <p:sp>
          <p:nvSpPr>
            <p:cNvPr id="28" name="Freeform 133">
              <a:extLst>
                <a:ext uri="{FF2B5EF4-FFF2-40B4-BE49-F238E27FC236}">
                  <a16:creationId xmlns:a16="http://schemas.microsoft.com/office/drawing/2014/main" id="{A7588C35-8019-4CDB-B846-F384C7884D89}"/>
                </a:ext>
              </a:extLst>
            </p:cNvPr>
            <p:cNvSpPr>
              <a:spLocks/>
            </p:cNvSpPr>
            <p:nvPr/>
          </p:nvSpPr>
          <p:spPr bwMode="auto">
            <a:xfrm>
              <a:off x="7008813" y="2623859"/>
              <a:ext cx="111125" cy="169862"/>
            </a:xfrm>
            <a:custGeom>
              <a:avLst/>
              <a:gdLst>
                <a:gd name="T0" fmla="*/ 0 w 70"/>
                <a:gd name="T1" fmla="*/ 107 h 107"/>
                <a:gd name="T2" fmla="*/ 70 w 70"/>
                <a:gd name="T3" fmla="*/ 39 h 107"/>
                <a:gd name="T4" fmla="*/ 35 w 70"/>
                <a:gd name="T5" fmla="*/ 0 h 107"/>
                <a:gd name="T6" fmla="*/ 0 w 70"/>
                <a:gd name="T7" fmla="*/ 107 h 107"/>
                <a:gd name="T8" fmla="*/ 0 w 70"/>
                <a:gd name="T9" fmla="*/ 107 h 107"/>
              </a:gdLst>
              <a:ahLst/>
              <a:cxnLst>
                <a:cxn ang="0">
                  <a:pos x="T0" y="T1"/>
                </a:cxn>
                <a:cxn ang="0">
                  <a:pos x="T2" y="T3"/>
                </a:cxn>
                <a:cxn ang="0">
                  <a:pos x="T4" y="T5"/>
                </a:cxn>
                <a:cxn ang="0">
                  <a:pos x="T6" y="T7"/>
                </a:cxn>
                <a:cxn ang="0">
                  <a:pos x="T8" y="T9"/>
                </a:cxn>
              </a:cxnLst>
              <a:rect l="0" t="0" r="r" b="b"/>
              <a:pathLst>
                <a:path w="70" h="107">
                  <a:moveTo>
                    <a:pt x="0" y="107"/>
                  </a:moveTo>
                  <a:lnTo>
                    <a:pt x="70" y="39"/>
                  </a:lnTo>
                  <a:lnTo>
                    <a:pt x="35" y="0"/>
                  </a:lnTo>
                  <a:lnTo>
                    <a:pt x="0" y="107"/>
                  </a:lnTo>
                  <a:lnTo>
                    <a:pt x="0" y="107"/>
                  </a:lnTo>
                  <a:close/>
                </a:path>
              </a:pathLst>
            </a:custGeom>
            <a:solidFill>
              <a:srgbClr val="98A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29" name="Freeform 134">
              <a:extLst>
                <a:ext uri="{FF2B5EF4-FFF2-40B4-BE49-F238E27FC236}">
                  <a16:creationId xmlns:a16="http://schemas.microsoft.com/office/drawing/2014/main" id="{E228C174-738B-4A55-939E-AE32859ED6C8}"/>
                </a:ext>
              </a:extLst>
            </p:cNvPr>
            <p:cNvSpPr>
              <a:spLocks/>
            </p:cNvSpPr>
            <p:nvPr/>
          </p:nvSpPr>
          <p:spPr bwMode="auto">
            <a:xfrm>
              <a:off x="6638925" y="1971397"/>
              <a:ext cx="1158875" cy="593725"/>
            </a:xfrm>
            <a:custGeom>
              <a:avLst/>
              <a:gdLst>
                <a:gd name="T0" fmla="*/ 194 w 730"/>
                <a:gd name="T1" fmla="*/ 374 h 374"/>
                <a:gd name="T2" fmla="*/ 730 w 730"/>
                <a:gd name="T3" fmla="*/ 0 h 374"/>
                <a:gd name="T4" fmla="*/ 31 w 730"/>
                <a:gd name="T5" fmla="*/ 191 h 374"/>
                <a:gd name="T6" fmla="*/ 0 w 730"/>
                <a:gd name="T7" fmla="*/ 281 h 374"/>
                <a:gd name="T8" fmla="*/ 3 w 730"/>
                <a:gd name="T9" fmla="*/ 355 h 374"/>
                <a:gd name="T10" fmla="*/ 194 w 730"/>
                <a:gd name="T11" fmla="*/ 374 h 374"/>
                <a:gd name="T12" fmla="*/ 194 w 730"/>
                <a:gd name="T13" fmla="*/ 374 h 374"/>
              </a:gdLst>
              <a:ahLst/>
              <a:cxnLst>
                <a:cxn ang="0">
                  <a:pos x="T0" y="T1"/>
                </a:cxn>
                <a:cxn ang="0">
                  <a:pos x="T2" y="T3"/>
                </a:cxn>
                <a:cxn ang="0">
                  <a:pos x="T4" y="T5"/>
                </a:cxn>
                <a:cxn ang="0">
                  <a:pos x="T6" y="T7"/>
                </a:cxn>
                <a:cxn ang="0">
                  <a:pos x="T8" y="T9"/>
                </a:cxn>
                <a:cxn ang="0">
                  <a:pos x="T10" y="T11"/>
                </a:cxn>
                <a:cxn ang="0">
                  <a:pos x="T12" y="T13"/>
                </a:cxn>
              </a:cxnLst>
              <a:rect l="0" t="0" r="r" b="b"/>
              <a:pathLst>
                <a:path w="730" h="374">
                  <a:moveTo>
                    <a:pt x="194" y="374"/>
                  </a:moveTo>
                  <a:lnTo>
                    <a:pt x="730" y="0"/>
                  </a:lnTo>
                  <a:lnTo>
                    <a:pt x="31" y="191"/>
                  </a:lnTo>
                  <a:lnTo>
                    <a:pt x="0" y="281"/>
                  </a:lnTo>
                  <a:lnTo>
                    <a:pt x="3" y="355"/>
                  </a:lnTo>
                  <a:lnTo>
                    <a:pt x="194" y="374"/>
                  </a:lnTo>
                  <a:lnTo>
                    <a:pt x="194" y="374"/>
                  </a:lnTo>
                  <a:close/>
                </a:path>
              </a:pathLst>
            </a:custGeom>
            <a:solidFill>
              <a:srgbClr val="CAE2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30" name="Freeform 135">
              <a:extLst>
                <a:ext uri="{FF2B5EF4-FFF2-40B4-BE49-F238E27FC236}">
                  <a16:creationId xmlns:a16="http://schemas.microsoft.com/office/drawing/2014/main" id="{8D34F3E4-48FE-4225-8800-FC1B8CF46760}"/>
                </a:ext>
              </a:extLst>
            </p:cNvPr>
            <p:cNvSpPr>
              <a:spLocks/>
            </p:cNvSpPr>
            <p:nvPr/>
          </p:nvSpPr>
          <p:spPr bwMode="auto">
            <a:xfrm>
              <a:off x="7054850" y="1969809"/>
              <a:ext cx="742950" cy="982662"/>
            </a:xfrm>
            <a:custGeom>
              <a:avLst/>
              <a:gdLst>
                <a:gd name="T0" fmla="*/ 468 w 468"/>
                <a:gd name="T1" fmla="*/ 0 h 619"/>
                <a:gd name="T2" fmla="*/ 313 w 468"/>
                <a:gd name="T3" fmla="*/ 580 h 619"/>
                <a:gd name="T4" fmla="*/ 228 w 468"/>
                <a:gd name="T5" fmla="*/ 619 h 619"/>
                <a:gd name="T6" fmla="*/ 100 w 468"/>
                <a:gd name="T7" fmla="*/ 604 h 619"/>
                <a:gd name="T8" fmla="*/ 0 w 468"/>
                <a:gd name="T9" fmla="*/ 428 h 619"/>
                <a:gd name="T10" fmla="*/ 468 w 468"/>
                <a:gd name="T11" fmla="*/ 0 h 619"/>
                <a:gd name="T12" fmla="*/ 468 w 468"/>
                <a:gd name="T13" fmla="*/ 0 h 619"/>
              </a:gdLst>
              <a:ahLst/>
              <a:cxnLst>
                <a:cxn ang="0">
                  <a:pos x="T0" y="T1"/>
                </a:cxn>
                <a:cxn ang="0">
                  <a:pos x="T2" y="T3"/>
                </a:cxn>
                <a:cxn ang="0">
                  <a:pos x="T4" y="T5"/>
                </a:cxn>
                <a:cxn ang="0">
                  <a:pos x="T6" y="T7"/>
                </a:cxn>
                <a:cxn ang="0">
                  <a:pos x="T8" y="T9"/>
                </a:cxn>
                <a:cxn ang="0">
                  <a:pos x="T10" y="T11"/>
                </a:cxn>
                <a:cxn ang="0">
                  <a:pos x="T12" y="T13"/>
                </a:cxn>
              </a:cxnLst>
              <a:rect l="0" t="0" r="r" b="b"/>
              <a:pathLst>
                <a:path w="468" h="619">
                  <a:moveTo>
                    <a:pt x="468" y="0"/>
                  </a:moveTo>
                  <a:lnTo>
                    <a:pt x="313" y="580"/>
                  </a:lnTo>
                  <a:lnTo>
                    <a:pt x="228" y="619"/>
                  </a:lnTo>
                  <a:lnTo>
                    <a:pt x="100" y="604"/>
                  </a:lnTo>
                  <a:lnTo>
                    <a:pt x="0" y="428"/>
                  </a:lnTo>
                  <a:lnTo>
                    <a:pt x="468" y="0"/>
                  </a:lnTo>
                  <a:lnTo>
                    <a:pt x="468" y="0"/>
                  </a:lnTo>
                  <a:close/>
                </a:path>
              </a:pathLst>
            </a:custGeom>
            <a:solidFill>
              <a:srgbClr val="CAE2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31" name="Freeform 136">
              <a:extLst>
                <a:ext uri="{FF2B5EF4-FFF2-40B4-BE49-F238E27FC236}">
                  <a16:creationId xmlns:a16="http://schemas.microsoft.com/office/drawing/2014/main" id="{43CB3395-BE95-451C-A5E4-7B2A559F7FEF}"/>
                </a:ext>
              </a:extLst>
            </p:cNvPr>
            <p:cNvSpPr>
              <a:spLocks/>
            </p:cNvSpPr>
            <p:nvPr/>
          </p:nvSpPr>
          <p:spPr bwMode="auto">
            <a:xfrm>
              <a:off x="6638925" y="1990447"/>
              <a:ext cx="1082675" cy="425450"/>
            </a:xfrm>
            <a:custGeom>
              <a:avLst/>
              <a:gdLst>
                <a:gd name="T0" fmla="*/ 682 w 682"/>
                <a:gd name="T1" fmla="*/ 0 h 268"/>
                <a:gd name="T2" fmla="*/ 0 w 682"/>
                <a:gd name="T3" fmla="*/ 268 h 268"/>
                <a:gd name="T4" fmla="*/ 31 w 682"/>
                <a:gd name="T5" fmla="*/ 179 h 268"/>
                <a:gd name="T6" fmla="*/ 682 w 682"/>
                <a:gd name="T7" fmla="*/ 0 h 268"/>
                <a:gd name="T8" fmla="*/ 682 w 682"/>
                <a:gd name="T9" fmla="*/ 0 h 268"/>
              </a:gdLst>
              <a:ahLst/>
              <a:cxnLst>
                <a:cxn ang="0">
                  <a:pos x="T0" y="T1"/>
                </a:cxn>
                <a:cxn ang="0">
                  <a:pos x="T2" y="T3"/>
                </a:cxn>
                <a:cxn ang="0">
                  <a:pos x="T4" y="T5"/>
                </a:cxn>
                <a:cxn ang="0">
                  <a:pos x="T6" y="T7"/>
                </a:cxn>
                <a:cxn ang="0">
                  <a:pos x="T8" y="T9"/>
                </a:cxn>
              </a:cxnLst>
              <a:rect l="0" t="0" r="r" b="b"/>
              <a:pathLst>
                <a:path w="682" h="268">
                  <a:moveTo>
                    <a:pt x="682" y="0"/>
                  </a:moveTo>
                  <a:lnTo>
                    <a:pt x="0" y="268"/>
                  </a:lnTo>
                  <a:lnTo>
                    <a:pt x="31" y="179"/>
                  </a:lnTo>
                  <a:lnTo>
                    <a:pt x="682" y="0"/>
                  </a:lnTo>
                  <a:lnTo>
                    <a:pt x="682"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32" name="Freeform 137">
              <a:extLst>
                <a:ext uri="{FF2B5EF4-FFF2-40B4-BE49-F238E27FC236}">
                  <a16:creationId xmlns:a16="http://schemas.microsoft.com/office/drawing/2014/main" id="{068F4CD2-053F-4913-AD39-AA48C0F43783}"/>
                </a:ext>
              </a:extLst>
            </p:cNvPr>
            <p:cNvSpPr>
              <a:spLocks/>
            </p:cNvSpPr>
            <p:nvPr/>
          </p:nvSpPr>
          <p:spPr bwMode="auto">
            <a:xfrm>
              <a:off x="6946900" y="1977747"/>
              <a:ext cx="842963" cy="812800"/>
            </a:xfrm>
            <a:custGeom>
              <a:avLst/>
              <a:gdLst>
                <a:gd name="T0" fmla="*/ 68 w 531"/>
                <a:gd name="T1" fmla="*/ 425 h 512"/>
                <a:gd name="T2" fmla="*/ 39 w 531"/>
                <a:gd name="T3" fmla="*/ 512 h 512"/>
                <a:gd name="T4" fmla="*/ 0 w 531"/>
                <a:gd name="T5" fmla="*/ 370 h 512"/>
                <a:gd name="T6" fmla="*/ 531 w 531"/>
                <a:gd name="T7" fmla="*/ 0 h 512"/>
                <a:gd name="T8" fmla="*/ 68 w 531"/>
                <a:gd name="T9" fmla="*/ 425 h 512"/>
                <a:gd name="T10" fmla="*/ 68 w 531"/>
                <a:gd name="T11" fmla="*/ 425 h 512"/>
              </a:gdLst>
              <a:ahLst/>
              <a:cxnLst>
                <a:cxn ang="0">
                  <a:pos x="T0" y="T1"/>
                </a:cxn>
                <a:cxn ang="0">
                  <a:pos x="T2" y="T3"/>
                </a:cxn>
                <a:cxn ang="0">
                  <a:pos x="T4" y="T5"/>
                </a:cxn>
                <a:cxn ang="0">
                  <a:pos x="T6" y="T7"/>
                </a:cxn>
                <a:cxn ang="0">
                  <a:pos x="T8" y="T9"/>
                </a:cxn>
                <a:cxn ang="0">
                  <a:pos x="T10" y="T11"/>
                </a:cxn>
              </a:cxnLst>
              <a:rect l="0" t="0" r="r" b="b"/>
              <a:pathLst>
                <a:path w="531" h="512">
                  <a:moveTo>
                    <a:pt x="68" y="425"/>
                  </a:moveTo>
                  <a:lnTo>
                    <a:pt x="39" y="512"/>
                  </a:lnTo>
                  <a:lnTo>
                    <a:pt x="0" y="370"/>
                  </a:lnTo>
                  <a:lnTo>
                    <a:pt x="531" y="0"/>
                  </a:lnTo>
                  <a:lnTo>
                    <a:pt x="68" y="425"/>
                  </a:lnTo>
                  <a:lnTo>
                    <a:pt x="68" y="42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33" name="Freeform 138">
              <a:extLst>
                <a:ext uri="{FF2B5EF4-FFF2-40B4-BE49-F238E27FC236}">
                  <a16:creationId xmlns:a16="http://schemas.microsoft.com/office/drawing/2014/main" id="{1A6D8EAC-1DE5-43A9-9261-AAA2B881A42E}"/>
                </a:ext>
              </a:extLst>
            </p:cNvPr>
            <p:cNvSpPr>
              <a:spLocks/>
            </p:cNvSpPr>
            <p:nvPr/>
          </p:nvSpPr>
          <p:spPr bwMode="auto">
            <a:xfrm>
              <a:off x="7421563" y="1969809"/>
              <a:ext cx="376238" cy="979487"/>
            </a:xfrm>
            <a:custGeom>
              <a:avLst/>
              <a:gdLst>
                <a:gd name="T0" fmla="*/ 0 w 237"/>
                <a:gd name="T1" fmla="*/ 617 h 617"/>
                <a:gd name="T2" fmla="*/ 233 w 237"/>
                <a:gd name="T3" fmla="*/ 3 h 617"/>
                <a:gd name="T4" fmla="*/ 237 w 237"/>
                <a:gd name="T5" fmla="*/ 0 h 617"/>
                <a:gd name="T6" fmla="*/ 82 w 237"/>
                <a:gd name="T7" fmla="*/ 580 h 617"/>
                <a:gd name="T8" fmla="*/ 0 w 237"/>
                <a:gd name="T9" fmla="*/ 617 h 617"/>
                <a:gd name="T10" fmla="*/ 0 w 237"/>
                <a:gd name="T11" fmla="*/ 617 h 617"/>
              </a:gdLst>
              <a:ahLst/>
              <a:cxnLst>
                <a:cxn ang="0">
                  <a:pos x="T0" y="T1"/>
                </a:cxn>
                <a:cxn ang="0">
                  <a:pos x="T2" y="T3"/>
                </a:cxn>
                <a:cxn ang="0">
                  <a:pos x="T4" y="T5"/>
                </a:cxn>
                <a:cxn ang="0">
                  <a:pos x="T6" y="T7"/>
                </a:cxn>
                <a:cxn ang="0">
                  <a:pos x="T8" y="T9"/>
                </a:cxn>
                <a:cxn ang="0">
                  <a:pos x="T10" y="T11"/>
                </a:cxn>
              </a:cxnLst>
              <a:rect l="0" t="0" r="r" b="b"/>
              <a:pathLst>
                <a:path w="237" h="617">
                  <a:moveTo>
                    <a:pt x="0" y="617"/>
                  </a:moveTo>
                  <a:lnTo>
                    <a:pt x="233" y="3"/>
                  </a:lnTo>
                  <a:lnTo>
                    <a:pt x="237" y="0"/>
                  </a:lnTo>
                  <a:lnTo>
                    <a:pt x="82" y="580"/>
                  </a:lnTo>
                  <a:lnTo>
                    <a:pt x="0" y="617"/>
                  </a:lnTo>
                  <a:lnTo>
                    <a:pt x="0" y="61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34" name="Freeform 147">
              <a:extLst>
                <a:ext uri="{FF2B5EF4-FFF2-40B4-BE49-F238E27FC236}">
                  <a16:creationId xmlns:a16="http://schemas.microsoft.com/office/drawing/2014/main" id="{927E4C5C-26B7-4A7D-9C8C-E3CB18EF4716}"/>
                </a:ext>
              </a:extLst>
            </p:cNvPr>
            <p:cNvSpPr>
              <a:spLocks/>
            </p:cNvSpPr>
            <p:nvPr/>
          </p:nvSpPr>
          <p:spPr bwMode="auto">
            <a:xfrm>
              <a:off x="6642100" y="2963584"/>
              <a:ext cx="139700" cy="358775"/>
            </a:xfrm>
            <a:custGeom>
              <a:avLst/>
              <a:gdLst>
                <a:gd name="T0" fmla="*/ 0 w 48"/>
                <a:gd name="T1" fmla="*/ 122 h 122"/>
                <a:gd name="T2" fmla="*/ 48 w 48"/>
                <a:gd name="T3" fmla="*/ 0 h 122"/>
              </a:gdLst>
              <a:ahLst/>
              <a:cxnLst>
                <a:cxn ang="0">
                  <a:pos x="T0" y="T1"/>
                </a:cxn>
                <a:cxn ang="0">
                  <a:pos x="T2" y="T3"/>
                </a:cxn>
              </a:cxnLst>
              <a:rect l="0" t="0" r="r" b="b"/>
              <a:pathLst>
                <a:path w="48" h="122">
                  <a:moveTo>
                    <a:pt x="0" y="122"/>
                  </a:moveTo>
                  <a:cubicBezTo>
                    <a:pt x="0" y="122"/>
                    <a:pt x="10" y="35"/>
                    <a:pt x="48"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35" name="Freeform 148">
              <a:extLst>
                <a:ext uri="{FF2B5EF4-FFF2-40B4-BE49-F238E27FC236}">
                  <a16:creationId xmlns:a16="http://schemas.microsoft.com/office/drawing/2014/main" id="{219F4FDD-5ABC-44BC-9236-81A20423966E}"/>
                </a:ext>
              </a:extLst>
            </p:cNvPr>
            <p:cNvSpPr>
              <a:spLocks/>
            </p:cNvSpPr>
            <p:nvPr/>
          </p:nvSpPr>
          <p:spPr bwMode="auto">
            <a:xfrm>
              <a:off x="6638925" y="2935009"/>
              <a:ext cx="149225" cy="415925"/>
            </a:xfrm>
            <a:custGeom>
              <a:avLst/>
              <a:gdLst>
                <a:gd name="T0" fmla="*/ 2 w 51"/>
                <a:gd name="T1" fmla="*/ 123 h 142"/>
                <a:gd name="T2" fmla="*/ 6 w 51"/>
                <a:gd name="T3" fmla="*/ 107 h 142"/>
                <a:gd name="T4" fmla="*/ 15 w 51"/>
                <a:gd name="T5" fmla="*/ 76 h 142"/>
                <a:gd name="T6" fmla="*/ 47 w 51"/>
                <a:gd name="T7" fmla="*/ 20 h 142"/>
                <a:gd name="T8" fmla="*/ 50 w 51"/>
                <a:gd name="T9" fmla="*/ 0 h 142"/>
                <a:gd name="T10" fmla="*/ 0 w 51"/>
                <a:gd name="T11" fmla="*/ 142 h 142"/>
                <a:gd name="T12" fmla="*/ 2 w 51"/>
                <a:gd name="T13" fmla="*/ 123 h 142"/>
                <a:gd name="T14" fmla="*/ 2 w 51"/>
                <a:gd name="T15" fmla="*/ 123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42">
                  <a:moveTo>
                    <a:pt x="2" y="123"/>
                  </a:moveTo>
                  <a:cubicBezTo>
                    <a:pt x="1" y="135"/>
                    <a:pt x="5" y="109"/>
                    <a:pt x="6" y="107"/>
                  </a:cubicBezTo>
                  <a:cubicBezTo>
                    <a:pt x="8" y="96"/>
                    <a:pt x="11" y="86"/>
                    <a:pt x="15" y="76"/>
                  </a:cubicBezTo>
                  <a:cubicBezTo>
                    <a:pt x="22" y="56"/>
                    <a:pt x="32" y="35"/>
                    <a:pt x="47" y="20"/>
                  </a:cubicBezTo>
                  <a:cubicBezTo>
                    <a:pt x="51" y="16"/>
                    <a:pt x="47" y="4"/>
                    <a:pt x="50" y="0"/>
                  </a:cubicBezTo>
                  <a:cubicBezTo>
                    <a:pt x="14" y="35"/>
                    <a:pt x="5" y="93"/>
                    <a:pt x="0" y="142"/>
                  </a:cubicBezTo>
                  <a:cubicBezTo>
                    <a:pt x="0" y="137"/>
                    <a:pt x="2" y="129"/>
                    <a:pt x="2" y="123"/>
                  </a:cubicBezTo>
                  <a:cubicBezTo>
                    <a:pt x="2" y="123"/>
                    <a:pt x="2" y="123"/>
                    <a:pt x="2" y="12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36" name="Freeform 149">
              <a:extLst>
                <a:ext uri="{FF2B5EF4-FFF2-40B4-BE49-F238E27FC236}">
                  <a16:creationId xmlns:a16="http://schemas.microsoft.com/office/drawing/2014/main" id="{A0E68430-C869-4BCC-850B-72863AEFB4AA}"/>
                </a:ext>
              </a:extLst>
            </p:cNvPr>
            <p:cNvSpPr>
              <a:spLocks/>
            </p:cNvSpPr>
            <p:nvPr/>
          </p:nvSpPr>
          <p:spPr bwMode="auto">
            <a:xfrm>
              <a:off x="6638925" y="2935009"/>
              <a:ext cx="149225" cy="415925"/>
            </a:xfrm>
            <a:custGeom>
              <a:avLst/>
              <a:gdLst>
                <a:gd name="T0" fmla="*/ 2 w 51"/>
                <a:gd name="T1" fmla="*/ 123 h 142"/>
                <a:gd name="T2" fmla="*/ 6 w 51"/>
                <a:gd name="T3" fmla="*/ 107 h 142"/>
                <a:gd name="T4" fmla="*/ 15 w 51"/>
                <a:gd name="T5" fmla="*/ 76 h 142"/>
                <a:gd name="T6" fmla="*/ 47 w 51"/>
                <a:gd name="T7" fmla="*/ 20 h 142"/>
                <a:gd name="T8" fmla="*/ 50 w 51"/>
                <a:gd name="T9" fmla="*/ 0 h 142"/>
                <a:gd name="T10" fmla="*/ 0 w 51"/>
                <a:gd name="T11" fmla="*/ 142 h 142"/>
                <a:gd name="T12" fmla="*/ 2 w 51"/>
                <a:gd name="T13" fmla="*/ 123 h 142"/>
                <a:gd name="T14" fmla="*/ 2 w 51"/>
                <a:gd name="T15" fmla="*/ 123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42">
                  <a:moveTo>
                    <a:pt x="2" y="123"/>
                  </a:moveTo>
                  <a:cubicBezTo>
                    <a:pt x="1" y="135"/>
                    <a:pt x="5" y="109"/>
                    <a:pt x="6" y="107"/>
                  </a:cubicBezTo>
                  <a:cubicBezTo>
                    <a:pt x="8" y="96"/>
                    <a:pt x="11" y="86"/>
                    <a:pt x="15" y="76"/>
                  </a:cubicBezTo>
                  <a:cubicBezTo>
                    <a:pt x="22" y="56"/>
                    <a:pt x="32" y="35"/>
                    <a:pt x="47" y="20"/>
                  </a:cubicBezTo>
                  <a:cubicBezTo>
                    <a:pt x="51" y="16"/>
                    <a:pt x="47" y="4"/>
                    <a:pt x="50" y="0"/>
                  </a:cubicBezTo>
                  <a:cubicBezTo>
                    <a:pt x="14" y="35"/>
                    <a:pt x="5" y="93"/>
                    <a:pt x="0" y="142"/>
                  </a:cubicBezTo>
                  <a:cubicBezTo>
                    <a:pt x="0" y="137"/>
                    <a:pt x="2" y="129"/>
                    <a:pt x="2" y="123"/>
                  </a:cubicBezTo>
                  <a:cubicBezTo>
                    <a:pt x="2" y="123"/>
                    <a:pt x="2" y="123"/>
                    <a:pt x="2" y="123"/>
                  </a:cubicBezTo>
                  <a:close/>
                </a:path>
              </a:pathLst>
            </a:custGeom>
            <a:solidFill>
              <a:srgbClr val="99C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37" name="Freeform 150">
              <a:extLst>
                <a:ext uri="{FF2B5EF4-FFF2-40B4-BE49-F238E27FC236}">
                  <a16:creationId xmlns:a16="http://schemas.microsoft.com/office/drawing/2014/main" id="{1F66235D-2370-481D-8CA9-8BF923074F0B}"/>
                </a:ext>
              </a:extLst>
            </p:cNvPr>
            <p:cNvSpPr>
              <a:spLocks/>
            </p:cNvSpPr>
            <p:nvPr/>
          </p:nvSpPr>
          <p:spPr bwMode="auto">
            <a:xfrm>
              <a:off x="6778625" y="2931834"/>
              <a:ext cx="141288" cy="357187"/>
            </a:xfrm>
            <a:custGeom>
              <a:avLst/>
              <a:gdLst>
                <a:gd name="T0" fmla="*/ 0 w 48"/>
                <a:gd name="T1" fmla="*/ 122 h 122"/>
                <a:gd name="T2" fmla="*/ 48 w 48"/>
                <a:gd name="T3" fmla="*/ 0 h 122"/>
              </a:gdLst>
              <a:ahLst/>
              <a:cxnLst>
                <a:cxn ang="0">
                  <a:pos x="T0" y="T1"/>
                </a:cxn>
                <a:cxn ang="0">
                  <a:pos x="T2" y="T3"/>
                </a:cxn>
              </a:cxnLst>
              <a:rect l="0" t="0" r="r" b="b"/>
              <a:pathLst>
                <a:path w="48" h="122">
                  <a:moveTo>
                    <a:pt x="0" y="122"/>
                  </a:moveTo>
                  <a:cubicBezTo>
                    <a:pt x="0" y="122"/>
                    <a:pt x="10" y="35"/>
                    <a:pt x="48"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38" name="Freeform 151">
              <a:extLst>
                <a:ext uri="{FF2B5EF4-FFF2-40B4-BE49-F238E27FC236}">
                  <a16:creationId xmlns:a16="http://schemas.microsoft.com/office/drawing/2014/main" id="{7A97B14E-1CC2-4ACB-98DA-593FFDFC02ED}"/>
                </a:ext>
              </a:extLst>
            </p:cNvPr>
            <p:cNvSpPr>
              <a:spLocks/>
            </p:cNvSpPr>
            <p:nvPr/>
          </p:nvSpPr>
          <p:spPr bwMode="auto">
            <a:xfrm>
              <a:off x="6777038" y="2901672"/>
              <a:ext cx="152400" cy="417512"/>
            </a:xfrm>
            <a:custGeom>
              <a:avLst/>
              <a:gdLst>
                <a:gd name="T0" fmla="*/ 3 w 52"/>
                <a:gd name="T1" fmla="*/ 123 h 142"/>
                <a:gd name="T2" fmla="*/ 6 w 52"/>
                <a:gd name="T3" fmla="*/ 107 h 142"/>
                <a:gd name="T4" fmla="*/ 15 w 52"/>
                <a:gd name="T5" fmla="*/ 76 h 142"/>
                <a:gd name="T6" fmla="*/ 48 w 52"/>
                <a:gd name="T7" fmla="*/ 20 h 142"/>
                <a:gd name="T8" fmla="*/ 51 w 52"/>
                <a:gd name="T9" fmla="*/ 0 h 142"/>
                <a:gd name="T10" fmla="*/ 0 w 52"/>
                <a:gd name="T11" fmla="*/ 142 h 142"/>
                <a:gd name="T12" fmla="*/ 3 w 52"/>
                <a:gd name="T13" fmla="*/ 123 h 142"/>
                <a:gd name="T14" fmla="*/ 3 w 52"/>
                <a:gd name="T15" fmla="*/ 123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42">
                  <a:moveTo>
                    <a:pt x="3" y="123"/>
                  </a:moveTo>
                  <a:cubicBezTo>
                    <a:pt x="1" y="135"/>
                    <a:pt x="6" y="110"/>
                    <a:pt x="6" y="107"/>
                  </a:cubicBezTo>
                  <a:cubicBezTo>
                    <a:pt x="9" y="97"/>
                    <a:pt x="12" y="87"/>
                    <a:pt x="15" y="76"/>
                  </a:cubicBezTo>
                  <a:cubicBezTo>
                    <a:pt x="22" y="56"/>
                    <a:pt x="32" y="36"/>
                    <a:pt x="48" y="20"/>
                  </a:cubicBezTo>
                  <a:cubicBezTo>
                    <a:pt x="52" y="16"/>
                    <a:pt x="47" y="4"/>
                    <a:pt x="51" y="0"/>
                  </a:cubicBezTo>
                  <a:cubicBezTo>
                    <a:pt x="14" y="36"/>
                    <a:pt x="5" y="94"/>
                    <a:pt x="0" y="142"/>
                  </a:cubicBezTo>
                  <a:cubicBezTo>
                    <a:pt x="0" y="137"/>
                    <a:pt x="2" y="129"/>
                    <a:pt x="3" y="123"/>
                  </a:cubicBezTo>
                  <a:cubicBezTo>
                    <a:pt x="3" y="123"/>
                    <a:pt x="3" y="123"/>
                    <a:pt x="3" y="12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39" name="Freeform 152">
              <a:extLst>
                <a:ext uri="{FF2B5EF4-FFF2-40B4-BE49-F238E27FC236}">
                  <a16:creationId xmlns:a16="http://schemas.microsoft.com/office/drawing/2014/main" id="{6BD5FD34-12BF-4F0C-8CE4-B5D39CF44390}"/>
                </a:ext>
              </a:extLst>
            </p:cNvPr>
            <p:cNvSpPr>
              <a:spLocks/>
            </p:cNvSpPr>
            <p:nvPr/>
          </p:nvSpPr>
          <p:spPr bwMode="auto">
            <a:xfrm>
              <a:off x="6777038" y="2901672"/>
              <a:ext cx="152400" cy="417512"/>
            </a:xfrm>
            <a:custGeom>
              <a:avLst/>
              <a:gdLst>
                <a:gd name="T0" fmla="*/ 3 w 52"/>
                <a:gd name="T1" fmla="*/ 123 h 142"/>
                <a:gd name="T2" fmla="*/ 6 w 52"/>
                <a:gd name="T3" fmla="*/ 107 h 142"/>
                <a:gd name="T4" fmla="*/ 15 w 52"/>
                <a:gd name="T5" fmla="*/ 76 h 142"/>
                <a:gd name="T6" fmla="*/ 48 w 52"/>
                <a:gd name="T7" fmla="*/ 20 h 142"/>
                <a:gd name="T8" fmla="*/ 51 w 52"/>
                <a:gd name="T9" fmla="*/ 0 h 142"/>
                <a:gd name="T10" fmla="*/ 0 w 52"/>
                <a:gd name="T11" fmla="*/ 142 h 142"/>
                <a:gd name="T12" fmla="*/ 3 w 52"/>
                <a:gd name="T13" fmla="*/ 123 h 142"/>
                <a:gd name="T14" fmla="*/ 3 w 52"/>
                <a:gd name="T15" fmla="*/ 123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42">
                  <a:moveTo>
                    <a:pt x="3" y="123"/>
                  </a:moveTo>
                  <a:cubicBezTo>
                    <a:pt x="1" y="135"/>
                    <a:pt x="6" y="110"/>
                    <a:pt x="6" y="107"/>
                  </a:cubicBezTo>
                  <a:cubicBezTo>
                    <a:pt x="9" y="97"/>
                    <a:pt x="12" y="87"/>
                    <a:pt x="15" y="76"/>
                  </a:cubicBezTo>
                  <a:cubicBezTo>
                    <a:pt x="22" y="56"/>
                    <a:pt x="32" y="36"/>
                    <a:pt x="48" y="20"/>
                  </a:cubicBezTo>
                  <a:cubicBezTo>
                    <a:pt x="52" y="16"/>
                    <a:pt x="47" y="4"/>
                    <a:pt x="51" y="0"/>
                  </a:cubicBezTo>
                  <a:cubicBezTo>
                    <a:pt x="14" y="36"/>
                    <a:pt x="5" y="94"/>
                    <a:pt x="0" y="142"/>
                  </a:cubicBezTo>
                  <a:cubicBezTo>
                    <a:pt x="0" y="137"/>
                    <a:pt x="2" y="129"/>
                    <a:pt x="3" y="123"/>
                  </a:cubicBezTo>
                  <a:cubicBezTo>
                    <a:pt x="3" y="123"/>
                    <a:pt x="3" y="123"/>
                    <a:pt x="3" y="123"/>
                  </a:cubicBezTo>
                  <a:close/>
                </a:path>
              </a:pathLst>
            </a:custGeom>
            <a:solidFill>
              <a:srgbClr val="99C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40" name="Freeform 153">
              <a:extLst>
                <a:ext uri="{FF2B5EF4-FFF2-40B4-BE49-F238E27FC236}">
                  <a16:creationId xmlns:a16="http://schemas.microsoft.com/office/drawing/2014/main" id="{426A75B7-EBC1-4D0A-8E6B-B3AD121AFCFB}"/>
                </a:ext>
              </a:extLst>
            </p:cNvPr>
            <p:cNvSpPr>
              <a:spLocks/>
            </p:cNvSpPr>
            <p:nvPr/>
          </p:nvSpPr>
          <p:spPr bwMode="auto">
            <a:xfrm>
              <a:off x="6964363" y="2958822"/>
              <a:ext cx="106363" cy="225425"/>
            </a:xfrm>
            <a:custGeom>
              <a:avLst/>
              <a:gdLst>
                <a:gd name="T0" fmla="*/ 0 w 36"/>
                <a:gd name="T1" fmla="*/ 77 h 77"/>
                <a:gd name="T2" fmla="*/ 36 w 36"/>
                <a:gd name="T3" fmla="*/ 0 h 77"/>
              </a:gdLst>
              <a:ahLst/>
              <a:cxnLst>
                <a:cxn ang="0">
                  <a:pos x="T0" y="T1"/>
                </a:cxn>
                <a:cxn ang="0">
                  <a:pos x="T2" y="T3"/>
                </a:cxn>
              </a:cxnLst>
              <a:rect l="0" t="0" r="r" b="b"/>
              <a:pathLst>
                <a:path w="36" h="77">
                  <a:moveTo>
                    <a:pt x="0" y="77"/>
                  </a:moveTo>
                  <a:cubicBezTo>
                    <a:pt x="0" y="77"/>
                    <a:pt x="8" y="23"/>
                    <a:pt x="36"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41" name="Freeform 154">
              <a:extLst>
                <a:ext uri="{FF2B5EF4-FFF2-40B4-BE49-F238E27FC236}">
                  <a16:creationId xmlns:a16="http://schemas.microsoft.com/office/drawing/2014/main" id="{4AAB9682-4C5C-4BBB-A554-6EE0D022EB02}"/>
                </a:ext>
              </a:extLst>
            </p:cNvPr>
            <p:cNvSpPr>
              <a:spLocks/>
            </p:cNvSpPr>
            <p:nvPr/>
          </p:nvSpPr>
          <p:spPr bwMode="auto">
            <a:xfrm>
              <a:off x="6961188" y="2928659"/>
              <a:ext cx="114300" cy="290512"/>
            </a:xfrm>
            <a:custGeom>
              <a:avLst/>
              <a:gdLst>
                <a:gd name="T0" fmla="*/ 0 w 39"/>
                <a:gd name="T1" fmla="*/ 96 h 99"/>
                <a:gd name="T2" fmla="*/ 35 w 39"/>
                <a:gd name="T3" fmla="*/ 20 h 99"/>
                <a:gd name="T4" fmla="*/ 38 w 39"/>
                <a:gd name="T5" fmla="*/ 0 h 99"/>
                <a:gd name="T6" fmla="*/ 2 w 39"/>
                <a:gd name="T7" fmla="*/ 79 h 99"/>
                <a:gd name="T8" fmla="*/ 0 w 39"/>
                <a:gd name="T9" fmla="*/ 92 h 99"/>
                <a:gd name="T10" fmla="*/ 0 w 39"/>
                <a:gd name="T11" fmla="*/ 96 h 99"/>
                <a:gd name="T12" fmla="*/ 0 w 39"/>
                <a:gd name="T13" fmla="*/ 96 h 99"/>
              </a:gdLst>
              <a:ahLst/>
              <a:cxnLst>
                <a:cxn ang="0">
                  <a:pos x="T0" y="T1"/>
                </a:cxn>
                <a:cxn ang="0">
                  <a:pos x="T2" y="T3"/>
                </a:cxn>
                <a:cxn ang="0">
                  <a:pos x="T4" y="T5"/>
                </a:cxn>
                <a:cxn ang="0">
                  <a:pos x="T6" y="T7"/>
                </a:cxn>
                <a:cxn ang="0">
                  <a:pos x="T8" y="T9"/>
                </a:cxn>
                <a:cxn ang="0">
                  <a:pos x="T10" y="T11"/>
                </a:cxn>
                <a:cxn ang="0">
                  <a:pos x="T12" y="T13"/>
                </a:cxn>
              </a:cxnLst>
              <a:rect l="0" t="0" r="r" b="b"/>
              <a:pathLst>
                <a:path w="39" h="99">
                  <a:moveTo>
                    <a:pt x="0" y="96"/>
                  </a:moveTo>
                  <a:cubicBezTo>
                    <a:pt x="4" y="69"/>
                    <a:pt x="15" y="38"/>
                    <a:pt x="35" y="20"/>
                  </a:cubicBezTo>
                  <a:cubicBezTo>
                    <a:pt x="39" y="17"/>
                    <a:pt x="34" y="4"/>
                    <a:pt x="38" y="0"/>
                  </a:cubicBezTo>
                  <a:cubicBezTo>
                    <a:pt x="16" y="19"/>
                    <a:pt x="7" y="51"/>
                    <a:pt x="2" y="79"/>
                  </a:cubicBezTo>
                  <a:cubicBezTo>
                    <a:pt x="2" y="83"/>
                    <a:pt x="1" y="88"/>
                    <a:pt x="0" y="92"/>
                  </a:cubicBezTo>
                  <a:cubicBezTo>
                    <a:pt x="0" y="93"/>
                    <a:pt x="0" y="99"/>
                    <a:pt x="0" y="96"/>
                  </a:cubicBezTo>
                  <a:cubicBezTo>
                    <a:pt x="0" y="96"/>
                    <a:pt x="0" y="96"/>
                    <a:pt x="0" y="9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sp>
          <p:nvSpPr>
            <p:cNvPr id="42" name="Freeform 155">
              <a:extLst>
                <a:ext uri="{FF2B5EF4-FFF2-40B4-BE49-F238E27FC236}">
                  <a16:creationId xmlns:a16="http://schemas.microsoft.com/office/drawing/2014/main" id="{BA986083-1E37-4772-9FDD-D7AC482830E6}"/>
                </a:ext>
              </a:extLst>
            </p:cNvPr>
            <p:cNvSpPr>
              <a:spLocks/>
            </p:cNvSpPr>
            <p:nvPr/>
          </p:nvSpPr>
          <p:spPr bwMode="auto">
            <a:xfrm>
              <a:off x="6961188" y="2928659"/>
              <a:ext cx="114300" cy="290512"/>
            </a:xfrm>
            <a:custGeom>
              <a:avLst/>
              <a:gdLst>
                <a:gd name="T0" fmla="*/ 0 w 39"/>
                <a:gd name="T1" fmla="*/ 96 h 99"/>
                <a:gd name="T2" fmla="*/ 35 w 39"/>
                <a:gd name="T3" fmla="*/ 20 h 99"/>
                <a:gd name="T4" fmla="*/ 38 w 39"/>
                <a:gd name="T5" fmla="*/ 0 h 99"/>
                <a:gd name="T6" fmla="*/ 2 w 39"/>
                <a:gd name="T7" fmla="*/ 79 h 99"/>
                <a:gd name="T8" fmla="*/ 0 w 39"/>
                <a:gd name="T9" fmla="*/ 92 h 99"/>
                <a:gd name="T10" fmla="*/ 0 w 39"/>
                <a:gd name="T11" fmla="*/ 96 h 99"/>
                <a:gd name="T12" fmla="*/ 0 w 39"/>
                <a:gd name="T13" fmla="*/ 96 h 99"/>
              </a:gdLst>
              <a:ahLst/>
              <a:cxnLst>
                <a:cxn ang="0">
                  <a:pos x="T0" y="T1"/>
                </a:cxn>
                <a:cxn ang="0">
                  <a:pos x="T2" y="T3"/>
                </a:cxn>
                <a:cxn ang="0">
                  <a:pos x="T4" y="T5"/>
                </a:cxn>
                <a:cxn ang="0">
                  <a:pos x="T6" y="T7"/>
                </a:cxn>
                <a:cxn ang="0">
                  <a:pos x="T8" y="T9"/>
                </a:cxn>
                <a:cxn ang="0">
                  <a:pos x="T10" y="T11"/>
                </a:cxn>
                <a:cxn ang="0">
                  <a:pos x="T12" y="T13"/>
                </a:cxn>
              </a:cxnLst>
              <a:rect l="0" t="0" r="r" b="b"/>
              <a:pathLst>
                <a:path w="39" h="99">
                  <a:moveTo>
                    <a:pt x="0" y="96"/>
                  </a:moveTo>
                  <a:cubicBezTo>
                    <a:pt x="4" y="69"/>
                    <a:pt x="15" y="38"/>
                    <a:pt x="35" y="20"/>
                  </a:cubicBezTo>
                  <a:cubicBezTo>
                    <a:pt x="39" y="17"/>
                    <a:pt x="34" y="4"/>
                    <a:pt x="38" y="0"/>
                  </a:cubicBezTo>
                  <a:cubicBezTo>
                    <a:pt x="16" y="19"/>
                    <a:pt x="7" y="51"/>
                    <a:pt x="2" y="79"/>
                  </a:cubicBezTo>
                  <a:cubicBezTo>
                    <a:pt x="2" y="83"/>
                    <a:pt x="1" y="88"/>
                    <a:pt x="0" y="92"/>
                  </a:cubicBezTo>
                  <a:cubicBezTo>
                    <a:pt x="0" y="93"/>
                    <a:pt x="0" y="99"/>
                    <a:pt x="0" y="96"/>
                  </a:cubicBezTo>
                  <a:cubicBezTo>
                    <a:pt x="0" y="96"/>
                    <a:pt x="0" y="96"/>
                    <a:pt x="0" y="96"/>
                  </a:cubicBezTo>
                  <a:close/>
                </a:path>
              </a:pathLst>
            </a:custGeom>
            <a:solidFill>
              <a:srgbClr val="99C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grpSp>
      <p:sp>
        <p:nvSpPr>
          <p:cNvPr id="44" name="Rectangle 43">
            <a:extLst>
              <a:ext uri="{FF2B5EF4-FFF2-40B4-BE49-F238E27FC236}">
                <a16:creationId xmlns:a16="http://schemas.microsoft.com/office/drawing/2014/main" id="{DC13E024-06F5-4919-9DB6-4AD09DBA2E38}"/>
              </a:ext>
            </a:extLst>
          </p:cNvPr>
          <p:cNvSpPr/>
          <p:nvPr>
            <p:custDataLst>
              <p:tags r:id="rId21"/>
            </p:custDataLst>
          </p:nvPr>
        </p:nvSpPr>
        <p:spPr>
          <a:xfrm>
            <a:off x="3312028" y="3845428"/>
            <a:ext cx="1968080" cy="861774"/>
          </a:xfrm>
          <a:prstGeom prst="rect">
            <a:avLst/>
          </a:prstGeom>
        </p:spPr>
        <p:txBody>
          <a:bodyPr wrap="square">
            <a:spAutoFit/>
          </a:bodyPr>
          <a:lstStyle/>
          <a:p>
            <a:pPr defTabSz="742969">
              <a:defRPr/>
            </a:pPr>
            <a:r>
              <a:rPr lang="fr-CA" sz="1000" b="1" dirty="0">
                <a:solidFill>
                  <a:srgbClr val="26890D"/>
                </a:solidFill>
                <a:latin typeface="Aptos" panose="020B0004020202020204" pitchFamily="34" charset="0"/>
                <a:cs typeface="Verdana" panose="020B0604030504040204" pitchFamily="34" charset="0"/>
              </a:rPr>
              <a:t>Ciblée</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p:txBody>
      </p:sp>
      <p:sp>
        <p:nvSpPr>
          <p:cNvPr id="45" name="Rectangle 44">
            <a:extLst>
              <a:ext uri="{FF2B5EF4-FFF2-40B4-BE49-F238E27FC236}">
                <a16:creationId xmlns:a16="http://schemas.microsoft.com/office/drawing/2014/main" id="{31D9FA63-67A9-4702-B8D9-70C282E7D713}"/>
              </a:ext>
            </a:extLst>
          </p:cNvPr>
          <p:cNvSpPr/>
          <p:nvPr>
            <p:custDataLst>
              <p:tags r:id="rId22"/>
            </p:custDataLst>
          </p:nvPr>
        </p:nvSpPr>
        <p:spPr>
          <a:xfrm>
            <a:off x="5339216" y="3390861"/>
            <a:ext cx="1765461" cy="861774"/>
          </a:xfrm>
          <a:prstGeom prst="rect">
            <a:avLst/>
          </a:prstGeom>
        </p:spPr>
        <p:txBody>
          <a:bodyPr wrap="square">
            <a:spAutoFit/>
          </a:bodyPr>
          <a:lstStyle/>
          <a:p>
            <a:pPr lvl="0"/>
            <a:r>
              <a:rPr lang="fr-CA" sz="1000" b="1" dirty="0" err="1">
                <a:solidFill>
                  <a:srgbClr val="26890D"/>
                </a:solidFill>
                <a:latin typeface="Aptos" panose="020B0004020202020204" pitchFamily="34" charset="0"/>
                <a:cs typeface="Verdana" panose="020B0604030504040204" pitchFamily="34" charset="0"/>
              </a:rPr>
              <a:t>Lorem</a:t>
            </a:r>
            <a:r>
              <a:rPr lang="fr-CA" sz="1000" b="1" dirty="0">
                <a:solidFill>
                  <a:srgbClr val="26890D"/>
                </a:solidFill>
                <a:latin typeface="Aptos" panose="020B0004020202020204" pitchFamily="34" charset="0"/>
                <a:cs typeface="Verdana" panose="020B0604030504040204" pitchFamily="34" charset="0"/>
              </a:rPr>
              <a:t> </a:t>
            </a:r>
            <a:r>
              <a:rPr lang="fr-CA" sz="1000" b="1" dirty="0" err="1">
                <a:solidFill>
                  <a:srgbClr val="26890D"/>
                </a:solidFill>
                <a:latin typeface="Aptos" panose="020B0004020202020204" pitchFamily="34" charset="0"/>
                <a:cs typeface="Verdana" panose="020B0604030504040204" pitchFamily="34" charset="0"/>
              </a:rPr>
              <a:t>ipsum</a:t>
            </a:r>
            <a:r>
              <a:rPr lang="fr-CA" sz="1000" b="1" dirty="0">
                <a:solidFill>
                  <a:srgbClr val="26890D"/>
                </a:solidFill>
                <a:latin typeface="Aptos" panose="020B0004020202020204" pitchFamily="34" charset="0"/>
                <a:cs typeface="Verdana" panose="020B0604030504040204" pitchFamily="34" charset="0"/>
              </a:rPr>
              <a:t> </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p:txBody>
      </p:sp>
      <p:sp>
        <p:nvSpPr>
          <p:cNvPr id="46" name="Rectangle 45">
            <a:extLst>
              <a:ext uri="{FF2B5EF4-FFF2-40B4-BE49-F238E27FC236}">
                <a16:creationId xmlns:a16="http://schemas.microsoft.com/office/drawing/2014/main" id="{65B53DAE-766F-4986-8C1A-6A9127C520FE}"/>
              </a:ext>
            </a:extLst>
          </p:cNvPr>
          <p:cNvSpPr/>
          <p:nvPr>
            <p:custDataLst>
              <p:tags r:id="rId23"/>
            </p:custDataLst>
          </p:nvPr>
        </p:nvSpPr>
        <p:spPr>
          <a:xfrm>
            <a:off x="7380288" y="2901593"/>
            <a:ext cx="1781448" cy="861774"/>
          </a:xfrm>
          <a:prstGeom prst="rect">
            <a:avLst/>
          </a:prstGeom>
        </p:spPr>
        <p:txBody>
          <a:bodyPr wrap="square">
            <a:spAutoFit/>
          </a:bodyPr>
          <a:lstStyle/>
          <a:p>
            <a:pPr lvl="0"/>
            <a:r>
              <a:rPr lang="fr-CA" sz="1000" b="1" dirty="0" err="1">
                <a:solidFill>
                  <a:srgbClr val="26890D"/>
                </a:solidFill>
                <a:latin typeface="Aptos" panose="020B0004020202020204" pitchFamily="34" charset="0"/>
                <a:cs typeface="Verdana" panose="020B0604030504040204" pitchFamily="34" charset="0"/>
              </a:rPr>
              <a:t>Lorem</a:t>
            </a:r>
            <a:r>
              <a:rPr lang="fr-CA" sz="1000" b="1" dirty="0">
                <a:solidFill>
                  <a:srgbClr val="26890D"/>
                </a:solidFill>
                <a:latin typeface="Aptos" panose="020B0004020202020204" pitchFamily="34" charset="0"/>
                <a:cs typeface="Verdana" panose="020B0604030504040204" pitchFamily="34" charset="0"/>
              </a:rPr>
              <a:t> </a:t>
            </a:r>
            <a:r>
              <a:rPr lang="fr-CA" sz="1000" b="1" dirty="0" err="1">
                <a:solidFill>
                  <a:srgbClr val="26890D"/>
                </a:solidFill>
                <a:latin typeface="Aptos" panose="020B0004020202020204" pitchFamily="34" charset="0"/>
                <a:cs typeface="Verdana" panose="020B0604030504040204" pitchFamily="34" charset="0"/>
              </a:rPr>
              <a:t>ipsum</a:t>
            </a:r>
            <a:r>
              <a:rPr lang="fr-CA" sz="1000" b="1" dirty="0">
                <a:solidFill>
                  <a:srgbClr val="26890D"/>
                </a:solidFill>
                <a:latin typeface="Aptos" panose="020B0004020202020204" pitchFamily="34" charset="0"/>
                <a:cs typeface="Verdana" panose="020B0604030504040204" pitchFamily="34" charset="0"/>
              </a:rPr>
              <a:t> </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p:txBody>
      </p:sp>
      <p:sp>
        <p:nvSpPr>
          <p:cNvPr id="47" name="Rectangle 46">
            <a:extLst>
              <a:ext uri="{FF2B5EF4-FFF2-40B4-BE49-F238E27FC236}">
                <a16:creationId xmlns:a16="http://schemas.microsoft.com/office/drawing/2014/main" id="{E00D17FD-6450-4132-A7D8-E6B632330318}"/>
              </a:ext>
            </a:extLst>
          </p:cNvPr>
          <p:cNvSpPr/>
          <p:nvPr>
            <p:custDataLst>
              <p:tags r:id="rId24"/>
            </p:custDataLst>
          </p:nvPr>
        </p:nvSpPr>
        <p:spPr>
          <a:xfrm>
            <a:off x="930757" y="4423787"/>
            <a:ext cx="2860404" cy="1477328"/>
          </a:xfrm>
          <a:prstGeom prst="rect">
            <a:avLst/>
          </a:prstGeom>
        </p:spPr>
        <p:txBody>
          <a:bodyPr wrap="square">
            <a:spAutoFit/>
          </a:bodyPr>
          <a:lstStyle/>
          <a:p>
            <a:pPr lvl="0"/>
            <a:r>
              <a:rPr lang="fr-CA" sz="1000" b="1" dirty="0" err="1">
                <a:solidFill>
                  <a:srgbClr val="26890D"/>
                </a:solidFill>
                <a:latin typeface="Aptos" panose="020B0004020202020204" pitchFamily="34" charset="0"/>
                <a:cs typeface="Verdana" panose="020B0604030504040204" pitchFamily="34" charset="0"/>
              </a:rPr>
              <a:t>Lorem</a:t>
            </a:r>
            <a:r>
              <a:rPr lang="fr-CA" sz="1000" b="1" dirty="0">
                <a:solidFill>
                  <a:srgbClr val="26890D"/>
                </a:solidFill>
                <a:latin typeface="Aptos" panose="020B0004020202020204" pitchFamily="34" charset="0"/>
                <a:cs typeface="Verdana" panose="020B0604030504040204" pitchFamily="34" charset="0"/>
              </a:rPr>
              <a:t> </a:t>
            </a:r>
            <a:r>
              <a:rPr lang="fr-CA" sz="1000" b="1" dirty="0" err="1">
                <a:solidFill>
                  <a:srgbClr val="26890D"/>
                </a:solidFill>
                <a:latin typeface="Aptos" panose="020B0004020202020204" pitchFamily="34" charset="0"/>
                <a:cs typeface="Verdana" panose="020B0604030504040204" pitchFamily="34" charset="0"/>
              </a:rPr>
              <a:t>ipsum</a:t>
            </a:r>
            <a:r>
              <a:rPr lang="fr-CA" sz="1000" b="1" dirty="0">
                <a:solidFill>
                  <a:srgbClr val="26890D"/>
                </a:solidFill>
                <a:latin typeface="Aptos" panose="020B0004020202020204" pitchFamily="34" charset="0"/>
                <a:cs typeface="Verdana" panose="020B0604030504040204" pitchFamily="34" charset="0"/>
              </a:rPr>
              <a:t> </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p>
          <a:p>
            <a:pPr marL="104481" indent="-83584">
              <a:spcBef>
                <a:spcPts val="366"/>
              </a:spcBef>
              <a:buFont typeface="Arial" panose="020B0604020202020204" pitchFamily="34" charset="0"/>
              <a:buChar char="•"/>
              <a:defRPr/>
            </a:pPr>
            <a:r>
              <a:rPr lang="en-US" sz="1000" dirty="0">
                <a:solidFill>
                  <a:prstClr val="black"/>
                </a:solidFill>
                <a:latin typeface="Aptos" panose="020B0004020202020204" pitchFamily="34" charset="0"/>
              </a:rPr>
              <a:t>xxx</a:t>
            </a:r>
            <a:endParaRPr lang="fr-CA" sz="1000" dirty="0">
              <a:solidFill>
                <a:prstClr val="black"/>
              </a:solidFill>
              <a:latin typeface="Aptos" panose="020B0004020202020204" pitchFamily="34" charset="0"/>
              <a:cs typeface="Verdana" panose="020B0604030504040204" pitchFamily="34" charset="0"/>
            </a:endParaRPr>
          </a:p>
        </p:txBody>
      </p:sp>
    </p:spTree>
    <p:extLst>
      <p:ext uri="{BB962C8B-B14F-4D97-AF65-F5344CB8AC3E}">
        <p14:creationId xmlns:p14="http://schemas.microsoft.com/office/powerpoint/2010/main" val="2153067775"/>
      </p:ext>
    </p:extLst>
  </p:cSld>
  <p:clrMapOvr>
    <a:masterClrMapping/>
  </p:clrMapOvr>
  <p:transition>
    <p:fade/>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C2383BAE-F690-49E3-AA6B-6F393A16E609}"/>
              </a:ext>
            </a:extLst>
          </p:cNvPr>
          <p:cNvSpPr>
            <a:spLocks noGrp="1"/>
          </p:cNvSpPr>
          <p:nvPr>
            <p:ph type="title"/>
          </p:nvPr>
        </p:nvSpPr>
        <p:spPr/>
        <p:txBody>
          <a:bodyPr/>
          <a:lstStyle/>
          <a:p>
            <a:r>
              <a:rPr lang="en-US" dirty="0"/>
              <a:t>Directional circles</a:t>
            </a:r>
          </a:p>
        </p:txBody>
      </p:sp>
      <p:sp>
        <p:nvSpPr>
          <p:cNvPr id="7" name="ZoneTexte 7">
            <a:extLst>
              <a:ext uri="{FF2B5EF4-FFF2-40B4-BE49-F238E27FC236}">
                <a16:creationId xmlns:a16="http://schemas.microsoft.com/office/drawing/2014/main" id="{3701D79C-AAD6-4190-B24F-A220DA50E6E3}"/>
              </a:ext>
            </a:extLst>
          </p:cNvPr>
          <p:cNvSpPr txBox="1"/>
          <p:nvPr/>
        </p:nvSpPr>
        <p:spPr>
          <a:xfrm>
            <a:off x="423412" y="1687080"/>
            <a:ext cx="1323433" cy="246221"/>
          </a:xfrm>
          <a:prstGeom prst="rect">
            <a:avLst/>
          </a:prstGeom>
          <a:noFill/>
        </p:spPr>
        <p:txBody>
          <a:bodyPr wrap="square" lIns="0" tIns="0" rIns="0" bIns="0" rtlCol="0">
            <a:spAutoFit/>
          </a:bodyPr>
          <a:lstStyle/>
          <a:p>
            <a:pPr algn="ctr" defTabSz="742969">
              <a:spcBef>
                <a:spcPts val="366"/>
              </a:spcBef>
              <a:buSzPct val="100000"/>
              <a:defRPr/>
            </a:pPr>
            <a:r>
              <a:rPr lang="en-CA" sz="1600" dirty="0">
                <a:solidFill>
                  <a:prstClr val="black"/>
                </a:solidFill>
                <a:latin typeface="Aptos" panose="020B0004020202020204" pitchFamily="34" charset="0"/>
                <a:cs typeface="Verdana" panose="020B0604030504040204" pitchFamily="34" charset="0"/>
              </a:rPr>
              <a:t>2 weeks</a:t>
            </a:r>
          </a:p>
        </p:txBody>
      </p:sp>
      <p:sp>
        <p:nvSpPr>
          <p:cNvPr id="8" name="ZoneTexte 9">
            <a:extLst>
              <a:ext uri="{FF2B5EF4-FFF2-40B4-BE49-F238E27FC236}">
                <a16:creationId xmlns:a16="http://schemas.microsoft.com/office/drawing/2014/main" id="{495C8D4C-563B-4DE9-A5BB-CDFCCC572E0D}"/>
              </a:ext>
            </a:extLst>
          </p:cNvPr>
          <p:cNvSpPr txBox="1"/>
          <p:nvPr/>
        </p:nvSpPr>
        <p:spPr>
          <a:xfrm>
            <a:off x="2746148" y="1687082"/>
            <a:ext cx="1617162" cy="246221"/>
          </a:xfrm>
          <a:prstGeom prst="rect">
            <a:avLst/>
          </a:prstGeom>
          <a:noFill/>
        </p:spPr>
        <p:txBody>
          <a:bodyPr wrap="square" lIns="0" tIns="0" rIns="0" bIns="0" rtlCol="0">
            <a:spAutoFit/>
          </a:bodyPr>
          <a:lstStyle/>
          <a:p>
            <a:pPr algn="ctr" defTabSz="742969">
              <a:spcBef>
                <a:spcPts val="366"/>
              </a:spcBef>
              <a:buSzPct val="100000"/>
              <a:defRPr/>
            </a:pPr>
            <a:r>
              <a:rPr lang="en-CA" sz="1600" dirty="0">
                <a:solidFill>
                  <a:prstClr val="black"/>
                </a:solidFill>
                <a:latin typeface="Aptos" panose="020B0004020202020204" pitchFamily="34" charset="0"/>
                <a:cs typeface="Verdana" panose="020B0604030504040204" pitchFamily="34" charset="0"/>
              </a:rPr>
              <a:t>2 weeks</a:t>
            </a:r>
          </a:p>
        </p:txBody>
      </p:sp>
      <p:sp>
        <p:nvSpPr>
          <p:cNvPr id="9" name="ZoneTexte 10">
            <a:extLst>
              <a:ext uri="{FF2B5EF4-FFF2-40B4-BE49-F238E27FC236}">
                <a16:creationId xmlns:a16="http://schemas.microsoft.com/office/drawing/2014/main" id="{F4EF94EB-B247-46D4-8D6A-AE80760B7A4F}"/>
              </a:ext>
            </a:extLst>
          </p:cNvPr>
          <p:cNvSpPr txBox="1"/>
          <p:nvPr/>
        </p:nvSpPr>
        <p:spPr>
          <a:xfrm>
            <a:off x="5992855" y="1687082"/>
            <a:ext cx="2934274" cy="246221"/>
          </a:xfrm>
          <a:prstGeom prst="rect">
            <a:avLst/>
          </a:prstGeom>
          <a:noFill/>
        </p:spPr>
        <p:txBody>
          <a:bodyPr wrap="square" lIns="0" tIns="0" rIns="0" bIns="0" rtlCol="0">
            <a:spAutoFit/>
          </a:bodyPr>
          <a:lstStyle/>
          <a:p>
            <a:pPr algn="ctr" defTabSz="742969">
              <a:spcBef>
                <a:spcPts val="366"/>
              </a:spcBef>
              <a:buSzPct val="100000"/>
              <a:defRPr/>
            </a:pPr>
            <a:r>
              <a:rPr lang="en-CA" sz="1600" dirty="0">
                <a:solidFill>
                  <a:prstClr val="black"/>
                </a:solidFill>
                <a:latin typeface="Aptos" panose="020B0004020202020204" pitchFamily="34" charset="0"/>
                <a:cs typeface="Verdana" panose="020B0604030504040204" pitchFamily="34" charset="0"/>
              </a:rPr>
              <a:t>Every 2 weeks</a:t>
            </a:r>
          </a:p>
        </p:txBody>
      </p:sp>
      <p:sp>
        <p:nvSpPr>
          <p:cNvPr id="10" name="Isosceles Triangle 9">
            <a:extLst>
              <a:ext uri="{FF2B5EF4-FFF2-40B4-BE49-F238E27FC236}">
                <a16:creationId xmlns:a16="http://schemas.microsoft.com/office/drawing/2014/main" id="{E975D896-46CE-481F-86A3-6BFCB86BD397}"/>
              </a:ext>
            </a:extLst>
          </p:cNvPr>
          <p:cNvSpPr/>
          <p:nvPr/>
        </p:nvSpPr>
        <p:spPr bwMode="gray">
          <a:xfrm rot="5400000">
            <a:off x="1172081" y="2519429"/>
            <a:ext cx="740359" cy="256620"/>
          </a:xfrm>
          <a:prstGeom prst="triangle">
            <a:avLst/>
          </a:prstGeom>
          <a:solidFill>
            <a:schemeClr val="accent1"/>
          </a:solidFill>
          <a:ln w="19050" algn="ctr">
            <a:noFill/>
            <a:miter lim="800000"/>
            <a:headEnd/>
            <a:tailEnd/>
          </a:ln>
        </p:spPr>
        <p:txBody>
          <a:bodyPr vert="vert270" wrap="none" lIns="54173" tIns="334328" rIns="55721" bIns="54173" rtlCol="0" anchor="ctr"/>
          <a:lstStyle/>
          <a:p>
            <a:pPr algn="r">
              <a:spcBef>
                <a:spcPts val="366"/>
              </a:spcBef>
              <a:buSzPct val="100000"/>
            </a:pPr>
            <a:r>
              <a:rPr lang="en-CA" sz="1000" dirty="0">
                <a:solidFill>
                  <a:prstClr val="black"/>
                </a:solidFill>
                <a:latin typeface="Aptos" panose="020B0004020202020204" pitchFamily="34" charset="0"/>
                <a:cs typeface="Verdana" panose="020B0604030504040204" pitchFamily="34" charset="0"/>
              </a:rPr>
              <a:t>Lorem ipsum </a:t>
            </a:r>
          </a:p>
          <a:p>
            <a:pPr algn="r">
              <a:spcBef>
                <a:spcPts val="366"/>
              </a:spcBef>
              <a:buSzPct val="100000"/>
            </a:pPr>
            <a:r>
              <a:rPr lang="en-CA" sz="1000" dirty="0">
                <a:solidFill>
                  <a:prstClr val="black"/>
                </a:solidFill>
                <a:latin typeface="Aptos" panose="020B0004020202020204" pitchFamily="34" charset="0"/>
                <a:cs typeface="Verdana" panose="020B0604030504040204" pitchFamily="34" charset="0"/>
              </a:rPr>
              <a:t>Lorem ipsum </a:t>
            </a:r>
          </a:p>
        </p:txBody>
      </p:sp>
      <p:sp>
        <p:nvSpPr>
          <p:cNvPr id="11" name="Freeform 5">
            <a:extLst>
              <a:ext uri="{FF2B5EF4-FFF2-40B4-BE49-F238E27FC236}">
                <a16:creationId xmlns:a16="http://schemas.microsoft.com/office/drawing/2014/main" id="{F8A266E5-AC18-4612-B537-67C68F5CED9C}"/>
              </a:ext>
            </a:extLst>
          </p:cNvPr>
          <p:cNvSpPr>
            <a:spLocks/>
          </p:cNvSpPr>
          <p:nvPr/>
        </p:nvSpPr>
        <p:spPr bwMode="auto">
          <a:xfrm rot="17100000">
            <a:off x="2209808" y="2313453"/>
            <a:ext cx="2475647" cy="2751148"/>
          </a:xfrm>
          <a:custGeom>
            <a:avLst/>
            <a:gdLst>
              <a:gd name="T0" fmla="*/ 808 w 1714"/>
              <a:gd name="T1" fmla="*/ 0 h 1715"/>
              <a:gd name="T2" fmla="*/ 1187 w 1714"/>
              <a:gd name="T3" fmla="*/ 269 h 1715"/>
              <a:gd name="T4" fmla="*/ 766 w 1714"/>
              <a:gd name="T5" fmla="*/ 463 h 1715"/>
              <a:gd name="T6" fmla="*/ 777 w 1714"/>
              <a:gd name="T7" fmla="*/ 322 h 1715"/>
              <a:gd name="T8" fmla="*/ 725 w 1714"/>
              <a:gd name="T9" fmla="*/ 338 h 1715"/>
              <a:gd name="T10" fmla="*/ 300 w 1714"/>
              <a:gd name="T11" fmla="*/ 848 h 1715"/>
              <a:gd name="T12" fmla="*/ 545 w 1714"/>
              <a:gd name="T13" fmla="*/ 1457 h 1715"/>
              <a:gd name="T14" fmla="*/ 1297 w 1714"/>
              <a:gd name="T15" fmla="*/ 1496 h 1715"/>
              <a:gd name="T16" fmla="*/ 1612 w 1714"/>
              <a:gd name="T17" fmla="*/ 799 h 1715"/>
              <a:gd name="T18" fmla="*/ 1341 w 1714"/>
              <a:gd name="T19" fmla="*/ 352 h 1715"/>
              <a:gd name="T20" fmla="*/ 1539 w 1714"/>
              <a:gd name="T21" fmla="*/ 543 h 1715"/>
              <a:gd name="T22" fmla="*/ 1561 w 1714"/>
              <a:gd name="T23" fmla="*/ 1320 h 1715"/>
              <a:gd name="T24" fmla="*/ 844 w 1714"/>
              <a:gd name="T25" fmla="*/ 1685 h 1715"/>
              <a:gd name="T26" fmla="*/ 221 w 1714"/>
              <a:gd name="T27" fmla="*/ 599 h 1715"/>
              <a:gd name="T28" fmla="*/ 760 w 1714"/>
              <a:gd name="T29" fmla="*/ 161 h 1715"/>
              <a:gd name="T30" fmla="*/ 798 w 1714"/>
              <a:gd name="T31" fmla="*/ 116 h 1715"/>
              <a:gd name="T32" fmla="*/ 808 w 1714"/>
              <a:gd name="T33" fmla="*/ 0 h 1715"/>
              <a:gd name="connsiteX0" fmla="*/ 3842 w 8858"/>
              <a:gd name="connsiteY0" fmla="*/ 0 h 9850"/>
              <a:gd name="connsiteX1" fmla="*/ 6053 w 8858"/>
              <a:gd name="connsiteY1" fmla="*/ 1569 h 9850"/>
              <a:gd name="connsiteX2" fmla="*/ 3597 w 8858"/>
              <a:gd name="connsiteY2" fmla="*/ 2700 h 9850"/>
              <a:gd name="connsiteX3" fmla="*/ 3661 w 8858"/>
              <a:gd name="connsiteY3" fmla="*/ 1878 h 9850"/>
              <a:gd name="connsiteX4" fmla="*/ 3358 w 8858"/>
              <a:gd name="connsiteY4" fmla="*/ 1971 h 9850"/>
              <a:gd name="connsiteX5" fmla="*/ 878 w 8858"/>
              <a:gd name="connsiteY5" fmla="*/ 4945 h 9850"/>
              <a:gd name="connsiteX6" fmla="*/ 2308 w 8858"/>
              <a:gd name="connsiteY6" fmla="*/ 8496 h 9850"/>
              <a:gd name="connsiteX7" fmla="*/ 6695 w 8858"/>
              <a:gd name="connsiteY7" fmla="*/ 8723 h 9850"/>
              <a:gd name="connsiteX8" fmla="*/ 8533 w 8858"/>
              <a:gd name="connsiteY8" fmla="*/ 4659 h 9850"/>
              <a:gd name="connsiteX9" fmla="*/ 6952 w 8858"/>
              <a:gd name="connsiteY9" fmla="*/ 2052 h 9850"/>
              <a:gd name="connsiteX10" fmla="*/ 8107 w 8858"/>
              <a:gd name="connsiteY10" fmla="*/ 3166 h 9850"/>
              <a:gd name="connsiteX11" fmla="*/ 8235 w 8858"/>
              <a:gd name="connsiteY11" fmla="*/ 7697 h 9850"/>
              <a:gd name="connsiteX12" fmla="*/ 4052 w 8858"/>
              <a:gd name="connsiteY12" fmla="*/ 9825 h 9850"/>
              <a:gd name="connsiteX13" fmla="*/ 417 w 8858"/>
              <a:gd name="connsiteY13" fmla="*/ 3493 h 9850"/>
              <a:gd name="connsiteX14" fmla="*/ 3562 w 8858"/>
              <a:gd name="connsiteY14" fmla="*/ 939 h 9850"/>
              <a:gd name="connsiteX15" fmla="*/ 3758 w 8858"/>
              <a:gd name="connsiteY15" fmla="*/ 830 h 9850"/>
              <a:gd name="connsiteX16" fmla="*/ 3842 w 8858"/>
              <a:gd name="connsiteY16" fmla="*/ 0 h 9850"/>
              <a:gd name="connsiteX0" fmla="*/ 4336 w 9999"/>
              <a:gd name="connsiteY0" fmla="*/ 0 h 10000"/>
              <a:gd name="connsiteX1" fmla="*/ 6832 w 9999"/>
              <a:gd name="connsiteY1" fmla="*/ 1593 h 10000"/>
              <a:gd name="connsiteX2" fmla="*/ 4060 w 9999"/>
              <a:gd name="connsiteY2" fmla="*/ 2741 h 10000"/>
              <a:gd name="connsiteX3" fmla="*/ 4132 w 9999"/>
              <a:gd name="connsiteY3" fmla="*/ 1907 h 10000"/>
              <a:gd name="connsiteX4" fmla="*/ 3790 w 9999"/>
              <a:gd name="connsiteY4" fmla="*/ 2001 h 10000"/>
              <a:gd name="connsiteX5" fmla="*/ 990 w 9999"/>
              <a:gd name="connsiteY5" fmla="*/ 5020 h 10000"/>
              <a:gd name="connsiteX6" fmla="*/ 2605 w 9999"/>
              <a:gd name="connsiteY6" fmla="*/ 8625 h 10000"/>
              <a:gd name="connsiteX7" fmla="*/ 7557 w 9999"/>
              <a:gd name="connsiteY7" fmla="*/ 8856 h 10000"/>
              <a:gd name="connsiteX8" fmla="*/ 9632 w 9999"/>
              <a:gd name="connsiteY8" fmla="*/ 4730 h 10000"/>
              <a:gd name="connsiteX9" fmla="*/ 7847 w 9999"/>
              <a:gd name="connsiteY9" fmla="*/ 2083 h 10000"/>
              <a:gd name="connsiteX10" fmla="*/ 9151 w 9999"/>
              <a:gd name="connsiteY10" fmla="*/ 3214 h 10000"/>
              <a:gd name="connsiteX11" fmla="*/ 9296 w 9999"/>
              <a:gd name="connsiteY11" fmla="*/ 7814 h 10000"/>
              <a:gd name="connsiteX12" fmla="*/ 4573 w 9999"/>
              <a:gd name="connsiteY12" fmla="*/ 9975 h 10000"/>
              <a:gd name="connsiteX13" fmla="*/ 470 w 9999"/>
              <a:gd name="connsiteY13" fmla="*/ 3546 h 10000"/>
              <a:gd name="connsiteX14" fmla="*/ 4020 w 9999"/>
              <a:gd name="connsiteY14" fmla="*/ 953 h 10000"/>
              <a:gd name="connsiteX15" fmla="*/ 4241 w 9999"/>
              <a:gd name="connsiteY15" fmla="*/ 843 h 10000"/>
              <a:gd name="connsiteX16" fmla="*/ 4336 w 9999"/>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43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43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00" h="10000">
                <a:moveTo>
                  <a:pt x="4336" y="0"/>
                </a:moveTo>
                <a:lnTo>
                  <a:pt x="6833" y="1593"/>
                </a:lnTo>
                <a:lnTo>
                  <a:pt x="4060" y="2741"/>
                </a:lnTo>
                <a:cubicBezTo>
                  <a:pt x="4086" y="2457"/>
                  <a:pt x="4106" y="2196"/>
                  <a:pt x="4132" y="1907"/>
                </a:cubicBezTo>
                <a:cubicBezTo>
                  <a:pt x="3994" y="1942"/>
                  <a:pt x="3888" y="1965"/>
                  <a:pt x="3790" y="2001"/>
                </a:cubicBezTo>
                <a:cubicBezTo>
                  <a:pt x="2215" y="2528"/>
                  <a:pt x="1248" y="3534"/>
                  <a:pt x="990" y="5020"/>
                </a:cubicBezTo>
                <a:cubicBezTo>
                  <a:pt x="741" y="6482"/>
                  <a:pt x="1301" y="7714"/>
                  <a:pt x="2605" y="8625"/>
                </a:cubicBezTo>
                <a:cubicBezTo>
                  <a:pt x="4053" y="9644"/>
                  <a:pt x="5997" y="9715"/>
                  <a:pt x="7558" y="8856"/>
                </a:cubicBezTo>
                <a:cubicBezTo>
                  <a:pt x="9119" y="8003"/>
                  <a:pt x="9956" y="6334"/>
                  <a:pt x="9633" y="4730"/>
                </a:cubicBezTo>
                <a:cubicBezTo>
                  <a:pt x="9415" y="3647"/>
                  <a:pt x="8803" y="2741"/>
                  <a:pt x="7848" y="2083"/>
                </a:cubicBezTo>
                <a:cubicBezTo>
                  <a:pt x="8217" y="2238"/>
                  <a:pt x="8816" y="2741"/>
                  <a:pt x="9152" y="3214"/>
                </a:cubicBezTo>
                <a:cubicBezTo>
                  <a:pt x="10205" y="4724"/>
                  <a:pt x="10305" y="6281"/>
                  <a:pt x="9297" y="7814"/>
                </a:cubicBezTo>
                <a:cubicBezTo>
                  <a:pt x="8250" y="9412"/>
                  <a:pt x="6623" y="10152"/>
                  <a:pt x="4573" y="9975"/>
                </a:cubicBezTo>
                <a:cubicBezTo>
                  <a:pt x="1096" y="9673"/>
                  <a:pt x="-985" y="6388"/>
                  <a:pt x="470" y="3546"/>
                </a:cubicBezTo>
                <a:cubicBezTo>
                  <a:pt x="1175" y="2166"/>
                  <a:pt x="2367" y="1303"/>
                  <a:pt x="4020" y="953"/>
                </a:cubicBezTo>
                <a:cubicBezTo>
                  <a:pt x="4199" y="912"/>
                  <a:pt x="4249" y="901"/>
                  <a:pt x="4241" y="894"/>
                </a:cubicBezTo>
                <a:cubicBezTo>
                  <a:pt x="4257" y="673"/>
                  <a:pt x="4246" y="898"/>
                  <a:pt x="4336" y="0"/>
                </a:cubicBezTo>
                <a:close/>
              </a:path>
            </a:pathLst>
          </a:custGeom>
          <a:solidFill>
            <a:schemeClr val="accent1"/>
          </a:solidFill>
          <a:ln w="1588" cap="flat">
            <a:noFill/>
            <a:prstDash val="solid"/>
            <a:miter lim="800000"/>
            <a:headEnd/>
            <a:tailEnd/>
          </a:ln>
        </p:spPr>
        <p:txBody>
          <a:bodyPr vert="horz" wrap="square" lIns="55721" tIns="27861" rIns="55721" bIns="27861" numCol="1" anchor="t" anchorCtr="0" compatLnSpc="1">
            <a:prstTxWarp prst="textNoShape">
              <a:avLst/>
            </a:prstTxWarp>
          </a:bodyPr>
          <a:lstStyle/>
          <a:p>
            <a:pPr defTabSz="742969">
              <a:defRPr/>
            </a:pPr>
            <a:endParaRPr lang="en-US" sz="1463" dirty="0">
              <a:solidFill>
                <a:prstClr val="black"/>
              </a:solidFill>
              <a:latin typeface="Aptos" panose="020B0004020202020204" pitchFamily="34" charset="0"/>
              <a:cs typeface="Verdana" panose="020B0604030504040204" pitchFamily="34" charset="0"/>
            </a:endParaRPr>
          </a:p>
        </p:txBody>
      </p:sp>
      <p:sp>
        <p:nvSpPr>
          <p:cNvPr id="12" name="Rectangle 9">
            <a:extLst>
              <a:ext uri="{FF2B5EF4-FFF2-40B4-BE49-F238E27FC236}">
                <a16:creationId xmlns:a16="http://schemas.microsoft.com/office/drawing/2014/main" id="{59C901BC-5415-4DD7-A5CA-BBBCAF26D853}"/>
              </a:ext>
            </a:extLst>
          </p:cNvPr>
          <p:cNvSpPr>
            <a:spLocks noChangeArrowheads="1"/>
          </p:cNvSpPr>
          <p:nvPr>
            <p:custDataLst>
              <p:tags r:id="rId1"/>
            </p:custDataLst>
          </p:nvPr>
        </p:nvSpPr>
        <p:spPr bwMode="blackWhite">
          <a:xfrm>
            <a:off x="4964170" y="3092475"/>
            <a:ext cx="168316" cy="146194"/>
          </a:xfrm>
          <a:prstGeom prst="rect">
            <a:avLst/>
          </a:prstGeom>
          <a:noFill/>
          <a:ln w="9525">
            <a:noFill/>
            <a:miter lim="800000"/>
            <a:headEnd/>
            <a:tailEnd/>
          </a:ln>
        </p:spPr>
        <p:txBody>
          <a:bodyPr wrap="none" lIns="0" tIns="0" rIns="0" bIns="0" anchor="ctr" anchorCtr="1">
            <a:sp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sp>
        <p:nvSpPr>
          <p:cNvPr id="13" name="Rectangle 10">
            <a:extLst>
              <a:ext uri="{FF2B5EF4-FFF2-40B4-BE49-F238E27FC236}">
                <a16:creationId xmlns:a16="http://schemas.microsoft.com/office/drawing/2014/main" id="{C9D02787-089A-49B2-8174-DFE820AA0314}"/>
              </a:ext>
            </a:extLst>
          </p:cNvPr>
          <p:cNvSpPr>
            <a:spLocks noChangeArrowheads="1"/>
          </p:cNvSpPr>
          <p:nvPr>
            <p:custDataLst>
              <p:tags r:id="rId2"/>
            </p:custDataLst>
          </p:nvPr>
        </p:nvSpPr>
        <p:spPr bwMode="blackWhite">
          <a:xfrm>
            <a:off x="4892504" y="4300157"/>
            <a:ext cx="168316" cy="146194"/>
          </a:xfrm>
          <a:prstGeom prst="rect">
            <a:avLst/>
          </a:prstGeom>
          <a:noFill/>
          <a:ln w="9525">
            <a:noFill/>
            <a:miter lim="800000"/>
            <a:headEnd/>
            <a:tailEnd/>
          </a:ln>
        </p:spPr>
        <p:txBody>
          <a:bodyPr wrap="none" lIns="0" tIns="0" rIns="0" bIns="0" anchor="ctr" anchorCtr="1">
            <a:sp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sp>
        <p:nvSpPr>
          <p:cNvPr id="14" name="Rectangle 11">
            <a:extLst>
              <a:ext uri="{FF2B5EF4-FFF2-40B4-BE49-F238E27FC236}">
                <a16:creationId xmlns:a16="http://schemas.microsoft.com/office/drawing/2014/main" id="{F7C8709A-90D8-4547-A26F-F6275E5F53AD}"/>
              </a:ext>
            </a:extLst>
          </p:cNvPr>
          <p:cNvSpPr>
            <a:spLocks noChangeArrowheads="1"/>
          </p:cNvSpPr>
          <p:nvPr>
            <p:custDataLst>
              <p:tags r:id="rId3"/>
            </p:custDataLst>
          </p:nvPr>
        </p:nvSpPr>
        <p:spPr bwMode="blackWhite">
          <a:xfrm>
            <a:off x="3969253" y="4998212"/>
            <a:ext cx="168316" cy="146194"/>
          </a:xfrm>
          <a:prstGeom prst="rect">
            <a:avLst/>
          </a:prstGeom>
          <a:noFill/>
          <a:ln w="9525">
            <a:noFill/>
            <a:miter lim="800000"/>
            <a:headEnd/>
            <a:tailEnd/>
          </a:ln>
        </p:spPr>
        <p:txBody>
          <a:bodyPr wrap="none" lIns="0" tIns="0" rIns="0" bIns="0" anchor="ctr" anchorCtr="1">
            <a:sp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sp>
        <p:nvSpPr>
          <p:cNvPr id="15" name="Rectangle 13">
            <a:extLst>
              <a:ext uri="{FF2B5EF4-FFF2-40B4-BE49-F238E27FC236}">
                <a16:creationId xmlns:a16="http://schemas.microsoft.com/office/drawing/2014/main" id="{C3D0D39B-6798-4CCF-804C-86A1EA33B5B8}"/>
              </a:ext>
            </a:extLst>
          </p:cNvPr>
          <p:cNvSpPr>
            <a:spLocks noChangeArrowheads="1"/>
          </p:cNvSpPr>
          <p:nvPr>
            <p:custDataLst>
              <p:tags r:id="rId4"/>
            </p:custDataLst>
          </p:nvPr>
        </p:nvSpPr>
        <p:spPr bwMode="blackWhite">
          <a:xfrm>
            <a:off x="2022707" y="3606210"/>
            <a:ext cx="168316" cy="146194"/>
          </a:xfrm>
          <a:prstGeom prst="rect">
            <a:avLst/>
          </a:prstGeom>
          <a:noFill/>
          <a:ln w="9525">
            <a:noFill/>
            <a:miter lim="800000"/>
            <a:headEnd/>
            <a:tailEnd/>
          </a:ln>
        </p:spPr>
        <p:txBody>
          <a:bodyPr wrap="none" lIns="0" tIns="0" rIns="0" bIns="0" anchor="ctr" anchorCtr="1">
            <a:sp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sp>
        <p:nvSpPr>
          <p:cNvPr id="16" name="Rectangle 12">
            <a:extLst>
              <a:ext uri="{FF2B5EF4-FFF2-40B4-BE49-F238E27FC236}">
                <a16:creationId xmlns:a16="http://schemas.microsoft.com/office/drawing/2014/main" id="{521DA1FC-B2A5-43C3-A0AE-9A2C04C20365}"/>
              </a:ext>
            </a:extLst>
          </p:cNvPr>
          <p:cNvSpPr>
            <a:spLocks noChangeArrowheads="1"/>
          </p:cNvSpPr>
          <p:nvPr>
            <p:custDataLst>
              <p:tags r:id="rId5"/>
            </p:custDataLst>
          </p:nvPr>
        </p:nvSpPr>
        <p:spPr bwMode="blackWhite">
          <a:xfrm>
            <a:off x="2170330" y="4486502"/>
            <a:ext cx="168316" cy="146194"/>
          </a:xfrm>
          <a:prstGeom prst="rect">
            <a:avLst/>
          </a:prstGeom>
          <a:noFill/>
          <a:ln w="9525">
            <a:noFill/>
            <a:miter lim="800000"/>
            <a:headEnd/>
            <a:tailEnd/>
          </a:ln>
        </p:spPr>
        <p:txBody>
          <a:bodyPr wrap="none" lIns="0" tIns="0" rIns="0" bIns="0" anchor="ctr" anchorCtr="1">
            <a:sp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grpSp>
        <p:nvGrpSpPr>
          <p:cNvPr id="17" name="Group 16">
            <a:extLst>
              <a:ext uri="{FF2B5EF4-FFF2-40B4-BE49-F238E27FC236}">
                <a16:creationId xmlns:a16="http://schemas.microsoft.com/office/drawing/2014/main" id="{2369E661-1F09-4EE6-932C-1E62ADD29097}"/>
              </a:ext>
            </a:extLst>
          </p:cNvPr>
          <p:cNvGrpSpPr/>
          <p:nvPr/>
        </p:nvGrpSpPr>
        <p:grpSpPr>
          <a:xfrm>
            <a:off x="2315742" y="3232027"/>
            <a:ext cx="365387" cy="365387"/>
            <a:chOff x="3368752" y="3469032"/>
            <a:chExt cx="436680" cy="436680"/>
          </a:xfrm>
        </p:grpSpPr>
        <p:sp>
          <p:nvSpPr>
            <p:cNvPr id="18" name="Oval 17">
              <a:extLst>
                <a:ext uri="{FF2B5EF4-FFF2-40B4-BE49-F238E27FC236}">
                  <a16:creationId xmlns:a16="http://schemas.microsoft.com/office/drawing/2014/main" id="{CD46F295-AB35-428C-BD6A-B671D856B853}"/>
                </a:ext>
              </a:extLst>
            </p:cNvPr>
            <p:cNvSpPr/>
            <p:nvPr/>
          </p:nvSpPr>
          <p:spPr bwMode="gray">
            <a:xfrm>
              <a:off x="3368752" y="3469032"/>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sp>
          <p:nvSpPr>
            <p:cNvPr id="19" name="Freeform 36">
              <a:extLst>
                <a:ext uri="{FF2B5EF4-FFF2-40B4-BE49-F238E27FC236}">
                  <a16:creationId xmlns:a16="http://schemas.microsoft.com/office/drawing/2014/main" id="{96853E2B-42B6-4E33-87F2-4A9506D6447F}"/>
                </a:ext>
              </a:extLst>
            </p:cNvPr>
            <p:cNvSpPr>
              <a:spLocks noChangeAspect="1" noEditPoints="1"/>
            </p:cNvSpPr>
            <p:nvPr>
              <p:custDataLst>
                <p:tags r:id="rId24"/>
              </p:custDataLst>
            </p:nvPr>
          </p:nvSpPr>
          <p:spPr bwMode="auto">
            <a:xfrm>
              <a:off x="3403277" y="3503557"/>
              <a:ext cx="367631" cy="367631"/>
            </a:xfrm>
            <a:custGeom>
              <a:avLst/>
              <a:gdLst>
                <a:gd name="T0" fmla="*/ 324 w 512"/>
                <a:gd name="T1" fmla="*/ 194 h 512"/>
                <a:gd name="T2" fmla="*/ 330 w 512"/>
                <a:gd name="T3" fmla="*/ 167 h 512"/>
                <a:gd name="T4" fmla="*/ 400 w 512"/>
                <a:gd name="T5" fmla="*/ 182 h 512"/>
                <a:gd name="T6" fmla="*/ 386 w 512"/>
                <a:gd name="T7" fmla="*/ 223 h 512"/>
                <a:gd name="T8" fmla="*/ 351 w 512"/>
                <a:gd name="T9" fmla="*/ 247 h 512"/>
                <a:gd name="T10" fmla="*/ 312 w 512"/>
                <a:gd name="T11" fmla="*/ 243 h 512"/>
                <a:gd name="T12" fmla="*/ 278 w 512"/>
                <a:gd name="T13" fmla="*/ 222 h 512"/>
                <a:gd name="T14" fmla="*/ 264 w 512"/>
                <a:gd name="T15" fmla="*/ 183 h 512"/>
                <a:gd name="T16" fmla="*/ 275 w 512"/>
                <a:gd name="T17" fmla="*/ 144 h 512"/>
                <a:gd name="T18" fmla="*/ 308 w 512"/>
                <a:gd name="T19" fmla="*/ 119 h 512"/>
                <a:gd name="T20" fmla="*/ 331 w 512"/>
                <a:gd name="T21" fmla="*/ 128 h 512"/>
                <a:gd name="T22" fmla="*/ 364 w 512"/>
                <a:gd name="T23" fmla="*/ 136 h 512"/>
                <a:gd name="T24" fmla="*/ 384 w 512"/>
                <a:gd name="T25" fmla="*/ 164 h 512"/>
                <a:gd name="T26" fmla="*/ 320 w 512"/>
                <a:gd name="T27" fmla="*/ 147 h 512"/>
                <a:gd name="T28" fmla="*/ 330 w 512"/>
                <a:gd name="T29" fmla="*/ 217 h 512"/>
                <a:gd name="T30" fmla="*/ 512 w 512"/>
                <a:gd name="T31" fmla="*/ 256 h 512"/>
                <a:gd name="T32" fmla="*/ 512 w 512"/>
                <a:gd name="T33" fmla="*/ 256 h 512"/>
                <a:gd name="T34" fmla="*/ 268 w 512"/>
                <a:gd name="T35" fmla="*/ 290 h 512"/>
                <a:gd name="T36" fmla="*/ 236 w 512"/>
                <a:gd name="T37" fmla="*/ 251 h 512"/>
                <a:gd name="T38" fmla="*/ 187 w 512"/>
                <a:gd name="T39" fmla="*/ 238 h 512"/>
                <a:gd name="T40" fmla="*/ 140 w 512"/>
                <a:gd name="T41" fmla="*/ 256 h 512"/>
                <a:gd name="T42" fmla="*/ 113 w 512"/>
                <a:gd name="T43" fmla="*/ 299 h 512"/>
                <a:gd name="T44" fmla="*/ 115 w 512"/>
                <a:gd name="T45" fmla="*/ 350 h 512"/>
                <a:gd name="T46" fmla="*/ 147 w 512"/>
                <a:gd name="T47" fmla="*/ 388 h 512"/>
                <a:gd name="T48" fmla="*/ 196 w 512"/>
                <a:gd name="T49" fmla="*/ 401 h 512"/>
                <a:gd name="T50" fmla="*/ 237 w 512"/>
                <a:gd name="T51" fmla="*/ 383 h 512"/>
                <a:gd name="T52" fmla="*/ 266 w 512"/>
                <a:gd name="T53" fmla="*/ 345 h 512"/>
                <a:gd name="T54" fmla="*/ 410 w 512"/>
                <a:gd name="T55" fmla="*/ 163 h 512"/>
                <a:gd name="T56" fmla="*/ 384 w 512"/>
                <a:gd name="T57" fmla="*/ 119 h 512"/>
                <a:gd name="T58" fmla="*/ 337 w 512"/>
                <a:gd name="T59" fmla="*/ 99 h 512"/>
                <a:gd name="T60" fmla="*/ 288 w 512"/>
                <a:gd name="T61" fmla="*/ 111 h 512"/>
                <a:gd name="T62" fmla="*/ 255 w 512"/>
                <a:gd name="T63" fmla="*/ 149 h 512"/>
                <a:gd name="T64" fmla="*/ 251 w 512"/>
                <a:gd name="T65" fmla="*/ 199 h 512"/>
                <a:gd name="T66" fmla="*/ 277 w 512"/>
                <a:gd name="T67" fmla="*/ 243 h 512"/>
                <a:gd name="T68" fmla="*/ 323 w 512"/>
                <a:gd name="T69" fmla="*/ 263 h 512"/>
                <a:gd name="T70" fmla="*/ 358 w 512"/>
                <a:gd name="T71" fmla="*/ 270 h 512"/>
                <a:gd name="T72" fmla="*/ 405 w 512"/>
                <a:gd name="T73" fmla="*/ 237 h 512"/>
                <a:gd name="T74" fmla="*/ 423 w 512"/>
                <a:gd name="T75" fmla="*/ 182 h 512"/>
                <a:gd name="T76" fmla="*/ 179 w 512"/>
                <a:gd name="T77" fmla="*/ 313 h 512"/>
                <a:gd name="T78" fmla="*/ 204 w 512"/>
                <a:gd name="T79" fmla="*/ 326 h 512"/>
                <a:gd name="T80" fmla="*/ 262 w 512"/>
                <a:gd name="T81" fmla="*/ 321 h 512"/>
                <a:gd name="T82" fmla="*/ 248 w 512"/>
                <a:gd name="T83" fmla="*/ 361 h 512"/>
                <a:gd name="T84" fmla="*/ 212 w 512"/>
                <a:gd name="T85" fmla="*/ 386 h 512"/>
                <a:gd name="T86" fmla="*/ 173 w 512"/>
                <a:gd name="T87" fmla="*/ 382 h 512"/>
                <a:gd name="T88" fmla="*/ 139 w 512"/>
                <a:gd name="T89" fmla="*/ 360 h 512"/>
                <a:gd name="T90" fmla="*/ 125 w 512"/>
                <a:gd name="T91" fmla="*/ 321 h 512"/>
                <a:gd name="T92" fmla="*/ 137 w 512"/>
                <a:gd name="T93" fmla="*/ 282 h 512"/>
                <a:gd name="T94" fmla="*/ 169 w 512"/>
                <a:gd name="T95" fmla="*/ 258 h 512"/>
                <a:gd name="T96" fmla="*/ 193 w 512"/>
                <a:gd name="T97" fmla="*/ 266 h 512"/>
                <a:gd name="T98" fmla="*/ 226 w 512"/>
                <a:gd name="T99" fmla="*/ 274 h 512"/>
                <a:gd name="T100" fmla="*/ 246 w 512"/>
                <a:gd name="T101" fmla="*/ 303 h 512"/>
                <a:gd name="T102" fmla="*/ 181 w 512"/>
                <a:gd name="T103" fmla="*/ 286 h 512"/>
                <a:gd name="T104" fmla="*/ 192 w 512"/>
                <a:gd name="T105" fmla="*/ 3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44" y="177"/>
                  </a:moveTo>
                  <a:cubicBezTo>
                    <a:pt x="345" y="180"/>
                    <a:pt x="345" y="184"/>
                    <a:pt x="343" y="188"/>
                  </a:cubicBezTo>
                  <a:cubicBezTo>
                    <a:pt x="341" y="191"/>
                    <a:pt x="338" y="193"/>
                    <a:pt x="335" y="195"/>
                  </a:cubicBezTo>
                  <a:cubicBezTo>
                    <a:pt x="331" y="196"/>
                    <a:pt x="327" y="195"/>
                    <a:pt x="324" y="194"/>
                  </a:cubicBezTo>
                  <a:cubicBezTo>
                    <a:pt x="320" y="192"/>
                    <a:pt x="318" y="189"/>
                    <a:pt x="317" y="185"/>
                  </a:cubicBezTo>
                  <a:cubicBezTo>
                    <a:pt x="316" y="182"/>
                    <a:pt x="316" y="178"/>
                    <a:pt x="318" y="174"/>
                  </a:cubicBezTo>
                  <a:cubicBezTo>
                    <a:pt x="320" y="171"/>
                    <a:pt x="322" y="169"/>
                    <a:pt x="326" y="167"/>
                  </a:cubicBezTo>
                  <a:cubicBezTo>
                    <a:pt x="328" y="167"/>
                    <a:pt x="329" y="167"/>
                    <a:pt x="330" y="167"/>
                  </a:cubicBezTo>
                  <a:cubicBezTo>
                    <a:pt x="333" y="167"/>
                    <a:pt x="335" y="167"/>
                    <a:pt x="337" y="168"/>
                  </a:cubicBezTo>
                  <a:cubicBezTo>
                    <a:pt x="340" y="170"/>
                    <a:pt x="343" y="173"/>
                    <a:pt x="344" y="177"/>
                  </a:cubicBezTo>
                  <a:close/>
                  <a:moveTo>
                    <a:pt x="397" y="179"/>
                  </a:moveTo>
                  <a:cubicBezTo>
                    <a:pt x="398" y="180"/>
                    <a:pt x="399" y="181"/>
                    <a:pt x="400" y="182"/>
                  </a:cubicBezTo>
                  <a:cubicBezTo>
                    <a:pt x="399" y="183"/>
                    <a:pt x="398" y="184"/>
                    <a:pt x="397" y="185"/>
                  </a:cubicBezTo>
                  <a:cubicBezTo>
                    <a:pt x="392" y="189"/>
                    <a:pt x="386" y="193"/>
                    <a:pt x="384" y="199"/>
                  </a:cubicBezTo>
                  <a:cubicBezTo>
                    <a:pt x="382" y="206"/>
                    <a:pt x="384" y="212"/>
                    <a:pt x="385" y="218"/>
                  </a:cubicBezTo>
                  <a:cubicBezTo>
                    <a:pt x="386" y="220"/>
                    <a:pt x="386" y="221"/>
                    <a:pt x="386" y="223"/>
                  </a:cubicBezTo>
                  <a:cubicBezTo>
                    <a:pt x="385" y="223"/>
                    <a:pt x="383" y="223"/>
                    <a:pt x="382" y="223"/>
                  </a:cubicBezTo>
                  <a:cubicBezTo>
                    <a:pt x="376" y="223"/>
                    <a:pt x="369" y="223"/>
                    <a:pt x="363" y="227"/>
                  </a:cubicBezTo>
                  <a:cubicBezTo>
                    <a:pt x="357" y="231"/>
                    <a:pt x="355" y="237"/>
                    <a:pt x="353" y="243"/>
                  </a:cubicBezTo>
                  <a:cubicBezTo>
                    <a:pt x="352" y="244"/>
                    <a:pt x="352" y="246"/>
                    <a:pt x="351" y="247"/>
                  </a:cubicBezTo>
                  <a:cubicBezTo>
                    <a:pt x="350" y="246"/>
                    <a:pt x="348" y="244"/>
                    <a:pt x="347" y="244"/>
                  </a:cubicBezTo>
                  <a:cubicBezTo>
                    <a:pt x="342" y="240"/>
                    <a:pt x="336" y="234"/>
                    <a:pt x="330" y="234"/>
                  </a:cubicBezTo>
                  <a:cubicBezTo>
                    <a:pt x="329" y="234"/>
                    <a:pt x="329" y="234"/>
                    <a:pt x="329" y="234"/>
                  </a:cubicBezTo>
                  <a:cubicBezTo>
                    <a:pt x="322" y="234"/>
                    <a:pt x="317" y="240"/>
                    <a:pt x="312" y="243"/>
                  </a:cubicBezTo>
                  <a:cubicBezTo>
                    <a:pt x="311" y="244"/>
                    <a:pt x="309" y="246"/>
                    <a:pt x="308" y="247"/>
                  </a:cubicBezTo>
                  <a:cubicBezTo>
                    <a:pt x="307" y="246"/>
                    <a:pt x="307" y="244"/>
                    <a:pt x="306" y="243"/>
                  </a:cubicBezTo>
                  <a:cubicBezTo>
                    <a:pt x="304" y="237"/>
                    <a:pt x="302" y="230"/>
                    <a:pt x="296" y="226"/>
                  </a:cubicBezTo>
                  <a:cubicBezTo>
                    <a:pt x="291" y="222"/>
                    <a:pt x="284" y="222"/>
                    <a:pt x="278" y="222"/>
                  </a:cubicBezTo>
                  <a:cubicBezTo>
                    <a:pt x="277" y="222"/>
                    <a:pt x="275" y="222"/>
                    <a:pt x="273" y="221"/>
                  </a:cubicBezTo>
                  <a:cubicBezTo>
                    <a:pt x="274" y="220"/>
                    <a:pt x="274" y="218"/>
                    <a:pt x="274" y="217"/>
                  </a:cubicBezTo>
                  <a:cubicBezTo>
                    <a:pt x="276" y="211"/>
                    <a:pt x="278" y="204"/>
                    <a:pt x="276" y="198"/>
                  </a:cubicBezTo>
                  <a:cubicBezTo>
                    <a:pt x="274" y="191"/>
                    <a:pt x="269" y="187"/>
                    <a:pt x="264" y="183"/>
                  </a:cubicBezTo>
                  <a:cubicBezTo>
                    <a:pt x="263" y="182"/>
                    <a:pt x="261" y="181"/>
                    <a:pt x="260" y="180"/>
                  </a:cubicBezTo>
                  <a:cubicBezTo>
                    <a:pt x="262" y="179"/>
                    <a:pt x="263" y="178"/>
                    <a:pt x="264" y="177"/>
                  </a:cubicBezTo>
                  <a:cubicBezTo>
                    <a:pt x="269" y="173"/>
                    <a:pt x="275" y="169"/>
                    <a:pt x="277" y="163"/>
                  </a:cubicBezTo>
                  <a:cubicBezTo>
                    <a:pt x="279" y="156"/>
                    <a:pt x="277" y="150"/>
                    <a:pt x="275" y="144"/>
                  </a:cubicBezTo>
                  <a:cubicBezTo>
                    <a:pt x="275" y="142"/>
                    <a:pt x="275" y="141"/>
                    <a:pt x="274" y="139"/>
                  </a:cubicBezTo>
                  <a:cubicBezTo>
                    <a:pt x="276" y="139"/>
                    <a:pt x="278" y="139"/>
                    <a:pt x="279" y="139"/>
                  </a:cubicBezTo>
                  <a:cubicBezTo>
                    <a:pt x="285" y="139"/>
                    <a:pt x="292" y="139"/>
                    <a:pt x="298" y="135"/>
                  </a:cubicBezTo>
                  <a:cubicBezTo>
                    <a:pt x="303" y="131"/>
                    <a:pt x="306" y="125"/>
                    <a:pt x="308" y="119"/>
                  </a:cubicBezTo>
                  <a:cubicBezTo>
                    <a:pt x="308" y="118"/>
                    <a:pt x="309" y="116"/>
                    <a:pt x="310" y="115"/>
                  </a:cubicBezTo>
                  <a:cubicBezTo>
                    <a:pt x="311" y="116"/>
                    <a:pt x="313" y="118"/>
                    <a:pt x="314" y="118"/>
                  </a:cubicBezTo>
                  <a:cubicBezTo>
                    <a:pt x="319" y="122"/>
                    <a:pt x="324" y="128"/>
                    <a:pt x="331" y="128"/>
                  </a:cubicBezTo>
                  <a:cubicBezTo>
                    <a:pt x="331" y="128"/>
                    <a:pt x="331" y="128"/>
                    <a:pt x="331" y="128"/>
                  </a:cubicBezTo>
                  <a:cubicBezTo>
                    <a:pt x="338" y="128"/>
                    <a:pt x="344" y="122"/>
                    <a:pt x="349" y="119"/>
                  </a:cubicBezTo>
                  <a:cubicBezTo>
                    <a:pt x="350" y="118"/>
                    <a:pt x="352" y="116"/>
                    <a:pt x="353" y="115"/>
                  </a:cubicBezTo>
                  <a:cubicBezTo>
                    <a:pt x="353" y="116"/>
                    <a:pt x="354" y="118"/>
                    <a:pt x="354" y="119"/>
                  </a:cubicBezTo>
                  <a:cubicBezTo>
                    <a:pt x="356" y="125"/>
                    <a:pt x="359" y="132"/>
                    <a:pt x="364" y="136"/>
                  </a:cubicBezTo>
                  <a:cubicBezTo>
                    <a:pt x="370" y="140"/>
                    <a:pt x="377" y="140"/>
                    <a:pt x="383" y="140"/>
                  </a:cubicBezTo>
                  <a:cubicBezTo>
                    <a:pt x="384" y="140"/>
                    <a:pt x="386" y="140"/>
                    <a:pt x="387" y="141"/>
                  </a:cubicBezTo>
                  <a:cubicBezTo>
                    <a:pt x="387" y="142"/>
                    <a:pt x="387" y="144"/>
                    <a:pt x="386" y="145"/>
                  </a:cubicBezTo>
                  <a:cubicBezTo>
                    <a:pt x="384" y="151"/>
                    <a:pt x="382" y="158"/>
                    <a:pt x="384" y="164"/>
                  </a:cubicBezTo>
                  <a:cubicBezTo>
                    <a:pt x="386" y="171"/>
                    <a:pt x="392" y="175"/>
                    <a:pt x="397" y="179"/>
                  </a:cubicBezTo>
                  <a:close/>
                  <a:moveTo>
                    <a:pt x="364" y="170"/>
                  </a:moveTo>
                  <a:cubicBezTo>
                    <a:pt x="361" y="161"/>
                    <a:pt x="355" y="154"/>
                    <a:pt x="347" y="150"/>
                  </a:cubicBezTo>
                  <a:cubicBezTo>
                    <a:pt x="338" y="145"/>
                    <a:pt x="329" y="144"/>
                    <a:pt x="320" y="147"/>
                  </a:cubicBezTo>
                  <a:cubicBezTo>
                    <a:pt x="311" y="150"/>
                    <a:pt x="303" y="156"/>
                    <a:pt x="299" y="164"/>
                  </a:cubicBezTo>
                  <a:cubicBezTo>
                    <a:pt x="294" y="173"/>
                    <a:pt x="294" y="182"/>
                    <a:pt x="296" y="192"/>
                  </a:cubicBezTo>
                  <a:cubicBezTo>
                    <a:pt x="299" y="201"/>
                    <a:pt x="305" y="208"/>
                    <a:pt x="314" y="212"/>
                  </a:cubicBezTo>
                  <a:cubicBezTo>
                    <a:pt x="319" y="215"/>
                    <a:pt x="325" y="217"/>
                    <a:pt x="330" y="217"/>
                  </a:cubicBezTo>
                  <a:cubicBezTo>
                    <a:pt x="334" y="217"/>
                    <a:pt x="337" y="216"/>
                    <a:pt x="341" y="215"/>
                  </a:cubicBezTo>
                  <a:cubicBezTo>
                    <a:pt x="350" y="212"/>
                    <a:pt x="357" y="206"/>
                    <a:pt x="362" y="198"/>
                  </a:cubicBezTo>
                  <a:cubicBezTo>
                    <a:pt x="366" y="189"/>
                    <a:pt x="367" y="180"/>
                    <a:pt x="364" y="17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4" y="321"/>
                  </a:moveTo>
                  <a:cubicBezTo>
                    <a:pt x="285" y="312"/>
                    <a:pt x="277" y="306"/>
                    <a:pt x="271" y="301"/>
                  </a:cubicBezTo>
                  <a:cubicBezTo>
                    <a:pt x="270" y="300"/>
                    <a:pt x="267" y="298"/>
                    <a:pt x="266" y="297"/>
                  </a:cubicBezTo>
                  <a:cubicBezTo>
                    <a:pt x="266" y="295"/>
                    <a:pt x="267" y="292"/>
                    <a:pt x="268" y="290"/>
                  </a:cubicBezTo>
                  <a:cubicBezTo>
                    <a:pt x="270" y="283"/>
                    <a:pt x="273" y="274"/>
                    <a:pt x="267" y="266"/>
                  </a:cubicBezTo>
                  <a:cubicBezTo>
                    <a:pt x="262" y="258"/>
                    <a:pt x="252" y="258"/>
                    <a:pt x="245" y="258"/>
                  </a:cubicBezTo>
                  <a:cubicBezTo>
                    <a:pt x="243" y="258"/>
                    <a:pt x="240" y="257"/>
                    <a:pt x="238" y="257"/>
                  </a:cubicBezTo>
                  <a:cubicBezTo>
                    <a:pt x="238" y="256"/>
                    <a:pt x="237" y="253"/>
                    <a:pt x="236" y="251"/>
                  </a:cubicBezTo>
                  <a:cubicBezTo>
                    <a:pt x="234" y="244"/>
                    <a:pt x="231" y="235"/>
                    <a:pt x="222" y="232"/>
                  </a:cubicBezTo>
                  <a:cubicBezTo>
                    <a:pt x="213" y="229"/>
                    <a:pt x="204" y="234"/>
                    <a:pt x="199" y="238"/>
                  </a:cubicBezTo>
                  <a:cubicBezTo>
                    <a:pt x="197" y="239"/>
                    <a:pt x="194" y="241"/>
                    <a:pt x="193" y="242"/>
                  </a:cubicBezTo>
                  <a:cubicBezTo>
                    <a:pt x="191" y="241"/>
                    <a:pt x="189" y="239"/>
                    <a:pt x="187" y="238"/>
                  </a:cubicBezTo>
                  <a:cubicBezTo>
                    <a:pt x="182" y="234"/>
                    <a:pt x="173" y="228"/>
                    <a:pt x="164" y="231"/>
                  </a:cubicBezTo>
                  <a:cubicBezTo>
                    <a:pt x="155" y="234"/>
                    <a:pt x="152" y="243"/>
                    <a:pt x="149" y="250"/>
                  </a:cubicBezTo>
                  <a:cubicBezTo>
                    <a:pt x="148" y="252"/>
                    <a:pt x="147" y="255"/>
                    <a:pt x="147" y="256"/>
                  </a:cubicBezTo>
                  <a:cubicBezTo>
                    <a:pt x="145" y="256"/>
                    <a:pt x="142" y="256"/>
                    <a:pt x="140" y="256"/>
                  </a:cubicBezTo>
                  <a:cubicBezTo>
                    <a:pt x="133" y="256"/>
                    <a:pt x="123" y="257"/>
                    <a:pt x="117" y="264"/>
                  </a:cubicBezTo>
                  <a:cubicBezTo>
                    <a:pt x="112" y="272"/>
                    <a:pt x="114" y="281"/>
                    <a:pt x="116" y="288"/>
                  </a:cubicBezTo>
                  <a:cubicBezTo>
                    <a:pt x="117" y="290"/>
                    <a:pt x="118" y="293"/>
                    <a:pt x="118" y="295"/>
                  </a:cubicBezTo>
                  <a:cubicBezTo>
                    <a:pt x="117" y="296"/>
                    <a:pt x="114" y="298"/>
                    <a:pt x="113" y="299"/>
                  </a:cubicBezTo>
                  <a:cubicBezTo>
                    <a:pt x="107" y="303"/>
                    <a:pt x="99" y="309"/>
                    <a:pt x="99" y="318"/>
                  </a:cubicBezTo>
                  <a:cubicBezTo>
                    <a:pt x="99" y="328"/>
                    <a:pt x="106" y="334"/>
                    <a:pt x="112" y="338"/>
                  </a:cubicBezTo>
                  <a:cubicBezTo>
                    <a:pt x="114" y="340"/>
                    <a:pt x="117" y="342"/>
                    <a:pt x="117" y="342"/>
                  </a:cubicBezTo>
                  <a:cubicBezTo>
                    <a:pt x="117" y="344"/>
                    <a:pt x="116" y="347"/>
                    <a:pt x="115" y="350"/>
                  </a:cubicBezTo>
                  <a:cubicBezTo>
                    <a:pt x="113" y="357"/>
                    <a:pt x="110" y="366"/>
                    <a:pt x="116" y="373"/>
                  </a:cubicBezTo>
                  <a:cubicBezTo>
                    <a:pt x="121" y="381"/>
                    <a:pt x="131" y="381"/>
                    <a:pt x="138" y="382"/>
                  </a:cubicBezTo>
                  <a:cubicBezTo>
                    <a:pt x="140" y="382"/>
                    <a:pt x="143" y="382"/>
                    <a:pt x="145" y="382"/>
                  </a:cubicBezTo>
                  <a:cubicBezTo>
                    <a:pt x="146" y="384"/>
                    <a:pt x="147" y="387"/>
                    <a:pt x="147" y="388"/>
                  </a:cubicBezTo>
                  <a:cubicBezTo>
                    <a:pt x="150" y="395"/>
                    <a:pt x="153" y="404"/>
                    <a:pt x="162" y="408"/>
                  </a:cubicBezTo>
                  <a:cubicBezTo>
                    <a:pt x="171" y="411"/>
                    <a:pt x="179" y="405"/>
                    <a:pt x="185" y="401"/>
                  </a:cubicBezTo>
                  <a:cubicBezTo>
                    <a:pt x="186" y="400"/>
                    <a:pt x="189" y="398"/>
                    <a:pt x="191" y="398"/>
                  </a:cubicBezTo>
                  <a:cubicBezTo>
                    <a:pt x="192" y="398"/>
                    <a:pt x="194" y="400"/>
                    <a:pt x="196" y="401"/>
                  </a:cubicBezTo>
                  <a:cubicBezTo>
                    <a:pt x="201" y="405"/>
                    <a:pt x="207" y="409"/>
                    <a:pt x="214" y="409"/>
                  </a:cubicBezTo>
                  <a:cubicBezTo>
                    <a:pt x="216" y="409"/>
                    <a:pt x="217" y="409"/>
                    <a:pt x="219" y="408"/>
                  </a:cubicBezTo>
                  <a:cubicBezTo>
                    <a:pt x="228" y="405"/>
                    <a:pt x="232" y="396"/>
                    <a:pt x="234" y="389"/>
                  </a:cubicBezTo>
                  <a:cubicBezTo>
                    <a:pt x="235" y="387"/>
                    <a:pt x="236" y="385"/>
                    <a:pt x="237" y="383"/>
                  </a:cubicBezTo>
                  <a:cubicBezTo>
                    <a:pt x="238" y="383"/>
                    <a:pt x="241" y="383"/>
                    <a:pt x="244" y="383"/>
                  </a:cubicBezTo>
                  <a:cubicBezTo>
                    <a:pt x="251" y="383"/>
                    <a:pt x="260" y="383"/>
                    <a:pt x="266" y="375"/>
                  </a:cubicBezTo>
                  <a:cubicBezTo>
                    <a:pt x="272" y="368"/>
                    <a:pt x="269" y="358"/>
                    <a:pt x="267" y="351"/>
                  </a:cubicBezTo>
                  <a:cubicBezTo>
                    <a:pt x="267" y="349"/>
                    <a:pt x="266" y="346"/>
                    <a:pt x="266" y="345"/>
                  </a:cubicBezTo>
                  <a:cubicBezTo>
                    <a:pt x="267" y="344"/>
                    <a:pt x="269" y="342"/>
                    <a:pt x="271" y="341"/>
                  </a:cubicBezTo>
                  <a:cubicBezTo>
                    <a:pt x="276" y="336"/>
                    <a:pt x="284" y="331"/>
                    <a:pt x="284" y="321"/>
                  </a:cubicBezTo>
                  <a:close/>
                  <a:moveTo>
                    <a:pt x="423" y="182"/>
                  </a:moveTo>
                  <a:cubicBezTo>
                    <a:pt x="423" y="173"/>
                    <a:pt x="416" y="167"/>
                    <a:pt x="410" y="163"/>
                  </a:cubicBezTo>
                  <a:cubicBezTo>
                    <a:pt x="408" y="161"/>
                    <a:pt x="406" y="159"/>
                    <a:pt x="405" y="158"/>
                  </a:cubicBezTo>
                  <a:cubicBezTo>
                    <a:pt x="405" y="156"/>
                    <a:pt x="406" y="153"/>
                    <a:pt x="407" y="151"/>
                  </a:cubicBezTo>
                  <a:cubicBezTo>
                    <a:pt x="409" y="144"/>
                    <a:pt x="412" y="135"/>
                    <a:pt x="406" y="127"/>
                  </a:cubicBezTo>
                  <a:cubicBezTo>
                    <a:pt x="401" y="120"/>
                    <a:pt x="391" y="119"/>
                    <a:pt x="384" y="119"/>
                  </a:cubicBezTo>
                  <a:cubicBezTo>
                    <a:pt x="382" y="119"/>
                    <a:pt x="379" y="119"/>
                    <a:pt x="377" y="118"/>
                  </a:cubicBezTo>
                  <a:cubicBezTo>
                    <a:pt x="376" y="117"/>
                    <a:pt x="375" y="114"/>
                    <a:pt x="375" y="112"/>
                  </a:cubicBezTo>
                  <a:cubicBezTo>
                    <a:pt x="372" y="105"/>
                    <a:pt x="369" y="96"/>
                    <a:pt x="360" y="93"/>
                  </a:cubicBezTo>
                  <a:cubicBezTo>
                    <a:pt x="351" y="90"/>
                    <a:pt x="343" y="95"/>
                    <a:pt x="337" y="99"/>
                  </a:cubicBezTo>
                  <a:cubicBezTo>
                    <a:pt x="336" y="101"/>
                    <a:pt x="333" y="102"/>
                    <a:pt x="331" y="103"/>
                  </a:cubicBezTo>
                  <a:cubicBezTo>
                    <a:pt x="330" y="102"/>
                    <a:pt x="328" y="101"/>
                    <a:pt x="326" y="99"/>
                  </a:cubicBezTo>
                  <a:cubicBezTo>
                    <a:pt x="320" y="95"/>
                    <a:pt x="312" y="89"/>
                    <a:pt x="303" y="92"/>
                  </a:cubicBezTo>
                  <a:cubicBezTo>
                    <a:pt x="294" y="95"/>
                    <a:pt x="290" y="105"/>
                    <a:pt x="288" y="111"/>
                  </a:cubicBezTo>
                  <a:cubicBezTo>
                    <a:pt x="287" y="113"/>
                    <a:pt x="286" y="116"/>
                    <a:pt x="285" y="117"/>
                  </a:cubicBezTo>
                  <a:cubicBezTo>
                    <a:pt x="284" y="118"/>
                    <a:pt x="281" y="118"/>
                    <a:pt x="279" y="118"/>
                  </a:cubicBezTo>
                  <a:cubicBezTo>
                    <a:pt x="271" y="118"/>
                    <a:pt x="262" y="118"/>
                    <a:pt x="256" y="125"/>
                  </a:cubicBezTo>
                  <a:cubicBezTo>
                    <a:pt x="250" y="133"/>
                    <a:pt x="253" y="142"/>
                    <a:pt x="255" y="149"/>
                  </a:cubicBezTo>
                  <a:cubicBezTo>
                    <a:pt x="255" y="151"/>
                    <a:pt x="256" y="154"/>
                    <a:pt x="256" y="156"/>
                  </a:cubicBezTo>
                  <a:cubicBezTo>
                    <a:pt x="255" y="157"/>
                    <a:pt x="253" y="159"/>
                    <a:pt x="251" y="160"/>
                  </a:cubicBezTo>
                  <a:cubicBezTo>
                    <a:pt x="246" y="164"/>
                    <a:pt x="238" y="170"/>
                    <a:pt x="238" y="180"/>
                  </a:cubicBezTo>
                  <a:cubicBezTo>
                    <a:pt x="237" y="189"/>
                    <a:pt x="245" y="195"/>
                    <a:pt x="251" y="199"/>
                  </a:cubicBezTo>
                  <a:cubicBezTo>
                    <a:pt x="252" y="201"/>
                    <a:pt x="255" y="203"/>
                    <a:pt x="256" y="204"/>
                  </a:cubicBezTo>
                  <a:cubicBezTo>
                    <a:pt x="256" y="205"/>
                    <a:pt x="255" y="209"/>
                    <a:pt x="254" y="211"/>
                  </a:cubicBezTo>
                  <a:cubicBezTo>
                    <a:pt x="252" y="218"/>
                    <a:pt x="249" y="227"/>
                    <a:pt x="255" y="235"/>
                  </a:cubicBezTo>
                  <a:cubicBezTo>
                    <a:pt x="260" y="242"/>
                    <a:pt x="270" y="243"/>
                    <a:pt x="277" y="243"/>
                  </a:cubicBezTo>
                  <a:cubicBezTo>
                    <a:pt x="279" y="243"/>
                    <a:pt x="282" y="243"/>
                    <a:pt x="284" y="244"/>
                  </a:cubicBezTo>
                  <a:cubicBezTo>
                    <a:pt x="284" y="245"/>
                    <a:pt x="285" y="248"/>
                    <a:pt x="286" y="250"/>
                  </a:cubicBezTo>
                  <a:cubicBezTo>
                    <a:pt x="288" y="257"/>
                    <a:pt x="291" y="266"/>
                    <a:pt x="300" y="269"/>
                  </a:cubicBezTo>
                  <a:cubicBezTo>
                    <a:pt x="309" y="272"/>
                    <a:pt x="317" y="267"/>
                    <a:pt x="323" y="263"/>
                  </a:cubicBezTo>
                  <a:cubicBezTo>
                    <a:pt x="325" y="261"/>
                    <a:pt x="328" y="260"/>
                    <a:pt x="329" y="259"/>
                  </a:cubicBezTo>
                  <a:cubicBezTo>
                    <a:pt x="331" y="260"/>
                    <a:pt x="333" y="261"/>
                    <a:pt x="335" y="263"/>
                  </a:cubicBezTo>
                  <a:cubicBezTo>
                    <a:pt x="339" y="266"/>
                    <a:pt x="346" y="270"/>
                    <a:pt x="353" y="270"/>
                  </a:cubicBezTo>
                  <a:cubicBezTo>
                    <a:pt x="354" y="270"/>
                    <a:pt x="356" y="270"/>
                    <a:pt x="358" y="270"/>
                  </a:cubicBezTo>
                  <a:cubicBezTo>
                    <a:pt x="367" y="267"/>
                    <a:pt x="370" y="257"/>
                    <a:pt x="373" y="251"/>
                  </a:cubicBezTo>
                  <a:cubicBezTo>
                    <a:pt x="374" y="249"/>
                    <a:pt x="375" y="246"/>
                    <a:pt x="375" y="245"/>
                  </a:cubicBezTo>
                  <a:cubicBezTo>
                    <a:pt x="377" y="244"/>
                    <a:pt x="380" y="244"/>
                    <a:pt x="382" y="244"/>
                  </a:cubicBezTo>
                  <a:cubicBezTo>
                    <a:pt x="389" y="244"/>
                    <a:pt x="399" y="244"/>
                    <a:pt x="405" y="237"/>
                  </a:cubicBezTo>
                  <a:cubicBezTo>
                    <a:pt x="410" y="229"/>
                    <a:pt x="408" y="220"/>
                    <a:pt x="406" y="213"/>
                  </a:cubicBezTo>
                  <a:cubicBezTo>
                    <a:pt x="405" y="211"/>
                    <a:pt x="404" y="208"/>
                    <a:pt x="404" y="206"/>
                  </a:cubicBezTo>
                  <a:cubicBezTo>
                    <a:pt x="405" y="205"/>
                    <a:pt x="408" y="203"/>
                    <a:pt x="409" y="202"/>
                  </a:cubicBezTo>
                  <a:cubicBezTo>
                    <a:pt x="415" y="198"/>
                    <a:pt x="423" y="192"/>
                    <a:pt x="423" y="182"/>
                  </a:cubicBezTo>
                  <a:close/>
                  <a:moveTo>
                    <a:pt x="198" y="307"/>
                  </a:moveTo>
                  <a:cubicBezTo>
                    <a:pt x="196" y="306"/>
                    <a:pt x="194" y="305"/>
                    <a:pt x="192" y="305"/>
                  </a:cubicBezTo>
                  <a:cubicBezTo>
                    <a:pt x="190" y="305"/>
                    <a:pt x="189" y="306"/>
                    <a:pt x="187" y="306"/>
                  </a:cubicBezTo>
                  <a:cubicBezTo>
                    <a:pt x="184" y="307"/>
                    <a:pt x="181" y="310"/>
                    <a:pt x="179" y="313"/>
                  </a:cubicBezTo>
                  <a:cubicBezTo>
                    <a:pt x="177" y="316"/>
                    <a:pt x="177" y="320"/>
                    <a:pt x="178" y="324"/>
                  </a:cubicBezTo>
                  <a:cubicBezTo>
                    <a:pt x="179" y="328"/>
                    <a:pt x="182" y="330"/>
                    <a:pt x="185" y="332"/>
                  </a:cubicBezTo>
                  <a:cubicBezTo>
                    <a:pt x="188" y="334"/>
                    <a:pt x="192" y="334"/>
                    <a:pt x="196" y="333"/>
                  </a:cubicBezTo>
                  <a:cubicBezTo>
                    <a:pt x="200" y="332"/>
                    <a:pt x="202" y="330"/>
                    <a:pt x="204" y="326"/>
                  </a:cubicBezTo>
                  <a:cubicBezTo>
                    <a:pt x="206" y="323"/>
                    <a:pt x="206" y="319"/>
                    <a:pt x="205" y="315"/>
                  </a:cubicBezTo>
                  <a:cubicBezTo>
                    <a:pt x="204" y="312"/>
                    <a:pt x="202" y="309"/>
                    <a:pt x="198" y="307"/>
                  </a:cubicBezTo>
                  <a:close/>
                  <a:moveTo>
                    <a:pt x="258" y="318"/>
                  </a:moveTo>
                  <a:cubicBezTo>
                    <a:pt x="259" y="319"/>
                    <a:pt x="261" y="320"/>
                    <a:pt x="262" y="321"/>
                  </a:cubicBezTo>
                  <a:cubicBezTo>
                    <a:pt x="260" y="322"/>
                    <a:pt x="259" y="323"/>
                    <a:pt x="258" y="324"/>
                  </a:cubicBezTo>
                  <a:cubicBezTo>
                    <a:pt x="253" y="327"/>
                    <a:pt x="247" y="331"/>
                    <a:pt x="245" y="338"/>
                  </a:cubicBezTo>
                  <a:cubicBezTo>
                    <a:pt x="243" y="344"/>
                    <a:pt x="245" y="351"/>
                    <a:pt x="247" y="357"/>
                  </a:cubicBezTo>
                  <a:cubicBezTo>
                    <a:pt x="247" y="358"/>
                    <a:pt x="247" y="360"/>
                    <a:pt x="248" y="361"/>
                  </a:cubicBezTo>
                  <a:cubicBezTo>
                    <a:pt x="246" y="362"/>
                    <a:pt x="244" y="362"/>
                    <a:pt x="243" y="362"/>
                  </a:cubicBezTo>
                  <a:cubicBezTo>
                    <a:pt x="237" y="362"/>
                    <a:pt x="230" y="362"/>
                    <a:pt x="224" y="366"/>
                  </a:cubicBezTo>
                  <a:cubicBezTo>
                    <a:pt x="219" y="370"/>
                    <a:pt x="216" y="376"/>
                    <a:pt x="214" y="382"/>
                  </a:cubicBezTo>
                  <a:cubicBezTo>
                    <a:pt x="214" y="383"/>
                    <a:pt x="213" y="384"/>
                    <a:pt x="212" y="386"/>
                  </a:cubicBezTo>
                  <a:cubicBezTo>
                    <a:pt x="211" y="385"/>
                    <a:pt x="209" y="383"/>
                    <a:pt x="208" y="382"/>
                  </a:cubicBezTo>
                  <a:cubicBezTo>
                    <a:pt x="203" y="379"/>
                    <a:pt x="198" y="373"/>
                    <a:pt x="191" y="373"/>
                  </a:cubicBezTo>
                  <a:cubicBezTo>
                    <a:pt x="191" y="373"/>
                    <a:pt x="191" y="373"/>
                    <a:pt x="191" y="373"/>
                  </a:cubicBezTo>
                  <a:cubicBezTo>
                    <a:pt x="184" y="373"/>
                    <a:pt x="178" y="378"/>
                    <a:pt x="173" y="382"/>
                  </a:cubicBezTo>
                  <a:cubicBezTo>
                    <a:pt x="172" y="383"/>
                    <a:pt x="170" y="385"/>
                    <a:pt x="169" y="386"/>
                  </a:cubicBezTo>
                  <a:cubicBezTo>
                    <a:pt x="169" y="385"/>
                    <a:pt x="168" y="383"/>
                    <a:pt x="168" y="382"/>
                  </a:cubicBezTo>
                  <a:cubicBezTo>
                    <a:pt x="166" y="376"/>
                    <a:pt x="163" y="369"/>
                    <a:pt x="158" y="365"/>
                  </a:cubicBezTo>
                  <a:cubicBezTo>
                    <a:pt x="152" y="361"/>
                    <a:pt x="145" y="361"/>
                    <a:pt x="139" y="360"/>
                  </a:cubicBezTo>
                  <a:cubicBezTo>
                    <a:pt x="138" y="360"/>
                    <a:pt x="136" y="360"/>
                    <a:pt x="135" y="360"/>
                  </a:cubicBezTo>
                  <a:cubicBezTo>
                    <a:pt x="135" y="359"/>
                    <a:pt x="135" y="357"/>
                    <a:pt x="136" y="356"/>
                  </a:cubicBezTo>
                  <a:cubicBezTo>
                    <a:pt x="138" y="350"/>
                    <a:pt x="140" y="343"/>
                    <a:pt x="138" y="336"/>
                  </a:cubicBezTo>
                  <a:cubicBezTo>
                    <a:pt x="136" y="330"/>
                    <a:pt x="130" y="325"/>
                    <a:pt x="125" y="321"/>
                  </a:cubicBezTo>
                  <a:cubicBezTo>
                    <a:pt x="124" y="321"/>
                    <a:pt x="123" y="320"/>
                    <a:pt x="122" y="319"/>
                  </a:cubicBezTo>
                  <a:cubicBezTo>
                    <a:pt x="123" y="318"/>
                    <a:pt x="124" y="317"/>
                    <a:pt x="125" y="316"/>
                  </a:cubicBezTo>
                  <a:cubicBezTo>
                    <a:pt x="130" y="312"/>
                    <a:pt x="136" y="308"/>
                    <a:pt x="138" y="302"/>
                  </a:cubicBezTo>
                  <a:cubicBezTo>
                    <a:pt x="140" y="295"/>
                    <a:pt x="138" y="288"/>
                    <a:pt x="137" y="282"/>
                  </a:cubicBezTo>
                  <a:cubicBezTo>
                    <a:pt x="136" y="281"/>
                    <a:pt x="136" y="279"/>
                    <a:pt x="136" y="278"/>
                  </a:cubicBezTo>
                  <a:cubicBezTo>
                    <a:pt x="137" y="278"/>
                    <a:pt x="139" y="278"/>
                    <a:pt x="140" y="278"/>
                  </a:cubicBezTo>
                  <a:cubicBezTo>
                    <a:pt x="146" y="278"/>
                    <a:pt x="153" y="278"/>
                    <a:pt x="159" y="274"/>
                  </a:cubicBezTo>
                  <a:cubicBezTo>
                    <a:pt x="165" y="270"/>
                    <a:pt x="167" y="263"/>
                    <a:pt x="169" y="258"/>
                  </a:cubicBezTo>
                  <a:cubicBezTo>
                    <a:pt x="170" y="256"/>
                    <a:pt x="170" y="255"/>
                    <a:pt x="171" y="253"/>
                  </a:cubicBezTo>
                  <a:cubicBezTo>
                    <a:pt x="172" y="254"/>
                    <a:pt x="174" y="256"/>
                    <a:pt x="175" y="257"/>
                  </a:cubicBezTo>
                  <a:cubicBezTo>
                    <a:pt x="180" y="261"/>
                    <a:pt x="186" y="266"/>
                    <a:pt x="192" y="266"/>
                  </a:cubicBezTo>
                  <a:cubicBezTo>
                    <a:pt x="193" y="266"/>
                    <a:pt x="193" y="266"/>
                    <a:pt x="193" y="266"/>
                  </a:cubicBezTo>
                  <a:cubicBezTo>
                    <a:pt x="200" y="266"/>
                    <a:pt x="205" y="261"/>
                    <a:pt x="210" y="257"/>
                  </a:cubicBezTo>
                  <a:cubicBezTo>
                    <a:pt x="211" y="257"/>
                    <a:pt x="213" y="254"/>
                    <a:pt x="214" y="253"/>
                  </a:cubicBezTo>
                  <a:cubicBezTo>
                    <a:pt x="215" y="255"/>
                    <a:pt x="215" y="257"/>
                    <a:pt x="216" y="258"/>
                  </a:cubicBezTo>
                  <a:cubicBezTo>
                    <a:pt x="218" y="264"/>
                    <a:pt x="220" y="270"/>
                    <a:pt x="226" y="274"/>
                  </a:cubicBezTo>
                  <a:cubicBezTo>
                    <a:pt x="231" y="278"/>
                    <a:pt x="238" y="279"/>
                    <a:pt x="244" y="279"/>
                  </a:cubicBezTo>
                  <a:cubicBezTo>
                    <a:pt x="245" y="279"/>
                    <a:pt x="247" y="279"/>
                    <a:pt x="249" y="279"/>
                  </a:cubicBezTo>
                  <a:cubicBezTo>
                    <a:pt x="248" y="281"/>
                    <a:pt x="248" y="282"/>
                    <a:pt x="248" y="283"/>
                  </a:cubicBezTo>
                  <a:cubicBezTo>
                    <a:pt x="246" y="289"/>
                    <a:pt x="244" y="296"/>
                    <a:pt x="246" y="303"/>
                  </a:cubicBezTo>
                  <a:cubicBezTo>
                    <a:pt x="248" y="310"/>
                    <a:pt x="253" y="314"/>
                    <a:pt x="258" y="318"/>
                  </a:cubicBezTo>
                  <a:close/>
                  <a:moveTo>
                    <a:pt x="226" y="309"/>
                  </a:moveTo>
                  <a:cubicBezTo>
                    <a:pt x="223" y="300"/>
                    <a:pt x="217" y="293"/>
                    <a:pt x="208" y="288"/>
                  </a:cubicBezTo>
                  <a:cubicBezTo>
                    <a:pt x="200" y="284"/>
                    <a:pt x="190" y="283"/>
                    <a:pt x="181" y="286"/>
                  </a:cubicBezTo>
                  <a:cubicBezTo>
                    <a:pt x="172" y="289"/>
                    <a:pt x="165" y="295"/>
                    <a:pt x="160" y="303"/>
                  </a:cubicBezTo>
                  <a:cubicBezTo>
                    <a:pt x="156" y="312"/>
                    <a:pt x="155" y="321"/>
                    <a:pt x="158" y="330"/>
                  </a:cubicBezTo>
                  <a:cubicBezTo>
                    <a:pt x="161" y="339"/>
                    <a:pt x="167" y="347"/>
                    <a:pt x="175" y="351"/>
                  </a:cubicBezTo>
                  <a:cubicBezTo>
                    <a:pt x="180" y="354"/>
                    <a:pt x="186" y="355"/>
                    <a:pt x="192" y="355"/>
                  </a:cubicBezTo>
                  <a:cubicBezTo>
                    <a:pt x="195" y="355"/>
                    <a:pt x="199" y="355"/>
                    <a:pt x="202" y="354"/>
                  </a:cubicBezTo>
                  <a:cubicBezTo>
                    <a:pt x="211" y="351"/>
                    <a:pt x="219" y="345"/>
                    <a:pt x="223" y="336"/>
                  </a:cubicBezTo>
                  <a:cubicBezTo>
                    <a:pt x="228" y="328"/>
                    <a:pt x="228" y="318"/>
                    <a:pt x="226" y="309"/>
                  </a:cubicBezTo>
                  <a:close/>
                </a:path>
              </a:pathLst>
            </a:custGeom>
            <a:solidFill>
              <a:schemeClr val="accent4"/>
            </a:solidFill>
            <a:ln>
              <a:noFill/>
            </a:ln>
          </p:spPr>
          <p:txBody>
            <a:bodyPr vert="horz" wrap="square" lIns="55721" tIns="27861" rIns="55721" bIns="27861" numCol="1" anchor="t" anchorCtr="0" compatLnSpc="1">
              <a:prstTxWarp prst="textNoShape">
                <a:avLst/>
              </a:prstTxWarp>
            </a:bodyPr>
            <a:lstStyle/>
            <a:p>
              <a:pPr defTabSz="742969">
                <a:defRPr/>
              </a:pPr>
              <a:endParaRPr lang="fr-CA" sz="1463" dirty="0">
                <a:solidFill>
                  <a:srgbClr val="007CB0"/>
                </a:solidFill>
                <a:latin typeface="Aptos" panose="020B0004020202020204" pitchFamily="34" charset="0"/>
                <a:cs typeface="Verdana" panose="020B0604030504040204" pitchFamily="34" charset="0"/>
              </a:endParaRPr>
            </a:p>
          </p:txBody>
        </p:sp>
      </p:grpSp>
      <p:grpSp>
        <p:nvGrpSpPr>
          <p:cNvPr id="20" name="Group 19">
            <a:extLst>
              <a:ext uri="{FF2B5EF4-FFF2-40B4-BE49-F238E27FC236}">
                <a16:creationId xmlns:a16="http://schemas.microsoft.com/office/drawing/2014/main" id="{A902C212-1637-4604-8AFA-5E557EB8D99D}"/>
              </a:ext>
            </a:extLst>
          </p:cNvPr>
          <p:cNvGrpSpPr/>
          <p:nvPr/>
        </p:nvGrpSpPr>
        <p:grpSpPr>
          <a:xfrm>
            <a:off x="2503760" y="4216126"/>
            <a:ext cx="365387" cy="365387"/>
            <a:chOff x="3529994" y="4645143"/>
            <a:chExt cx="436680" cy="436680"/>
          </a:xfrm>
        </p:grpSpPr>
        <p:sp>
          <p:nvSpPr>
            <p:cNvPr id="21" name="Oval 20">
              <a:extLst>
                <a:ext uri="{FF2B5EF4-FFF2-40B4-BE49-F238E27FC236}">
                  <a16:creationId xmlns:a16="http://schemas.microsoft.com/office/drawing/2014/main" id="{FC0108AB-50B0-437B-9C60-F88F8D4DE5A2}"/>
                </a:ext>
              </a:extLst>
            </p:cNvPr>
            <p:cNvSpPr/>
            <p:nvPr/>
          </p:nvSpPr>
          <p:spPr bwMode="gray">
            <a:xfrm>
              <a:off x="3529994" y="4645143"/>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sp>
          <p:nvSpPr>
            <p:cNvPr id="22" name="Freeform 769">
              <a:extLst>
                <a:ext uri="{FF2B5EF4-FFF2-40B4-BE49-F238E27FC236}">
                  <a16:creationId xmlns:a16="http://schemas.microsoft.com/office/drawing/2014/main" id="{6E09E230-58B9-4682-B3F1-396672EF379A}"/>
                </a:ext>
              </a:extLst>
            </p:cNvPr>
            <p:cNvSpPr>
              <a:spLocks noChangeAspect="1" noEditPoints="1"/>
            </p:cNvSpPr>
            <p:nvPr>
              <p:custDataLst>
                <p:tags r:id="rId23"/>
              </p:custDataLst>
            </p:nvPr>
          </p:nvSpPr>
          <p:spPr bwMode="auto">
            <a:xfrm>
              <a:off x="3563802" y="4679492"/>
              <a:ext cx="369064" cy="367982"/>
            </a:xfrm>
            <a:custGeom>
              <a:avLst/>
              <a:gdLst>
                <a:gd name="T0" fmla="*/ 330 w 512"/>
                <a:gd name="T1" fmla="*/ 149 h 512"/>
                <a:gd name="T2" fmla="*/ 320 w 512"/>
                <a:gd name="T3" fmla="*/ 160 h 512"/>
                <a:gd name="T4" fmla="*/ 309 w 512"/>
                <a:gd name="T5" fmla="*/ 149 h 512"/>
                <a:gd name="T6" fmla="*/ 309 w 512"/>
                <a:gd name="T7" fmla="*/ 138 h 512"/>
                <a:gd name="T8" fmla="*/ 202 w 512"/>
                <a:gd name="T9" fmla="*/ 138 h 512"/>
                <a:gd name="T10" fmla="*/ 202 w 512"/>
                <a:gd name="T11" fmla="*/ 149 h 512"/>
                <a:gd name="T12" fmla="*/ 192 w 512"/>
                <a:gd name="T13" fmla="*/ 160 h 512"/>
                <a:gd name="T14" fmla="*/ 181 w 512"/>
                <a:gd name="T15" fmla="*/ 149 h 512"/>
                <a:gd name="T16" fmla="*/ 181 w 512"/>
                <a:gd name="T17" fmla="*/ 138 h 512"/>
                <a:gd name="T18" fmla="*/ 138 w 512"/>
                <a:gd name="T19" fmla="*/ 138 h 512"/>
                <a:gd name="T20" fmla="*/ 138 w 512"/>
                <a:gd name="T21" fmla="*/ 373 h 512"/>
                <a:gd name="T22" fmla="*/ 373 w 512"/>
                <a:gd name="T23" fmla="*/ 373 h 512"/>
                <a:gd name="T24" fmla="*/ 373 w 512"/>
                <a:gd name="T25" fmla="*/ 138 h 512"/>
                <a:gd name="T26" fmla="*/ 330 w 512"/>
                <a:gd name="T27" fmla="*/ 138 h 512"/>
                <a:gd name="T28" fmla="*/ 330 w 512"/>
                <a:gd name="T29" fmla="*/ 149 h 512"/>
                <a:gd name="T30" fmla="*/ 309 w 512"/>
                <a:gd name="T31" fmla="*/ 266 h 512"/>
                <a:gd name="T32" fmla="*/ 202 w 512"/>
                <a:gd name="T33" fmla="*/ 266 h 512"/>
                <a:gd name="T34" fmla="*/ 192 w 512"/>
                <a:gd name="T35" fmla="*/ 256 h 512"/>
                <a:gd name="T36" fmla="*/ 202 w 512"/>
                <a:gd name="T37" fmla="*/ 245 h 512"/>
                <a:gd name="T38" fmla="*/ 309 w 512"/>
                <a:gd name="T39" fmla="*/ 245 h 512"/>
                <a:gd name="T40" fmla="*/ 320 w 512"/>
                <a:gd name="T41" fmla="*/ 256 h 512"/>
                <a:gd name="T42" fmla="*/ 309 w 512"/>
                <a:gd name="T43" fmla="*/ 266 h 512"/>
                <a:gd name="T44" fmla="*/ 256 w 512"/>
                <a:gd name="T45" fmla="*/ 0 h 512"/>
                <a:gd name="T46" fmla="*/ 0 w 512"/>
                <a:gd name="T47" fmla="*/ 256 h 512"/>
                <a:gd name="T48" fmla="*/ 256 w 512"/>
                <a:gd name="T49" fmla="*/ 512 h 512"/>
                <a:gd name="T50" fmla="*/ 512 w 512"/>
                <a:gd name="T51" fmla="*/ 256 h 512"/>
                <a:gd name="T52" fmla="*/ 256 w 512"/>
                <a:gd name="T53" fmla="*/ 0 h 512"/>
                <a:gd name="T54" fmla="*/ 394 w 512"/>
                <a:gd name="T55" fmla="*/ 384 h 512"/>
                <a:gd name="T56" fmla="*/ 384 w 512"/>
                <a:gd name="T57" fmla="*/ 394 h 512"/>
                <a:gd name="T58" fmla="*/ 128 w 512"/>
                <a:gd name="T59" fmla="*/ 394 h 512"/>
                <a:gd name="T60" fmla="*/ 117 w 512"/>
                <a:gd name="T61" fmla="*/ 384 h 512"/>
                <a:gd name="T62" fmla="*/ 117 w 512"/>
                <a:gd name="T63" fmla="*/ 128 h 512"/>
                <a:gd name="T64" fmla="*/ 128 w 512"/>
                <a:gd name="T65" fmla="*/ 117 h 512"/>
                <a:gd name="T66" fmla="*/ 181 w 512"/>
                <a:gd name="T67" fmla="*/ 117 h 512"/>
                <a:gd name="T68" fmla="*/ 181 w 512"/>
                <a:gd name="T69" fmla="*/ 106 h 512"/>
                <a:gd name="T70" fmla="*/ 192 w 512"/>
                <a:gd name="T71" fmla="*/ 96 h 512"/>
                <a:gd name="T72" fmla="*/ 202 w 512"/>
                <a:gd name="T73" fmla="*/ 106 h 512"/>
                <a:gd name="T74" fmla="*/ 202 w 512"/>
                <a:gd name="T75" fmla="*/ 117 h 512"/>
                <a:gd name="T76" fmla="*/ 309 w 512"/>
                <a:gd name="T77" fmla="*/ 117 h 512"/>
                <a:gd name="T78" fmla="*/ 309 w 512"/>
                <a:gd name="T79" fmla="*/ 106 h 512"/>
                <a:gd name="T80" fmla="*/ 320 w 512"/>
                <a:gd name="T81" fmla="*/ 96 h 512"/>
                <a:gd name="T82" fmla="*/ 330 w 512"/>
                <a:gd name="T83" fmla="*/ 106 h 512"/>
                <a:gd name="T84" fmla="*/ 330 w 512"/>
                <a:gd name="T85" fmla="*/ 117 h 512"/>
                <a:gd name="T86" fmla="*/ 384 w 512"/>
                <a:gd name="T87" fmla="*/ 117 h 512"/>
                <a:gd name="T88" fmla="*/ 394 w 512"/>
                <a:gd name="T89" fmla="*/ 128 h 512"/>
                <a:gd name="T90" fmla="*/ 394 w 512"/>
                <a:gd name="T91"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2" h="512">
                  <a:moveTo>
                    <a:pt x="330" y="149"/>
                  </a:moveTo>
                  <a:cubicBezTo>
                    <a:pt x="330" y="155"/>
                    <a:pt x="326" y="160"/>
                    <a:pt x="320" y="160"/>
                  </a:cubicBezTo>
                  <a:cubicBezTo>
                    <a:pt x="314" y="160"/>
                    <a:pt x="309" y="155"/>
                    <a:pt x="309" y="149"/>
                  </a:cubicBezTo>
                  <a:cubicBezTo>
                    <a:pt x="309" y="138"/>
                    <a:pt x="309" y="138"/>
                    <a:pt x="309" y="138"/>
                  </a:cubicBezTo>
                  <a:cubicBezTo>
                    <a:pt x="202" y="138"/>
                    <a:pt x="202" y="138"/>
                    <a:pt x="202" y="138"/>
                  </a:cubicBezTo>
                  <a:cubicBezTo>
                    <a:pt x="202" y="149"/>
                    <a:pt x="202" y="149"/>
                    <a:pt x="202" y="149"/>
                  </a:cubicBezTo>
                  <a:cubicBezTo>
                    <a:pt x="202" y="155"/>
                    <a:pt x="198" y="160"/>
                    <a:pt x="192" y="160"/>
                  </a:cubicBezTo>
                  <a:cubicBezTo>
                    <a:pt x="186" y="160"/>
                    <a:pt x="181" y="155"/>
                    <a:pt x="181" y="149"/>
                  </a:cubicBezTo>
                  <a:cubicBezTo>
                    <a:pt x="181" y="138"/>
                    <a:pt x="181" y="138"/>
                    <a:pt x="181" y="138"/>
                  </a:cubicBezTo>
                  <a:cubicBezTo>
                    <a:pt x="138" y="138"/>
                    <a:pt x="138" y="138"/>
                    <a:pt x="138" y="138"/>
                  </a:cubicBezTo>
                  <a:cubicBezTo>
                    <a:pt x="138" y="373"/>
                    <a:pt x="138" y="373"/>
                    <a:pt x="138" y="373"/>
                  </a:cubicBezTo>
                  <a:cubicBezTo>
                    <a:pt x="373" y="373"/>
                    <a:pt x="373" y="373"/>
                    <a:pt x="373" y="373"/>
                  </a:cubicBezTo>
                  <a:cubicBezTo>
                    <a:pt x="373" y="138"/>
                    <a:pt x="373" y="138"/>
                    <a:pt x="373" y="138"/>
                  </a:cubicBezTo>
                  <a:cubicBezTo>
                    <a:pt x="330" y="138"/>
                    <a:pt x="330" y="138"/>
                    <a:pt x="330" y="138"/>
                  </a:cubicBezTo>
                  <a:lnTo>
                    <a:pt x="330" y="149"/>
                  </a:lnTo>
                  <a:close/>
                  <a:moveTo>
                    <a:pt x="309" y="266"/>
                  </a:moveTo>
                  <a:cubicBezTo>
                    <a:pt x="202" y="266"/>
                    <a:pt x="202" y="266"/>
                    <a:pt x="202" y="266"/>
                  </a:cubicBezTo>
                  <a:cubicBezTo>
                    <a:pt x="196" y="266"/>
                    <a:pt x="192" y="262"/>
                    <a:pt x="192" y="256"/>
                  </a:cubicBezTo>
                  <a:cubicBezTo>
                    <a:pt x="192" y="250"/>
                    <a:pt x="196" y="245"/>
                    <a:pt x="202" y="245"/>
                  </a:cubicBezTo>
                  <a:cubicBezTo>
                    <a:pt x="309" y="245"/>
                    <a:pt x="309" y="245"/>
                    <a:pt x="309" y="245"/>
                  </a:cubicBezTo>
                  <a:cubicBezTo>
                    <a:pt x="315" y="245"/>
                    <a:pt x="320" y="250"/>
                    <a:pt x="320" y="256"/>
                  </a:cubicBezTo>
                  <a:cubicBezTo>
                    <a:pt x="320" y="262"/>
                    <a:pt x="315" y="266"/>
                    <a:pt x="309"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84"/>
                  </a:moveTo>
                  <a:cubicBezTo>
                    <a:pt x="394" y="390"/>
                    <a:pt x="390" y="394"/>
                    <a:pt x="384" y="394"/>
                  </a:cubicBezTo>
                  <a:cubicBezTo>
                    <a:pt x="128" y="394"/>
                    <a:pt x="128" y="394"/>
                    <a:pt x="128" y="394"/>
                  </a:cubicBezTo>
                  <a:cubicBezTo>
                    <a:pt x="122" y="394"/>
                    <a:pt x="117" y="390"/>
                    <a:pt x="117" y="384"/>
                  </a:cubicBezTo>
                  <a:cubicBezTo>
                    <a:pt x="117" y="128"/>
                    <a:pt x="117" y="128"/>
                    <a:pt x="117" y="128"/>
                  </a:cubicBezTo>
                  <a:cubicBezTo>
                    <a:pt x="117" y="122"/>
                    <a:pt x="122" y="117"/>
                    <a:pt x="128" y="117"/>
                  </a:cubicBezTo>
                  <a:cubicBezTo>
                    <a:pt x="181" y="117"/>
                    <a:pt x="181" y="117"/>
                    <a:pt x="181" y="117"/>
                  </a:cubicBezTo>
                  <a:cubicBezTo>
                    <a:pt x="181" y="106"/>
                    <a:pt x="181" y="106"/>
                    <a:pt x="181" y="106"/>
                  </a:cubicBezTo>
                  <a:cubicBezTo>
                    <a:pt x="181" y="100"/>
                    <a:pt x="186" y="96"/>
                    <a:pt x="192" y="96"/>
                  </a:cubicBezTo>
                  <a:cubicBezTo>
                    <a:pt x="198" y="96"/>
                    <a:pt x="202" y="100"/>
                    <a:pt x="202" y="106"/>
                  </a:cubicBezTo>
                  <a:cubicBezTo>
                    <a:pt x="202" y="117"/>
                    <a:pt x="202" y="117"/>
                    <a:pt x="202" y="117"/>
                  </a:cubicBezTo>
                  <a:cubicBezTo>
                    <a:pt x="309" y="117"/>
                    <a:pt x="309" y="117"/>
                    <a:pt x="309" y="117"/>
                  </a:cubicBezTo>
                  <a:cubicBezTo>
                    <a:pt x="309" y="106"/>
                    <a:pt x="309" y="106"/>
                    <a:pt x="309" y="106"/>
                  </a:cubicBezTo>
                  <a:cubicBezTo>
                    <a:pt x="309" y="100"/>
                    <a:pt x="314" y="96"/>
                    <a:pt x="320" y="96"/>
                  </a:cubicBezTo>
                  <a:cubicBezTo>
                    <a:pt x="326" y="96"/>
                    <a:pt x="330" y="100"/>
                    <a:pt x="330" y="106"/>
                  </a:cubicBezTo>
                  <a:cubicBezTo>
                    <a:pt x="330" y="117"/>
                    <a:pt x="330" y="117"/>
                    <a:pt x="330" y="117"/>
                  </a:cubicBezTo>
                  <a:cubicBezTo>
                    <a:pt x="384" y="117"/>
                    <a:pt x="384" y="117"/>
                    <a:pt x="384" y="117"/>
                  </a:cubicBezTo>
                  <a:cubicBezTo>
                    <a:pt x="390" y="117"/>
                    <a:pt x="394" y="122"/>
                    <a:pt x="394" y="128"/>
                  </a:cubicBezTo>
                  <a:lnTo>
                    <a:pt x="394" y="384"/>
                  </a:lnTo>
                  <a:close/>
                </a:path>
              </a:pathLst>
            </a:custGeom>
            <a:solidFill>
              <a:schemeClr val="accent4"/>
            </a:solidFill>
            <a:ln>
              <a:noFill/>
            </a:ln>
          </p:spPr>
          <p:txBody>
            <a:bodyPr vert="horz" wrap="square" lIns="55721" tIns="27861" rIns="55721" bIns="27861" numCol="1" anchor="t" anchorCtr="0" compatLnSpc="1">
              <a:prstTxWarp prst="textNoShape">
                <a:avLst/>
              </a:prstTxWarp>
            </a:bodyPr>
            <a:lstStyle/>
            <a:p>
              <a:pPr defTabSz="742969">
                <a:defRPr/>
              </a:pPr>
              <a:endParaRPr lang="fr-CA" sz="1463" dirty="0">
                <a:solidFill>
                  <a:srgbClr val="007CB0"/>
                </a:solidFill>
                <a:latin typeface="Aptos" panose="020B0004020202020204" pitchFamily="34" charset="0"/>
                <a:cs typeface="Verdana" panose="020B0604030504040204" pitchFamily="34" charset="0"/>
              </a:endParaRPr>
            </a:p>
          </p:txBody>
        </p:sp>
      </p:grpSp>
      <p:grpSp>
        <p:nvGrpSpPr>
          <p:cNvPr id="23" name="Group 22">
            <a:extLst>
              <a:ext uri="{FF2B5EF4-FFF2-40B4-BE49-F238E27FC236}">
                <a16:creationId xmlns:a16="http://schemas.microsoft.com/office/drawing/2014/main" id="{7AE338F3-8521-4D7A-B117-C2DAC3CEA4A0}"/>
              </a:ext>
            </a:extLst>
          </p:cNvPr>
          <p:cNvGrpSpPr/>
          <p:nvPr/>
        </p:nvGrpSpPr>
        <p:grpSpPr>
          <a:xfrm>
            <a:off x="3372036" y="4683320"/>
            <a:ext cx="365387" cy="365387"/>
            <a:chOff x="4877886" y="5268911"/>
            <a:chExt cx="436680" cy="436680"/>
          </a:xfrm>
        </p:grpSpPr>
        <p:sp>
          <p:nvSpPr>
            <p:cNvPr id="24" name="Oval 23">
              <a:extLst>
                <a:ext uri="{FF2B5EF4-FFF2-40B4-BE49-F238E27FC236}">
                  <a16:creationId xmlns:a16="http://schemas.microsoft.com/office/drawing/2014/main" id="{E71D548B-7E23-469A-A7CC-BC7889D4640E}"/>
                </a:ext>
              </a:extLst>
            </p:cNvPr>
            <p:cNvSpPr/>
            <p:nvPr/>
          </p:nvSpPr>
          <p:spPr bwMode="gray">
            <a:xfrm>
              <a:off x="4877886" y="5268911"/>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sp>
          <p:nvSpPr>
            <p:cNvPr id="25" name="Freeform 346">
              <a:extLst>
                <a:ext uri="{FF2B5EF4-FFF2-40B4-BE49-F238E27FC236}">
                  <a16:creationId xmlns:a16="http://schemas.microsoft.com/office/drawing/2014/main" id="{2FA489FA-6234-41A7-9AD3-5FF6FCAF7D12}"/>
                </a:ext>
              </a:extLst>
            </p:cNvPr>
            <p:cNvSpPr>
              <a:spLocks noChangeAspect="1" noEditPoints="1"/>
            </p:cNvSpPr>
            <p:nvPr>
              <p:custDataLst>
                <p:tags r:id="rId22"/>
              </p:custDataLst>
            </p:nvPr>
          </p:nvSpPr>
          <p:spPr bwMode="auto">
            <a:xfrm>
              <a:off x="4912411" y="5303436"/>
              <a:ext cx="367631" cy="367631"/>
            </a:xfrm>
            <a:custGeom>
              <a:avLst/>
              <a:gdLst>
                <a:gd name="T0" fmla="*/ 277 w 512"/>
                <a:gd name="T1" fmla="*/ 394 h 512"/>
                <a:gd name="T2" fmla="*/ 149 w 512"/>
                <a:gd name="T3" fmla="*/ 202 h 512"/>
                <a:gd name="T4" fmla="*/ 170 w 512"/>
                <a:gd name="T5" fmla="*/ 224 h 512"/>
                <a:gd name="T6" fmla="*/ 266 w 512"/>
                <a:gd name="T7" fmla="*/ 234 h 512"/>
                <a:gd name="T8" fmla="*/ 170 w 512"/>
                <a:gd name="T9" fmla="*/ 245 h 512"/>
                <a:gd name="T10" fmla="*/ 170 w 512"/>
                <a:gd name="T11" fmla="*/ 224 h 512"/>
                <a:gd name="T12" fmla="*/ 256 w 512"/>
                <a:gd name="T13" fmla="*/ 266 h 512"/>
                <a:gd name="T14" fmla="*/ 256 w 512"/>
                <a:gd name="T15" fmla="*/ 288 h 512"/>
                <a:gd name="T16" fmla="*/ 160 w 512"/>
                <a:gd name="T17" fmla="*/ 277 h 512"/>
                <a:gd name="T18" fmla="*/ 170 w 512"/>
                <a:gd name="T19" fmla="*/ 309 h 512"/>
                <a:gd name="T20" fmla="*/ 266 w 512"/>
                <a:gd name="T21" fmla="*/ 320 h 512"/>
                <a:gd name="T22" fmla="*/ 170 w 512"/>
                <a:gd name="T23" fmla="*/ 330 h 512"/>
                <a:gd name="T24" fmla="*/ 170 w 512"/>
                <a:gd name="T25" fmla="*/ 309 h 512"/>
                <a:gd name="T26" fmla="*/ 256 w 512"/>
                <a:gd name="T27" fmla="*/ 352 h 512"/>
                <a:gd name="T28" fmla="*/ 256 w 512"/>
                <a:gd name="T29" fmla="*/ 373 h 512"/>
                <a:gd name="T30" fmla="*/ 160 w 512"/>
                <a:gd name="T31" fmla="*/ 362 h 512"/>
                <a:gd name="T32" fmla="*/ 256 w 512"/>
                <a:gd name="T33" fmla="*/ 0 h 512"/>
                <a:gd name="T34" fmla="*/ 256 w 512"/>
                <a:gd name="T35" fmla="*/ 512 h 512"/>
                <a:gd name="T36" fmla="*/ 256 w 512"/>
                <a:gd name="T37" fmla="*/ 0 h 512"/>
                <a:gd name="T38" fmla="*/ 288 w 512"/>
                <a:gd name="T39" fmla="*/ 416 h 512"/>
                <a:gd name="T40" fmla="*/ 128 w 512"/>
                <a:gd name="T41" fmla="*/ 405 h 512"/>
                <a:gd name="T42" fmla="*/ 138 w 512"/>
                <a:gd name="T43" fmla="*/ 181 h 512"/>
                <a:gd name="T44" fmla="*/ 298 w 512"/>
                <a:gd name="T45" fmla="*/ 192 h 512"/>
                <a:gd name="T46" fmla="*/ 341 w 512"/>
                <a:gd name="T47" fmla="*/ 362 h 512"/>
                <a:gd name="T48" fmla="*/ 320 w 512"/>
                <a:gd name="T49" fmla="*/ 362 h 512"/>
                <a:gd name="T50" fmla="*/ 181 w 512"/>
                <a:gd name="T51" fmla="*/ 160 h 512"/>
                <a:gd name="T52" fmla="*/ 181 w 512"/>
                <a:gd name="T53" fmla="*/ 138 h 512"/>
                <a:gd name="T54" fmla="*/ 341 w 512"/>
                <a:gd name="T55" fmla="*/ 149 h 512"/>
                <a:gd name="T56" fmla="*/ 384 w 512"/>
                <a:gd name="T57" fmla="*/ 320 h 512"/>
                <a:gd name="T58" fmla="*/ 362 w 512"/>
                <a:gd name="T59" fmla="*/ 320 h 512"/>
                <a:gd name="T60" fmla="*/ 224 w 512"/>
                <a:gd name="T61" fmla="*/ 117 h 512"/>
                <a:gd name="T62" fmla="*/ 224 w 512"/>
                <a:gd name="T63" fmla="*/ 96 h 512"/>
                <a:gd name="T64" fmla="*/ 384 w 512"/>
                <a:gd name="T65" fmla="*/ 10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149" y="394"/>
                  </a:moveTo>
                  <a:cubicBezTo>
                    <a:pt x="277" y="394"/>
                    <a:pt x="277" y="394"/>
                    <a:pt x="277" y="394"/>
                  </a:cubicBezTo>
                  <a:cubicBezTo>
                    <a:pt x="277" y="202"/>
                    <a:pt x="277" y="202"/>
                    <a:pt x="277" y="202"/>
                  </a:cubicBezTo>
                  <a:cubicBezTo>
                    <a:pt x="149" y="202"/>
                    <a:pt x="149" y="202"/>
                    <a:pt x="149" y="202"/>
                  </a:cubicBezTo>
                  <a:lnTo>
                    <a:pt x="149" y="394"/>
                  </a:lnTo>
                  <a:close/>
                  <a:moveTo>
                    <a:pt x="170" y="224"/>
                  </a:moveTo>
                  <a:cubicBezTo>
                    <a:pt x="256" y="224"/>
                    <a:pt x="256" y="224"/>
                    <a:pt x="256" y="224"/>
                  </a:cubicBezTo>
                  <a:cubicBezTo>
                    <a:pt x="262" y="224"/>
                    <a:pt x="266" y="228"/>
                    <a:pt x="266" y="234"/>
                  </a:cubicBezTo>
                  <a:cubicBezTo>
                    <a:pt x="266" y="240"/>
                    <a:pt x="262" y="245"/>
                    <a:pt x="256" y="245"/>
                  </a:cubicBezTo>
                  <a:cubicBezTo>
                    <a:pt x="170" y="245"/>
                    <a:pt x="170" y="245"/>
                    <a:pt x="170" y="245"/>
                  </a:cubicBezTo>
                  <a:cubicBezTo>
                    <a:pt x="164" y="245"/>
                    <a:pt x="160" y="240"/>
                    <a:pt x="160" y="234"/>
                  </a:cubicBezTo>
                  <a:cubicBezTo>
                    <a:pt x="160" y="228"/>
                    <a:pt x="164" y="224"/>
                    <a:pt x="170" y="224"/>
                  </a:cubicBezTo>
                  <a:close/>
                  <a:moveTo>
                    <a:pt x="170" y="266"/>
                  </a:moveTo>
                  <a:cubicBezTo>
                    <a:pt x="256" y="266"/>
                    <a:pt x="256" y="266"/>
                    <a:pt x="256" y="266"/>
                  </a:cubicBezTo>
                  <a:cubicBezTo>
                    <a:pt x="262" y="266"/>
                    <a:pt x="266" y="271"/>
                    <a:pt x="266" y="277"/>
                  </a:cubicBezTo>
                  <a:cubicBezTo>
                    <a:pt x="266" y="283"/>
                    <a:pt x="262" y="288"/>
                    <a:pt x="256" y="288"/>
                  </a:cubicBezTo>
                  <a:cubicBezTo>
                    <a:pt x="170" y="288"/>
                    <a:pt x="170" y="288"/>
                    <a:pt x="170" y="288"/>
                  </a:cubicBezTo>
                  <a:cubicBezTo>
                    <a:pt x="164" y="288"/>
                    <a:pt x="160" y="283"/>
                    <a:pt x="160" y="277"/>
                  </a:cubicBezTo>
                  <a:cubicBezTo>
                    <a:pt x="160" y="271"/>
                    <a:pt x="164" y="266"/>
                    <a:pt x="170" y="266"/>
                  </a:cubicBezTo>
                  <a:close/>
                  <a:moveTo>
                    <a:pt x="170" y="309"/>
                  </a:moveTo>
                  <a:cubicBezTo>
                    <a:pt x="256" y="309"/>
                    <a:pt x="256" y="309"/>
                    <a:pt x="256" y="309"/>
                  </a:cubicBezTo>
                  <a:cubicBezTo>
                    <a:pt x="262" y="309"/>
                    <a:pt x="266" y="314"/>
                    <a:pt x="266" y="320"/>
                  </a:cubicBezTo>
                  <a:cubicBezTo>
                    <a:pt x="266" y="326"/>
                    <a:pt x="262" y="330"/>
                    <a:pt x="256" y="330"/>
                  </a:cubicBezTo>
                  <a:cubicBezTo>
                    <a:pt x="170" y="330"/>
                    <a:pt x="170" y="330"/>
                    <a:pt x="170" y="330"/>
                  </a:cubicBezTo>
                  <a:cubicBezTo>
                    <a:pt x="164" y="330"/>
                    <a:pt x="160" y="326"/>
                    <a:pt x="160" y="320"/>
                  </a:cubicBezTo>
                  <a:cubicBezTo>
                    <a:pt x="160" y="314"/>
                    <a:pt x="164" y="309"/>
                    <a:pt x="170" y="309"/>
                  </a:cubicBezTo>
                  <a:close/>
                  <a:moveTo>
                    <a:pt x="170" y="352"/>
                  </a:moveTo>
                  <a:cubicBezTo>
                    <a:pt x="256" y="352"/>
                    <a:pt x="256" y="352"/>
                    <a:pt x="256" y="352"/>
                  </a:cubicBezTo>
                  <a:cubicBezTo>
                    <a:pt x="262" y="352"/>
                    <a:pt x="266" y="356"/>
                    <a:pt x="266" y="362"/>
                  </a:cubicBezTo>
                  <a:cubicBezTo>
                    <a:pt x="266" y="368"/>
                    <a:pt x="262" y="373"/>
                    <a:pt x="256" y="373"/>
                  </a:cubicBezTo>
                  <a:cubicBezTo>
                    <a:pt x="170" y="373"/>
                    <a:pt x="170" y="373"/>
                    <a:pt x="170" y="373"/>
                  </a:cubicBezTo>
                  <a:cubicBezTo>
                    <a:pt x="164" y="373"/>
                    <a:pt x="160" y="368"/>
                    <a:pt x="160" y="362"/>
                  </a:cubicBezTo>
                  <a:cubicBezTo>
                    <a:pt x="160" y="356"/>
                    <a:pt x="164" y="352"/>
                    <a:pt x="170" y="352"/>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98" y="405"/>
                  </a:moveTo>
                  <a:cubicBezTo>
                    <a:pt x="298" y="411"/>
                    <a:pt x="294" y="416"/>
                    <a:pt x="288" y="416"/>
                  </a:cubicBezTo>
                  <a:cubicBezTo>
                    <a:pt x="138" y="416"/>
                    <a:pt x="138" y="416"/>
                    <a:pt x="138" y="416"/>
                  </a:cubicBezTo>
                  <a:cubicBezTo>
                    <a:pt x="132" y="416"/>
                    <a:pt x="128" y="411"/>
                    <a:pt x="128" y="405"/>
                  </a:cubicBezTo>
                  <a:cubicBezTo>
                    <a:pt x="128" y="192"/>
                    <a:pt x="128" y="192"/>
                    <a:pt x="128" y="192"/>
                  </a:cubicBezTo>
                  <a:cubicBezTo>
                    <a:pt x="128" y="186"/>
                    <a:pt x="132" y="181"/>
                    <a:pt x="138" y="181"/>
                  </a:cubicBezTo>
                  <a:cubicBezTo>
                    <a:pt x="288" y="181"/>
                    <a:pt x="288" y="181"/>
                    <a:pt x="288" y="181"/>
                  </a:cubicBezTo>
                  <a:cubicBezTo>
                    <a:pt x="294" y="181"/>
                    <a:pt x="298" y="186"/>
                    <a:pt x="298" y="192"/>
                  </a:cubicBezTo>
                  <a:lnTo>
                    <a:pt x="298" y="405"/>
                  </a:lnTo>
                  <a:close/>
                  <a:moveTo>
                    <a:pt x="341" y="362"/>
                  </a:moveTo>
                  <a:cubicBezTo>
                    <a:pt x="341" y="368"/>
                    <a:pt x="336" y="373"/>
                    <a:pt x="330" y="373"/>
                  </a:cubicBezTo>
                  <a:cubicBezTo>
                    <a:pt x="324" y="373"/>
                    <a:pt x="320" y="368"/>
                    <a:pt x="320" y="362"/>
                  </a:cubicBezTo>
                  <a:cubicBezTo>
                    <a:pt x="320" y="160"/>
                    <a:pt x="320" y="160"/>
                    <a:pt x="320" y="160"/>
                  </a:cubicBezTo>
                  <a:cubicBezTo>
                    <a:pt x="181" y="160"/>
                    <a:pt x="181" y="160"/>
                    <a:pt x="181" y="160"/>
                  </a:cubicBezTo>
                  <a:cubicBezTo>
                    <a:pt x="175" y="160"/>
                    <a:pt x="170" y="155"/>
                    <a:pt x="170" y="149"/>
                  </a:cubicBezTo>
                  <a:cubicBezTo>
                    <a:pt x="170" y="143"/>
                    <a:pt x="175" y="138"/>
                    <a:pt x="181" y="138"/>
                  </a:cubicBezTo>
                  <a:cubicBezTo>
                    <a:pt x="330" y="138"/>
                    <a:pt x="330" y="138"/>
                    <a:pt x="330" y="138"/>
                  </a:cubicBezTo>
                  <a:cubicBezTo>
                    <a:pt x="336" y="138"/>
                    <a:pt x="341" y="143"/>
                    <a:pt x="341" y="149"/>
                  </a:cubicBezTo>
                  <a:lnTo>
                    <a:pt x="341" y="362"/>
                  </a:lnTo>
                  <a:close/>
                  <a:moveTo>
                    <a:pt x="384" y="320"/>
                  </a:moveTo>
                  <a:cubicBezTo>
                    <a:pt x="384" y="326"/>
                    <a:pt x="379" y="330"/>
                    <a:pt x="373" y="330"/>
                  </a:cubicBezTo>
                  <a:cubicBezTo>
                    <a:pt x="367" y="330"/>
                    <a:pt x="362" y="326"/>
                    <a:pt x="362" y="320"/>
                  </a:cubicBezTo>
                  <a:cubicBezTo>
                    <a:pt x="362" y="117"/>
                    <a:pt x="362" y="117"/>
                    <a:pt x="362" y="117"/>
                  </a:cubicBezTo>
                  <a:cubicBezTo>
                    <a:pt x="224" y="117"/>
                    <a:pt x="224" y="117"/>
                    <a:pt x="224" y="117"/>
                  </a:cubicBezTo>
                  <a:cubicBezTo>
                    <a:pt x="218" y="117"/>
                    <a:pt x="213" y="112"/>
                    <a:pt x="213" y="106"/>
                  </a:cubicBezTo>
                  <a:cubicBezTo>
                    <a:pt x="213" y="100"/>
                    <a:pt x="218" y="96"/>
                    <a:pt x="224" y="96"/>
                  </a:cubicBezTo>
                  <a:cubicBezTo>
                    <a:pt x="373" y="96"/>
                    <a:pt x="373" y="96"/>
                    <a:pt x="373" y="96"/>
                  </a:cubicBezTo>
                  <a:cubicBezTo>
                    <a:pt x="379" y="96"/>
                    <a:pt x="384" y="100"/>
                    <a:pt x="384" y="106"/>
                  </a:cubicBezTo>
                  <a:lnTo>
                    <a:pt x="384" y="320"/>
                  </a:lnTo>
                  <a:close/>
                </a:path>
              </a:pathLst>
            </a:custGeom>
            <a:solidFill>
              <a:schemeClr val="accent4"/>
            </a:solidFill>
            <a:ln>
              <a:noFill/>
            </a:ln>
          </p:spPr>
          <p:txBody>
            <a:bodyPr vert="horz" wrap="square" lIns="55721" tIns="27861" rIns="55721" bIns="27861" numCol="1" anchor="t" anchorCtr="0" compatLnSpc="1">
              <a:prstTxWarp prst="textNoShape">
                <a:avLst/>
              </a:prstTxWarp>
            </a:bodyPr>
            <a:lstStyle/>
            <a:p>
              <a:pPr defTabSz="742969">
                <a:defRPr/>
              </a:pPr>
              <a:endParaRPr lang="fr-CA" sz="1463" dirty="0">
                <a:solidFill>
                  <a:srgbClr val="007CB0"/>
                </a:solidFill>
                <a:latin typeface="Aptos" panose="020B0004020202020204" pitchFamily="34" charset="0"/>
                <a:cs typeface="Verdana" panose="020B0604030504040204" pitchFamily="34" charset="0"/>
              </a:endParaRPr>
            </a:p>
          </p:txBody>
        </p:sp>
      </p:grpSp>
      <p:grpSp>
        <p:nvGrpSpPr>
          <p:cNvPr id="26" name="Group 25">
            <a:extLst>
              <a:ext uri="{FF2B5EF4-FFF2-40B4-BE49-F238E27FC236}">
                <a16:creationId xmlns:a16="http://schemas.microsoft.com/office/drawing/2014/main" id="{1FAB779C-F264-4CDE-8DF4-A3D4A20502F7}"/>
              </a:ext>
            </a:extLst>
          </p:cNvPr>
          <p:cNvGrpSpPr/>
          <p:nvPr/>
        </p:nvGrpSpPr>
        <p:grpSpPr>
          <a:xfrm>
            <a:off x="4429640" y="3991190"/>
            <a:ext cx="365387" cy="365387"/>
            <a:chOff x="6038573" y="4159255"/>
            <a:chExt cx="436680" cy="436680"/>
          </a:xfrm>
        </p:grpSpPr>
        <p:sp>
          <p:nvSpPr>
            <p:cNvPr id="27" name="Oval 26">
              <a:extLst>
                <a:ext uri="{FF2B5EF4-FFF2-40B4-BE49-F238E27FC236}">
                  <a16:creationId xmlns:a16="http://schemas.microsoft.com/office/drawing/2014/main" id="{89A3B42B-1BAA-4D62-9525-F12C16BEA622}"/>
                </a:ext>
              </a:extLst>
            </p:cNvPr>
            <p:cNvSpPr/>
            <p:nvPr/>
          </p:nvSpPr>
          <p:spPr bwMode="gray">
            <a:xfrm>
              <a:off x="6038573" y="4159255"/>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sp>
          <p:nvSpPr>
            <p:cNvPr id="28" name="Freeform 787">
              <a:extLst>
                <a:ext uri="{FF2B5EF4-FFF2-40B4-BE49-F238E27FC236}">
                  <a16:creationId xmlns:a16="http://schemas.microsoft.com/office/drawing/2014/main" id="{3104B62A-BB7B-4F72-9A2C-086CF606DB47}"/>
                </a:ext>
              </a:extLst>
            </p:cNvPr>
            <p:cNvSpPr>
              <a:spLocks noChangeAspect="1" noEditPoints="1"/>
            </p:cNvSpPr>
            <p:nvPr>
              <p:custDataLst>
                <p:tags r:id="rId21"/>
              </p:custDataLst>
            </p:nvPr>
          </p:nvSpPr>
          <p:spPr bwMode="auto">
            <a:xfrm>
              <a:off x="6072922" y="4193604"/>
              <a:ext cx="367982" cy="367982"/>
            </a:xfrm>
            <a:custGeom>
              <a:avLst/>
              <a:gdLst>
                <a:gd name="T0" fmla="*/ 330 w 512"/>
                <a:gd name="T1" fmla="*/ 149 h 512"/>
                <a:gd name="T2" fmla="*/ 320 w 512"/>
                <a:gd name="T3" fmla="*/ 160 h 512"/>
                <a:gd name="T4" fmla="*/ 309 w 512"/>
                <a:gd name="T5" fmla="*/ 149 h 512"/>
                <a:gd name="T6" fmla="*/ 309 w 512"/>
                <a:gd name="T7" fmla="*/ 138 h 512"/>
                <a:gd name="T8" fmla="*/ 202 w 512"/>
                <a:gd name="T9" fmla="*/ 138 h 512"/>
                <a:gd name="T10" fmla="*/ 202 w 512"/>
                <a:gd name="T11" fmla="*/ 149 h 512"/>
                <a:gd name="T12" fmla="*/ 192 w 512"/>
                <a:gd name="T13" fmla="*/ 160 h 512"/>
                <a:gd name="T14" fmla="*/ 181 w 512"/>
                <a:gd name="T15" fmla="*/ 149 h 512"/>
                <a:gd name="T16" fmla="*/ 181 w 512"/>
                <a:gd name="T17" fmla="*/ 138 h 512"/>
                <a:gd name="T18" fmla="*/ 138 w 512"/>
                <a:gd name="T19" fmla="*/ 138 h 512"/>
                <a:gd name="T20" fmla="*/ 138 w 512"/>
                <a:gd name="T21" fmla="*/ 373 h 512"/>
                <a:gd name="T22" fmla="*/ 373 w 512"/>
                <a:gd name="T23" fmla="*/ 373 h 512"/>
                <a:gd name="T24" fmla="*/ 373 w 512"/>
                <a:gd name="T25" fmla="*/ 138 h 512"/>
                <a:gd name="T26" fmla="*/ 330 w 512"/>
                <a:gd name="T27" fmla="*/ 138 h 512"/>
                <a:gd name="T28" fmla="*/ 330 w 512"/>
                <a:gd name="T29" fmla="*/ 149 h 512"/>
                <a:gd name="T30" fmla="*/ 309 w 512"/>
                <a:gd name="T31" fmla="*/ 266 h 512"/>
                <a:gd name="T32" fmla="*/ 266 w 512"/>
                <a:gd name="T33" fmla="*/ 266 h 512"/>
                <a:gd name="T34" fmla="*/ 266 w 512"/>
                <a:gd name="T35" fmla="*/ 309 h 512"/>
                <a:gd name="T36" fmla="*/ 256 w 512"/>
                <a:gd name="T37" fmla="*/ 320 h 512"/>
                <a:gd name="T38" fmla="*/ 245 w 512"/>
                <a:gd name="T39" fmla="*/ 309 h 512"/>
                <a:gd name="T40" fmla="*/ 245 w 512"/>
                <a:gd name="T41" fmla="*/ 266 h 512"/>
                <a:gd name="T42" fmla="*/ 202 w 512"/>
                <a:gd name="T43" fmla="*/ 266 h 512"/>
                <a:gd name="T44" fmla="*/ 192 w 512"/>
                <a:gd name="T45" fmla="*/ 256 h 512"/>
                <a:gd name="T46" fmla="*/ 202 w 512"/>
                <a:gd name="T47" fmla="*/ 245 h 512"/>
                <a:gd name="T48" fmla="*/ 245 w 512"/>
                <a:gd name="T49" fmla="*/ 245 h 512"/>
                <a:gd name="T50" fmla="*/ 245 w 512"/>
                <a:gd name="T51" fmla="*/ 202 h 512"/>
                <a:gd name="T52" fmla="*/ 256 w 512"/>
                <a:gd name="T53" fmla="*/ 192 h 512"/>
                <a:gd name="T54" fmla="*/ 266 w 512"/>
                <a:gd name="T55" fmla="*/ 202 h 512"/>
                <a:gd name="T56" fmla="*/ 266 w 512"/>
                <a:gd name="T57" fmla="*/ 245 h 512"/>
                <a:gd name="T58" fmla="*/ 309 w 512"/>
                <a:gd name="T59" fmla="*/ 245 h 512"/>
                <a:gd name="T60" fmla="*/ 320 w 512"/>
                <a:gd name="T61" fmla="*/ 256 h 512"/>
                <a:gd name="T62" fmla="*/ 309 w 512"/>
                <a:gd name="T63" fmla="*/ 266 h 512"/>
                <a:gd name="T64" fmla="*/ 256 w 512"/>
                <a:gd name="T65" fmla="*/ 0 h 512"/>
                <a:gd name="T66" fmla="*/ 0 w 512"/>
                <a:gd name="T67" fmla="*/ 256 h 512"/>
                <a:gd name="T68" fmla="*/ 256 w 512"/>
                <a:gd name="T69" fmla="*/ 512 h 512"/>
                <a:gd name="T70" fmla="*/ 512 w 512"/>
                <a:gd name="T71" fmla="*/ 256 h 512"/>
                <a:gd name="T72" fmla="*/ 256 w 512"/>
                <a:gd name="T73" fmla="*/ 0 h 512"/>
                <a:gd name="T74" fmla="*/ 394 w 512"/>
                <a:gd name="T75" fmla="*/ 384 h 512"/>
                <a:gd name="T76" fmla="*/ 384 w 512"/>
                <a:gd name="T77" fmla="*/ 394 h 512"/>
                <a:gd name="T78" fmla="*/ 128 w 512"/>
                <a:gd name="T79" fmla="*/ 394 h 512"/>
                <a:gd name="T80" fmla="*/ 117 w 512"/>
                <a:gd name="T81" fmla="*/ 384 h 512"/>
                <a:gd name="T82" fmla="*/ 117 w 512"/>
                <a:gd name="T83" fmla="*/ 128 h 512"/>
                <a:gd name="T84" fmla="*/ 128 w 512"/>
                <a:gd name="T85" fmla="*/ 117 h 512"/>
                <a:gd name="T86" fmla="*/ 181 w 512"/>
                <a:gd name="T87" fmla="*/ 117 h 512"/>
                <a:gd name="T88" fmla="*/ 181 w 512"/>
                <a:gd name="T89" fmla="*/ 106 h 512"/>
                <a:gd name="T90" fmla="*/ 192 w 512"/>
                <a:gd name="T91" fmla="*/ 96 h 512"/>
                <a:gd name="T92" fmla="*/ 202 w 512"/>
                <a:gd name="T93" fmla="*/ 106 h 512"/>
                <a:gd name="T94" fmla="*/ 202 w 512"/>
                <a:gd name="T95" fmla="*/ 117 h 512"/>
                <a:gd name="T96" fmla="*/ 309 w 512"/>
                <a:gd name="T97" fmla="*/ 117 h 512"/>
                <a:gd name="T98" fmla="*/ 309 w 512"/>
                <a:gd name="T99" fmla="*/ 106 h 512"/>
                <a:gd name="T100" fmla="*/ 320 w 512"/>
                <a:gd name="T101" fmla="*/ 96 h 512"/>
                <a:gd name="T102" fmla="*/ 330 w 512"/>
                <a:gd name="T103" fmla="*/ 106 h 512"/>
                <a:gd name="T104" fmla="*/ 330 w 512"/>
                <a:gd name="T105" fmla="*/ 117 h 512"/>
                <a:gd name="T106" fmla="*/ 384 w 512"/>
                <a:gd name="T107" fmla="*/ 117 h 512"/>
                <a:gd name="T108" fmla="*/ 394 w 512"/>
                <a:gd name="T109" fmla="*/ 128 h 512"/>
                <a:gd name="T110" fmla="*/ 394 w 512"/>
                <a:gd name="T111"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2" h="512">
                  <a:moveTo>
                    <a:pt x="330" y="149"/>
                  </a:moveTo>
                  <a:cubicBezTo>
                    <a:pt x="330" y="155"/>
                    <a:pt x="326" y="160"/>
                    <a:pt x="320" y="160"/>
                  </a:cubicBezTo>
                  <a:cubicBezTo>
                    <a:pt x="314" y="160"/>
                    <a:pt x="309" y="155"/>
                    <a:pt x="309" y="149"/>
                  </a:cubicBezTo>
                  <a:cubicBezTo>
                    <a:pt x="309" y="138"/>
                    <a:pt x="309" y="138"/>
                    <a:pt x="309" y="138"/>
                  </a:cubicBezTo>
                  <a:cubicBezTo>
                    <a:pt x="202" y="138"/>
                    <a:pt x="202" y="138"/>
                    <a:pt x="202" y="138"/>
                  </a:cubicBezTo>
                  <a:cubicBezTo>
                    <a:pt x="202" y="149"/>
                    <a:pt x="202" y="149"/>
                    <a:pt x="202" y="149"/>
                  </a:cubicBezTo>
                  <a:cubicBezTo>
                    <a:pt x="202" y="155"/>
                    <a:pt x="198" y="160"/>
                    <a:pt x="192" y="160"/>
                  </a:cubicBezTo>
                  <a:cubicBezTo>
                    <a:pt x="186" y="160"/>
                    <a:pt x="181" y="155"/>
                    <a:pt x="181" y="149"/>
                  </a:cubicBezTo>
                  <a:cubicBezTo>
                    <a:pt x="181" y="138"/>
                    <a:pt x="181" y="138"/>
                    <a:pt x="181" y="138"/>
                  </a:cubicBezTo>
                  <a:cubicBezTo>
                    <a:pt x="138" y="138"/>
                    <a:pt x="138" y="138"/>
                    <a:pt x="138" y="138"/>
                  </a:cubicBezTo>
                  <a:cubicBezTo>
                    <a:pt x="138" y="373"/>
                    <a:pt x="138" y="373"/>
                    <a:pt x="138" y="373"/>
                  </a:cubicBezTo>
                  <a:cubicBezTo>
                    <a:pt x="373" y="373"/>
                    <a:pt x="373" y="373"/>
                    <a:pt x="373" y="373"/>
                  </a:cubicBezTo>
                  <a:cubicBezTo>
                    <a:pt x="373" y="138"/>
                    <a:pt x="373" y="138"/>
                    <a:pt x="373" y="138"/>
                  </a:cubicBezTo>
                  <a:cubicBezTo>
                    <a:pt x="330" y="138"/>
                    <a:pt x="330" y="138"/>
                    <a:pt x="330" y="138"/>
                  </a:cubicBezTo>
                  <a:lnTo>
                    <a:pt x="330" y="149"/>
                  </a:lnTo>
                  <a:close/>
                  <a:moveTo>
                    <a:pt x="309" y="266"/>
                  </a:moveTo>
                  <a:cubicBezTo>
                    <a:pt x="266" y="266"/>
                    <a:pt x="266" y="266"/>
                    <a:pt x="266" y="266"/>
                  </a:cubicBezTo>
                  <a:cubicBezTo>
                    <a:pt x="266" y="309"/>
                    <a:pt x="266" y="309"/>
                    <a:pt x="266" y="309"/>
                  </a:cubicBezTo>
                  <a:cubicBezTo>
                    <a:pt x="266" y="315"/>
                    <a:pt x="262" y="320"/>
                    <a:pt x="256" y="320"/>
                  </a:cubicBezTo>
                  <a:cubicBezTo>
                    <a:pt x="250" y="320"/>
                    <a:pt x="245" y="315"/>
                    <a:pt x="245" y="309"/>
                  </a:cubicBezTo>
                  <a:cubicBezTo>
                    <a:pt x="245" y="266"/>
                    <a:pt x="245" y="266"/>
                    <a:pt x="245" y="266"/>
                  </a:cubicBezTo>
                  <a:cubicBezTo>
                    <a:pt x="202" y="266"/>
                    <a:pt x="202" y="266"/>
                    <a:pt x="202" y="266"/>
                  </a:cubicBezTo>
                  <a:cubicBezTo>
                    <a:pt x="196" y="266"/>
                    <a:pt x="192" y="262"/>
                    <a:pt x="192" y="256"/>
                  </a:cubicBezTo>
                  <a:cubicBezTo>
                    <a:pt x="192" y="250"/>
                    <a:pt x="196" y="245"/>
                    <a:pt x="202" y="245"/>
                  </a:cubicBezTo>
                  <a:cubicBezTo>
                    <a:pt x="245" y="245"/>
                    <a:pt x="245" y="245"/>
                    <a:pt x="245" y="245"/>
                  </a:cubicBezTo>
                  <a:cubicBezTo>
                    <a:pt x="245" y="202"/>
                    <a:pt x="245" y="202"/>
                    <a:pt x="245" y="202"/>
                  </a:cubicBezTo>
                  <a:cubicBezTo>
                    <a:pt x="245" y="196"/>
                    <a:pt x="250" y="192"/>
                    <a:pt x="256" y="192"/>
                  </a:cubicBezTo>
                  <a:cubicBezTo>
                    <a:pt x="262" y="192"/>
                    <a:pt x="266" y="196"/>
                    <a:pt x="266" y="202"/>
                  </a:cubicBezTo>
                  <a:cubicBezTo>
                    <a:pt x="266" y="245"/>
                    <a:pt x="266" y="245"/>
                    <a:pt x="266" y="245"/>
                  </a:cubicBezTo>
                  <a:cubicBezTo>
                    <a:pt x="309" y="245"/>
                    <a:pt x="309" y="245"/>
                    <a:pt x="309" y="245"/>
                  </a:cubicBezTo>
                  <a:cubicBezTo>
                    <a:pt x="315" y="245"/>
                    <a:pt x="320" y="250"/>
                    <a:pt x="320" y="256"/>
                  </a:cubicBezTo>
                  <a:cubicBezTo>
                    <a:pt x="320" y="262"/>
                    <a:pt x="315" y="266"/>
                    <a:pt x="309"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84"/>
                  </a:moveTo>
                  <a:cubicBezTo>
                    <a:pt x="394" y="390"/>
                    <a:pt x="390" y="394"/>
                    <a:pt x="384" y="394"/>
                  </a:cubicBezTo>
                  <a:cubicBezTo>
                    <a:pt x="128" y="394"/>
                    <a:pt x="128" y="394"/>
                    <a:pt x="128" y="394"/>
                  </a:cubicBezTo>
                  <a:cubicBezTo>
                    <a:pt x="122" y="394"/>
                    <a:pt x="117" y="390"/>
                    <a:pt x="117" y="384"/>
                  </a:cubicBezTo>
                  <a:cubicBezTo>
                    <a:pt x="117" y="128"/>
                    <a:pt x="117" y="128"/>
                    <a:pt x="117" y="128"/>
                  </a:cubicBezTo>
                  <a:cubicBezTo>
                    <a:pt x="117" y="122"/>
                    <a:pt x="122" y="117"/>
                    <a:pt x="128" y="117"/>
                  </a:cubicBezTo>
                  <a:cubicBezTo>
                    <a:pt x="181" y="117"/>
                    <a:pt x="181" y="117"/>
                    <a:pt x="181" y="117"/>
                  </a:cubicBezTo>
                  <a:cubicBezTo>
                    <a:pt x="181" y="106"/>
                    <a:pt x="181" y="106"/>
                    <a:pt x="181" y="106"/>
                  </a:cubicBezTo>
                  <a:cubicBezTo>
                    <a:pt x="181" y="100"/>
                    <a:pt x="186" y="96"/>
                    <a:pt x="192" y="96"/>
                  </a:cubicBezTo>
                  <a:cubicBezTo>
                    <a:pt x="198" y="96"/>
                    <a:pt x="202" y="100"/>
                    <a:pt x="202" y="106"/>
                  </a:cubicBezTo>
                  <a:cubicBezTo>
                    <a:pt x="202" y="117"/>
                    <a:pt x="202" y="117"/>
                    <a:pt x="202" y="117"/>
                  </a:cubicBezTo>
                  <a:cubicBezTo>
                    <a:pt x="309" y="117"/>
                    <a:pt x="309" y="117"/>
                    <a:pt x="309" y="117"/>
                  </a:cubicBezTo>
                  <a:cubicBezTo>
                    <a:pt x="309" y="106"/>
                    <a:pt x="309" y="106"/>
                    <a:pt x="309" y="106"/>
                  </a:cubicBezTo>
                  <a:cubicBezTo>
                    <a:pt x="309" y="100"/>
                    <a:pt x="314" y="96"/>
                    <a:pt x="320" y="96"/>
                  </a:cubicBezTo>
                  <a:cubicBezTo>
                    <a:pt x="326" y="96"/>
                    <a:pt x="330" y="100"/>
                    <a:pt x="330" y="106"/>
                  </a:cubicBezTo>
                  <a:cubicBezTo>
                    <a:pt x="330" y="117"/>
                    <a:pt x="330" y="117"/>
                    <a:pt x="330" y="117"/>
                  </a:cubicBezTo>
                  <a:cubicBezTo>
                    <a:pt x="384" y="117"/>
                    <a:pt x="384" y="117"/>
                    <a:pt x="384" y="117"/>
                  </a:cubicBezTo>
                  <a:cubicBezTo>
                    <a:pt x="390" y="117"/>
                    <a:pt x="394" y="122"/>
                    <a:pt x="394" y="128"/>
                  </a:cubicBezTo>
                  <a:lnTo>
                    <a:pt x="394" y="384"/>
                  </a:lnTo>
                  <a:close/>
                </a:path>
              </a:pathLst>
            </a:custGeom>
            <a:solidFill>
              <a:schemeClr val="accent4"/>
            </a:solidFill>
            <a:ln>
              <a:noFill/>
            </a:ln>
          </p:spPr>
          <p:txBody>
            <a:bodyPr vert="horz" wrap="square" lIns="55721" tIns="27861" rIns="55721" bIns="27861" numCol="1" anchor="t" anchorCtr="0" compatLnSpc="1">
              <a:prstTxWarp prst="textNoShape">
                <a:avLst/>
              </a:prstTxWarp>
            </a:bodyPr>
            <a:lstStyle/>
            <a:p>
              <a:pPr defTabSz="742969">
                <a:defRPr/>
              </a:pPr>
              <a:endParaRPr lang="fr-CA" sz="1463" dirty="0">
                <a:solidFill>
                  <a:srgbClr val="007CB0"/>
                </a:solidFill>
                <a:latin typeface="Aptos" panose="020B0004020202020204" pitchFamily="34" charset="0"/>
                <a:cs typeface="Verdana" panose="020B0604030504040204" pitchFamily="34" charset="0"/>
              </a:endParaRPr>
            </a:p>
          </p:txBody>
        </p:sp>
      </p:grpSp>
      <p:grpSp>
        <p:nvGrpSpPr>
          <p:cNvPr id="29" name="Group 28">
            <a:extLst>
              <a:ext uri="{FF2B5EF4-FFF2-40B4-BE49-F238E27FC236}">
                <a16:creationId xmlns:a16="http://schemas.microsoft.com/office/drawing/2014/main" id="{2A979CB0-56B8-4990-B044-E01A5B05274B}"/>
              </a:ext>
            </a:extLst>
          </p:cNvPr>
          <p:cNvGrpSpPr/>
          <p:nvPr/>
        </p:nvGrpSpPr>
        <p:grpSpPr>
          <a:xfrm>
            <a:off x="4383370" y="2882127"/>
            <a:ext cx="365387" cy="365387"/>
            <a:chOff x="5839805" y="3050861"/>
            <a:chExt cx="436680" cy="436680"/>
          </a:xfrm>
        </p:grpSpPr>
        <p:sp>
          <p:nvSpPr>
            <p:cNvPr id="30" name="Oval 29">
              <a:extLst>
                <a:ext uri="{FF2B5EF4-FFF2-40B4-BE49-F238E27FC236}">
                  <a16:creationId xmlns:a16="http://schemas.microsoft.com/office/drawing/2014/main" id="{300C2C00-EAB9-4E96-BD54-6C4B08A9491B}"/>
                </a:ext>
              </a:extLst>
            </p:cNvPr>
            <p:cNvSpPr/>
            <p:nvPr/>
          </p:nvSpPr>
          <p:spPr bwMode="gray">
            <a:xfrm>
              <a:off x="5839805" y="3050861"/>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grpSp>
          <p:nvGrpSpPr>
            <p:cNvPr id="31" name="Group 897">
              <a:extLst>
                <a:ext uri="{FF2B5EF4-FFF2-40B4-BE49-F238E27FC236}">
                  <a16:creationId xmlns:a16="http://schemas.microsoft.com/office/drawing/2014/main" id="{AE996CDA-9C98-45C3-8817-8B89AEB165E1}"/>
                </a:ext>
              </a:extLst>
            </p:cNvPr>
            <p:cNvGrpSpPr>
              <a:grpSpLocks noChangeAspect="1"/>
            </p:cNvGrpSpPr>
            <p:nvPr>
              <p:custDataLst>
                <p:tags r:id="rId20"/>
              </p:custDataLst>
            </p:nvPr>
          </p:nvGrpSpPr>
          <p:grpSpPr bwMode="auto">
            <a:xfrm>
              <a:off x="5875265" y="3086321"/>
              <a:ext cx="365760" cy="365760"/>
              <a:chOff x="3891" y="3455"/>
              <a:chExt cx="340" cy="340"/>
            </a:xfrm>
            <a:solidFill>
              <a:schemeClr val="accent6"/>
            </a:solidFill>
          </p:grpSpPr>
          <p:sp>
            <p:nvSpPr>
              <p:cNvPr id="32" name="Freeform 898">
                <a:extLst>
                  <a:ext uri="{FF2B5EF4-FFF2-40B4-BE49-F238E27FC236}">
                    <a16:creationId xmlns:a16="http://schemas.microsoft.com/office/drawing/2014/main" id="{4995EE7F-9BE6-4356-B83D-8A22EA20C0E4}"/>
                  </a:ext>
                </a:extLst>
              </p:cNvPr>
              <p:cNvSpPr>
                <a:spLocks noEditPoints="1"/>
              </p:cNvSpPr>
              <p:nvPr/>
            </p:nvSpPr>
            <p:spPr bwMode="auto">
              <a:xfrm>
                <a:off x="3891" y="345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81 w 512"/>
                  <a:gd name="T11" fmla="*/ 381 h 512"/>
                  <a:gd name="T12" fmla="*/ 373 w 512"/>
                  <a:gd name="T13" fmla="*/ 384 h 512"/>
                  <a:gd name="T14" fmla="*/ 365 w 512"/>
                  <a:gd name="T15" fmla="*/ 381 h 512"/>
                  <a:gd name="T16" fmla="*/ 270 w 512"/>
                  <a:gd name="T17" fmla="*/ 285 h 512"/>
                  <a:gd name="T18" fmla="*/ 202 w 512"/>
                  <a:gd name="T19" fmla="*/ 309 h 512"/>
                  <a:gd name="T20" fmla="*/ 96 w 512"/>
                  <a:gd name="T21" fmla="*/ 202 h 512"/>
                  <a:gd name="T22" fmla="*/ 202 w 512"/>
                  <a:gd name="T23" fmla="*/ 96 h 512"/>
                  <a:gd name="T24" fmla="*/ 309 w 512"/>
                  <a:gd name="T25" fmla="*/ 202 h 512"/>
                  <a:gd name="T26" fmla="*/ 285 w 512"/>
                  <a:gd name="T27" fmla="*/ 270 h 512"/>
                  <a:gd name="T28" fmla="*/ 381 w 512"/>
                  <a:gd name="T29" fmla="*/ 365 h 512"/>
                  <a:gd name="T30" fmla="*/ 381 w 512"/>
                  <a:gd name="T31" fmla="*/ 38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1" y="381"/>
                    </a:moveTo>
                    <a:cubicBezTo>
                      <a:pt x="378" y="383"/>
                      <a:pt x="376" y="384"/>
                      <a:pt x="373" y="384"/>
                    </a:cubicBezTo>
                    <a:cubicBezTo>
                      <a:pt x="370" y="384"/>
                      <a:pt x="368" y="383"/>
                      <a:pt x="365" y="381"/>
                    </a:cubicBezTo>
                    <a:cubicBezTo>
                      <a:pt x="270" y="285"/>
                      <a:pt x="270" y="285"/>
                      <a:pt x="270" y="285"/>
                    </a:cubicBezTo>
                    <a:cubicBezTo>
                      <a:pt x="251" y="300"/>
                      <a:pt x="228" y="309"/>
                      <a:pt x="202" y="309"/>
                    </a:cubicBezTo>
                    <a:cubicBezTo>
                      <a:pt x="144" y="309"/>
                      <a:pt x="96" y="261"/>
                      <a:pt x="96" y="202"/>
                    </a:cubicBezTo>
                    <a:cubicBezTo>
                      <a:pt x="96" y="144"/>
                      <a:pt x="144" y="96"/>
                      <a:pt x="202" y="96"/>
                    </a:cubicBezTo>
                    <a:cubicBezTo>
                      <a:pt x="261" y="96"/>
                      <a:pt x="309" y="144"/>
                      <a:pt x="309" y="202"/>
                    </a:cubicBezTo>
                    <a:cubicBezTo>
                      <a:pt x="309" y="228"/>
                      <a:pt x="300" y="251"/>
                      <a:pt x="285" y="270"/>
                    </a:cubicBezTo>
                    <a:cubicBezTo>
                      <a:pt x="381" y="365"/>
                      <a:pt x="381" y="365"/>
                      <a:pt x="381" y="365"/>
                    </a:cubicBezTo>
                    <a:cubicBezTo>
                      <a:pt x="385" y="370"/>
                      <a:pt x="385" y="376"/>
                      <a:pt x="381" y="381"/>
                    </a:cubicBezTo>
                    <a:close/>
                  </a:path>
                </a:pathLst>
              </a:cu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algn="ctr" defTabSz="742969">
                  <a:defRPr/>
                </a:pPr>
                <a:endParaRPr lang="fr-CA" sz="1463" dirty="0">
                  <a:solidFill>
                    <a:srgbClr val="007CB0"/>
                  </a:solidFill>
                  <a:latin typeface="Aptos" panose="020B0004020202020204" pitchFamily="34" charset="0"/>
                  <a:cs typeface="Verdana" panose="020B0604030504040204" pitchFamily="34" charset="0"/>
                </a:endParaRPr>
              </a:p>
            </p:txBody>
          </p:sp>
          <p:sp>
            <p:nvSpPr>
              <p:cNvPr id="33" name="Oval 899">
                <a:extLst>
                  <a:ext uri="{FF2B5EF4-FFF2-40B4-BE49-F238E27FC236}">
                    <a16:creationId xmlns:a16="http://schemas.microsoft.com/office/drawing/2014/main" id="{FFA82E57-496B-4D7A-8821-3F341BC2D6FA}"/>
                  </a:ext>
                </a:extLst>
              </p:cNvPr>
              <p:cNvSpPr>
                <a:spLocks noChangeArrowheads="1"/>
              </p:cNvSpPr>
              <p:nvPr/>
            </p:nvSpPr>
            <p:spPr bwMode="auto">
              <a:xfrm>
                <a:off x="3969" y="3533"/>
                <a:ext cx="113" cy="113"/>
              </a:xfrm>
              <a:prstGeom prst="ellipse">
                <a:avLst/>
              </a:pr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algn="ctr" defTabSz="742969">
                  <a:defRPr/>
                </a:pPr>
                <a:endParaRPr lang="fr-CA" sz="1463" dirty="0">
                  <a:solidFill>
                    <a:srgbClr val="007CB0"/>
                  </a:solidFill>
                  <a:latin typeface="Aptos" panose="020B0004020202020204" pitchFamily="34" charset="0"/>
                  <a:cs typeface="Verdana" panose="020B0604030504040204" pitchFamily="34" charset="0"/>
                </a:endParaRPr>
              </a:p>
            </p:txBody>
          </p:sp>
        </p:grpSp>
      </p:grpSp>
      <p:grpSp>
        <p:nvGrpSpPr>
          <p:cNvPr id="34" name="Group 33">
            <a:extLst>
              <a:ext uri="{FF2B5EF4-FFF2-40B4-BE49-F238E27FC236}">
                <a16:creationId xmlns:a16="http://schemas.microsoft.com/office/drawing/2014/main" id="{39F62A37-94F6-421B-BD5D-FFD283669C24}"/>
              </a:ext>
            </a:extLst>
          </p:cNvPr>
          <p:cNvGrpSpPr/>
          <p:nvPr/>
        </p:nvGrpSpPr>
        <p:grpSpPr>
          <a:xfrm>
            <a:off x="3275268" y="2383815"/>
            <a:ext cx="365387" cy="365387"/>
            <a:chOff x="4515496" y="2455320"/>
            <a:chExt cx="436680" cy="436680"/>
          </a:xfrm>
        </p:grpSpPr>
        <p:sp>
          <p:nvSpPr>
            <p:cNvPr id="35" name="Oval 34">
              <a:extLst>
                <a:ext uri="{FF2B5EF4-FFF2-40B4-BE49-F238E27FC236}">
                  <a16:creationId xmlns:a16="http://schemas.microsoft.com/office/drawing/2014/main" id="{124ACC24-9513-4DAA-830E-17DCEF84552F}"/>
                </a:ext>
              </a:extLst>
            </p:cNvPr>
            <p:cNvSpPr/>
            <p:nvPr/>
          </p:nvSpPr>
          <p:spPr bwMode="gray">
            <a:xfrm>
              <a:off x="4515496" y="2455320"/>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sp>
          <p:nvSpPr>
            <p:cNvPr id="36" name="Freeform 805">
              <a:extLst>
                <a:ext uri="{FF2B5EF4-FFF2-40B4-BE49-F238E27FC236}">
                  <a16:creationId xmlns:a16="http://schemas.microsoft.com/office/drawing/2014/main" id="{B0ADF5EB-6978-4BBF-9FE2-ADEC15E139E2}"/>
                </a:ext>
              </a:extLst>
            </p:cNvPr>
            <p:cNvSpPr>
              <a:spLocks noChangeAspect="1" noEditPoints="1"/>
            </p:cNvSpPr>
            <p:nvPr>
              <p:custDataLst>
                <p:tags r:id="rId19"/>
              </p:custDataLst>
            </p:nvPr>
          </p:nvSpPr>
          <p:spPr bwMode="auto">
            <a:xfrm>
              <a:off x="4549845" y="2489669"/>
              <a:ext cx="367982" cy="367982"/>
            </a:xfrm>
            <a:custGeom>
              <a:avLst/>
              <a:gdLst>
                <a:gd name="T0" fmla="*/ 309 w 512"/>
                <a:gd name="T1" fmla="*/ 149 h 512"/>
                <a:gd name="T2" fmla="*/ 202 w 512"/>
                <a:gd name="T3" fmla="*/ 149 h 512"/>
                <a:gd name="T4" fmla="*/ 181 w 512"/>
                <a:gd name="T5" fmla="*/ 138 h 512"/>
                <a:gd name="T6" fmla="*/ 373 w 512"/>
                <a:gd name="T7" fmla="*/ 373 h 512"/>
                <a:gd name="T8" fmla="*/ 330 w 512"/>
                <a:gd name="T9" fmla="*/ 149 h 512"/>
                <a:gd name="T10" fmla="*/ 170 w 512"/>
                <a:gd name="T11" fmla="*/ 320 h 512"/>
                <a:gd name="T12" fmla="*/ 170 w 512"/>
                <a:gd name="T13" fmla="*/ 298 h 512"/>
                <a:gd name="T14" fmla="*/ 181 w 512"/>
                <a:gd name="T15" fmla="*/ 288 h 512"/>
                <a:gd name="T16" fmla="*/ 160 w 512"/>
                <a:gd name="T17" fmla="*/ 245 h 512"/>
                <a:gd name="T18" fmla="*/ 170 w 512"/>
                <a:gd name="T19" fmla="*/ 256 h 512"/>
                <a:gd name="T20" fmla="*/ 170 w 512"/>
                <a:gd name="T21" fmla="*/ 192 h 512"/>
                <a:gd name="T22" fmla="*/ 213 w 512"/>
                <a:gd name="T23" fmla="*/ 341 h 512"/>
                <a:gd name="T24" fmla="*/ 224 w 512"/>
                <a:gd name="T25" fmla="*/ 330 h 512"/>
                <a:gd name="T26" fmla="*/ 202 w 512"/>
                <a:gd name="T27" fmla="*/ 288 h 512"/>
                <a:gd name="T28" fmla="*/ 213 w 512"/>
                <a:gd name="T29" fmla="*/ 298 h 512"/>
                <a:gd name="T30" fmla="*/ 213 w 512"/>
                <a:gd name="T31" fmla="*/ 234 h 512"/>
                <a:gd name="T32" fmla="*/ 213 w 512"/>
                <a:gd name="T33" fmla="*/ 213 h 512"/>
                <a:gd name="T34" fmla="*/ 224 w 512"/>
                <a:gd name="T35" fmla="*/ 202 h 512"/>
                <a:gd name="T36" fmla="*/ 245 w 512"/>
                <a:gd name="T37" fmla="*/ 330 h 512"/>
                <a:gd name="T38" fmla="*/ 256 w 512"/>
                <a:gd name="T39" fmla="*/ 341 h 512"/>
                <a:gd name="T40" fmla="*/ 256 w 512"/>
                <a:gd name="T41" fmla="*/ 277 h 512"/>
                <a:gd name="T42" fmla="*/ 256 w 512"/>
                <a:gd name="T43" fmla="*/ 256 h 512"/>
                <a:gd name="T44" fmla="*/ 266 w 512"/>
                <a:gd name="T45" fmla="*/ 245 h 512"/>
                <a:gd name="T46" fmla="*/ 245 w 512"/>
                <a:gd name="T47" fmla="*/ 202 h 512"/>
                <a:gd name="T48" fmla="*/ 256 w 512"/>
                <a:gd name="T49" fmla="*/ 213 h 512"/>
                <a:gd name="T50" fmla="*/ 298 w 512"/>
                <a:gd name="T51" fmla="*/ 320 h 512"/>
                <a:gd name="T52" fmla="*/ 298 w 512"/>
                <a:gd name="T53" fmla="*/ 298 h 512"/>
                <a:gd name="T54" fmla="*/ 309 w 512"/>
                <a:gd name="T55" fmla="*/ 288 h 512"/>
                <a:gd name="T56" fmla="*/ 288 w 512"/>
                <a:gd name="T57" fmla="*/ 245 h 512"/>
                <a:gd name="T58" fmla="*/ 298 w 512"/>
                <a:gd name="T59" fmla="*/ 256 h 512"/>
                <a:gd name="T60" fmla="*/ 298 w 512"/>
                <a:gd name="T61" fmla="*/ 192 h 512"/>
                <a:gd name="T62" fmla="*/ 341 w 512"/>
                <a:gd name="T63" fmla="*/ 298 h 512"/>
                <a:gd name="T64" fmla="*/ 352 w 512"/>
                <a:gd name="T65" fmla="*/ 288 h 512"/>
                <a:gd name="T66" fmla="*/ 330 w 512"/>
                <a:gd name="T67" fmla="*/ 245 h 512"/>
                <a:gd name="T68" fmla="*/ 341 w 512"/>
                <a:gd name="T69" fmla="*/ 256 h 512"/>
                <a:gd name="T70" fmla="*/ 341 w 512"/>
                <a:gd name="T71" fmla="*/ 213 h 512"/>
                <a:gd name="T72" fmla="*/ 256 w 512"/>
                <a:gd name="T73" fmla="*/ 0 h 512"/>
                <a:gd name="T74" fmla="*/ 512 w 512"/>
                <a:gd name="T75" fmla="*/ 256 h 512"/>
                <a:gd name="T76" fmla="*/ 384 w 512"/>
                <a:gd name="T77" fmla="*/ 394 h 512"/>
                <a:gd name="T78" fmla="*/ 117 w 512"/>
                <a:gd name="T79" fmla="*/ 128 h 512"/>
                <a:gd name="T80" fmla="*/ 181 w 512"/>
                <a:gd name="T81" fmla="*/ 106 h 512"/>
                <a:gd name="T82" fmla="*/ 202 w 512"/>
                <a:gd name="T83" fmla="*/ 117 h 512"/>
                <a:gd name="T84" fmla="*/ 320 w 512"/>
                <a:gd name="T85" fmla="*/ 96 h 512"/>
                <a:gd name="T86" fmla="*/ 384 w 512"/>
                <a:gd name="T87" fmla="*/ 11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330" y="149"/>
                  </a:moveTo>
                  <a:cubicBezTo>
                    <a:pt x="330" y="155"/>
                    <a:pt x="326" y="160"/>
                    <a:pt x="320" y="160"/>
                  </a:cubicBezTo>
                  <a:cubicBezTo>
                    <a:pt x="314" y="160"/>
                    <a:pt x="309" y="155"/>
                    <a:pt x="309" y="149"/>
                  </a:cubicBezTo>
                  <a:cubicBezTo>
                    <a:pt x="309" y="138"/>
                    <a:pt x="309" y="138"/>
                    <a:pt x="309" y="138"/>
                  </a:cubicBezTo>
                  <a:cubicBezTo>
                    <a:pt x="202" y="138"/>
                    <a:pt x="202" y="138"/>
                    <a:pt x="202" y="138"/>
                  </a:cubicBezTo>
                  <a:cubicBezTo>
                    <a:pt x="202" y="149"/>
                    <a:pt x="202" y="149"/>
                    <a:pt x="202" y="149"/>
                  </a:cubicBezTo>
                  <a:cubicBezTo>
                    <a:pt x="202" y="155"/>
                    <a:pt x="198" y="160"/>
                    <a:pt x="192" y="160"/>
                  </a:cubicBezTo>
                  <a:cubicBezTo>
                    <a:pt x="186" y="160"/>
                    <a:pt x="181" y="155"/>
                    <a:pt x="181" y="149"/>
                  </a:cubicBezTo>
                  <a:cubicBezTo>
                    <a:pt x="181" y="138"/>
                    <a:pt x="181" y="138"/>
                    <a:pt x="181" y="138"/>
                  </a:cubicBezTo>
                  <a:cubicBezTo>
                    <a:pt x="138" y="138"/>
                    <a:pt x="138" y="138"/>
                    <a:pt x="138" y="138"/>
                  </a:cubicBezTo>
                  <a:cubicBezTo>
                    <a:pt x="138" y="373"/>
                    <a:pt x="138" y="373"/>
                    <a:pt x="138" y="373"/>
                  </a:cubicBezTo>
                  <a:cubicBezTo>
                    <a:pt x="373" y="373"/>
                    <a:pt x="373" y="373"/>
                    <a:pt x="373" y="373"/>
                  </a:cubicBezTo>
                  <a:cubicBezTo>
                    <a:pt x="373" y="138"/>
                    <a:pt x="373" y="138"/>
                    <a:pt x="373" y="138"/>
                  </a:cubicBezTo>
                  <a:cubicBezTo>
                    <a:pt x="330" y="138"/>
                    <a:pt x="330" y="138"/>
                    <a:pt x="330" y="138"/>
                  </a:cubicBezTo>
                  <a:lnTo>
                    <a:pt x="330" y="149"/>
                  </a:lnTo>
                  <a:close/>
                  <a:moveTo>
                    <a:pt x="170" y="341"/>
                  </a:moveTo>
                  <a:cubicBezTo>
                    <a:pt x="164" y="341"/>
                    <a:pt x="160" y="336"/>
                    <a:pt x="160" y="330"/>
                  </a:cubicBezTo>
                  <a:cubicBezTo>
                    <a:pt x="160" y="324"/>
                    <a:pt x="164" y="320"/>
                    <a:pt x="170" y="320"/>
                  </a:cubicBezTo>
                  <a:cubicBezTo>
                    <a:pt x="176" y="320"/>
                    <a:pt x="181" y="324"/>
                    <a:pt x="181" y="330"/>
                  </a:cubicBezTo>
                  <a:cubicBezTo>
                    <a:pt x="181" y="336"/>
                    <a:pt x="176" y="341"/>
                    <a:pt x="170" y="341"/>
                  </a:cubicBezTo>
                  <a:close/>
                  <a:moveTo>
                    <a:pt x="170" y="298"/>
                  </a:moveTo>
                  <a:cubicBezTo>
                    <a:pt x="164" y="298"/>
                    <a:pt x="160" y="294"/>
                    <a:pt x="160" y="288"/>
                  </a:cubicBezTo>
                  <a:cubicBezTo>
                    <a:pt x="160" y="282"/>
                    <a:pt x="164" y="277"/>
                    <a:pt x="170" y="277"/>
                  </a:cubicBezTo>
                  <a:cubicBezTo>
                    <a:pt x="176" y="277"/>
                    <a:pt x="181" y="282"/>
                    <a:pt x="181" y="288"/>
                  </a:cubicBezTo>
                  <a:cubicBezTo>
                    <a:pt x="181" y="294"/>
                    <a:pt x="176" y="298"/>
                    <a:pt x="170" y="298"/>
                  </a:cubicBezTo>
                  <a:close/>
                  <a:moveTo>
                    <a:pt x="170" y="256"/>
                  </a:moveTo>
                  <a:cubicBezTo>
                    <a:pt x="164" y="256"/>
                    <a:pt x="160" y="251"/>
                    <a:pt x="160" y="245"/>
                  </a:cubicBezTo>
                  <a:cubicBezTo>
                    <a:pt x="160" y="239"/>
                    <a:pt x="164" y="234"/>
                    <a:pt x="170" y="234"/>
                  </a:cubicBezTo>
                  <a:cubicBezTo>
                    <a:pt x="176" y="234"/>
                    <a:pt x="181" y="239"/>
                    <a:pt x="181" y="245"/>
                  </a:cubicBezTo>
                  <a:cubicBezTo>
                    <a:pt x="181" y="251"/>
                    <a:pt x="176" y="256"/>
                    <a:pt x="170" y="256"/>
                  </a:cubicBezTo>
                  <a:close/>
                  <a:moveTo>
                    <a:pt x="170" y="213"/>
                  </a:moveTo>
                  <a:cubicBezTo>
                    <a:pt x="164" y="213"/>
                    <a:pt x="160" y="208"/>
                    <a:pt x="160" y="202"/>
                  </a:cubicBezTo>
                  <a:cubicBezTo>
                    <a:pt x="160" y="196"/>
                    <a:pt x="164" y="192"/>
                    <a:pt x="170" y="192"/>
                  </a:cubicBezTo>
                  <a:cubicBezTo>
                    <a:pt x="176" y="192"/>
                    <a:pt x="181" y="196"/>
                    <a:pt x="181" y="202"/>
                  </a:cubicBezTo>
                  <a:cubicBezTo>
                    <a:pt x="181" y="208"/>
                    <a:pt x="176" y="213"/>
                    <a:pt x="170" y="213"/>
                  </a:cubicBezTo>
                  <a:close/>
                  <a:moveTo>
                    <a:pt x="213" y="341"/>
                  </a:moveTo>
                  <a:cubicBezTo>
                    <a:pt x="207" y="341"/>
                    <a:pt x="202" y="336"/>
                    <a:pt x="202" y="330"/>
                  </a:cubicBezTo>
                  <a:cubicBezTo>
                    <a:pt x="202" y="324"/>
                    <a:pt x="207" y="320"/>
                    <a:pt x="213" y="320"/>
                  </a:cubicBezTo>
                  <a:cubicBezTo>
                    <a:pt x="219" y="320"/>
                    <a:pt x="224" y="324"/>
                    <a:pt x="224" y="330"/>
                  </a:cubicBezTo>
                  <a:cubicBezTo>
                    <a:pt x="224" y="336"/>
                    <a:pt x="219" y="341"/>
                    <a:pt x="213" y="341"/>
                  </a:cubicBezTo>
                  <a:close/>
                  <a:moveTo>
                    <a:pt x="213" y="298"/>
                  </a:moveTo>
                  <a:cubicBezTo>
                    <a:pt x="207" y="298"/>
                    <a:pt x="202" y="294"/>
                    <a:pt x="202" y="288"/>
                  </a:cubicBezTo>
                  <a:cubicBezTo>
                    <a:pt x="202" y="282"/>
                    <a:pt x="207" y="277"/>
                    <a:pt x="213" y="277"/>
                  </a:cubicBezTo>
                  <a:cubicBezTo>
                    <a:pt x="219" y="277"/>
                    <a:pt x="224" y="282"/>
                    <a:pt x="224" y="288"/>
                  </a:cubicBezTo>
                  <a:cubicBezTo>
                    <a:pt x="224" y="294"/>
                    <a:pt x="219" y="298"/>
                    <a:pt x="213" y="298"/>
                  </a:cubicBezTo>
                  <a:close/>
                  <a:moveTo>
                    <a:pt x="213" y="256"/>
                  </a:moveTo>
                  <a:cubicBezTo>
                    <a:pt x="207" y="256"/>
                    <a:pt x="202" y="251"/>
                    <a:pt x="202" y="245"/>
                  </a:cubicBezTo>
                  <a:cubicBezTo>
                    <a:pt x="202" y="239"/>
                    <a:pt x="207" y="234"/>
                    <a:pt x="213" y="234"/>
                  </a:cubicBezTo>
                  <a:cubicBezTo>
                    <a:pt x="219" y="234"/>
                    <a:pt x="224" y="239"/>
                    <a:pt x="224" y="245"/>
                  </a:cubicBezTo>
                  <a:cubicBezTo>
                    <a:pt x="224" y="251"/>
                    <a:pt x="219" y="256"/>
                    <a:pt x="213" y="256"/>
                  </a:cubicBezTo>
                  <a:close/>
                  <a:moveTo>
                    <a:pt x="213" y="213"/>
                  </a:moveTo>
                  <a:cubicBezTo>
                    <a:pt x="207" y="213"/>
                    <a:pt x="202" y="208"/>
                    <a:pt x="202" y="202"/>
                  </a:cubicBezTo>
                  <a:cubicBezTo>
                    <a:pt x="202" y="196"/>
                    <a:pt x="207" y="192"/>
                    <a:pt x="213" y="192"/>
                  </a:cubicBezTo>
                  <a:cubicBezTo>
                    <a:pt x="219" y="192"/>
                    <a:pt x="224" y="196"/>
                    <a:pt x="224" y="202"/>
                  </a:cubicBezTo>
                  <a:cubicBezTo>
                    <a:pt x="224" y="208"/>
                    <a:pt x="219" y="213"/>
                    <a:pt x="213" y="213"/>
                  </a:cubicBezTo>
                  <a:close/>
                  <a:moveTo>
                    <a:pt x="256" y="341"/>
                  </a:moveTo>
                  <a:cubicBezTo>
                    <a:pt x="250" y="341"/>
                    <a:pt x="245" y="336"/>
                    <a:pt x="245" y="330"/>
                  </a:cubicBezTo>
                  <a:cubicBezTo>
                    <a:pt x="245" y="324"/>
                    <a:pt x="250" y="320"/>
                    <a:pt x="256" y="320"/>
                  </a:cubicBezTo>
                  <a:cubicBezTo>
                    <a:pt x="262" y="320"/>
                    <a:pt x="266" y="324"/>
                    <a:pt x="266" y="330"/>
                  </a:cubicBezTo>
                  <a:cubicBezTo>
                    <a:pt x="266" y="336"/>
                    <a:pt x="262" y="341"/>
                    <a:pt x="256" y="341"/>
                  </a:cubicBezTo>
                  <a:close/>
                  <a:moveTo>
                    <a:pt x="256" y="298"/>
                  </a:moveTo>
                  <a:cubicBezTo>
                    <a:pt x="250" y="298"/>
                    <a:pt x="245" y="294"/>
                    <a:pt x="245" y="288"/>
                  </a:cubicBezTo>
                  <a:cubicBezTo>
                    <a:pt x="245" y="282"/>
                    <a:pt x="250" y="277"/>
                    <a:pt x="256" y="277"/>
                  </a:cubicBezTo>
                  <a:cubicBezTo>
                    <a:pt x="262" y="277"/>
                    <a:pt x="266" y="282"/>
                    <a:pt x="266" y="288"/>
                  </a:cubicBezTo>
                  <a:cubicBezTo>
                    <a:pt x="266" y="294"/>
                    <a:pt x="262" y="298"/>
                    <a:pt x="256" y="298"/>
                  </a:cubicBezTo>
                  <a:close/>
                  <a:moveTo>
                    <a:pt x="256" y="256"/>
                  </a:moveTo>
                  <a:cubicBezTo>
                    <a:pt x="250" y="256"/>
                    <a:pt x="245" y="251"/>
                    <a:pt x="245" y="245"/>
                  </a:cubicBezTo>
                  <a:cubicBezTo>
                    <a:pt x="245" y="239"/>
                    <a:pt x="250" y="234"/>
                    <a:pt x="256" y="234"/>
                  </a:cubicBezTo>
                  <a:cubicBezTo>
                    <a:pt x="262" y="234"/>
                    <a:pt x="266" y="239"/>
                    <a:pt x="266" y="245"/>
                  </a:cubicBezTo>
                  <a:cubicBezTo>
                    <a:pt x="266" y="251"/>
                    <a:pt x="262" y="256"/>
                    <a:pt x="256" y="256"/>
                  </a:cubicBezTo>
                  <a:close/>
                  <a:moveTo>
                    <a:pt x="256" y="213"/>
                  </a:moveTo>
                  <a:cubicBezTo>
                    <a:pt x="250" y="213"/>
                    <a:pt x="245" y="208"/>
                    <a:pt x="245" y="202"/>
                  </a:cubicBezTo>
                  <a:cubicBezTo>
                    <a:pt x="245" y="196"/>
                    <a:pt x="250" y="192"/>
                    <a:pt x="256" y="192"/>
                  </a:cubicBezTo>
                  <a:cubicBezTo>
                    <a:pt x="262" y="192"/>
                    <a:pt x="266" y="196"/>
                    <a:pt x="266" y="202"/>
                  </a:cubicBezTo>
                  <a:cubicBezTo>
                    <a:pt x="266" y="208"/>
                    <a:pt x="262" y="213"/>
                    <a:pt x="256" y="213"/>
                  </a:cubicBezTo>
                  <a:close/>
                  <a:moveTo>
                    <a:pt x="298" y="341"/>
                  </a:moveTo>
                  <a:cubicBezTo>
                    <a:pt x="292" y="341"/>
                    <a:pt x="288" y="336"/>
                    <a:pt x="288" y="330"/>
                  </a:cubicBezTo>
                  <a:cubicBezTo>
                    <a:pt x="288" y="324"/>
                    <a:pt x="292" y="320"/>
                    <a:pt x="298" y="320"/>
                  </a:cubicBezTo>
                  <a:cubicBezTo>
                    <a:pt x="304" y="320"/>
                    <a:pt x="309" y="324"/>
                    <a:pt x="309" y="330"/>
                  </a:cubicBezTo>
                  <a:cubicBezTo>
                    <a:pt x="309" y="336"/>
                    <a:pt x="304" y="341"/>
                    <a:pt x="298" y="341"/>
                  </a:cubicBezTo>
                  <a:close/>
                  <a:moveTo>
                    <a:pt x="298" y="298"/>
                  </a:moveTo>
                  <a:cubicBezTo>
                    <a:pt x="292" y="298"/>
                    <a:pt x="288" y="294"/>
                    <a:pt x="288" y="288"/>
                  </a:cubicBezTo>
                  <a:cubicBezTo>
                    <a:pt x="288" y="282"/>
                    <a:pt x="292" y="277"/>
                    <a:pt x="298" y="277"/>
                  </a:cubicBezTo>
                  <a:cubicBezTo>
                    <a:pt x="304" y="277"/>
                    <a:pt x="309" y="282"/>
                    <a:pt x="309" y="288"/>
                  </a:cubicBezTo>
                  <a:cubicBezTo>
                    <a:pt x="309" y="294"/>
                    <a:pt x="304" y="298"/>
                    <a:pt x="298" y="298"/>
                  </a:cubicBezTo>
                  <a:close/>
                  <a:moveTo>
                    <a:pt x="298" y="256"/>
                  </a:moveTo>
                  <a:cubicBezTo>
                    <a:pt x="292" y="256"/>
                    <a:pt x="288" y="251"/>
                    <a:pt x="288" y="245"/>
                  </a:cubicBezTo>
                  <a:cubicBezTo>
                    <a:pt x="288" y="239"/>
                    <a:pt x="292" y="234"/>
                    <a:pt x="298" y="234"/>
                  </a:cubicBezTo>
                  <a:cubicBezTo>
                    <a:pt x="304" y="234"/>
                    <a:pt x="309" y="239"/>
                    <a:pt x="309" y="245"/>
                  </a:cubicBezTo>
                  <a:cubicBezTo>
                    <a:pt x="309" y="251"/>
                    <a:pt x="304" y="256"/>
                    <a:pt x="298" y="256"/>
                  </a:cubicBezTo>
                  <a:close/>
                  <a:moveTo>
                    <a:pt x="298" y="213"/>
                  </a:moveTo>
                  <a:cubicBezTo>
                    <a:pt x="292" y="213"/>
                    <a:pt x="288" y="208"/>
                    <a:pt x="288" y="202"/>
                  </a:cubicBezTo>
                  <a:cubicBezTo>
                    <a:pt x="288" y="196"/>
                    <a:pt x="292" y="192"/>
                    <a:pt x="298" y="192"/>
                  </a:cubicBezTo>
                  <a:cubicBezTo>
                    <a:pt x="304" y="192"/>
                    <a:pt x="309" y="196"/>
                    <a:pt x="309" y="202"/>
                  </a:cubicBezTo>
                  <a:cubicBezTo>
                    <a:pt x="309" y="208"/>
                    <a:pt x="304" y="213"/>
                    <a:pt x="298" y="213"/>
                  </a:cubicBezTo>
                  <a:close/>
                  <a:moveTo>
                    <a:pt x="341" y="298"/>
                  </a:moveTo>
                  <a:cubicBezTo>
                    <a:pt x="335" y="298"/>
                    <a:pt x="330" y="294"/>
                    <a:pt x="330" y="288"/>
                  </a:cubicBezTo>
                  <a:cubicBezTo>
                    <a:pt x="330" y="282"/>
                    <a:pt x="335" y="277"/>
                    <a:pt x="341" y="277"/>
                  </a:cubicBezTo>
                  <a:cubicBezTo>
                    <a:pt x="347" y="277"/>
                    <a:pt x="352" y="282"/>
                    <a:pt x="352" y="288"/>
                  </a:cubicBezTo>
                  <a:cubicBezTo>
                    <a:pt x="352" y="294"/>
                    <a:pt x="347" y="298"/>
                    <a:pt x="341" y="298"/>
                  </a:cubicBezTo>
                  <a:close/>
                  <a:moveTo>
                    <a:pt x="341" y="256"/>
                  </a:moveTo>
                  <a:cubicBezTo>
                    <a:pt x="335" y="256"/>
                    <a:pt x="330" y="251"/>
                    <a:pt x="330" y="245"/>
                  </a:cubicBezTo>
                  <a:cubicBezTo>
                    <a:pt x="330" y="239"/>
                    <a:pt x="335" y="234"/>
                    <a:pt x="341" y="234"/>
                  </a:cubicBezTo>
                  <a:cubicBezTo>
                    <a:pt x="347" y="234"/>
                    <a:pt x="352" y="239"/>
                    <a:pt x="352" y="245"/>
                  </a:cubicBezTo>
                  <a:cubicBezTo>
                    <a:pt x="352" y="251"/>
                    <a:pt x="347" y="256"/>
                    <a:pt x="341" y="256"/>
                  </a:cubicBezTo>
                  <a:close/>
                  <a:moveTo>
                    <a:pt x="341" y="192"/>
                  </a:moveTo>
                  <a:cubicBezTo>
                    <a:pt x="347" y="192"/>
                    <a:pt x="352" y="196"/>
                    <a:pt x="352" y="202"/>
                  </a:cubicBezTo>
                  <a:cubicBezTo>
                    <a:pt x="352" y="208"/>
                    <a:pt x="347" y="213"/>
                    <a:pt x="341" y="213"/>
                  </a:cubicBezTo>
                  <a:cubicBezTo>
                    <a:pt x="335" y="213"/>
                    <a:pt x="330" y="208"/>
                    <a:pt x="330" y="202"/>
                  </a:cubicBezTo>
                  <a:cubicBezTo>
                    <a:pt x="330" y="196"/>
                    <a:pt x="335" y="192"/>
                    <a:pt x="341" y="192"/>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84"/>
                  </a:moveTo>
                  <a:cubicBezTo>
                    <a:pt x="394" y="390"/>
                    <a:pt x="390" y="394"/>
                    <a:pt x="384" y="394"/>
                  </a:cubicBezTo>
                  <a:cubicBezTo>
                    <a:pt x="128" y="394"/>
                    <a:pt x="128" y="394"/>
                    <a:pt x="128" y="394"/>
                  </a:cubicBezTo>
                  <a:cubicBezTo>
                    <a:pt x="122" y="394"/>
                    <a:pt x="117" y="390"/>
                    <a:pt x="117" y="384"/>
                  </a:cubicBezTo>
                  <a:cubicBezTo>
                    <a:pt x="117" y="128"/>
                    <a:pt x="117" y="128"/>
                    <a:pt x="117" y="128"/>
                  </a:cubicBezTo>
                  <a:cubicBezTo>
                    <a:pt x="117" y="122"/>
                    <a:pt x="122" y="117"/>
                    <a:pt x="128" y="117"/>
                  </a:cubicBezTo>
                  <a:cubicBezTo>
                    <a:pt x="181" y="117"/>
                    <a:pt x="181" y="117"/>
                    <a:pt x="181" y="117"/>
                  </a:cubicBezTo>
                  <a:cubicBezTo>
                    <a:pt x="181" y="106"/>
                    <a:pt x="181" y="106"/>
                    <a:pt x="181" y="106"/>
                  </a:cubicBezTo>
                  <a:cubicBezTo>
                    <a:pt x="181" y="100"/>
                    <a:pt x="186" y="96"/>
                    <a:pt x="192" y="96"/>
                  </a:cubicBezTo>
                  <a:cubicBezTo>
                    <a:pt x="198" y="96"/>
                    <a:pt x="202" y="100"/>
                    <a:pt x="202" y="106"/>
                  </a:cubicBezTo>
                  <a:cubicBezTo>
                    <a:pt x="202" y="117"/>
                    <a:pt x="202" y="117"/>
                    <a:pt x="202" y="117"/>
                  </a:cubicBezTo>
                  <a:cubicBezTo>
                    <a:pt x="309" y="117"/>
                    <a:pt x="309" y="117"/>
                    <a:pt x="309" y="117"/>
                  </a:cubicBezTo>
                  <a:cubicBezTo>
                    <a:pt x="309" y="106"/>
                    <a:pt x="309" y="106"/>
                    <a:pt x="309" y="106"/>
                  </a:cubicBezTo>
                  <a:cubicBezTo>
                    <a:pt x="309" y="100"/>
                    <a:pt x="314" y="96"/>
                    <a:pt x="320" y="96"/>
                  </a:cubicBezTo>
                  <a:cubicBezTo>
                    <a:pt x="326" y="96"/>
                    <a:pt x="330" y="100"/>
                    <a:pt x="330" y="106"/>
                  </a:cubicBezTo>
                  <a:cubicBezTo>
                    <a:pt x="330" y="117"/>
                    <a:pt x="330" y="117"/>
                    <a:pt x="330" y="117"/>
                  </a:cubicBezTo>
                  <a:cubicBezTo>
                    <a:pt x="384" y="117"/>
                    <a:pt x="384" y="117"/>
                    <a:pt x="384" y="117"/>
                  </a:cubicBezTo>
                  <a:cubicBezTo>
                    <a:pt x="390" y="117"/>
                    <a:pt x="394" y="122"/>
                    <a:pt x="394" y="128"/>
                  </a:cubicBezTo>
                  <a:lnTo>
                    <a:pt x="394" y="384"/>
                  </a:lnTo>
                  <a:close/>
                </a:path>
              </a:pathLst>
            </a:custGeom>
            <a:solidFill>
              <a:schemeClr val="accent4"/>
            </a:solidFill>
            <a:ln>
              <a:noFill/>
            </a:ln>
          </p:spPr>
          <p:txBody>
            <a:bodyPr vert="horz" wrap="square" lIns="55721" tIns="27861" rIns="55721" bIns="27861"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grpSp>
      <p:sp>
        <p:nvSpPr>
          <p:cNvPr id="37" name="Rectangle 8">
            <a:extLst>
              <a:ext uri="{FF2B5EF4-FFF2-40B4-BE49-F238E27FC236}">
                <a16:creationId xmlns:a16="http://schemas.microsoft.com/office/drawing/2014/main" id="{3FACD774-61A5-4471-8FE6-1A81D7956750}"/>
              </a:ext>
            </a:extLst>
          </p:cNvPr>
          <p:cNvSpPr>
            <a:spLocks noChangeArrowheads="1"/>
          </p:cNvSpPr>
          <p:nvPr>
            <p:custDataLst>
              <p:tags r:id="rId6"/>
            </p:custDataLst>
          </p:nvPr>
        </p:nvSpPr>
        <p:spPr bwMode="blackWhite">
          <a:xfrm>
            <a:off x="2106865" y="2260611"/>
            <a:ext cx="1193906" cy="611797"/>
          </a:xfrm>
          <a:prstGeom prst="rect">
            <a:avLst/>
          </a:prstGeom>
          <a:solidFill>
            <a:schemeClr val="bg1"/>
          </a:solidFill>
          <a:ln w="9525">
            <a:noFill/>
            <a:miter lim="800000"/>
            <a:headEnd/>
            <a:tailEnd/>
          </a:ln>
        </p:spPr>
        <p:txBody>
          <a:bodyPr wrap="square" lIns="0" tIns="0" rIns="111443" bIns="0" anchor="ctr">
            <a:no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sp>
        <p:nvSpPr>
          <p:cNvPr id="38" name="Freeform 5">
            <a:extLst>
              <a:ext uri="{FF2B5EF4-FFF2-40B4-BE49-F238E27FC236}">
                <a16:creationId xmlns:a16="http://schemas.microsoft.com/office/drawing/2014/main" id="{3EC31592-913F-4DBD-A482-0FDE016E1C3F}"/>
              </a:ext>
            </a:extLst>
          </p:cNvPr>
          <p:cNvSpPr>
            <a:spLocks/>
          </p:cNvSpPr>
          <p:nvPr/>
        </p:nvSpPr>
        <p:spPr bwMode="auto">
          <a:xfrm rot="17100000">
            <a:off x="6115073" y="2313453"/>
            <a:ext cx="2475647" cy="2751148"/>
          </a:xfrm>
          <a:custGeom>
            <a:avLst/>
            <a:gdLst>
              <a:gd name="T0" fmla="*/ 808 w 1714"/>
              <a:gd name="T1" fmla="*/ 0 h 1715"/>
              <a:gd name="T2" fmla="*/ 1187 w 1714"/>
              <a:gd name="T3" fmla="*/ 269 h 1715"/>
              <a:gd name="T4" fmla="*/ 766 w 1714"/>
              <a:gd name="T5" fmla="*/ 463 h 1715"/>
              <a:gd name="T6" fmla="*/ 777 w 1714"/>
              <a:gd name="T7" fmla="*/ 322 h 1715"/>
              <a:gd name="T8" fmla="*/ 725 w 1714"/>
              <a:gd name="T9" fmla="*/ 338 h 1715"/>
              <a:gd name="T10" fmla="*/ 300 w 1714"/>
              <a:gd name="T11" fmla="*/ 848 h 1715"/>
              <a:gd name="T12" fmla="*/ 545 w 1714"/>
              <a:gd name="T13" fmla="*/ 1457 h 1715"/>
              <a:gd name="T14" fmla="*/ 1297 w 1714"/>
              <a:gd name="T15" fmla="*/ 1496 h 1715"/>
              <a:gd name="T16" fmla="*/ 1612 w 1714"/>
              <a:gd name="T17" fmla="*/ 799 h 1715"/>
              <a:gd name="T18" fmla="*/ 1341 w 1714"/>
              <a:gd name="T19" fmla="*/ 352 h 1715"/>
              <a:gd name="T20" fmla="*/ 1539 w 1714"/>
              <a:gd name="T21" fmla="*/ 543 h 1715"/>
              <a:gd name="T22" fmla="*/ 1561 w 1714"/>
              <a:gd name="T23" fmla="*/ 1320 h 1715"/>
              <a:gd name="T24" fmla="*/ 844 w 1714"/>
              <a:gd name="T25" fmla="*/ 1685 h 1715"/>
              <a:gd name="T26" fmla="*/ 221 w 1714"/>
              <a:gd name="T27" fmla="*/ 599 h 1715"/>
              <a:gd name="T28" fmla="*/ 760 w 1714"/>
              <a:gd name="T29" fmla="*/ 161 h 1715"/>
              <a:gd name="T30" fmla="*/ 798 w 1714"/>
              <a:gd name="T31" fmla="*/ 116 h 1715"/>
              <a:gd name="T32" fmla="*/ 808 w 1714"/>
              <a:gd name="T33" fmla="*/ 0 h 1715"/>
              <a:gd name="connsiteX0" fmla="*/ 3842 w 8858"/>
              <a:gd name="connsiteY0" fmla="*/ 0 h 9850"/>
              <a:gd name="connsiteX1" fmla="*/ 6053 w 8858"/>
              <a:gd name="connsiteY1" fmla="*/ 1569 h 9850"/>
              <a:gd name="connsiteX2" fmla="*/ 3597 w 8858"/>
              <a:gd name="connsiteY2" fmla="*/ 2700 h 9850"/>
              <a:gd name="connsiteX3" fmla="*/ 3661 w 8858"/>
              <a:gd name="connsiteY3" fmla="*/ 1878 h 9850"/>
              <a:gd name="connsiteX4" fmla="*/ 3358 w 8858"/>
              <a:gd name="connsiteY4" fmla="*/ 1971 h 9850"/>
              <a:gd name="connsiteX5" fmla="*/ 878 w 8858"/>
              <a:gd name="connsiteY5" fmla="*/ 4945 h 9850"/>
              <a:gd name="connsiteX6" fmla="*/ 2308 w 8858"/>
              <a:gd name="connsiteY6" fmla="*/ 8496 h 9850"/>
              <a:gd name="connsiteX7" fmla="*/ 6695 w 8858"/>
              <a:gd name="connsiteY7" fmla="*/ 8723 h 9850"/>
              <a:gd name="connsiteX8" fmla="*/ 8533 w 8858"/>
              <a:gd name="connsiteY8" fmla="*/ 4659 h 9850"/>
              <a:gd name="connsiteX9" fmla="*/ 6952 w 8858"/>
              <a:gd name="connsiteY9" fmla="*/ 2052 h 9850"/>
              <a:gd name="connsiteX10" fmla="*/ 8107 w 8858"/>
              <a:gd name="connsiteY10" fmla="*/ 3166 h 9850"/>
              <a:gd name="connsiteX11" fmla="*/ 8235 w 8858"/>
              <a:gd name="connsiteY11" fmla="*/ 7697 h 9850"/>
              <a:gd name="connsiteX12" fmla="*/ 4052 w 8858"/>
              <a:gd name="connsiteY12" fmla="*/ 9825 h 9850"/>
              <a:gd name="connsiteX13" fmla="*/ 417 w 8858"/>
              <a:gd name="connsiteY13" fmla="*/ 3493 h 9850"/>
              <a:gd name="connsiteX14" fmla="*/ 3562 w 8858"/>
              <a:gd name="connsiteY14" fmla="*/ 939 h 9850"/>
              <a:gd name="connsiteX15" fmla="*/ 3758 w 8858"/>
              <a:gd name="connsiteY15" fmla="*/ 830 h 9850"/>
              <a:gd name="connsiteX16" fmla="*/ 3842 w 8858"/>
              <a:gd name="connsiteY16" fmla="*/ 0 h 9850"/>
              <a:gd name="connsiteX0" fmla="*/ 4336 w 9999"/>
              <a:gd name="connsiteY0" fmla="*/ 0 h 10000"/>
              <a:gd name="connsiteX1" fmla="*/ 6832 w 9999"/>
              <a:gd name="connsiteY1" fmla="*/ 1593 h 10000"/>
              <a:gd name="connsiteX2" fmla="*/ 4060 w 9999"/>
              <a:gd name="connsiteY2" fmla="*/ 2741 h 10000"/>
              <a:gd name="connsiteX3" fmla="*/ 4132 w 9999"/>
              <a:gd name="connsiteY3" fmla="*/ 1907 h 10000"/>
              <a:gd name="connsiteX4" fmla="*/ 3790 w 9999"/>
              <a:gd name="connsiteY4" fmla="*/ 2001 h 10000"/>
              <a:gd name="connsiteX5" fmla="*/ 990 w 9999"/>
              <a:gd name="connsiteY5" fmla="*/ 5020 h 10000"/>
              <a:gd name="connsiteX6" fmla="*/ 2605 w 9999"/>
              <a:gd name="connsiteY6" fmla="*/ 8625 h 10000"/>
              <a:gd name="connsiteX7" fmla="*/ 7557 w 9999"/>
              <a:gd name="connsiteY7" fmla="*/ 8856 h 10000"/>
              <a:gd name="connsiteX8" fmla="*/ 9632 w 9999"/>
              <a:gd name="connsiteY8" fmla="*/ 4730 h 10000"/>
              <a:gd name="connsiteX9" fmla="*/ 7847 w 9999"/>
              <a:gd name="connsiteY9" fmla="*/ 2083 h 10000"/>
              <a:gd name="connsiteX10" fmla="*/ 9151 w 9999"/>
              <a:gd name="connsiteY10" fmla="*/ 3214 h 10000"/>
              <a:gd name="connsiteX11" fmla="*/ 9296 w 9999"/>
              <a:gd name="connsiteY11" fmla="*/ 7814 h 10000"/>
              <a:gd name="connsiteX12" fmla="*/ 4573 w 9999"/>
              <a:gd name="connsiteY12" fmla="*/ 9975 h 10000"/>
              <a:gd name="connsiteX13" fmla="*/ 470 w 9999"/>
              <a:gd name="connsiteY13" fmla="*/ 3546 h 10000"/>
              <a:gd name="connsiteX14" fmla="*/ 4020 w 9999"/>
              <a:gd name="connsiteY14" fmla="*/ 953 h 10000"/>
              <a:gd name="connsiteX15" fmla="*/ 4241 w 9999"/>
              <a:gd name="connsiteY15" fmla="*/ 843 h 10000"/>
              <a:gd name="connsiteX16" fmla="*/ 4336 w 9999"/>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43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43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 name="connsiteX0" fmla="*/ 4336 w 10000"/>
              <a:gd name="connsiteY0" fmla="*/ 0 h 10000"/>
              <a:gd name="connsiteX1" fmla="*/ 6833 w 10000"/>
              <a:gd name="connsiteY1" fmla="*/ 1593 h 10000"/>
              <a:gd name="connsiteX2" fmla="*/ 4060 w 10000"/>
              <a:gd name="connsiteY2" fmla="*/ 2741 h 10000"/>
              <a:gd name="connsiteX3" fmla="*/ 4132 w 10000"/>
              <a:gd name="connsiteY3" fmla="*/ 1907 h 10000"/>
              <a:gd name="connsiteX4" fmla="*/ 3790 w 10000"/>
              <a:gd name="connsiteY4" fmla="*/ 2001 h 10000"/>
              <a:gd name="connsiteX5" fmla="*/ 990 w 10000"/>
              <a:gd name="connsiteY5" fmla="*/ 5020 h 10000"/>
              <a:gd name="connsiteX6" fmla="*/ 2605 w 10000"/>
              <a:gd name="connsiteY6" fmla="*/ 8625 h 10000"/>
              <a:gd name="connsiteX7" fmla="*/ 7558 w 10000"/>
              <a:gd name="connsiteY7" fmla="*/ 8856 h 10000"/>
              <a:gd name="connsiteX8" fmla="*/ 9633 w 10000"/>
              <a:gd name="connsiteY8" fmla="*/ 4730 h 10000"/>
              <a:gd name="connsiteX9" fmla="*/ 7848 w 10000"/>
              <a:gd name="connsiteY9" fmla="*/ 2083 h 10000"/>
              <a:gd name="connsiteX10" fmla="*/ 9152 w 10000"/>
              <a:gd name="connsiteY10" fmla="*/ 3214 h 10000"/>
              <a:gd name="connsiteX11" fmla="*/ 9297 w 10000"/>
              <a:gd name="connsiteY11" fmla="*/ 7814 h 10000"/>
              <a:gd name="connsiteX12" fmla="*/ 4573 w 10000"/>
              <a:gd name="connsiteY12" fmla="*/ 9975 h 10000"/>
              <a:gd name="connsiteX13" fmla="*/ 470 w 10000"/>
              <a:gd name="connsiteY13" fmla="*/ 3546 h 10000"/>
              <a:gd name="connsiteX14" fmla="*/ 4020 w 10000"/>
              <a:gd name="connsiteY14" fmla="*/ 953 h 10000"/>
              <a:gd name="connsiteX15" fmla="*/ 4241 w 10000"/>
              <a:gd name="connsiteY15" fmla="*/ 894 h 10000"/>
              <a:gd name="connsiteX16" fmla="*/ 4336 w 10000"/>
              <a:gd name="connsiteY1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00" h="10000">
                <a:moveTo>
                  <a:pt x="4336" y="0"/>
                </a:moveTo>
                <a:lnTo>
                  <a:pt x="6833" y="1593"/>
                </a:lnTo>
                <a:lnTo>
                  <a:pt x="4060" y="2741"/>
                </a:lnTo>
                <a:cubicBezTo>
                  <a:pt x="4086" y="2457"/>
                  <a:pt x="4106" y="2196"/>
                  <a:pt x="4132" y="1907"/>
                </a:cubicBezTo>
                <a:cubicBezTo>
                  <a:pt x="3994" y="1942"/>
                  <a:pt x="3888" y="1965"/>
                  <a:pt x="3790" y="2001"/>
                </a:cubicBezTo>
                <a:cubicBezTo>
                  <a:pt x="2215" y="2528"/>
                  <a:pt x="1248" y="3534"/>
                  <a:pt x="990" y="5020"/>
                </a:cubicBezTo>
                <a:cubicBezTo>
                  <a:pt x="741" y="6482"/>
                  <a:pt x="1301" y="7714"/>
                  <a:pt x="2605" y="8625"/>
                </a:cubicBezTo>
                <a:cubicBezTo>
                  <a:pt x="4053" y="9644"/>
                  <a:pt x="5997" y="9715"/>
                  <a:pt x="7558" y="8856"/>
                </a:cubicBezTo>
                <a:cubicBezTo>
                  <a:pt x="9119" y="8003"/>
                  <a:pt x="9956" y="6334"/>
                  <a:pt x="9633" y="4730"/>
                </a:cubicBezTo>
                <a:cubicBezTo>
                  <a:pt x="9415" y="3647"/>
                  <a:pt x="8803" y="2741"/>
                  <a:pt x="7848" y="2083"/>
                </a:cubicBezTo>
                <a:cubicBezTo>
                  <a:pt x="8217" y="2238"/>
                  <a:pt x="8816" y="2741"/>
                  <a:pt x="9152" y="3214"/>
                </a:cubicBezTo>
                <a:cubicBezTo>
                  <a:pt x="10205" y="4724"/>
                  <a:pt x="10305" y="6281"/>
                  <a:pt x="9297" y="7814"/>
                </a:cubicBezTo>
                <a:cubicBezTo>
                  <a:pt x="8250" y="9412"/>
                  <a:pt x="6623" y="10152"/>
                  <a:pt x="4573" y="9975"/>
                </a:cubicBezTo>
                <a:cubicBezTo>
                  <a:pt x="1096" y="9673"/>
                  <a:pt x="-985" y="6388"/>
                  <a:pt x="470" y="3546"/>
                </a:cubicBezTo>
                <a:cubicBezTo>
                  <a:pt x="1175" y="2166"/>
                  <a:pt x="2367" y="1303"/>
                  <a:pt x="4020" y="953"/>
                </a:cubicBezTo>
                <a:cubicBezTo>
                  <a:pt x="4199" y="912"/>
                  <a:pt x="4249" y="901"/>
                  <a:pt x="4241" y="894"/>
                </a:cubicBezTo>
                <a:cubicBezTo>
                  <a:pt x="4257" y="673"/>
                  <a:pt x="4246" y="898"/>
                  <a:pt x="4336" y="0"/>
                </a:cubicBezTo>
                <a:close/>
              </a:path>
            </a:pathLst>
          </a:custGeom>
          <a:solidFill>
            <a:schemeClr val="accent1"/>
          </a:solidFill>
          <a:ln w="1588" cap="flat">
            <a:noFill/>
            <a:prstDash val="solid"/>
            <a:miter lim="800000"/>
            <a:headEnd/>
            <a:tailEnd/>
          </a:ln>
        </p:spPr>
        <p:txBody>
          <a:bodyPr vert="horz" wrap="square" lIns="55721" tIns="27861" rIns="55721" bIns="27861" numCol="1" anchor="t" anchorCtr="0" compatLnSpc="1">
            <a:prstTxWarp prst="textNoShape">
              <a:avLst/>
            </a:prstTxWarp>
          </a:bodyPr>
          <a:lstStyle/>
          <a:p>
            <a:pPr defTabSz="742969">
              <a:defRPr/>
            </a:pPr>
            <a:endParaRPr lang="en-US" sz="1463" dirty="0">
              <a:solidFill>
                <a:prstClr val="black"/>
              </a:solidFill>
              <a:latin typeface="Aptos" panose="020B0004020202020204" pitchFamily="34" charset="0"/>
              <a:cs typeface="Verdana" panose="020B0604030504040204" pitchFamily="34" charset="0"/>
            </a:endParaRPr>
          </a:p>
        </p:txBody>
      </p:sp>
      <p:sp>
        <p:nvSpPr>
          <p:cNvPr id="39" name="Rectangle 9">
            <a:extLst>
              <a:ext uri="{FF2B5EF4-FFF2-40B4-BE49-F238E27FC236}">
                <a16:creationId xmlns:a16="http://schemas.microsoft.com/office/drawing/2014/main" id="{21D833E2-10F6-4378-BE4B-0262E9BD0671}"/>
              </a:ext>
            </a:extLst>
          </p:cNvPr>
          <p:cNvSpPr>
            <a:spLocks noChangeArrowheads="1"/>
          </p:cNvSpPr>
          <p:nvPr>
            <p:custDataLst>
              <p:tags r:id="rId7"/>
            </p:custDataLst>
          </p:nvPr>
        </p:nvSpPr>
        <p:spPr bwMode="blackWhite">
          <a:xfrm>
            <a:off x="8869434" y="3092474"/>
            <a:ext cx="168316" cy="146194"/>
          </a:xfrm>
          <a:prstGeom prst="rect">
            <a:avLst/>
          </a:prstGeom>
          <a:noFill/>
          <a:ln w="9525">
            <a:noFill/>
            <a:miter lim="800000"/>
            <a:headEnd/>
            <a:tailEnd/>
          </a:ln>
        </p:spPr>
        <p:txBody>
          <a:bodyPr wrap="none" lIns="0" tIns="0" rIns="0" bIns="0" anchor="ctr" anchorCtr="1">
            <a:sp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sp>
        <p:nvSpPr>
          <p:cNvPr id="40" name="Rectangle 10">
            <a:extLst>
              <a:ext uri="{FF2B5EF4-FFF2-40B4-BE49-F238E27FC236}">
                <a16:creationId xmlns:a16="http://schemas.microsoft.com/office/drawing/2014/main" id="{42B75545-4D26-40B0-A078-13AB6271A4CC}"/>
              </a:ext>
            </a:extLst>
          </p:cNvPr>
          <p:cNvSpPr>
            <a:spLocks noChangeArrowheads="1"/>
          </p:cNvSpPr>
          <p:nvPr>
            <p:custDataLst>
              <p:tags r:id="rId8"/>
            </p:custDataLst>
          </p:nvPr>
        </p:nvSpPr>
        <p:spPr bwMode="blackWhite">
          <a:xfrm>
            <a:off x="8797768" y="4300157"/>
            <a:ext cx="168316" cy="146194"/>
          </a:xfrm>
          <a:prstGeom prst="rect">
            <a:avLst/>
          </a:prstGeom>
          <a:noFill/>
          <a:ln w="9525">
            <a:noFill/>
            <a:miter lim="800000"/>
            <a:headEnd/>
            <a:tailEnd/>
          </a:ln>
        </p:spPr>
        <p:txBody>
          <a:bodyPr wrap="none" lIns="0" tIns="0" rIns="0" bIns="0" anchor="ctr" anchorCtr="1">
            <a:sp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sp>
        <p:nvSpPr>
          <p:cNvPr id="41" name="Rectangle 11">
            <a:extLst>
              <a:ext uri="{FF2B5EF4-FFF2-40B4-BE49-F238E27FC236}">
                <a16:creationId xmlns:a16="http://schemas.microsoft.com/office/drawing/2014/main" id="{2CEB5AEA-6798-4C12-9EDC-4E59EC3149D0}"/>
              </a:ext>
            </a:extLst>
          </p:cNvPr>
          <p:cNvSpPr>
            <a:spLocks noChangeArrowheads="1"/>
          </p:cNvSpPr>
          <p:nvPr>
            <p:custDataLst>
              <p:tags r:id="rId9"/>
            </p:custDataLst>
          </p:nvPr>
        </p:nvSpPr>
        <p:spPr bwMode="blackWhite">
          <a:xfrm>
            <a:off x="7874518" y="4998212"/>
            <a:ext cx="168316" cy="146194"/>
          </a:xfrm>
          <a:prstGeom prst="rect">
            <a:avLst/>
          </a:prstGeom>
          <a:noFill/>
          <a:ln w="9525">
            <a:noFill/>
            <a:miter lim="800000"/>
            <a:headEnd/>
            <a:tailEnd/>
          </a:ln>
        </p:spPr>
        <p:txBody>
          <a:bodyPr wrap="none" lIns="0" tIns="0" rIns="0" bIns="0" anchor="ctr" anchorCtr="1">
            <a:sp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sp>
        <p:nvSpPr>
          <p:cNvPr id="42" name="Rectangle 13">
            <a:extLst>
              <a:ext uri="{FF2B5EF4-FFF2-40B4-BE49-F238E27FC236}">
                <a16:creationId xmlns:a16="http://schemas.microsoft.com/office/drawing/2014/main" id="{E210E962-B607-4EAF-B887-6089BE9CAA6B}"/>
              </a:ext>
            </a:extLst>
          </p:cNvPr>
          <p:cNvSpPr>
            <a:spLocks noChangeArrowheads="1"/>
          </p:cNvSpPr>
          <p:nvPr>
            <p:custDataLst>
              <p:tags r:id="rId10"/>
            </p:custDataLst>
          </p:nvPr>
        </p:nvSpPr>
        <p:spPr bwMode="blackWhite">
          <a:xfrm>
            <a:off x="5927972" y="3606210"/>
            <a:ext cx="168316" cy="146194"/>
          </a:xfrm>
          <a:prstGeom prst="rect">
            <a:avLst/>
          </a:prstGeom>
          <a:noFill/>
          <a:ln w="9525">
            <a:noFill/>
            <a:miter lim="800000"/>
            <a:headEnd/>
            <a:tailEnd/>
          </a:ln>
        </p:spPr>
        <p:txBody>
          <a:bodyPr wrap="none" lIns="0" tIns="0" rIns="0" bIns="0" anchor="ctr" anchorCtr="1">
            <a:sp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sp>
        <p:nvSpPr>
          <p:cNvPr id="43" name="Rectangle 12">
            <a:extLst>
              <a:ext uri="{FF2B5EF4-FFF2-40B4-BE49-F238E27FC236}">
                <a16:creationId xmlns:a16="http://schemas.microsoft.com/office/drawing/2014/main" id="{3AA69C3B-0E61-481F-95A5-0F440E0C6D74}"/>
              </a:ext>
            </a:extLst>
          </p:cNvPr>
          <p:cNvSpPr>
            <a:spLocks noChangeArrowheads="1"/>
          </p:cNvSpPr>
          <p:nvPr>
            <p:custDataLst>
              <p:tags r:id="rId11"/>
            </p:custDataLst>
          </p:nvPr>
        </p:nvSpPr>
        <p:spPr bwMode="blackWhite">
          <a:xfrm>
            <a:off x="6075594" y="4486502"/>
            <a:ext cx="168316" cy="146194"/>
          </a:xfrm>
          <a:prstGeom prst="rect">
            <a:avLst/>
          </a:prstGeom>
          <a:noFill/>
          <a:ln w="9525">
            <a:noFill/>
            <a:miter lim="800000"/>
            <a:headEnd/>
            <a:tailEnd/>
          </a:ln>
        </p:spPr>
        <p:txBody>
          <a:bodyPr wrap="none" lIns="0" tIns="0" rIns="0" bIns="0" anchor="ctr" anchorCtr="1">
            <a:sp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grpSp>
        <p:nvGrpSpPr>
          <p:cNvPr id="44" name="Group 43">
            <a:extLst>
              <a:ext uri="{FF2B5EF4-FFF2-40B4-BE49-F238E27FC236}">
                <a16:creationId xmlns:a16="http://schemas.microsoft.com/office/drawing/2014/main" id="{5DADAA25-1F5C-4A36-AB3A-45635DB331FE}"/>
              </a:ext>
            </a:extLst>
          </p:cNvPr>
          <p:cNvGrpSpPr/>
          <p:nvPr/>
        </p:nvGrpSpPr>
        <p:grpSpPr>
          <a:xfrm>
            <a:off x="6221007" y="3232027"/>
            <a:ext cx="365387" cy="365387"/>
            <a:chOff x="3368752" y="3469032"/>
            <a:chExt cx="436680" cy="436680"/>
          </a:xfrm>
        </p:grpSpPr>
        <p:sp>
          <p:nvSpPr>
            <p:cNvPr id="45" name="Oval 44">
              <a:extLst>
                <a:ext uri="{FF2B5EF4-FFF2-40B4-BE49-F238E27FC236}">
                  <a16:creationId xmlns:a16="http://schemas.microsoft.com/office/drawing/2014/main" id="{E26FDB03-815D-4DE2-939D-D6B9F1E257A4}"/>
                </a:ext>
              </a:extLst>
            </p:cNvPr>
            <p:cNvSpPr/>
            <p:nvPr/>
          </p:nvSpPr>
          <p:spPr bwMode="gray">
            <a:xfrm>
              <a:off x="3368752" y="3469032"/>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sp>
          <p:nvSpPr>
            <p:cNvPr id="46" name="Freeform 36">
              <a:extLst>
                <a:ext uri="{FF2B5EF4-FFF2-40B4-BE49-F238E27FC236}">
                  <a16:creationId xmlns:a16="http://schemas.microsoft.com/office/drawing/2014/main" id="{7F64D108-C40C-4CDE-9370-7019DC9BB54D}"/>
                </a:ext>
              </a:extLst>
            </p:cNvPr>
            <p:cNvSpPr>
              <a:spLocks noChangeAspect="1" noEditPoints="1"/>
            </p:cNvSpPr>
            <p:nvPr>
              <p:custDataLst>
                <p:tags r:id="rId18"/>
              </p:custDataLst>
            </p:nvPr>
          </p:nvSpPr>
          <p:spPr bwMode="auto">
            <a:xfrm>
              <a:off x="3403277" y="3503557"/>
              <a:ext cx="367631" cy="367631"/>
            </a:xfrm>
            <a:custGeom>
              <a:avLst/>
              <a:gdLst>
                <a:gd name="T0" fmla="*/ 324 w 512"/>
                <a:gd name="T1" fmla="*/ 194 h 512"/>
                <a:gd name="T2" fmla="*/ 330 w 512"/>
                <a:gd name="T3" fmla="*/ 167 h 512"/>
                <a:gd name="T4" fmla="*/ 400 w 512"/>
                <a:gd name="T5" fmla="*/ 182 h 512"/>
                <a:gd name="T6" fmla="*/ 386 w 512"/>
                <a:gd name="T7" fmla="*/ 223 h 512"/>
                <a:gd name="T8" fmla="*/ 351 w 512"/>
                <a:gd name="T9" fmla="*/ 247 h 512"/>
                <a:gd name="T10" fmla="*/ 312 w 512"/>
                <a:gd name="T11" fmla="*/ 243 h 512"/>
                <a:gd name="T12" fmla="*/ 278 w 512"/>
                <a:gd name="T13" fmla="*/ 222 h 512"/>
                <a:gd name="T14" fmla="*/ 264 w 512"/>
                <a:gd name="T15" fmla="*/ 183 h 512"/>
                <a:gd name="T16" fmla="*/ 275 w 512"/>
                <a:gd name="T17" fmla="*/ 144 h 512"/>
                <a:gd name="T18" fmla="*/ 308 w 512"/>
                <a:gd name="T19" fmla="*/ 119 h 512"/>
                <a:gd name="T20" fmla="*/ 331 w 512"/>
                <a:gd name="T21" fmla="*/ 128 h 512"/>
                <a:gd name="T22" fmla="*/ 364 w 512"/>
                <a:gd name="T23" fmla="*/ 136 h 512"/>
                <a:gd name="T24" fmla="*/ 384 w 512"/>
                <a:gd name="T25" fmla="*/ 164 h 512"/>
                <a:gd name="T26" fmla="*/ 320 w 512"/>
                <a:gd name="T27" fmla="*/ 147 h 512"/>
                <a:gd name="T28" fmla="*/ 330 w 512"/>
                <a:gd name="T29" fmla="*/ 217 h 512"/>
                <a:gd name="T30" fmla="*/ 512 w 512"/>
                <a:gd name="T31" fmla="*/ 256 h 512"/>
                <a:gd name="T32" fmla="*/ 512 w 512"/>
                <a:gd name="T33" fmla="*/ 256 h 512"/>
                <a:gd name="T34" fmla="*/ 268 w 512"/>
                <a:gd name="T35" fmla="*/ 290 h 512"/>
                <a:gd name="T36" fmla="*/ 236 w 512"/>
                <a:gd name="T37" fmla="*/ 251 h 512"/>
                <a:gd name="T38" fmla="*/ 187 w 512"/>
                <a:gd name="T39" fmla="*/ 238 h 512"/>
                <a:gd name="T40" fmla="*/ 140 w 512"/>
                <a:gd name="T41" fmla="*/ 256 h 512"/>
                <a:gd name="T42" fmla="*/ 113 w 512"/>
                <a:gd name="T43" fmla="*/ 299 h 512"/>
                <a:gd name="T44" fmla="*/ 115 w 512"/>
                <a:gd name="T45" fmla="*/ 350 h 512"/>
                <a:gd name="T46" fmla="*/ 147 w 512"/>
                <a:gd name="T47" fmla="*/ 388 h 512"/>
                <a:gd name="T48" fmla="*/ 196 w 512"/>
                <a:gd name="T49" fmla="*/ 401 h 512"/>
                <a:gd name="T50" fmla="*/ 237 w 512"/>
                <a:gd name="T51" fmla="*/ 383 h 512"/>
                <a:gd name="T52" fmla="*/ 266 w 512"/>
                <a:gd name="T53" fmla="*/ 345 h 512"/>
                <a:gd name="T54" fmla="*/ 410 w 512"/>
                <a:gd name="T55" fmla="*/ 163 h 512"/>
                <a:gd name="T56" fmla="*/ 384 w 512"/>
                <a:gd name="T57" fmla="*/ 119 h 512"/>
                <a:gd name="T58" fmla="*/ 337 w 512"/>
                <a:gd name="T59" fmla="*/ 99 h 512"/>
                <a:gd name="T60" fmla="*/ 288 w 512"/>
                <a:gd name="T61" fmla="*/ 111 h 512"/>
                <a:gd name="T62" fmla="*/ 255 w 512"/>
                <a:gd name="T63" fmla="*/ 149 h 512"/>
                <a:gd name="T64" fmla="*/ 251 w 512"/>
                <a:gd name="T65" fmla="*/ 199 h 512"/>
                <a:gd name="T66" fmla="*/ 277 w 512"/>
                <a:gd name="T67" fmla="*/ 243 h 512"/>
                <a:gd name="T68" fmla="*/ 323 w 512"/>
                <a:gd name="T69" fmla="*/ 263 h 512"/>
                <a:gd name="T70" fmla="*/ 358 w 512"/>
                <a:gd name="T71" fmla="*/ 270 h 512"/>
                <a:gd name="T72" fmla="*/ 405 w 512"/>
                <a:gd name="T73" fmla="*/ 237 h 512"/>
                <a:gd name="T74" fmla="*/ 423 w 512"/>
                <a:gd name="T75" fmla="*/ 182 h 512"/>
                <a:gd name="T76" fmla="*/ 179 w 512"/>
                <a:gd name="T77" fmla="*/ 313 h 512"/>
                <a:gd name="T78" fmla="*/ 204 w 512"/>
                <a:gd name="T79" fmla="*/ 326 h 512"/>
                <a:gd name="T80" fmla="*/ 262 w 512"/>
                <a:gd name="T81" fmla="*/ 321 h 512"/>
                <a:gd name="T82" fmla="*/ 248 w 512"/>
                <a:gd name="T83" fmla="*/ 361 h 512"/>
                <a:gd name="T84" fmla="*/ 212 w 512"/>
                <a:gd name="T85" fmla="*/ 386 h 512"/>
                <a:gd name="T86" fmla="*/ 173 w 512"/>
                <a:gd name="T87" fmla="*/ 382 h 512"/>
                <a:gd name="T88" fmla="*/ 139 w 512"/>
                <a:gd name="T89" fmla="*/ 360 h 512"/>
                <a:gd name="T90" fmla="*/ 125 w 512"/>
                <a:gd name="T91" fmla="*/ 321 h 512"/>
                <a:gd name="T92" fmla="*/ 137 w 512"/>
                <a:gd name="T93" fmla="*/ 282 h 512"/>
                <a:gd name="T94" fmla="*/ 169 w 512"/>
                <a:gd name="T95" fmla="*/ 258 h 512"/>
                <a:gd name="T96" fmla="*/ 193 w 512"/>
                <a:gd name="T97" fmla="*/ 266 h 512"/>
                <a:gd name="T98" fmla="*/ 226 w 512"/>
                <a:gd name="T99" fmla="*/ 274 h 512"/>
                <a:gd name="T100" fmla="*/ 246 w 512"/>
                <a:gd name="T101" fmla="*/ 303 h 512"/>
                <a:gd name="T102" fmla="*/ 181 w 512"/>
                <a:gd name="T103" fmla="*/ 286 h 512"/>
                <a:gd name="T104" fmla="*/ 192 w 512"/>
                <a:gd name="T105" fmla="*/ 3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344" y="177"/>
                  </a:moveTo>
                  <a:cubicBezTo>
                    <a:pt x="345" y="180"/>
                    <a:pt x="345" y="184"/>
                    <a:pt x="343" y="188"/>
                  </a:cubicBezTo>
                  <a:cubicBezTo>
                    <a:pt x="341" y="191"/>
                    <a:pt x="338" y="193"/>
                    <a:pt x="335" y="195"/>
                  </a:cubicBezTo>
                  <a:cubicBezTo>
                    <a:pt x="331" y="196"/>
                    <a:pt x="327" y="195"/>
                    <a:pt x="324" y="194"/>
                  </a:cubicBezTo>
                  <a:cubicBezTo>
                    <a:pt x="320" y="192"/>
                    <a:pt x="318" y="189"/>
                    <a:pt x="317" y="185"/>
                  </a:cubicBezTo>
                  <a:cubicBezTo>
                    <a:pt x="316" y="182"/>
                    <a:pt x="316" y="178"/>
                    <a:pt x="318" y="174"/>
                  </a:cubicBezTo>
                  <a:cubicBezTo>
                    <a:pt x="320" y="171"/>
                    <a:pt x="322" y="169"/>
                    <a:pt x="326" y="167"/>
                  </a:cubicBezTo>
                  <a:cubicBezTo>
                    <a:pt x="328" y="167"/>
                    <a:pt x="329" y="167"/>
                    <a:pt x="330" y="167"/>
                  </a:cubicBezTo>
                  <a:cubicBezTo>
                    <a:pt x="333" y="167"/>
                    <a:pt x="335" y="167"/>
                    <a:pt x="337" y="168"/>
                  </a:cubicBezTo>
                  <a:cubicBezTo>
                    <a:pt x="340" y="170"/>
                    <a:pt x="343" y="173"/>
                    <a:pt x="344" y="177"/>
                  </a:cubicBezTo>
                  <a:close/>
                  <a:moveTo>
                    <a:pt x="397" y="179"/>
                  </a:moveTo>
                  <a:cubicBezTo>
                    <a:pt x="398" y="180"/>
                    <a:pt x="399" y="181"/>
                    <a:pt x="400" y="182"/>
                  </a:cubicBezTo>
                  <a:cubicBezTo>
                    <a:pt x="399" y="183"/>
                    <a:pt x="398" y="184"/>
                    <a:pt x="397" y="185"/>
                  </a:cubicBezTo>
                  <a:cubicBezTo>
                    <a:pt x="392" y="189"/>
                    <a:pt x="386" y="193"/>
                    <a:pt x="384" y="199"/>
                  </a:cubicBezTo>
                  <a:cubicBezTo>
                    <a:pt x="382" y="206"/>
                    <a:pt x="384" y="212"/>
                    <a:pt x="385" y="218"/>
                  </a:cubicBezTo>
                  <a:cubicBezTo>
                    <a:pt x="386" y="220"/>
                    <a:pt x="386" y="221"/>
                    <a:pt x="386" y="223"/>
                  </a:cubicBezTo>
                  <a:cubicBezTo>
                    <a:pt x="385" y="223"/>
                    <a:pt x="383" y="223"/>
                    <a:pt x="382" y="223"/>
                  </a:cubicBezTo>
                  <a:cubicBezTo>
                    <a:pt x="376" y="223"/>
                    <a:pt x="369" y="223"/>
                    <a:pt x="363" y="227"/>
                  </a:cubicBezTo>
                  <a:cubicBezTo>
                    <a:pt x="357" y="231"/>
                    <a:pt x="355" y="237"/>
                    <a:pt x="353" y="243"/>
                  </a:cubicBezTo>
                  <a:cubicBezTo>
                    <a:pt x="352" y="244"/>
                    <a:pt x="352" y="246"/>
                    <a:pt x="351" y="247"/>
                  </a:cubicBezTo>
                  <a:cubicBezTo>
                    <a:pt x="350" y="246"/>
                    <a:pt x="348" y="244"/>
                    <a:pt x="347" y="244"/>
                  </a:cubicBezTo>
                  <a:cubicBezTo>
                    <a:pt x="342" y="240"/>
                    <a:pt x="336" y="234"/>
                    <a:pt x="330" y="234"/>
                  </a:cubicBezTo>
                  <a:cubicBezTo>
                    <a:pt x="329" y="234"/>
                    <a:pt x="329" y="234"/>
                    <a:pt x="329" y="234"/>
                  </a:cubicBezTo>
                  <a:cubicBezTo>
                    <a:pt x="322" y="234"/>
                    <a:pt x="317" y="240"/>
                    <a:pt x="312" y="243"/>
                  </a:cubicBezTo>
                  <a:cubicBezTo>
                    <a:pt x="311" y="244"/>
                    <a:pt x="309" y="246"/>
                    <a:pt x="308" y="247"/>
                  </a:cubicBezTo>
                  <a:cubicBezTo>
                    <a:pt x="307" y="246"/>
                    <a:pt x="307" y="244"/>
                    <a:pt x="306" y="243"/>
                  </a:cubicBezTo>
                  <a:cubicBezTo>
                    <a:pt x="304" y="237"/>
                    <a:pt x="302" y="230"/>
                    <a:pt x="296" y="226"/>
                  </a:cubicBezTo>
                  <a:cubicBezTo>
                    <a:pt x="291" y="222"/>
                    <a:pt x="284" y="222"/>
                    <a:pt x="278" y="222"/>
                  </a:cubicBezTo>
                  <a:cubicBezTo>
                    <a:pt x="277" y="222"/>
                    <a:pt x="275" y="222"/>
                    <a:pt x="273" y="221"/>
                  </a:cubicBezTo>
                  <a:cubicBezTo>
                    <a:pt x="274" y="220"/>
                    <a:pt x="274" y="218"/>
                    <a:pt x="274" y="217"/>
                  </a:cubicBezTo>
                  <a:cubicBezTo>
                    <a:pt x="276" y="211"/>
                    <a:pt x="278" y="204"/>
                    <a:pt x="276" y="198"/>
                  </a:cubicBezTo>
                  <a:cubicBezTo>
                    <a:pt x="274" y="191"/>
                    <a:pt x="269" y="187"/>
                    <a:pt x="264" y="183"/>
                  </a:cubicBezTo>
                  <a:cubicBezTo>
                    <a:pt x="263" y="182"/>
                    <a:pt x="261" y="181"/>
                    <a:pt x="260" y="180"/>
                  </a:cubicBezTo>
                  <a:cubicBezTo>
                    <a:pt x="262" y="179"/>
                    <a:pt x="263" y="178"/>
                    <a:pt x="264" y="177"/>
                  </a:cubicBezTo>
                  <a:cubicBezTo>
                    <a:pt x="269" y="173"/>
                    <a:pt x="275" y="169"/>
                    <a:pt x="277" y="163"/>
                  </a:cubicBezTo>
                  <a:cubicBezTo>
                    <a:pt x="279" y="156"/>
                    <a:pt x="277" y="150"/>
                    <a:pt x="275" y="144"/>
                  </a:cubicBezTo>
                  <a:cubicBezTo>
                    <a:pt x="275" y="142"/>
                    <a:pt x="275" y="141"/>
                    <a:pt x="274" y="139"/>
                  </a:cubicBezTo>
                  <a:cubicBezTo>
                    <a:pt x="276" y="139"/>
                    <a:pt x="278" y="139"/>
                    <a:pt x="279" y="139"/>
                  </a:cubicBezTo>
                  <a:cubicBezTo>
                    <a:pt x="285" y="139"/>
                    <a:pt x="292" y="139"/>
                    <a:pt x="298" y="135"/>
                  </a:cubicBezTo>
                  <a:cubicBezTo>
                    <a:pt x="303" y="131"/>
                    <a:pt x="306" y="125"/>
                    <a:pt x="308" y="119"/>
                  </a:cubicBezTo>
                  <a:cubicBezTo>
                    <a:pt x="308" y="118"/>
                    <a:pt x="309" y="116"/>
                    <a:pt x="310" y="115"/>
                  </a:cubicBezTo>
                  <a:cubicBezTo>
                    <a:pt x="311" y="116"/>
                    <a:pt x="313" y="118"/>
                    <a:pt x="314" y="118"/>
                  </a:cubicBezTo>
                  <a:cubicBezTo>
                    <a:pt x="319" y="122"/>
                    <a:pt x="324" y="128"/>
                    <a:pt x="331" y="128"/>
                  </a:cubicBezTo>
                  <a:cubicBezTo>
                    <a:pt x="331" y="128"/>
                    <a:pt x="331" y="128"/>
                    <a:pt x="331" y="128"/>
                  </a:cubicBezTo>
                  <a:cubicBezTo>
                    <a:pt x="338" y="128"/>
                    <a:pt x="344" y="122"/>
                    <a:pt x="349" y="119"/>
                  </a:cubicBezTo>
                  <a:cubicBezTo>
                    <a:pt x="350" y="118"/>
                    <a:pt x="352" y="116"/>
                    <a:pt x="353" y="115"/>
                  </a:cubicBezTo>
                  <a:cubicBezTo>
                    <a:pt x="353" y="116"/>
                    <a:pt x="354" y="118"/>
                    <a:pt x="354" y="119"/>
                  </a:cubicBezTo>
                  <a:cubicBezTo>
                    <a:pt x="356" y="125"/>
                    <a:pt x="359" y="132"/>
                    <a:pt x="364" y="136"/>
                  </a:cubicBezTo>
                  <a:cubicBezTo>
                    <a:pt x="370" y="140"/>
                    <a:pt x="377" y="140"/>
                    <a:pt x="383" y="140"/>
                  </a:cubicBezTo>
                  <a:cubicBezTo>
                    <a:pt x="384" y="140"/>
                    <a:pt x="386" y="140"/>
                    <a:pt x="387" y="141"/>
                  </a:cubicBezTo>
                  <a:cubicBezTo>
                    <a:pt x="387" y="142"/>
                    <a:pt x="387" y="144"/>
                    <a:pt x="386" y="145"/>
                  </a:cubicBezTo>
                  <a:cubicBezTo>
                    <a:pt x="384" y="151"/>
                    <a:pt x="382" y="158"/>
                    <a:pt x="384" y="164"/>
                  </a:cubicBezTo>
                  <a:cubicBezTo>
                    <a:pt x="386" y="171"/>
                    <a:pt x="392" y="175"/>
                    <a:pt x="397" y="179"/>
                  </a:cubicBezTo>
                  <a:close/>
                  <a:moveTo>
                    <a:pt x="364" y="170"/>
                  </a:moveTo>
                  <a:cubicBezTo>
                    <a:pt x="361" y="161"/>
                    <a:pt x="355" y="154"/>
                    <a:pt x="347" y="150"/>
                  </a:cubicBezTo>
                  <a:cubicBezTo>
                    <a:pt x="338" y="145"/>
                    <a:pt x="329" y="144"/>
                    <a:pt x="320" y="147"/>
                  </a:cubicBezTo>
                  <a:cubicBezTo>
                    <a:pt x="311" y="150"/>
                    <a:pt x="303" y="156"/>
                    <a:pt x="299" y="164"/>
                  </a:cubicBezTo>
                  <a:cubicBezTo>
                    <a:pt x="294" y="173"/>
                    <a:pt x="294" y="182"/>
                    <a:pt x="296" y="192"/>
                  </a:cubicBezTo>
                  <a:cubicBezTo>
                    <a:pt x="299" y="201"/>
                    <a:pt x="305" y="208"/>
                    <a:pt x="314" y="212"/>
                  </a:cubicBezTo>
                  <a:cubicBezTo>
                    <a:pt x="319" y="215"/>
                    <a:pt x="325" y="217"/>
                    <a:pt x="330" y="217"/>
                  </a:cubicBezTo>
                  <a:cubicBezTo>
                    <a:pt x="334" y="217"/>
                    <a:pt x="337" y="216"/>
                    <a:pt x="341" y="215"/>
                  </a:cubicBezTo>
                  <a:cubicBezTo>
                    <a:pt x="350" y="212"/>
                    <a:pt x="357" y="206"/>
                    <a:pt x="362" y="198"/>
                  </a:cubicBezTo>
                  <a:cubicBezTo>
                    <a:pt x="366" y="189"/>
                    <a:pt x="367" y="180"/>
                    <a:pt x="364" y="17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84" y="321"/>
                  </a:moveTo>
                  <a:cubicBezTo>
                    <a:pt x="285" y="312"/>
                    <a:pt x="277" y="306"/>
                    <a:pt x="271" y="301"/>
                  </a:cubicBezTo>
                  <a:cubicBezTo>
                    <a:pt x="270" y="300"/>
                    <a:pt x="267" y="298"/>
                    <a:pt x="266" y="297"/>
                  </a:cubicBezTo>
                  <a:cubicBezTo>
                    <a:pt x="266" y="295"/>
                    <a:pt x="267" y="292"/>
                    <a:pt x="268" y="290"/>
                  </a:cubicBezTo>
                  <a:cubicBezTo>
                    <a:pt x="270" y="283"/>
                    <a:pt x="273" y="274"/>
                    <a:pt x="267" y="266"/>
                  </a:cubicBezTo>
                  <a:cubicBezTo>
                    <a:pt x="262" y="258"/>
                    <a:pt x="252" y="258"/>
                    <a:pt x="245" y="258"/>
                  </a:cubicBezTo>
                  <a:cubicBezTo>
                    <a:pt x="243" y="258"/>
                    <a:pt x="240" y="257"/>
                    <a:pt x="238" y="257"/>
                  </a:cubicBezTo>
                  <a:cubicBezTo>
                    <a:pt x="238" y="256"/>
                    <a:pt x="237" y="253"/>
                    <a:pt x="236" y="251"/>
                  </a:cubicBezTo>
                  <a:cubicBezTo>
                    <a:pt x="234" y="244"/>
                    <a:pt x="231" y="235"/>
                    <a:pt x="222" y="232"/>
                  </a:cubicBezTo>
                  <a:cubicBezTo>
                    <a:pt x="213" y="229"/>
                    <a:pt x="204" y="234"/>
                    <a:pt x="199" y="238"/>
                  </a:cubicBezTo>
                  <a:cubicBezTo>
                    <a:pt x="197" y="239"/>
                    <a:pt x="194" y="241"/>
                    <a:pt x="193" y="242"/>
                  </a:cubicBezTo>
                  <a:cubicBezTo>
                    <a:pt x="191" y="241"/>
                    <a:pt x="189" y="239"/>
                    <a:pt x="187" y="238"/>
                  </a:cubicBezTo>
                  <a:cubicBezTo>
                    <a:pt x="182" y="234"/>
                    <a:pt x="173" y="228"/>
                    <a:pt x="164" y="231"/>
                  </a:cubicBezTo>
                  <a:cubicBezTo>
                    <a:pt x="155" y="234"/>
                    <a:pt x="152" y="243"/>
                    <a:pt x="149" y="250"/>
                  </a:cubicBezTo>
                  <a:cubicBezTo>
                    <a:pt x="148" y="252"/>
                    <a:pt x="147" y="255"/>
                    <a:pt x="147" y="256"/>
                  </a:cubicBezTo>
                  <a:cubicBezTo>
                    <a:pt x="145" y="256"/>
                    <a:pt x="142" y="256"/>
                    <a:pt x="140" y="256"/>
                  </a:cubicBezTo>
                  <a:cubicBezTo>
                    <a:pt x="133" y="256"/>
                    <a:pt x="123" y="257"/>
                    <a:pt x="117" y="264"/>
                  </a:cubicBezTo>
                  <a:cubicBezTo>
                    <a:pt x="112" y="272"/>
                    <a:pt x="114" y="281"/>
                    <a:pt x="116" y="288"/>
                  </a:cubicBezTo>
                  <a:cubicBezTo>
                    <a:pt x="117" y="290"/>
                    <a:pt x="118" y="293"/>
                    <a:pt x="118" y="295"/>
                  </a:cubicBezTo>
                  <a:cubicBezTo>
                    <a:pt x="117" y="296"/>
                    <a:pt x="114" y="298"/>
                    <a:pt x="113" y="299"/>
                  </a:cubicBezTo>
                  <a:cubicBezTo>
                    <a:pt x="107" y="303"/>
                    <a:pt x="99" y="309"/>
                    <a:pt x="99" y="318"/>
                  </a:cubicBezTo>
                  <a:cubicBezTo>
                    <a:pt x="99" y="328"/>
                    <a:pt x="106" y="334"/>
                    <a:pt x="112" y="338"/>
                  </a:cubicBezTo>
                  <a:cubicBezTo>
                    <a:pt x="114" y="340"/>
                    <a:pt x="117" y="342"/>
                    <a:pt x="117" y="342"/>
                  </a:cubicBezTo>
                  <a:cubicBezTo>
                    <a:pt x="117" y="344"/>
                    <a:pt x="116" y="347"/>
                    <a:pt x="115" y="350"/>
                  </a:cubicBezTo>
                  <a:cubicBezTo>
                    <a:pt x="113" y="357"/>
                    <a:pt x="110" y="366"/>
                    <a:pt x="116" y="373"/>
                  </a:cubicBezTo>
                  <a:cubicBezTo>
                    <a:pt x="121" y="381"/>
                    <a:pt x="131" y="381"/>
                    <a:pt x="138" y="382"/>
                  </a:cubicBezTo>
                  <a:cubicBezTo>
                    <a:pt x="140" y="382"/>
                    <a:pt x="143" y="382"/>
                    <a:pt x="145" y="382"/>
                  </a:cubicBezTo>
                  <a:cubicBezTo>
                    <a:pt x="146" y="384"/>
                    <a:pt x="147" y="387"/>
                    <a:pt x="147" y="388"/>
                  </a:cubicBezTo>
                  <a:cubicBezTo>
                    <a:pt x="150" y="395"/>
                    <a:pt x="153" y="404"/>
                    <a:pt x="162" y="408"/>
                  </a:cubicBezTo>
                  <a:cubicBezTo>
                    <a:pt x="171" y="411"/>
                    <a:pt x="179" y="405"/>
                    <a:pt x="185" y="401"/>
                  </a:cubicBezTo>
                  <a:cubicBezTo>
                    <a:pt x="186" y="400"/>
                    <a:pt x="189" y="398"/>
                    <a:pt x="191" y="398"/>
                  </a:cubicBezTo>
                  <a:cubicBezTo>
                    <a:pt x="192" y="398"/>
                    <a:pt x="194" y="400"/>
                    <a:pt x="196" y="401"/>
                  </a:cubicBezTo>
                  <a:cubicBezTo>
                    <a:pt x="201" y="405"/>
                    <a:pt x="207" y="409"/>
                    <a:pt x="214" y="409"/>
                  </a:cubicBezTo>
                  <a:cubicBezTo>
                    <a:pt x="216" y="409"/>
                    <a:pt x="217" y="409"/>
                    <a:pt x="219" y="408"/>
                  </a:cubicBezTo>
                  <a:cubicBezTo>
                    <a:pt x="228" y="405"/>
                    <a:pt x="232" y="396"/>
                    <a:pt x="234" y="389"/>
                  </a:cubicBezTo>
                  <a:cubicBezTo>
                    <a:pt x="235" y="387"/>
                    <a:pt x="236" y="385"/>
                    <a:pt x="237" y="383"/>
                  </a:cubicBezTo>
                  <a:cubicBezTo>
                    <a:pt x="238" y="383"/>
                    <a:pt x="241" y="383"/>
                    <a:pt x="244" y="383"/>
                  </a:cubicBezTo>
                  <a:cubicBezTo>
                    <a:pt x="251" y="383"/>
                    <a:pt x="260" y="383"/>
                    <a:pt x="266" y="375"/>
                  </a:cubicBezTo>
                  <a:cubicBezTo>
                    <a:pt x="272" y="368"/>
                    <a:pt x="269" y="358"/>
                    <a:pt x="267" y="351"/>
                  </a:cubicBezTo>
                  <a:cubicBezTo>
                    <a:pt x="267" y="349"/>
                    <a:pt x="266" y="346"/>
                    <a:pt x="266" y="345"/>
                  </a:cubicBezTo>
                  <a:cubicBezTo>
                    <a:pt x="267" y="344"/>
                    <a:pt x="269" y="342"/>
                    <a:pt x="271" y="341"/>
                  </a:cubicBezTo>
                  <a:cubicBezTo>
                    <a:pt x="276" y="336"/>
                    <a:pt x="284" y="331"/>
                    <a:pt x="284" y="321"/>
                  </a:cubicBezTo>
                  <a:close/>
                  <a:moveTo>
                    <a:pt x="423" y="182"/>
                  </a:moveTo>
                  <a:cubicBezTo>
                    <a:pt x="423" y="173"/>
                    <a:pt x="416" y="167"/>
                    <a:pt x="410" y="163"/>
                  </a:cubicBezTo>
                  <a:cubicBezTo>
                    <a:pt x="408" y="161"/>
                    <a:pt x="406" y="159"/>
                    <a:pt x="405" y="158"/>
                  </a:cubicBezTo>
                  <a:cubicBezTo>
                    <a:pt x="405" y="156"/>
                    <a:pt x="406" y="153"/>
                    <a:pt x="407" y="151"/>
                  </a:cubicBezTo>
                  <a:cubicBezTo>
                    <a:pt x="409" y="144"/>
                    <a:pt x="412" y="135"/>
                    <a:pt x="406" y="127"/>
                  </a:cubicBezTo>
                  <a:cubicBezTo>
                    <a:pt x="401" y="120"/>
                    <a:pt x="391" y="119"/>
                    <a:pt x="384" y="119"/>
                  </a:cubicBezTo>
                  <a:cubicBezTo>
                    <a:pt x="382" y="119"/>
                    <a:pt x="379" y="119"/>
                    <a:pt x="377" y="118"/>
                  </a:cubicBezTo>
                  <a:cubicBezTo>
                    <a:pt x="376" y="117"/>
                    <a:pt x="375" y="114"/>
                    <a:pt x="375" y="112"/>
                  </a:cubicBezTo>
                  <a:cubicBezTo>
                    <a:pt x="372" y="105"/>
                    <a:pt x="369" y="96"/>
                    <a:pt x="360" y="93"/>
                  </a:cubicBezTo>
                  <a:cubicBezTo>
                    <a:pt x="351" y="90"/>
                    <a:pt x="343" y="95"/>
                    <a:pt x="337" y="99"/>
                  </a:cubicBezTo>
                  <a:cubicBezTo>
                    <a:pt x="336" y="101"/>
                    <a:pt x="333" y="102"/>
                    <a:pt x="331" y="103"/>
                  </a:cubicBezTo>
                  <a:cubicBezTo>
                    <a:pt x="330" y="102"/>
                    <a:pt x="328" y="101"/>
                    <a:pt x="326" y="99"/>
                  </a:cubicBezTo>
                  <a:cubicBezTo>
                    <a:pt x="320" y="95"/>
                    <a:pt x="312" y="89"/>
                    <a:pt x="303" y="92"/>
                  </a:cubicBezTo>
                  <a:cubicBezTo>
                    <a:pt x="294" y="95"/>
                    <a:pt x="290" y="105"/>
                    <a:pt x="288" y="111"/>
                  </a:cubicBezTo>
                  <a:cubicBezTo>
                    <a:pt x="287" y="113"/>
                    <a:pt x="286" y="116"/>
                    <a:pt x="285" y="117"/>
                  </a:cubicBezTo>
                  <a:cubicBezTo>
                    <a:pt x="284" y="118"/>
                    <a:pt x="281" y="118"/>
                    <a:pt x="279" y="118"/>
                  </a:cubicBezTo>
                  <a:cubicBezTo>
                    <a:pt x="271" y="118"/>
                    <a:pt x="262" y="118"/>
                    <a:pt x="256" y="125"/>
                  </a:cubicBezTo>
                  <a:cubicBezTo>
                    <a:pt x="250" y="133"/>
                    <a:pt x="253" y="142"/>
                    <a:pt x="255" y="149"/>
                  </a:cubicBezTo>
                  <a:cubicBezTo>
                    <a:pt x="255" y="151"/>
                    <a:pt x="256" y="154"/>
                    <a:pt x="256" y="156"/>
                  </a:cubicBezTo>
                  <a:cubicBezTo>
                    <a:pt x="255" y="157"/>
                    <a:pt x="253" y="159"/>
                    <a:pt x="251" y="160"/>
                  </a:cubicBezTo>
                  <a:cubicBezTo>
                    <a:pt x="246" y="164"/>
                    <a:pt x="238" y="170"/>
                    <a:pt x="238" y="180"/>
                  </a:cubicBezTo>
                  <a:cubicBezTo>
                    <a:pt x="237" y="189"/>
                    <a:pt x="245" y="195"/>
                    <a:pt x="251" y="199"/>
                  </a:cubicBezTo>
                  <a:cubicBezTo>
                    <a:pt x="252" y="201"/>
                    <a:pt x="255" y="203"/>
                    <a:pt x="256" y="204"/>
                  </a:cubicBezTo>
                  <a:cubicBezTo>
                    <a:pt x="256" y="205"/>
                    <a:pt x="255" y="209"/>
                    <a:pt x="254" y="211"/>
                  </a:cubicBezTo>
                  <a:cubicBezTo>
                    <a:pt x="252" y="218"/>
                    <a:pt x="249" y="227"/>
                    <a:pt x="255" y="235"/>
                  </a:cubicBezTo>
                  <a:cubicBezTo>
                    <a:pt x="260" y="242"/>
                    <a:pt x="270" y="243"/>
                    <a:pt x="277" y="243"/>
                  </a:cubicBezTo>
                  <a:cubicBezTo>
                    <a:pt x="279" y="243"/>
                    <a:pt x="282" y="243"/>
                    <a:pt x="284" y="244"/>
                  </a:cubicBezTo>
                  <a:cubicBezTo>
                    <a:pt x="284" y="245"/>
                    <a:pt x="285" y="248"/>
                    <a:pt x="286" y="250"/>
                  </a:cubicBezTo>
                  <a:cubicBezTo>
                    <a:pt x="288" y="257"/>
                    <a:pt x="291" y="266"/>
                    <a:pt x="300" y="269"/>
                  </a:cubicBezTo>
                  <a:cubicBezTo>
                    <a:pt x="309" y="272"/>
                    <a:pt x="317" y="267"/>
                    <a:pt x="323" y="263"/>
                  </a:cubicBezTo>
                  <a:cubicBezTo>
                    <a:pt x="325" y="261"/>
                    <a:pt x="328" y="260"/>
                    <a:pt x="329" y="259"/>
                  </a:cubicBezTo>
                  <a:cubicBezTo>
                    <a:pt x="331" y="260"/>
                    <a:pt x="333" y="261"/>
                    <a:pt x="335" y="263"/>
                  </a:cubicBezTo>
                  <a:cubicBezTo>
                    <a:pt x="339" y="266"/>
                    <a:pt x="346" y="270"/>
                    <a:pt x="353" y="270"/>
                  </a:cubicBezTo>
                  <a:cubicBezTo>
                    <a:pt x="354" y="270"/>
                    <a:pt x="356" y="270"/>
                    <a:pt x="358" y="270"/>
                  </a:cubicBezTo>
                  <a:cubicBezTo>
                    <a:pt x="367" y="267"/>
                    <a:pt x="370" y="257"/>
                    <a:pt x="373" y="251"/>
                  </a:cubicBezTo>
                  <a:cubicBezTo>
                    <a:pt x="374" y="249"/>
                    <a:pt x="375" y="246"/>
                    <a:pt x="375" y="245"/>
                  </a:cubicBezTo>
                  <a:cubicBezTo>
                    <a:pt x="377" y="244"/>
                    <a:pt x="380" y="244"/>
                    <a:pt x="382" y="244"/>
                  </a:cubicBezTo>
                  <a:cubicBezTo>
                    <a:pt x="389" y="244"/>
                    <a:pt x="399" y="244"/>
                    <a:pt x="405" y="237"/>
                  </a:cubicBezTo>
                  <a:cubicBezTo>
                    <a:pt x="410" y="229"/>
                    <a:pt x="408" y="220"/>
                    <a:pt x="406" y="213"/>
                  </a:cubicBezTo>
                  <a:cubicBezTo>
                    <a:pt x="405" y="211"/>
                    <a:pt x="404" y="208"/>
                    <a:pt x="404" y="206"/>
                  </a:cubicBezTo>
                  <a:cubicBezTo>
                    <a:pt x="405" y="205"/>
                    <a:pt x="408" y="203"/>
                    <a:pt x="409" y="202"/>
                  </a:cubicBezTo>
                  <a:cubicBezTo>
                    <a:pt x="415" y="198"/>
                    <a:pt x="423" y="192"/>
                    <a:pt x="423" y="182"/>
                  </a:cubicBezTo>
                  <a:close/>
                  <a:moveTo>
                    <a:pt x="198" y="307"/>
                  </a:moveTo>
                  <a:cubicBezTo>
                    <a:pt x="196" y="306"/>
                    <a:pt x="194" y="305"/>
                    <a:pt x="192" y="305"/>
                  </a:cubicBezTo>
                  <a:cubicBezTo>
                    <a:pt x="190" y="305"/>
                    <a:pt x="189" y="306"/>
                    <a:pt x="187" y="306"/>
                  </a:cubicBezTo>
                  <a:cubicBezTo>
                    <a:pt x="184" y="307"/>
                    <a:pt x="181" y="310"/>
                    <a:pt x="179" y="313"/>
                  </a:cubicBezTo>
                  <a:cubicBezTo>
                    <a:pt x="177" y="316"/>
                    <a:pt x="177" y="320"/>
                    <a:pt x="178" y="324"/>
                  </a:cubicBezTo>
                  <a:cubicBezTo>
                    <a:pt x="179" y="328"/>
                    <a:pt x="182" y="330"/>
                    <a:pt x="185" y="332"/>
                  </a:cubicBezTo>
                  <a:cubicBezTo>
                    <a:pt x="188" y="334"/>
                    <a:pt x="192" y="334"/>
                    <a:pt x="196" y="333"/>
                  </a:cubicBezTo>
                  <a:cubicBezTo>
                    <a:pt x="200" y="332"/>
                    <a:pt x="202" y="330"/>
                    <a:pt x="204" y="326"/>
                  </a:cubicBezTo>
                  <a:cubicBezTo>
                    <a:pt x="206" y="323"/>
                    <a:pt x="206" y="319"/>
                    <a:pt x="205" y="315"/>
                  </a:cubicBezTo>
                  <a:cubicBezTo>
                    <a:pt x="204" y="312"/>
                    <a:pt x="202" y="309"/>
                    <a:pt x="198" y="307"/>
                  </a:cubicBezTo>
                  <a:close/>
                  <a:moveTo>
                    <a:pt x="258" y="318"/>
                  </a:moveTo>
                  <a:cubicBezTo>
                    <a:pt x="259" y="319"/>
                    <a:pt x="261" y="320"/>
                    <a:pt x="262" y="321"/>
                  </a:cubicBezTo>
                  <a:cubicBezTo>
                    <a:pt x="260" y="322"/>
                    <a:pt x="259" y="323"/>
                    <a:pt x="258" y="324"/>
                  </a:cubicBezTo>
                  <a:cubicBezTo>
                    <a:pt x="253" y="327"/>
                    <a:pt x="247" y="331"/>
                    <a:pt x="245" y="338"/>
                  </a:cubicBezTo>
                  <a:cubicBezTo>
                    <a:pt x="243" y="344"/>
                    <a:pt x="245" y="351"/>
                    <a:pt x="247" y="357"/>
                  </a:cubicBezTo>
                  <a:cubicBezTo>
                    <a:pt x="247" y="358"/>
                    <a:pt x="247" y="360"/>
                    <a:pt x="248" y="361"/>
                  </a:cubicBezTo>
                  <a:cubicBezTo>
                    <a:pt x="246" y="362"/>
                    <a:pt x="244" y="362"/>
                    <a:pt x="243" y="362"/>
                  </a:cubicBezTo>
                  <a:cubicBezTo>
                    <a:pt x="237" y="362"/>
                    <a:pt x="230" y="362"/>
                    <a:pt x="224" y="366"/>
                  </a:cubicBezTo>
                  <a:cubicBezTo>
                    <a:pt x="219" y="370"/>
                    <a:pt x="216" y="376"/>
                    <a:pt x="214" y="382"/>
                  </a:cubicBezTo>
                  <a:cubicBezTo>
                    <a:pt x="214" y="383"/>
                    <a:pt x="213" y="384"/>
                    <a:pt x="212" y="386"/>
                  </a:cubicBezTo>
                  <a:cubicBezTo>
                    <a:pt x="211" y="385"/>
                    <a:pt x="209" y="383"/>
                    <a:pt x="208" y="382"/>
                  </a:cubicBezTo>
                  <a:cubicBezTo>
                    <a:pt x="203" y="379"/>
                    <a:pt x="198" y="373"/>
                    <a:pt x="191" y="373"/>
                  </a:cubicBezTo>
                  <a:cubicBezTo>
                    <a:pt x="191" y="373"/>
                    <a:pt x="191" y="373"/>
                    <a:pt x="191" y="373"/>
                  </a:cubicBezTo>
                  <a:cubicBezTo>
                    <a:pt x="184" y="373"/>
                    <a:pt x="178" y="378"/>
                    <a:pt x="173" y="382"/>
                  </a:cubicBezTo>
                  <a:cubicBezTo>
                    <a:pt x="172" y="383"/>
                    <a:pt x="170" y="385"/>
                    <a:pt x="169" y="386"/>
                  </a:cubicBezTo>
                  <a:cubicBezTo>
                    <a:pt x="169" y="385"/>
                    <a:pt x="168" y="383"/>
                    <a:pt x="168" y="382"/>
                  </a:cubicBezTo>
                  <a:cubicBezTo>
                    <a:pt x="166" y="376"/>
                    <a:pt x="163" y="369"/>
                    <a:pt x="158" y="365"/>
                  </a:cubicBezTo>
                  <a:cubicBezTo>
                    <a:pt x="152" y="361"/>
                    <a:pt x="145" y="361"/>
                    <a:pt x="139" y="360"/>
                  </a:cubicBezTo>
                  <a:cubicBezTo>
                    <a:pt x="138" y="360"/>
                    <a:pt x="136" y="360"/>
                    <a:pt x="135" y="360"/>
                  </a:cubicBezTo>
                  <a:cubicBezTo>
                    <a:pt x="135" y="359"/>
                    <a:pt x="135" y="357"/>
                    <a:pt x="136" y="356"/>
                  </a:cubicBezTo>
                  <a:cubicBezTo>
                    <a:pt x="138" y="350"/>
                    <a:pt x="140" y="343"/>
                    <a:pt x="138" y="336"/>
                  </a:cubicBezTo>
                  <a:cubicBezTo>
                    <a:pt x="136" y="330"/>
                    <a:pt x="130" y="325"/>
                    <a:pt x="125" y="321"/>
                  </a:cubicBezTo>
                  <a:cubicBezTo>
                    <a:pt x="124" y="321"/>
                    <a:pt x="123" y="320"/>
                    <a:pt x="122" y="319"/>
                  </a:cubicBezTo>
                  <a:cubicBezTo>
                    <a:pt x="123" y="318"/>
                    <a:pt x="124" y="317"/>
                    <a:pt x="125" y="316"/>
                  </a:cubicBezTo>
                  <a:cubicBezTo>
                    <a:pt x="130" y="312"/>
                    <a:pt x="136" y="308"/>
                    <a:pt x="138" y="302"/>
                  </a:cubicBezTo>
                  <a:cubicBezTo>
                    <a:pt x="140" y="295"/>
                    <a:pt x="138" y="288"/>
                    <a:pt x="137" y="282"/>
                  </a:cubicBezTo>
                  <a:cubicBezTo>
                    <a:pt x="136" y="281"/>
                    <a:pt x="136" y="279"/>
                    <a:pt x="136" y="278"/>
                  </a:cubicBezTo>
                  <a:cubicBezTo>
                    <a:pt x="137" y="278"/>
                    <a:pt x="139" y="278"/>
                    <a:pt x="140" y="278"/>
                  </a:cubicBezTo>
                  <a:cubicBezTo>
                    <a:pt x="146" y="278"/>
                    <a:pt x="153" y="278"/>
                    <a:pt x="159" y="274"/>
                  </a:cubicBezTo>
                  <a:cubicBezTo>
                    <a:pt x="165" y="270"/>
                    <a:pt x="167" y="263"/>
                    <a:pt x="169" y="258"/>
                  </a:cubicBezTo>
                  <a:cubicBezTo>
                    <a:pt x="170" y="256"/>
                    <a:pt x="170" y="255"/>
                    <a:pt x="171" y="253"/>
                  </a:cubicBezTo>
                  <a:cubicBezTo>
                    <a:pt x="172" y="254"/>
                    <a:pt x="174" y="256"/>
                    <a:pt x="175" y="257"/>
                  </a:cubicBezTo>
                  <a:cubicBezTo>
                    <a:pt x="180" y="261"/>
                    <a:pt x="186" y="266"/>
                    <a:pt x="192" y="266"/>
                  </a:cubicBezTo>
                  <a:cubicBezTo>
                    <a:pt x="193" y="266"/>
                    <a:pt x="193" y="266"/>
                    <a:pt x="193" y="266"/>
                  </a:cubicBezTo>
                  <a:cubicBezTo>
                    <a:pt x="200" y="266"/>
                    <a:pt x="205" y="261"/>
                    <a:pt x="210" y="257"/>
                  </a:cubicBezTo>
                  <a:cubicBezTo>
                    <a:pt x="211" y="257"/>
                    <a:pt x="213" y="254"/>
                    <a:pt x="214" y="253"/>
                  </a:cubicBezTo>
                  <a:cubicBezTo>
                    <a:pt x="215" y="255"/>
                    <a:pt x="215" y="257"/>
                    <a:pt x="216" y="258"/>
                  </a:cubicBezTo>
                  <a:cubicBezTo>
                    <a:pt x="218" y="264"/>
                    <a:pt x="220" y="270"/>
                    <a:pt x="226" y="274"/>
                  </a:cubicBezTo>
                  <a:cubicBezTo>
                    <a:pt x="231" y="278"/>
                    <a:pt x="238" y="279"/>
                    <a:pt x="244" y="279"/>
                  </a:cubicBezTo>
                  <a:cubicBezTo>
                    <a:pt x="245" y="279"/>
                    <a:pt x="247" y="279"/>
                    <a:pt x="249" y="279"/>
                  </a:cubicBezTo>
                  <a:cubicBezTo>
                    <a:pt x="248" y="281"/>
                    <a:pt x="248" y="282"/>
                    <a:pt x="248" y="283"/>
                  </a:cubicBezTo>
                  <a:cubicBezTo>
                    <a:pt x="246" y="289"/>
                    <a:pt x="244" y="296"/>
                    <a:pt x="246" y="303"/>
                  </a:cubicBezTo>
                  <a:cubicBezTo>
                    <a:pt x="248" y="310"/>
                    <a:pt x="253" y="314"/>
                    <a:pt x="258" y="318"/>
                  </a:cubicBezTo>
                  <a:close/>
                  <a:moveTo>
                    <a:pt x="226" y="309"/>
                  </a:moveTo>
                  <a:cubicBezTo>
                    <a:pt x="223" y="300"/>
                    <a:pt x="217" y="293"/>
                    <a:pt x="208" y="288"/>
                  </a:cubicBezTo>
                  <a:cubicBezTo>
                    <a:pt x="200" y="284"/>
                    <a:pt x="190" y="283"/>
                    <a:pt x="181" y="286"/>
                  </a:cubicBezTo>
                  <a:cubicBezTo>
                    <a:pt x="172" y="289"/>
                    <a:pt x="165" y="295"/>
                    <a:pt x="160" y="303"/>
                  </a:cubicBezTo>
                  <a:cubicBezTo>
                    <a:pt x="156" y="312"/>
                    <a:pt x="155" y="321"/>
                    <a:pt x="158" y="330"/>
                  </a:cubicBezTo>
                  <a:cubicBezTo>
                    <a:pt x="161" y="339"/>
                    <a:pt x="167" y="347"/>
                    <a:pt x="175" y="351"/>
                  </a:cubicBezTo>
                  <a:cubicBezTo>
                    <a:pt x="180" y="354"/>
                    <a:pt x="186" y="355"/>
                    <a:pt x="192" y="355"/>
                  </a:cubicBezTo>
                  <a:cubicBezTo>
                    <a:pt x="195" y="355"/>
                    <a:pt x="199" y="355"/>
                    <a:pt x="202" y="354"/>
                  </a:cubicBezTo>
                  <a:cubicBezTo>
                    <a:pt x="211" y="351"/>
                    <a:pt x="219" y="345"/>
                    <a:pt x="223" y="336"/>
                  </a:cubicBezTo>
                  <a:cubicBezTo>
                    <a:pt x="228" y="328"/>
                    <a:pt x="228" y="318"/>
                    <a:pt x="226" y="309"/>
                  </a:cubicBezTo>
                  <a:close/>
                </a:path>
              </a:pathLst>
            </a:custGeom>
            <a:solidFill>
              <a:schemeClr val="accent4"/>
            </a:solidFill>
            <a:ln>
              <a:noFill/>
            </a:ln>
          </p:spPr>
          <p:txBody>
            <a:bodyPr vert="horz" wrap="square" lIns="55721" tIns="27861" rIns="55721" bIns="27861" numCol="1" anchor="t" anchorCtr="0" compatLnSpc="1">
              <a:prstTxWarp prst="textNoShape">
                <a:avLst/>
              </a:prstTxWarp>
            </a:bodyPr>
            <a:lstStyle/>
            <a:p>
              <a:pPr defTabSz="742969">
                <a:defRPr/>
              </a:pPr>
              <a:endParaRPr lang="fr-CA" sz="1463" dirty="0">
                <a:solidFill>
                  <a:srgbClr val="007CB0"/>
                </a:solidFill>
                <a:latin typeface="Aptos" panose="020B0004020202020204" pitchFamily="34" charset="0"/>
                <a:cs typeface="Verdana" panose="020B0604030504040204" pitchFamily="34" charset="0"/>
              </a:endParaRPr>
            </a:p>
          </p:txBody>
        </p:sp>
      </p:grpSp>
      <p:grpSp>
        <p:nvGrpSpPr>
          <p:cNvPr id="47" name="Group 46">
            <a:extLst>
              <a:ext uri="{FF2B5EF4-FFF2-40B4-BE49-F238E27FC236}">
                <a16:creationId xmlns:a16="http://schemas.microsoft.com/office/drawing/2014/main" id="{4A3F15D6-A078-4495-B578-AF5F8CE8F2EF}"/>
              </a:ext>
            </a:extLst>
          </p:cNvPr>
          <p:cNvGrpSpPr/>
          <p:nvPr/>
        </p:nvGrpSpPr>
        <p:grpSpPr>
          <a:xfrm>
            <a:off x="6409025" y="4216126"/>
            <a:ext cx="365387" cy="365387"/>
            <a:chOff x="3529994" y="4645143"/>
            <a:chExt cx="436680" cy="436680"/>
          </a:xfrm>
        </p:grpSpPr>
        <p:sp>
          <p:nvSpPr>
            <p:cNvPr id="48" name="Oval 47">
              <a:extLst>
                <a:ext uri="{FF2B5EF4-FFF2-40B4-BE49-F238E27FC236}">
                  <a16:creationId xmlns:a16="http://schemas.microsoft.com/office/drawing/2014/main" id="{A2FC9904-E3EA-4C0D-B585-6001EAF87C41}"/>
                </a:ext>
              </a:extLst>
            </p:cNvPr>
            <p:cNvSpPr/>
            <p:nvPr/>
          </p:nvSpPr>
          <p:spPr bwMode="gray">
            <a:xfrm>
              <a:off x="3529994" y="4645143"/>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sp>
          <p:nvSpPr>
            <p:cNvPr id="49" name="Freeform 769">
              <a:extLst>
                <a:ext uri="{FF2B5EF4-FFF2-40B4-BE49-F238E27FC236}">
                  <a16:creationId xmlns:a16="http://schemas.microsoft.com/office/drawing/2014/main" id="{0CD5EE91-C233-4A35-BC11-25FF1F7FDC88}"/>
                </a:ext>
              </a:extLst>
            </p:cNvPr>
            <p:cNvSpPr>
              <a:spLocks noChangeAspect="1" noEditPoints="1"/>
            </p:cNvSpPr>
            <p:nvPr>
              <p:custDataLst>
                <p:tags r:id="rId17"/>
              </p:custDataLst>
            </p:nvPr>
          </p:nvSpPr>
          <p:spPr bwMode="auto">
            <a:xfrm>
              <a:off x="3563802" y="4679492"/>
              <a:ext cx="369064" cy="367982"/>
            </a:xfrm>
            <a:custGeom>
              <a:avLst/>
              <a:gdLst>
                <a:gd name="T0" fmla="*/ 330 w 512"/>
                <a:gd name="T1" fmla="*/ 149 h 512"/>
                <a:gd name="T2" fmla="*/ 320 w 512"/>
                <a:gd name="T3" fmla="*/ 160 h 512"/>
                <a:gd name="T4" fmla="*/ 309 w 512"/>
                <a:gd name="T5" fmla="*/ 149 h 512"/>
                <a:gd name="T6" fmla="*/ 309 w 512"/>
                <a:gd name="T7" fmla="*/ 138 h 512"/>
                <a:gd name="T8" fmla="*/ 202 w 512"/>
                <a:gd name="T9" fmla="*/ 138 h 512"/>
                <a:gd name="T10" fmla="*/ 202 w 512"/>
                <a:gd name="T11" fmla="*/ 149 h 512"/>
                <a:gd name="T12" fmla="*/ 192 w 512"/>
                <a:gd name="T13" fmla="*/ 160 h 512"/>
                <a:gd name="T14" fmla="*/ 181 w 512"/>
                <a:gd name="T15" fmla="*/ 149 h 512"/>
                <a:gd name="T16" fmla="*/ 181 w 512"/>
                <a:gd name="T17" fmla="*/ 138 h 512"/>
                <a:gd name="T18" fmla="*/ 138 w 512"/>
                <a:gd name="T19" fmla="*/ 138 h 512"/>
                <a:gd name="T20" fmla="*/ 138 w 512"/>
                <a:gd name="T21" fmla="*/ 373 h 512"/>
                <a:gd name="T22" fmla="*/ 373 w 512"/>
                <a:gd name="T23" fmla="*/ 373 h 512"/>
                <a:gd name="T24" fmla="*/ 373 w 512"/>
                <a:gd name="T25" fmla="*/ 138 h 512"/>
                <a:gd name="T26" fmla="*/ 330 w 512"/>
                <a:gd name="T27" fmla="*/ 138 h 512"/>
                <a:gd name="T28" fmla="*/ 330 w 512"/>
                <a:gd name="T29" fmla="*/ 149 h 512"/>
                <a:gd name="T30" fmla="*/ 309 w 512"/>
                <a:gd name="T31" fmla="*/ 266 h 512"/>
                <a:gd name="T32" fmla="*/ 202 w 512"/>
                <a:gd name="T33" fmla="*/ 266 h 512"/>
                <a:gd name="T34" fmla="*/ 192 w 512"/>
                <a:gd name="T35" fmla="*/ 256 h 512"/>
                <a:gd name="T36" fmla="*/ 202 w 512"/>
                <a:gd name="T37" fmla="*/ 245 h 512"/>
                <a:gd name="T38" fmla="*/ 309 w 512"/>
                <a:gd name="T39" fmla="*/ 245 h 512"/>
                <a:gd name="T40" fmla="*/ 320 w 512"/>
                <a:gd name="T41" fmla="*/ 256 h 512"/>
                <a:gd name="T42" fmla="*/ 309 w 512"/>
                <a:gd name="T43" fmla="*/ 266 h 512"/>
                <a:gd name="T44" fmla="*/ 256 w 512"/>
                <a:gd name="T45" fmla="*/ 0 h 512"/>
                <a:gd name="T46" fmla="*/ 0 w 512"/>
                <a:gd name="T47" fmla="*/ 256 h 512"/>
                <a:gd name="T48" fmla="*/ 256 w 512"/>
                <a:gd name="T49" fmla="*/ 512 h 512"/>
                <a:gd name="T50" fmla="*/ 512 w 512"/>
                <a:gd name="T51" fmla="*/ 256 h 512"/>
                <a:gd name="T52" fmla="*/ 256 w 512"/>
                <a:gd name="T53" fmla="*/ 0 h 512"/>
                <a:gd name="T54" fmla="*/ 394 w 512"/>
                <a:gd name="T55" fmla="*/ 384 h 512"/>
                <a:gd name="T56" fmla="*/ 384 w 512"/>
                <a:gd name="T57" fmla="*/ 394 h 512"/>
                <a:gd name="T58" fmla="*/ 128 w 512"/>
                <a:gd name="T59" fmla="*/ 394 h 512"/>
                <a:gd name="T60" fmla="*/ 117 w 512"/>
                <a:gd name="T61" fmla="*/ 384 h 512"/>
                <a:gd name="T62" fmla="*/ 117 w 512"/>
                <a:gd name="T63" fmla="*/ 128 h 512"/>
                <a:gd name="T64" fmla="*/ 128 w 512"/>
                <a:gd name="T65" fmla="*/ 117 h 512"/>
                <a:gd name="T66" fmla="*/ 181 w 512"/>
                <a:gd name="T67" fmla="*/ 117 h 512"/>
                <a:gd name="T68" fmla="*/ 181 w 512"/>
                <a:gd name="T69" fmla="*/ 106 h 512"/>
                <a:gd name="T70" fmla="*/ 192 w 512"/>
                <a:gd name="T71" fmla="*/ 96 h 512"/>
                <a:gd name="T72" fmla="*/ 202 w 512"/>
                <a:gd name="T73" fmla="*/ 106 h 512"/>
                <a:gd name="T74" fmla="*/ 202 w 512"/>
                <a:gd name="T75" fmla="*/ 117 h 512"/>
                <a:gd name="T76" fmla="*/ 309 w 512"/>
                <a:gd name="T77" fmla="*/ 117 h 512"/>
                <a:gd name="T78" fmla="*/ 309 w 512"/>
                <a:gd name="T79" fmla="*/ 106 h 512"/>
                <a:gd name="T80" fmla="*/ 320 w 512"/>
                <a:gd name="T81" fmla="*/ 96 h 512"/>
                <a:gd name="T82" fmla="*/ 330 w 512"/>
                <a:gd name="T83" fmla="*/ 106 h 512"/>
                <a:gd name="T84" fmla="*/ 330 w 512"/>
                <a:gd name="T85" fmla="*/ 117 h 512"/>
                <a:gd name="T86" fmla="*/ 384 w 512"/>
                <a:gd name="T87" fmla="*/ 117 h 512"/>
                <a:gd name="T88" fmla="*/ 394 w 512"/>
                <a:gd name="T89" fmla="*/ 128 h 512"/>
                <a:gd name="T90" fmla="*/ 394 w 512"/>
                <a:gd name="T91"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2" h="512">
                  <a:moveTo>
                    <a:pt x="330" y="149"/>
                  </a:moveTo>
                  <a:cubicBezTo>
                    <a:pt x="330" y="155"/>
                    <a:pt x="326" y="160"/>
                    <a:pt x="320" y="160"/>
                  </a:cubicBezTo>
                  <a:cubicBezTo>
                    <a:pt x="314" y="160"/>
                    <a:pt x="309" y="155"/>
                    <a:pt x="309" y="149"/>
                  </a:cubicBezTo>
                  <a:cubicBezTo>
                    <a:pt x="309" y="138"/>
                    <a:pt x="309" y="138"/>
                    <a:pt x="309" y="138"/>
                  </a:cubicBezTo>
                  <a:cubicBezTo>
                    <a:pt x="202" y="138"/>
                    <a:pt x="202" y="138"/>
                    <a:pt x="202" y="138"/>
                  </a:cubicBezTo>
                  <a:cubicBezTo>
                    <a:pt x="202" y="149"/>
                    <a:pt x="202" y="149"/>
                    <a:pt x="202" y="149"/>
                  </a:cubicBezTo>
                  <a:cubicBezTo>
                    <a:pt x="202" y="155"/>
                    <a:pt x="198" y="160"/>
                    <a:pt x="192" y="160"/>
                  </a:cubicBezTo>
                  <a:cubicBezTo>
                    <a:pt x="186" y="160"/>
                    <a:pt x="181" y="155"/>
                    <a:pt x="181" y="149"/>
                  </a:cubicBezTo>
                  <a:cubicBezTo>
                    <a:pt x="181" y="138"/>
                    <a:pt x="181" y="138"/>
                    <a:pt x="181" y="138"/>
                  </a:cubicBezTo>
                  <a:cubicBezTo>
                    <a:pt x="138" y="138"/>
                    <a:pt x="138" y="138"/>
                    <a:pt x="138" y="138"/>
                  </a:cubicBezTo>
                  <a:cubicBezTo>
                    <a:pt x="138" y="373"/>
                    <a:pt x="138" y="373"/>
                    <a:pt x="138" y="373"/>
                  </a:cubicBezTo>
                  <a:cubicBezTo>
                    <a:pt x="373" y="373"/>
                    <a:pt x="373" y="373"/>
                    <a:pt x="373" y="373"/>
                  </a:cubicBezTo>
                  <a:cubicBezTo>
                    <a:pt x="373" y="138"/>
                    <a:pt x="373" y="138"/>
                    <a:pt x="373" y="138"/>
                  </a:cubicBezTo>
                  <a:cubicBezTo>
                    <a:pt x="330" y="138"/>
                    <a:pt x="330" y="138"/>
                    <a:pt x="330" y="138"/>
                  </a:cubicBezTo>
                  <a:lnTo>
                    <a:pt x="330" y="149"/>
                  </a:lnTo>
                  <a:close/>
                  <a:moveTo>
                    <a:pt x="309" y="266"/>
                  </a:moveTo>
                  <a:cubicBezTo>
                    <a:pt x="202" y="266"/>
                    <a:pt x="202" y="266"/>
                    <a:pt x="202" y="266"/>
                  </a:cubicBezTo>
                  <a:cubicBezTo>
                    <a:pt x="196" y="266"/>
                    <a:pt x="192" y="262"/>
                    <a:pt x="192" y="256"/>
                  </a:cubicBezTo>
                  <a:cubicBezTo>
                    <a:pt x="192" y="250"/>
                    <a:pt x="196" y="245"/>
                    <a:pt x="202" y="245"/>
                  </a:cubicBezTo>
                  <a:cubicBezTo>
                    <a:pt x="309" y="245"/>
                    <a:pt x="309" y="245"/>
                    <a:pt x="309" y="245"/>
                  </a:cubicBezTo>
                  <a:cubicBezTo>
                    <a:pt x="315" y="245"/>
                    <a:pt x="320" y="250"/>
                    <a:pt x="320" y="256"/>
                  </a:cubicBezTo>
                  <a:cubicBezTo>
                    <a:pt x="320" y="262"/>
                    <a:pt x="315" y="266"/>
                    <a:pt x="309"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84"/>
                  </a:moveTo>
                  <a:cubicBezTo>
                    <a:pt x="394" y="390"/>
                    <a:pt x="390" y="394"/>
                    <a:pt x="384" y="394"/>
                  </a:cubicBezTo>
                  <a:cubicBezTo>
                    <a:pt x="128" y="394"/>
                    <a:pt x="128" y="394"/>
                    <a:pt x="128" y="394"/>
                  </a:cubicBezTo>
                  <a:cubicBezTo>
                    <a:pt x="122" y="394"/>
                    <a:pt x="117" y="390"/>
                    <a:pt x="117" y="384"/>
                  </a:cubicBezTo>
                  <a:cubicBezTo>
                    <a:pt x="117" y="128"/>
                    <a:pt x="117" y="128"/>
                    <a:pt x="117" y="128"/>
                  </a:cubicBezTo>
                  <a:cubicBezTo>
                    <a:pt x="117" y="122"/>
                    <a:pt x="122" y="117"/>
                    <a:pt x="128" y="117"/>
                  </a:cubicBezTo>
                  <a:cubicBezTo>
                    <a:pt x="181" y="117"/>
                    <a:pt x="181" y="117"/>
                    <a:pt x="181" y="117"/>
                  </a:cubicBezTo>
                  <a:cubicBezTo>
                    <a:pt x="181" y="106"/>
                    <a:pt x="181" y="106"/>
                    <a:pt x="181" y="106"/>
                  </a:cubicBezTo>
                  <a:cubicBezTo>
                    <a:pt x="181" y="100"/>
                    <a:pt x="186" y="96"/>
                    <a:pt x="192" y="96"/>
                  </a:cubicBezTo>
                  <a:cubicBezTo>
                    <a:pt x="198" y="96"/>
                    <a:pt x="202" y="100"/>
                    <a:pt x="202" y="106"/>
                  </a:cubicBezTo>
                  <a:cubicBezTo>
                    <a:pt x="202" y="117"/>
                    <a:pt x="202" y="117"/>
                    <a:pt x="202" y="117"/>
                  </a:cubicBezTo>
                  <a:cubicBezTo>
                    <a:pt x="309" y="117"/>
                    <a:pt x="309" y="117"/>
                    <a:pt x="309" y="117"/>
                  </a:cubicBezTo>
                  <a:cubicBezTo>
                    <a:pt x="309" y="106"/>
                    <a:pt x="309" y="106"/>
                    <a:pt x="309" y="106"/>
                  </a:cubicBezTo>
                  <a:cubicBezTo>
                    <a:pt x="309" y="100"/>
                    <a:pt x="314" y="96"/>
                    <a:pt x="320" y="96"/>
                  </a:cubicBezTo>
                  <a:cubicBezTo>
                    <a:pt x="326" y="96"/>
                    <a:pt x="330" y="100"/>
                    <a:pt x="330" y="106"/>
                  </a:cubicBezTo>
                  <a:cubicBezTo>
                    <a:pt x="330" y="117"/>
                    <a:pt x="330" y="117"/>
                    <a:pt x="330" y="117"/>
                  </a:cubicBezTo>
                  <a:cubicBezTo>
                    <a:pt x="384" y="117"/>
                    <a:pt x="384" y="117"/>
                    <a:pt x="384" y="117"/>
                  </a:cubicBezTo>
                  <a:cubicBezTo>
                    <a:pt x="390" y="117"/>
                    <a:pt x="394" y="122"/>
                    <a:pt x="394" y="128"/>
                  </a:cubicBezTo>
                  <a:lnTo>
                    <a:pt x="394" y="384"/>
                  </a:lnTo>
                  <a:close/>
                </a:path>
              </a:pathLst>
            </a:custGeom>
            <a:solidFill>
              <a:schemeClr val="accent4"/>
            </a:solidFill>
            <a:ln>
              <a:noFill/>
            </a:ln>
          </p:spPr>
          <p:txBody>
            <a:bodyPr vert="horz" wrap="square" lIns="55721" tIns="27861" rIns="55721" bIns="27861" numCol="1" anchor="t" anchorCtr="0" compatLnSpc="1">
              <a:prstTxWarp prst="textNoShape">
                <a:avLst/>
              </a:prstTxWarp>
            </a:bodyPr>
            <a:lstStyle/>
            <a:p>
              <a:pPr defTabSz="742969">
                <a:defRPr/>
              </a:pPr>
              <a:endParaRPr lang="fr-CA" sz="1463" dirty="0">
                <a:solidFill>
                  <a:srgbClr val="007CB0"/>
                </a:solidFill>
                <a:latin typeface="Aptos" panose="020B0004020202020204" pitchFamily="34" charset="0"/>
                <a:cs typeface="Verdana" panose="020B0604030504040204" pitchFamily="34" charset="0"/>
              </a:endParaRPr>
            </a:p>
          </p:txBody>
        </p:sp>
      </p:grpSp>
      <p:grpSp>
        <p:nvGrpSpPr>
          <p:cNvPr id="50" name="Group 49">
            <a:extLst>
              <a:ext uri="{FF2B5EF4-FFF2-40B4-BE49-F238E27FC236}">
                <a16:creationId xmlns:a16="http://schemas.microsoft.com/office/drawing/2014/main" id="{C6D0C95B-C7A2-4110-A16B-B66FE0BD6E87}"/>
              </a:ext>
            </a:extLst>
          </p:cNvPr>
          <p:cNvGrpSpPr/>
          <p:nvPr/>
        </p:nvGrpSpPr>
        <p:grpSpPr>
          <a:xfrm>
            <a:off x="7277301" y="4683320"/>
            <a:ext cx="365387" cy="365387"/>
            <a:chOff x="4877886" y="5268911"/>
            <a:chExt cx="436680" cy="436680"/>
          </a:xfrm>
        </p:grpSpPr>
        <p:sp>
          <p:nvSpPr>
            <p:cNvPr id="51" name="Oval 50">
              <a:extLst>
                <a:ext uri="{FF2B5EF4-FFF2-40B4-BE49-F238E27FC236}">
                  <a16:creationId xmlns:a16="http://schemas.microsoft.com/office/drawing/2014/main" id="{260368EB-EE5D-44C3-A1A3-A43A5641FBF3}"/>
                </a:ext>
              </a:extLst>
            </p:cNvPr>
            <p:cNvSpPr/>
            <p:nvPr/>
          </p:nvSpPr>
          <p:spPr bwMode="gray">
            <a:xfrm>
              <a:off x="4877886" y="5268911"/>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sp>
          <p:nvSpPr>
            <p:cNvPr id="52" name="Freeform 346">
              <a:extLst>
                <a:ext uri="{FF2B5EF4-FFF2-40B4-BE49-F238E27FC236}">
                  <a16:creationId xmlns:a16="http://schemas.microsoft.com/office/drawing/2014/main" id="{56751AB7-4F4E-4894-9EB6-957D8B82D966}"/>
                </a:ext>
              </a:extLst>
            </p:cNvPr>
            <p:cNvSpPr>
              <a:spLocks noChangeAspect="1" noEditPoints="1"/>
            </p:cNvSpPr>
            <p:nvPr>
              <p:custDataLst>
                <p:tags r:id="rId16"/>
              </p:custDataLst>
            </p:nvPr>
          </p:nvSpPr>
          <p:spPr bwMode="auto">
            <a:xfrm>
              <a:off x="4912411" y="5303436"/>
              <a:ext cx="367631" cy="367631"/>
            </a:xfrm>
            <a:custGeom>
              <a:avLst/>
              <a:gdLst>
                <a:gd name="T0" fmla="*/ 277 w 512"/>
                <a:gd name="T1" fmla="*/ 394 h 512"/>
                <a:gd name="T2" fmla="*/ 149 w 512"/>
                <a:gd name="T3" fmla="*/ 202 h 512"/>
                <a:gd name="T4" fmla="*/ 170 w 512"/>
                <a:gd name="T5" fmla="*/ 224 h 512"/>
                <a:gd name="T6" fmla="*/ 266 w 512"/>
                <a:gd name="T7" fmla="*/ 234 h 512"/>
                <a:gd name="T8" fmla="*/ 170 w 512"/>
                <a:gd name="T9" fmla="*/ 245 h 512"/>
                <a:gd name="T10" fmla="*/ 170 w 512"/>
                <a:gd name="T11" fmla="*/ 224 h 512"/>
                <a:gd name="T12" fmla="*/ 256 w 512"/>
                <a:gd name="T13" fmla="*/ 266 h 512"/>
                <a:gd name="T14" fmla="*/ 256 w 512"/>
                <a:gd name="T15" fmla="*/ 288 h 512"/>
                <a:gd name="T16" fmla="*/ 160 w 512"/>
                <a:gd name="T17" fmla="*/ 277 h 512"/>
                <a:gd name="T18" fmla="*/ 170 w 512"/>
                <a:gd name="T19" fmla="*/ 309 h 512"/>
                <a:gd name="T20" fmla="*/ 266 w 512"/>
                <a:gd name="T21" fmla="*/ 320 h 512"/>
                <a:gd name="T22" fmla="*/ 170 w 512"/>
                <a:gd name="T23" fmla="*/ 330 h 512"/>
                <a:gd name="T24" fmla="*/ 170 w 512"/>
                <a:gd name="T25" fmla="*/ 309 h 512"/>
                <a:gd name="T26" fmla="*/ 256 w 512"/>
                <a:gd name="T27" fmla="*/ 352 h 512"/>
                <a:gd name="T28" fmla="*/ 256 w 512"/>
                <a:gd name="T29" fmla="*/ 373 h 512"/>
                <a:gd name="T30" fmla="*/ 160 w 512"/>
                <a:gd name="T31" fmla="*/ 362 h 512"/>
                <a:gd name="T32" fmla="*/ 256 w 512"/>
                <a:gd name="T33" fmla="*/ 0 h 512"/>
                <a:gd name="T34" fmla="*/ 256 w 512"/>
                <a:gd name="T35" fmla="*/ 512 h 512"/>
                <a:gd name="T36" fmla="*/ 256 w 512"/>
                <a:gd name="T37" fmla="*/ 0 h 512"/>
                <a:gd name="T38" fmla="*/ 288 w 512"/>
                <a:gd name="T39" fmla="*/ 416 h 512"/>
                <a:gd name="T40" fmla="*/ 128 w 512"/>
                <a:gd name="T41" fmla="*/ 405 h 512"/>
                <a:gd name="T42" fmla="*/ 138 w 512"/>
                <a:gd name="T43" fmla="*/ 181 h 512"/>
                <a:gd name="T44" fmla="*/ 298 w 512"/>
                <a:gd name="T45" fmla="*/ 192 h 512"/>
                <a:gd name="T46" fmla="*/ 341 w 512"/>
                <a:gd name="T47" fmla="*/ 362 h 512"/>
                <a:gd name="T48" fmla="*/ 320 w 512"/>
                <a:gd name="T49" fmla="*/ 362 h 512"/>
                <a:gd name="T50" fmla="*/ 181 w 512"/>
                <a:gd name="T51" fmla="*/ 160 h 512"/>
                <a:gd name="T52" fmla="*/ 181 w 512"/>
                <a:gd name="T53" fmla="*/ 138 h 512"/>
                <a:gd name="T54" fmla="*/ 341 w 512"/>
                <a:gd name="T55" fmla="*/ 149 h 512"/>
                <a:gd name="T56" fmla="*/ 384 w 512"/>
                <a:gd name="T57" fmla="*/ 320 h 512"/>
                <a:gd name="T58" fmla="*/ 362 w 512"/>
                <a:gd name="T59" fmla="*/ 320 h 512"/>
                <a:gd name="T60" fmla="*/ 224 w 512"/>
                <a:gd name="T61" fmla="*/ 117 h 512"/>
                <a:gd name="T62" fmla="*/ 224 w 512"/>
                <a:gd name="T63" fmla="*/ 96 h 512"/>
                <a:gd name="T64" fmla="*/ 384 w 512"/>
                <a:gd name="T65" fmla="*/ 10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149" y="394"/>
                  </a:moveTo>
                  <a:cubicBezTo>
                    <a:pt x="277" y="394"/>
                    <a:pt x="277" y="394"/>
                    <a:pt x="277" y="394"/>
                  </a:cubicBezTo>
                  <a:cubicBezTo>
                    <a:pt x="277" y="202"/>
                    <a:pt x="277" y="202"/>
                    <a:pt x="277" y="202"/>
                  </a:cubicBezTo>
                  <a:cubicBezTo>
                    <a:pt x="149" y="202"/>
                    <a:pt x="149" y="202"/>
                    <a:pt x="149" y="202"/>
                  </a:cubicBezTo>
                  <a:lnTo>
                    <a:pt x="149" y="394"/>
                  </a:lnTo>
                  <a:close/>
                  <a:moveTo>
                    <a:pt x="170" y="224"/>
                  </a:moveTo>
                  <a:cubicBezTo>
                    <a:pt x="256" y="224"/>
                    <a:pt x="256" y="224"/>
                    <a:pt x="256" y="224"/>
                  </a:cubicBezTo>
                  <a:cubicBezTo>
                    <a:pt x="262" y="224"/>
                    <a:pt x="266" y="228"/>
                    <a:pt x="266" y="234"/>
                  </a:cubicBezTo>
                  <a:cubicBezTo>
                    <a:pt x="266" y="240"/>
                    <a:pt x="262" y="245"/>
                    <a:pt x="256" y="245"/>
                  </a:cubicBezTo>
                  <a:cubicBezTo>
                    <a:pt x="170" y="245"/>
                    <a:pt x="170" y="245"/>
                    <a:pt x="170" y="245"/>
                  </a:cubicBezTo>
                  <a:cubicBezTo>
                    <a:pt x="164" y="245"/>
                    <a:pt x="160" y="240"/>
                    <a:pt x="160" y="234"/>
                  </a:cubicBezTo>
                  <a:cubicBezTo>
                    <a:pt x="160" y="228"/>
                    <a:pt x="164" y="224"/>
                    <a:pt x="170" y="224"/>
                  </a:cubicBezTo>
                  <a:close/>
                  <a:moveTo>
                    <a:pt x="170" y="266"/>
                  </a:moveTo>
                  <a:cubicBezTo>
                    <a:pt x="256" y="266"/>
                    <a:pt x="256" y="266"/>
                    <a:pt x="256" y="266"/>
                  </a:cubicBezTo>
                  <a:cubicBezTo>
                    <a:pt x="262" y="266"/>
                    <a:pt x="266" y="271"/>
                    <a:pt x="266" y="277"/>
                  </a:cubicBezTo>
                  <a:cubicBezTo>
                    <a:pt x="266" y="283"/>
                    <a:pt x="262" y="288"/>
                    <a:pt x="256" y="288"/>
                  </a:cubicBezTo>
                  <a:cubicBezTo>
                    <a:pt x="170" y="288"/>
                    <a:pt x="170" y="288"/>
                    <a:pt x="170" y="288"/>
                  </a:cubicBezTo>
                  <a:cubicBezTo>
                    <a:pt x="164" y="288"/>
                    <a:pt x="160" y="283"/>
                    <a:pt x="160" y="277"/>
                  </a:cubicBezTo>
                  <a:cubicBezTo>
                    <a:pt x="160" y="271"/>
                    <a:pt x="164" y="266"/>
                    <a:pt x="170" y="266"/>
                  </a:cubicBezTo>
                  <a:close/>
                  <a:moveTo>
                    <a:pt x="170" y="309"/>
                  </a:moveTo>
                  <a:cubicBezTo>
                    <a:pt x="256" y="309"/>
                    <a:pt x="256" y="309"/>
                    <a:pt x="256" y="309"/>
                  </a:cubicBezTo>
                  <a:cubicBezTo>
                    <a:pt x="262" y="309"/>
                    <a:pt x="266" y="314"/>
                    <a:pt x="266" y="320"/>
                  </a:cubicBezTo>
                  <a:cubicBezTo>
                    <a:pt x="266" y="326"/>
                    <a:pt x="262" y="330"/>
                    <a:pt x="256" y="330"/>
                  </a:cubicBezTo>
                  <a:cubicBezTo>
                    <a:pt x="170" y="330"/>
                    <a:pt x="170" y="330"/>
                    <a:pt x="170" y="330"/>
                  </a:cubicBezTo>
                  <a:cubicBezTo>
                    <a:pt x="164" y="330"/>
                    <a:pt x="160" y="326"/>
                    <a:pt x="160" y="320"/>
                  </a:cubicBezTo>
                  <a:cubicBezTo>
                    <a:pt x="160" y="314"/>
                    <a:pt x="164" y="309"/>
                    <a:pt x="170" y="309"/>
                  </a:cubicBezTo>
                  <a:close/>
                  <a:moveTo>
                    <a:pt x="170" y="352"/>
                  </a:moveTo>
                  <a:cubicBezTo>
                    <a:pt x="256" y="352"/>
                    <a:pt x="256" y="352"/>
                    <a:pt x="256" y="352"/>
                  </a:cubicBezTo>
                  <a:cubicBezTo>
                    <a:pt x="262" y="352"/>
                    <a:pt x="266" y="356"/>
                    <a:pt x="266" y="362"/>
                  </a:cubicBezTo>
                  <a:cubicBezTo>
                    <a:pt x="266" y="368"/>
                    <a:pt x="262" y="373"/>
                    <a:pt x="256" y="373"/>
                  </a:cubicBezTo>
                  <a:cubicBezTo>
                    <a:pt x="170" y="373"/>
                    <a:pt x="170" y="373"/>
                    <a:pt x="170" y="373"/>
                  </a:cubicBezTo>
                  <a:cubicBezTo>
                    <a:pt x="164" y="373"/>
                    <a:pt x="160" y="368"/>
                    <a:pt x="160" y="362"/>
                  </a:cubicBezTo>
                  <a:cubicBezTo>
                    <a:pt x="160" y="356"/>
                    <a:pt x="164" y="352"/>
                    <a:pt x="170" y="352"/>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98" y="405"/>
                  </a:moveTo>
                  <a:cubicBezTo>
                    <a:pt x="298" y="411"/>
                    <a:pt x="294" y="416"/>
                    <a:pt x="288" y="416"/>
                  </a:cubicBezTo>
                  <a:cubicBezTo>
                    <a:pt x="138" y="416"/>
                    <a:pt x="138" y="416"/>
                    <a:pt x="138" y="416"/>
                  </a:cubicBezTo>
                  <a:cubicBezTo>
                    <a:pt x="132" y="416"/>
                    <a:pt x="128" y="411"/>
                    <a:pt x="128" y="405"/>
                  </a:cubicBezTo>
                  <a:cubicBezTo>
                    <a:pt x="128" y="192"/>
                    <a:pt x="128" y="192"/>
                    <a:pt x="128" y="192"/>
                  </a:cubicBezTo>
                  <a:cubicBezTo>
                    <a:pt x="128" y="186"/>
                    <a:pt x="132" y="181"/>
                    <a:pt x="138" y="181"/>
                  </a:cubicBezTo>
                  <a:cubicBezTo>
                    <a:pt x="288" y="181"/>
                    <a:pt x="288" y="181"/>
                    <a:pt x="288" y="181"/>
                  </a:cubicBezTo>
                  <a:cubicBezTo>
                    <a:pt x="294" y="181"/>
                    <a:pt x="298" y="186"/>
                    <a:pt x="298" y="192"/>
                  </a:cubicBezTo>
                  <a:lnTo>
                    <a:pt x="298" y="405"/>
                  </a:lnTo>
                  <a:close/>
                  <a:moveTo>
                    <a:pt x="341" y="362"/>
                  </a:moveTo>
                  <a:cubicBezTo>
                    <a:pt x="341" y="368"/>
                    <a:pt x="336" y="373"/>
                    <a:pt x="330" y="373"/>
                  </a:cubicBezTo>
                  <a:cubicBezTo>
                    <a:pt x="324" y="373"/>
                    <a:pt x="320" y="368"/>
                    <a:pt x="320" y="362"/>
                  </a:cubicBezTo>
                  <a:cubicBezTo>
                    <a:pt x="320" y="160"/>
                    <a:pt x="320" y="160"/>
                    <a:pt x="320" y="160"/>
                  </a:cubicBezTo>
                  <a:cubicBezTo>
                    <a:pt x="181" y="160"/>
                    <a:pt x="181" y="160"/>
                    <a:pt x="181" y="160"/>
                  </a:cubicBezTo>
                  <a:cubicBezTo>
                    <a:pt x="175" y="160"/>
                    <a:pt x="170" y="155"/>
                    <a:pt x="170" y="149"/>
                  </a:cubicBezTo>
                  <a:cubicBezTo>
                    <a:pt x="170" y="143"/>
                    <a:pt x="175" y="138"/>
                    <a:pt x="181" y="138"/>
                  </a:cubicBezTo>
                  <a:cubicBezTo>
                    <a:pt x="330" y="138"/>
                    <a:pt x="330" y="138"/>
                    <a:pt x="330" y="138"/>
                  </a:cubicBezTo>
                  <a:cubicBezTo>
                    <a:pt x="336" y="138"/>
                    <a:pt x="341" y="143"/>
                    <a:pt x="341" y="149"/>
                  </a:cubicBezTo>
                  <a:lnTo>
                    <a:pt x="341" y="362"/>
                  </a:lnTo>
                  <a:close/>
                  <a:moveTo>
                    <a:pt x="384" y="320"/>
                  </a:moveTo>
                  <a:cubicBezTo>
                    <a:pt x="384" y="326"/>
                    <a:pt x="379" y="330"/>
                    <a:pt x="373" y="330"/>
                  </a:cubicBezTo>
                  <a:cubicBezTo>
                    <a:pt x="367" y="330"/>
                    <a:pt x="362" y="326"/>
                    <a:pt x="362" y="320"/>
                  </a:cubicBezTo>
                  <a:cubicBezTo>
                    <a:pt x="362" y="117"/>
                    <a:pt x="362" y="117"/>
                    <a:pt x="362" y="117"/>
                  </a:cubicBezTo>
                  <a:cubicBezTo>
                    <a:pt x="224" y="117"/>
                    <a:pt x="224" y="117"/>
                    <a:pt x="224" y="117"/>
                  </a:cubicBezTo>
                  <a:cubicBezTo>
                    <a:pt x="218" y="117"/>
                    <a:pt x="213" y="112"/>
                    <a:pt x="213" y="106"/>
                  </a:cubicBezTo>
                  <a:cubicBezTo>
                    <a:pt x="213" y="100"/>
                    <a:pt x="218" y="96"/>
                    <a:pt x="224" y="96"/>
                  </a:cubicBezTo>
                  <a:cubicBezTo>
                    <a:pt x="373" y="96"/>
                    <a:pt x="373" y="96"/>
                    <a:pt x="373" y="96"/>
                  </a:cubicBezTo>
                  <a:cubicBezTo>
                    <a:pt x="379" y="96"/>
                    <a:pt x="384" y="100"/>
                    <a:pt x="384" y="106"/>
                  </a:cubicBezTo>
                  <a:lnTo>
                    <a:pt x="384" y="320"/>
                  </a:lnTo>
                  <a:close/>
                </a:path>
              </a:pathLst>
            </a:custGeom>
            <a:solidFill>
              <a:schemeClr val="accent4"/>
            </a:solidFill>
            <a:ln>
              <a:noFill/>
            </a:ln>
          </p:spPr>
          <p:txBody>
            <a:bodyPr vert="horz" wrap="square" lIns="55721" tIns="27861" rIns="55721" bIns="27861" numCol="1" anchor="t" anchorCtr="0" compatLnSpc="1">
              <a:prstTxWarp prst="textNoShape">
                <a:avLst/>
              </a:prstTxWarp>
            </a:bodyPr>
            <a:lstStyle/>
            <a:p>
              <a:pPr defTabSz="742969">
                <a:defRPr/>
              </a:pPr>
              <a:endParaRPr lang="fr-CA" sz="1463" dirty="0">
                <a:solidFill>
                  <a:srgbClr val="007CB0"/>
                </a:solidFill>
                <a:latin typeface="Aptos" panose="020B0004020202020204" pitchFamily="34" charset="0"/>
                <a:cs typeface="Verdana" panose="020B0604030504040204" pitchFamily="34" charset="0"/>
              </a:endParaRPr>
            </a:p>
          </p:txBody>
        </p:sp>
      </p:grpSp>
      <p:grpSp>
        <p:nvGrpSpPr>
          <p:cNvPr id="53" name="Group 52">
            <a:extLst>
              <a:ext uri="{FF2B5EF4-FFF2-40B4-BE49-F238E27FC236}">
                <a16:creationId xmlns:a16="http://schemas.microsoft.com/office/drawing/2014/main" id="{377E3274-09A0-4CBC-9E14-A90E0084C0D6}"/>
              </a:ext>
            </a:extLst>
          </p:cNvPr>
          <p:cNvGrpSpPr/>
          <p:nvPr/>
        </p:nvGrpSpPr>
        <p:grpSpPr>
          <a:xfrm>
            <a:off x="8334905" y="3991190"/>
            <a:ext cx="365387" cy="365387"/>
            <a:chOff x="6038573" y="4159255"/>
            <a:chExt cx="436680" cy="436680"/>
          </a:xfrm>
        </p:grpSpPr>
        <p:sp>
          <p:nvSpPr>
            <p:cNvPr id="54" name="Oval 53">
              <a:extLst>
                <a:ext uri="{FF2B5EF4-FFF2-40B4-BE49-F238E27FC236}">
                  <a16:creationId xmlns:a16="http://schemas.microsoft.com/office/drawing/2014/main" id="{A02C57B8-F788-4BFC-90B2-2ACA1198BFC9}"/>
                </a:ext>
              </a:extLst>
            </p:cNvPr>
            <p:cNvSpPr/>
            <p:nvPr/>
          </p:nvSpPr>
          <p:spPr bwMode="gray">
            <a:xfrm>
              <a:off x="6038573" y="4159255"/>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sp>
          <p:nvSpPr>
            <p:cNvPr id="55" name="Freeform 787">
              <a:extLst>
                <a:ext uri="{FF2B5EF4-FFF2-40B4-BE49-F238E27FC236}">
                  <a16:creationId xmlns:a16="http://schemas.microsoft.com/office/drawing/2014/main" id="{DE656298-B0DE-4FEC-876C-B4AB90E733A7}"/>
                </a:ext>
              </a:extLst>
            </p:cNvPr>
            <p:cNvSpPr>
              <a:spLocks noChangeAspect="1" noEditPoints="1"/>
            </p:cNvSpPr>
            <p:nvPr>
              <p:custDataLst>
                <p:tags r:id="rId15"/>
              </p:custDataLst>
            </p:nvPr>
          </p:nvSpPr>
          <p:spPr bwMode="auto">
            <a:xfrm>
              <a:off x="6072922" y="4193604"/>
              <a:ext cx="367982" cy="367982"/>
            </a:xfrm>
            <a:custGeom>
              <a:avLst/>
              <a:gdLst>
                <a:gd name="T0" fmla="*/ 330 w 512"/>
                <a:gd name="T1" fmla="*/ 149 h 512"/>
                <a:gd name="T2" fmla="*/ 320 w 512"/>
                <a:gd name="T3" fmla="*/ 160 h 512"/>
                <a:gd name="T4" fmla="*/ 309 w 512"/>
                <a:gd name="T5" fmla="*/ 149 h 512"/>
                <a:gd name="T6" fmla="*/ 309 w 512"/>
                <a:gd name="T7" fmla="*/ 138 h 512"/>
                <a:gd name="T8" fmla="*/ 202 w 512"/>
                <a:gd name="T9" fmla="*/ 138 h 512"/>
                <a:gd name="T10" fmla="*/ 202 w 512"/>
                <a:gd name="T11" fmla="*/ 149 h 512"/>
                <a:gd name="T12" fmla="*/ 192 w 512"/>
                <a:gd name="T13" fmla="*/ 160 h 512"/>
                <a:gd name="T14" fmla="*/ 181 w 512"/>
                <a:gd name="T15" fmla="*/ 149 h 512"/>
                <a:gd name="T16" fmla="*/ 181 w 512"/>
                <a:gd name="T17" fmla="*/ 138 h 512"/>
                <a:gd name="T18" fmla="*/ 138 w 512"/>
                <a:gd name="T19" fmla="*/ 138 h 512"/>
                <a:gd name="T20" fmla="*/ 138 w 512"/>
                <a:gd name="T21" fmla="*/ 373 h 512"/>
                <a:gd name="T22" fmla="*/ 373 w 512"/>
                <a:gd name="T23" fmla="*/ 373 h 512"/>
                <a:gd name="T24" fmla="*/ 373 w 512"/>
                <a:gd name="T25" fmla="*/ 138 h 512"/>
                <a:gd name="T26" fmla="*/ 330 w 512"/>
                <a:gd name="T27" fmla="*/ 138 h 512"/>
                <a:gd name="T28" fmla="*/ 330 w 512"/>
                <a:gd name="T29" fmla="*/ 149 h 512"/>
                <a:gd name="T30" fmla="*/ 309 w 512"/>
                <a:gd name="T31" fmla="*/ 266 h 512"/>
                <a:gd name="T32" fmla="*/ 266 w 512"/>
                <a:gd name="T33" fmla="*/ 266 h 512"/>
                <a:gd name="T34" fmla="*/ 266 w 512"/>
                <a:gd name="T35" fmla="*/ 309 h 512"/>
                <a:gd name="T36" fmla="*/ 256 w 512"/>
                <a:gd name="T37" fmla="*/ 320 h 512"/>
                <a:gd name="T38" fmla="*/ 245 w 512"/>
                <a:gd name="T39" fmla="*/ 309 h 512"/>
                <a:gd name="T40" fmla="*/ 245 w 512"/>
                <a:gd name="T41" fmla="*/ 266 h 512"/>
                <a:gd name="T42" fmla="*/ 202 w 512"/>
                <a:gd name="T43" fmla="*/ 266 h 512"/>
                <a:gd name="T44" fmla="*/ 192 w 512"/>
                <a:gd name="T45" fmla="*/ 256 h 512"/>
                <a:gd name="T46" fmla="*/ 202 w 512"/>
                <a:gd name="T47" fmla="*/ 245 h 512"/>
                <a:gd name="T48" fmla="*/ 245 w 512"/>
                <a:gd name="T49" fmla="*/ 245 h 512"/>
                <a:gd name="T50" fmla="*/ 245 w 512"/>
                <a:gd name="T51" fmla="*/ 202 h 512"/>
                <a:gd name="T52" fmla="*/ 256 w 512"/>
                <a:gd name="T53" fmla="*/ 192 h 512"/>
                <a:gd name="T54" fmla="*/ 266 w 512"/>
                <a:gd name="T55" fmla="*/ 202 h 512"/>
                <a:gd name="T56" fmla="*/ 266 w 512"/>
                <a:gd name="T57" fmla="*/ 245 h 512"/>
                <a:gd name="T58" fmla="*/ 309 w 512"/>
                <a:gd name="T59" fmla="*/ 245 h 512"/>
                <a:gd name="T60" fmla="*/ 320 w 512"/>
                <a:gd name="T61" fmla="*/ 256 h 512"/>
                <a:gd name="T62" fmla="*/ 309 w 512"/>
                <a:gd name="T63" fmla="*/ 266 h 512"/>
                <a:gd name="T64" fmla="*/ 256 w 512"/>
                <a:gd name="T65" fmla="*/ 0 h 512"/>
                <a:gd name="T66" fmla="*/ 0 w 512"/>
                <a:gd name="T67" fmla="*/ 256 h 512"/>
                <a:gd name="T68" fmla="*/ 256 w 512"/>
                <a:gd name="T69" fmla="*/ 512 h 512"/>
                <a:gd name="T70" fmla="*/ 512 w 512"/>
                <a:gd name="T71" fmla="*/ 256 h 512"/>
                <a:gd name="T72" fmla="*/ 256 w 512"/>
                <a:gd name="T73" fmla="*/ 0 h 512"/>
                <a:gd name="T74" fmla="*/ 394 w 512"/>
                <a:gd name="T75" fmla="*/ 384 h 512"/>
                <a:gd name="T76" fmla="*/ 384 w 512"/>
                <a:gd name="T77" fmla="*/ 394 h 512"/>
                <a:gd name="T78" fmla="*/ 128 w 512"/>
                <a:gd name="T79" fmla="*/ 394 h 512"/>
                <a:gd name="T80" fmla="*/ 117 w 512"/>
                <a:gd name="T81" fmla="*/ 384 h 512"/>
                <a:gd name="T82" fmla="*/ 117 w 512"/>
                <a:gd name="T83" fmla="*/ 128 h 512"/>
                <a:gd name="T84" fmla="*/ 128 w 512"/>
                <a:gd name="T85" fmla="*/ 117 h 512"/>
                <a:gd name="T86" fmla="*/ 181 w 512"/>
                <a:gd name="T87" fmla="*/ 117 h 512"/>
                <a:gd name="T88" fmla="*/ 181 w 512"/>
                <a:gd name="T89" fmla="*/ 106 h 512"/>
                <a:gd name="T90" fmla="*/ 192 w 512"/>
                <a:gd name="T91" fmla="*/ 96 h 512"/>
                <a:gd name="T92" fmla="*/ 202 w 512"/>
                <a:gd name="T93" fmla="*/ 106 h 512"/>
                <a:gd name="T94" fmla="*/ 202 w 512"/>
                <a:gd name="T95" fmla="*/ 117 h 512"/>
                <a:gd name="T96" fmla="*/ 309 w 512"/>
                <a:gd name="T97" fmla="*/ 117 h 512"/>
                <a:gd name="T98" fmla="*/ 309 w 512"/>
                <a:gd name="T99" fmla="*/ 106 h 512"/>
                <a:gd name="T100" fmla="*/ 320 w 512"/>
                <a:gd name="T101" fmla="*/ 96 h 512"/>
                <a:gd name="T102" fmla="*/ 330 w 512"/>
                <a:gd name="T103" fmla="*/ 106 h 512"/>
                <a:gd name="T104" fmla="*/ 330 w 512"/>
                <a:gd name="T105" fmla="*/ 117 h 512"/>
                <a:gd name="T106" fmla="*/ 384 w 512"/>
                <a:gd name="T107" fmla="*/ 117 h 512"/>
                <a:gd name="T108" fmla="*/ 394 w 512"/>
                <a:gd name="T109" fmla="*/ 128 h 512"/>
                <a:gd name="T110" fmla="*/ 394 w 512"/>
                <a:gd name="T111"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2" h="512">
                  <a:moveTo>
                    <a:pt x="330" y="149"/>
                  </a:moveTo>
                  <a:cubicBezTo>
                    <a:pt x="330" y="155"/>
                    <a:pt x="326" y="160"/>
                    <a:pt x="320" y="160"/>
                  </a:cubicBezTo>
                  <a:cubicBezTo>
                    <a:pt x="314" y="160"/>
                    <a:pt x="309" y="155"/>
                    <a:pt x="309" y="149"/>
                  </a:cubicBezTo>
                  <a:cubicBezTo>
                    <a:pt x="309" y="138"/>
                    <a:pt x="309" y="138"/>
                    <a:pt x="309" y="138"/>
                  </a:cubicBezTo>
                  <a:cubicBezTo>
                    <a:pt x="202" y="138"/>
                    <a:pt x="202" y="138"/>
                    <a:pt x="202" y="138"/>
                  </a:cubicBezTo>
                  <a:cubicBezTo>
                    <a:pt x="202" y="149"/>
                    <a:pt x="202" y="149"/>
                    <a:pt x="202" y="149"/>
                  </a:cubicBezTo>
                  <a:cubicBezTo>
                    <a:pt x="202" y="155"/>
                    <a:pt x="198" y="160"/>
                    <a:pt x="192" y="160"/>
                  </a:cubicBezTo>
                  <a:cubicBezTo>
                    <a:pt x="186" y="160"/>
                    <a:pt x="181" y="155"/>
                    <a:pt x="181" y="149"/>
                  </a:cubicBezTo>
                  <a:cubicBezTo>
                    <a:pt x="181" y="138"/>
                    <a:pt x="181" y="138"/>
                    <a:pt x="181" y="138"/>
                  </a:cubicBezTo>
                  <a:cubicBezTo>
                    <a:pt x="138" y="138"/>
                    <a:pt x="138" y="138"/>
                    <a:pt x="138" y="138"/>
                  </a:cubicBezTo>
                  <a:cubicBezTo>
                    <a:pt x="138" y="373"/>
                    <a:pt x="138" y="373"/>
                    <a:pt x="138" y="373"/>
                  </a:cubicBezTo>
                  <a:cubicBezTo>
                    <a:pt x="373" y="373"/>
                    <a:pt x="373" y="373"/>
                    <a:pt x="373" y="373"/>
                  </a:cubicBezTo>
                  <a:cubicBezTo>
                    <a:pt x="373" y="138"/>
                    <a:pt x="373" y="138"/>
                    <a:pt x="373" y="138"/>
                  </a:cubicBezTo>
                  <a:cubicBezTo>
                    <a:pt x="330" y="138"/>
                    <a:pt x="330" y="138"/>
                    <a:pt x="330" y="138"/>
                  </a:cubicBezTo>
                  <a:lnTo>
                    <a:pt x="330" y="149"/>
                  </a:lnTo>
                  <a:close/>
                  <a:moveTo>
                    <a:pt x="309" y="266"/>
                  </a:moveTo>
                  <a:cubicBezTo>
                    <a:pt x="266" y="266"/>
                    <a:pt x="266" y="266"/>
                    <a:pt x="266" y="266"/>
                  </a:cubicBezTo>
                  <a:cubicBezTo>
                    <a:pt x="266" y="309"/>
                    <a:pt x="266" y="309"/>
                    <a:pt x="266" y="309"/>
                  </a:cubicBezTo>
                  <a:cubicBezTo>
                    <a:pt x="266" y="315"/>
                    <a:pt x="262" y="320"/>
                    <a:pt x="256" y="320"/>
                  </a:cubicBezTo>
                  <a:cubicBezTo>
                    <a:pt x="250" y="320"/>
                    <a:pt x="245" y="315"/>
                    <a:pt x="245" y="309"/>
                  </a:cubicBezTo>
                  <a:cubicBezTo>
                    <a:pt x="245" y="266"/>
                    <a:pt x="245" y="266"/>
                    <a:pt x="245" y="266"/>
                  </a:cubicBezTo>
                  <a:cubicBezTo>
                    <a:pt x="202" y="266"/>
                    <a:pt x="202" y="266"/>
                    <a:pt x="202" y="266"/>
                  </a:cubicBezTo>
                  <a:cubicBezTo>
                    <a:pt x="196" y="266"/>
                    <a:pt x="192" y="262"/>
                    <a:pt x="192" y="256"/>
                  </a:cubicBezTo>
                  <a:cubicBezTo>
                    <a:pt x="192" y="250"/>
                    <a:pt x="196" y="245"/>
                    <a:pt x="202" y="245"/>
                  </a:cubicBezTo>
                  <a:cubicBezTo>
                    <a:pt x="245" y="245"/>
                    <a:pt x="245" y="245"/>
                    <a:pt x="245" y="245"/>
                  </a:cubicBezTo>
                  <a:cubicBezTo>
                    <a:pt x="245" y="202"/>
                    <a:pt x="245" y="202"/>
                    <a:pt x="245" y="202"/>
                  </a:cubicBezTo>
                  <a:cubicBezTo>
                    <a:pt x="245" y="196"/>
                    <a:pt x="250" y="192"/>
                    <a:pt x="256" y="192"/>
                  </a:cubicBezTo>
                  <a:cubicBezTo>
                    <a:pt x="262" y="192"/>
                    <a:pt x="266" y="196"/>
                    <a:pt x="266" y="202"/>
                  </a:cubicBezTo>
                  <a:cubicBezTo>
                    <a:pt x="266" y="245"/>
                    <a:pt x="266" y="245"/>
                    <a:pt x="266" y="245"/>
                  </a:cubicBezTo>
                  <a:cubicBezTo>
                    <a:pt x="309" y="245"/>
                    <a:pt x="309" y="245"/>
                    <a:pt x="309" y="245"/>
                  </a:cubicBezTo>
                  <a:cubicBezTo>
                    <a:pt x="315" y="245"/>
                    <a:pt x="320" y="250"/>
                    <a:pt x="320" y="256"/>
                  </a:cubicBezTo>
                  <a:cubicBezTo>
                    <a:pt x="320" y="262"/>
                    <a:pt x="315" y="266"/>
                    <a:pt x="309"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84"/>
                  </a:moveTo>
                  <a:cubicBezTo>
                    <a:pt x="394" y="390"/>
                    <a:pt x="390" y="394"/>
                    <a:pt x="384" y="394"/>
                  </a:cubicBezTo>
                  <a:cubicBezTo>
                    <a:pt x="128" y="394"/>
                    <a:pt x="128" y="394"/>
                    <a:pt x="128" y="394"/>
                  </a:cubicBezTo>
                  <a:cubicBezTo>
                    <a:pt x="122" y="394"/>
                    <a:pt x="117" y="390"/>
                    <a:pt x="117" y="384"/>
                  </a:cubicBezTo>
                  <a:cubicBezTo>
                    <a:pt x="117" y="128"/>
                    <a:pt x="117" y="128"/>
                    <a:pt x="117" y="128"/>
                  </a:cubicBezTo>
                  <a:cubicBezTo>
                    <a:pt x="117" y="122"/>
                    <a:pt x="122" y="117"/>
                    <a:pt x="128" y="117"/>
                  </a:cubicBezTo>
                  <a:cubicBezTo>
                    <a:pt x="181" y="117"/>
                    <a:pt x="181" y="117"/>
                    <a:pt x="181" y="117"/>
                  </a:cubicBezTo>
                  <a:cubicBezTo>
                    <a:pt x="181" y="106"/>
                    <a:pt x="181" y="106"/>
                    <a:pt x="181" y="106"/>
                  </a:cubicBezTo>
                  <a:cubicBezTo>
                    <a:pt x="181" y="100"/>
                    <a:pt x="186" y="96"/>
                    <a:pt x="192" y="96"/>
                  </a:cubicBezTo>
                  <a:cubicBezTo>
                    <a:pt x="198" y="96"/>
                    <a:pt x="202" y="100"/>
                    <a:pt x="202" y="106"/>
                  </a:cubicBezTo>
                  <a:cubicBezTo>
                    <a:pt x="202" y="117"/>
                    <a:pt x="202" y="117"/>
                    <a:pt x="202" y="117"/>
                  </a:cubicBezTo>
                  <a:cubicBezTo>
                    <a:pt x="309" y="117"/>
                    <a:pt x="309" y="117"/>
                    <a:pt x="309" y="117"/>
                  </a:cubicBezTo>
                  <a:cubicBezTo>
                    <a:pt x="309" y="106"/>
                    <a:pt x="309" y="106"/>
                    <a:pt x="309" y="106"/>
                  </a:cubicBezTo>
                  <a:cubicBezTo>
                    <a:pt x="309" y="100"/>
                    <a:pt x="314" y="96"/>
                    <a:pt x="320" y="96"/>
                  </a:cubicBezTo>
                  <a:cubicBezTo>
                    <a:pt x="326" y="96"/>
                    <a:pt x="330" y="100"/>
                    <a:pt x="330" y="106"/>
                  </a:cubicBezTo>
                  <a:cubicBezTo>
                    <a:pt x="330" y="117"/>
                    <a:pt x="330" y="117"/>
                    <a:pt x="330" y="117"/>
                  </a:cubicBezTo>
                  <a:cubicBezTo>
                    <a:pt x="384" y="117"/>
                    <a:pt x="384" y="117"/>
                    <a:pt x="384" y="117"/>
                  </a:cubicBezTo>
                  <a:cubicBezTo>
                    <a:pt x="390" y="117"/>
                    <a:pt x="394" y="122"/>
                    <a:pt x="394" y="128"/>
                  </a:cubicBezTo>
                  <a:lnTo>
                    <a:pt x="394" y="384"/>
                  </a:lnTo>
                  <a:close/>
                </a:path>
              </a:pathLst>
            </a:custGeom>
            <a:solidFill>
              <a:schemeClr val="accent4"/>
            </a:solidFill>
            <a:ln>
              <a:noFill/>
            </a:ln>
          </p:spPr>
          <p:txBody>
            <a:bodyPr vert="horz" wrap="square" lIns="55721" tIns="27861" rIns="55721" bIns="27861" numCol="1" anchor="t" anchorCtr="0" compatLnSpc="1">
              <a:prstTxWarp prst="textNoShape">
                <a:avLst/>
              </a:prstTxWarp>
            </a:bodyPr>
            <a:lstStyle/>
            <a:p>
              <a:pPr defTabSz="742969">
                <a:defRPr/>
              </a:pPr>
              <a:endParaRPr lang="fr-CA" sz="1463" dirty="0">
                <a:solidFill>
                  <a:srgbClr val="007CB0"/>
                </a:solidFill>
                <a:latin typeface="Aptos" panose="020B0004020202020204" pitchFamily="34" charset="0"/>
                <a:cs typeface="Verdana" panose="020B0604030504040204" pitchFamily="34" charset="0"/>
              </a:endParaRPr>
            </a:p>
          </p:txBody>
        </p:sp>
      </p:grpSp>
      <p:grpSp>
        <p:nvGrpSpPr>
          <p:cNvPr id="56" name="Group 55">
            <a:extLst>
              <a:ext uri="{FF2B5EF4-FFF2-40B4-BE49-F238E27FC236}">
                <a16:creationId xmlns:a16="http://schemas.microsoft.com/office/drawing/2014/main" id="{83CA37D2-8581-4DA7-BA6C-2FA95AA6C556}"/>
              </a:ext>
            </a:extLst>
          </p:cNvPr>
          <p:cNvGrpSpPr/>
          <p:nvPr/>
        </p:nvGrpSpPr>
        <p:grpSpPr>
          <a:xfrm>
            <a:off x="8288634" y="2882127"/>
            <a:ext cx="365387" cy="365387"/>
            <a:chOff x="5839805" y="3050861"/>
            <a:chExt cx="436680" cy="436680"/>
          </a:xfrm>
        </p:grpSpPr>
        <p:sp>
          <p:nvSpPr>
            <p:cNvPr id="57" name="Oval 56">
              <a:extLst>
                <a:ext uri="{FF2B5EF4-FFF2-40B4-BE49-F238E27FC236}">
                  <a16:creationId xmlns:a16="http://schemas.microsoft.com/office/drawing/2014/main" id="{3C49CCDF-FE96-480C-93D1-4CB1107C5984}"/>
                </a:ext>
              </a:extLst>
            </p:cNvPr>
            <p:cNvSpPr/>
            <p:nvPr/>
          </p:nvSpPr>
          <p:spPr bwMode="gray">
            <a:xfrm>
              <a:off x="5839805" y="3050861"/>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grpSp>
          <p:nvGrpSpPr>
            <p:cNvPr id="58" name="Group 897">
              <a:extLst>
                <a:ext uri="{FF2B5EF4-FFF2-40B4-BE49-F238E27FC236}">
                  <a16:creationId xmlns:a16="http://schemas.microsoft.com/office/drawing/2014/main" id="{B6F2D327-36FC-486A-8E62-6679EAA85353}"/>
                </a:ext>
              </a:extLst>
            </p:cNvPr>
            <p:cNvGrpSpPr>
              <a:grpSpLocks noChangeAspect="1"/>
            </p:cNvGrpSpPr>
            <p:nvPr>
              <p:custDataLst>
                <p:tags r:id="rId14"/>
              </p:custDataLst>
            </p:nvPr>
          </p:nvGrpSpPr>
          <p:grpSpPr bwMode="auto">
            <a:xfrm>
              <a:off x="5875265" y="3086321"/>
              <a:ext cx="365760" cy="365760"/>
              <a:chOff x="3891" y="3455"/>
              <a:chExt cx="340" cy="340"/>
            </a:xfrm>
            <a:solidFill>
              <a:schemeClr val="accent6"/>
            </a:solidFill>
          </p:grpSpPr>
          <p:sp>
            <p:nvSpPr>
              <p:cNvPr id="59" name="Freeform 898">
                <a:extLst>
                  <a:ext uri="{FF2B5EF4-FFF2-40B4-BE49-F238E27FC236}">
                    <a16:creationId xmlns:a16="http://schemas.microsoft.com/office/drawing/2014/main" id="{6505EC83-4028-4407-A4D3-EDBE205F0E12}"/>
                  </a:ext>
                </a:extLst>
              </p:cNvPr>
              <p:cNvSpPr>
                <a:spLocks noEditPoints="1"/>
              </p:cNvSpPr>
              <p:nvPr/>
            </p:nvSpPr>
            <p:spPr bwMode="auto">
              <a:xfrm>
                <a:off x="3891" y="345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81 w 512"/>
                  <a:gd name="T11" fmla="*/ 381 h 512"/>
                  <a:gd name="T12" fmla="*/ 373 w 512"/>
                  <a:gd name="T13" fmla="*/ 384 h 512"/>
                  <a:gd name="T14" fmla="*/ 365 w 512"/>
                  <a:gd name="T15" fmla="*/ 381 h 512"/>
                  <a:gd name="T16" fmla="*/ 270 w 512"/>
                  <a:gd name="T17" fmla="*/ 285 h 512"/>
                  <a:gd name="T18" fmla="*/ 202 w 512"/>
                  <a:gd name="T19" fmla="*/ 309 h 512"/>
                  <a:gd name="T20" fmla="*/ 96 w 512"/>
                  <a:gd name="T21" fmla="*/ 202 h 512"/>
                  <a:gd name="T22" fmla="*/ 202 w 512"/>
                  <a:gd name="T23" fmla="*/ 96 h 512"/>
                  <a:gd name="T24" fmla="*/ 309 w 512"/>
                  <a:gd name="T25" fmla="*/ 202 h 512"/>
                  <a:gd name="T26" fmla="*/ 285 w 512"/>
                  <a:gd name="T27" fmla="*/ 270 h 512"/>
                  <a:gd name="T28" fmla="*/ 381 w 512"/>
                  <a:gd name="T29" fmla="*/ 365 h 512"/>
                  <a:gd name="T30" fmla="*/ 381 w 512"/>
                  <a:gd name="T31" fmla="*/ 38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1" y="381"/>
                    </a:moveTo>
                    <a:cubicBezTo>
                      <a:pt x="378" y="383"/>
                      <a:pt x="376" y="384"/>
                      <a:pt x="373" y="384"/>
                    </a:cubicBezTo>
                    <a:cubicBezTo>
                      <a:pt x="370" y="384"/>
                      <a:pt x="368" y="383"/>
                      <a:pt x="365" y="381"/>
                    </a:cubicBezTo>
                    <a:cubicBezTo>
                      <a:pt x="270" y="285"/>
                      <a:pt x="270" y="285"/>
                      <a:pt x="270" y="285"/>
                    </a:cubicBezTo>
                    <a:cubicBezTo>
                      <a:pt x="251" y="300"/>
                      <a:pt x="228" y="309"/>
                      <a:pt x="202" y="309"/>
                    </a:cubicBezTo>
                    <a:cubicBezTo>
                      <a:pt x="144" y="309"/>
                      <a:pt x="96" y="261"/>
                      <a:pt x="96" y="202"/>
                    </a:cubicBezTo>
                    <a:cubicBezTo>
                      <a:pt x="96" y="144"/>
                      <a:pt x="144" y="96"/>
                      <a:pt x="202" y="96"/>
                    </a:cubicBezTo>
                    <a:cubicBezTo>
                      <a:pt x="261" y="96"/>
                      <a:pt x="309" y="144"/>
                      <a:pt x="309" y="202"/>
                    </a:cubicBezTo>
                    <a:cubicBezTo>
                      <a:pt x="309" y="228"/>
                      <a:pt x="300" y="251"/>
                      <a:pt x="285" y="270"/>
                    </a:cubicBezTo>
                    <a:cubicBezTo>
                      <a:pt x="381" y="365"/>
                      <a:pt x="381" y="365"/>
                      <a:pt x="381" y="365"/>
                    </a:cubicBezTo>
                    <a:cubicBezTo>
                      <a:pt x="385" y="370"/>
                      <a:pt x="385" y="376"/>
                      <a:pt x="381" y="381"/>
                    </a:cubicBezTo>
                    <a:close/>
                  </a:path>
                </a:pathLst>
              </a:cu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algn="ctr" defTabSz="742969">
                  <a:defRPr/>
                </a:pPr>
                <a:endParaRPr lang="fr-CA" sz="1463" dirty="0">
                  <a:solidFill>
                    <a:srgbClr val="007CB0"/>
                  </a:solidFill>
                  <a:latin typeface="Aptos" panose="020B0004020202020204" pitchFamily="34" charset="0"/>
                  <a:cs typeface="Verdana" panose="020B0604030504040204" pitchFamily="34" charset="0"/>
                </a:endParaRPr>
              </a:p>
            </p:txBody>
          </p:sp>
          <p:sp>
            <p:nvSpPr>
              <p:cNvPr id="60" name="Oval 899">
                <a:extLst>
                  <a:ext uri="{FF2B5EF4-FFF2-40B4-BE49-F238E27FC236}">
                    <a16:creationId xmlns:a16="http://schemas.microsoft.com/office/drawing/2014/main" id="{C436A445-0F34-42AC-9FDA-EBCDE28CB68B}"/>
                  </a:ext>
                </a:extLst>
              </p:cNvPr>
              <p:cNvSpPr>
                <a:spLocks noChangeArrowheads="1"/>
              </p:cNvSpPr>
              <p:nvPr/>
            </p:nvSpPr>
            <p:spPr bwMode="auto">
              <a:xfrm>
                <a:off x="3969" y="3533"/>
                <a:ext cx="113" cy="113"/>
              </a:xfrm>
              <a:prstGeom prst="ellipse">
                <a:avLst/>
              </a:pr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5721" tIns="27861" rIns="55721" bIns="27861" numCol="1" anchor="t" anchorCtr="0" compatLnSpc="1">
                <a:prstTxWarp prst="textNoShape">
                  <a:avLst/>
                </a:prstTxWarp>
              </a:bodyPr>
              <a:lstStyle/>
              <a:p>
                <a:pPr algn="ctr" defTabSz="742969">
                  <a:defRPr/>
                </a:pPr>
                <a:endParaRPr lang="fr-CA" sz="1463" dirty="0">
                  <a:solidFill>
                    <a:srgbClr val="007CB0"/>
                  </a:solidFill>
                  <a:latin typeface="Aptos" panose="020B0004020202020204" pitchFamily="34" charset="0"/>
                  <a:cs typeface="Verdana" panose="020B0604030504040204" pitchFamily="34" charset="0"/>
                </a:endParaRPr>
              </a:p>
            </p:txBody>
          </p:sp>
        </p:grpSp>
      </p:grpSp>
      <p:grpSp>
        <p:nvGrpSpPr>
          <p:cNvPr id="61" name="Group 60">
            <a:extLst>
              <a:ext uri="{FF2B5EF4-FFF2-40B4-BE49-F238E27FC236}">
                <a16:creationId xmlns:a16="http://schemas.microsoft.com/office/drawing/2014/main" id="{F5DC8A87-FF45-46F4-9A87-CCCAAD77AE62}"/>
              </a:ext>
            </a:extLst>
          </p:cNvPr>
          <p:cNvGrpSpPr/>
          <p:nvPr/>
        </p:nvGrpSpPr>
        <p:grpSpPr>
          <a:xfrm>
            <a:off x="7180533" y="2383815"/>
            <a:ext cx="365387" cy="365387"/>
            <a:chOff x="4515496" y="2455320"/>
            <a:chExt cx="436680" cy="436680"/>
          </a:xfrm>
        </p:grpSpPr>
        <p:sp>
          <p:nvSpPr>
            <p:cNvPr id="62" name="Oval 61">
              <a:extLst>
                <a:ext uri="{FF2B5EF4-FFF2-40B4-BE49-F238E27FC236}">
                  <a16:creationId xmlns:a16="http://schemas.microsoft.com/office/drawing/2014/main" id="{7A13567F-BC35-4A6D-92A4-19DCF7FEB6F3}"/>
                </a:ext>
              </a:extLst>
            </p:cNvPr>
            <p:cNvSpPr/>
            <p:nvPr/>
          </p:nvSpPr>
          <p:spPr bwMode="gray">
            <a:xfrm>
              <a:off x="4515496" y="2455320"/>
              <a:ext cx="436680" cy="436680"/>
            </a:xfrm>
            <a:prstGeom prst="ellipse">
              <a:avLst/>
            </a:prstGeom>
            <a:solidFill>
              <a:schemeClr val="bg1"/>
            </a:solidFill>
            <a:ln w="19050" algn="ctr">
              <a:noFill/>
              <a:miter lim="800000"/>
              <a:headEnd/>
              <a:tailEnd/>
            </a:ln>
          </p:spPr>
          <p:txBody>
            <a:bodyPr wrap="square" lIns="54173" tIns="54173" rIns="54173" bIns="54173" rtlCol="0" anchor="ctr"/>
            <a:lstStyle/>
            <a:p>
              <a:pPr algn="ctr" defTabSz="742969">
                <a:lnSpc>
                  <a:spcPct val="106000"/>
                </a:lnSpc>
                <a:defRPr/>
              </a:pPr>
              <a:endParaRPr lang="en-US" sz="975" b="1" dirty="0">
                <a:solidFill>
                  <a:prstClr val="white"/>
                </a:solidFill>
                <a:latin typeface="Aptos" panose="020B0004020202020204" pitchFamily="34" charset="0"/>
                <a:cs typeface="Verdana" panose="020B0604030504040204" pitchFamily="34" charset="0"/>
              </a:endParaRPr>
            </a:p>
          </p:txBody>
        </p:sp>
        <p:sp>
          <p:nvSpPr>
            <p:cNvPr id="63" name="Freeform 805">
              <a:extLst>
                <a:ext uri="{FF2B5EF4-FFF2-40B4-BE49-F238E27FC236}">
                  <a16:creationId xmlns:a16="http://schemas.microsoft.com/office/drawing/2014/main" id="{FD5546AD-4B20-4917-A475-6002099FD7D7}"/>
                </a:ext>
              </a:extLst>
            </p:cNvPr>
            <p:cNvSpPr>
              <a:spLocks noChangeAspect="1" noEditPoints="1"/>
            </p:cNvSpPr>
            <p:nvPr>
              <p:custDataLst>
                <p:tags r:id="rId13"/>
              </p:custDataLst>
            </p:nvPr>
          </p:nvSpPr>
          <p:spPr bwMode="auto">
            <a:xfrm>
              <a:off x="4549845" y="2489669"/>
              <a:ext cx="367982" cy="367982"/>
            </a:xfrm>
            <a:custGeom>
              <a:avLst/>
              <a:gdLst>
                <a:gd name="T0" fmla="*/ 309 w 512"/>
                <a:gd name="T1" fmla="*/ 149 h 512"/>
                <a:gd name="T2" fmla="*/ 202 w 512"/>
                <a:gd name="T3" fmla="*/ 149 h 512"/>
                <a:gd name="T4" fmla="*/ 181 w 512"/>
                <a:gd name="T5" fmla="*/ 138 h 512"/>
                <a:gd name="T6" fmla="*/ 373 w 512"/>
                <a:gd name="T7" fmla="*/ 373 h 512"/>
                <a:gd name="T8" fmla="*/ 330 w 512"/>
                <a:gd name="T9" fmla="*/ 149 h 512"/>
                <a:gd name="T10" fmla="*/ 170 w 512"/>
                <a:gd name="T11" fmla="*/ 320 h 512"/>
                <a:gd name="T12" fmla="*/ 170 w 512"/>
                <a:gd name="T13" fmla="*/ 298 h 512"/>
                <a:gd name="T14" fmla="*/ 181 w 512"/>
                <a:gd name="T15" fmla="*/ 288 h 512"/>
                <a:gd name="T16" fmla="*/ 160 w 512"/>
                <a:gd name="T17" fmla="*/ 245 h 512"/>
                <a:gd name="T18" fmla="*/ 170 w 512"/>
                <a:gd name="T19" fmla="*/ 256 h 512"/>
                <a:gd name="T20" fmla="*/ 170 w 512"/>
                <a:gd name="T21" fmla="*/ 192 h 512"/>
                <a:gd name="T22" fmla="*/ 213 w 512"/>
                <a:gd name="T23" fmla="*/ 341 h 512"/>
                <a:gd name="T24" fmla="*/ 224 w 512"/>
                <a:gd name="T25" fmla="*/ 330 h 512"/>
                <a:gd name="T26" fmla="*/ 202 w 512"/>
                <a:gd name="T27" fmla="*/ 288 h 512"/>
                <a:gd name="T28" fmla="*/ 213 w 512"/>
                <a:gd name="T29" fmla="*/ 298 h 512"/>
                <a:gd name="T30" fmla="*/ 213 w 512"/>
                <a:gd name="T31" fmla="*/ 234 h 512"/>
                <a:gd name="T32" fmla="*/ 213 w 512"/>
                <a:gd name="T33" fmla="*/ 213 h 512"/>
                <a:gd name="T34" fmla="*/ 224 w 512"/>
                <a:gd name="T35" fmla="*/ 202 h 512"/>
                <a:gd name="T36" fmla="*/ 245 w 512"/>
                <a:gd name="T37" fmla="*/ 330 h 512"/>
                <a:gd name="T38" fmla="*/ 256 w 512"/>
                <a:gd name="T39" fmla="*/ 341 h 512"/>
                <a:gd name="T40" fmla="*/ 256 w 512"/>
                <a:gd name="T41" fmla="*/ 277 h 512"/>
                <a:gd name="T42" fmla="*/ 256 w 512"/>
                <a:gd name="T43" fmla="*/ 256 h 512"/>
                <a:gd name="T44" fmla="*/ 266 w 512"/>
                <a:gd name="T45" fmla="*/ 245 h 512"/>
                <a:gd name="T46" fmla="*/ 245 w 512"/>
                <a:gd name="T47" fmla="*/ 202 h 512"/>
                <a:gd name="T48" fmla="*/ 256 w 512"/>
                <a:gd name="T49" fmla="*/ 213 h 512"/>
                <a:gd name="T50" fmla="*/ 298 w 512"/>
                <a:gd name="T51" fmla="*/ 320 h 512"/>
                <a:gd name="T52" fmla="*/ 298 w 512"/>
                <a:gd name="T53" fmla="*/ 298 h 512"/>
                <a:gd name="T54" fmla="*/ 309 w 512"/>
                <a:gd name="T55" fmla="*/ 288 h 512"/>
                <a:gd name="T56" fmla="*/ 288 w 512"/>
                <a:gd name="T57" fmla="*/ 245 h 512"/>
                <a:gd name="T58" fmla="*/ 298 w 512"/>
                <a:gd name="T59" fmla="*/ 256 h 512"/>
                <a:gd name="T60" fmla="*/ 298 w 512"/>
                <a:gd name="T61" fmla="*/ 192 h 512"/>
                <a:gd name="T62" fmla="*/ 341 w 512"/>
                <a:gd name="T63" fmla="*/ 298 h 512"/>
                <a:gd name="T64" fmla="*/ 352 w 512"/>
                <a:gd name="T65" fmla="*/ 288 h 512"/>
                <a:gd name="T66" fmla="*/ 330 w 512"/>
                <a:gd name="T67" fmla="*/ 245 h 512"/>
                <a:gd name="T68" fmla="*/ 341 w 512"/>
                <a:gd name="T69" fmla="*/ 256 h 512"/>
                <a:gd name="T70" fmla="*/ 341 w 512"/>
                <a:gd name="T71" fmla="*/ 213 h 512"/>
                <a:gd name="T72" fmla="*/ 256 w 512"/>
                <a:gd name="T73" fmla="*/ 0 h 512"/>
                <a:gd name="T74" fmla="*/ 512 w 512"/>
                <a:gd name="T75" fmla="*/ 256 h 512"/>
                <a:gd name="T76" fmla="*/ 384 w 512"/>
                <a:gd name="T77" fmla="*/ 394 h 512"/>
                <a:gd name="T78" fmla="*/ 117 w 512"/>
                <a:gd name="T79" fmla="*/ 128 h 512"/>
                <a:gd name="T80" fmla="*/ 181 w 512"/>
                <a:gd name="T81" fmla="*/ 106 h 512"/>
                <a:gd name="T82" fmla="*/ 202 w 512"/>
                <a:gd name="T83" fmla="*/ 117 h 512"/>
                <a:gd name="T84" fmla="*/ 320 w 512"/>
                <a:gd name="T85" fmla="*/ 96 h 512"/>
                <a:gd name="T86" fmla="*/ 384 w 512"/>
                <a:gd name="T87" fmla="*/ 11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330" y="149"/>
                  </a:moveTo>
                  <a:cubicBezTo>
                    <a:pt x="330" y="155"/>
                    <a:pt x="326" y="160"/>
                    <a:pt x="320" y="160"/>
                  </a:cubicBezTo>
                  <a:cubicBezTo>
                    <a:pt x="314" y="160"/>
                    <a:pt x="309" y="155"/>
                    <a:pt x="309" y="149"/>
                  </a:cubicBezTo>
                  <a:cubicBezTo>
                    <a:pt x="309" y="138"/>
                    <a:pt x="309" y="138"/>
                    <a:pt x="309" y="138"/>
                  </a:cubicBezTo>
                  <a:cubicBezTo>
                    <a:pt x="202" y="138"/>
                    <a:pt x="202" y="138"/>
                    <a:pt x="202" y="138"/>
                  </a:cubicBezTo>
                  <a:cubicBezTo>
                    <a:pt x="202" y="149"/>
                    <a:pt x="202" y="149"/>
                    <a:pt x="202" y="149"/>
                  </a:cubicBezTo>
                  <a:cubicBezTo>
                    <a:pt x="202" y="155"/>
                    <a:pt x="198" y="160"/>
                    <a:pt x="192" y="160"/>
                  </a:cubicBezTo>
                  <a:cubicBezTo>
                    <a:pt x="186" y="160"/>
                    <a:pt x="181" y="155"/>
                    <a:pt x="181" y="149"/>
                  </a:cubicBezTo>
                  <a:cubicBezTo>
                    <a:pt x="181" y="138"/>
                    <a:pt x="181" y="138"/>
                    <a:pt x="181" y="138"/>
                  </a:cubicBezTo>
                  <a:cubicBezTo>
                    <a:pt x="138" y="138"/>
                    <a:pt x="138" y="138"/>
                    <a:pt x="138" y="138"/>
                  </a:cubicBezTo>
                  <a:cubicBezTo>
                    <a:pt x="138" y="373"/>
                    <a:pt x="138" y="373"/>
                    <a:pt x="138" y="373"/>
                  </a:cubicBezTo>
                  <a:cubicBezTo>
                    <a:pt x="373" y="373"/>
                    <a:pt x="373" y="373"/>
                    <a:pt x="373" y="373"/>
                  </a:cubicBezTo>
                  <a:cubicBezTo>
                    <a:pt x="373" y="138"/>
                    <a:pt x="373" y="138"/>
                    <a:pt x="373" y="138"/>
                  </a:cubicBezTo>
                  <a:cubicBezTo>
                    <a:pt x="330" y="138"/>
                    <a:pt x="330" y="138"/>
                    <a:pt x="330" y="138"/>
                  </a:cubicBezTo>
                  <a:lnTo>
                    <a:pt x="330" y="149"/>
                  </a:lnTo>
                  <a:close/>
                  <a:moveTo>
                    <a:pt x="170" y="341"/>
                  </a:moveTo>
                  <a:cubicBezTo>
                    <a:pt x="164" y="341"/>
                    <a:pt x="160" y="336"/>
                    <a:pt x="160" y="330"/>
                  </a:cubicBezTo>
                  <a:cubicBezTo>
                    <a:pt x="160" y="324"/>
                    <a:pt x="164" y="320"/>
                    <a:pt x="170" y="320"/>
                  </a:cubicBezTo>
                  <a:cubicBezTo>
                    <a:pt x="176" y="320"/>
                    <a:pt x="181" y="324"/>
                    <a:pt x="181" y="330"/>
                  </a:cubicBezTo>
                  <a:cubicBezTo>
                    <a:pt x="181" y="336"/>
                    <a:pt x="176" y="341"/>
                    <a:pt x="170" y="341"/>
                  </a:cubicBezTo>
                  <a:close/>
                  <a:moveTo>
                    <a:pt x="170" y="298"/>
                  </a:moveTo>
                  <a:cubicBezTo>
                    <a:pt x="164" y="298"/>
                    <a:pt x="160" y="294"/>
                    <a:pt x="160" y="288"/>
                  </a:cubicBezTo>
                  <a:cubicBezTo>
                    <a:pt x="160" y="282"/>
                    <a:pt x="164" y="277"/>
                    <a:pt x="170" y="277"/>
                  </a:cubicBezTo>
                  <a:cubicBezTo>
                    <a:pt x="176" y="277"/>
                    <a:pt x="181" y="282"/>
                    <a:pt x="181" y="288"/>
                  </a:cubicBezTo>
                  <a:cubicBezTo>
                    <a:pt x="181" y="294"/>
                    <a:pt x="176" y="298"/>
                    <a:pt x="170" y="298"/>
                  </a:cubicBezTo>
                  <a:close/>
                  <a:moveTo>
                    <a:pt x="170" y="256"/>
                  </a:moveTo>
                  <a:cubicBezTo>
                    <a:pt x="164" y="256"/>
                    <a:pt x="160" y="251"/>
                    <a:pt x="160" y="245"/>
                  </a:cubicBezTo>
                  <a:cubicBezTo>
                    <a:pt x="160" y="239"/>
                    <a:pt x="164" y="234"/>
                    <a:pt x="170" y="234"/>
                  </a:cubicBezTo>
                  <a:cubicBezTo>
                    <a:pt x="176" y="234"/>
                    <a:pt x="181" y="239"/>
                    <a:pt x="181" y="245"/>
                  </a:cubicBezTo>
                  <a:cubicBezTo>
                    <a:pt x="181" y="251"/>
                    <a:pt x="176" y="256"/>
                    <a:pt x="170" y="256"/>
                  </a:cubicBezTo>
                  <a:close/>
                  <a:moveTo>
                    <a:pt x="170" y="213"/>
                  </a:moveTo>
                  <a:cubicBezTo>
                    <a:pt x="164" y="213"/>
                    <a:pt x="160" y="208"/>
                    <a:pt x="160" y="202"/>
                  </a:cubicBezTo>
                  <a:cubicBezTo>
                    <a:pt x="160" y="196"/>
                    <a:pt x="164" y="192"/>
                    <a:pt x="170" y="192"/>
                  </a:cubicBezTo>
                  <a:cubicBezTo>
                    <a:pt x="176" y="192"/>
                    <a:pt x="181" y="196"/>
                    <a:pt x="181" y="202"/>
                  </a:cubicBezTo>
                  <a:cubicBezTo>
                    <a:pt x="181" y="208"/>
                    <a:pt x="176" y="213"/>
                    <a:pt x="170" y="213"/>
                  </a:cubicBezTo>
                  <a:close/>
                  <a:moveTo>
                    <a:pt x="213" y="341"/>
                  </a:moveTo>
                  <a:cubicBezTo>
                    <a:pt x="207" y="341"/>
                    <a:pt x="202" y="336"/>
                    <a:pt x="202" y="330"/>
                  </a:cubicBezTo>
                  <a:cubicBezTo>
                    <a:pt x="202" y="324"/>
                    <a:pt x="207" y="320"/>
                    <a:pt x="213" y="320"/>
                  </a:cubicBezTo>
                  <a:cubicBezTo>
                    <a:pt x="219" y="320"/>
                    <a:pt x="224" y="324"/>
                    <a:pt x="224" y="330"/>
                  </a:cubicBezTo>
                  <a:cubicBezTo>
                    <a:pt x="224" y="336"/>
                    <a:pt x="219" y="341"/>
                    <a:pt x="213" y="341"/>
                  </a:cubicBezTo>
                  <a:close/>
                  <a:moveTo>
                    <a:pt x="213" y="298"/>
                  </a:moveTo>
                  <a:cubicBezTo>
                    <a:pt x="207" y="298"/>
                    <a:pt x="202" y="294"/>
                    <a:pt x="202" y="288"/>
                  </a:cubicBezTo>
                  <a:cubicBezTo>
                    <a:pt x="202" y="282"/>
                    <a:pt x="207" y="277"/>
                    <a:pt x="213" y="277"/>
                  </a:cubicBezTo>
                  <a:cubicBezTo>
                    <a:pt x="219" y="277"/>
                    <a:pt x="224" y="282"/>
                    <a:pt x="224" y="288"/>
                  </a:cubicBezTo>
                  <a:cubicBezTo>
                    <a:pt x="224" y="294"/>
                    <a:pt x="219" y="298"/>
                    <a:pt x="213" y="298"/>
                  </a:cubicBezTo>
                  <a:close/>
                  <a:moveTo>
                    <a:pt x="213" y="256"/>
                  </a:moveTo>
                  <a:cubicBezTo>
                    <a:pt x="207" y="256"/>
                    <a:pt x="202" y="251"/>
                    <a:pt x="202" y="245"/>
                  </a:cubicBezTo>
                  <a:cubicBezTo>
                    <a:pt x="202" y="239"/>
                    <a:pt x="207" y="234"/>
                    <a:pt x="213" y="234"/>
                  </a:cubicBezTo>
                  <a:cubicBezTo>
                    <a:pt x="219" y="234"/>
                    <a:pt x="224" y="239"/>
                    <a:pt x="224" y="245"/>
                  </a:cubicBezTo>
                  <a:cubicBezTo>
                    <a:pt x="224" y="251"/>
                    <a:pt x="219" y="256"/>
                    <a:pt x="213" y="256"/>
                  </a:cubicBezTo>
                  <a:close/>
                  <a:moveTo>
                    <a:pt x="213" y="213"/>
                  </a:moveTo>
                  <a:cubicBezTo>
                    <a:pt x="207" y="213"/>
                    <a:pt x="202" y="208"/>
                    <a:pt x="202" y="202"/>
                  </a:cubicBezTo>
                  <a:cubicBezTo>
                    <a:pt x="202" y="196"/>
                    <a:pt x="207" y="192"/>
                    <a:pt x="213" y="192"/>
                  </a:cubicBezTo>
                  <a:cubicBezTo>
                    <a:pt x="219" y="192"/>
                    <a:pt x="224" y="196"/>
                    <a:pt x="224" y="202"/>
                  </a:cubicBezTo>
                  <a:cubicBezTo>
                    <a:pt x="224" y="208"/>
                    <a:pt x="219" y="213"/>
                    <a:pt x="213" y="213"/>
                  </a:cubicBezTo>
                  <a:close/>
                  <a:moveTo>
                    <a:pt x="256" y="341"/>
                  </a:moveTo>
                  <a:cubicBezTo>
                    <a:pt x="250" y="341"/>
                    <a:pt x="245" y="336"/>
                    <a:pt x="245" y="330"/>
                  </a:cubicBezTo>
                  <a:cubicBezTo>
                    <a:pt x="245" y="324"/>
                    <a:pt x="250" y="320"/>
                    <a:pt x="256" y="320"/>
                  </a:cubicBezTo>
                  <a:cubicBezTo>
                    <a:pt x="262" y="320"/>
                    <a:pt x="266" y="324"/>
                    <a:pt x="266" y="330"/>
                  </a:cubicBezTo>
                  <a:cubicBezTo>
                    <a:pt x="266" y="336"/>
                    <a:pt x="262" y="341"/>
                    <a:pt x="256" y="341"/>
                  </a:cubicBezTo>
                  <a:close/>
                  <a:moveTo>
                    <a:pt x="256" y="298"/>
                  </a:moveTo>
                  <a:cubicBezTo>
                    <a:pt x="250" y="298"/>
                    <a:pt x="245" y="294"/>
                    <a:pt x="245" y="288"/>
                  </a:cubicBezTo>
                  <a:cubicBezTo>
                    <a:pt x="245" y="282"/>
                    <a:pt x="250" y="277"/>
                    <a:pt x="256" y="277"/>
                  </a:cubicBezTo>
                  <a:cubicBezTo>
                    <a:pt x="262" y="277"/>
                    <a:pt x="266" y="282"/>
                    <a:pt x="266" y="288"/>
                  </a:cubicBezTo>
                  <a:cubicBezTo>
                    <a:pt x="266" y="294"/>
                    <a:pt x="262" y="298"/>
                    <a:pt x="256" y="298"/>
                  </a:cubicBezTo>
                  <a:close/>
                  <a:moveTo>
                    <a:pt x="256" y="256"/>
                  </a:moveTo>
                  <a:cubicBezTo>
                    <a:pt x="250" y="256"/>
                    <a:pt x="245" y="251"/>
                    <a:pt x="245" y="245"/>
                  </a:cubicBezTo>
                  <a:cubicBezTo>
                    <a:pt x="245" y="239"/>
                    <a:pt x="250" y="234"/>
                    <a:pt x="256" y="234"/>
                  </a:cubicBezTo>
                  <a:cubicBezTo>
                    <a:pt x="262" y="234"/>
                    <a:pt x="266" y="239"/>
                    <a:pt x="266" y="245"/>
                  </a:cubicBezTo>
                  <a:cubicBezTo>
                    <a:pt x="266" y="251"/>
                    <a:pt x="262" y="256"/>
                    <a:pt x="256" y="256"/>
                  </a:cubicBezTo>
                  <a:close/>
                  <a:moveTo>
                    <a:pt x="256" y="213"/>
                  </a:moveTo>
                  <a:cubicBezTo>
                    <a:pt x="250" y="213"/>
                    <a:pt x="245" y="208"/>
                    <a:pt x="245" y="202"/>
                  </a:cubicBezTo>
                  <a:cubicBezTo>
                    <a:pt x="245" y="196"/>
                    <a:pt x="250" y="192"/>
                    <a:pt x="256" y="192"/>
                  </a:cubicBezTo>
                  <a:cubicBezTo>
                    <a:pt x="262" y="192"/>
                    <a:pt x="266" y="196"/>
                    <a:pt x="266" y="202"/>
                  </a:cubicBezTo>
                  <a:cubicBezTo>
                    <a:pt x="266" y="208"/>
                    <a:pt x="262" y="213"/>
                    <a:pt x="256" y="213"/>
                  </a:cubicBezTo>
                  <a:close/>
                  <a:moveTo>
                    <a:pt x="298" y="341"/>
                  </a:moveTo>
                  <a:cubicBezTo>
                    <a:pt x="292" y="341"/>
                    <a:pt x="288" y="336"/>
                    <a:pt x="288" y="330"/>
                  </a:cubicBezTo>
                  <a:cubicBezTo>
                    <a:pt x="288" y="324"/>
                    <a:pt x="292" y="320"/>
                    <a:pt x="298" y="320"/>
                  </a:cubicBezTo>
                  <a:cubicBezTo>
                    <a:pt x="304" y="320"/>
                    <a:pt x="309" y="324"/>
                    <a:pt x="309" y="330"/>
                  </a:cubicBezTo>
                  <a:cubicBezTo>
                    <a:pt x="309" y="336"/>
                    <a:pt x="304" y="341"/>
                    <a:pt x="298" y="341"/>
                  </a:cubicBezTo>
                  <a:close/>
                  <a:moveTo>
                    <a:pt x="298" y="298"/>
                  </a:moveTo>
                  <a:cubicBezTo>
                    <a:pt x="292" y="298"/>
                    <a:pt x="288" y="294"/>
                    <a:pt x="288" y="288"/>
                  </a:cubicBezTo>
                  <a:cubicBezTo>
                    <a:pt x="288" y="282"/>
                    <a:pt x="292" y="277"/>
                    <a:pt x="298" y="277"/>
                  </a:cubicBezTo>
                  <a:cubicBezTo>
                    <a:pt x="304" y="277"/>
                    <a:pt x="309" y="282"/>
                    <a:pt x="309" y="288"/>
                  </a:cubicBezTo>
                  <a:cubicBezTo>
                    <a:pt x="309" y="294"/>
                    <a:pt x="304" y="298"/>
                    <a:pt x="298" y="298"/>
                  </a:cubicBezTo>
                  <a:close/>
                  <a:moveTo>
                    <a:pt x="298" y="256"/>
                  </a:moveTo>
                  <a:cubicBezTo>
                    <a:pt x="292" y="256"/>
                    <a:pt x="288" y="251"/>
                    <a:pt x="288" y="245"/>
                  </a:cubicBezTo>
                  <a:cubicBezTo>
                    <a:pt x="288" y="239"/>
                    <a:pt x="292" y="234"/>
                    <a:pt x="298" y="234"/>
                  </a:cubicBezTo>
                  <a:cubicBezTo>
                    <a:pt x="304" y="234"/>
                    <a:pt x="309" y="239"/>
                    <a:pt x="309" y="245"/>
                  </a:cubicBezTo>
                  <a:cubicBezTo>
                    <a:pt x="309" y="251"/>
                    <a:pt x="304" y="256"/>
                    <a:pt x="298" y="256"/>
                  </a:cubicBezTo>
                  <a:close/>
                  <a:moveTo>
                    <a:pt x="298" y="213"/>
                  </a:moveTo>
                  <a:cubicBezTo>
                    <a:pt x="292" y="213"/>
                    <a:pt x="288" y="208"/>
                    <a:pt x="288" y="202"/>
                  </a:cubicBezTo>
                  <a:cubicBezTo>
                    <a:pt x="288" y="196"/>
                    <a:pt x="292" y="192"/>
                    <a:pt x="298" y="192"/>
                  </a:cubicBezTo>
                  <a:cubicBezTo>
                    <a:pt x="304" y="192"/>
                    <a:pt x="309" y="196"/>
                    <a:pt x="309" y="202"/>
                  </a:cubicBezTo>
                  <a:cubicBezTo>
                    <a:pt x="309" y="208"/>
                    <a:pt x="304" y="213"/>
                    <a:pt x="298" y="213"/>
                  </a:cubicBezTo>
                  <a:close/>
                  <a:moveTo>
                    <a:pt x="341" y="298"/>
                  </a:moveTo>
                  <a:cubicBezTo>
                    <a:pt x="335" y="298"/>
                    <a:pt x="330" y="294"/>
                    <a:pt x="330" y="288"/>
                  </a:cubicBezTo>
                  <a:cubicBezTo>
                    <a:pt x="330" y="282"/>
                    <a:pt x="335" y="277"/>
                    <a:pt x="341" y="277"/>
                  </a:cubicBezTo>
                  <a:cubicBezTo>
                    <a:pt x="347" y="277"/>
                    <a:pt x="352" y="282"/>
                    <a:pt x="352" y="288"/>
                  </a:cubicBezTo>
                  <a:cubicBezTo>
                    <a:pt x="352" y="294"/>
                    <a:pt x="347" y="298"/>
                    <a:pt x="341" y="298"/>
                  </a:cubicBezTo>
                  <a:close/>
                  <a:moveTo>
                    <a:pt x="341" y="256"/>
                  </a:moveTo>
                  <a:cubicBezTo>
                    <a:pt x="335" y="256"/>
                    <a:pt x="330" y="251"/>
                    <a:pt x="330" y="245"/>
                  </a:cubicBezTo>
                  <a:cubicBezTo>
                    <a:pt x="330" y="239"/>
                    <a:pt x="335" y="234"/>
                    <a:pt x="341" y="234"/>
                  </a:cubicBezTo>
                  <a:cubicBezTo>
                    <a:pt x="347" y="234"/>
                    <a:pt x="352" y="239"/>
                    <a:pt x="352" y="245"/>
                  </a:cubicBezTo>
                  <a:cubicBezTo>
                    <a:pt x="352" y="251"/>
                    <a:pt x="347" y="256"/>
                    <a:pt x="341" y="256"/>
                  </a:cubicBezTo>
                  <a:close/>
                  <a:moveTo>
                    <a:pt x="341" y="192"/>
                  </a:moveTo>
                  <a:cubicBezTo>
                    <a:pt x="347" y="192"/>
                    <a:pt x="352" y="196"/>
                    <a:pt x="352" y="202"/>
                  </a:cubicBezTo>
                  <a:cubicBezTo>
                    <a:pt x="352" y="208"/>
                    <a:pt x="347" y="213"/>
                    <a:pt x="341" y="213"/>
                  </a:cubicBezTo>
                  <a:cubicBezTo>
                    <a:pt x="335" y="213"/>
                    <a:pt x="330" y="208"/>
                    <a:pt x="330" y="202"/>
                  </a:cubicBezTo>
                  <a:cubicBezTo>
                    <a:pt x="330" y="196"/>
                    <a:pt x="335" y="192"/>
                    <a:pt x="341" y="192"/>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84"/>
                  </a:moveTo>
                  <a:cubicBezTo>
                    <a:pt x="394" y="390"/>
                    <a:pt x="390" y="394"/>
                    <a:pt x="384" y="394"/>
                  </a:cubicBezTo>
                  <a:cubicBezTo>
                    <a:pt x="128" y="394"/>
                    <a:pt x="128" y="394"/>
                    <a:pt x="128" y="394"/>
                  </a:cubicBezTo>
                  <a:cubicBezTo>
                    <a:pt x="122" y="394"/>
                    <a:pt x="117" y="390"/>
                    <a:pt x="117" y="384"/>
                  </a:cubicBezTo>
                  <a:cubicBezTo>
                    <a:pt x="117" y="128"/>
                    <a:pt x="117" y="128"/>
                    <a:pt x="117" y="128"/>
                  </a:cubicBezTo>
                  <a:cubicBezTo>
                    <a:pt x="117" y="122"/>
                    <a:pt x="122" y="117"/>
                    <a:pt x="128" y="117"/>
                  </a:cubicBezTo>
                  <a:cubicBezTo>
                    <a:pt x="181" y="117"/>
                    <a:pt x="181" y="117"/>
                    <a:pt x="181" y="117"/>
                  </a:cubicBezTo>
                  <a:cubicBezTo>
                    <a:pt x="181" y="106"/>
                    <a:pt x="181" y="106"/>
                    <a:pt x="181" y="106"/>
                  </a:cubicBezTo>
                  <a:cubicBezTo>
                    <a:pt x="181" y="100"/>
                    <a:pt x="186" y="96"/>
                    <a:pt x="192" y="96"/>
                  </a:cubicBezTo>
                  <a:cubicBezTo>
                    <a:pt x="198" y="96"/>
                    <a:pt x="202" y="100"/>
                    <a:pt x="202" y="106"/>
                  </a:cubicBezTo>
                  <a:cubicBezTo>
                    <a:pt x="202" y="117"/>
                    <a:pt x="202" y="117"/>
                    <a:pt x="202" y="117"/>
                  </a:cubicBezTo>
                  <a:cubicBezTo>
                    <a:pt x="309" y="117"/>
                    <a:pt x="309" y="117"/>
                    <a:pt x="309" y="117"/>
                  </a:cubicBezTo>
                  <a:cubicBezTo>
                    <a:pt x="309" y="106"/>
                    <a:pt x="309" y="106"/>
                    <a:pt x="309" y="106"/>
                  </a:cubicBezTo>
                  <a:cubicBezTo>
                    <a:pt x="309" y="100"/>
                    <a:pt x="314" y="96"/>
                    <a:pt x="320" y="96"/>
                  </a:cubicBezTo>
                  <a:cubicBezTo>
                    <a:pt x="326" y="96"/>
                    <a:pt x="330" y="100"/>
                    <a:pt x="330" y="106"/>
                  </a:cubicBezTo>
                  <a:cubicBezTo>
                    <a:pt x="330" y="117"/>
                    <a:pt x="330" y="117"/>
                    <a:pt x="330" y="117"/>
                  </a:cubicBezTo>
                  <a:cubicBezTo>
                    <a:pt x="384" y="117"/>
                    <a:pt x="384" y="117"/>
                    <a:pt x="384" y="117"/>
                  </a:cubicBezTo>
                  <a:cubicBezTo>
                    <a:pt x="390" y="117"/>
                    <a:pt x="394" y="122"/>
                    <a:pt x="394" y="128"/>
                  </a:cubicBezTo>
                  <a:lnTo>
                    <a:pt x="394" y="384"/>
                  </a:lnTo>
                  <a:close/>
                </a:path>
              </a:pathLst>
            </a:custGeom>
            <a:solidFill>
              <a:schemeClr val="accent4"/>
            </a:solidFill>
            <a:ln>
              <a:noFill/>
            </a:ln>
          </p:spPr>
          <p:txBody>
            <a:bodyPr vert="horz" wrap="square" lIns="55721" tIns="27861" rIns="55721" bIns="27861" numCol="1" anchor="t" anchorCtr="0" compatLnSpc="1">
              <a:prstTxWarp prst="textNoShape">
                <a:avLst/>
              </a:prstTxWarp>
            </a:bodyPr>
            <a:lstStyle/>
            <a:p>
              <a:pPr defTabSz="742969">
                <a:defRPr/>
              </a:pPr>
              <a:endParaRPr lang="fr-CA" sz="1463" dirty="0">
                <a:solidFill>
                  <a:prstClr val="black"/>
                </a:solidFill>
                <a:latin typeface="Aptos" panose="020B0004020202020204" pitchFamily="34" charset="0"/>
                <a:cs typeface="Verdana" panose="020B0604030504040204" pitchFamily="34" charset="0"/>
              </a:endParaRPr>
            </a:p>
          </p:txBody>
        </p:sp>
      </p:grpSp>
      <p:sp>
        <p:nvSpPr>
          <p:cNvPr id="64" name="Rectangle 8">
            <a:extLst>
              <a:ext uri="{FF2B5EF4-FFF2-40B4-BE49-F238E27FC236}">
                <a16:creationId xmlns:a16="http://schemas.microsoft.com/office/drawing/2014/main" id="{FBFCC419-B33A-4FF2-AD15-BBFC6055CF52}"/>
              </a:ext>
            </a:extLst>
          </p:cNvPr>
          <p:cNvSpPr>
            <a:spLocks noChangeArrowheads="1"/>
          </p:cNvSpPr>
          <p:nvPr>
            <p:custDataLst>
              <p:tags r:id="rId12"/>
            </p:custDataLst>
          </p:nvPr>
        </p:nvSpPr>
        <p:spPr bwMode="blackWhite">
          <a:xfrm>
            <a:off x="6012130" y="2260611"/>
            <a:ext cx="1193906" cy="611797"/>
          </a:xfrm>
          <a:prstGeom prst="rect">
            <a:avLst/>
          </a:prstGeom>
          <a:solidFill>
            <a:schemeClr val="bg1"/>
          </a:solidFill>
          <a:ln w="9525">
            <a:noFill/>
            <a:miter lim="800000"/>
            <a:headEnd/>
            <a:tailEnd/>
          </a:ln>
        </p:spPr>
        <p:txBody>
          <a:bodyPr wrap="square" lIns="0" tIns="0" rIns="111443" bIns="0" anchor="ctr">
            <a:noAutofit/>
          </a:bodyPr>
          <a:lstStyle/>
          <a:p>
            <a:pPr algn="ctr" defTabSz="479834">
              <a:lnSpc>
                <a:spcPct val="95000"/>
              </a:lnSpc>
              <a:spcBef>
                <a:spcPct val="80000"/>
              </a:spcBef>
              <a:buClr>
                <a:prstClr val="white"/>
              </a:buClr>
              <a:defRPr/>
            </a:pPr>
            <a:r>
              <a:rPr lang="en-CA" sz="1000" dirty="0">
                <a:solidFill>
                  <a:prstClr val="black"/>
                </a:solidFill>
                <a:latin typeface="Aptos" panose="020B0004020202020204" pitchFamily="34" charset="0"/>
                <a:cs typeface="Verdana" panose="020B0604030504040204" pitchFamily="34" charset="0"/>
              </a:rPr>
              <a:t>xxx</a:t>
            </a:r>
          </a:p>
        </p:txBody>
      </p:sp>
    </p:spTree>
    <p:extLst>
      <p:ext uri="{BB962C8B-B14F-4D97-AF65-F5344CB8AC3E}">
        <p14:creationId xmlns:p14="http://schemas.microsoft.com/office/powerpoint/2010/main" val="3828637894"/>
      </p:ext>
    </p:extLst>
  </p:cSld>
  <p:clrMapOvr>
    <a:masterClrMapping/>
  </p:clrMapOvr>
  <p:transition>
    <p:fade/>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075216-13E6-4489-9986-CF27B18AF3ED}"/>
              </a:ext>
            </a:extLst>
          </p:cNvPr>
          <p:cNvSpPr>
            <a:spLocks noGrp="1"/>
          </p:cNvSpPr>
          <p:nvPr>
            <p:ph type="title"/>
          </p:nvPr>
        </p:nvSpPr>
        <p:spPr/>
        <p:txBody>
          <a:bodyPr/>
          <a:lstStyle/>
          <a:p>
            <a:r>
              <a:rPr lang="en-US" dirty="0"/>
              <a:t>3D target</a:t>
            </a:r>
          </a:p>
        </p:txBody>
      </p:sp>
      <p:sp>
        <p:nvSpPr>
          <p:cNvPr id="5" name="Rectangle 4">
            <a:extLst>
              <a:ext uri="{FF2B5EF4-FFF2-40B4-BE49-F238E27FC236}">
                <a16:creationId xmlns:a16="http://schemas.microsoft.com/office/drawing/2014/main" id="{12913DD4-BACB-4A71-B238-4C61857CAFA9}"/>
              </a:ext>
            </a:extLst>
          </p:cNvPr>
          <p:cNvSpPr/>
          <p:nvPr/>
        </p:nvSpPr>
        <p:spPr bwMode="gray">
          <a:xfrm>
            <a:off x="1197460" y="2459273"/>
            <a:ext cx="3226277" cy="449118"/>
          </a:xfrm>
          <a:prstGeom prst="rect">
            <a:avLst/>
          </a:prstGeom>
          <a:solidFill>
            <a:schemeClr val="tx1"/>
          </a:solidFill>
          <a:ln w="19050" algn="ctr">
            <a:noFill/>
            <a:miter lim="800000"/>
            <a:headEnd/>
            <a:tailEnd/>
          </a:ln>
        </p:spPr>
        <p:txBody>
          <a:bodyPr wrap="square" lIns="72231" tIns="72231" rIns="72231" bIns="72231" rtlCol="0" anchor="ctr"/>
          <a:lstStyle/>
          <a:p>
            <a:pPr defTabSz="742969">
              <a:lnSpc>
                <a:spcPct val="106000"/>
              </a:lnSpc>
              <a:defRPr/>
            </a:pPr>
            <a:r>
              <a:rPr lang="en-US" sz="1200" b="1" dirty="0">
                <a:solidFill>
                  <a:prstClr val="white"/>
                </a:solidFill>
                <a:latin typeface="Aptos" panose="020B0004020202020204" pitchFamily="34" charset="0"/>
                <a:cs typeface="Verdana" panose="020B0604030504040204" pitchFamily="34" charset="0"/>
              </a:rPr>
              <a:t>Text</a:t>
            </a:r>
          </a:p>
        </p:txBody>
      </p:sp>
      <p:sp>
        <p:nvSpPr>
          <p:cNvPr id="6" name="Rectangle 5">
            <a:extLst>
              <a:ext uri="{FF2B5EF4-FFF2-40B4-BE49-F238E27FC236}">
                <a16:creationId xmlns:a16="http://schemas.microsoft.com/office/drawing/2014/main" id="{C58E6AAD-877D-4F4E-A31F-075259DFD6D2}"/>
              </a:ext>
            </a:extLst>
          </p:cNvPr>
          <p:cNvSpPr/>
          <p:nvPr/>
        </p:nvSpPr>
        <p:spPr bwMode="gray">
          <a:xfrm>
            <a:off x="1197460" y="3535590"/>
            <a:ext cx="3226277" cy="449118"/>
          </a:xfrm>
          <a:prstGeom prst="rect">
            <a:avLst/>
          </a:prstGeom>
          <a:solidFill>
            <a:schemeClr val="accent1"/>
          </a:solidFill>
          <a:ln w="19050" algn="ctr">
            <a:noFill/>
            <a:miter lim="800000"/>
            <a:headEnd/>
            <a:tailEnd/>
          </a:ln>
        </p:spPr>
        <p:txBody>
          <a:bodyPr wrap="square" lIns="72231" tIns="72231" rIns="72231" bIns="72231" rtlCol="0" anchor="ctr"/>
          <a:lstStyle/>
          <a:p>
            <a:pPr defTabSz="742969">
              <a:lnSpc>
                <a:spcPct val="106000"/>
              </a:lnSpc>
              <a:defRPr/>
            </a:pPr>
            <a:r>
              <a:rPr lang="en-US" sz="1200" b="1" dirty="0">
                <a:latin typeface="Aptos" panose="020B0004020202020204" pitchFamily="34" charset="0"/>
                <a:cs typeface="Verdana" panose="020B0604030504040204" pitchFamily="34" charset="0"/>
              </a:rPr>
              <a:t>Text</a:t>
            </a:r>
          </a:p>
        </p:txBody>
      </p:sp>
      <p:sp>
        <p:nvSpPr>
          <p:cNvPr id="7" name="Rectangle 6">
            <a:extLst>
              <a:ext uri="{FF2B5EF4-FFF2-40B4-BE49-F238E27FC236}">
                <a16:creationId xmlns:a16="http://schemas.microsoft.com/office/drawing/2014/main" id="{8D8EA3AC-3D8D-414B-85C7-FBB54976A624}"/>
              </a:ext>
            </a:extLst>
          </p:cNvPr>
          <p:cNvSpPr/>
          <p:nvPr/>
        </p:nvSpPr>
        <p:spPr bwMode="gray">
          <a:xfrm>
            <a:off x="1197460" y="4706120"/>
            <a:ext cx="3226277" cy="449118"/>
          </a:xfrm>
          <a:prstGeom prst="rect">
            <a:avLst/>
          </a:prstGeom>
          <a:solidFill>
            <a:schemeClr val="accent6"/>
          </a:solidFill>
          <a:ln w="19050" algn="ctr">
            <a:noFill/>
            <a:miter lim="800000"/>
            <a:headEnd/>
            <a:tailEnd/>
          </a:ln>
        </p:spPr>
        <p:txBody>
          <a:bodyPr wrap="square" lIns="72231" tIns="72231" rIns="72231" bIns="72231" rtlCol="0" anchor="ctr"/>
          <a:lstStyle/>
          <a:p>
            <a:pPr defTabSz="742969">
              <a:lnSpc>
                <a:spcPct val="106000"/>
              </a:lnSpc>
              <a:defRPr/>
            </a:pPr>
            <a:r>
              <a:rPr lang="en-US" sz="1200" b="1" dirty="0">
                <a:solidFill>
                  <a:prstClr val="white"/>
                </a:solidFill>
                <a:latin typeface="Aptos" panose="020B0004020202020204" pitchFamily="34" charset="0"/>
                <a:cs typeface="Verdana" panose="020B0604030504040204" pitchFamily="34" charset="0"/>
              </a:rPr>
              <a:t>Text</a:t>
            </a:r>
          </a:p>
        </p:txBody>
      </p:sp>
      <p:sp>
        <p:nvSpPr>
          <p:cNvPr id="8" name="Oval 7">
            <a:extLst>
              <a:ext uri="{FF2B5EF4-FFF2-40B4-BE49-F238E27FC236}">
                <a16:creationId xmlns:a16="http://schemas.microsoft.com/office/drawing/2014/main" id="{E134A711-2E66-4896-A2AC-45444B0CC8B3}"/>
              </a:ext>
            </a:extLst>
          </p:cNvPr>
          <p:cNvSpPr>
            <a:spLocks noChangeAspect="1"/>
          </p:cNvSpPr>
          <p:nvPr/>
        </p:nvSpPr>
        <p:spPr bwMode="gray">
          <a:xfrm>
            <a:off x="5171297" y="1741894"/>
            <a:ext cx="3988164" cy="3988165"/>
          </a:xfrm>
          <a:prstGeom prst="ellipse">
            <a:avLst/>
          </a:prstGeom>
          <a:solidFill>
            <a:schemeClr val="tx1"/>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Calibri"/>
              <a:cs typeface="Verdana" panose="020B0604030504040204" pitchFamily="34" charset="0"/>
            </a:endParaRPr>
          </a:p>
        </p:txBody>
      </p:sp>
      <p:grpSp>
        <p:nvGrpSpPr>
          <p:cNvPr id="9" name="Group 8">
            <a:extLst>
              <a:ext uri="{FF2B5EF4-FFF2-40B4-BE49-F238E27FC236}">
                <a16:creationId xmlns:a16="http://schemas.microsoft.com/office/drawing/2014/main" id="{DDC4D8F7-18F5-4E68-A656-1A7541154C13}"/>
              </a:ext>
            </a:extLst>
          </p:cNvPr>
          <p:cNvGrpSpPr/>
          <p:nvPr/>
        </p:nvGrpSpPr>
        <p:grpSpPr>
          <a:xfrm>
            <a:off x="5169301" y="1739895"/>
            <a:ext cx="3992157" cy="3992157"/>
            <a:chOff x="2538415" y="228600"/>
            <a:chExt cx="4064000" cy="4064000"/>
          </a:xfrm>
        </p:grpSpPr>
        <p:sp>
          <p:nvSpPr>
            <p:cNvPr id="10" name="Arc 9">
              <a:extLst>
                <a:ext uri="{FF2B5EF4-FFF2-40B4-BE49-F238E27FC236}">
                  <a16:creationId xmlns:a16="http://schemas.microsoft.com/office/drawing/2014/main" id="{C13800A4-5CC4-426E-9952-67FA6AAA4CCE}"/>
                </a:ext>
              </a:extLst>
            </p:cNvPr>
            <p:cNvSpPr/>
            <p:nvPr/>
          </p:nvSpPr>
          <p:spPr>
            <a:xfrm flipH="1">
              <a:off x="2538415" y="228600"/>
              <a:ext cx="4064000" cy="4064000"/>
            </a:xfrm>
            <a:prstGeom prst="arc">
              <a:avLst>
                <a:gd name="adj1" fmla="val 5399082"/>
                <a:gd name="adj2" fmla="val 16200068"/>
              </a:avLst>
            </a:prstGeom>
            <a:solidFill>
              <a:schemeClr val="bg2">
                <a:lumMod val="75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defTabSz="742969">
                <a:defRPr/>
              </a:pPr>
              <a:endParaRPr lang="en-US" sz="1463" dirty="0">
                <a:solidFill>
                  <a:prstClr val="black"/>
                </a:solidFill>
                <a:latin typeface="Calibri"/>
              </a:endParaRPr>
            </a:p>
          </p:txBody>
        </p:sp>
        <p:sp>
          <p:nvSpPr>
            <p:cNvPr id="11" name="Arc 10">
              <a:extLst>
                <a:ext uri="{FF2B5EF4-FFF2-40B4-BE49-F238E27FC236}">
                  <a16:creationId xmlns:a16="http://schemas.microsoft.com/office/drawing/2014/main" id="{5DE79213-F4E2-4CB3-B155-85D25661211E}"/>
                </a:ext>
              </a:extLst>
            </p:cNvPr>
            <p:cNvSpPr/>
            <p:nvPr/>
          </p:nvSpPr>
          <p:spPr>
            <a:xfrm>
              <a:off x="3096365" y="228600"/>
              <a:ext cx="2956722" cy="4064000"/>
            </a:xfrm>
            <a:prstGeom prst="arc">
              <a:avLst>
                <a:gd name="adj1" fmla="val 5399082"/>
                <a:gd name="adj2" fmla="val 16200068"/>
              </a:avLst>
            </a:prstGeom>
            <a:solidFill>
              <a:schemeClr val="bg2"/>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defTabSz="742969">
                <a:defRPr/>
              </a:pPr>
              <a:endParaRPr lang="en-US" sz="1463" dirty="0">
                <a:solidFill>
                  <a:prstClr val="black"/>
                </a:solidFill>
                <a:latin typeface="Calibri"/>
              </a:endParaRPr>
            </a:p>
          </p:txBody>
        </p:sp>
      </p:grpSp>
      <p:grpSp>
        <p:nvGrpSpPr>
          <p:cNvPr id="12" name="Group 11">
            <a:extLst>
              <a:ext uri="{FF2B5EF4-FFF2-40B4-BE49-F238E27FC236}">
                <a16:creationId xmlns:a16="http://schemas.microsoft.com/office/drawing/2014/main" id="{F8B7BEAF-7E79-4F55-95B6-84A965BAB39A}"/>
              </a:ext>
            </a:extLst>
          </p:cNvPr>
          <p:cNvGrpSpPr/>
          <p:nvPr/>
        </p:nvGrpSpPr>
        <p:grpSpPr>
          <a:xfrm>
            <a:off x="5713154" y="2283748"/>
            <a:ext cx="2904454" cy="2904454"/>
            <a:chOff x="4191617" y="228600"/>
            <a:chExt cx="4064000" cy="4064000"/>
          </a:xfrm>
        </p:grpSpPr>
        <p:sp>
          <p:nvSpPr>
            <p:cNvPr id="13" name="Arc 12">
              <a:extLst>
                <a:ext uri="{FF2B5EF4-FFF2-40B4-BE49-F238E27FC236}">
                  <a16:creationId xmlns:a16="http://schemas.microsoft.com/office/drawing/2014/main" id="{E6D7EFD1-0CE6-43FA-9A9D-52BA62D9CCCE}"/>
                </a:ext>
              </a:extLst>
            </p:cNvPr>
            <p:cNvSpPr/>
            <p:nvPr/>
          </p:nvSpPr>
          <p:spPr>
            <a:xfrm flipH="1">
              <a:off x="4191617" y="228600"/>
              <a:ext cx="4064000" cy="4064000"/>
            </a:xfrm>
            <a:prstGeom prst="arc">
              <a:avLst>
                <a:gd name="adj1" fmla="val 5399082"/>
                <a:gd name="adj2" fmla="val 16200068"/>
              </a:avLst>
            </a:prstGeom>
            <a:solidFill>
              <a:schemeClr val="accent1">
                <a:lumMod val="75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defTabSz="742969">
                <a:defRPr/>
              </a:pPr>
              <a:endParaRPr lang="en-US" sz="1463" dirty="0">
                <a:solidFill>
                  <a:prstClr val="black"/>
                </a:solidFill>
                <a:latin typeface="Calibri"/>
              </a:endParaRPr>
            </a:p>
          </p:txBody>
        </p:sp>
        <p:sp>
          <p:nvSpPr>
            <p:cNvPr id="14" name="Arc 13">
              <a:extLst>
                <a:ext uri="{FF2B5EF4-FFF2-40B4-BE49-F238E27FC236}">
                  <a16:creationId xmlns:a16="http://schemas.microsoft.com/office/drawing/2014/main" id="{8CFFB2EA-E238-4B7C-B86F-CFB29D35F29D}"/>
                </a:ext>
              </a:extLst>
            </p:cNvPr>
            <p:cNvSpPr/>
            <p:nvPr/>
          </p:nvSpPr>
          <p:spPr>
            <a:xfrm>
              <a:off x="4745256" y="228600"/>
              <a:ext cx="2956722" cy="4064000"/>
            </a:xfrm>
            <a:prstGeom prst="arc">
              <a:avLst>
                <a:gd name="adj1" fmla="val 5399082"/>
                <a:gd name="adj2" fmla="val 16200068"/>
              </a:avLst>
            </a:prstGeom>
            <a:solidFill>
              <a:schemeClr val="accent1"/>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defTabSz="742969">
                <a:defRPr/>
              </a:pPr>
              <a:endParaRPr lang="en-US" sz="1463">
                <a:solidFill>
                  <a:prstClr val="black"/>
                </a:solidFill>
                <a:latin typeface="Calibri"/>
              </a:endParaRPr>
            </a:p>
          </p:txBody>
        </p:sp>
      </p:grpSp>
      <p:grpSp>
        <p:nvGrpSpPr>
          <p:cNvPr id="15" name="Group 14">
            <a:extLst>
              <a:ext uri="{FF2B5EF4-FFF2-40B4-BE49-F238E27FC236}">
                <a16:creationId xmlns:a16="http://schemas.microsoft.com/office/drawing/2014/main" id="{1CD66D3B-4CBE-4182-923B-298E39213BDC}"/>
              </a:ext>
            </a:extLst>
          </p:cNvPr>
          <p:cNvGrpSpPr/>
          <p:nvPr/>
        </p:nvGrpSpPr>
        <p:grpSpPr>
          <a:xfrm>
            <a:off x="6391899" y="2962493"/>
            <a:ext cx="1546961" cy="1546961"/>
            <a:chOff x="4191617" y="228600"/>
            <a:chExt cx="4064000" cy="4064000"/>
          </a:xfrm>
          <a:solidFill>
            <a:srgbClr val="DDEFE8"/>
          </a:solidFill>
        </p:grpSpPr>
        <p:sp>
          <p:nvSpPr>
            <p:cNvPr id="16" name="Arc 15">
              <a:extLst>
                <a:ext uri="{FF2B5EF4-FFF2-40B4-BE49-F238E27FC236}">
                  <a16:creationId xmlns:a16="http://schemas.microsoft.com/office/drawing/2014/main" id="{19CA5E75-53C5-48F1-89BF-E4D5E3E126D2}"/>
                </a:ext>
              </a:extLst>
            </p:cNvPr>
            <p:cNvSpPr/>
            <p:nvPr/>
          </p:nvSpPr>
          <p:spPr>
            <a:xfrm flipH="1">
              <a:off x="4191617" y="228600"/>
              <a:ext cx="4064000" cy="4064000"/>
            </a:xfrm>
            <a:prstGeom prst="arc">
              <a:avLst>
                <a:gd name="adj1" fmla="val 5399082"/>
                <a:gd name="adj2" fmla="val 16200068"/>
              </a:avLst>
            </a:prstGeom>
            <a:solidFill>
              <a:schemeClr val="accent6">
                <a:lumMod val="75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defTabSz="742969">
                <a:defRPr/>
              </a:pPr>
              <a:endParaRPr lang="en-US" sz="1463" dirty="0">
                <a:solidFill>
                  <a:prstClr val="black"/>
                </a:solidFill>
                <a:latin typeface="Calibri"/>
              </a:endParaRPr>
            </a:p>
          </p:txBody>
        </p:sp>
        <p:sp>
          <p:nvSpPr>
            <p:cNvPr id="17" name="Arc 16">
              <a:extLst>
                <a:ext uri="{FF2B5EF4-FFF2-40B4-BE49-F238E27FC236}">
                  <a16:creationId xmlns:a16="http://schemas.microsoft.com/office/drawing/2014/main" id="{C94E0DFA-C5A9-4BAF-8D11-1C2D5A8A0F38}"/>
                </a:ext>
              </a:extLst>
            </p:cNvPr>
            <p:cNvSpPr/>
            <p:nvPr/>
          </p:nvSpPr>
          <p:spPr>
            <a:xfrm>
              <a:off x="4745256" y="228600"/>
              <a:ext cx="2956722" cy="4064000"/>
            </a:xfrm>
            <a:prstGeom prst="arc">
              <a:avLst>
                <a:gd name="adj1" fmla="val 5399082"/>
                <a:gd name="adj2" fmla="val 16200068"/>
              </a:avLst>
            </a:prstGeom>
            <a:solidFill>
              <a:schemeClr val="accent6"/>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defTabSz="742969">
                <a:defRPr/>
              </a:pPr>
              <a:endParaRPr lang="en-US" sz="1463" dirty="0">
                <a:solidFill>
                  <a:prstClr val="black"/>
                </a:solidFill>
                <a:latin typeface="Calibri"/>
              </a:endParaRPr>
            </a:p>
          </p:txBody>
        </p:sp>
      </p:grpSp>
      <p:grpSp>
        <p:nvGrpSpPr>
          <p:cNvPr id="18" name="Group 854">
            <a:extLst>
              <a:ext uri="{FF2B5EF4-FFF2-40B4-BE49-F238E27FC236}">
                <a16:creationId xmlns:a16="http://schemas.microsoft.com/office/drawing/2014/main" id="{21AFDB75-EC3C-4F4D-BB71-25B17A6DB939}"/>
              </a:ext>
            </a:extLst>
          </p:cNvPr>
          <p:cNvGrpSpPr>
            <a:grpSpLocks noChangeAspect="1"/>
          </p:cNvGrpSpPr>
          <p:nvPr>
            <p:custDataLst>
              <p:tags r:id="rId1"/>
            </p:custDataLst>
          </p:nvPr>
        </p:nvGrpSpPr>
        <p:grpSpPr bwMode="auto">
          <a:xfrm>
            <a:off x="7324945" y="3554406"/>
            <a:ext cx="363141" cy="363141"/>
            <a:chOff x="3903" y="3039"/>
            <a:chExt cx="340" cy="340"/>
          </a:xfrm>
          <a:solidFill>
            <a:schemeClr val="bg1"/>
          </a:solidFill>
        </p:grpSpPr>
        <p:sp>
          <p:nvSpPr>
            <p:cNvPr id="19" name="Oval 855">
              <a:extLst>
                <a:ext uri="{FF2B5EF4-FFF2-40B4-BE49-F238E27FC236}">
                  <a16:creationId xmlns:a16="http://schemas.microsoft.com/office/drawing/2014/main" id="{5388409A-9D56-4B7F-938F-41E702B988DC}"/>
                </a:ext>
              </a:extLst>
            </p:cNvPr>
            <p:cNvSpPr>
              <a:spLocks noChangeArrowheads="1"/>
            </p:cNvSpPr>
            <p:nvPr/>
          </p:nvSpPr>
          <p:spPr bwMode="auto">
            <a:xfrm>
              <a:off x="3995" y="3117"/>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Calibri"/>
                <a:cs typeface="Verdana" panose="020B0604030504040204" pitchFamily="34" charset="0"/>
              </a:endParaRPr>
            </a:p>
          </p:txBody>
        </p:sp>
        <p:sp>
          <p:nvSpPr>
            <p:cNvPr id="20" name="Rectangle 856">
              <a:extLst>
                <a:ext uri="{FF2B5EF4-FFF2-40B4-BE49-F238E27FC236}">
                  <a16:creationId xmlns:a16="http://schemas.microsoft.com/office/drawing/2014/main" id="{7D6AEC99-7ADA-43B8-A34F-6746E1DCFC4D}"/>
                </a:ext>
              </a:extLst>
            </p:cNvPr>
            <p:cNvSpPr>
              <a:spLocks noChangeArrowheads="1"/>
            </p:cNvSpPr>
            <p:nvPr/>
          </p:nvSpPr>
          <p:spPr bwMode="auto">
            <a:xfrm>
              <a:off x="4058" y="3173"/>
              <a:ext cx="29" cy="4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Calibri"/>
                <a:cs typeface="Verdana" panose="020B0604030504040204" pitchFamily="34" charset="0"/>
              </a:endParaRPr>
            </a:p>
          </p:txBody>
        </p:sp>
        <p:sp>
          <p:nvSpPr>
            <p:cNvPr id="21" name="Freeform 857">
              <a:extLst>
                <a:ext uri="{FF2B5EF4-FFF2-40B4-BE49-F238E27FC236}">
                  <a16:creationId xmlns:a16="http://schemas.microsoft.com/office/drawing/2014/main" id="{B4C769C3-CAE2-4804-83F4-BE970ACE2C60}"/>
                </a:ext>
              </a:extLst>
            </p:cNvPr>
            <p:cNvSpPr>
              <a:spLocks/>
            </p:cNvSpPr>
            <p:nvPr/>
          </p:nvSpPr>
          <p:spPr bwMode="auto">
            <a:xfrm>
              <a:off x="3989" y="3173"/>
              <a:ext cx="26" cy="57"/>
            </a:xfrm>
            <a:custGeom>
              <a:avLst/>
              <a:gdLst>
                <a:gd name="T0" fmla="*/ 12 w 26"/>
                <a:gd name="T1" fmla="*/ 0 h 57"/>
                <a:gd name="T2" fmla="*/ 0 w 26"/>
                <a:gd name="T3" fmla="*/ 57 h 57"/>
                <a:gd name="T4" fmla="*/ 26 w 26"/>
                <a:gd name="T5" fmla="*/ 57 h 57"/>
                <a:gd name="T6" fmla="*/ 14 w 26"/>
                <a:gd name="T7" fmla="*/ 0 h 57"/>
                <a:gd name="T8" fmla="*/ 12 w 26"/>
                <a:gd name="T9" fmla="*/ 0 h 57"/>
              </a:gdLst>
              <a:ahLst/>
              <a:cxnLst>
                <a:cxn ang="0">
                  <a:pos x="T0" y="T1"/>
                </a:cxn>
                <a:cxn ang="0">
                  <a:pos x="T2" y="T3"/>
                </a:cxn>
                <a:cxn ang="0">
                  <a:pos x="T4" y="T5"/>
                </a:cxn>
                <a:cxn ang="0">
                  <a:pos x="T6" y="T7"/>
                </a:cxn>
                <a:cxn ang="0">
                  <a:pos x="T8" y="T9"/>
                </a:cxn>
              </a:cxnLst>
              <a:rect l="0" t="0" r="r" b="b"/>
              <a:pathLst>
                <a:path w="26" h="57">
                  <a:moveTo>
                    <a:pt x="12" y="0"/>
                  </a:moveTo>
                  <a:lnTo>
                    <a:pt x="0" y="57"/>
                  </a:lnTo>
                  <a:lnTo>
                    <a:pt x="26" y="57"/>
                  </a:lnTo>
                  <a:lnTo>
                    <a:pt x="14" y="0"/>
                  </a:lnTo>
                  <a:lnTo>
                    <a:pt x="1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Calibri"/>
                <a:cs typeface="Verdana" panose="020B0604030504040204" pitchFamily="34" charset="0"/>
              </a:endParaRPr>
            </a:p>
          </p:txBody>
        </p:sp>
        <p:sp>
          <p:nvSpPr>
            <p:cNvPr id="22" name="Oval 858">
              <a:extLst>
                <a:ext uri="{FF2B5EF4-FFF2-40B4-BE49-F238E27FC236}">
                  <a16:creationId xmlns:a16="http://schemas.microsoft.com/office/drawing/2014/main" id="{407A7204-E7E3-40CF-A412-2C47019F3D1D}"/>
                </a:ext>
              </a:extLst>
            </p:cNvPr>
            <p:cNvSpPr>
              <a:spLocks noChangeArrowheads="1"/>
            </p:cNvSpPr>
            <p:nvPr/>
          </p:nvSpPr>
          <p:spPr bwMode="auto">
            <a:xfrm>
              <a:off x="4066" y="3117"/>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Calibri"/>
                <a:cs typeface="Verdana" panose="020B0604030504040204" pitchFamily="34" charset="0"/>
              </a:endParaRPr>
            </a:p>
          </p:txBody>
        </p:sp>
        <p:sp>
          <p:nvSpPr>
            <p:cNvPr id="23" name="Oval 859">
              <a:extLst>
                <a:ext uri="{FF2B5EF4-FFF2-40B4-BE49-F238E27FC236}">
                  <a16:creationId xmlns:a16="http://schemas.microsoft.com/office/drawing/2014/main" id="{8B991DFC-C589-469C-AADA-6B218BCD4C0E}"/>
                </a:ext>
              </a:extLst>
            </p:cNvPr>
            <p:cNvSpPr>
              <a:spLocks noChangeArrowheads="1"/>
            </p:cNvSpPr>
            <p:nvPr/>
          </p:nvSpPr>
          <p:spPr bwMode="auto">
            <a:xfrm>
              <a:off x="4137" y="3117"/>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Calibri"/>
                <a:cs typeface="Verdana" panose="020B0604030504040204" pitchFamily="34" charset="0"/>
              </a:endParaRPr>
            </a:p>
          </p:txBody>
        </p:sp>
        <p:sp>
          <p:nvSpPr>
            <p:cNvPr id="24" name="Rectangle 860">
              <a:extLst>
                <a:ext uri="{FF2B5EF4-FFF2-40B4-BE49-F238E27FC236}">
                  <a16:creationId xmlns:a16="http://schemas.microsoft.com/office/drawing/2014/main" id="{EE986873-CB81-4E01-9537-1D93E0A9EF44}"/>
                </a:ext>
              </a:extLst>
            </p:cNvPr>
            <p:cNvSpPr>
              <a:spLocks noChangeArrowheads="1"/>
            </p:cNvSpPr>
            <p:nvPr/>
          </p:nvSpPr>
          <p:spPr bwMode="auto">
            <a:xfrm>
              <a:off x="4129" y="3173"/>
              <a:ext cx="29" cy="4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Calibri"/>
                <a:cs typeface="Verdana" panose="020B0604030504040204" pitchFamily="34" charset="0"/>
              </a:endParaRPr>
            </a:p>
          </p:txBody>
        </p:sp>
        <p:sp>
          <p:nvSpPr>
            <p:cNvPr id="25" name="Freeform 861">
              <a:extLst>
                <a:ext uri="{FF2B5EF4-FFF2-40B4-BE49-F238E27FC236}">
                  <a16:creationId xmlns:a16="http://schemas.microsoft.com/office/drawing/2014/main" id="{EBD9EF6C-701D-4ADE-BB7C-3CD429D3359D}"/>
                </a:ext>
              </a:extLst>
            </p:cNvPr>
            <p:cNvSpPr>
              <a:spLocks noEditPoints="1"/>
            </p:cNvSpPr>
            <p:nvPr/>
          </p:nvSpPr>
          <p:spPr bwMode="auto">
            <a:xfrm>
              <a:off x="3903" y="3039"/>
              <a:ext cx="340" cy="340"/>
            </a:xfrm>
            <a:custGeom>
              <a:avLst/>
              <a:gdLst>
                <a:gd name="T0" fmla="*/ 0 w 512"/>
                <a:gd name="T1" fmla="*/ 256 h 512"/>
                <a:gd name="T2" fmla="*/ 512 w 512"/>
                <a:gd name="T3" fmla="*/ 256 h 512"/>
                <a:gd name="T4" fmla="*/ 362 w 512"/>
                <a:gd name="T5" fmla="*/ 96 h 512"/>
                <a:gd name="T6" fmla="*/ 362 w 512"/>
                <a:gd name="T7" fmla="*/ 160 h 512"/>
                <a:gd name="T8" fmla="*/ 362 w 512"/>
                <a:gd name="T9" fmla="*/ 96 h 512"/>
                <a:gd name="T10" fmla="*/ 288 w 512"/>
                <a:gd name="T11" fmla="*/ 128 h 512"/>
                <a:gd name="T12" fmla="*/ 224 w 512"/>
                <a:gd name="T13" fmla="*/ 128 h 512"/>
                <a:gd name="T14" fmla="*/ 149 w 512"/>
                <a:gd name="T15" fmla="*/ 96 h 512"/>
                <a:gd name="T16" fmla="*/ 149 w 512"/>
                <a:gd name="T17" fmla="*/ 160 h 512"/>
                <a:gd name="T18" fmla="*/ 149 w 512"/>
                <a:gd name="T19" fmla="*/ 96 h 512"/>
                <a:gd name="T20" fmla="*/ 181 w 512"/>
                <a:gd name="T21" fmla="*/ 309 h 512"/>
                <a:gd name="T22" fmla="*/ 170 w 512"/>
                <a:gd name="T23" fmla="*/ 394 h 512"/>
                <a:gd name="T24" fmla="*/ 160 w 512"/>
                <a:gd name="T25" fmla="*/ 309 h 512"/>
                <a:gd name="T26" fmla="*/ 138 w 512"/>
                <a:gd name="T27" fmla="*/ 384 h 512"/>
                <a:gd name="T28" fmla="*/ 117 w 512"/>
                <a:gd name="T29" fmla="*/ 384 h 512"/>
                <a:gd name="T30" fmla="*/ 109 w 512"/>
                <a:gd name="T31" fmla="*/ 305 h 512"/>
                <a:gd name="T32" fmla="*/ 128 w 512"/>
                <a:gd name="T33" fmla="*/ 190 h 512"/>
                <a:gd name="T34" fmla="*/ 160 w 512"/>
                <a:gd name="T35" fmla="*/ 181 h 512"/>
                <a:gd name="T36" fmla="*/ 191 w 512"/>
                <a:gd name="T37" fmla="*/ 296 h 512"/>
                <a:gd name="T38" fmla="*/ 298 w 512"/>
                <a:gd name="T39" fmla="*/ 277 h 512"/>
                <a:gd name="T40" fmla="*/ 288 w 512"/>
                <a:gd name="T41" fmla="*/ 384 h 512"/>
                <a:gd name="T42" fmla="*/ 266 w 512"/>
                <a:gd name="T43" fmla="*/ 384 h 512"/>
                <a:gd name="T44" fmla="*/ 245 w 512"/>
                <a:gd name="T45" fmla="*/ 288 h 512"/>
                <a:gd name="T46" fmla="*/ 234 w 512"/>
                <a:gd name="T47" fmla="*/ 394 h 512"/>
                <a:gd name="T48" fmla="*/ 224 w 512"/>
                <a:gd name="T49" fmla="*/ 288 h 512"/>
                <a:gd name="T50" fmla="*/ 213 w 512"/>
                <a:gd name="T51" fmla="*/ 192 h 512"/>
                <a:gd name="T52" fmla="*/ 288 w 512"/>
                <a:gd name="T53" fmla="*/ 181 h 512"/>
                <a:gd name="T54" fmla="*/ 298 w 512"/>
                <a:gd name="T55" fmla="*/ 277 h 512"/>
                <a:gd name="T56" fmla="*/ 394 w 512"/>
                <a:gd name="T57" fmla="*/ 288 h 512"/>
                <a:gd name="T58" fmla="*/ 384 w 512"/>
                <a:gd name="T59" fmla="*/ 394 h 512"/>
                <a:gd name="T60" fmla="*/ 373 w 512"/>
                <a:gd name="T61" fmla="*/ 288 h 512"/>
                <a:gd name="T62" fmla="*/ 352 w 512"/>
                <a:gd name="T63" fmla="*/ 384 h 512"/>
                <a:gd name="T64" fmla="*/ 330 w 512"/>
                <a:gd name="T65" fmla="*/ 384 h 512"/>
                <a:gd name="T66" fmla="*/ 320 w 512"/>
                <a:gd name="T67" fmla="*/ 277 h 512"/>
                <a:gd name="T68" fmla="*/ 330 w 512"/>
                <a:gd name="T69" fmla="*/ 181 h 512"/>
                <a:gd name="T70" fmla="*/ 405 w 512"/>
                <a:gd name="T71"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62" y="96"/>
                  </a:moveTo>
                  <a:cubicBezTo>
                    <a:pt x="380" y="96"/>
                    <a:pt x="394" y="110"/>
                    <a:pt x="394" y="128"/>
                  </a:cubicBezTo>
                  <a:cubicBezTo>
                    <a:pt x="394" y="145"/>
                    <a:pt x="380" y="160"/>
                    <a:pt x="362" y="160"/>
                  </a:cubicBezTo>
                  <a:cubicBezTo>
                    <a:pt x="345" y="160"/>
                    <a:pt x="330" y="145"/>
                    <a:pt x="330" y="128"/>
                  </a:cubicBezTo>
                  <a:cubicBezTo>
                    <a:pt x="330" y="110"/>
                    <a:pt x="345" y="96"/>
                    <a:pt x="362" y="96"/>
                  </a:cubicBezTo>
                  <a:close/>
                  <a:moveTo>
                    <a:pt x="256" y="96"/>
                  </a:moveTo>
                  <a:cubicBezTo>
                    <a:pt x="273" y="96"/>
                    <a:pt x="288" y="110"/>
                    <a:pt x="288" y="128"/>
                  </a:cubicBezTo>
                  <a:cubicBezTo>
                    <a:pt x="288" y="145"/>
                    <a:pt x="273" y="160"/>
                    <a:pt x="256" y="160"/>
                  </a:cubicBezTo>
                  <a:cubicBezTo>
                    <a:pt x="238" y="160"/>
                    <a:pt x="224" y="145"/>
                    <a:pt x="224" y="128"/>
                  </a:cubicBezTo>
                  <a:cubicBezTo>
                    <a:pt x="224" y="110"/>
                    <a:pt x="238" y="96"/>
                    <a:pt x="256" y="96"/>
                  </a:cubicBezTo>
                  <a:close/>
                  <a:moveTo>
                    <a:pt x="149" y="96"/>
                  </a:moveTo>
                  <a:cubicBezTo>
                    <a:pt x="167" y="96"/>
                    <a:pt x="181" y="110"/>
                    <a:pt x="181" y="128"/>
                  </a:cubicBezTo>
                  <a:cubicBezTo>
                    <a:pt x="181" y="145"/>
                    <a:pt x="167" y="160"/>
                    <a:pt x="149" y="160"/>
                  </a:cubicBezTo>
                  <a:cubicBezTo>
                    <a:pt x="131" y="160"/>
                    <a:pt x="117" y="145"/>
                    <a:pt x="117" y="128"/>
                  </a:cubicBezTo>
                  <a:cubicBezTo>
                    <a:pt x="117" y="110"/>
                    <a:pt x="131" y="96"/>
                    <a:pt x="149" y="96"/>
                  </a:cubicBezTo>
                  <a:close/>
                  <a:moveTo>
                    <a:pt x="189" y="305"/>
                  </a:moveTo>
                  <a:cubicBezTo>
                    <a:pt x="187" y="308"/>
                    <a:pt x="184" y="309"/>
                    <a:pt x="181" y="309"/>
                  </a:cubicBezTo>
                  <a:cubicBezTo>
                    <a:pt x="181" y="384"/>
                    <a:pt x="181" y="384"/>
                    <a:pt x="181" y="384"/>
                  </a:cubicBezTo>
                  <a:cubicBezTo>
                    <a:pt x="181" y="390"/>
                    <a:pt x="176" y="394"/>
                    <a:pt x="170" y="394"/>
                  </a:cubicBezTo>
                  <a:cubicBezTo>
                    <a:pt x="164" y="394"/>
                    <a:pt x="160" y="390"/>
                    <a:pt x="160" y="384"/>
                  </a:cubicBezTo>
                  <a:cubicBezTo>
                    <a:pt x="160" y="309"/>
                    <a:pt x="160" y="309"/>
                    <a:pt x="160" y="309"/>
                  </a:cubicBezTo>
                  <a:cubicBezTo>
                    <a:pt x="138" y="309"/>
                    <a:pt x="138" y="309"/>
                    <a:pt x="138" y="309"/>
                  </a:cubicBezTo>
                  <a:cubicBezTo>
                    <a:pt x="138" y="384"/>
                    <a:pt x="138" y="384"/>
                    <a:pt x="138" y="384"/>
                  </a:cubicBezTo>
                  <a:cubicBezTo>
                    <a:pt x="138" y="390"/>
                    <a:pt x="134" y="394"/>
                    <a:pt x="128" y="394"/>
                  </a:cubicBezTo>
                  <a:cubicBezTo>
                    <a:pt x="122" y="394"/>
                    <a:pt x="117" y="390"/>
                    <a:pt x="117" y="384"/>
                  </a:cubicBezTo>
                  <a:cubicBezTo>
                    <a:pt x="117" y="309"/>
                    <a:pt x="117" y="309"/>
                    <a:pt x="117" y="309"/>
                  </a:cubicBezTo>
                  <a:cubicBezTo>
                    <a:pt x="114" y="309"/>
                    <a:pt x="111" y="308"/>
                    <a:pt x="109" y="305"/>
                  </a:cubicBezTo>
                  <a:cubicBezTo>
                    <a:pt x="107" y="303"/>
                    <a:pt x="106" y="299"/>
                    <a:pt x="107" y="296"/>
                  </a:cubicBezTo>
                  <a:cubicBezTo>
                    <a:pt x="128" y="190"/>
                    <a:pt x="128" y="190"/>
                    <a:pt x="128" y="190"/>
                  </a:cubicBezTo>
                  <a:cubicBezTo>
                    <a:pt x="129" y="185"/>
                    <a:pt x="133" y="181"/>
                    <a:pt x="138" y="181"/>
                  </a:cubicBezTo>
                  <a:cubicBezTo>
                    <a:pt x="160" y="181"/>
                    <a:pt x="160" y="181"/>
                    <a:pt x="160" y="181"/>
                  </a:cubicBezTo>
                  <a:cubicBezTo>
                    <a:pt x="165" y="181"/>
                    <a:pt x="169" y="185"/>
                    <a:pt x="170" y="190"/>
                  </a:cubicBezTo>
                  <a:cubicBezTo>
                    <a:pt x="191" y="296"/>
                    <a:pt x="191" y="296"/>
                    <a:pt x="191" y="296"/>
                  </a:cubicBezTo>
                  <a:cubicBezTo>
                    <a:pt x="192" y="299"/>
                    <a:pt x="191" y="303"/>
                    <a:pt x="189" y="305"/>
                  </a:cubicBezTo>
                  <a:close/>
                  <a:moveTo>
                    <a:pt x="298" y="277"/>
                  </a:moveTo>
                  <a:cubicBezTo>
                    <a:pt x="298" y="283"/>
                    <a:pt x="294" y="288"/>
                    <a:pt x="288" y="288"/>
                  </a:cubicBezTo>
                  <a:cubicBezTo>
                    <a:pt x="288" y="384"/>
                    <a:pt x="288" y="384"/>
                    <a:pt x="288" y="384"/>
                  </a:cubicBezTo>
                  <a:cubicBezTo>
                    <a:pt x="288" y="390"/>
                    <a:pt x="283" y="394"/>
                    <a:pt x="277" y="394"/>
                  </a:cubicBezTo>
                  <a:cubicBezTo>
                    <a:pt x="271" y="394"/>
                    <a:pt x="266" y="390"/>
                    <a:pt x="266" y="384"/>
                  </a:cubicBezTo>
                  <a:cubicBezTo>
                    <a:pt x="266" y="288"/>
                    <a:pt x="266" y="288"/>
                    <a:pt x="266" y="288"/>
                  </a:cubicBezTo>
                  <a:cubicBezTo>
                    <a:pt x="245" y="288"/>
                    <a:pt x="245" y="288"/>
                    <a:pt x="245" y="288"/>
                  </a:cubicBezTo>
                  <a:cubicBezTo>
                    <a:pt x="245" y="384"/>
                    <a:pt x="245" y="384"/>
                    <a:pt x="245" y="384"/>
                  </a:cubicBezTo>
                  <a:cubicBezTo>
                    <a:pt x="245" y="390"/>
                    <a:pt x="240" y="394"/>
                    <a:pt x="234" y="394"/>
                  </a:cubicBezTo>
                  <a:cubicBezTo>
                    <a:pt x="228" y="394"/>
                    <a:pt x="224" y="390"/>
                    <a:pt x="224" y="384"/>
                  </a:cubicBezTo>
                  <a:cubicBezTo>
                    <a:pt x="224" y="288"/>
                    <a:pt x="224" y="288"/>
                    <a:pt x="224" y="288"/>
                  </a:cubicBezTo>
                  <a:cubicBezTo>
                    <a:pt x="218" y="288"/>
                    <a:pt x="213" y="283"/>
                    <a:pt x="213" y="277"/>
                  </a:cubicBezTo>
                  <a:cubicBezTo>
                    <a:pt x="213" y="192"/>
                    <a:pt x="213" y="192"/>
                    <a:pt x="213" y="192"/>
                  </a:cubicBezTo>
                  <a:cubicBezTo>
                    <a:pt x="213" y="186"/>
                    <a:pt x="218" y="181"/>
                    <a:pt x="224" y="181"/>
                  </a:cubicBezTo>
                  <a:cubicBezTo>
                    <a:pt x="288" y="181"/>
                    <a:pt x="288" y="181"/>
                    <a:pt x="288" y="181"/>
                  </a:cubicBezTo>
                  <a:cubicBezTo>
                    <a:pt x="294" y="181"/>
                    <a:pt x="298" y="186"/>
                    <a:pt x="298" y="192"/>
                  </a:cubicBezTo>
                  <a:lnTo>
                    <a:pt x="298" y="277"/>
                  </a:lnTo>
                  <a:close/>
                  <a:moveTo>
                    <a:pt x="405" y="277"/>
                  </a:moveTo>
                  <a:cubicBezTo>
                    <a:pt x="405" y="283"/>
                    <a:pt x="400" y="288"/>
                    <a:pt x="394" y="288"/>
                  </a:cubicBezTo>
                  <a:cubicBezTo>
                    <a:pt x="394" y="384"/>
                    <a:pt x="394" y="384"/>
                    <a:pt x="394" y="384"/>
                  </a:cubicBezTo>
                  <a:cubicBezTo>
                    <a:pt x="394" y="390"/>
                    <a:pt x="390" y="394"/>
                    <a:pt x="384" y="394"/>
                  </a:cubicBezTo>
                  <a:cubicBezTo>
                    <a:pt x="378" y="394"/>
                    <a:pt x="373" y="390"/>
                    <a:pt x="373" y="384"/>
                  </a:cubicBezTo>
                  <a:cubicBezTo>
                    <a:pt x="373" y="288"/>
                    <a:pt x="373" y="288"/>
                    <a:pt x="373" y="288"/>
                  </a:cubicBezTo>
                  <a:cubicBezTo>
                    <a:pt x="352" y="288"/>
                    <a:pt x="352" y="288"/>
                    <a:pt x="352" y="288"/>
                  </a:cubicBezTo>
                  <a:cubicBezTo>
                    <a:pt x="352" y="384"/>
                    <a:pt x="352" y="384"/>
                    <a:pt x="352" y="384"/>
                  </a:cubicBezTo>
                  <a:cubicBezTo>
                    <a:pt x="352" y="390"/>
                    <a:pt x="347" y="394"/>
                    <a:pt x="341" y="394"/>
                  </a:cubicBezTo>
                  <a:cubicBezTo>
                    <a:pt x="335" y="394"/>
                    <a:pt x="330" y="390"/>
                    <a:pt x="330" y="384"/>
                  </a:cubicBezTo>
                  <a:cubicBezTo>
                    <a:pt x="330" y="288"/>
                    <a:pt x="330" y="288"/>
                    <a:pt x="330" y="288"/>
                  </a:cubicBezTo>
                  <a:cubicBezTo>
                    <a:pt x="324" y="288"/>
                    <a:pt x="320" y="283"/>
                    <a:pt x="320" y="277"/>
                  </a:cubicBezTo>
                  <a:cubicBezTo>
                    <a:pt x="320" y="192"/>
                    <a:pt x="320" y="192"/>
                    <a:pt x="320" y="192"/>
                  </a:cubicBezTo>
                  <a:cubicBezTo>
                    <a:pt x="320" y="186"/>
                    <a:pt x="324" y="181"/>
                    <a:pt x="330" y="181"/>
                  </a:cubicBezTo>
                  <a:cubicBezTo>
                    <a:pt x="394" y="181"/>
                    <a:pt x="394" y="181"/>
                    <a:pt x="394" y="181"/>
                  </a:cubicBezTo>
                  <a:cubicBezTo>
                    <a:pt x="400" y="181"/>
                    <a:pt x="405" y="186"/>
                    <a:pt x="405" y="192"/>
                  </a:cubicBezTo>
                  <a:lnTo>
                    <a:pt x="405" y="27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Calibri"/>
                <a:cs typeface="Verdana" panose="020B0604030504040204" pitchFamily="34" charset="0"/>
              </a:endParaRPr>
            </a:p>
          </p:txBody>
        </p:sp>
      </p:grpSp>
      <p:sp>
        <p:nvSpPr>
          <p:cNvPr id="26" name="Freeform 737">
            <a:extLst>
              <a:ext uri="{FF2B5EF4-FFF2-40B4-BE49-F238E27FC236}">
                <a16:creationId xmlns:a16="http://schemas.microsoft.com/office/drawing/2014/main" id="{F1571A7D-2CE8-41A9-8F00-BD93213613F1}"/>
              </a:ext>
            </a:extLst>
          </p:cNvPr>
          <p:cNvSpPr>
            <a:spLocks noChangeAspect="1" noEditPoints="1"/>
          </p:cNvSpPr>
          <p:nvPr>
            <p:custDataLst>
              <p:tags r:id="rId2"/>
            </p:custDataLst>
          </p:nvPr>
        </p:nvSpPr>
        <p:spPr bwMode="auto">
          <a:xfrm>
            <a:off x="8102535" y="3554405"/>
            <a:ext cx="360553" cy="361614"/>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96 h 512"/>
              <a:gd name="T12" fmla="*/ 288 w 512"/>
              <a:gd name="T13" fmla="*/ 128 h 512"/>
              <a:gd name="T14" fmla="*/ 256 w 512"/>
              <a:gd name="T15" fmla="*/ 160 h 512"/>
              <a:gd name="T16" fmla="*/ 224 w 512"/>
              <a:gd name="T17" fmla="*/ 128 h 512"/>
              <a:gd name="T18" fmla="*/ 256 w 512"/>
              <a:gd name="T19" fmla="*/ 96 h 512"/>
              <a:gd name="T20" fmla="*/ 309 w 512"/>
              <a:gd name="T21" fmla="*/ 298 h 512"/>
              <a:gd name="T22" fmla="*/ 298 w 512"/>
              <a:gd name="T23" fmla="*/ 309 h 512"/>
              <a:gd name="T24" fmla="*/ 288 w 512"/>
              <a:gd name="T25" fmla="*/ 309 h 512"/>
              <a:gd name="T26" fmla="*/ 288 w 512"/>
              <a:gd name="T27" fmla="*/ 405 h 512"/>
              <a:gd name="T28" fmla="*/ 277 w 512"/>
              <a:gd name="T29" fmla="*/ 416 h 512"/>
              <a:gd name="T30" fmla="*/ 266 w 512"/>
              <a:gd name="T31" fmla="*/ 405 h 512"/>
              <a:gd name="T32" fmla="*/ 266 w 512"/>
              <a:gd name="T33" fmla="*/ 309 h 512"/>
              <a:gd name="T34" fmla="*/ 245 w 512"/>
              <a:gd name="T35" fmla="*/ 309 h 512"/>
              <a:gd name="T36" fmla="*/ 245 w 512"/>
              <a:gd name="T37" fmla="*/ 405 h 512"/>
              <a:gd name="T38" fmla="*/ 234 w 512"/>
              <a:gd name="T39" fmla="*/ 416 h 512"/>
              <a:gd name="T40" fmla="*/ 224 w 512"/>
              <a:gd name="T41" fmla="*/ 405 h 512"/>
              <a:gd name="T42" fmla="*/ 224 w 512"/>
              <a:gd name="T43" fmla="*/ 309 h 512"/>
              <a:gd name="T44" fmla="*/ 213 w 512"/>
              <a:gd name="T45" fmla="*/ 309 h 512"/>
              <a:gd name="T46" fmla="*/ 202 w 512"/>
              <a:gd name="T47" fmla="*/ 298 h 512"/>
              <a:gd name="T48" fmla="*/ 202 w 512"/>
              <a:gd name="T49" fmla="*/ 192 h 512"/>
              <a:gd name="T50" fmla="*/ 213 w 512"/>
              <a:gd name="T51" fmla="*/ 181 h 512"/>
              <a:gd name="T52" fmla="*/ 298 w 512"/>
              <a:gd name="T53" fmla="*/ 181 h 512"/>
              <a:gd name="T54" fmla="*/ 309 w 512"/>
              <a:gd name="T55" fmla="*/ 192 h 512"/>
              <a:gd name="T56" fmla="*/ 309 w 512"/>
              <a:gd name="T57" fmla="*/ 298 h 512"/>
              <a:gd name="T58" fmla="*/ 224 w 512"/>
              <a:gd name="T59" fmla="*/ 202 h 512"/>
              <a:gd name="T60" fmla="*/ 288 w 512"/>
              <a:gd name="T61" fmla="*/ 202 h 512"/>
              <a:gd name="T62" fmla="*/ 288 w 512"/>
              <a:gd name="T63" fmla="*/ 288 h 512"/>
              <a:gd name="T64" fmla="*/ 224 w 512"/>
              <a:gd name="T65" fmla="*/ 288 h 512"/>
              <a:gd name="T66" fmla="*/ 224 w 512"/>
              <a:gd name="T67" fmla="*/ 202 h 512"/>
              <a:gd name="T68" fmla="*/ 245 w 512"/>
              <a:gd name="T69" fmla="*/ 128 h 512"/>
              <a:gd name="T70" fmla="*/ 256 w 512"/>
              <a:gd name="T71" fmla="*/ 117 h 512"/>
              <a:gd name="T72" fmla="*/ 266 w 512"/>
              <a:gd name="T73" fmla="*/ 128 h 512"/>
              <a:gd name="T74" fmla="*/ 256 w 512"/>
              <a:gd name="T75" fmla="*/ 138 h 512"/>
              <a:gd name="T76" fmla="*/ 245 w 512"/>
              <a:gd name="T77"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96"/>
                </a:moveTo>
                <a:cubicBezTo>
                  <a:pt x="273" y="96"/>
                  <a:pt x="288" y="110"/>
                  <a:pt x="288" y="128"/>
                </a:cubicBezTo>
                <a:cubicBezTo>
                  <a:pt x="288" y="145"/>
                  <a:pt x="273" y="160"/>
                  <a:pt x="256" y="160"/>
                </a:cubicBezTo>
                <a:cubicBezTo>
                  <a:pt x="238" y="160"/>
                  <a:pt x="224" y="145"/>
                  <a:pt x="224" y="128"/>
                </a:cubicBezTo>
                <a:cubicBezTo>
                  <a:pt x="224" y="110"/>
                  <a:pt x="238" y="96"/>
                  <a:pt x="256" y="96"/>
                </a:cubicBezTo>
                <a:close/>
                <a:moveTo>
                  <a:pt x="309" y="298"/>
                </a:moveTo>
                <a:cubicBezTo>
                  <a:pt x="309" y="304"/>
                  <a:pt x="304" y="309"/>
                  <a:pt x="298" y="309"/>
                </a:cubicBezTo>
                <a:cubicBezTo>
                  <a:pt x="288" y="309"/>
                  <a:pt x="288" y="309"/>
                  <a:pt x="288" y="309"/>
                </a:cubicBezTo>
                <a:cubicBezTo>
                  <a:pt x="288" y="405"/>
                  <a:pt x="288" y="405"/>
                  <a:pt x="288" y="405"/>
                </a:cubicBezTo>
                <a:cubicBezTo>
                  <a:pt x="288" y="411"/>
                  <a:pt x="283" y="416"/>
                  <a:pt x="277" y="416"/>
                </a:cubicBezTo>
                <a:cubicBezTo>
                  <a:pt x="271" y="416"/>
                  <a:pt x="266" y="411"/>
                  <a:pt x="266" y="405"/>
                </a:cubicBezTo>
                <a:cubicBezTo>
                  <a:pt x="266" y="309"/>
                  <a:pt x="266" y="309"/>
                  <a:pt x="266" y="309"/>
                </a:cubicBezTo>
                <a:cubicBezTo>
                  <a:pt x="245" y="309"/>
                  <a:pt x="245" y="309"/>
                  <a:pt x="245" y="309"/>
                </a:cubicBezTo>
                <a:cubicBezTo>
                  <a:pt x="245" y="405"/>
                  <a:pt x="245" y="405"/>
                  <a:pt x="245" y="405"/>
                </a:cubicBezTo>
                <a:cubicBezTo>
                  <a:pt x="245" y="411"/>
                  <a:pt x="240" y="416"/>
                  <a:pt x="234" y="416"/>
                </a:cubicBezTo>
                <a:cubicBezTo>
                  <a:pt x="228" y="416"/>
                  <a:pt x="224" y="411"/>
                  <a:pt x="224" y="405"/>
                </a:cubicBezTo>
                <a:cubicBezTo>
                  <a:pt x="224" y="309"/>
                  <a:pt x="224" y="309"/>
                  <a:pt x="224" y="309"/>
                </a:cubicBezTo>
                <a:cubicBezTo>
                  <a:pt x="213" y="309"/>
                  <a:pt x="213" y="309"/>
                  <a:pt x="213" y="309"/>
                </a:cubicBezTo>
                <a:cubicBezTo>
                  <a:pt x="207" y="309"/>
                  <a:pt x="202" y="304"/>
                  <a:pt x="202" y="298"/>
                </a:cubicBezTo>
                <a:cubicBezTo>
                  <a:pt x="202" y="192"/>
                  <a:pt x="202" y="192"/>
                  <a:pt x="202" y="192"/>
                </a:cubicBezTo>
                <a:cubicBezTo>
                  <a:pt x="202" y="186"/>
                  <a:pt x="207" y="181"/>
                  <a:pt x="213" y="181"/>
                </a:cubicBezTo>
                <a:cubicBezTo>
                  <a:pt x="298" y="181"/>
                  <a:pt x="298" y="181"/>
                  <a:pt x="298" y="181"/>
                </a:cubicBezTo>
                <a:cubicBezTo>
                  <a:pt x="304" y="181"/>
                  <a:pt x="309" y="186"/>
                  <a:pt x="309" y="192"/>
                </a:cubicBezTo>
                <a:lnTo>
                  <a:pt x="309" y="298"/>
                </a:lnTo>
                <a:close/>
                <a:moveTo>
                  <a:pt x="224" y="202"/>
                </a:moveTo>
                <a:cubicBezTo>
                  <a:pt x="288" y="202"/>
                  <a:pt x="288" y="202"/>
                  <a:pt x="288" y="202"/>
                </a:cubicBezTo>
                <a:cubicBezTo>
                  <a:pt x="288" y="288"/>
                  <a:pt x="288" y="288"/>
                  <a:pt x="288" y="288"/>
                </a:cubicBezTo>
                <a:cubicBezTo>
                  <a:pt x="224" y="288"/>
                  <a:pt x="224" y="288"/>
                  <a:pt x="224" y="288"/>
                </a:cubicBezTo>
                <a:lnTo>
                  <a:pt x="224" y="202"/>
                </a:lnTo>
                <a:close/>
                <a:moveTo>
                  <a:pt x="245" y="128"/>
                </a:moveTo>
                <a:cubicBezTo>
                  <a:pt x="245" y="122"/>
                  <a:pt x="250" y="117"/>
                  <a:pt x="256" y="117"/>
                </a:cubicBezTo>
                <a:cubicBezTo>
                  <a:pt x="262" y="117"/>
                  <a:pt x="266" y="122"/>
                  <a:pt x="266" y="128"/>
                </a:cubicBezTo>
                <a:cubicBezTo>
                  <a:pt x="266" y="134"/>
                  <a:pt x="262" y="138"/>
                  <a:pt x="256" y="138"/>
                </a:cubicBezTo>
                <a:cubicBezTo>
                  <a:pt x="250" y="138"/>
                  <a:pt x="245" y="134"/>
                  <a:pt x="245" y="128"/>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Calibri"/>
              <a:cs typeface="Verdana" panose="020B0604030504040204" pitchFamily="34" charset="0"/>
            </a:endParaRPr>
          </a:p>
        </p:txBody>
      </p:sp>
      <p:sp>
        <p:nvSpPr>
          <p:cNvPr id="27" name="Freeform 910">
            <a:extLst>
              <a:ext uri="{FF2B5EF4-FFF2-40B4-BE49-F238E27FC236}">
                <a16:creationId xmlns:a16="http://schemas.microsoft.com/office/drawing/2014/main" id="{24879F60-9589-4B8F-BB83-79F0574ADB3F}"/>
              </a:ext>
            </a:extLst>
          </p:cNvPr>
          <p:cNvSpPr>
            <a:spLocks noChangeAspect="1" noEditPoints="1"/>
          </p:cNvSpPr>
          <p:nvPr>
            <p:custDataLst>
              <p:tags r:id="rId3"/>
            </p:custDataLst>
          </p:nvPr>
        </p:nvSpPr>
        <p:spPr bwMode="auto">
          <a:xfrm>
            <a:off x="8720402" y="3554404"/>
            <a:ext cx="360553" cy="360553"/>
          </a:xfrm>
          <a:custGeom>
            <a:avLst/>
            <a:gdLst>
              <a:gd name="T0" fmla="*/ 207 w 512"/>
              <a:gd name="T1" fmla="*/ 107 h 512"/>
              <a:gd name="T2" fmla="*/ 260 w 512"/>
              <a:gd name="T3" fmla="*/ 116 h 512"/>
              <a:gd name="T4" fmla="*/ 305 w 512"/>
              <a:gd name="T5" fmla="*/ 106 h 512"/>
              <a:gd name="T6" fmla="*/ 237 w 512"/>
              <a:gd name="T7" fmla="*/ 138 h 512"/>
              <a:gd name="T8" fmla="*/ 346 w 512"/>
              <a:gd name="T9" fmla="*/ 373 h 512"/>
              <a:gd name="T10" fmla="*/ 181 w 512"/>
              <a:gd name="T11" fmla="*/ 320 h 512"/>
              <a:gd name="T12" fmla="*/ 236 w 512"/>
              <a:gd name="T13" fmla="*/ 160 h 512"/>
              <a:gd name="T14" fmla="*/ 331 w 512"/>
              <a:gd name="T15" fmla="*/ 315 h 512"/>
              <a:gd name="T16" fmla="*/ 294 w 512"/>
              <a:gd name="T17" fmla="*/ 297 h 512"/>
              <a:gd name="T18" fmla="*/ 282 w 512"/>
              <a:gd name="T19" fmla="*/ 276 h 512"/>
              <a:gd name="T20" fmla="*/ 250 w 512"/>
              <a:gd name="T21" fmla="*/ 262 h 512"/>
              <a:gd name="T22" fmla="*/ 240 w 512"/>
              <a:gd name="T23" fmla="*/ 252 h 512"/>
              <a:gd name="T24" fmla="*/ 256 w 512"/>
              <a:gd name="T25" fmla="*/ 243 h 512"/>
              <a:gd name="T26" fmla="*/ 285 w 512"/>
              <a:gd name="T27" fmla="*/ 249 h 512"/>
              <a:gd name="T28" fmla="*/ 261 w 512"/>
              <a:gd name="T29" fmla="*/ 224 h 512"/>
              <a:gd name="T30" fmla="*/ 250 w 512"/>
              <a:gd name="T31" fmla="*/ 213 h 512"/>
              <a:gd name="T32" fmla="*/ 226 w 512"/>
              <a:gd name="T33" fmla="*/ 233 h 512"/>
              <a:gd name="T34" fmla="*/ 223 w 512"/>
              <a:gd name="T35" fmla="*/ 269 h 512"/>
              <a:gd name="T36" fmla="*/ 250 w 512"/>
              <a:gd name="T37" fmla="*/ 284 h 512"/>
              <a:gd name="T38" fmla="*/ 268 w 512"/>
              <a:gd name="T39" fmla="*/ 293 h 512"/>
              <a:gd name="T40" fmla="*/ 261 w 512"/>
              <a:gd name="T41" fmla="*/ 307 h 512"/>
              <a:gd name="T42" fmla="*/ 250 w 512"/>
              <a:gd name="T43" fmla="*/ 308 h 512"/>
              <a:gd name="T44" fmla="*/ 217 w 512"/>
              <a:gd name="T45" fmla="*/ 299 h 512"/>
              <a:gd name="T46" fmla="*/ 250 w 512"/>
              <a:gd name="T47" fmla="*/ 326 h 512"/>
              <a:gd name="T48" fmla="*/ 261 w 512"/>
              <a:gd name="T49" fmla="*/ 341 h 512"/>
              <a:gd name="T50" fmla="*/ 285 w 512"/>
              <a:gd name="T51" fmla="*/ 316 h 512"/>
              <a:gd name="T52" fmla="*/ 512 w 512"/>
              <a:gd name="T53" fmla="*/ 256 h 512"/>
              <a:gd name="T54" fmla="*/ 0 w 512"/>
              <a:gd name="T55" fmla="*/ 256 h 512"/>
              <a:gd name="T56" fmla="*/ 512 w 512"/>
              <a:gd name="T57" fmla="*/ 256 h 512"/>
              <a:gd name="T58" fmla="*/ 352 w 512"/>
              <a:gd name="T59" fmla="*/ 322 h 512"/>
              <a:gd name="T60" fmla="*/ 327 w 512"/>
              <a:gd name="T61" fmla="*/ 114 h 512"/>
              <a:gd name="T62" fmla="*/ 316 w 512"/>
              <a:gd name="T63" fmla="*/ 88 h 512"/>
              <a:gd name="T64" fmla="*/ 195 w 512"/>
              <a:gd name="T65" fmla="*/ 88 h 512"/>
              <a:gd name="T66" fmla="*/ 184 w 512"/>
              <a:gd name="T67" fmla="*/ 114 h 512"/>
              <a:gd name="T68" fmla="*/ 160 w 512"/>
              <a:gd name="T69" fmla="*/ 322 h 512"/>
              <a:gd name="T70" fmla="*/ 140 w 512"/>
              <a:gd name="T71" fmla="*/ 389 h 512"/>
              <a:gd name="T72" fmla="*/ 362 w 512"/>
              <a:gd name="T73" fmla="*/ 394 h 512"/>
              <a:gd name="T74" fmla="*/ 372 w 512"/>
              <a:gd name="T75"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37" y="138"/>
                </a:moveTo>
                <a:cubicBezTo>
                  <a:pt x="207" y="107"/>
                  <a:pt x="207" y="107"/>
                  <a:pt x="207" y="107"/>
                </a:cubicBezTo>
                <a:cubicBezTo>
                  <a:pt x="212" y="105"/>
                  <a:pt x="225" y="104"/>
                  <a:pt x="251" y="116"/>
                </a:cubicBezTo>
                <a:cubicBezTo>
                  <a:pt x="254" y="117"/>
                  <a:pt x="257" y="117"/>
                  <a:pt x="260" y="116"/>
                </a:cubicBezTo>
                <a:cubicBezTo>
                  <a:pt x="260" y="116"/>
                  <a:pt x="260" y="116"/>
                  <a:pt x="260" y="116"/>
                </a:cubicBezTo>
                <a:cubicBezTo>
                  <a:pt x="285" y="105"/>
                  <a:pt x="299" y="105"/>
                  <a:pt x="305" y="106"/>
                </a:cubicBezTo>
                <a:cubicBezTo>
                  <a:pt x="275" y="138"/>
                  <a:pt x="275" y="138"/>
                  <a:pt x="275" y="138"/>
                </a:cubicBezTo>
                <a:lnTo>
                  <a:pt x="237" y="138"/>
                </a:lnTo>
                <a:close/>
                <a:moveTo>
                  <a:pt x="330" y="320"/>
                </a:moveTo>
                <a:cubicBezTo>
                  <a:pt x="330" y="334"/>
                  <a:pt x="339" y="357"/>
                  <a:pt x="346" y="373"/>
                </a:cubicBezTo>
                <a:cubicBezTo>
                  <a:pt x="165" y="373"/>
                  <a:pt x="165" y="373"/>
                  <a:pt x="165" y="373"/>
                </a:cubicBezTo>
                <a:cubicBezTo>
                  <a:pt x="172" y="357"/>
                  <a:pt x="181" y="334"/>
                  <a:pt x="181" y="320"/>
                </a:cubicBezTo>
                <a:cubicBezTo>
                  <a:pt x="181" y="318"/>
                  <a:pt x="181" y="316"/>
                  <a:pt x="180" y="315"/>
                </a:cubicBezTo>
                <a:cubicBezTo>
                  <a:pt x="178" y="312"/>
                  <a:pt x="143" y="237"/>
                  <a:pt x="236" y="160"/>
                </a:cubicBezTo>
                <a:cubicBezTo>
                  <a:pt x="275" y="160"/>
                  <a:pt x="275" y="160"/>
                  <a:pt x="275" y="160"/>
                </a:cubicBezTo>
                <a:cubicBezTo>
                  <a:pt x="368" y="237"/>
                  <a:pt x="333" y="312"/>
                  <a:pt x="331" y="315"/>
                </a:cubicBezTo>
                <a:cubicBezTo>
                  <a:pt x="331" y="316"/>
                  <a:pt x="330" y="318"/>
                  <a:pt x="330" y="320"/>
                </a:cubicBezTo>
                <a:close/>
                <a:moveTo>
                  <a:pt x="294" y="297"/>
                </a:moveTo>
                <a:cubicBezTo>
                  <a:pt x="294" y="292"/>
                  <a:pt x="293" y="289"/>
                  <a:pt x="291" y="285"/>
                </a:cubicBezTo>
                <a:cubicBezTo>
                  <a:pt x="289" y="282"/>
                  <a:pt x="286" y="279"/>
                  <a:pt x="282" y="276"/>
                </a:cubicBezTo>
                <a:cubicBezTo>
                  <a:pt x="278" y="273"/>
                  <a:pt x="271" y="270"/>
                  <a:pt x="261" y="266"/>
                </a:cubicBezTo>
                <a:cubicBezTo>
                  <a:pt x="250" y="262"/>
                  <a:pt x="250" y="262"/>
                  <a:pt x="250" y="262"/>
                </a:cubicBezTo>
                <a:cubicBezTo>
                  <a:pt x="247" y="260"/>
                  <a:pt x="244" y="259"/>
                  <a:pt x="243" y="257"/>
                </a:cubicBezTo>
                <a:cubicBezTo>
                  <a:pt x="241" y="256"/>
                  <a:pt x="240" y="254"/>
                  <a:pt x="240" y="252"/>
                </a:cubicBezTo>
                <a:cubicBezTo>
                  <a:pt x="240" y="247"/>
                  <a:pt x="244" y="245"/>
                  <a:pt x="250" y="244"/>
                </a:cubicBezTo>
                <a:cubicBezTo>
                  <a:pt x="250" y="244"/>
                  <a:pt x="253" y="243"/>
                  <a:pt x="256" y="243"/>
                </a:cubicBezTo>
                <a:cubicBezTo>
                  <a:pt x="259" y="243"/>
                  <a:pt x="261" y="243"/>
                  <a:pt x="261" y="243"/>
                </a:cubicBezTo>
                <a:cubicBezTo>
                  <a:pt x="269" y="244"/>
                  <a:pt x="277" y="246"/>
                  <a:pt x="285" y="249"/>
                </a:cubicBezTo>
                <a:cubicBezTo>
                  <a:pt x="292" y="231"/>
                  <a:pt x="292" y="231"/>
                  <a:pt x="292" y="231"/>
                </a:cubicBezTo>
                <a:cubicBezTo>
                  <a:pt x="283" y="227"/>
                  <a:pt x="272" y="225"/>
                  <a:pt x="261" y="224"/>
                </a:cubicBezTo>
                <a:cubicBezTo>
                  <a:pt x="261" y="213"/>
                  <a:pt x="261" y="213"/>
                  <a:pt x="261" y="213"/>
                </a:cubicBezTo>
                <a:cubicBezTo>
                  <a:pt x="250" y="213"/>
                  <a:pt x="250" y="213"/>
                  <a:pt x="250" y="213"/>
                </a:cubicBezTo>
                <a:cubicBezTo>
                  <a:pt x="250" y="225"/>
                  <a:pt x="250" y="225"/>
                  <a:pt x="250" y="225"/>
                </a:cubicBezTo>
                <a:cubicBezTo>
                  <a:pt x="240" y="226"/>
                  <a:pt x="232" y="229"/>
                  <a:pt x="226" y="233"/>
                </a:cubicBezTo>
                <a:cubicBezTo>
                  <a:pt x="220" y="238"/>
                  <a:pt x="217" y="244"/>
                  <a:pt x="217" y="252"/>
                </a:cubicBezTo>
                <a:cubicBezTo>
                  <a:pt x="217" y="259"/>
                  <a:pt x="219" y="264"/>
                  <a:pt x="223" y="269"/>
                </a:cubicBezTo>
                <a:cubicBezTo>
                  <a:pt x="228" y="274"/>
                  <a:pt x="235" y="278"/>
                  <a:pt x="245" y="282"/>
                </a:cubicBezTo>
                <a:cubicBezTo>
                  <a:pt x="250" y="284"/>
                  <a:pt x="250" y="284"/>
                  <a:pt x="250" y="284"/>
                </a:cubicBezTo>
                <a:cubicBezTo>
                  <a:pt x="261" y="288"/>
                  <a:pt x="261" y="288"/>
                  <a:pt x="261" y="288"/>
                </a:cubicBezTo>
                <a:cubicBezTo>
                  <a:pt x="264" y="290"/>
                  <a:pt x="267" y="291"/>
                  <a:pt x="268" y="293"/>
                </a:cubicBezTo>
                <a:cubicBezTo>
                  <a:pt x="270" y="294"/>
                  <a:pt x="271" y="296"/>
                  <a:pt x="271" y="298"/>
                </a:cubicBezTo>
                <a:cubicBezTo>
                  <a:pt x="271" y="303"/>
                  <a:pt x="268" y="306"/>
                  <a:pt x="261" y="307"/>
                </a:cubicBezTo>
                <a:cubicBezTo>
                  <a:pt x="261" y="307"/>
                  <a:pt x="258" y="308"/>
                  <a:pt x="256" y="308"/>
                </a:cubicBezTo>
                <a:cubicBezTo>
                  <a:pt x="253" y="308"/>
                  <a:pt x="250" y="308"/>
                  <a:pt x="250" y="308"/>
                </a:cubicBezTo>
                <a:cubicBezTo>
                  <a:pt x="245" y="307"/>
                  <a:pt x="240" y="306"/>
                  <a:pt x="233" y="305"/>
                </a:cubicBezTo>
                <a:cubicBezTo>
                  <a:pt x="227" y="303"/>
                  <a:pt x="222" y="301"/>
                  <a:pt x="217" y="299"/>
                </a:cubicBezTo>
                <a:cubicBezTo>
                  <a:pt x="217" y="319"/>
                  <a:pt x="217" y="319"/>
                  <a:pt x="217" y="319"/>
                </a:cubicBezTo>
                <a:cubicBezTo>
                  <a:pt x="227" y="323"/>
                  <a:pt x="238" y="325"/>
                  <a:pt x="250" y="326"/>
                </a:cubicBezTo>
                <a:cubicBezTo>
                  <a:pt x="250" y="341"/>
                  <a:pt x="250" y="341"/>
                  <a:pt x="250" y="341"/>
                </a:cubicBezTo>
                <a:cubicBezTo>
                  <a:pt x="261" y="341"/>
                  <a:pt x="261" y="341"/>
                  <a:pt x="261" y="341"/>
                </a:cubicBezTo>
                <a:cubicBezTo>
                  <a:pt x="261" y="325"/>
                  <a:pt x="261" y="325"/>
                  <a:pt x="261" y="325"/>
                </a:cubicBezTo>
                <a:cubicBezTo>
                  <a:pt x="271" y="324"/>
                  <a:pt x="279" y="321"/>
                  <a:pt x="285" y="316"/>
                </a:cubicBezTo>
                <a:cubicBezTo>
                  <a:pt x="291" y="312"/>
                  <a:pt x="294" y="305"/>
                  <a:pt x="294" y="29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2" y="379"/>
                </a:moveTo>
                <a:cubicBezTo>
                  <a:pt x="365" y="363"/>
                  <a:pt x="353" y="335"/>
                  <a:pt x="352" y="322"/>
                </a:cubicBezTo>
                <a:cubicBezTo>
                  <a:pt x="358" y="306"/>
                  <a:pt x="384" y="227"/>
                  <a:pt x="295" y="148"/>
                </a:cubicBezTo>
                <a:cubicBezTo>
                  <a:pt x="327" y="114"/>
                  <a:pt x="327" y="114"/>
                  <a:pt x="327" y="114"/>
                </a:cubicBezTo>
                <a:cubicBezTo>
                  <a:pt x="330" y="111"/>
                  <a:pt x="331" y="107"/>
                  <a:pt x="330" y="104"/>
                </a:cubicBezTo>
                <a:cubicBezTo>
                  <a:pt x="330" y="102"/>
                  <a:pt x="327" y="93"/>
                  <a:pt x="316" y="88"/>
                </a:cubicBezTo>
                <a:cubicBezTo>
                  <a:pt x="302" y="82"/>
                  <a:pt x="282" y="84"/>
                  <a:pt x="256" y="95"/>
                </a:cubicBezTo>
                <a:cubicBezTo>
                  <a:pt x="229" y="84"/>
                  <a:pt x="209" y="82"/>
                  <a:pt x="195" y="88"/>
                </a:cubicBezTo>
                <a:cubicBezTo>
                  <a:pt x="185" y="93"/>
                  <a:pt x="182" y="102"/>
                  <a:pt x="181" y="104"/>
                </a:cubicBezTo>
                <a:cubicBezTo>
                  <a:pt x="180" y="107"/>
                  <a:pt x="181" y="111"/>
                  <a:pt x="184" y="114"/>
                </a:cubicBezTo>
                <a:cubicBezTo>
                  <a:pt x="217" y="148"/>
                  <a:pt x="217" y="148"/>
                  <a:pt x="217" y="148"/>
                </a:cubicBezTo>
                <a:cubicBezTo>
                  <a:pt x="128" y="227"/>
                  <a:pt x="153" y="306"/>
                  <a:pt x="160" y="322"/>
                </a:cubicBezTo>
                <a:cubicBezTo>
                  <a:pt x="158" y="335"/>
                  <a:pt x="147" y="363"/>
                  <a:pt x="139" y="379"/>
                </a:cubicBezTo>
                <a:cubicBezTo>
                  <a:pt x="138" y="382"/>
                  <a:pt x="138" y="386"/>
                  <a:pt x="140" y="389"/>
                </a:cubicBezTo>
                <a:cubicBezTo>
                  <a:pt x="142" y="392"/>
                  <a:pt x="145" y="394"/>
                  <a:pt x="149" y="394"/>
                </a:cubicBezTo>
                <a:cubicBezTo>
                  <a:pt x="362" y="394"/>
                  <a:pt x="362" y="394"/>
                  <a:pt x="362" y="394"/>
                </a:cubicBezTo>
                <a:cubicBezTo>
                  <a:pt x="366" y="394"/>
                  <a:pt x="369" y="392"/>
                  <a:pt x="371" y="389"/>
                </a:cubicBezTo>
                <a:cubicBezTo>
                  <a:pt x="373" y="386"/>
                  <a:pt x="374" y="382"/>
                  <a:pt x="372" y="379"/>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pPr defTabSz="742969">
              <a:defRPr/>
            </a:pPr>
            <a:endParaRPr lang="fr-CA" sz="1463" dirty="0">
              <a:solidFill>
                <a:prstClr val="black"/>
              </a:solidFill>
              <a:latin typeface="Calibri"/>
              <a:cs typeface="Verdana" panose="020B0604030504040204" pitchFamily="34" charset="0"/>
            </a:endParaRPr>
          </a:p>
        </p:txBody>
      </p:sp>
      <p:grpSp>
        <p:nvGrpSpPr>
          <p:cNvPr id="28" name="Group 27">
            <a:extLst>
              <a:ext uri="{FF2B5EF4-FFF2-40B4-BE49-F238E27FC236}">
                <a16:creationId xmlns:a16="http://schemas.microsoft.com/office/drawing/2014/main" id="{FF13283C-CDA8-4356-9177-E5E451E4A5AF}"/>
              </a:ext>
            </a:extLst>
          </p:cNvPr>
          <p:cNvGrpSpPr>
            <a:grpSpLocks noChangeAspect="1"/>
          </p:cNvGrpSpPr>
          <p:nvPr>
            <p:custDataLst>
              <p:tags r:id="rId4"/>
            </p:custDataLst>
          </p:nvPr>
        </p:nvGrpSpPr>
        <p:grpSpPr>
          <a:xfrm>
            <a:off x="474504" y="2241205"/>
            <a:ext cx="740287" cy="877013"/>
            <a:chOff x="3525926" y="2604211"/>
            <a:chExt cx="1887322" cy="2235900"/>
          </a:xfrm>
        </p:grpSpPr>
        <p:sp>
          <p:nvSpPr>
            <p:cNvPr id="29" name="Freeform 36">
              <a:extLst>
                <a:ext uri="{FF2B5EF4-FFF2-40B4-BE49-F238E27FC236}">
                  <a16:creationId xmlns:a16="http://schemas.microsoft.com/office/drawing/2014/main" id="{3A7D4B62-36BA-4286-9CA8-7C44CC923341}"/>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tx1">
                <a:lumMod val="65000"/>
                <a:lumOff val="3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defTabSz="742969">
                <a:defRPr/>
              </a:pPr>
              <a:endParaRPr lang="fr-CA" sz="1200">
                <a:solidFill>
                  <a:srgbClr val="53565A"/>
                </a:solidFill>
                <a:latin typeface="Aptos" panose="020B0004020202020204" pitchFamily="34" charset="0"/>
              </a:endParaRPr>
            </a:p>
          </p:txBody>
        </p:sp>
        <p:sp>
          <p:nvSpPr>
            <p:cNvPr id="30" name="Freeform 37">
              <a:extLst>
                <a:ext uri="{FF2B5EF4-FFF2-40B4-BE49-F238E27FC236}">
                  <a16:creationId xmlns:a16="http://schemas.microsoft.com/office/drawing/2014/main" id="{B78CB210-F836-4667-904B-365899AD60E7}"/>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defTabSz="742969">
                <a:defRPr/>
              </a:pPr>
              <a:endParaRPr lang="fr-CA" sz="1200">
                <a:solidFill>
                  <a:srgbClr val="53565A"/>
                </a:solidFill>
                <a:latin typeface="Aptos" panose="020B0004020202020204" pitchFamily="34" charset="0"/>
              </a:endParaRPr>
            </a:p>
          </p:txBody>
        </p:sp>
        <p:sp>
          <p:nvSpPr>
            <p:cNvPr id="31" name="Freeform 38">
              <a:extLst>
                <a:ext uri="{FF2B5EF4-FFF2-40B4-BE49-F238E27FC236}">
                  <a16:creationId xmlns:a16="http://schemas.microsoft.com/office/drawing/2014/main" id="{BC146B95-E46A-4BE0-8947-C71540683E20}"/>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defTabSz="742969">
                <a:defRPr/>
              </a:pPr>
              <a:endParaRPr lang="fr-CA" sz="1200">
                <a:solidFill>
                  <a:srgbClr val="53565A"/>
                </a:solidFill>
                <a:latin typeface="Aptos" panose="020B0004020202020204" pitchFamily="34" charset="0"/>
              </a:endParaRPr>
            </a:p>
          </p:txBody>
        </p:sp>
      </p:grpSp>
      <p:grpSp>
        <p:nvGrpSpPr>
          <p:cNvPr id="32" name="Group 31">
            <a:extLst>
              <a:ext uri="{FF2B5EF4-FFF2-40B4-BE49-F238E27FC236}">
                <a16:creationId xmlns:a16="http://schemas.microsoft.com/office/drawing/2014/main" id="{997A973A-051D-4BB3-A3A9-E214CC593CF1}"/>
              </a:ext>
            </a:extLst>
          </p:cNvPr>
          <p:cNvGrpSpPr>
            <a:grpSpLocks noChangeAspect="1"/>
          </p:cNvGrpSpPr>
          <p:nvPr>
            <p:custDataLst>
              <p:tags r:id="rId5"/>
            </p:custDataLst>
          </p:nvPr>
        </p:nvGrpSpPr>
        <p:grpSpPr>
          <a:xfrm>
            <a:off x="474504" y="3317522"/>
            <a:ext cx="740287" cy="877013"/>
            <a:chOff x="3525926" y="2604211"/>
            <a:chExt cx="1887322" cy="2235900"/>
          </a:xfrm>
        </p:grpSpPr>
        <p:sp>
          <p:nvSpPr>
            <p:cNvPr id="33" name="Freeform 41">
              <a:extLst>
                <a:ext uri="{FF2B5EF4-FFF2-40B4-BE49-F238E27FC236}">
                  <a16:creationId xmlns:a16="http://schemas.microsoft.com/office/drawing/2014/main" id="{C7B90AC1-7448-43D8-8D75-F7AF82ED6727}"/>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1">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defTabSz="742969">
                <a:defRPr/>
              </a:pPr>
              <a:endParaRPr lang="fr-CA" sz="1200">
                <a:solidFill>
                  <a:srgbClr val="53565A"/>
                </a:solidFill>
                <a:latin typeface="Aptos" panose="020B0004020202020204" pitchFamily="34" charset="0"/>
              </a:endParaRPr>
            </a:p>
          </p:txBody>
        </p:sp>
        <p:sp>
          <p:nvSpPr>
            <p:cNvPr id="34" name="Freeform 42">
              <a:extLst>
                <a:ext uri="{FF2B5EF4-FFF2-40B4-BE49-F238E27FC236}">
                  <a16:creationId xmlns:a16="http://schemas.microsoft.com/office/drawing/2014/main" id="{C166294E-D9BD-4762-A061-B95D9C302B12}"/>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defTabSz="742969">
                <a:defRPr/>
              </a:pPr>
              <a:endParaRPr lang="fr-CA" sz="1200" dirty="0">
                <a:solidFill>
                  <a:srgbClr val="53565A"/>
                </a:solidFill>
                <a:latin typeface="Aptos" panose="020B0004020202020204" pitchFamily="34" charset="0"/>
              </a:endParaRPr>
            </a:p>
          </p:txBody>
        </p:sp>
        <p:sp>
          <p:nvSpPr>
            <p:cNvPr id="35" name="Freeform 43">
              <a:extLst>
                <a:ext uri="{FF2B5EF4-FFF2-40B4-BE49-F238E27FC236}">
                  <a16:creationId xmlns:a16="http://schemas.microsoft.com/office/drawing/2014/main" id="{669FC364-9F1C-404E-87D9-570FECC5D6B4}"/>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defTabSz="742969">
                <a:defRPr/>
              </a:pPr>
              <a:endParaRPr lang="fr-CA" sz="1200">
                <a:solidFill>
                  <a:srgbClr val="53565A"/>
                </a:solidFill>
                <a:latin typeface="Aptos" panose="020B0004020202020204" pitchFamily="34" charset="0"/>
              </a:endParaRPr>
            </a:p>
          </p:txBody>
        </p:sp>
      </p:grpSp>
      <p:grpSp>
        <p:nvGrpSpPr>
          <p:cNvPr id="36" name="Group 35">
            <a:extLst>
              <a:ext uri="{FF2B5EF4-FFF2-40B4-BE49-F238E27FC236}">
                <a16:creationId xmlns:a16="http://schemas.microsoft.com/office/drawing/2014/main" id="{9FDFA656-017B-4D9E-AA10-7231AEFB9331}"/>
              </a:ext>
            </a:extLst>
          </p:cNvPr>
          <p:cNvGrpSpPr>
            <a:grpSpLocks noChangeAspect="1"/>
          </p:cNvGrpSpPr>
          <p:nvPr>
            <p:custDataLst>
              <p:tags r:id="rId6"/>
            </p:custDataLst>
          </p:nvPr>
        </p:nvGrpSpPr>
        <p:grpSpPr>
          <a:xfrm>
            <a:off x="474504" y="4488052"/>
            <a:ext cx="740287" cy="877013"/>
            <a:chOff x="3525926" y="2604211"/>
            <a:chExt cx="1887322" cy="2235900"/>
          </a:xfrm>
        </p:grpSpPr>
        <p:sp>
          <p:nvSpPr>
            <p:cNvPr id="37" name="Freeform 46">
              <a:extLst>
                <a:ext uri="{FF2B5EF4-FFF2-40B4-BE49-F238E27FC236}">
                  <a16:creationId xmlns:a16="http://schemas.microsoft.com/office/drawing/2014/main" id="{128B5616-B7F0-4166-AFD8-43F9874DDEBD}"/>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6">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defTabSz="742969">
                <a:defRPr/>
              </a:pPr>
              <a:endParaRPr lang="fr-CA" sz="1200" dirty="0">
                <a:solidFill>
                  <a:srgbClr val="53565A"/>
                </a:solidFill>
                <a:latin typeface="Aptos" panose="020B0004020202020204" pitchFamily="34" charset="0"/>
              </a:endParaRPr>
            </a:p>
          </p:txBody>
        </p:sp>
        <p:sp>
          <p:nvSpPr>
            <p:cNvPr id="38" name="Freeform 47">
              <a:extLst>
                <a:ext uri="{FF2B5EF4-FFF2-40B4-BE49-F238E27FC236}">
                  <a16:creationId xmlns:a16="http://schemas.microsoft.com/office/drawing/2014/main" id="{1CC7304E-2327-41D6-81CA-F11C79BA80CB}"/>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defTabSz="742969">
                <a:defRPr/>
              </a:pPr>
              <a:endParaRPr lang="fr-CA" sz="1200" dirty="0">
                <a:solidFill>
                  <a:srgbClr val="53565A"/>
                </a:solidFill>
                <a:latin typeface="Aptos" panose="020B0004020202020204" pitchFamily="34" charset="0"/>
              </a:endParaRPr>
            </a:p>
          </p:txBody>
        </p:sp>
        <p:sp>
          <p:nvSpPr>
            <p:cNvPr id="39" name="Freeform 48">
              <a:extLst>
                <a:ext uri="{FF2B5EF4-FFF2-40B4-BE49-F238E27FC236}">
                  <a16:creationId xmlns:a16="http://schemas.microsoft.com/office/drawing/2014/main" id="{615F1D61-12E0-4512-B822-CC0206C9D2AB}"/>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defTabSz="742969">
                <a:defRPr/>
              </a:pPr>
              <a:endParaRPr lang="fr-CA" sz="1200">
                <a:solidFill>
                  <a:srgbClr val="53565A"/>
                </a:solidFill>
                <a:latin typeface="Aptos" panose="020B0004020202020204" pitchFamily="34" charset="0"/>
              </a:endParaRPr>
            </a:p>
          </p:txBody>
        </p:sp>
      </p:grpSp>
    </p:spTree>
    <p:extLst>
      <p:ext uri="{BB962C8B-B14F-4D97-AF65-F5344CB8AC3E}">
        <p14:creationId xmlns:p14="http://schemas.microsoft.com/office/powerpoint/2010/main" val="4043756019"/>
      </p:ext>
    </p:extLst>
  </p:cSld>
  <p:clrMapOvr>
    <a:masterClrMapping/>
  </p:clrMapOvr>
  <p:transition>
    <p:fade/>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075216-13E6-4489-9986-CF27B18AF3ED}"/>
              </a:ext>
            </a:extLst>
          </p:cNvPr>
          <p:cNvSpPr>
            <a:spLocks noGrp="1"/>
          </p:cNvSpPr>
          <p:nvPr>
            <p:ph type="title"/>
          </p:nvPr>
        </p:nvSpPr>
        <p:spPr/>
        <p:txBody>
          <a:bodyPr/>
          <a:lstStyle/>
          <a:p>
            <a:r>
              <a:rPr lang="en-US" dirty="0"/>
              <a:t>Stacked levels</a:t>
            </a:r>
          </a:p>
        </p:txBody>
      </p:sp>
      <p:grpSp>
        <p:nvGrpSpPr>
          <p:cNvPr id="40" name="Group 39">
            <a:extLst>
              <a:ext uri="{FF2B5EF4-FFF2-40B4-BE49-F238E27FC236}">
                <a16:creationId xmlns:a16="http://schemas.microsoft.com/office/drawing/2014/main" id="{9538D967-88F0-4855-B9A7-C3ECD264D887}"/>
              </a:ext>
            </a:extLst>
          </p:cNvPr>
          <p:cNvGrpSpPr/>
          <p:nvPr/>
        </p:nvGrpSpPr>
        <p:grpSpPr>
          <a:xfrm>
            <a:off x="1456877" y="2116198"/>
            <a:ext cx="2903207" cy="3466242"/>
            <a:chOff x="420422" y="1879634"/>
            <a:chExt cx="3573178" cy="4266144"/>
          </a:xfrm>
        </p:grpSpPr>
        <p:sp>
          <p:nvSpPr>
            <p:cNvPr id="41" name="Parallelogram 40">
              <a:extLst>
                <a:ext uri="{FF2B5EF4-FFF2-40B4-BE49-F238E27FC236}">
                  <a16:creationId xmlns:a16="http://schemas.microsoft.com/office/drawing/2014/main" id="{3D2B2390-3FDA-4D1B-B822-A6ABB0F600E7}"/>
                </a:ext>
              </a:extLst>
            </p:cNvPr>
            <p:cNvSpPr/>
            <p:nvPr/>
          </p:nvSpPr>
          <p:spPr>
            <a:xfrm rot="300000">
              <a:off x="420422" y="5316507"/>
              <a:ext cx="3573178" cy="829271"/>
            </a:xfrm>
            <a:prstGeom prst="parallelogram">
              <a:avLst>
                <a:gd name="adj" fmla="val 129308"/>
              </a:avLst>
            </a:prstGeom>
            <a:solidFill>
              <a:srgbClr val="000000"/>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defRPr/>
              </a:pPr>
              <a:r>
                <a:rPr lang="en-US" sz="975" dirty="0">
                  <a:solidFill>
                    <a:srgbClr val="FFFFFF"/>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42" name="Parallelogram 41">
              <a:extLst>
                <a:ext uri="{FF2B5EF4-FFF2-40B4-BE49-F238E27FC236}">
                  <a16:creationId xmlns:a16="http://schemas.microsoft.com/office/drawing/2014/main" id="{42671341-22E9-4A37-8E58-852D9C81D5AA}"/>
                </a:ext>
              </a:extLst>
            </p:cNvPr>
            <p:cNvSpPr/>
            <p:nvPr/>
          </p:nvSpPr>
          <p:spPr>
            <a:xfrm rot="300000">
              <a:off x="420422" y="4643110"/>
              <a:ext cx="3573178" cy="829271"/>
            </a:xfrm>
            <a:prstGeom prst="parallelogram">
              <a:avLst>
                <a:gd name="adj" fmla="val 129308"/>
              </a:avLst>
            </a:prstGeom>
            <a:solidFill>
              <a:srgbClr val="404040">
                <a:alpha val="82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975" dirty="0">
                  <a:solidFill>
                    <a:srgbClr val="FFFFFF"/>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43" name="Parallelogram 42">
              <a:extLst>
                <a:ext uri="{FF2B5EF4-FFF2-40B4-BE49-F238E27FC236}">
                  <a16:creationId xmlns:a16="http://schemas.microsoft.com/office/drawing/2014/main" id="{C0AAFE0C-8015-4685-97DF-C3803293EE51}"/>
                </a:ext>
              </a:extLst>
            </p:cNvPr>
            <p:cNvSpPr/>
            <p:nvPr/>
          </p:nvSpPr>
          <p:spPr>
            <a:xfrm rot="300000">
              <a:off x="420422" y="3969714"/>
              <a:ext cx="3573178" cy="829271"/>
            </a:xfrm>
            <a:prstGeom prst="parallelogram">
              <a:avLst>
                <a:gd name="adj" fmla="val 129308"/>
              </a:avLst>
            </a:prstGeom>
            <a:solidFill>
              <a:srgbClr val="7F7F7F">
                <a:alpha val="82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975" dirty="0">
                  <a:solidFill>
                    <a:srgbClr val="FFFFFF"/>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44" name="Parallelogram 43">
              <a:extLst>
                <a:ext uri="{FF2B5EF4-FFF2-40B4-BE49-F238E27FC236}">
                  <a16:creationId xmlns:a16="http://schemas.microsoft.com/office/drawing/2014/main" id="{673DD155-7E43-4BD5-94D4-BD92FF8C5FB7}"/>
                </a:ext>
              </a:extLst>
            </p:cNvPr>
            <p:cNvSpPr/>
            <p:nvPr/>
          </p:nvSpPr>
          <p:spPr>
            <a:xfrm rot="300000">
              <a:off x="420422" y="3296318"/>
              <a:ext cx="3573178" cy="829271"/>
            </a:xfrm>
            <a:prstGeom prst="parallelogram">
              <a:avLst>
                <a:gd name="adj" fmla="val 129308"/>
              </a:avLst>
            </a:prstGeom>
            <a:solidFill>
              <a:schemeClr val="accent1">
                <a:lumMod val="40000"/>
                <a:lumOff val="60000"/>
                <a:alpha val="82000"/>
              </a:scheme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975" dirty="0">
                  <a:solidFill>
                    <a:srgbClr val="000000"/>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45" name="Parallelogram 44">
              <a:extLst>
                <a:ext uri="{FF2B5EF4-FFF2-40B4-BE49-F238E27FC236}">
                  <a16:creationId xmlns:a16="http://schemas.microsoft.com/office/drawing/2014/main" id="{28C8DA03-D75B-4C31-BBD8-7C786D0D6F67}"/>
                </a:ext>
              </a:extLst>
            </p:cNvPr>
            <p:cNvSpPr/>
            <p:nvPr/>
          </p:nvSpPr>
          <p:spPr>
            <a:xfrm rot="300000">
              <a:off x="420422" y="2622922"/>
              <a:ext cx="3573178" cy="829271"/>
            </a:xfrm>
            <a:prstGeom prst="parallelogram">
              <a:avLst>
                <a:gd name="adj" fmla="val 129308"/>
              </a:avLst>
            </a:prstGeom>
            <a:solidFill>
              <a:schemeClr val="accent1">
                <a:lumMod val="60000"/>
                <a:lumOff val="40000"/>
                <a:alpha val="82000"/>
              </a:scheme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975" dirty="0">
                  <a:solidFill>
                    <a:srgbClr val="000000"/>
                  </a:solidFill>
                  <a:latin typeface="Aptos" panose="020B0004020202020204" pitchFamily="34" charset="0"/>
                  <a:ea typeface="Verdana" panose="020B0604030504040204" pitchFamily="34" charset="0"/>
                  <a:cs typeface="Verdana" panose="020B0604030504040204" pitchFamily="34" charset="0"/>
                </a:rPr>
                <a:t>Lorem ipsum </a:t>
              </a:r>
            </a:p>
          </p:txBody>
        </p:sp>
        <p:sp>
          <p:nvSpPr>
            <p:cNvPr id="46" name="Parallelogram 45">
              <a:extLst>
                <a:ext uri="{FF2B5EF4-FFF2-40B4-BE49-F238E27FC236}">
                  <a16:creationId xmlns:a16="http://schemas.microsoft.com/office/drawing/2014/main" id="{B1137AB4-79AA-408C-B526-A05DFCDA81BC}"/>
                </a:ext>
              </a:extLst>
            </p:cNvPr>
            <p:cNvSpPr/>
            <p:nvPr/>
          </p:nvSpPr>
          <p:spPr>
            <a:xfrm rot="300000">
              <a:off x="420422" y="1879634"/>
              <a:ext cx="3573178" cy="829271"/>
            </a:xfrm>
            <a:prstGeom prst="parallelogram">
              <a:avLst>
                <a:gd name="adj" fmla="val 129308"/>
              </a:avLst>
            </a:prstGeom>
            <a:solidFill>
              <a:schemeClr val="accent1"/>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975" dirty="0">
                  <a:solidFill>
                    <a:srgbClr val="000000"/>
                  </a:solidFill>
                  <a:latin typeface="Aptos" panose="020B0004020202020204" pitchFamily="34" charset="0"/>
                  <a:ea typeface="Verdana" panose="020B0604030504040204" pitchFamily="34" charset="0"/>
                  <a:cs typeface="Verdana" panose="020B0604030504040204" pitchFamily="34" charset="0"/>
                </a:rPr>
                <a:t>Lorem ipsum </a:t>
              </a:r>
            </a:p>
          </p:txBody>
        </p:sp>
      </p:grpSp>
      <p:grpSp>
        <p:nvGrpSpPr>
          <p:cNvPr id="47" name="Group 46">
            <a:extLst>
              <a:ext uri="{FF2B5EF4-FFF2-40B4-BE49-F238E27FC236}">
                <a16:creationId xmlns:a16="http://schemas.microsoft.com/office/drawing/2014/main" id="{3BCD6E99-6562-4656-AB7B-001EFBE0EF35}"/>
              </a:ext>
            </a:extLst>
          </p:cNvPr>
          <p:cNvGrpSpPr/>
          <p:nvPr/>
        </p:nvGrpSpPr>
        <p:grpSpPr>
          <a:xfrm>
            <a:off x="1084087" y="2297178"/>
            <a:ext cx="420167" cy="3185994"/>
            <a:chOff x="163376" y="2485321"/>
            <a:chExt cx="517129" cy="3538277"/>
          </a:xfrm>
        </p:grpSpPr>
        <p:sp>
          <p:nvSpPr>
            <p:cNvPr id="48" name="Oval 47">
              <a:extLst>
                <a:ext uri="{FF2B5EF4-FFF2-40B4-BE49-F238E27FC236}">
                  <a16:creationId xmlns:a16="http://schemas.microsoft.com/office/drawing/2014/main" id="{43CA98C9-9C83-477F-8855-EB20C6FA2CD4}"/>
                </a:ext>
              </a:extLst>
            </p:cNvPr>
            <p:cNvSpPr/>
            <p:nvPr/>
          </p:nvSpPr>
          <p:spPr>
            <a:xfrm>
              <a:off x="163376" y="2485321"/>
              <a:ext cx="517129" cy="3538277"/>
            </a:xfrm>
            <a:prstGeom prst="ellipse">
              <a:avLst/>
            </a:prstGeom>
            <a:noFill/>
            <a:ln w="12700">
              <a:solidFill>
                <a:srgbClr val="00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742969">
                <a:defRPr/>
              </a:pPr>
              <a:endParaRPr lang="en-US" sz="1463" dirty="0">
                <a:solidFill>
                  <a:srgbClr val="000000"/>
                </a:solidFill>
                <a:latin typeface="Aptos" panose="020B0004020202020204" pitchFamily="34" charset="0"/>
                <a:ea typeface="Verdana" panose="020B0604030504040204" pitchFamily="34" charset="0"/>
                <a:cs typeface="Verdana" panose="020B0604030504040204" pitchFamily="34" charset="0"/>
              </a:endParaRPr>
            </a:p>
          </p:txBody>
        </p:sp>
        <p:sp>
          <p:nvSpPr>
            <p:cNvPr id="49" name="TextBox 48">
              <a:extLst>
                <a:ext uri="{FF2B5EF4-FFF2-40B4-BE49-F238E27FC236}">
                  <a16:creationId xmlns:a16="http://schemas.microsoft.com/office/drawing/2014/main" id="{A15802E2-0FAA-4D1E-B61A-757B9CA2616D}"/>
                </a:ext>
              </a:extLst>
            </p:cNvPr>
            <p:cNvSpPr txBox="1"/>
            <p:nvPr/>
          </p:nvSpPr>
          <p:spPr>
            <a:xfrm rot="16200000">
              <a:off x="-327408" y="4024796"/>
              <a:ext cx="1488303" cy="482973"/>
            </a:xfrm>
            <a:prstGeom prst="rect">
              <a:avLst/>
            </a:prstGeom>
            <a:solidFill>
              <a:schemeClr val="bg1">
                <a:alpha val="30000"/>
              </a:schemeClr>
            </a:solidFill>
          </p:spPr>
          <p:txBody>
            <a:bodyPr wrap="square" rtlCol="0">
              <a:spAutoFit/>
            </a:bodyPr>
            <a:lstStyle/>
            <a:p>
              <a:pPr lvl="0" algn="ctr">
                <a:defRPr/>
              </a:pPr>
              <a:r>
                <a:rPr lang="en-US" sz="975" dirty="0">
                  <a:solidFill>
                    <a:srgbClr val="000000"/>
                  </a:solidFill>
                  <a:latin typeface="Aptos" panose="020B0004020202020204" pitchFamily="34" charset="0"/>
                  <a:ea typeface="Verdana" panose="020B0604030504040204" pitchFamily="34" charset="0"/>
                  <a:cs typeface="Verdana" panose="020B0604030504040204" pitchFamily="34" charset="0"/>
                </a:rPr>
                <a:t>Lorem ipsum </a:t>
              </a:r>
            </a:p>
            <a:p>
              <a:pPr lvl="0" algn="ctr">
                <a:defRPr/>
              </a:pPr>
              <a:endParaRPr lang="en-US" sz="975" dirty="0">
                <a:solidFill>
                  <a:srgbClr val="000000"/>
                </a:solidFill>
                <a:latin typeface="Aptos" panose="020B0004020202020204" pitchFamily="34" charset="0"/>
                <a:ea typeface="Verdana" panose="020B0604030504040204" pitchFamily="34" charset="0"/>
                <a:cs typeface="Verdana" panose="020B0604030504040204" pitchFamily="34" charset="0"/>
              </a:endParaRPr>
            </a:p>
          </p:txBody>
        </p:sp>
        <p:cxnSp>
          <p:nvCxnSpPr>
            <p:cNvPr id="50" name="Elbow Connector 13">
              <a:extLst>
                <a:ext uri="{FF2B5EF4-FFF2-40B4-BE49-F238E27FC236}">
                  <a16:creationId xmlns:a16="http://schemas.microsoft.com/office/drawing/2014/main" id="{B7996EE7-18F3-44E1-8F53-9982BC4AF4AD}"/>
                </a:ext>
              </a:extLst>
            </p:cNvPr>
            <p:cNvCxnSpPr/>
            <p:nvPr/>
          </p:nvCxnSpPr>
          <p:spPr>
            <a:xfrm rot="5400000">
              <a:off x="128794" y="4245315"/>
              <a:ext cx="73152" cy="0"/>
            </a:xfrm>
            <a:prstGeom prst="bentConnector3">
              <a:avLst/>
            </a:prstGeom>
            <a:ln w="28575">
              <a:solidFill>
                <a:srgbClr val="000000"/>
              </a:solidFill>
              <a:tailEnd type="triangle"/>
            </a:ln>
            <a:effectLst/>
          </p:spPr>
          <p:style>
            <a:lnRef idx="2">
              <a:schemeClr val="accent1"/>
            </a:lnRef>
            <a:fillRef idx="0">
              <a:schemeClr val="accent1"/>
            </a:fillRef>
            <a:effectRef idx="1">
              <a:schemeClr val="accent1"/>
            </a:effectRef>
            <a:fontRef idx="minor">
              <a:schemeClr val="tx1"/>
            </a:fontRef>
          </p:style>
        </p:cxnSp>
      </p:grpSp>
      <p:cxnSp>
        <p:nvCxnSpPr>
          <p:cNvPr id="51" name="Straight Connector 50">
            <a:extLst>
              <a:ext uri="{FF2B5EF4-FFF2-40B4-BE49-F238E27FC236}">
                <a16:creationId xmlns:a16="http://schemas.microsoft.com/office/drawing/2014/main" id="{D179B4C5-B0AC-4983-98BC-19D4DA3810A4}"/>
              </a:ext>
            </a:extLst>
          </p:cNvPr>
          <p:cNvCxnSpPr/>
          <p:nvPr/>
        </p:nvCxnSpPr>
        <p:spPr>
          <a:xfrm>
            <a:off x="865367" y="1942512"/>
            <a:ext cx="3417570" cy="0"/>
          </a:xfrm>
          <a:prstGeom prst="line">
            <a:avLst/>
          </a:prstGeom>
          <a:ln w="19050">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52" name="TextBox 51">
            <a:extLst>
              <a:ext uri="{FF2B5EF4-FFF2-40B4-BE49-F238E27FC236}">
                <a16:creationId xmlns:a16="http://schemas.microsoft.com/office/drawing/2014/main" id="{A37D605E-19D9-45C7-AD40-89E032189BAF}"/>
              </a:ext>
            </a:extLst>
          </p:cNvPr>
          <p:cNvSpPr txBox="1"/>
          <p:nvPr/>
        </p:nvSpPr>
        <p:spPr>
          <a:xfrm>
            <a:off x="865367" y="1776534"/>
            <a:ext cx="737381" cy="150041"/>
          </a:xfrm>
          <a:prstGeom prst="rect">
            <a:avLst/>
          </a:prstGeom>
          <a:noFill/>
        </p:spPr>
        <p:txBody>
          <a:bodyPr wrap="none" lIns="0" tIns="0" rIns="0" bIns="0" rtlCol="0">
            <a:spAutoFit/>
          </a:bodyPr>
          <a:lstStyle/>
          <a:p>
            <a:pPr lvl="0">
              <a:defRPr/>
            </a:pPr>
            <a:r>
              <a:rPr lang="en-US" sz="975" dirty="0">
                <a:solidFill>
                  <a:srgbClr val="000000"/>
                </a:solidFill>
                <a:latin typeface="Aptos" panose="020B0004020202020204" pitchFamily="34" charset="0"/>
                <a:ea typeface="Verdana" panose="020B0604030504040204" pitchFamily="34" charset="0"/>
                <a:cs typeface="Verdana" panose="020B0604030504040204" pitchFamily="34" charset="0"/>
              </a:rPr>
              <a:t>Lorem ipsum </a:t>
            </a:r>
          </a:p>
        </p:txBody>
      </p:sp>
      <p:cxnSp>
        <p:nvCxnSpPr>
          <p:cNvPr id="53" name="Straight Connector 52">
            <a:extLst>
              <a:ext uri="{FF2B5EF4-FFF2-40B4-BE49-F238E27FC236}">
                <a16:creationId xmlns:a16="http://schemas.microsoft.com/office/drawing/2014/main" id="{C6EE9C1E-52BD-4993-AB98-8696ADE5E5DF}"/>
              </a:ext>
            </a:extLst>
          </p:cNvPr>
          <p:cNvCxnSpPr/>
          <p:nvPr/>
        </p:nvCxnSpPr>
        <p:spPr>
          <a:xfrm>
            <a:off x="4581830" y="1942512"/>
            <a:ext cx="4918329" cy="0"/>
          </a:xfrm>
          <a:prstGeom prst="line">
            <a:avLst/>
          </a:prstGeom>
          <a:ln w="19050">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27910DF8-27C3-412A-AFE8-EA971A57B0AB}"/>
              </a:ext>
            </a:extLst>
          </p:cNvPr>
          <p:cNvSpPr txBox="1"/>
          <p:nvPr/>
        </p:nvSpPr>
        <p:spPr>
          <a:xfrm>
            <a:off x="4581829" y="1776534"/>
            <a:ext cx="737381" cy="150041"/>
          </a:xfrm>
          <a:prstGeom prst="rect">
            <a:avLst/>
          </a:prstGeom>
          <a:noFill/>
          <a:ln>
            <a:noFill/>
          </a:ln>
        </p:spPr>
        <p:txBody>
          <a:bodyPr wrap="none" lIns="0" tIns="0" rIns="0" bIns="0" rtlCol="0">
            <a:spAutoFit/>
          </a:bodyPr>
          <a:lstStyle/>
          <a:p>
            <a:pPr lvl="0">
              <a:defRPr/>
            </a:pPr>
            <a:r>
              <a:rPr lang="en-US" sz="975" dirty="0">
                <a:solidFill>
                  <a:srgbClr val="000000"/>
                </a:solidFill>
                <a:latin typeface="Aptos" panose="020B0004020202020204" pitchFamily="34" charset="0"/>
                <a:ea typeface="Verdana" panose="020B0604030504040204" pitchFamily="34" charset="0"/>
                <a:cs typeface="Verdana" panose="020B0604030504040204" pitchFamily="34" charset="0"/>
              </a:rPr>
              <a:t>Lorem ipsum </a:t>
            </a:r>
          </a:p>
        </p:txBody>
      </p:sp>
      <p:graphicFrame>
        <p:nvGraphicFramePr>
          <p:cNvPr id="55" name="Table 54">
            <a:extLst>
              <a:ext uri="{FF2B5EF4-FFF2-40B4-BE49-F238E27FC236}">
                <a16:creationId xmlns:a16="http://schemas.microsoft.com/office/drawing/2014/main" id="{D00A8DDA-BEC2-4228-AA98-BB1AB118D985}"/>
              </a:ext>
            </a:extLst>
          </p:cNvPr>
          <p:cNvGraphicFramePr>
            <a:graphicFrameLocks noGrp="1"/>
          </p:cNvGraphicFramePr>
          <p:nvPr>
            <p:extLst>
              <p:ext uri="{D42A27DB-BD31-4B8C-83A1-F6EECF244321}">
                <p14:modId xmlns:p14="http://schemas.microsoft.com/office/powerpoint/2010/main" val="324627767"/>
              </p:ext>
            </p:extLst>
          </p:nvPr>
        </p:nvGraphicFramePr>
        <p:xfrm>
          <a:off x="4581832" y="2157446"/>
          <a:ext cx="4916581" cy="3579253"/>
        </p:xfrm>
        <a:graphic>
          <a:graphicData uri="http://schemas.openxmlformats.org/drawingml/2006/table">
            <a:tbl>
              <a:tblPr firstRow="1" bandRow="1">
                <a:tableStyleId>{5C22544A-7EE6-4342-B048-85BDC9FD1C3A}</a:tableStyleId>
              </a:tblPr>
              <a:tblGrid>
                <a:gridCol w="619225">
                  <a:extLst>
                    <a:ext uri="{9D8B030D-6E8A-4147-A177-3AD203B41FA5}">
                      <a16:colId xmlns:a16="http://schemas.microsoft.com/office/drawing/2014/main" val="3975474829"/>
                    </a:ext>
                  </a:extLst>
                </a:gridCol>
                <a:gridCol w="1314376">
                  <a:extLst>
                    <a:ext uri="{9D8B030D-6E8A-4147-A177-3AD203B41FA5}">
                      <a16:colId xmlns:a16="http://schemas.microsoft.com/office/drawing/2014/main" val="844568499"/>
                    </a:ext>
                  </a:extLst>
                </a:gridCol>
                <a:gridCol w="2982980">
                  <a:extLst>
                    <a:ext uri="{9D8B030D-6E8A-4147-A177-3AD203B41FA5}">
                      <a16:colId xmlns:a16="http://schemas.microsoft.com/office/drawing/2014/main" val="1868331620"/>
                    </a:ext>
                  </a:extLst>
                </a:gridCol>
              </a:tblGrid>
              <a:tr h="612247">
                <a:tc>
                  <a:txBody>
                    <a:bodyPr/>
                    <a:lstStyle/>
                    <a:p>
                      <a:pPr algn="l"/>
                      <a:endParaRPr lang="en-US" sz="900" b="0" dirty="0">
                        <a:solidFill>
                          <a:schemeClr val="accent1"/>
                        </a:solidFill>
                        <a:latin typeface="Aptos" panose="020B0004020202020204" pitchFamily="34" charset="0"/>
                        <a:ea typeface="Verdana" panose="020B0604030504040204" pitchFamily="34" charset="0"/>
                        <a:cs typeface="Verdana" panose="020B0604030504040204" pitchFamily="34" charset="0"/>
                      </a:endParaRP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1" dirty="0">
                          <a:solidFill>
                            <a:schemeClr val="accent3"/>
                          </a:solidFill>
                          <a:latin typeface="Aptos" panose="020B0004020202020204" pitchFamily="34" charset="0"/>
                          <a:ea typeface="Verdana" panose="020B0604030504040204" pitchFamily="34" charset="0"/>
                          <a:cs typeface="Verdana" panose="020B0604030504040204" pitchFamily="34" charset="0"/>
                        </a:rPr>
                        <a:t>Lorem ipsum </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0" dirty="0">
                          <a:solidFill>
                            <a:schemeClr val="tx1"/>
                          </a:solidFill>
                          <a:latin typeface="Aptos" panose="020B0004020202020204" pitchFamily="34" charset="0"/>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 </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0636766"/>
                  </a:ext>
                </a:extLst>
              </a:tr>
              <a:tr h="570971">
                <a:tc>
                  <a:txBody>
                    <a:bodyPr/>
                    <a:lstStyle/>
                    <a:p>
                      <a:pPr algn="l"/>
                      <a:endParaRPr lang="en-US" sz="900" b="0" dirty="0">
                        <a:solidFill>
                          <a:schemeClr val="accent1"/>
                        </a:solidFill>
                        <a:latin typeface="Aptos" panose="020B0004020202020204" pitchFamily="34" charset="0"/>
                        <a:ea typeface="Verdana" panose="020B0604030504040204" pitchFamily="34" charset="0"/>
                        <a:cs typeface="Verdana" panose="020B0604030504040204" pitchFamily="34" charset="0"/>
                      </a:endParaRP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1" dirty="0">
                          <a:solidFill>
                            <a:schemeClr val="accent3"/>
                          </a:solidFill>
                          <a:latin typeface="Aptos" panose="020B0004020202020204" pitchFamily="34" charset="0"/>
                          <a:ea typeface="Verdana" panose="020B0604030504040204" pitchFamily="34" charset="0"/>
                          <a:cs typeface="Verdana" panose="020B0604030504040204" pitchFamily="34" charset="0"/>
                        </a:rPr>
                        <a:t>Lorem ipsum </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0" dirty="0">
                          <a:solidFill>
                            <a:schemeClr val="tx1"/>
                          </a:solidFill>
                          <a:latin typeface="Aptos" panose="020B0004020202020204" pitchFamily="34" charset="0"/>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062843"/>
                  </a:ext>
                </a:extLst>
              </a:tr>
              <a:tr h="529696">
                <a:tc>
                  <a:txBody>
                    <a:bodyPr/>
                    <a:lstStyle/>
                    <a:p>
                      <a:pPr algn="l"/>
                      <a:endParaRPr lang="en-US" sz="900" b="0" dirty="0">
                        <a:solidFill>
                          <a:schemeClr val="accent1"/>
                        </a:solidFill>
                        <a:latin typeface="Aptos" panose="020B0004020202020204" pitchFamily="34" charset="0"/>
                        <a:ea typeface="Verdana" panose="020B0604030504040204" pitchFamily="34" charset="0"/>
                        <a:cs typeface="Verdana" panose="020B0604030504040204" pitchFamily="34" charset="0"/>
                      </a:endParaRP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1" dirty="0">
                          <a:solidFill>
                            <a:schemeClr val="accent3"/>
                          </a:solidFill>
                          <a:latin typeface="Aptos" panose="020B0004020202020204" pitchFamily="34" charset="0"/>
                          <a:ea typeface="Verdana" panose="020B0604030504040204" pitchFamily="34" charset="0"/>
                          <a:cs typeface="Verdana" panose="020B0604030504040204" pitchFamily="34" charset="0"/>
                        </a:rPr>
                        <a:t>Lorem ipsum </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0" dirty="0">
                          <a:solidFill>
                            <a:schemeClr val="tx1"/>
                          </a:solidFill>
                          <a:latin typeface="Aptos" panose="020B0004020202020204" pitchFamily="34" charset="0"/>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670558"/>
                  </a:ext>
                </a:extLst>
              </a:tr>
              <a:tr h="559664">
                <a:tc>
                  <a:txBody>
                    <a:bodyPr/>
                    <a:lstStyle/>
                    <a:p>
                      <a:pPr algn="l"/>
                      <a:endParaRPr lang="en-US" sz="900" b="0" dirty="0">
                        <a:solidFill>
                          <a:schemeClr val="tx1"/>
                        </a:solidFill>
                        <a:latin typeface="Aptos" panose="020B0004020202020204" pitchFamily="34" charset="0"/>
                        <a:ea typeface="Verdana" panose="020B0604030504040204" pitchFamily="34" charset="0"/>
                        <a:cs typeface="Verdana" panose="020B0604030504040204" pitchFamily="34" charset="0"/>
                      </a:endParaRP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1" dirty="0">
                          <a:solidFill>
                            <a:schemeClr val="tx1"/>
                          </a:solidFill>
                          <a:latin typeface="Aptos" panose="020B0004020202020204" pitchFamily="34" charset="0"/>
                          <a:ea typeface="Verdana" panose="020B0604030504040204" pitchFamily="34" charset="0"/>
                          <a:cs typeface="Verdana" panose="020B0604030504040204" pitchFamily="34" charset="0"/>
                        </a:rPr>
                        <a:t>Lorem ipsum </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0" dirty="0">
                          <a:solidFill>
                            <a:schemeClr val="tx1"/>
                          </a:solidFill>
                          <a:latin typeface="Aptos" panose="020B0004020202020204" pitchFamily="34" charset="0"/>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1345550"/>
                  </a:ext>
                </a:extLst>
              </a:tr>
              <a:tr h="589158">
                <a:tc>
                  <a:txBody>
                    <a:bodyPr/>
                    <a:lstStyle/>
                    <a:p>
                      <a:pPr algn="l"/>
                      <a:endParaRPr lang="en-US" sz="900" b="0" dirty="0">
                        <a:solidFill>
                          <a:schemeClr val="tx1"/>
                        </a:solidFill>
                        <a:latin typeface="Aptos" panose="020B0004020202020204" pitchFamily="34" charset="0"/>
                        <a:ea typeface="Verdana" panose="020B0604030504040204" pitchFamily="34" charset="0"/>
                        <a:cs typeface="Verdana" panose="020B0604030504040204" pitchFamily="34" charset="0"/>
                      </a:endParaRP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1" dirty="0">
                          <a:solidFill>
                            <a:schemeClr val="tx1"/>
                          </a:solidFill>
                          <a:latin typeface="Aptos" panose="020B0004020202020204" pitchFamily="34" charset="0"/>
                          <a:ea typeface="Verdana" panose="020B0604030504040204" pitchFamily="34" charset="0"/>
                          <a:cs typeface="Verdana" panose="020B0604030504040204" pitchFamily="34" charset="0"/>
                        </a:rPr>
                        <a:t>Lorem ipsum </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0" dirty="0">
                          <a:solidFill>
                            <a:schemeClr val="tx1"/>
                          </a:solidFill>
                          <a:latin typeface="Aptos" panose="020B0004020202020204" pitchFamily="34" charset="0"/>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2064739"/>
                  </a:ext>
                </a:extLst>
              </a:tr>
              <a:tr h="717517">
                <a:tc>
                  <a:txBody>
                    <a:bodyPr/>
                    <a:lstStyle/>
                    <a:p>
                      <a:pPr algn="l"/>
                      <a:endParaRPr lang="en-US" sz="900" b="0" dirty="0">
                        <a:solidFill>
                          <a:schemeClr val="tx1"/>
                        </a:solidFill>
                        <a:latin typeface="Aptos" panose="020B0004020202020204" pitchFamily="34" charset="0"/>
                        <a:ea typeface="Verdana" panose="020B0604030504040204" pitchFamily="34" charset="0"/>
                        <a:cs typeface="Verdana" panose="020B0604030504040204" pitchFamily="34" charset="0"/>
                      </a:endParaRP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1" dirty="0">
                          <a:solidFill>
                            <a:schemeClr val="tx1"/>
                          </a:solidFill>
                          <a:latin typeface="Aptos" panose="020B0004020202020204" pitchFamily="34" charset="0"/>
                          <a:ea typeface="Verdana" panose="020B0604030504040204" pitchFamily="34" charset="0"/>
                          <a:cs typeface="Verdana" panose="020B0604030504040204" pitchFamily="34" charset="0"/>
                        </a:rPr>
                        <a:t>Lorem ipsum </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b="0" dirty="0">
                          <a:solidFill>
                            <a:schemeClr val="tx1"/>
                          </a:solidFill>
                          <a:latin typeface="Aptos" panose="020B0004020202020204" pitchFamily="34" charset="0"/>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a:txBody>
                  <a:tcPr marL="74295" marR="74295" marT="37148" marB="37148"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6766495"/>
                  </a:ext>
                </a:extLst>
              </a:tr>
            </a:tbl>
          </a:graphicData>
        </a:graphic>
      </p:graphicFrame>
      <p:pic>
        <p:nvPicPr>
          <p:cNvPr id="56" name="Picture 55">
            <a:extLst>
              <a:ext uri="{FF2B5EF4-FFF2-40B4-BE49-F238E27FC236}">
                <a16:creationId xmlns:a16="http://schemas.microsoft.com/office/drawing/2014/main" id="{73497644-E002-486C-BBD2-B0ACEFAEAE75}"/>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50779" t="11162" r="45996" b="81632"/>
          <a:stretch/>
        </p:blipFill>
        <p:spPr>
          <a:xfrm>
            <a:off x="4776534" y="2297177"/>
            <a:ext cx="278763" cy="334328"/>
          </a:xfrm>
          <a:prstGeom prst="rect">
            <a:avLst/>
          </a:prstGeom>
        </p:spPr>
      </p:pic>
      <p:pic>
        <p:nvPicPr>
          <p:cNvPr id="57" name="Picture 56">
            <a:extLst>
              <a:ext uri="{FF2B5EF4-FFF2-40B4-BE49-F238E27FC236}">
                <a16:creationId xmlns:a16="http://schemas.microsoft.com/office/drawing/2014/main" id="{D1773CD6-09CB-46DD-A57C-FA9BED7FF484}"/>
              </a:ext>
            </a:extLst>
          </p:cNvPr>
          <p:cNvPicPr>
            <a:picLocks noChangeAspect="1"/>
          </p:cNvPicPr>
          <p:nvPr/>
        </p:nvPicPr>
        <p:blipFill rotWithShape="1">
          <a:blip r:embed="rId2"/>
          <a:srcRect l="50479" t="26425" r="45512" b="69011"/>
          <a:stretch/>
        </p:blipFill>
        <p:spPr>
          <a:xfrm>
            <a:off x="4733514" y="2944749"/>
            <a:ext cx="364802" cy="222885"/>
          </a:xfrm>
          <a:prstGeom prst="rect">
            <a:avLst/>
          </a:prstGeom>
        </p:spPr>
      </p:pic>
      <p:pic>
        <p:nvPicPr>
          <p:cNvPr id="58" name="Picture 57">
            <a:extLst>
              <a:ext uri="{FF2B5EF4-FFF2-40B4-BE49-F238E27FC236}">
                <a16:creationId xmlns:a16="http://schemas.microsoft.com/office/drawing/2014/main" id="{077C99C4-8476-4133-AC2A-DDE1C1540D66}"/>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50658" t="39548" r="45735" b="55388"/>
          <a:stretch/>
        </p:blipFill>
        <p:spPr>
          <a:xfrm>
            <a:off x="4771238" y="3503702"/>
            <a:ext cx="289349" cy="218069"/>
          </a:xfrm>
          <a:prstGeom prst="rect">
            <a:avLst/>
          </a:prstGeom>
        </p:spPr>
      </p:pic>
      <p:pic>
        <p:nvPicPr>
          <p:cNvPr id="59" name="Picture 58">
            <a:extLst>
              <a:ext uri="{FF2B5EF4-FFF2-40B4-BE49-F238E27FC236}">
                <a16:creationId xmlns:a16="http://schemas.microsoft.com/office/drawing/2014/main" id="{8942D279-18DC-4A7A-8EE2-D70274A80797}"/>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50142" t="53678" r="44972" b="38547"/>
          <a:stretch/>
        </p:blipFill>
        <p:spPr>
          <a:xfrm>
            <a:off x="4739236" y="3992722"/>
            <a:ext cx="353351" cy="301772"/>
          </a:xfrm>
          <a:prstGeom prst="rect">
            <a:avLst/>
          </a:prstGeom>
        </p:spPr>
      </p:pic>
      <p:pic>
        <p:nvPicPr>
          <p:cNvPr id="60" name="Picture 59">
            <a:extLst>
              <a:ext uri="{FF2B5EF4-FFF2-40B4-BE49-F238E27FC236}">
                <a16:creationId xmlns:a16="http://schemas.microsoft.com/office/drawing/2014/main" id="{C6C1F890-4CE8-4293-B7EA-2DD26E8E43D1}"/>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50342" t="68735" r="45356" b="25892"/>
          <a:stretch/>
        </p:blipFill>
        <p:spPr>
          <a:xfrm>
            <a:off x="4753243" y="4642892"/>
            <a:ext cx="325340" cy="218069"/>
          </a:xfrm>
          <a:prstGeom prst="rect">
            <a:avLst/>
          </a:prstGeom>
        </p:spPr>
      </p:pic>
      <p:pic>
        <p:nvPicPr>
          <p:cNvPr id="61" name="Picture 60">
            <a:extLst>
              <a:ext uri="{FF2B5EF4-FFF2-40B4-BE49-F238E27FC236}">
                <a16:creationId xmlns:a16="http://schemas.microsoft.com/office/drawing/2014/main" id="{12D9EC87-79C0-46CC-9638-2B1165550DED}"/>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49946" t="82082" r="44944" b="10583"/>
          <a:stretch/>
        </p:blipFill>
        <p:spPr>
          <a:xfrm>
            <a:off x="4727079" y="5266422"/>
            <a:ext cx="377666" cy="290989"/>
          </a:xfrm>
          <a:prstGeom prst="rect">
            <a:avLst/>
          </a:prstGeom>
        </p:spPr>
      </p:pic>
      <p:grpSp>
        <p:nvGrpSpPr>
          <p:cNvPr id="62" name="组合 268">
            <a:extLst>
              <a:ext uri="{FF2B5EF4-FFF2-40B4-BE49-F238E27FC236}">
                <a16:creationId xmlns:a16="http://schemas.microsoft.com/office/drawing/2014/main" id="{B305DFA1-97AF-43BC-83E5-DADADBC4C07C}"/>
              </a:ext>
            </a:extLst>
          </p:cNvPr>
          <p:cNvGrpSpPr/>
          <p:nvPr/>
        </p:nvGrpSpPr>
        <p:grpSpPr>
          <a:xfrm rot="16200000">
            <a:off x="-217435" y="3153488"/>
            <a:ext cx="2025269" cy="140335"/>
            <a:chOff x="499437" y="1535322"/>
            <a:chExt cx="862073" cy="192140"/>
          </a:xfrm>
        </p:grpSpPr>
        <p:cxnSp>
          <p:nvCxnSpPr>
            <p:cNvPr id="63" name="Straight Connector 20">
              <a:extLst>
                <a:ext uri="{FF2B5EF4-FFF2-40B4-BE49-F238E27FC236}">
                  <a16:creationId xmlns:a16="http://schemas.microsoft.com/office/drawing/2014/main" id="{7E90DFCE-5155-4D36-B2DB-AAD2E7197435}"/>
                </a:ext>
              </a:extLst>
            </p:cNvPr>
            <p:cNvCxnSpPr>
              <a:cxnSpLocks/>
            </p:cNvCxnSpPr>
            <p:nvPr/>
          </p:nvCxnSpPr>
          <p:spPr>
            <a:xfrm>
              <a:off x="500077" y="1629959"/>
              <a:ext cx="861433"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Straight Connector 20">
              <a:extLst>
                <a:ext uri="{FF2B5EF4-FFF2-40B4-BE49-F238E27FC236}">
                  <a16:creationId xmlns:a16="http://schemas.microsoft.com/office/drawing/2014/main" id="{9BDC6F16-08DE-42FF-B394-0B21207E5C23}"/>
                </a:ext>
              </a:extLst>
            </p:cNvPr>
            <p:cNvCxnSpPr>
              <a:cxnSpLocks/>
            </p:cNvCxnSpPr>
            <p:nvPr/>
          </p:nvCxnSpPr>
          <p:spPr>
            <a:xfrm flipV="1">
              <a:off x="1360497" y="1535322"/>
              <a:ext cx="0" cy="19214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5" name="Straight Connector 20">
              <a:extLst>
                <a:ext uri="{FF2B5EF4-FFF2-40B4-BE49-F238E27FC236}">
                  <a16:creationId xmlns:a16="http://schemas.microsoft.com/office/drawing/2014/main" id="{3E969A22-EAC3-48C5-8232-B762C279C918}"/>
                </a:ext>
              </a:extLst>
            </p:cNvPr>
            <p:cNvCxnSpPr>
              <a:cxnSpLocks/>
            </p:cNvCxnSpPr>
            <p:nvPr/>
          </p:nvCxnSpPr>
          <p:spPr>
            <a:xfrm flipV="1">
              <a:off x="499437" y="1535322"/>
              <a:ext cx="0" cy="19214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6" name="Rectangle 65">
            <a:extLst>
              <a:ext uri="{FF2B5EF4-FFF2-40B4-BE49-F238E27FC236}">
                <a16:creationId xmlns:a16="http://schemas.microsoft.com/office/drawing/2014/main" id="{3F86F8EE-AEA6-43C0-ABF6-D65204E799C2}"/>
              </a:ext>
            </a:extLst>
          </p:cNvPr>
          <p:cNvSpPr/>
          <p:nvPr/>
        </p:nvSpPr>
        <p:spPr>
          <a:xfrm rot="16200000">
            <a:off x="-116032" y="3066989"/>
            <a:ext cx="1281592" cy="307205"/>
          </a:xfrm>
          <a:prstGeom prst="rect">
            <a:avLst/>
          </a:prstGeom>
        </p:spPr>
        <p:txBody>
          <a:bodyPr wrap="square" lIns="56585" tIns="28292" rIns="56585" bIns="28292">
            <a:spAutoFit/>
          </a:bodyPr>
          <a:lstStyle/>
          <a:p>
            <a:pPr algn="ctr" defTabSz="990601">
              <a:defRPr/>
            </a:pPr>
            <a:r>
              <a:rPr lang="en-US" altLang="zh-CN" sz="1625" b="1" dirty="0">
                <a:solidFill>
                  <a:srgbClr val="86BC25"/>
                </a:solidFill>
                <a:latin typeface="Aptos" panose="020B0004020202020204" pitchFamily="34" charset="0"/>
                <a:ea typeface="Verdana" panose="020B0604030504040204" pitchFamily="34" charset="0"/>
                <a:cs typeface="Verdana" panose="020B0604030504040204" pitchFamily="34" charset="0"/>
              </a:rPr>
              <a:t>Level</a:t>
            </a:r>
          </a:p>
        </p:txBody>
      </p:sp>
      <p:grpSp>
        <p:nvGrpSpPr>
          <p:cNvPr id="67" name="组合 268">
            <a:extLst>
              <a:ext uri="{FF2B5EF4-FFF2-40B4-BE49-F238E27FC236}">
                <a16:creationId xmlns:a16="http://schemas.microsoft.com/office/drawing/2014/main" id="{4F3C6CCF-A388-44D0-9C6E-F4DC5B2BE12B}"/>
              </a:ext>
            </a:extLst>
          </p:cNvPr>
          <p:cNvGrpSpPr/>
          <p:nvPr/>
        </p:nvGrpSpPr>
        <p:grpSpPr>
          <a:xfrm rot="16200000">
            <a:off x="131727" y="4880491"/>
            <a:ext cx="1326944" cy="140335"/>
            <a:chOff x="499437" y="1535322"/>
            <a:chExt cx="862073" cy="192140"/>
          </a:xfrm>
        </p:grpSpPr>
        <p:cxnSp>
          <p:nvCxnSpPr>
            <p:cNvPr id="68" name="Straight Connector 20">
              <a:extLst>
                <a:ext uri="{FF2B5EF4-FFF2-40B4-BE49-F238E27FC236}">
                  <a16:creationId xmlns:a16="http://schemas.microsoft.com/office/drawing/2014/main" id="{5EE7799D-4B84-453F-824A-4A0AF653E6BF}"/>
                </a:ext>
              </a:extLst>
            </p:cNvPr>
            <p:cNvCxnSpPr>
              <a:cxnSpLocks/>
            </p:cNvCxnSpPr>
            <p:nvPr/>
          </p:nvCxnSpPr>
          <p:spPr>
            <a:xfrm>
              <a:off x="500077" y="1629959"/>
              <a:ext cx="861433" cy="0"/>
            </a:xfrm>
            <a:prstGeom prst="line">
              <a:avLst/>
            </a:prstGeom>
            <a:ln w="19050">
              <a:solidFill>
                <a:srgbClr val="626262"/>
              </a:solidFill>
            </a:ln>
          </p:spPr>
          <p:style>
            <a:lnRef idx="1">
              <a:schemeClr val="accent1"/>
            </a:lnRef>
            <a:fillRef idx="0">
              <a:schemeClr val="accent1"/>
            </a:fillRef>
            <a:effectRef idx="0">
              <a:schemeClr val="accent1"/>
            </a:effectRef>
            <a:fontRef idx="minor">
              <a:schemeClr val="tx1"/>
            </a:fontRef>
          </p:style>
        </p:cxnSp>
        <p:cxnSp>
          <p:nvCxnSpPr>
            <p:cNvPr id="69" name="Straight Connector 20">
              <a:extLst>
                <a:ext uri="{FF2B5EF4-FFF2-40B4-BE49-F238E27FC236}">
                  <a16:creationId xmlns:a16="http://schemas.microsoft.com/office/drawing/2014/main" id="{42185026-8893-406E-A2F1-13AE44F4C105}"/>
                </a:ext>
              </a:extLst>
            </p:cNvPr>
            <p:cNvCxnSpPr>
              <a:cxnSpLocks/>
            </p:cNvCxnSpPr>
            <p:nvPr/>
          </p:nvCxnSpPr>
          <p:spPr>
            <a:xfrm flipV="1">
              <a:off x="1360497" y="1535322"/>
              <a:ext cx="0" cy="192140"/>
            </a:xfrm>
            <a:prstGeom prst="line">
              <a:avLst/>
            </a:prstGeom>
            <a:ln w="19050">
              <a:solidFill>
                <a:srgbClr val="626262"/>
              </a:solidFill>
            </a:ln>
          </p:spPr>
          <p:style>
            <a:lnRef idx="1">
              <a:schemeClr val="accent1"/>
            </a:lnRef>
            <a:fillRef idx="0">
              <a:schemeClr val="accent1"/>
            </a:fillRef>
            <a:effectRef idx="0">
              <a:schemeClr val="accent1"/>
            </a:effectRef>
            <a:fontRef idx="minor">
              <a:schemeClr val="tx1"/>
            </a:fontRef>
          </p:style>
        </p:cxnSp>
        <p:cxnSp>
          <p:nvCxnSpPr>
            <p:cNvPr id="70" name="Straight Connector 20">
              <a:extLst>
                <a:ext uri="{FF2B5EF4-FFF2-40B4-BE49-F238E27FC236}">
                  <a16:creationId xmlns:a16="http://schemas.microsoft.com/office/drawing/2014/main" id="{62670BF0-C9BB-4FD2-8FB7-7A7E2EE1500D}"/>
                </a:ext>
              </a:extLst>
            </p:cNvPr>
            <p:cNvCxnSpPr>
              <a:cxnSpLocks/>
            </p:cNvCxnSpPr>
            <p:nvPr/>
          </p:nvCxnSpPr>
          <p:spPr>
            <a:xfrm flipV="1">
              <a:off x="499437" y="1535322"/>
              <a:ext cx="0" cy="192140"/>
            </a:xfrm>
            <a:prstGeom prst="line">
              <a:avLst/>
            </a:prstGeom>
            <a:ln w="19050">
              <a:solidFill>
                <a:srgbClr val="626262"/>
              </a:solidFill>
            </a:ln>
          </p:spPr>
          <p:style>
            <a:lnRef idx="1">
              <a:schemeClr val="accent1"/>
            </a:lnRef>
            <a:fillRef idx="0">
              <a:schemeClr val="accent1"/>
            </a:fillRef>
            <a:effectRef idx="0">
              <a:schemeClr val="accent1"/>
            </a:effectRef>
            <a:fontRef idx="minor">
              <a:schemeClr val="tx1"/>
            </a:fontRef>
          </p:style>
        </p:cxnSp>
      </p:grpSp>
      <p:sp>
        <p:nvSpPr>
          <p:cNvPr id="71" name="Rectangle 65">
            <a:extLst>
              <a:ext uri="{FF2B5EF4-FFF2-40B4-BE49-F238E27FC236}">
                <a16:creationId xmlns:a16="http://schemas.microsoft.com/office/drawing/2014/main" id="{AEF3EB23-35B2-43D8-B171-A4C4E89E9BC0}"/>
              </a:ext>
            </a:extLst>
          </p:cNvPr>
          <p:cNvSpPr/>
          <p:nvPr/>
        </p:nvSpPr>
        <p:spPr>
          <a:xfrm rot="16200000">
            <a:off x="-116032" y="4796471"/>
            <a:ext cx="1281592" cy="307205"/>
          </a:xfrm>
          <a:prstGeom prst="rect">
            <a:avLst/>
          </a:prstGeom>
        </p:spPr>
        <p:txBody>
          <a:bodyPr wrap="square" lIns="56585" tIns="28292" rIns="56585" bIns="28292">
            <a:spAutoFit/>
          </a:bodyPr>
          <a:lstStyle/>
          <a:p>
            <a:pPr algn="ctr" defTabSz="990601">
              <a:defRPr/>
            </a:pPr>
            <a:r>
              <a:rPr lang="en-US" altLang="zh-CN" sz="1625" b="1" dirty="0">
                <a:solidFill>
                  <a:srgbClr val="626262"/>
                </a:solidFill>
                <a:latin typeface="Aptos" panose="020B0004020202020204" pitchFamily="34" charset="0"/>
                <a:ea typeface="Verdana" panose="020B0604030504040204" pitchFamily="34" charset="0"/>
                <a:cs typeface="Verdana" panose="020B0604030504040204" pitchFamily="34" charset="0"/>
              </a:rPr>
              <a:t>Level</a:t>
            </a:r>
          </a:p>
        </p:txBody>
      </p:sp>
    </p:spTree>
    <p:extLst>
      <p:ext uri="{BB962C8B-B14F-4D97-AF65-F5344CB8AC3E}">
        <p14:creationId xmlns:p14="http://schemas.microsoft.com/office/powerpoint/2010/main" val="1354815772"/>
      </p:ext>
    </p:extLst>
  </p:cSld>
  <p:clrMapOvr>
    <a:masterClrMapping/>
  </p:clrMapOvr>
  <p:transition>
    <p:fade/>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1076DF1-F9BA-486F-AF9E-FE4D0808DDA6}"/>
              </a:ext>
            </a:extLst>
          </p:cNvPr>
          <p:cNvSpPr>
            <a:spLocks noGrp="1"/>
          </p:cNvSpPr>
          <p:nvPr>
            <p:ph type="title"/>
          </p:nvPr>
        </p:nvSpPr>
        <p:spPr/>
        <p:txBody>
          <a:bodyPr/>
          <a:lstStyle/>
          <a:p>
            <a:r>
              <a:rPr lang="en-US" dirty="0"/>
              <a:t>Calendar</a:t>
            </a:r>
          </a:p>
        </p:txBody>
      </p:sp>
      <p:sp>
        <p:nvSpPr>
          <p:cNvPr id="5" name="Rectangle 4">
            <a:extLst>
              <a:ext uri="{FF2B5EF4-FFF2-40B4-BE49-F238E27FC236}">
                <a16:creationId xmlns:a16="http://schemas.microsoft.com/office/drawing/2014/main" id="{D729CC27-6679-47BA-8E82-24D781349F73}"/>
              </a:ext>
            </a:extLst>
          </p:cNvPr>
          <p:cNvSpPr/>
          <p:nvPr/>
        </p:nvSpPr>
        <p:spPr bwMode="auto">
          <a:xfrm>
            <a:off x="407592" y="1686366"/>
            <a:ext cx="746653" cy="661035"/>
          </a:xfrm>
          <a:prstGeom prst="rect">
            <a:avLst/>
          </a:prstGeom>
          <a:solidFill>
            <a:schemeClr val="accent6">
              <a:lumMod val="20000"/>
              <a:lumOff val="8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latin typeface="Aptos" panose="020B0004020202020204" pitchFamily="34" charset="0"/>
                <a:cs typeface="Verdana" panose="020B0604030504040204" pitchFamily="34" charset="0"/>
              </a:rPr>
              <a:t>J</a:t>
            </a:r>
            <a:endParaRPr lang="en-CA" sz="3250" b="1" dirty="0">
              <a:latin typeface="Aptos" panose="020B0004020202020204" pitchFamily="34" charset="0"/>
              <a:cs typeface="Verdana" panose="020B0604030504040204" pitchFamily="34" charset="0"/>
            </a:endParaRPr>
          </a:p>
        </p:txBody>
      </p:sp>
      <p:sp>
        <p:nvSpPr>
          <p:cNvPr id="6" name="Rectangle 5">
            <a:extLst>
              <a:ext uri="{FF2B5EF4-FFF2-40B4-BE49-F238E27FC236}">
                <a16:creationId xmlns:a16="http://schemas.microsoft.com/office/drawing/2014/main" id="{5709F92D-CE29-4442-A970-C7BFFCA16084}"/>
              </a:ext>
            </a:extLst>
          </p:cNvPr>
          <p:cNvSpPr/>
          <p:nvPr/>
        </p:nvSpPr>
        <p:spPr bwMode="auto">
          <a:xfrm>
            <a:off x="1924155" y="1686366"/>
            <a:ext cx="746653" cy="661035"/>
          </a:xfrm>
          <a:prstGeom prst="rect">
            <a:avLst/>
          </a:prstGeom>
          <a:solidFill>
            <a:schemeClr val="accent6">
              <a:lumMod val="40000"/>
              <a:lumOff val="6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latin typeface="Aptos" panose="020B0004020202020204" pitchFamily="34" charset="0"/>
                <a:cs typeface="Verdana" panose="020B0604030504040204" pitchFamily="34" charset="0"/>
              </a:rPr>
              <a:t>M</a:t>
            </a:r>
            <a:endParaRPr lang="en-CA" sz="3250" b="1" dirty="0">
              <a:latin typeface="Aptos" panose="020B0004020202020204" pitchFamily="34" charset="0"/>
              <a:cs typeface="Verdana" panose="020B0604030504040204" pitchFamily="34" charset="0"/>
            </a:endParaRPr>
          </a:p>
        </p:txBody>
      </p:sp>
      <p:sp>
        <p:nvSpPr>
          <p:cNvPr id="7" name="Rectangle 6">
            <a:extLst>
              <a:ext uri="{FF2B5EF4-FFF2-40B4-BE49-F238E27FC236}">
                <a16:creationId xmlns:a16="http://schemas.microsoft.com/office/drawing/2014/main" id="{80A36FE0-333D-4734-92EC-DFC6146562EC}"/>
              </a:ext>
            </a:extLst>
          </p:cNvPr>
          <p:cNvSpPr/>
          <p:nvPr/>
        </p:nvSpPr>
        <p:spPr bwMode="auto">
          <a:xfrm>
            <a:off x="2682435" y="1686366"/>
            <a:ext cx="746653" cy="661035"/>
          </a:xfrm>
          <a:prstGeom prst="rect">
            <a:avLst/>
          </a:prstGeom>
          <a:solidFill>
            <a:schemeClr val="accent6">
              <a:lumMod val="60000"/>
              <a:lumOff val="4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latin typeface="Aptos" panose="020B0004020202020204" pitchFamily="34" charset="0"/>
                <a:cs typeface="Verdana" panose="020B0604030504040204" pitchFamily="34" charset="0"/>
              </a:rPr>
              <a:t>A</a:t>
            </a:r>
            <a:endParaRPr lang="en-CA" sz="3250" b="1" dirty="0">
              <a:latin typeface="Aptos" panose="020B0004020202020204" pitchFamily="34" charset="0"/>
              <a:cs typeface="Verdana" panose="020B0604030504040204" pitchFamily="34" charset="0"/>
            </a:endParaRPr>
          </a:p>
        </p:txBody>
      </p:sp>
      <p:sp>
        <p:nvSpPr>
          <p:cNvPr id="8" name="Rectangle 7">
            <a:extLst>
              <a:ext uri="{FF2B5EF4-FFF2-40B4-BE49-F238E27FC236}">
                <a16:creationId xmlns:a16="http://schemas.microsoft.com/office/drawing/2014/main" id="{E0B631E7-82F7-440A-A012-16A6CEBB0B6A}"/>
              </a:ext>
            </a:extLst>
          </p:cNvPr>
          <p:cNvSpPr/>
          <p:nvPr/>
        </p:nvSpPr>
        <p:spPr bwMode="auto">
          <a:xfrm>
            <a:off x="5715558" y="1686366"/>
            <a:ext cx="746653" cy="661035"/>
          </a:xfrm>
          <a:prstGeom prst="rect">
            <a:avLst/>
          </a:prstGeom>
          <a:solidFill>
            <a:schemeClr val="accent6">
              <a:lumMod val="75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solidFill>
                  <a:prstClr val="white"/>
                </a:solidFill>
                <a:latin typeface="Aptos" panose="020B0004020202020204" pitchFamily="34" charset="0"/>
                <a:cs typeface="Verdana" panose="020B0604030504040204" pitchFamily="34" charset="0"/>
              </a:rPr>
              <a:t>A</a:t>
            </a:r>
            <a:endParaRPr lang="en-CA" sz="3250" b="1" dirty="0">
              <a:solidFill>
                <a:prstClr val="white"/>
              </a:solidFill>
              <a:latin typeface="Aptos" panose="020B0004020202020204" pitchFamily="34" charset="0"/>
              <a:cs typeface="Verdana" panose="020B0604030504040204" pitchFamily="34" charset="0"/>
            </a:endParaRPr>
          </a:p>
        </p:txBody>
      </p:sp>
      <p:sp>
        <p:nvSpPr>
          <p:cNvPr id="9" name="Rectangle 8">
            <a:extLst>
              <a:ext uri="{FF2B5EF4-FFF2-40B4-BE49-F238E27FC236}">
                <a16:creationId xmlns:a16="http://schemas.microsoft.com/office/drawing/2014/main" id="{077EEC3C-9568-4A67-98DD-4BBA10995D7D}"/>
              </a:ext>
            </a:extLst>
          </p:cNvPr>
          <p:cNvSpPr/>
          <p:nvPr/>
        </p:nvSpPr>
        <p:spPr bwMode="auto">
          <a:xfrm>
            <a:off x="7990401" y="1686366"/>
            <a:ext cx="746653" cy="661035"/>
          </a:xfrm>
          <a:prstGeom prst="rect">
            <a:avLst/>
          </a:prstGeom>
          <a:solidFill>
            <a:schemeClr val="accent6">
              <a:lumMod val="5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solidFill>
                  <a:prstClr val="white"/>
                </a:solidFill>
                <a:latin typeface="Aptos" panose="020B0004020202020204" pitchFamily="34" charset="0"/>
                <a:cs typeface="Verdana" panose="020B0604030504040204" pitchFamily="34" charset="0"/>
              </a:rPr>
              <a:t>N</a:t>
            </a:r>
            <a:endParaRPr lang="en-CA" sz="3250" b="1" dirty="0">
              <a:solidFill>
                <a:prstClr val="white"/>
              </a:solidFill>
              <a:latin typeface="Aptos" panose="020B0004020202020204" pitchFamily="34" charset="0"/>
              <a:cs typeface="Verdana" panose="020B0604030504040204" pitchFamily="34" charset="0"/>
            </a:endParaRPr>
          </a:p>
        </p:txBody>
      </p:sp>
      <p:sp>
        <p:nvSpPr>
          <p:cNvPr id="10" name="Rectangle 9">
            <a:extLst>
              <a:ext uri="{FF2B5EF4-FFF2-40B4-BE49-F238E27FC236}">
                <a16:creationId xmlns:a16="http://schemas.microsoft.com/office/drawing/2014/main" id="{009258DB-BCE9-4F39-BC7E-8B5994E4AA0C}"/>
              </a:ext>
            </a:extLst>
          </p:cNvPr>
          <p:cNvSpPr/>
          <p:nvPr/>
        </p:nvSpPr>
        <p:spPr bwMode="auto">
          <a:xfrm>
            <a:off x="1165874" y="1686366"/>
            <a:ext cx="746653" cy="661035"/>
          </a:xfrm>
          <a:prstGeom prst="rect">
            <a:avLst/>
          </a:prstGeom>
          <a:solidFill>
            <a:schemeClr val="accent3">
              <a:lumMod val="20000"/>
              <a:lumOff val="8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latin typeface="Aptos" panose="020B0004020202020204" pitchFamily="34" charset="0"/>
                <a:cs typeface="Verdana" panose="020B0604030504040204" pitchFamily="34" charset="0"/>
              </a:rPr>
              <a:t>F</a:t>
            </a:r>
            <a:endParaRPr lang="en-CA" sz="3250" b="1" dirty="0">
              <a:latin typeface="Aptos" panose="020B0004020202020204" pitchFamily="34" charset="0"/>
              <a:cs typeface="Verdana" panose="020B0604030504040204" pitchFamily="34" charset="0"/>
            </a:endParaRPr>
          </a:p>
        </p:txBody>
      </p:sp>
      <p:sp>
        <p:nvSpPr>
          <p:cNvPr id="11" name="Rectangle 10">
            <a:extLst>
              <a:ext uri="{FF2B5EF4-FFF2-40B4-BE49-F238E27FC236}">
                <a16:creationId xmlns:a16="http://schemas.microsoft.com/office/drawing/2014/main" id="{F0254049-2144-4906-AD32-1351C6E4248B}"/>
              </a:ext>
            </a:extLst>
          </p:cNvPr>
          <p:cNvSpPr/>
          <p:nvPr/>
        </p:nvSpPr>
        <p:spPr bwMode="auto">
          <a:xfrm>
            <a:off x="3440716" y="1686366"/>
            <a:ext cx="746653" cy="661035"/>
          </a:xfrm>
          <a:prstGeom prst="rect">
            <a:avLst/>
          </a:prstGeom>
          <a:solidFill>
            <a:schemeClr val="accent3">
              <a:lumMod val="40000"/>
              <a:lumOff val="6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latin typeface="Aptos" panose="020B0004020202020204" pitchFamily="34" charset="0"/>
                <a:cs typeface="Verdana" panose="020B0604030504040204" pitchFamily="34" charset="0"/>
              </a:rPr>
              <a:t>M</a:t>
            </a:r>
            <a:endParaRPr lang="en-CA" sz="3250" b="1" dirty="0">
              <a:latin typeface="Aptos" panose="020B0004020202020204" pitchFamily="34" charset="0"/>
              <a:cs typeface="Verdana" panose="020B0604030504040204" pitchFamily="34" charset="0"/>
            </a:endParaRPr>
          </a:p>
        </p:txBody>
      </p:sp>
      <p:sp>
        <p:nvSpPr>
          <p:cNvPr id="12" name="Rectangle 11">
            <a:extLst>
              <a:ext uri="{FF2B5EF4-FFF2-40B4-BE49-F238E27FC236}">
                <a16:creationId xmlns:a16="http://schemas.microsoft.com/office/drawing/2014/main" id="{BEAE285A-189B-4FF8-8BF0-F4F13DBBB667}"/>
              </a:ext>
            </a:extLst>
          </p:cNvPr>
          <p:cNvSpPr/>
          <p:nvPr/>
        </p:nvSpPr>
        <p:spPr bwMode="auto">
          <a:xfrm>
            <a:off x="4198996" y="1686366"/>
            <a:ext cx="746653" cy="661035"/>
          </a:xfrm>
          <a:prstGeom prst="rect">
            <a:avLst/>
          </a:prstGeom>
          <a:solidFill>
            <a:schemeClr val="accent2">
              <a:lumMod val="60000"/>
              <a:lumOff val="4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latin typeface="Aptos" panose="020B0004020202020204" pitchFamily="34" charset="0"/>
                <a:cs typeface="Verdana" panose="020B0604030504040204" pitchFamily="34" charset="0"/>
              </a:rPr>
              <a:t>J</a:t>
            </a:r>
            <a:endParaRPr lang="en-CA" sz="3250" b="1" dirty="0">
              <a:latin typeface="Aptos" panose="020B0004020202020204" pitchFamily="34" charset="0"/>
              <a:cs typeface="Verdana" panose="020B0604030504040204" pitchFamily="34" charset="0"/>
            </a:endParaRPr>
          </a:p>
        </p:txBody>
      </p:sp>
      <p:sp>
        <p:nvSpPr>
          <p:cNvPr id="13" name="Rectangle 12">
            <a:extLst>
              <a:ext uri="{FF2B5EF4-FFF2-40B4-BE49-F238E27FC236}">
                <a16:creationId xmlns:a16="http://schemas.microsoft.com/office/drawing/2014/main" id="{E3F0BC42-773F-4648-AA04-A8B3F0B322DD}"/>
              </a:ext>
            </a:extLst>
          </p:cNvPr>
          <p:cNvSpPr/>
          <p:nvPr/>
        </p:nvSpPr>
        <p:spPr bwMode="auto">
          <a:xfrm>
            <a:off x="7232120" y="1686366"/>
            <a:ext cx="746653" cy="661035"/>
          </a:xfrm>
          <a:prstGeom prst="rect">
            <a:avLst/>
          </a:prstGeom>
          <a:solidFill>
            <a:schemeClr val="accent3">
              <a:lumMod val="75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solidFill>
                  <a:prstClr val="white"/>
                </a:solidFill>
                <a:latin typeface="Aptos" panose="020B0004020202020204" pitchFamily="34" charset="0"/>
                <a:cs typeface="Verdana" panose="020B0604030504040204" pitchFamily="34" charset="0"/>
              </a:rPr>
              <a:t>O</a:t>
            </a:r>
            <a:endParaRPr lang="en-CA" sz="3250" b="1" dirty="0">
              <a:solidFill>
                <a:prstClr val="white"/>
              </a:solidFill>
              <a:latin typeface="Aptos" panose="020B0004020202020204" pitchFamily="34" charset="0"/>
              <a:cs typeface="Verdana" panose="020B0604030504040204" pitchFamily="34" charset="0"/>
            </a:endParaRPr>
          </a:p>
        </p:txBody>
      </p:sp>
      <p:sp>
        <p:nvSpPr>
          <p:cNvPr id="14" name="Rectangle 13">
            <a:extLst>
              <a:ext uri="{FF2B5EF4-FFF2-40B4-BE49-F238E27FC236}">
                <a16:creationId xmlns:a16="http://schemas.microsoft.com/office/drawing/2014/main" id="{48AC4990-570B-487E-90D5-F91A6AEB2AF2}"/>
              </a:ext>
            </a:extLst>
          </p:cNvPr>
          <p:cNvSpPr/>
          <p:nvPr/>
        </p:nvSpPr>
        <p:spPr bwMode="auto">
          <a:xfrm>
            <a:off x="8748677" y="1686366"/>
            <a:ext cx="746653" cy="661035"/>
          </a:xfrm>
          <a:prstGeom prst="rect">
            <a:avLst/>
          </a:prstGeom>
          <a:solidFill>
            <a:schemeClr val="accent3">
              <a:lumMod val="5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solidFill>
                  <a:prstClr val="white"/>
                </a:solidFill>
                <a:latin typeface="Aptos" panose="020B0004020202020204" pitchFamily="34" charset="0"/>
                <a:cs typeface="Verdana" panose="020B0604030504040204" pitchFamily="34" charset="0"/>
              </a:rPr>
              <a:t>D</a:t>
            </a:r>
            <a:endParaRPr lang="en-CA" sz="3250" b="1" dirty="0">
              <a:solidFill>
                <a:prstClr val="white"/>
              </a:solidFill>
              <a:latin typeface="Aptos" panose="020B0004020202020204" pitchFamily="34" charset="0"/>
              <a:cs typeface="Verdana" panose="020B0604030504040204" pitchFamily="34" charset="0"/>
            </a:endParaRPr>
          </a:p>
        </p:txBody>
      </p:sp>
      <p:sp>
        <p:nvSpPr>
          <p:cNvPr id="15" name="Rectangle 14">
            <a:extLst>
              <a:ext uri="{FF2B5EF4-FFF2-40B4-BE49-F238E27FC236}">
                <a16:creationId xmlns:a16="http://schemas.microsoft.com/office/drawing/2014/main" id="{04C0E45C-5865-40EA-98E7-E8FDDBA2CF1C}"/>
              </a:ext>
            </a:extLst>
          </p:cNvPr>
          <p:cNvSpPr/>
          <p:nvPr/>
        </p:nvSpPr>
        <p:spPr bwMode="auto">
          <a:xfrm>
            <a:off x="6473839" y="1686366"/>
            <a:ext cx="746653" cy="661035"/>
          </a:xfrm>
          <a:prstGeom prst="rect">
            <a:avLst/>
          </a:prstGeom>
          <a:solidFill>
            <a:schemeClr val="accent3"/>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solidFill>
                  <a:prstClr val="white"/>
                </a:solidFill>
                <a:latin typeface="Aptos" panose="020B0004020202020204" pitchFamily="34" charset="0"/>
                <a:cs typeface="Verdana" panose="020B0604030504040204" pitchFamily="34" charset="0"/>
              </a:rPr>
              <a:t>S</a:t>
            </a:r>
            <a:endParaRPr lang="en-CA" sz="3250" b="1" dirty="0">
              <a:solidFill>
                <a:prstClr val="white"/>
              </a:solidFill>
              <a:latin typeface="Aptos" panose="020B0004020202020204" pitchFamily="34" charset="0"/>
              <a:cs typeface="Verdana" panose="020B0604030504040204" pitchFamily="34" charset="0"/>
            </a:endParaRPr>
          </a:p>
        </p:txBody>
      </p:sp>
      <p:sp>
        <p:nvSpPr>
          <p:cNvPr id="17" name="Rectangle 16">
            <a:extLst>
              <a:ext uri="{FF2B5EF4-FFF2-40B4-BE49-F238E27FC236}">
                <a16:creationId xmlns:a16="http://schemas.microsoft.com/office/drawing/2014/main" id="{52085EE5-F994-40BE-B59E-C4A72DAA2201}"/>
              </a:ext>
            </a:extLst>
          </p:cNvPr>
          <p:cNvSpPr/>
          <p:nvPr/>
        </p:nvSpPr>
        <p:spPr bwMode="auto">
          <a:xfrm>
            <a:off x="4957277" y="1686366"/>
            <a:ext cx="746653" cy="661035"/>
          </a:xfrm>
          <a:prstGeom prst="rect">
            <a:avLst/>
          </a:prstGeom>
          <a:solidFill>
            <a:schemeClr val="accent6"/>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3250" b="1" dirty="0">
                <a:latin typeface="Aptos" panose="020B0004020202020204" pitchFamily="34" charset="0"/>
                <a:cs typeface="Verdana" panose="020B0604030504040204" pitchFamily="34" charset="0"/>
              </a:rPr>
              <a:t>J</a:t>
            </a:r>
            <a:endParaRPr lang="en-CA" sz="3250" b="1" dirty="0">
              <a:latin typeface="Aptos" panose="020B0004020202020204" pitchFamily="34" charset="0"/>
              <a:cs typeface="Verdana" panose="020B0604030504040204" pitchFamily="34" charset="0"/>
            </a:endParaRPr>
          </a:p>
        </p:txBody>
      </p:sp>
      <p:grpSp>
        <p:nvGrpSpPr>
          <p:cNvPr id="18" name="Group 17">
            <a:extLst>
              <a:ext uri="{FF2B5EF4-FFF2-40B4-BE49-F238E27FC236}">
                <a16:creationId xmlns:a16="http://schemas.microsoft.com/office/drawing/2014/main" id="{4B31C94A-E72F-426E-A595-CD6429E26F31}"/>
              </a:ext>
            </a:extLst>
          </p:cNvPr>
          <p:cNvGrpSpPr/>
          <p:nvPr/>
        </p:nvGrpSpPr>
        <p:grpSpPr>
          <a:xfrm>
            <a:off x="407591" y="2403755"/>
            <a:ext cx="9087738" cy="199107"/>
            <a:chOff x="511611" y="3808475"/>
            <a:chExt cx="8347075" cy="607160"/>
          </a:xfrm>
        </p:grpSpPr>
        <p:sp>
          <p:nvSpPr>
            <p:cNvPr id="19" name="Rectangle 18">
              <a:extLst>
                <a:ext uri="{FF2B5EF4-FFF2-40B4-BE49-F238E27FC236}">
                  <a16:creationId xmlns:a16="http://schemas.microsoft.com/office/drawing/2014/main" id="{A61FCF2D-FF02-4995-A0DD-18A7265B061B}"/>
                </a:ext>
              </a:extLst>
            </p:cNvPr>
            <p:cNvSpPr/>
            <p:nvPr/>
          </p:nvSpPr>
          <p:spPr bwMode="auto">
            <a:xfrm>
              <a:off x="511611" y="3808475"/>
              <a:ext cx="685800" cy="607160"/>
            </a:xfrm>
            <a:prstGeom prst="rect">
              <a:avLst/>
            </a:prstGeom>
            <a:solidFill>
              <a:schemeClr val="accent6">
                <a:lumMod val="20000"/>
                <a:lumOff val="8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err="1">
                  <a:solidFill>
                    <a:prstClr val="black"/>
                  </a:solidFill>
                  <a:latin typeface="Aptos" panose="020B0004020202020204" pitchFamily="34" charset="0"/>
                  <a:cs typeface="Verdana" panose="020B0604030504040204" pitchFamily="34" charset="0"/>
                </a:rPr>
                <a:t>January</a:t>
              </a:r>
              <a:endParaRPr lang="en-CA" sz="800" b="1" dirty="0">
                <a:solidFill>
                  <a:prstClr val="black"/>
                </a:solidFill>
                <a:latin typeface="Aptos" panose="020B0004020202020204" pitchFamily="34" charset="0"/>
                <a:cs typeface="Verdana" panose="020B0604030504040204" pitchFamily="34" charset="0"/>
              </a:endParaRPr>
            </a:p>
          </p:txBody>
        </p:sp>
        <p:sp>
          <p:nvSpPr>
            <p:cNvPr id="20" name="Rectangle 19">
              <a:extLst>
                <a:ext uri="{FF2B5EF4-FFF2-40B4-BE49-F238E27FC236}">
                  <a16:creationId xmlns:a16="http://schemas.microsoft.com/office/drawing/2014/main" id="{4362B04D-9F0A-4FE5-A220-4EF9E9CF6DBD}"/>
                </a:ext>
              </a:extLst>
            </p:cNvPr>
            <p:cNvSpPr/>
            <p:nvPr/>
          </p:nvSpPr>
          <p:spPr bwMode="auto">
            <a:xfrm>
              <a:off x="1904571" y="3808475"/>
              <a:ext cx="685800" cy="607160"/>
            </a:xfrm>
            <a:prstGeom prst="rect">
              <a:avLst/>
            </a:prstGeom>
            <a:solidFill>
              <a:schemeClr val="accent6">
                <a:lumMod val="40000"/>
                <a:lumOff val="6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a:solidFill>
                    <a:prstClr val="black"/>
                  </a:solidFill>
                  <a:latin typeface="Aptos" panose="020B0004020202020204" pitchFamily="34" charset="0"/>
                  <a:cs typeface="Verdana" panose="020B0604030504040204" pitchFamily="34" charset="0"/>
                </a:rPr>
                <a:t>March</a:t>
              </a:r>
              <a:endParaRPr lang="en-CA" sz="800" b="1" dirty="0">
                <a:solidFill>
                  <a:prstClr val="black"/>
                </a:solidFill>
                <a:latin typeface="Aptos" panose="020B0004020202020204" pitchFamily="34" charset="0"/>
                <a:cs typeface="Verdana" panose="020B0604030504040204" pitchFamily="34" charset="0"/>
              </a:endParaRPr>
            </a:p>
          </p:txBody>
        </p:sp>
        <p:sp>
          <p:nvSpPr>
            <p:cNvPr id="21" name="Rectangle 20">
              <a:extLst>
                <a:ext uri="{FF2B5EF4-FFF2-40B4-BE49-F238E27FC236}">
                  <a16:creationId xmlns:a16="http://schemas.microsoft.com/office/drawing/2014/main" id="{239F7596-59BD-4BB5-BFA9-97C29CF64D3B}"/>
                </a:ext>
              </a:extLst>
            </p:cNvPr>
            <p:cNvSpPr/>
            <p:nvPr/>
          </p:nvSpPr>
          <p:spPr bwMode="auto">
            <a:xfrm>
              <a:off x="2601051" y="3808475"/>
              <a:ext cx="685800" cy="607160"/>
            </a:xfrm>
            <a:prstGeom prst="rect">
              <a:avLst/>
            </a:prstGeom>
            <a:solidFill>
              <a:schemeClr val="accent6">
                <a:lumMod val="60000"/>
                <a:lumOff val="4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a:solidFill>
                    <a:prstClr val="black"/>
                  </a:solidFill>
                  <a:latin typeface="Aptos" panose="020B0004020202020204" pitchFamily="34" charset="0"/>
                  <a:cs typeface="Verdana" panose="020B0604030504040204" pitchFamily="34" charset="0"/>
                </a:rPr>
                <a:t>April</a:t>
              </a:r>
              <a:endParaRPr lang="en-CA" sz="800" b="1" dirty="0">
                <a:solidFill>
                  <a:prstClr val="black"/>
                </a:solidFill>
                <a:latin typeface="Aptos" panose="020B0004020202020204" pitchFamily="34" charset="0"/>
                <a:cs typeface="Verdana" panose="020B0604030504040204" pitchFamily="34" charset="0"/>
              </a:endParaRPr>
            </a:p>
          </p:txBody>
        </p:sp>
        <p:sp>
          <p:nvSpPr>
            <p:cNvPr id="22" name="Rectangle 21">
              <a:extLst>
                <a:ext uri="{FF2B5EF4-FFF2-40B4-BE49-F238E27FC236}">
                  <a16:creationId xmlns:a16="http://schemas.microsoft.com/office/drawing/2014/main" id="{8DFC34BB-E54B-486E-A965-91A24E156F86}"/>
                </a:ext>
              </a:extLst>
            </p:cNvPr>
            <p:cNvSpPr/>
            <p:nvPr/>
          </p:nvSpPr>
          <p:spPr bwMode="auto">
            <a:xfrm>
              <a:off x="5386971" y="3808475"/>
              <a:ext cx="685800" cy="607160"/>
            </a:xfrm>
            <a:prstGeom prst="rect">
              <a:avLst/>
            </a:prstGeom>
            <a:solidFill>
              <a:schemeClr val="accent6">
                <a:lumMod val="75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a:solidFill>
                    <a:prstClr val="white"/>
                  </a:solidFill>
                  <a:latin typeface="Aptos" panose="020B0004020202020204" pitchFamily="34" charset="0"/>
                  <a:cs typeface="Verdana" panose="020B0604030504040204" pitchFamily="34" charset="0"/>
                </a:rPr>
                <a:t>August</a:t>
              </a:r>
              <a:endParaRPr lang="en-CA" sz="800" b="1" dirty="0">
                <a:solidFill>
                  <a:prstClr val="white"/>
                </a:solidFill>
                <a:latin typeface="Aptos" panose="020B0004020202020204" pitchFamily="34" charset="0"/>
                <a:cs typeface="Verdana" panose="020B0604030504040204" pitchFamily="34" charset="0"/>
              </a:endParaRPr>
            </a:p>
          </p:txBody>
        </p:sp>
        <p:sp>
          <p:nvSpPr>
            <p:cNvPr id="23" name="Rectangle 22">
              <a:extLst>
                <a:ext uri="{FF2B5EF4-FFF2-40B4-BE49-F238E27FC236}">
                  <a16:creationId xmlns:a16="http://schemas.microsoft.com/office/drawing/2014/main" id="{1D872E99-A4F5-4B6C-89FF-5359D0A8F853}"/>
                </a:ext>
              </a:extLst>
            </p:cNvPr>
            <p:cNvSpPr/>
            <p:nvPr/>
          </p:nvSpPr>
          <p:spPr bwMode="auto">
            <a:xfrm>
              <a:off x="7476411" y="3808475"/>
              <a:ext cx="685800" cy="607160"/>
            </a:xfrm>
            <a:prstGeom prst="rect">
              <a:avLst/>
            </a:prstGeom>
            <a:solidFill>
              <a:schemeClr val="accent6">
                <a:lumMod val="5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err="1">
                  <a:solidFill>
                    <a:prstClr val="white"/>
                  </a:solidFill>
                  <a:latin typeface="Aptos" panose="020B0004020202020204" pitchFamily="34" charset="0"/>
                  <a:cs typeface="Verdana" panose="020B0604030504040204" pitchFamily="34" charset="0"/>
                </a:rPr>
                <a:t>November</a:t>
              </a:r>
              <a:endParaRPr lang="en-CA" sz="800" b="1" dirty="0">
                <a:solidFill>
                  <a:prstClr val="white"/>
                </a:solidFill>
                <a:latin typeface="Aptos" panose="020B0004020202020204" pitchFamily="34" charset="0"/>
                <a:cs typeface="Verdana" panose="020B0604030504040204" pitchFamily="34" charset="0"/>
              </a:endParaRPr>
            </a:p>
          </p:txBody>
        </p:sp>
        <p:sp>
          <p:nvSpPr>
            <p:cNvPr id="24" name="Rectangle 23">
              <a:extLst>
                <a:ext uri="{FF2B5EF4-FFF2-40B4-BE49-F238E27FC236}">
                  <a16:creationId xmlns:a16="http://schemas.microsoft.com/office/drawing/2014/main" id="{0016239C-6F3C-4551-B8ED-A72D6801BDD7}"/>
                </a:ext>
              </a:extLst>
            </p:cNvPr>
            <p:cNvSpPr/>
            <p:nvPr/>
          </p:nvSpPr>
          <p:spPr bwMode="auto">
            <a:xfrm>
              <a:off x="1208091" y="3808475"/>
              <a:ext cx="685800" cy="607160"/>
            </a:xfrm>
            <a:prstGeom prst="rect">
              <a:avLst/>
            </a:prstGeom>
            <a:solidFill>
              <a:schemeClr val="accent3">
                <a:lumMod val="20000"/>
                <a:lumOff val="8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err="1">
                  <a:solidFill>
                    <a:prstClr val="black"/>
                  </a:solidFill>
                  <a:latin typeface="Aptos" panose="020B0004020202020204" pitchFamily="34" charset="0"/>
                  <a:cs typeface="Verdana" panose="020B0604030504040204" pitchFamily="34" charset="0"/>
                </a:rPr>
                <a:t>February</a:t>
              </a:r>
              <a:endParaRPr lang="en-CA" sz="800" b="1" dirty="0">
                <a:solidFill>
                  <a:prstClr val="black"/>
                </a:solidFill>
                <a:latin typeface="Aptos" panose="020B0004020202020204" pitchFamily="34" charset="0"/>
                <a:cs typeface="Verdana" panose="020B0604030504040204" pitchFamily="34" charset="0"/>
              </a:endParaRPr>
            </a:p>
          </p:txBody>
        </p:sp>
        <p:sp>
          <p:nvSpPr>
            <p:cNvPr id="25" name="Rectangle 24">
              <a:extLst>
                <a:ext uri="{FF2B5EF4-FFF2-40B4-BE49-F238E27FC236}">
                  <a16:creationId xmlns:a16="http://schemas.microsoft.com/office/drawing/2014/main" id="{4DB9D80C-EFEA-4FC3-85E0-E7CA09F53621}"/>
                </a:ext>
              </a:extLst>
            </p:cNvPr>
            <p:cNvSpPr/>
            <p:nvPr/>
          </p:nvSpPr>
          <p:spPr bwMode="auto">
            <a:xfrm>
              <a:off x="3297531" y="3808475"/>
              <a:ext cx="685800" cy="607160"/>
            </a:xfrm>
            <a:prstGeom prst="rect">
              <a:avLst/>
            </a:prstGeom>
            <a:solidFill>
              <a:schemeClr val="accent3">
                <a:lumMod val="40000"/>
                <a:lumOff val="6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a:solidFill>
                    <a:prstClr val="black"/>
                  </a:solidFill>
                  <a:latin typeface="Aptos" panose="020B0004020202020204" pitchFamily="34" charset="0"/>
                  <a:cs typeface="Verdana" panose="020B0604030504040204" pitchFamily="34" charset="0"/>
                </a:rPr>
                <a:t>May</a:t>
              </a:r>
              <a:endParaRPr lang="en-CA" sz="800" b="1" dirty="0">
                <a:solidFill>
                  <a:prstClr val="black"/>
                </a:solidFill>
                <a:latin typeface="Aptos" panose="020B0004020202020204" pitchFamily="34" charset="0"/>
                <a:cs typeface="Verdana" panose="020B0604030504040204" pitchFamily="34" charset="0"/>
              </a:endParaRPr>
            </a:p>
          </p:txBody>
        </p:sp>
        <p:sp>
          <p:nvSpPr>
            <p:cNvPr id="26" name="Rectangle 25">
              <a:extLst>
                <a:ext uri="{FF2B5EF4-FFF2-40B4-BE49-F238E27FC236}">
                  <a16:creationId xmlns:a16="http://schemas.microsoft.com/office/drawing/2014/main" id="{FDD1005B-D668-43F3-A0A6-AEB0DB4D258E}"/>
                </a:ext>
              </a:extLst>
            </p:cNvPr>
            <p:cNvSpPr/>
            <p:nvPr/>
          </p:nvSpPr>
          <p:spPr bwMode="auto">
            <a:xfrm>
              <a:off x="3994011" y="3808475"/>
              <a:ext cx="685800" cy="607160"/>
            </a:xfrm>
            <a:prstGeom prst="rect">
              <a:avLst/>
            </a:prstGeom>
            <a:solidFill>
              <a:schemeClr val="accent2">
                <a:lumMod val="60000"/>
                <a:lumOff val="4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a:solidFill>
                    <a:prstClr val="black"/>
                  </a:solidFill>
                  <a:latin typeface="Aptos" panose="020B0004020202020204" pitchFamily="34" charset="0"/>
                  <a:cs typeface="Verdana" panose="020B0604030504040204" pitchFamily="34" charset="0"/>
                </a:rPr>
                <a:t>June</a:t>
              </a:r>
              <a:endParaRPr lang="en-CA" sz="800" b="1" dirty="0">
                <a:solidFill>
                  <a:prstClr val="black"/>
                </a:solidFill>
                <a:latin typeface="Aptos" panose="020B0004020202020204" pitchFamily="34" charset="0"/>
                <a:cs typeface="Verdana" panose="020B0604030504040204" pitchFamily="34" charset="0"/>
              </a:endParaRPr>
            </a:p>
          </p:txBody>
        </p:sp>
        <p:sp>
          <p:nvSpPr>
            <p:cNvPr id="27" name="Rectangle 26">
              <a:extLst>
                <a:ext uri="{FF2B5EF4-FFF2-40B4-BE49-F238E27FC236}">
                  <a16:creationId xmlns:a16="http://schemas.microsoft.com/office/drawing/2014/main" id="{7FF33371-40CA-4E28-9215-E5EA9A7C434A}"/>
                </a:ext>
              </a:extLst>
            </p:cNvPr>
            <p:cNvSpPr/>
            <p:nvPr/>
          </p:nvSpPr>
          <p:spPr bwMode="auto">
            <a:xfrm>
              <a:off x="6779931" y="3808475"/>
              <a:ext cx="685800" cy="607160"/>
            </a:xfrm>
            <a:prstGeom prst="rect">
              <a:avLst/>
            </a:prstGeom>
            <a:solidFill>
              <a:schemeClr val="accent3">
                <a:lumMod val="75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err="1">
                  <a:solidFill>
                    <a:prstClr val="white"/>
                  </a:solidFill>
                  <a:latin typeface="Aptos" panose="020B0004020202020204" pitchFamily="34" charset="0"/>
                  <a:cs typeface="Verdana" panose="020B0604030504040204" pitchFamily="34" charset="0"/>
                </a:rPr>
                <a:t>October</a:t>
              </a:r>
              <a:endParaRPr lang="en-CA" sz="800" b="1" dirty="0">
                <a:solidFill>
                  <a:prstClr val="white"/>
                </a:solidFill>
                <a:latin typeface="Aptos" panose="020B0004020202020204" pitchFamily="34" charset="0"/>
                <a:cs typeface="Verdana" panose="020B0604030504040204" pitchFamily="34" charset="0"/>
              </a:endParaRPr>
            </a:p>
          </p:txBody>
        </p:sp>
        <p:sp>
          <p:nvSpPr>
            <p:cNvPr id="28" name="Rectangle 27">
              <a:extLst>
                <a:ext uri="{FF2B5EF4-FFF2-40B4-BE49-F238E27FC236}">
                  <a16:creationId xmlns:a16="http://schemas.microsoft.com/office/drawing/2014/main" id="{AE5D016D-98FD-43BC-8976-030F8EC8E283}"/>
                </a:ext>
              </a:extLst>
            </p:cNvPr>
            <p:cNvSpPr/>
            <p:nvPr/>
          </p:nvSpPr>
          <p:spPr bwMode="auto">
            <a:xfrm>
              <a:off x="8172886" y="3808475"/>
              <a:ext cx="685800" cy="607160"/>
            </a:xfrm>
            <a:prstGeom prst="rect">
              <a:avLst/>
            </a:prstGeom>
            <a:solidFill>
              <a:schemeClr val="accent3">
                <a:lumMod val="50000"/>
              </a:schemeClr>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err="1">
                  <a:solidFill>
                    <a:prstClr val="white"/>
                  </a:solidFill>
                  <a:latin typeface="Aptos" panose="020B0004020202020204" pitchFamily="34" charset="0"/>
                  <a:cs typeface="Verdana" panose="020B0604030504040204" pitchFamily="34" charset="0"/>
                </a:rPr>
                <a:t>December</a:t>
              </a:r>
              <a:endParaRPr lang="en-CA" sz="800" b="1" dirty="0">
                <a:solidFill>
                  <a:prstClr val="white"/>
                </a:solidFill>
                <a:latin typeface="Aptos" panose="020B0004020202020204" pitchFamily="34" charset="0"/>
                <a:cs typeface="Verdana" panose="020B0604030504040204" pitchFamily="34" charset="0"/>
              </a:endParaRPr>
            </a:p>
          </p:txBody>
        </p:sp>
        <p:sp>
          <p:nvSpPr>
            <p:cNvPr id="29" name="Rectangle 28">
              <a:extLst>
                <a:ext uri="{FF2B5EF4-FFF2-40B4-BE49-F238E27FC236}">
                  <a16:creationId xmlns:a16="http://schemas.microsoft.com/office/drawing/2014/main" id="{8231B0A8-F4A9-41A6-8AAF-FEE747AE6964}"/>
                </a:ext>
              </a:extLst>
            </p:cNvPr>
            <p:cNvSpPr/>
            <p:nvPr/>
          </p:nvSpPr>
          <p:spPr bwMode="auto">
            <a:xfrm>
              <a:off x="6083451" y="3808475"/>
              <a:ext cx="685800" cy="607160"/>
            </a:xfrm>
            <a:prstGeom prst="rect">
              <a:avLst/>
            </a:prstGeom>
            <a:solidFill>
              <a:schemeClr val="accent3"/>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err="1">
                  <a:solidFill>
                    <a:prstClr val="white"/>
                  </a:solidFill>
                  <a:latin typeface="Aptos" panose="020B0004020202020204" pitchFamily="34" charset="0"/>
                  <a:cs typeface="Verdana" panose="020B0604030504040204" pitchFamily="34" charset="0"/>
                </a:rPr>
                <a:t>September</a:t>
              </a:r>
              <a:endParaRPr lang="en-CA" sz="800" b="1" dirty="0">
                <a:solidFill>
                  <a:prstClr val="white"/>
                </a:solidFill>
                <a:latin typeface="Aptos" panose="020B0004020202020204" pitchFamily="34" charset="0"/>
                <a:cs typeface="Verdana" panose="020B0604030504040204" pitchFamily="34" charset="0"/>
              </a:endParaRPr>
            </a:p>
          </p:txBody>
        </p:sp>
        <p:sp>
          <p:nvSpPr>
            <p:cNvPr id="30" name="Rectangle 29">
              <a:extLst>
                <a:ext uri="{FF2B5EF4-FFF2-40B4-BE49-F238E27FC236}">
                  <a16:creationId xmlns:a16="http://schemas.microsoft.com/office/drawing/2014/main" id="{33AA6147-F143-4047-996F-7AB6E5B87598}"/>
                </a:ext>
              </a:extLst>
            </p:cNvPr>
            <p:cNvSpPr/>
            <p:nvPr/>
          </p:nvSpPr>
          <p:spPr bwMode="auto">
            <a:xfrm>
              <a:off x="4690491" y="3808475"/>
              <a:ext cx="685800" cy="607160"/>
            </a:xfrm>
            <a:prstGeom prst="rect">
              <a:avLst/>
            </a:prstGeom>
            <a:solidFill>
              <a:schemeClr val="accent6"/>
            </a:solidFill>
            <a:ln w="6350" cap="flat" cmpd="sng" algn="ctr">
              <a:solidFill>
                <a:schemeClr val="bg1"/>
              </a:solidFill>
              <a:prstDash val="solid"/>
              <a:round/>
              <a:headEnd type="none" w="med" len="med"/>
              <a:tailEnd type="none" w="med" len="med"/>
            </a:ln>
            <a:effectLst/>
          </p:spPr>
          <p:txBody>
            <a:bodyPr vert="horz"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a:solidFill>
                    <a:prstClr val="white"/>
                  </a:solidFill>
                  <a:latin typeface="Aptos" panose="020B0004020202020204" pitchFamily="34" charset="0"/>
                  <a:cs typeface="Verdana" panose="020B0604030504040204" pitchFamily="34" charset="0"/>
                </a:rPr>
                <a:t>July</a:t>
              </a:r>
              <a:endParaRPr lang="en-CA" sz="800" b="1" dirty="0">
                <a:solidFill>
                  <a:prstClr val="white"/>
                </a:solidFill>
                <a:latin typeface="Aptos" panose="020B0004020202020204" pitchFamily="34" charset="0"/>
                <a:cs typeface="Verdana" panose="020B0604030504040204" pitchFamily="34" charset="0"/>
              </a:endParaRPr>
            </a:p>
          </p:txBody>
        </p:sp>
      </p:grpSp>
      <p:sp>
        <p:nvSpPr>
          <p:cNvPr id="31" name="Rectangle 30">
            <a:extLst>
              <a:ext uri="{FF2B5EF4-FFF2-40B4-BE49-F238E27FC236}">
                <a16:creationId xmlns:a16="http://schemas.microsoft.com/office/drawing/2014/main" id="{1B039851-5C71-4281-A48E-8859DFE03379}"/>
              </a:ext>
            </a:extLst>
          </p:cNvPr>
          <p:cNvSpPr/>
          <p:nvPr/>
        </p:nvSpPr>
        <p:spPr bwMode="auto">
          <a:xfrm>
            <a:off x="407592"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sp>
        <p:nvSpPr>
          <p:cNvPr id="32" name="Rectangle 31">
            <a:extLst>
              <a:ext uri="{FF2B5EF4-FFF2-40B4-BE49-F238E27FC236}">
                <a16:creationId xmlns:a16="http://schemas.microsoft.com/office/drawing/2014/main" id="{68591313-473F-4E38-AA32-CA7177970450}"/>
              </a:ext>
            </a:extLst>
          </p:cNvPr>
          <p:cNvSpPr/>
          <p:nvPr/>
        </p:nvSpPr>
        <p:spPr bwMode="auto">
          <a:xfrm>
            <a:off x="1924155"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sp>
        <p:nvSpPr>
          <p:cNvPr id="33" name="Rectangle 32">
            <a:extLst>
              <a:ext uri="{FF2B5EF4-FFF2-40B4-BE49-F238E27FC236}">
                <a16:creationId xmlns:a16="http://schemas.microsoft.com/office/drawing/2014/main" id="{F9487988-839F-4823-B474-9790632116AD}"/>
              </a:ext>
            </a:extLst>
          </p:cNvPr>
          <p:cNvSpPr/>
          <p:nvPr/>
        </p:nvSpPr>
        <p:spPr bwMode="auto">
          <a:xfrm>
            <a:off x="2682435"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sp>
        <p:nvSpPr>
          <p:cNvPr id="34" name="Rectangle 33">
            <a:extLst>
              <a:ext uri="{FF2B5EF4-FFF2-40B4-BE49-F238E27FC236}">
                <a16:creationId xmlns:a16="http://schemas.microsoft.com/office/drawing/2014/main" id="{2C11EBC3-AFE8-4D90-93AC-9535669CBE4B}"/>
              </a:ext>
            </a:extLst>
          </p:cNvPr>
          <p:cNvSpPr/>
          <p:nvPr/>
        </p:nvSpPr>
        <p:spPr bwMode="auto">
          <a:xfrm>
            <a:off x="5715558"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sp>
        <p:nvSpPr>
          <p:cNvPr id="35" name="Rectangle 34">
            <a:extLst>
              <a:ext uri="{FF2B5EF4-FFF2-40B4-BE49-F238E27FC236}">
                <a16:creationId xmlns:a16="http://schemas.microsoft.com/office/drawing/2014/main" id="{7CCEC4D5-B8E5-4874-A171-03C8C6C7BC8E}"/>
              </a:ext>
            </a:extLst>
          </p:cNvPr>
          <p:cNvSpPr/>
          <p:nvPr/>
        </p:nvSpPr>
        <p:spPr bwMode="auto">
          <a:xfrm>
            <a:off x="7990401"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sp>
        <p:nvSpPr>
          <p:cNvPr id="36" name="Rectangle 35">
            <a:extLst>
              <a:ext uri="{FF2B5EF4-FFF2-40B4-BE49-F238E27FC236}">
                <a16:creationId xmlns:a16="http://schemas.microsoft.com/office/drawing/2014/main" id="{B390FB4D-24AF-437C-8FDE-CEFBE70EF0F0}"/>
              </a:ext>
            </a:extLst>
          </p:cNvPr>
          <p:cNvSpPr/>
          <p:nvPr/>
        </p:nvSpPr>
        <p:spPr bwMode="auto">
          <a:xfrm>
            <a:off x="1165874"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sp>
        <p:nvSpPr>
          <p:cNvPr id="37" name="Rectangle 36">
            <a:extLst>
              <a:ext uri="{FF2B5EF4-FFF2-40B4-BE49-F238E27FC236}">
                <a16:creationId xmlns:a16="http://schemas.microsoft.com/office/drawing/2014/main" id="{44AE44EC-0895-4EA8-9E5B-501A338BE323}"/>
              </a:ext>
            </a:extLst>
          </p:cNvPr>
          <p:cNvSpPr/>
          <p:nvPr/>
        </p:nvSpPr>
        <p:spPr bwMode="auto">
          <a:xfrm>
            <a:off x="3440716"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sp>
        <p:nvSpPr>
          <p:cNvPr id="38" name="Rectangle 37">
            <a:extLst>
              <a:ext uri="{FF2B5EF4-FFF2-40B4-BE49-F238E27FC236}">
                <a16:creationId xmlns:a16="http://schemas.microsoft.com/office/drawing/2014/main" id="{388F5188-268D-4DED-9477-FD9EC81670A8}"/>
              </a:ext>
            </a:extLst>
          </p:cNvPr>
          <p:cNvSpPr/>
          <p:nvPr/>
        </p:nvSpPr>
        <p:spPr bwMode="auto">
          <a:xfrm>
            <a:off x="4198996"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sp>
        <p:nvSpPr>
          <p:cNvPr id="39" name="Rectangle 38">
            <a:extLst>
              <a:ext uri="{FF2B5EF4-FFF2-40B4-BE49-F238E27FC236}">
                <a16:creationId xmlns:a16="http://schemas.microsoft.com/office/drawing/2014/main" id="{7B18FA89-BCDB-4759-9124-DB571C89E7CF}"/>
              </a:ext>
            </a:extLst>
          </p:cNvPr>
          <p:cNvSpPr/>
          <p:nvPr/>
        </p:nvSpPr>
        <p:spPr bwMode="auto">
          <a:xfrm>
            <a:off x="7232120"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sp>
        <p:nvSpPr>
          <p:cNvPr id="40" name="Rectangle 39">
            <a:extLst>
              <a:ext uri="{FF2B5EF4-FFF2-40B4-BE49-F238E27FC236}">
                <a16:creationId xmlns:a16="http://schemas.microsoft.com/office/drawing/2014/main" id="{A2DE98EB-FDC3-497C-A030-ED199427F9C3}"/>
              </a:ext>
            </a:extLst>
          </p:cNvPr>
          <p:cNvSpPr/>
          <p:nvPr/>
        </p:nvSpPr>
        <p:spPr bwMode="auto">
          <a:xfrm>
            <a:off x="8748677"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fontAlgn="base">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sp>
        <p:nvSpPr>
          <p:cNvPr id="41" name="Rectangle 40">
            <a:extLst>
              <a:ext uri="{FF2B5EF4-FFF2-40B4-BE49-F238E27FC236}">
                <a16:creationId xmlns:a16="http://schemas.microsoft.com/office/drawing/2014/main" id="{9E094BC5-4774-4F21-9B44-2AFD7D98C682}"/>
              </a:ext>
            </a:extLst>
          </p:cNvPr>
          <p:cNvSpPr/>
          <p:nvPr/>
        </p:nvSpPr>
        <p:spPr bwMode="auto">
          <a:xfrm>
            <a:off x="6473839"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sp>
        <p:nvSpPr>
          <p:cNvPr id="42" name="Rectangle 41">
            <a:extLst>
              <a:ext uri="{FF2B5EF4-FFF2-40B4-BE49-F238E27FC236}">
                <a16:creationId xmlns:a16="http://schemas.microsoft.com/office/drawing/2014/main" id="{BC8245D8-57E9-41C7-BD8F-64F7A82EA5D6}"/>
              </a:ext>
            </a:extLst>
          </p:cNvPr>
          <p:cNvSpPr/>
          <p:nvPr/>
        </p:nvSpPr>
        <p:spPr bwMode="auto">
          <a:xfrm>
            <a:off x="4957277" y="2634510"/>
            <a:ext cx="746653" cy="1538313"/>
          </a:xfrm>
          <a:prstGeom prst="rect">
            <a:avLst/>
          </a:prstGeom>
          <a:solidFill>
            <a:schemeClr val="bg1"/>
          </a:solidFill>
          <a:ln w="6350" cap="flat" cmpd="sng" algn="ctr">
            <a:solidFill>
              <a:schemeClr val="bg1"/>
            </a:solidFill>
            <a:prstDash val="solid"/>
            <a:round/>
            <a:headEnd type="none" w="med" len="med"/>
            <a:tailEnd type="none" w="med" len="med"/>
          </a:ln>
          <a:effectLst/>
        </p:spPr>
        <p:txBody>
          <a:bodyPr vert="vert270" wrap="square" lIns="59436" tIns="59436" rIns="59436" bIns="59436" numCol="1" rtlCol="0" anchor="ctr" anchorCtr="0" compatLnSpc="1">
            <a:prstTxWarp prst="textNoShape">
              <a:avLst/>
            </a:prstTxWarp>
            <a:noAutofit/>
          </a:bodyPr>
          <a:lstStyle/>
          <a:p>
            <a:pPr algn="ctr" defTabSz="742969">
              <a:spcAft>
                <a:spcPts val="244"/>
              </a:spcAft>
              <a:defRPr/>
            </a:pPr>
            <a:r>
              <a:rPr lang="fr-CA" sz="800" b="1" dirty="0">
                <a:solidFill>
                  <a:prstClr val="black"/>
                </a:solidFill>
                <a:latin typeface="Aptos" panose="020B0004020202020204" pitchFamily="34" charset="0"/>
                <a:cs typeface="Verdana" panose="020B0604030504040204" pitchFamily="34" charset="0"/>
              </a:rPr>
              <a:t>TEXT</a:t>
            </a:r>
            <a:endParaRPr lang="en-CA" sz="800" b="1" dirty="0">
              <a:solidFill>
                <a:prstClr val="black"/>
              </a:solidFill>
              <a:latin typeface="Aptos" panose="020B0004020202020204" pitchFamily="34" charset="0"/>
              <a:cs typeface="Verdana" panose="020B0604030504040204" pitchFamily="34" charset="0"/>
            </a:endParaRPr>
          </a:p>
        </p:txBody>
      </p:sp>
      <p:cxnSp>
        <p:nvCxnSpPr>
          <p:cNvPr id="43" name="Straight Connector 42">
            <a:extLst>
              <a:ext uri="{FF2B5EF4-FFF2-40B4-BE49-F238E27FC236}">
                <a16:creationId xmlns:a16="http://schemas.microsoft.com/office/drawing/2014/main" id="{B01B9D58-2A9D-4B05-A525-C2971D8977F1}"/>
              </a:ext>
            </a:extLst>
          </p:cNvPr>
          <p:cNvCxnSpPr/>
          <p:nvPr/>
        </p:nvCxnSpPr>
        <p:spPr bwMode="auto">
          <a:xfrm>
            <a:off x="407591"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CC45A196-6C85-4629-834A-380C2FEEF9DD}"/>
              </a:ext>
            </a:extLst>
          </p:cNvPr>
          <p:cNvCxnSpPr/>
          <p:nvPr/>
        </p:nvCxnSpPr>
        <p:spPr bwMode="auto">
          <a:xfrm>
            <a:off x="1164903"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ABBD1A48-F65E-491F-A916-17ACA55E76AB}"/>
              </a:ext>
            </a:extLst>
          </p:cNvPr>
          <p:cNvCxnSpPr/>
          <p:nvPr/>
        </p:nvCxnSpPr>
        <p:spPr bwMode="auto">
          <a:xfrm>
            <a:off x="3436839"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C8F734A6-A993-49CD-88FF-47689800528F}"/>
              </a:ext>
            </a:extLst>
          </p:cNvPr>
          <p:cNvCxnSpPr/>
          <p:nvPr/>
        </p:nvCxnSpPr>
        <p:spPr bwMode="auto">
          <a:xfrm>
            <a:off x="4194151"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0D6C7FA8-DFE3-4861-8FD4-ACD8741D243A}"/>
              </a:ext>
            </a:extLst>
          </p:cNvPr>
          <p:cNvCxnSpPr/>
          <p:nvPr/>
        </p:nvCxnSpPr>
        <p:spPr bwMode="auto">
          <a:xfrm>
            <a:off x="4951463"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31B5798B-9099-4C1A-96D3-276FDEB20900}"/>
              </a:ext>
            </a:extLst>
          </p:cNvPr>
          <p:cNvCxnSpPr/>
          <p:nvPr/>
        </p:nvCxnSpPr>
        <p:spPr bwMode="auto">
          <a:xfrm>
            <a:off x="5708775"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E9EC3CDE-9BA9-48B7-8405-8AB7F9B749A1}"/>
              </a:ext>
            </a:extLst>
          </p:cNvPr>
          <p:cNvCxnSpPr/>
          <p:nvPr/>
        </p:nvCxnSpPr>
        <p:spPr bwMode="auto">
          <a:xfrm>
            <a:off x="6466087"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77CB0D51-7293-4C0B-A3D2-A1217278331E}"/>
              </a:ext>
            </a:extLst>
          </p:cNvPr>
          <p:cNvCxnSpPr/>
          <p:nvPr/>
        </p:nvCxnSpPr>
        <p:spPr bwMode="auto">
          <a:xfrm>
            <a:off x="7223399"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1F9A2A19-B740-4DCC-8424-0D2D090BD96D}"/>
              </a:ext>
            </a:extLst>
          </p:cNvPr>
          <p:cNvCxnSpPr/>
          <p:nvPr/>
        </p:nvCxnSpPr>
        <p:spPr bwMode="auto">
          <a:xfrm>
            <a:off x="7980711"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47324FCD-5B28-4C2A-B843-938A870A4457}"/>
              </a:ext>
            </a:extLst>
          </p:cNvPr>
          <p:cNvCxnSpPr/>
          <p:nvPr/>
        </p:nvCxnSpPr>
        <p:spPr bwMode="auto">
          <a:xfrm>
            <a:off x="8738022"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0164FF28-9368-416E-BFB9-97A25B58CDE3}"/>
              </a:ext>
            </a:extLst>
          </p:cNvPr>
          <p:cNvCxnSpPr/>
          <p:nvPr/>
        </p:nvCxnSpPr>
        <p:spPr bwMode="auto">
          <a:xfrm>
            <a:off x="9495329"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953D5C19-D6BB-43AA-B93A-437055F2C6A0}"/>
              </a:ext>
            </a:extLst>
          </p:cNvPr>
          <p:cNvCxnSpPr/>
          <p:nvPr/>
        </p:nvCxnSpPr>
        <p:spPr bwMode="auto">
          <a:xfrm>
            <a:off x="1922215"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C59ABC28-6FF8-49D7-A663-B6A26E99EC16}"/>
              </a:ext>
            </a:extLst>
          </p:cNvPr>
          <p:cNvCxnSpPr/>
          <p:nvPr/>
        </p:nvCxnSpPr>
        <p:spPr bwMode="auto">
          <a:xfrm>
            <a:off x="2679528" y="2685491"/>
            <a:ext cx="0" cy="1493307"/>
          </a:xfrm>
          <a:prstGeom prst="line">
            <a:avLst/>
          </a:prstGeom>
          <a:noFill/>
          <a:ln w="6350" cap="flat" cmpd="sng" algn="ctr">
            <a:solidFill>
              <a:schemeClr val="bg1">
                <a:lumMod val="50000"/>
              </a:schemeClr>
            </a:solidFill>
            <a:prstDash val="solid"/>
            <a:round/>
            <a:headEnd type="none" w="med" len="med"/>
            <a:tailEnd type="none" w="med" len="med"/>
          </a:ln>
          <a:effectLst/>
        </p:spPr>
      </p:cxnSp>
    </p:spTree>
    <p:extLst>
      <p:ext uri="{BB962C8B-B14F-4D97-AF65-F5344CB8AC3E}">
        <p14:creationId xmlns:p14="http://schemas.microsoft.com/office/powerpoint/2010/main" val="519813619"/>
      </p:ext>
    </p:extLst>
  </p:cSld>
  <p:clrMapOvr>
    <a:masterClrMapping/>
  </p:clrMapOvr>
  <p:transition>
    <p:fade/>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6BC53AEB-CDEA-4CE3-8D7D-25C70962317C}"/>
              </a:ext>
            </a:extLst>
          </p:cNvPr>
          <p:cNvGrpSpPr/>
          <p:nvPr/>
        </p:nvGrpSpPr>
        <p:grpSpPr>
          <a:xfrm>
            <a:off x="407592" y="1762776"/>
            <a:ext cx="8993425" cy="3468418"/>
            <a:chOff x="1965325" y="1266944"/>
            <a:chExt cx="7731158" cy="2981609"/>
          </a:xfrm>
        </p:grpSpPr>
        <p:sp>
          <p:nvSpPr>
            <p:cNvPr id="54" name="TextBox 53">
              <a:extLst>
                <a:ext uri="{FF2B5EF4-FFF2-40B4-BE49-F238E27FC236}">
                  <a16:creationId xmlns:a16="http://schemas.microsoft.com/office/drawing/2014/main" id="{6AC2497D-AB16-48D0-992C-2A19AF923380}"/>
                </a:ext>
              </a:extLst>
            </p:cNvPr>
            <p:cNvSpPr txBox="1"/>
            <p:nvPr/>
          </p:nvSpPr>
          <p:spPr>
            <a:xfrm>
              <a:off x="2113107" y="3928854"/>
              <a:ext cx="1371600" cy="319699"/>
            </a:xfrm>
            <a:prstGeom prst="rect">
              <a:avLst/>
            </a:prstGeom>
            <a:noFill/>
          </p:spPr>
          <p:txBody>
            <a:bodyPr wrap="square" lIns="0" tIns="0" rIns="0" bIns="0" rtlCol="0">
              <a:spAutoFit/>
            </a:bodyPr>
            <a:lstStyle/>
            <a:p>
              <a:pPr algn="ctr" defTabSz="742969">
                <a:spcBef>
                  <a:spcPts val="488"/>
                </a:spcBef>
                <a:buSzPct val="100000"/>
                <a:defRPr/>
              </a:pPr>
              <a:r>
                <a:rPr lang="en-US" sz="1000" b="1" dirty="0">
                  <a:solidFill>
                    <a:srgbClr val="313131"/>
                  </a:solidFill>
                  <a:latin typeface="Aptos" panose="020B0004020202020204" pitchFamily="34" charset="0"/>
                </a:rPr>
                <a:t>Title</a:t>
              </a:r>
              <a:r>
                <a:rPr lang="en-US" sz="1000" dirty="0">
                  <a:solidFill>
                    <a:srgbClr val="313131"/>
                  </a:solidFill>
                  <a:latin typeface="Aptos" panose="020B0004020202020204" pitchFamily="34" charset="0"/>
                </a:rPr>
                <a:t> </a:t>
              </a:r>
            </a:p>
            <a:p>
              <a:pPr algn="ctr" defTabSz="742969">
                <a:spcBef>
                  <a:spcPts val="488"/>
                </a:spcBef>
                <a:buSzPct val="100000"/>
                <a:defRPr/>
              </a:pPr>
              <a:r>
                <a:rPr lang="en-US" sz="1000" dirty="0">
                  <a:solidFill>
                    <a:srgbClr val="313131"/>
                  </a:solidFill>
                  <a:latin typeface="Aptos" panose="020B0004020202020204" pitchFamily="34" charset="0"/>
                </a:rPr>
                <a:t>Subtitle</a:t>
              </a:r>
            </a:p>
          </p:txBody>
        </p:sp>
        <p:sp>
          <p:nvSpPr>
            <p:cNvPr id="55" name="TextBox 54">
              <a:extLst>
                <a:ext uri="{FF2B5EF4-FFF2-40B4-BE49-F238E27FC236}">
                  <a16:creationId xmlns:a16="http://schemas.microsoft.com/office/drawing/2014/main" id="{81CED3A4-814F-41AB-B212-0011E502078E}"/>
                </a:ext>
              </a:extLst>
            </p:cNvPr>
            <p:cNvSpPr txBox="1"/>
            <p:nvPr/>
          </p:nvSpPr>
          <p:spPr>
            <a:xfrm>
              <a:off x="3629105" y="3928854"/>
              <a:ext cx="1406565" cy="319699"/>
            </a:xfrm>
            <a:prstGeom prst="rect">
              <a:avLst/>
            </a:prstGeom>
            <a:noFill/>
          </p:spPr>
          <p:txBody>
            <a:bodyPr wrap="square" lIns="0" tIns="0" rIns="0" bIns="0" rtlCol="0">
              <a:spAutoFit/>
            </a:bodyPr>
            <a:lstStyle/>
            <a:p>
              <a:pPr algn="ctr" defTabSz="742969">
                <a:spcBef>
                  <a:spcPts val="488"/>
                </a:spcBef>
                <a:buSzPct val="100000"/>
                <a:defRPr/>
              </a:pPr>
              <a:r>
                <a:rPr lang="en-US" sz="1000" b="1" dirty="0">
                  <a:solidFill>
                    <a:srgbClr val="313131"/>
                  </a:solidFill>
                  <a:latin typeface="Aptos" panose="020B0004020202020204" pitchFamily="34" charset="0"/>
                </a:rPr>
                <a:t>Title</a:t>
              </a:r>
              <a:r>
                <a:rPr lang="en-US" sz="1000" dirty="0">
                  <a:solidFill>
                    <a:srgbClr val="313131"/>
                  </a:solidFill>
                  <a:latin typeface="Aptos" panose="020B0004020202020204" pitchFamily="34" charset="0"/>
                </a:rPr>
                <a:t> </a:t>
              </a:r>
            </a:p>
            <a:p>
              <a:pPr algn="ctr" defTabSz="742969">
                <a:spcBef>
                  <a:spcPts val="488"/>
                </a:spcBef>
                <a:buSzPct val="100000"/>
                <a:defRPr/>
              </a:pPr>
              <a:r>
                <a:rPr lang="en-US" sz="1000" dirty="0">
                  <a:solidFill>
                    <a:srgbClr val="313131"/>
                  </a:solidFill>
                  <a:latin typeface="Aptos" panose="020B0004020202020204" pitchFamily="34" charset="0"/>
                </a:rPr>
                <a:t>Subtitle</a:t>
              </a:r>
            </a:p>
          </p:txBody>
        </p:sp>
        <p:sp>
          <p:nvSpPr>
            <p:cNvPr id="56" name="TextBox 55">
              <a:extLst>
                <a:ext uri="{FF2B5EF4-FFF2-40B4-BE49-F238E27FC236}">
                  <a16:creationId xmlns:a16="http://schemas.microsoft.com/office/drawing/2014/main" id="{A0087102-C978-4321-8494-773423685B82}"/>
                </a:ext>
              </a:extLst>
            </p:cNvPr>
            <p:cNvSpPr txBox="1"/>
            <p:nvPr/>
          </p:nvSpPr>
          <p:spPr>
            <a:xfrm>
              <a:off x="5145105" y="3928854"/>
              <a:ext cx="1371600" cy="319699"/>
            </a:xfrm>
            <a:prstGeom prst="rect">
              <a:avLst/>
            </a:prstGeom>
            <a:noFill/>
          </p:spPr>
          <p:txBody>
            <a:bodyPr wrap="square" lIns="0" tIns="0" rIns="0" bIns="0" rtlCol="0">
              <a:spAutoFit/>
            </a:bodyPr>
            <a:lstStyle/>
            <a:p>
              <a:pPr algn="ctr" defTabSz="742969">
                <a:spcBef>
                  <a:spcPts val="488"/>
                </a:spcBef>
                <a:buSzPct val="100000"/>
                <a:defRPr/>
              </a:pPr>
              <a:r>
                <a:rPr lang="en-US" sz="1000" b="1" dirty="0">
                  <a:solidFill>
                    <a:srgbClr val="313131"/>
                  </a:solidFill>
                  <a:latin typeface="Aptos" panose="020B0004020202020204" pitchFamily="34" charset="0"/>
                </a:rPr>
                <a:t>Title</a:t>
              </a:r>
              <a:r>
                <a:rPr lang="en-US" sz="1000" dirty="0">
                  <a:solidFill>
                    <a:srgbClr val="313131"/>
                  </a:solidFill>
                  <a:latin typeface="Aptos" panose="020B0004020202020204" pitchFamily="34" charset="0"/>
                </a:rPr>
                <a:t> </a:t>
              </a:r>
            </a:p>
            <a:p>
              <a:pPr algn="ctr" defTabSz="742969">
                <a:spcBef>
                  <a:spcPts val="488"/>
                </a:spcBef>
                <a:buSzPct val="100000"/>
                <a:defRPr/>
              </a:pPr>
              <a:r>
                <a:rPr lang="en-US" sz="1000" dirty="0">
                  <a:solidFill>
                    <a:srgbClr val="313131"/>
                  </a:solidFill>
                  <a:latin typeface="Aptos" panose="020B0004020202020204" pitchFamily="34" charset="0"/>
                </a:rPr>
                <a:t>Subtitle</a:t>
              </a:r>
            </a:p>
          </p:txBody>
        </p:sp>
        <p:sp>
          <p:nvSpPr>
            <p:cNvPr id="57" name="TextBox 56">
              <a:extLst>
                <a:ext uri="{FF2B5EF4-FFF2-40B4-BE49-F238E27FC236}">
                  <a16:creationId xmlns:a16="http://schemas.microsoft.com/office/drawing/2014/main" id="{8B6EDE1F-1737-4062-84D6-8D63805A2384}"/>
                </a:ext>
              </a:extLst>
            </p:cNvPr>
            <p:cNvSpPr txBox="1"/>
            <p:nvPr/>
          </p:nvSpPr>
          <p:spPr>
            <a:xfrm>
              <a:off x="6661103" y="3928854"/>
              <a:ext cx="1406569" cy="319699"/>
            </a:xfrm>
            <a:prstGeom prst="rect">
              <a:avLst/>
            </a:prstGeom>
            <a:noFill/>
          </p:spPr>
          <p:txBody>
            <a:bodyPr wrap="square" lIns="0" tIns="0" rIns="0" bIns="0" rtlCol="0">
              <a:spAutoFit/>
            </a:bodyPr>
            <a:lstStyle/>
            <a:p>
              <a:pPr algn="ctr" defTabSz="742969">
                <a:spcBef>
                  <a:spcPts val="488"/>
                </a:spcBef>
                <a:buSzPct val="100000"/>
                <a:defRPr/>
              </a:pPr>
              <a:r>
                <a:rPr lang="en-US" sz="1000" b="1" dirty="0">
                  <a:solidFill>
                    <a:srgbClr val="313131"/>
                  </a:solidFill>
                  <a:latin typeface="Aptos" panose="020B0004020202020204" pitchFamily="34" charset="0"/>
                </a:rPr>
                <a:t>Title</a:t>
              </a:r>
              <a:r>
                <a:rPr lang="en-US" sz="1000" dirty="0">
                  <a:solidFill>
                    <a:srgbClr val="313131"/>
                  </a:solidFill>
                  <a:latin typeface="Aptos" panose="020B0004020202020204" pitchFamily="34" charset="0"/>
                </a:rPr>
                <a:t> </a:t>
              </a:r>
            </a:p>
            <a:p>
              <a:pPr algn="ctr" defTabSz="742969">
                <a:spcBef>
                  <a:spcPts val="488"/>
                </a:spcBef>
                <a:buSzPct val="100000"/>
                <a:defRPr/>
              </a:pPr>
              <a:r>
                <a:rPr lang="en-US" sz="1000" dirty="0">
                  <a:solidFill>
                    <a:srgbClr val="313131"/>
                  </a:solidFill>
                  <a:latin typeface="Aptos" panose="020B0004020202020204" pitchFamily="34" charset="0"/>
                </a:rPr>
                <a:t>Subtitle</a:t>
              </a:r>
            </a:p>
          </p:txBody>
        </p:sp>
        <p:sp>
          <p:nvSpPr>
            <p:cNvPr id="58" name="TextBox 57">
              <a:extLst>
                <a:ext uri="{FF2B5EF4-FFF2-40B4-BE49-F238E27FC236}">
                  <a16:creationId xmlns:a16="http://schemas.microsoft.com/office/drawing/2014/main" id="{BE55EEB9-9CB4-40F8-9CC2-808A3851DC4D}"/>
                </a:ext>
              </a:extLst>
            </p:cNvPr>
            <p:cNvSpPr txBox="1"/>
            <p:nvPr/>
          </p:nvSpPr>
          <p:spPr>
            <a:xfrm>
              <a:off x="8177103" y="3928854"/>
              <a:ext cx="1371600" cy="319699"/>
            </a:xfrm>
            <a:prstGeom prst="rect">
              <a:avLst/>
            </a:prstGeom>
            <a:noFill/>
          </p:spPr>
          <p:txBody>
            <a:bodyPr wrap="square" lIns="0" tIns="0" rIns="0" bIns="0" rtlCol="0">
              <a:spAutoFit/>
            </a:bodyPr>
            <a:lstStyle/>
            <a:p>
              <a:pPr algn="ctr" defTabSz="742969">
                <a:spcBef>
                  <a:spcPts val="488"/>
                </a:spcBef>
                <a:buSzPct val="100000"/>
                <a:defRPr/>
              </a:pPr>
              <a:r>
                <a:rPr lang="en-US" sz="1000" b="1" dirty="0">
                  <a:solidFill>
                    <a:srgbClr val="313131"/>
                  </a:solidFill>
                  <a:latin typeface="Aptos" panose="020B0004020202020204" pitchFamily="34" charset="0"/>
                </a:rPr>
                <a:t>Title</a:t>
              </a:r>
              <a:r>
                <a:rPr lang="en-US" sz="1000" dirty="0">
                  <a:solidFill>
                    <a:srgbClr val="313131"/>
                  </a:solidFill>
                  <a:latin typeface="Aptos" panose="020B0004020202020204" pitchFamily="34" charset="0"/>
                </a:rPr>
                <a:t> </a:t>
              </a:r>
            </a:p>
            <a:p>
              <a:pPr algn="ctr" defTabSz="742969">
                <a:spcBef>
                  <a:spcPts val="488"/>
                </a:spcBef>
                <a:buSzPct val="100000"/>
                <a:defRPr/>
              </a:pPr>
              <a:r>
                <a:rPr lang="en-US" sz="1000" dirty="0">
                  <a:solidFill>
                    <a:srgbClr val="313131"/>
                  </a:solidFill>
                  <a:latin typeface="Aptos" panose="020B0004020202020204" pitchFamily="34" charset="0"/>
                </a:rPr>
                <a:t>Subtitle</a:t>
              </a:r>
            </a:p>
          </p:txBody>
        </p:sp>
        <p:grpSp>
          <p:nvGrpSpPr>
            <p:cNvPr id="59" name="Group 58">
              <a:extLst>
                <a:ext uri="{FF2B5EF4-FFF2-40B4-BE49-F238E27FC236}">
                  <a16:creationId xmlns:a16="http://schemas.microsoft.com/office/drawing/2014/main" id="{B87B4D29-7BCE-4C71-A091-42718D645DD4}"/>
                </a:ext>
              </a:extLst>
            </p:cNvPr>
            <p:cNvGrpSpPr/>
            <p:nvPr/>
          </p:nvGrpSpPr>
          <p:grpSpPr>
            <a:xfrm>
              <a:off x="1965325" y="1266944"/>
              <a:ext cx="7731158" cy="2394187"/>
              <a:chOff x="1965325" y="1266944"/>
              <a:chExt cx="7731158" cy="2394187"/>
            </a:xfrm>
          </p:grpSpPr>
          <p:grpSp>
            <p:nvGrpSpPr>
              <p:cNvPr id="60" name="Group 59">
                <a:extLst>
                  <a:ext uri="{FF2B5EF4-FFF2-40B4-BE49-F238E27FC236}">
                    <a16:creationId xmlns:a16="http://schemas.microsoft.com/office/drawing/2014/main" id="{D4871B81-DDE8-4D3C-9A08-C2782A8A77ED}"/>
                  </a:ext>
                </a:extLst>
              </p:cNvPr>
              <p:cNvGrpSpPr/>
              <p:nvPr/>
            </p:nvGrpSpPr>
            <p:grpSpPr>
              <a:xfrm>
                <a:off x="1965325" y="1266944"/>
                <a:ext cx="7731158" cy="2394187"/>
                <a:chOff x="1117600" y="1958738"/>
                <a:chExt cx="7731158" cy="2394187"/>
              </a:xfrm>
            </p:grpSpPr>
            <p:sp>
              <p:nvSpPr>
                <p:cNvPr id="86" name="Arc 85">
                  <a:extLst>
                    <a:ext uri="{FF2B5EF4-FFF2-40B4-BE49-F238E27FC236}">
                      <a16:creationId xmlns:a16="http://schemas.microsoft.com/office/drawing/2014/main" id="{A9988BF7-13B7-482D-8CCB-5D80E6FE7E70}"/>
                    </a:ext>
                  </a:extLst>
                </p:cNvPr>
                <p:cNvSpPr/>
                <p:nvPr/>
              </p:nvSpPr>
              <p:spPr>
                <a:xfrm rot="5074366">
                  <a:off x="4147288" y="1958739"/>
                  <a:ext cx="1671782" cy="1671782"/>
                </a:xfrm>
                <a:prstGeom prst="arc">
                  <a:avLst>
                    <a:gd name="adj1" fmla="val 7056037"/>
                    <a:gd name="adj2" fmla="val 14055003"/>
                  </a:avLst>
                </a:prstGeom>
                <a:solidFill>
                  <a:schemeClr val="bg1"/>
                </a:solidFill>
                <a:ln w="9525" cmpd="sng">
                  <a:solidFill>
                    <a:schemeClr val="bg1">
                      <a:lumMod val="65000"/>
                    </a:schemeClr>
                  </a:solidFill>
                  <a:headEnd type="none"/>
                  <a:tailEnd type="arrow" w="lg" len="lg"/>
                </a:ln>
                <a:effectLst/>
              </p:spPr>
              <p:style>
                <a:lnRef idx="2">
                  <a:schemeClr val="accent1"/>
                </a:lnRef>
                <a:fillRef idx="0">
                  <a:schemeClr val="accent1"/>
                </a:fillRef>
                <a:effectRef idx="1">
                  <a:schemeClr val="accent1"/>
                </a:effectRef>
                <a:fontRef idx="minor">
                  <a:schemeClr val="tx1"/>
                </a:fontRef>
              </p:style>
              <p:txBody>
                <a:bodyPr lIns="99058" tIns="49528" rIns="99058" bIns="49528" rtlCol="0" anchor="ctr"/>
                <a:lstStyle/>
                <a:p>
                  <a:pPr algn="ctr" defTabSz="742969">
                    <a:defRPr/>
                  </a:pPr>
                  <a:endParaRPr lang="en-US" sz="1000" dirty="0">
                    <a:solidFill>
                      <a:srgbClr val="5C5C5C"/>
                    </a:solidFill>
                    <a:latin typeface="Aptos" panose="020B0004020202020204" pitchFamily="34" charset="0"/>
                  </a:endParaRPr>
                </a:p>
              </p:txBody>
            </p:sp>
            <p:sp>
              <p:nvSpPr>
                <p:cNvPr id="87" name="Arc 86">
                  <a:extLst>
                    <a:ext uri="{FF2B5EF4-FFF2-40B4-BE49-F238E27FC236}">
                      <a16:creationId xmlns:a16="http://schemas.microsoft.com/office/drawing/2014/main" id="{423391DB-20EF-4CCC-AF24-FD78F49EF3C9}"/>
                    </a:ext>
                  </a:extLst>
                </p:cNvPr>
                <p:cNvSpPr/>
                <p:nvPr/>
              </p:nvSpPr>
              <p:spPr>
                <a:xfrm rot="5074366">
                  <a:off x="5672895" y="1958739"/>
                  <a:ext cx="1671782" cy="1671782"/>
                </a:xfrm>
                <a:prstGeom prst="arc">
                  <a:avLst>
                    <a:gd name="adj1" fmla="val 7056037"/>
                    <a:gd name="adj2" fmla="val 14055003"/>
                  </a:avLst>
                </a:prstGeom>
                <a:solidFill>
                  <a:schemeClr val="bg1"/>
                </a:solidFill>
                <a:ln w="9525" cmpd="sng">
                  <a:solidFill>
                    <a:schemeClr val="bg1">
                      <a:lumMod val="65000"/>
                    </a:schemeClr>
                  </a:solidFill>
                  <a:headEnd type="none"/>
                  <a:tailEnd type="arrow" w="lg" len="lg"/>
                </a:ln>
                <a:effectLst/>
              </p:spPr>
              <p:style>
                <a:lnRef idx="2">
                  <a:schemeClr val="accent1"/>
                </a:lnRef>
                <a:fillRef idx="0">
                  <a:schemeClr val="accent1"/>
                </a:fillRef>
                <a:effectRef idx="1">
                  <a:schemeClr val="accent1"/>
                </a:effectRef>
                <a:fontRef idx="minor">
                  <a:schemeClr val="tx1"/>
                </a:fontRef>
              </p:style>
              <p:txBody>
                <a:bodyPr lIns="99058" tIns="49528" rIns="99058" bIns="49528" rtlCol="0" anchor="ctr"/>
                <a:lstStyle/>
                <a:p>
                  <a:pPr algn="ctr" defTabSz="742969">
                    <a:defRPr/>
                  </a:pPr>
                  <a:endParaRPr lang="en-US" sz="1000" dirty="0">
                    <a:solidFill>
                      <a:srgbClr val="5C5C5C"/>
                    </a:solidFill>
                    <a:latin typeface="Aptos" panose="020B0004020202020204" pitchFamily="34" charset="0"/>
                  </a:endParaRPr>
                </a:p>
              </p:txBody>
            </p:sp>
            <p:sp>
              <p:nvSpPr>
                <p:cNvPr id="88" name="Arc 87">
                  <a:extLst>
                    <a:ext uri="{FF2B5EF4-FFF2-40B4-BE49-F238E27FC236}">
                      <a16:creationId xmlns:a16="http://schemas.microsoft.com/office/drawing/2014/main" id="{FDB30B88-4465-4911-A835-4F6DA69545E1}"/>
                    </a:ext>
                  </a:extLst>
                </p:cNvPr>
                <p:cNvSpPr/>
                <p:nvPr/>
              </p:nvSpPr>
              <p:spPr>
                <a:xfrm rot="5074366">
                  <a:off x="7176976" y="1958738"/>
                  <a:ext cx="1671782" cy="1671782"/>
                </a:xfrm>
                <a:prstGeom prst="arc">
                  <a:avLst>
                    <a:gd name="adj1" fmla="val 7056037"/>
                    <a:gd name="adj2" fmla="val 4037342"/>
                  </a:avLst>
                </a:prstGeom>
                <a:solidFill>
                  <a:schemeClr val="bg1"/>
                </a:solidFill>
                <a:ln w="9525" cmpd="sng">
                  <a:solidFill>
                    <a:schemeClr val="bg1">
                      <a:lumMod val="65000"/>
                    </a:schemeClr>
                  </a:solidFill>
                  <a:headEnd type="none"/>
                  <a:tailEnd type="none" w="lg" len="lg"/>
                </a:ln>
                <a:effectLst/>
              </p:spPr>
              <p:style>
                <a:lnRef idx="2">
                  <a:schemeClr val="accent1"/>
                </a:lnRef>
                <a:fillRef idx="0">
                  <a:schemeClr val="accent1"/>
                </a:fillRef>
                <a:effectRef idx="1">
                  <a:schemeClr val="accent1"/>
                </a:effectRef>
                <a:fontRef idx="minor">
                  <a:schemeClr val="tx1"/>
                </a:fontRef>
              </p:style>
              <p:txBody>
                <a:bodyPr lIns="99058" tIns="49528" rIns="99058" bIns="49528" rtlCol="0" anchor="ctr"/>
                <a:lstStyle/>
                <a:p>
                  <a:pPr algn="ctr" defTabSz="742969">
                    <a:defRPr/>
                  </a:pPr>
                  <a:endParaRPr lang="en-US" sz="1000" dirty="0">
                    <a:solidFill>
                      <a:srgbClr val="5C5C5C"/>
                    </a:solidFill>
                    <a:latin typeface="Aptos" panose="020B0004020202020204" pitchFamily="34" charset="0"/>
                  </a:endParaRPr>
                </a:p>
              </p:txBody>
            </p:sp>
            <p:sp>
              <p:nvSpPr>
                <p:cNvPr id="89" name="Arc 88">
                  <a:extLst>
                    <a:ext uri="{FF2B5EF4-FFF2-40B4-BE49-F238E27FC236}">
                      <a16:creationId xmlns:a16="http://schemas.microsoft.com/office/drawing/2014/main" id="{440070C4-0BF5-4D67-BCF6-89634CC4ACD0}"/>
                    </a:ext>
                  </a:extLst>
                </p:cNvPr>
                <p:cNvSpPr/>
                <p:nvPr/>
              </p:nvSpPr>
              <p:spPr>
                <a:xfrm rot="5074366">
                  <a:off x="2632445" y="1958739"/>
                  <a:ext cx="1671782" cy="1671782"/>
                </a:xfrm>
                <a:prstGeom prst="arc">
                  <a:avLst>
                    <a:gd name="adj1" fmla="val 7056037"/>
                    <a:gd name="adj2" fmla="val 14055003"/>
                  </a:avLst>
                </a:prstGeom>
                <a:solidFill>
                  <a:schemeClr val="bg1"/>
                </a:solidFill>
                <a:ln w="9525" cmpd="sng">
                  <a:solidFill>
                    <a:schemeClr val="bg1">
                      <a:lumMod val="65000"/>
                    </a:schemeClr>
                  </a:solidFill>
                  <a:headEnd type="none"/>
                  <a:tailEnd type="arrow" w="lg" len="lg"/>
                </a:ln>
                <a:effectLst/>
              </p:spPr>
              <p:style>
                <a:lnRef idx="2">
                  <a:schemeClr val="accent1"/>
                </a:lnRef>
                <a:fillRef idx="0">
                  <a:schemeClr val="accent1"/>
                </a:fillRef>
                <a:effectRef idx="1">
                  <a:schemeClr val="accent1"/>
                </a:effectRef>
                <a:fontRef idx="minor">
                  <a:schemeClr val="tx1"/>
                </a:fontRef>
              </p:style>
              <p:txBody>
                <a:bodyPr lIns="99058" tIns="49528" rIns="99058" bIns="49528" rtlCol="0" anchor="ctr"/>
                <a:lstStyle/>
                <a:p>
                  <a:pPr algn="ctr" defTabSz="742969">
                    <a:defRPr/>
                  </a:pPr>
                  <a:endParaRPr lang="en-US" sz="1000" dirty="0">
                    <a:solidFill>
                      <a:srgbClr val="5C5C5C"/>
                    </a:solidFill>
                    <a:latin typeface="Aptos" panose="020B0004020202020204" pitchFamily="34" charset="0"/>
                  </a:endParaRPr>
                </a:p>
              </p:txBody>
            </p:sp>
            <p:sp>
              <p:nvSpPr>
                <p:cNvPr id="90" name="Arc 89">
                  <a:extLst>
                    <a:ext uri="{FF2B5EF4-FFF2-40B4-BE49-F238E27FC236}">
                      <a16:creationId xmlns:a16="http://schemas.microsoft.com/office/drawing/2014/main" id="{F434D2D5-C4D5-491F-B5FF-C48269B6AD11}"/>
                    </a:ext>
                  </a:extLst>
                </p:cNvPr>
                <p:cNvSpPr/>
                <p:nvPr/>
              </p:nvSpPr>
              <p:spPr>
                <a:xfrm rot="5074366">
                  <a:off x="2632445" y="1958739"/>
                  <a:ext cx="1671782" cy="1671782"/>
                </a:xfrm>
                <a:prstGeom prst="arc">
                  <a:avLst>
                    <a:gd name="adj1" fmla="val 17745980"/>
                    <a:gd name="adj2" fmla="val 4121998"/>
                  </a:avLst>
                </a:prstGeom>
                <a:solidFill>
                  <a:schemeClr val="bg1"/>
                </a:solidFill>
                <a:ln w="9525" cmpd="sng">
                  <a:solidFill>
                    <a:schemeClr val="bg1">
                      <a:lumMod val="65000"/>
                    </a:schemeClr>
                  </a:solidFill>
                  <a:headEnd type="none"/>
                  <a:tailEnd type="none" w="lg" len="lg"/>
                </a:ln>
                <a:effectLst/>
              </p:spPr>
              <p:style>
                <a:lnRef idx="2">
                  <a:schemeClr val="accent1"/>
                </a:lnRef>
                <a:fillRef idx="0">
                  <a:schemeClr val="accent1"/>
                </a:fillRef>
                <a:effectRef idx="1">
                  <a:schemeClr val="accent1"/>
                </a:effectRef>
                <a:fontRef idx="minor">
                  <a:schemeClr val="tx1"/>
                </a:fontRef>
              </p:style>
              <p:txBody>
                <a:bodyPr lIns="99058" tIns="49528" rIns="99058" bIns="49528" rtlCol="0" anchor="ctr"/>
                <a:lstStyle/>
                <a:p>
                  <a:pPr algn="ctr" defTabSz="742969">
                    <a:defRPr/>
                  </a:pPr>
                  <a:endParaRPr lang="en-US" sz="1000">
                    <a:solidFill>
                      <a:srgbClr val="5C5C5C"/>
                    </a:solidFill>
                    <a:latin typeface="Aptos" panose="020B0004020202020204" pitchFamily="34" charset="0"/>
                  </a:endParaRPr>
                </a:p>
              </p:txBody>
            </p:sp>
            <p:sp>
              <p:nvSpPr>
                <p:cNvPr id="91" name="Oval 90">
                  <a:extLst>
                    <a:ext uri="{FF2B5EF4-FFF2-40B4-BE49-F238E27FC236}">
                      <a16:creationId xmlns:a16="http://schemas.microsoft.com/office/drawing/2014/main" id="{57C6F2E5-E3B4-49F9-877C-1E6F7FFEFEF6}"/>
                    </a:ext>
                  </a:extLst>
                </p:cNvPr>
                <p:cNvSpPr/>
                <p:nvPr/>
              </p:nvSpPr>
              <p:spPr bwMode="gray">
                <a:xfrm>
                  <a:off x="2784845" y="2111139"/>
                  <a:ext cx="1366982" cy="1366982"/>
                </a:xfrm>
                <a:prstGeom prst="ellipse">
                  <a:avLst/>
                </a:prstGeom>
                <a:solidFill>
                  <a:srgbClr val="046A38"/>
                </a:solidFill>
                <a:ln w="120650" algn="ctr">
                  <a:solidFill>
                    <a:schemeClr val="bg2">
                      <a:alpha val="62000"/>
                    </a:schemeClr>
                  </a:solidFill>
                  <a:miter lim="800000"/>
                  <a:headEnd/>
                  <a:tailEnd/>
                </a:ln>
              </p:spPr>
              <p:txBody>
                <a:bodyPr wrap="square" lIns="72231" tIns="72231" rIns="72231" bIns="72231" rtlCol="0" anchor="ctr"/>
                <a:lstStyle/>
                <a:p>
                  <a:pPr algn="ctr" defTabSz="742969">
                    <a:lnSpc>
                      <a:spcPct val="106000"/>
                    </a:lnSpc>
                    <a:defRPr/>
                  </a:pPr>
                  <a:endParaRPr lang="en-US" sz="1000" b="1" dirty="0">
                    <a:solidFill>
                      <a:prstClr val="white"/>
                    </a:solidFill>
                    <a:latin typeface="Aptos" panose="020B0004020202020204" pitchFamily="34" charset="0"/>
                  </a:endParaRPr>
                </a:p>
              </p:txBody>
            </p:sp>
            <p:sp>
              <p:nvSpPr>
                <p:cNvPr id="92" name="Arc 91">
                  <a:extLst>
                    <a:ext uri="{FF2B5EF4-FFF2-40B4-BE49-F238E27FC236}">
                      <a16:creationId xmlns:a16="http://schemas.microsoft.com/office/drawing/2014/main" id="{47A8F02E-27E1-4F04-ACCE-5F4987F401A9}"/>
                    </a:ext>
                  </a:extLst>
                </p:cNvPr>
                <p:cNvSpPr/>
                <p:nvPr/>
              </p:nvSpPr>
              <p:spPr>
                <a:xfrm rot="5074366">
                  <a:off x="1117600" y="1958739"/>
                  <a:ext cx="1671782" cy="1671782"/>
                </a:xfrm>
                <a:prstGeom prst="arc">
                  <a:avLst>
                    <a:gd name="adj1" fmla="val 17745980"/>
                    <a:gd name="adj2" fmla="val 14055003"/>
                  </a:avLst>
                </a:prstGeom>
                <a:solidFill>
                  <a:schemeClr val="bg1"/>
                </a:solidFill>
                <a:ln w="9525" cmpd="sng">
                  <a:solidFill>
                    <a:schemeClr val="bg1">
                      <a:lumMod val="65000"/>
                    </a:schemeClr>
                  </a:solidFill>
                  <a:headEnd type="none"/>
                  <a:tailEnd type="arrow" w="lg" len="lg"/>
                </a:ln>
                <a:effectLst/>
              </p:spPr>
              <p:style>
                <a:lnRef idx="2">
                  <a:schemeClr val="accent1"/>
                </a:lnRef>
                <a:fillRef idx="0">
                  <a:schemeClr val="accent1"/>
                </a:fillRef>
                <a:effectRef idx="1">
                  <a:schemeClr val="accent1"/>
                </a:effectRef>
                <a:fontRef idx="minor">
                  <a:schemeClr val="tx1"/>
                </a:fontRef>
              </p:style>
              <p:txBody>
                <a:bodyPr lIns="99058" tIns="49528" rIns="99058" bIns="49528" rtlCol="0" anchor="ctr"/>
                <a:lstStyle/>
                <a:p>
                  <a:pPr algn="ctr" defTabSz="742969">
                    <a:defRPr/>
                  </a:pPr>
                  <a:endParaRPr lang="en-US" sz="1000" dirty="0">
                    <a:solidFill>
                      <a:srgbClr val="5C5C5C"/>
                    </a:solidFill>
                    <a:latin typeface="Aptos" panose="020B0004020202020204" pitchFamily="34" charset="0"/>
                  </a:endParaRPr>
                </a:p>
              </p:txBody>
            </p:sp>
            <p:sp>
              <p:nvSpPr>
                <p:cNvPr id="93" name="Oval 92">
                  <a:extLst>
                    <a:ext uri="{FF2B5EF4-FFF2-40B4-BE49-F238E27FC236}">
                      <a16:creationId xmlns:a16="http://schemas.microsoft.com/office/drawing/2014/main" id="{AB55DD9B-9155-49FC-B5F8-911490E9CBC9}"/>
                    </a:ext>
                  </a:extLst>
                </p:cNvPr>
                <p:cNvSpPr/>
                <p:nvPr/>
              </p:nvSpPr>
              <p:spPr bwMode="gray">
                <a:xfrm>
                  <a:off x="1270000" y="2111139"/>
                  <a:ext cx="1366982" cy="1366982"/>
                </a:xfrm>
                <a:prstGeom prst="ellipse">
                  <a:avLst/>
                </a:prstGeom>
                <a:solidFill>
                  <a:schemeClr val="accent1"/>
                </a:solidFill>
                <a:ln w="120650" algn="ctr">
                  <a:solidFill>
                    <a:schemeClr val="bg2">
                      <a:alpha val="62000"/>
                    </a:schemeClr>
                  </a:solidFill>
                  <a:miter lim="800000"/>
                  <a:headEnd/>
                  <a:tailEnd/>
                </a:ln>
              </p:spPr>
              <p:txBody>
                <a:bodyPr wrap="square" lIns="72231" tIns="72231" rIns="72231" bIns="72231" rtlCol="0" anchor="ctr"/>
                <a:lstStyle/>
                <a:p>
                  <a:pPr algn="ctr" defTabSz="742969">
                    <a:lnSpc>
                      <a:spcPct val="106000"/>
                    </a:lnSpc>
                    <a:defRPr/>
                  </a:pPr>
                  <a:endParaRPr lang="en-US" sz="1000" b="1" dirty="0">
                    <a:solidFill>
                      <a:prstClr val="white"/>
                    </a:solidFill>
                    <a:latin typeface="Aptos" panose="020B0004020202020204" pitchFamily="34" charset="0"/>
                  </a:endParaRPr>
                </a:p>
              </p:txBody>
            </p:sp>
            <p:sp>
              <p:nvSpPr>
                <p:cNvPr id="94" name="Arc 93">
                  <a:extLst>
                    <a:ext uri="{FF2B5EF4-FFF2-40B4-BE49-F238E27FC236}">
                      <a16:creationId xmlns:a16="http://schemas.microsoft.com/office/drawing/2014/main" id="{245A4ADC-7C88-4B34-93D0-E3F566538F8F}"/>
                    </a:ext>
                  </a:extLst>
                </p:cNvPr>
                <p:cNvSpPr/>
                <p:nvPr/>
              </p:nvSpPr>
              <p:spPr>
                <a:xfrm rot="5074366">
                  <a:off x="4147289" y="1958739"/>
                  <a:ext cx="1671782" cy="1671782"/>
                </a:xfrm>
                <a:prstGeom prst="arc">
                  <a:avLst>
                    <a:gd name="adj1" fmla="val 17745980"/>
                    <a:gd name="adj2" fmla="val 4106414"/>
                  </a:avLst>
                </a:prstGeom>
                <a:solidFill>
                  <a:schemeClr val="bg1"/>
                </a:solidFill>
                <a:ln w="9525" cmpd="sng">
                  <a:solidFill>
                    <a:schemeClr val="bg1">
                      <a:lumMod val="65000"/>
                    </a:schemeClr>
                  </a:solidFill>
                  <a:headEnd type="none"/>
                  <a:tailEnd type="none" w="lg" len="lg"/>
                </a:ln>
                <a:effectLst/>
              </p:spPr>
              <p:style>
                <a:lnRef idx="2">
                  <a:schemeClr val="accent1"/>
                </a:lnRef>
                <a:fillRef idx="0">
                  <a:schemeClr val="accent1"/>
                </a:fillRef>
                <a:effectRef idx="1">
                  <a:schemeClr val="accent1"/>
                </a:effectRef>
                <a:fontRef idx="minor">
                  <a:schemeClr val="tx1"/>
                </a:fontRef>
              </p:style>
              <p:txBody>
                <a:bodyPr lIns="99058" tIns="49528" rIns="99058" bIns="49528" rtlCol="0" anchor="ctr"/>
                <a:lstStyle/>
                <a:p>
                  <a:pPr algn="ctr" defTabSz="742969">
                    <a:defRPr/>
                  </a:pPr>
                  <a:endParaRPr lang="en-US" sz="1000">
                    <a:solidFill>
                      <a:srgbClr val="5C5C5C"/>
                    </a:solidFill>
                    <a:latin typeface="Aptos" panose="020B0004020202020204" pitchFamily="34" charset="0"/>
                  </a:endParaRPr>
                </a:p>
              </p:txBody>
            </p:sp>
            <p:sp>
              <p:nvSpPr>
                <p:cNvPr id="95" name="Oval 94">
                  <a:extLst>
                    <a:ext uri="{FF2B5EF4-FFF2-40B4-BE49-F238E27FC236}">
                      <a16:creationId xmlns:a16="http://schemas.microsoft.com/office/drawing/2014/main" id="{B910197A-0150-4F18-AA2B-941C347B0A9F}"/>
                    </a:ext>
                  </a:extLst>
                </p:cNvPr>
                <p:cNvSpPr/>
                <p:nvPr/>
              </p:nvSpPr>
              <p:spPr bwMode="gray">
                <a:xfrm>
                  <a:off x="4299689" y="2111139"/>
                  <a:ext cx="1366982" cy="1366982"/>
                </a:xfrm>
                <a:prstGeom prst="ellipse">
                  <a:avLst/>
                </a:prstGeom>
                <a:solidFill>
                  <a:srgbClr val="43B02A"/>
                </a:solidFill>
                <a:ln w="120650" algn="ctr">
                  <a:solidFill>
                    <a:schemeClr val="bg2">
                      <a:alpha val="62000"/>
                    </a:schemeClr>
                  </a:solidFill>
                  <a:miter lim="800000"/>
                  <a:headEnd/>
                  <a:tailEnd/>
                </a:ln>
              </p:spPr>
              <p:txBody>
                <a:bodyPr wrap="square" lIns="72231" tIns="72231" rIns="72231" bIns="72231" rtlCol="0" anchor="ctr"/>
                <a:lstStyle/>
                <a:p>
                  <a:pPr algn="ctr" defTabSz="742969">
                    <a:lnSpc>
                      <a:spcPct val="106000"/>
                    </a:lnSpc>
                    <a:defRPr/>
                  </a:pPr>
                  <a:endParaRPr lang="en-US" sz="1000" b="1" dirty="0">
                    <a:solidFill>
                      <a:prstClr val="white"/>
                    </a:solidFill>
                    <a:latin typeface="Aptos" panose="020B0004020202020204" pitchFamily="34" charset="0"/>
                  </a:endParaRPr>
                </a:p>
              </p:txBody>
            </p:sp>
            <p:sp>
              <p:nvSpPr>
                <p:cNvPr id="96" name="Oval 95">
                  <a:extLst>
                    <a:ext uri="{FF2B5EF4-FFF2-40B4-BE49-F238E27FC236}">
                      <a16:creationId xmlns:a16="http://schemas.microsoft.com/office/drawing/2014/main" id="{BB29D4F1-4988-4F1A-A4BF-C1A9F0572FA2}"/>
                    </a:ext>
                  </a:extLst>
                </p:cNvPr>
                <p:cNvSpPr/>
                <p:nvPr/>
              </p:nvSpPr>
              <p:spPr bwMode="gray">
                <a:xfrm>
                  <a:off x="7329378" y="2111139"/>
                  <a:ext cx="1366982" cy="1366982"/>
                </a:xfrm>
                <a:prstGeom prst="ellipse">
                  <a:avLst/>
                </a:prstGeom>
                <a:solidFill>
                  <a:srgbClr val="2C5234"/>
                </a:solidFill>
                <a:ln w="120650" algn="ctr">
                  <a:solidFill>
                    <a:schemeClr val="bg2">
                      <a:alpha val="62000"/>
                    </a:schemeClr>
                  </a:solidFill>
                  <a:miter lim="800000"/>
                  <a:headEnd/>
                  <a:tailEnd/>
                </a:ln>
              </p:spPr>
              <p:txBody>
                <a:bodyPr wrap="square" lIns="72231" tIns="72231" rIns="72231" bIns="72231" rtlCol="0" anchor="ctr"/>
                <a:lstStyle/>
                <a:p>
                  <a:pPr algn="ctr" defTabSz="742969">
                    <a:lnSpc>
                      <a:spcPct val="106000"/>
                    </a:lnSpc>
                    <a:defRPr/>
                  </a:pPr>
                  <a:endParaRPr lang="en-US" sz="1000" b="1" dirty="0">
                    <a:solidFill>
                      <a:prstClr val="white"/>
                    </a:solidFill>
                    <a:latin typeface="Aptos" panose="020B0004020202020204" pitchFamily="34" charset="0"/>
                  </a:endParaRPr>
                </a:p>
              </p:txBody>
            </p:sp>
            <p:sp>
              <p:nvSpPr>
                <p:cNvPr id="97" name="Oval 96">
                  <a:extLst>
                    <a:ext uri="{FF2B5EF4-FFF2-40B4-BE49-F238E27FC236}">
                      <a16:creationId xmlns:a16="http://schemas.microsoft.com/office/drawing/2014/main" id="{604AA596-703F-45CE-8B4C-5FA1FE991AC8}"/>
                    </a:ext>
                  </a:extLst>
                </p:cNvPr>
                <p:cNvSpPr/>
                <p:nvPr/>
              </p:nvSpPr>
              <p:spPr bwMode="gray">
                <a:xfrm>
                  <a:off x="5814534" y="2111139"/>
                  <a:ext cx="1366982" cy="1366982"/>
                </a:xfrm>
                <a:prstGeom prst="ellipse">
                  <a:avLst/>
                </a:prstGeom>
                <a:solidFill>
                  <a:schemeClr val="accent1"/>
                </a:solidFill>
                <a:ln w="120650" algn="ctr">
                  <a:solidFill>
                    <a:schemeClr val="bg2">
                      <a:alpha val="62000"/>
                    </a:schemeClr>
                  </a:solidFill>
                  <a:miter lim="800000"/>
                  <a:headEnd/>
                  <a:tailEnd/>
                </a:ln>
              </p:spPr>
              <p:txBody>
                <a:bodyPr wrap="square" lIns="72231" tIns="72231" rIns="72231" bIns="72231" rtlCol="0" anchor="ctr"/>
                <a:lstStyle/>
                <a:p>
                  <a:pPr algn="ctr" defTabSz="742969">
                    <a:lnSpc>
                      <a:spcPct val="106000"/>
                    </a:lnSpc>
                    <a:defRPr/>
                  </a:pPr>
                  <a:endParaRPr lang="en-US" sz="1000" b="1" dirty="0">
                    <a:solidFill>
                      <a:prstClr val="white"/>
                    </a:solidFill>
                    <a:latin typeface="Aptos" panose="020B0004020202020204" pitchFamily="34" charset="0"/>
                  </a:endParaRPr>
                </a:p>
              </p:txBody>
            </p:sp>
            <p:sp>
              <p:nvSpPr>
                <p:cNvPr id="98" name="Arc 97">
                  <a:extLst>
                    <a:ext uri="{FF2B5EF4-FFF2-40B4-BE49-F238E27FC236}">
                      <a16:creationId xmlns:a16="http://schemas.microsoft.com/office/drawing/2014/main" id="{D6160555-9BF3-4789-BE22-0E4647997F93}"/>
                    </a:ext>
                  </a:extLst>
                </p:cNvPr>
                <p:cNvSpPr/>
                <p:nvPr/>
              </p:nvSpPr>
              <p:spPr>
                <a:xfrm rot="5074366">
                  <a:off x="5662134" y="1958739"/>
                  <a:ext cx="1671782" cy="1671782"/>
                </a:xfrm>
                <a:prstGeom prst="arc">
                  <a:avLst>
                    <a:gd name="adj1" fmla="val 17745980"/>
                    <a:gd name="adj2" fmla="val 4035647"/>
                  </a:avLst>
                </a:prstGeom>
                <a:ln w="9525" cmpd="sng">
                  <a:solidFill>
                    <a:schemeClr val="bg1">
                      <a:lumMod val="65000"/>
                    </a:schemeClr>
                  </a:solidFill>
                  <a:headEnd type="none"/>
                  <a:tailEnd type="none" w="lg" len="lg"/>
                </a:ln>
                <a:effectLst/>
              </p:spPr>
              <p:style>
                <a:lnRef idx="2">
                  <a:schemeClr val="accent1"/>
                </a:lnRef>
                <a:fillRef idx="0">
                  <a:schemeClr val="accent1"/>
                </a:fillRef>
                <a:effectRef idx="1">
                  <a:schemeClr val="accent1"/>
                </a:effectRef>
                <a:fontRef idx="minor">
                  <a:schemeClr val="tx1"/>
                </a:fontRef>
              </p:style>
              <p:txBody>
                <a:bodyPr lIns="99058" tIns="49528" rIns="99058" bIns="49528" rtlCol="0" anchor="ctr"/>
                <a:lstStyle/>
                <a:p>
                  <a:pPr algn="ctr" defTabSz="742969">
                    <a:defRPr/>
                  </a:pPr>
                  <a:endParaRPr lang="en-US" sz="1000">
                    <a:solidFill>
                      <a:srgbClr val="5C5C5C"/>
                    </a:solidFill>
                    <a:latin typeface="Aptos" panose="020B0004020202020204" pitchFamily="34" charset="0"/>
                  </a:endParaRPr>
                </a:p>
              </p:txBody>
            </p:sp>
            <p:cxnSp>
              <p:nvCxnSpPr>
                <p:cNvPr id="99" name="Straight Connector 98">
                  <a:extLst>
                    <a:ext uri="{FF2B5EF4-FFF2-40B4-BE49-F238E27FC236}">
                      <a16:creationId xmlns:a16="http://schemas.microsoft.com/office/drawing/2014/main" id="{D0FFBA2E-2C39-47B4-83E2-9101DFAF136A}"/>
                    </a:ext>
                  </a:extLst>
                </p:cNvPr>
                <p:cNvCxnSpPr>
                  <a:cxnSpLocks/>
                </p:cNvCxnSpPr>
                <p:nvPr/>
              </p:nvCxnSpPr>
              <p:spPr>
                <a:xfrm>
                  <a:off x="1953491" y="3629025"/>
                  <a:ext cx="0" cy="723900"/>
                </a:xfrm>
                <a:prstGeom prst="line">
                  <a:avLst/>
                </a:prstGeom>
                <a:solidFill>
                  <a:schemeClr val="bg1"/>
                </a:solidFill>
                <a:ln w="9525" cmpd="sng">
                  <a:solidFill>
                    <a:schemeClr val="bg1">
                      <a:lumMod val="65000"/>
                    </a:schemeClr>
                  </a:solidFill>
                  <a:headEnd type="none"/>
                  <a:tailEnd type="oval" w="med" len="med"/>
                </a:ln>
                <a:effectLst/>
              </p:spPr>
              <p:style>
                <a:lnRef idx="2">
                  <a:schemeClr val="accent1"/>
                </a:lnRef>
                <a:fillRef idx="0">
                  <a:schemeClr val="accent1"/>
                </a:fillRef>
                <a:effectRef idx="1">
                  <a:schemeClr val="accent1"/>
                </a:effectRef>
                <a:fontRef idx="minor">
                  <a:schemeClr val="tx1"/>
                </a:fontRef>
              </p:style>
            </p:cxnSp>
            <p:cxnSp>
              <p:nvCxnSpPr>
                <p:cNvPr id="100" name="Straight Connector 99">
                  <a:extLst>
                    <a:ext uri="{FF2B5EF4-FFF2-40B4-BE49-F238E27FC236}">
                      <a16:creationId xmlns:a16="http://schemas.microsoft.com/office/drawing/2014/main" id="{B4D6FAEB-576A-4B00-82AB-FD6AA04FAE06}"/>
                    </a:ext>
                  </a:extLst>
                </p:cNvPr>
                <p:cNvCxnSpPr>
                  <a:cxnSpLocks/>
                </p:cNvCxnSpPr>
                <p:nvPr/>
              </p:nvCxnSpPr>
              <p:spPr>
                <a:xfrm>
                  <a:off x="3468335" y="3629025"/>
                  <a:ext cx="0" cy="723900"/>
                </a:xfrm>
                <a:prstGeom prst="line">
                  <a:avLst/>
                </a:prstGeom>
                <a:solidFill>
                  <a:schemeClr val="bg1"/>
                </a:solidFill>
                <a:ln w="9525" cmpd="sng">
                  <a:solidFill>
                    <a:schemeClr val="bg1">
                      <a:lumMod val="65000"/>
                    </a:schemeClr>
                  </a:solidFill>
                  <a:headEnd type="none"/>
                  <a:tailEnd type="oval" w="med" len="med"/>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a:extLst>
                    <a:ext uri="{FF2B5EF4-FFF2-40B4-BE49-F238E27FC236}">
                      <a16:creationId xmlns:a16="http://schemas.microsoft.com/office/drawing/2014/main" id="{E65AEC33-A7F4-4CDE-969E-08B815F94921}"/>
                    </a:ext>
                  </a:extLst>
                </p:cNvPr>
                <p:cNvCxnSpPr>
                  <a:cxnSpLocks/>
                </p:cNvCxnSpPr>
                <p:nvPr/>
              </p:nvCxnSpPr>
              <p:spPr>
                <a:xfrm>
                  <a:off x="4983180" y="3629025"/>
                  <a:ext cx="0" cy="723900"/>
                </a:xfrm>
                <a:prstGeom prst="line">
                  <a:avLst/>
                </a:prstGeom>
                <a:solidFill>
                  <a:schemeClr val="bg1"/>
                </a:solidFill>
                <a:ln w="9525" cmpd="sng">
                  <a:solidFill>
                    <a:schemeClr val="bg1">
                      <a:lumMod val="65000"/>
                    </a:schemeClr>
                  </a:solidFill>
                  <a:headEnd type="none"/>
                  <a:tailEnd type="oval" w="med" len="med"/>
                </a:ln>
                <a:effectLst/>
              </p:spPr>
              <p:style>
                <a:lnRef idx="2">
                  <a:schemeClr val="accent1"/>
                </a:lnRef>
                <a:fillRef idx="0">
                  <a:schemeClr val="accent1"/>
                </a:fillRef>
                <a:effectRef idx="1">
                  <a:schemeClr val="accent1"/>
                </a:effectRef>
                <a:fontRef idx="minor">
                  <a:schemeClr val="tx1"/>
                </a:fontRef>
              </p:style>
            </p:cxnSp>
            <p:cxnSp>
              <p:nvCxnSpPr>
                <p:cNvPr id="102" name="Straight Connector 101">
                  <a:extLst>
                    <a:ext uri="{FF2B5EF4-FFF2-40B4-BE49-F238E27FC236}">
                      <a16:creationId xmlns:a16="http://schemas.microsoft.com/office/drawing/2014/main" id="{EB141F01-C84E-4676-B4AF-2FAD7D0493A9}"/>
                    </a:ext>
                  </a:extLst>
                </p:cNvPr>
                <p:cNvCxnSpPr>
                  <a:cxnSpLocks/>
                </p:cNvCxnSpPr>
                <p:nvPr/>
              </p:nvCxnSpPr>
              <p:spPr>
                <a:xfrm>
                  <a:off x="6498024" y="3629025"/>
                  <a:ext cx="0" cy="723900"/>
                </a:xfrm>
                <a:prstGeom prst="line">
                  <a:avLst/>
                </a:prstGeom>
                <a:solidFill>
                  <a:schemeClr val="bg1"/>
                </a:solidFill>
                <a:ln w="9525" cmpd="sng">
                  <a:solidFill>
                    <a:schemeClr val="bg1">
                      <a:lumMod val="65000"/>
                    </a:schemeClr>
                  </a:solidFill>
                  <a:headEnd type="none"/>
                  <a:tailEnd type="oval" w="med" len="med"/>
                </a:ln>
                <a:effectLst/>
              </p:spPr>
              <p:style>
                <a:lnRef idx="2">
                  <a:schemeClr val="accent1"/>
                </a:lnRef>
                <a:fillRef idx="0">
                  <a:schemeClr val="accent1"/>
                </a:fillRef>
                <a:effectRef idx="1">
                  <a:schemeClr val="accent1"/>
                </a:effectRef>
                <a:fontRef idx="minor">
                  <a:schemeClr val="tx1"/>
                </a:fontRef>
              </p:style>
            </p:cxnSp>
            <p:cxnSp>
              <p:nvCxnSpPr>
                <p:cNvPr id="103" name="Straight Connector 102">
                  <a:extLst>
                    <a:ext uri="{FF2B5EF4-FFF2-40B4-BE49-F238E27FC236}">
                      <a16:creationId xmlns:a16="http://schemas.microsoft.com/office/drawing/2014/main" id="{B8F62EFC-C627-401B-9E02-1968D451EE73}"/>
                    </a:ext>
                  </a:extLst>
                </p:cNvPr>
                <p:cNvCxnSpPr>
                  <a:cxnSpLocks/>
                </p:cNvCxnSpPr>
                <p:nvPr/>
              </p:nvCxnSpPr>
              <p:spPr>
                <a:xfrm>
                  <a:off x="8012869" y="3629025"/>
                  <a:ext cx="0" cy="723900"/>
                </a:xfrm>
                <a:prstGeom prst="line">
                  <a:avLst/>
                </a:prstGeom>
                <a:solidFill>
                  <a:schemeClr val="bg1"/>
                </a:solidFill>
                <a:ln w="9525" cmpd="sng">
                  <a:solidFill>
                    <a:schemeClr val="bg1">
                      <a:lumMod val="65000"/>
                    </a:schemeClr>
                  </a:solidFill>
                  <a:headEnd type="none"/>
                  <a:tailEnd type="oval" w="med" len="med"/>
                </a:ln>
                <a:effectLst/>
              </p:spPr>
              <p:style>
                <a:lnRef idx="2">
                  <a:schemeClr val="accent1"/>
                </a:lnRef>
                <a:fillRef idx="0">
                  <a:schemeClr val="accent1"/>
                </a:fillRef>
                <a:effectRef idx="1">
                  <a:schemeClr val="accent1"/>
                </a:effectRef>
                <a:fontRef idx="minor">
                  <a:schemeClr val="tx1"/>
                </a:fontRef>
              </p:style>
            </p:cxnSp>
          </p:grpSp>
          <p:grpSp>
            <p:nvGrpSpPr>
              <p:cNvPr id="61" name="Group 60">
                <a:extLst>
                  <a:ext uri="{FF2B5EF4-FFF2-40B4-BE49-F238E27FC236}">
                    <a16:creationId xmlns:a16="http://schemas.microsoft.com/office/drawing/2014/main" id="{A1E15662-1BA2-4BE9-80FE-656DB55DE8BF}"/>
                  </a:ext>
                </a:extLst>
              </p:cNvPr>
              <p:cNvGrpSpPr>
                <a:grpSpLocks noChangeAspect="1"/>
              </p:cNvGrpSpPr>
              <p:nvPr/>
            </p:nvGrpSpPr>
            <p:grpSpPr>
              <a:xfrm>
                <a:off x="4059049" y="1861535"/>
                <a:ext cx="527050" cy="514350"/>
                <a:chOff x="12361863" y="5345113"/>
                <a:chExt cx="527050" cy="514350"/>
              </a:xfrm>
              <a:solidFill>
                <a:schemeClr val="bg1"/>
              </a:solidFill>
            </p:grpSpPr>
            <p:sp>
              <p:nvSpPr>
                <p:cNvPr id="81" name="Freeform 673">
                  <a:extLst>
                    <a:ext uri="{FF2B5EF4-FFF2-40B4-BE49-F238E27FC236}">
                      <a16:creationId xmlns:a16="http://schemas.microsoft.com/office/drawing/2014/main" id="{3F6C9975-3272-4A15-BCB4-2A559D64ED94}"/>
                    </a:ext>
                  </a:extLst>
                </p:cNvPr>
                <p:cNvSpPr>
                  <a:spLocks noEditPoints="1"/>
                </p:cNvSpPr>
                <p:nvPr/>
              </p:nvSpPr>
              <p:spPr bwMode="auto">
                <a:xfrm>
                  <a:off x="12493626" y="5345113"/>
                  <a:ext cx="268288" cy="209550"/>
                </a:xfrm>
                <a:custGeom>
                  <a:avLst/>
                  <a:gdLst>
                    <a:gd name="T0" fmla="*/ 5 w 121"/>
                    <a:gd name="T1" fmla="*/ 94 h 94"/>
                    <a:gd name="T2" fmla="*/ 116 w 121"/>
                    <a:gd name="T3" fmla="*/ 94 h 94"/>
                    <a:gd name="T4" fmla="*/ 121 w 121"/>
                    <a:gd name="T5" fmla="*/ 89 h 94"/>
                    <a:gd name="T6" fmla="*/ 121 w 121"/>
                    <a:gd name="T7" fmla="*/ 5 h 94"/>
                    <a:gd name="T8" fmla="*/ 116 w 121"/>
                    <a:gd name="T9" fmla="*/ 0 h 94"/>
                    <a:gd name="T10" fmla="*/ 5 w 121"/>
                    <a:gd name="T11" fmla="*/ 0 h 94"/>
                    <a:gd name="T12" fmla="*/ 0 w 121"/>
                    <a:gd name="T13" fmla="*/ 5 h 94"/>
                    <a:gd name="T14" fmla="*/ 0 w 121"/>
                    <a:gd name="T15" fmla="*/ 89 h 94"/>
                    <a:gd name="T16" fmla="*/ 5 w 121"/>
                    <a:gd name="T17" fmla="*/ 94 h 94"/>
                    <a:gd name="T18" fmla="*/ 9 w 121"/>
                    <a:gd name="T19" fmla="*/ 9 h 94"/>
                    <a:gd name="T20" fmla="*/ 111 w 121"/>
                    <a:gd name="T21" fmla="*/ 9 h 94"/>
                    <a:gd name="T22" fmla="*/ 111 w 121"/>
                    <a:gd name="T23" fmla="*/ 84 h 94"/>
                    <a:gd name="T24" fmla="*/ 9 w 121"/>
                    <a:gd name="T25" fmla="*/ 84 h 94"/>
                    <a:gd name="T26" fmla="*/ 9 w 121"/>
                    <a:gd name="T27" fmla="*/ 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1" h="94">
                      <a:moveTo>
                        <a:pt x="5" y="94"/>
                      </a:moveTo>
                      <a:cubicBezTo>
                        <a:pt x="116" y="94"/>
                        <a:pt x="116" y="94"/>
                        <a:pt x="116" y="94"/>
                      </a:cubicBezTo>
                      <a:cubicBezTo>
                        <a:pt x="118" y="94"/>
                        <a:pt x="121" y="92"/>
                        <a:pt x="121" y="89"/>
                      </a:cubicBezTo>
                      <a:cubicBezTo>
                        <a:pt x="121" y="5"/>
                        <a:pt x="121" y="5"/>
                        <a:pt x="121" y="5"/>
                      </a:cubicBezTo>
                      <a:cubicBezTo>
                        <a:pt x="121" y="2"/>
                        <a:pt x="118" y="0"/>
                        <a:pt x="116" y="0"/>
                      </a:cubicBezTo>
                      <a:cubicBezTo>
                        <a:pt x="5" y="0"/>
                        <a:pt x="5" y="0"/>
                        <a:pt x="5" y="0"/>
                      </a:cubicBezTo>
                      <a:cubicBezTo>
                        <a:pt x="2" y="0"/>
                        <a:pt x="0" y="2"/>
                        <a:pt x="0" y="5"/>
                      </a:cubicBezTo>
                      <a:cubicBezTo>
                        <a:pt x="0" y="89"/>
                        <a:pt x="0" y="89"/>
                        <a:pt x="0" y="89"/>
                      </a:cubicBezTo>
                      <a:cubicBezTo>
                        <a:pt x="0" y="92"/>
                        <a:pt x="2" y="94"/>
                        <a:pt x="5" y="94"/>
                      </a:cubicBezTo>
                      <a:close/>
                      <a:moveTo>
                        <a:pt x="9" y="9"/>
                      </a:moveTo>
                      <a:cubicBezTo>
                        <a:pt x="111" y="9"/>
                        <a:pt x="111" y="9"/>
                        <a:pt x="111" y="9"/>
                      </a:cubicBezTo>
                      <a:cubicBezTo>
                        <a:pt x="111" y="84"/>
                        <a:pt x="111" y="84"/>
                        <a:pt x="111" y="84"/>
                      </a:cubicBezTo>
                      <a:cubicBezTo>
                        <a:pt x="9" y="84"/>
                        <a:pt x="9" y="84"/>
                        <a:pt x="9" y="84"/>
                      </a:cubicBezTo>
                      <a:lnTo>
                        <a:pt x="9" y="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82" name="Freeform 674">
                  <a:extLst>
                    <a:ext uri="{FF2B5EF4-FFF2-40B4-BE49-F238E27FC236}">
                      <a16:creationId xmlns:a16="http://schemas.microsoft.com/office/drawing/2014/main" id="{8EBC6DAF-9B30-489C-865C-433CC942A094}"/>
                    </a:ext>
                  </a:extLst>
                </p:cNvPr>
                <p:cNvSpPr>
                  <a:spLocks noEditPoints="1"/>
                </p:cNvSpPr>
                <p:nvPr/>
              </p:nvSpPr>
              <p:spPr bwMode="auto">
                <a:xfrm>
                  <a:off x="12361863" y="5745163"/>
                  <a:ext cx="139700" cy="114300"/>
                </a:xfrm>
                <a:custGeom>
                  <a:avLst/>
                  <a:gdLst>
                    <a:gd name="T0" fmla="*/ 58 w 63"/>
                    <a:gd name="T1" fmla="*/ 0 h 51"/>
                    <a:gd name="T2" fmla="*/ 5 w 63"/>
                    <a:gd name="T3" fmla="*/ 0 h 51"/>
                    <a:gd name="T4" fmla="*/ 0 w 63"/>
                    <a:gd name="T5" fmla="*/ 5 h 51"/>
                    <a:gd name="T6" fmla="*/ 0 w 63"/>
                    <a:gd name="T7" fmla="*/ 46 h 51"/>
                    <a:gd name="T8" fmla="*/ 5 w 63"/>
                    <a:gd name="T9" fmla="*/ 51 h 51"/>
                    <a:gd name="T10" fmla="*/ 58 w 63"/>
                    <a:gd name="T11" fmla="*/ 51 h 51"/>
                    <a:gd name="T12" fmla="*/ 63 w 63"/>
                    <a:gd name="T13" fmla="*/ 46 h 51"/>
                    <a:gd name="T14" fmla="*/ 63 w 63"/>
                    <a:gd name="T15" fmla="*/ 5 h 51"/>
                    <a:gd name="T16" fmla="*/ 58 w 63"/>
                    <a:gd name="T17" fmla="*/ 0 h 51"/>
                    <a:gd name="T18" fmla="*/ 53 w 63"/>
                    <a:gd name="T19" fmla="*/ 41 h 51"/>
                    <a:gd name="T20" fmla="*/ 10 w 63"/>
                    <a:gd name="T21" fmla="*/ 41 h 51"/>
                    <a:gd name="T22" fmla="*/ 10 w 63"/>
                    <a:gd name="T23" fmla="*/ 10 h 51"/>
                    <a:gd name="T24" fmla="*/ 53 w 63"/>
                    <a:gd name="T25" fmla="*/ 10 h 51"/>
                    <a:gd name="T26" fmla="*/ 53 w 63"/>
                    <a:gd name="T27" fmla="*/ 4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1">
                      <a:moveTo>
                        <a:pt x="58" y="0"/>
                      </a:moveTo>
                      <a:cubicBezTo>
                        <a:pt x="5" y="0"/>
                        <a:pt x="5" y="0"/>
                        <a:pt x="5" y="0"/>
                      </a:cubicBezTo>
                      <a:cubicBezTo>
                        <a:pt x="2" y="0"/>
                        <a:pt x="0" y="2"/>
                        <a:pt x="0" y="5"/>
                      </a:cubicBezTo>
                      <a:cubicBezTo>
                        <a:pt x="0" y="46"/>
                        <a:pt x="0" y="46"/>
                        <a:pt x="0" y="46"/>
                      </a:cubicBezTo>
                      <a:cubicBezTo>
                        <a:pt x="0" y="49"/>
                        <a:pt x="2" y="51"/>
                        <a:pt x="5" y="51"/>
                      </a:cubicBezTo>
                      <a:cubicBezTo>
                        <a:pt x="58" y="51"/>
                        <a:pt x="58" y="51"/>
                        <a:pt x="58" y="51"/>
                      </a:cubicBezTo>
                      <a:cubicBezTo>
                        <a:pt x="61" y="51"/>
                        <a:pt x="63" y="49"/>
                        <a:pt x="63" y="46"/>
                      </a:cubicBezTo>
                      <a:cubicBezTo>
                        <a:pt x="63" y="5"/>
                        <a:pt x="63" y="5"/>
                        <a:pt x="63" y="5"/>
                      </a:cubicBezTo>
                      <a:cubicBezTo>
                        <a:pt x="63" y="2"/>
                        <a:pt x="61" y="0"/>
                        <a:pt x="58" y="0"/>
                      </a:cubicBezTo>
                      <a:close/>
                      <a:moveTo>
                        <a:pt x="53" y="41"/>
                      </a:moveTo>
                      <a:cubicBezTo>
                        <a:pt x="10" y="41"/>
                        <a:pt x="10" y="41"/>
                        <a:pt x="10" y="41"/>
                      </a:cubicBezTo>
                      <a:cubicBezTo>
                        <a:pt x="10" y="10"/>
                        <a:pt x="10" y="10"/>
                        <a:pt x="10" y="10"/>
                      </a:cubicBezTo>
                      <a:cubicBezTo>
                        <a:pt x="53" y="10"/>
                        <a:pt x="53" y="10"/>
                        <a:pt x="53" y="10"/>
                      </a:cubicBezTo>
                      <a:lnTo>
                        <a:pt x="53" y="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83" name="Freeform 675">
                  <a:extLst>
                    <a:ext uri="{FF2B5EF4-FFF2-40B4-BE49-F238E27FC236}">
                      <a16:creationId xmlns:a16="http://schemas.microsoft.com/office/drawing/2014/main" id="{25D04270-9D61-4C46-8EC9-ADBE2943D07E}"/>
                    </a:ext>
                  </a:extLst>
                </p:cNvPr>
                <p:cNvSpPr>
                  <a:spLocks noEditPoints="1"/>
                </p:cNvSpPr>
                <p:nvPr/>
              </p:nvSpPr>
              <p:spPr bwMode="auto">
                <a:xfrm>
                  <a:off x="12555538" y="5745163"/>
                  <a:ext cx="139700" cy="114300"/>
                </a:xfrm>
                <a:custGeom>
                  <a:avLst/>
                  <a:gdLst>
                    <a:gd name="T0" fmla="*/ 58 w 63"/>
                    <a:gd name="T1" fmla="*/ 0 h 51"/>
                    <a:gd name="T2" fmla="*/ 5 w 63"/>
                    <a:gd name="T3" fmla="*/ 0 h 51"/>
                    <a:gd name="T4" fmla="*/ 0 w 63"/>
                    <a:gd name="T5" fmla="*/ 5 h 51"/>
                    <a:gd name="T6" fmla="*/ 0 w 63"/>
                    <a:gd name="T7" fmla="*/ 46 h 51"/>
                    <a:gd name="T8" fmla="*/ 5 w 63"/>
                    <a:gd name="T9" fmla="*/ 51 h 51"/>
                    <a:gd name="T10" fmla="*/ 58 w 63"/>
                    <a:gd name="T11" fmla="*/ 51 h 51"/>
                    <a:gd name="T12" fmla="*/ 63 w 63"/>
                    <a:gd name="T13" fmla="*/ 46 h 51"/>
                    <a:gd name="T14" fmla="*/ 63 w 63"/>
                    <a:gd name="T15" fmla="*/ 5 h 51"/>
                    <a:gd name="T16" fmla="*/ 58 w 63"/>
                    <a:gd name="T17" fmla="*/ 0 h 51"/>
                    <a:gd name="T18" fmla="*/ 54 w 63"/>
                    <a:gd name="T19" fmla="*/ 41 h 51"/>
                    <a:gd name="T20" fmla="*/ 10 w 63"/>
                    <a:gd name="T21" fmla="*/ 41 h 51"/>
                    <a:gd name="T22" fmla="*/ 10 w 63"/>
                    <a:gd name="T23" fmla="*/ 10 h 51"/>
                    <a:gd name="T24" fmla="*/ 54 w 63"/>
                    <a:gd name="T25" fmla="*/ 10 h 51"/>
                    <a:gd name="T26" fmla="*/ 54 w 63"/>
                    <a:gd name="T27" fmla="*/ 4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1">
                      <a:moveTo>
                        <a:pt x="58" y="0"/>
                      </a:moveTo>
                      <a:cubicBezTo>
                        <a:pt x="5" y="0"/>
                        <a:pt x="5" y="0"/>
                        <a:pt x="5" y="0"/>
                      </a:cubicBezTo>
                      <a:cubicBezTo>
                        <a:pt x="2" y="0"/>
                        <a:pt x="0" y="2"/>
                        <a:pt x="0" y="5"/>
                      </a:cubicBezTo>
                      <a:cubicBezTo>
                        <a:pt x="0" y="46"/>
                        <a:pt x="0" y="46"/>
                        <a:pt x="0" y="46"/>
                      </a:cubicBezTo>
                      <a:cubicBezTo>
                        <a:pt x="0" y="49"/>
                        <a:pt x="2" y="51"/>
                        <a:pt x="5" y="51"/>
                      </a:cubicBezTo>
                      <a:cubicBezTo>
                        <a:pt x="58" y="51"/>
                        <a:pt x="58" y="51"/>
                        <a:pt x="58" y="51"/>
                      </a:cubicBezTo>
                      <a:cubicBezTo>
                        <a:pt x="61" y="51"/>
                        <a:pt x="63" y="49"/>
                        <a:pt x="63" y="46"/>
                      </a:cubicBezTo>
                      <a:cubicBezTo>
                        <a:pt x="63" y="5"/>
                        <a:pt x="63" y="5"/>
                        <a:pt x="63" y="5"/>
                      </a:cubicBezTo>
                      <a:cubicBezTo>
                        <a:pt x="63" y="2"/>
                        <a:pt x="61" y="0"/>
                        <a:pt x="58" y="0"/>
                      </a:cubicBezTo>
                      <a:close/>
                      <a:moveTo>
                        <a:pt x="54" y="41"/>
                      </a:moveTo>
                      <a:cubicBezTo>
                        <a:pt x="10" y="41"/>
                        <a:pt x="10" y="41"/>
                        <a:pt x="10" y="41"/>
                      </a:cubicBezTo>
                      <a:cubicBezTo>
                        <a:pt x="10" y="10"/>
                        <a:pt x="10" y="10"/>
                        <a:pt x="10" y="10"/>
                      </a:cubicBezTo>
                      <a:cubicBezTo>
                        <a:pt x="54" y="10"/>
                        <a:pt x="54" y="10"/>
                        <a:pt x="54" y="10"/>
                      </a:cubicBezTo>
                      <a:lnTo>
                        <a:pt x="54" y="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84" name="Freeform 676">
                  <a:extLst>
                    <a:ext uri="{FF2B5EF4-FFF2-40B4-BE49-F238E27FC236}">
                      <a16:creationId xmlns:a16="http://schemas.microsoft.com/office/drawing/2014/main" id="{4E54C017-9A96-4914-9812-F346D4B37692}"/>
                    </a:ext>
                  </a:extLst>
                </p:cNvPr>
                <p:cNvSpPr>
                  <a:spLocks noEditPoints="1"/>
                </p:cNvSpPr>
                <p:nvPr/>
              </p:nvSpPr>
              <p:spPr bwMode="auto">
                <a:xfrm>
                  <a:off x="12749213" y="5745163"/>
                  <a:ext cx="139700" cy="114300"/>
                </a:xfrm>
                <a:custGeom>
                  <a:avLst/>
                  <a:gdLst>
                    <a:gd name="T0" fmla="*/ 59 w 63"/>
                    <a:gd name="T1" fmla="*/ 0 h 51"/>
                    <a:gd name="T2" fmla="*/ 5 w 63"/>
                    <a:gd name="T3" fmla="*/ 0 h 51"/>
                    <a:gd name="T4" fmla="*/ 0 w 63"/>
                    <a:gd name="T5" fmla="*/ 5 h 51"/>
                    <a:gd name="T6" fmla="*/ 0 w 63"/>
                    <a:gd name="T7" fmla="*/ 46 h 51"/>
                    <a:gd name="T8" fmla="*/ 5 w 63"/>
                    <a:gd name="T9" fmla="*/ 51 h 51"/>
                    <a:gd name="T10" fmla="*/ 59 w 63"/>
                    <a:gd name="T11" fmla="*/ 51 h 51"/>
                    <a:gd name="T12" fmla="*/ 63 w 63"/>
                    <a:gd name="T13" fmla="*/ 46 h 51"/>
                    <a:gd name="T14" fmla="*/ 63 w 63"/>
                    <a:gd name="T15" fmla="*/ 5 h 51"/>
                    <a:gd name="T16" fmla="*/ 59 w 63"/>
                    <a:gd name="T17" fmla="*/ 0 h 51"/>
                    <a:gd name="T18" fmla="*/ 54 w 63"/>
                    <a:gd name="T19" fmla="*/ 41 h 51"/>
                    <a:gd name="T20" fmla="*/ 10 w 63"/>
                    <a:gd name="T21" fmla="*/ 41 h 51"/>
                    <a:gd name="T22" fmla="*/ 10 w 63"/>
                    <a:gd name="T23" fmla="*/ 10 h 51"/>
                    <a:gd name="T24" fmla="*/ 54 w 63"/>
                    <a:gd name="T25" fmla="*/ 10 h 51"/>
                    <a:gd name="T26" fmla="*/ 54 w 63"/>
                    <a:gd name="T27" fmla="*/ 4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1">
                      <a:moveTo>
                        <a:pt x="59" y="0"/>
                      </a:moveTo>
                      <a:cubicBezTo>
                        <a:pt x="5" y="0"/>
                        <a:pt x="5" y="0"/>
                        <a:pt x="5" y="0"/>
                      </a:cubicBezTo>
                      <a:cubicBezTo>
                        <a:pt x="2" y="0"/>
                        <a:pt x="0" y="2"/>
                        <a:pt x="0" y="5"/>
                      </a:cubicBezTo>
                      <a:cubicBezTo>
                        <a:pt x="0" y="46"/>
                        <a:pt x="0" y="46"/>
                        <a:pt x="0" y="46"/>
                      </a:cubicBezTo>
                      <a:cubicBezTo>
                        <a:pt x="0" y="49"/>
                        <a:pt x="2" y="51"/>
                        <a:pt x="5" y="51"/>
                      </a:cubicBezTo>
                      <a:cubicBezTo>
                        <a:pt x="59" y="51"/>
                        <a:pt x="59" y="51"/>
                        <a:pt x="59" y="51"/>
                      </a:cubicBezTo>
                      <a:cubicBezTo>
                        <a:pt x="61" y="51"/>
                        <a:pt x="63" y="49"/>
                        <a:pt x="63" y="46"/>
                      </a:cubicBezTo>
                      <a:cubicBezTo>
                        <a:pt x="63" y="5"/>
                        <a:pt x="63" y="5"/>
                        <a:pt x="63" y="5"/>
                      </a:cubicBezTo>
                      <a:cubicBezTo>
                        <a:pt x="63" y="2"/>
                        <a:pt x="61" y="0"/>
                        <a:pt x="59" y="0"/>
                      </a:cubicBezTo>
                      <a:close/>
                      <a:moveTo>
                        <a:pt x="54" y="41"/>
                      </a:moveTo>
                      <a:cubicBezTo>
                        <a:pt x="10" y="41"/>
                        <a:pt x="10" y="41"/>
                        <a:pt x="10" y="41"/>
                      </a:cubicBezTo>
                      <a:cubicBezTo>
                        <a:pt x="10" y="10"/>
                        <a:pt x="10" y="10"/>
                        <a:pt x="10" y="10"/>
                      </a:cubicBezTo>
                      <a:cubicBezTo>
                        <a:pt x="54" y="10"/>
                        <a:pt x="54" y="10"/>
                        <a:pt x="54" y="10"/>
                      </a:cubicBezTo>
                      <a:lnTo>
                        <a:pt x="54" y="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85" name="Freeform 677">
                  <a:extLst>
                    <a:ext uri="{FF2B5EF4-FFF2-40B4-BE49-F238E27FC236}">
                      <a16:creationId xmlns:a16="http://schemas.microsoft.com/office/drawing/2014/main" id="{34F1EF4A-FA71-4774-BAC3-AB6085AB79F9}"/>
                    </a:ext>
                  </a:extLst>
                </p:cNvPr>
                <p:cNvSpPr>
                  <a:spLocks/>
                </p:cNvSpPr>
                <p:nvPr/>
              </p:nvSpPr>
              <p:spPr bwMode="auto">
                <a:xfrm>
                  <a:off x="12415838" y="5584825"/>
                  <a:ext cx="419100" cy="125413"/>
                </a:xfrm>
                <a:custGeom>
                  <a:avLst/>
                  <a:gdLst>
                    <a:gd name="T0" fmla="*/ 5 w 189"/>
                    <a:gd name="T1" fmla="*/ 56 h 56"/>
                    <a:gd name="T2" fmla="*/ 10 w 189"/>
                    <a:gd name="T3" fmla="*/ 51 h 56"/>
                    <a:gd name="T4" fmla="*/ 10 w 189"/>
                    <a:gd name="T5" fmla="*/ 33 h 56"/>
                    <a:gd name="T6" fmla="*/ 90 w 189"/>
                    <a:gd name="T7" fmla="*/ 33 h 56"/>
                    <a:gd name="T8" fmla="*/ 90 w 189"/>
                    <a:gd name="T9" fmla="*/ 51 h 56"/>
                    <a:gd name="T10" fmla="*/ 95 w 189"/>
                    <a:gd name="T11" fmla="*/ 56 h 56"/>
                    <a:gd name="T12" fmla="*/ 100 w 189"/>
                    <a:gd name="T13" fmla="*/ 51 h 56"/>
                    <a:gd name="T14" fmla="*/ 100 w 189"/>
                    <a:gd name="T15" fmla="*/ 33 h 56"/>
                    <a:gd name="T16" fmla="*/ 180 w 189"/>
                    <a:gd name="T17" fmla="*/ 33 h 56"/>
                    <a:gd name="T18" fmla="*/ 180 w 189"/>
                    <a:gd name="T19" fmla="*/ 51 h 56"/>
                    <a:gd name="T20" fmla="*/ 185 w 189"/>
                    <a:gd name="T21" fmla="*/ 56 h 56"/>
                    <a:gd name="T22" fmla="*/ 189 w 189"/>
                    <a:gd name="T23" fmla="*/ 51 h 56"/>
                    <a:gd name="T24" fmla="*/ 189 w 189"/>
                    <a:gd name="T25" fmla="*/ 29 h 56"/>
                    <a:gd name="T26" fmla="*/ 185 w 189"/>
                    <a:gd name="T27" fmla="*/ 24 h 56"/>
                    <a:gd name="T28" fmla="*/ 100 w 189"/>
                    <a:gd name="T29" fmla="*/ 24 h 56"/>
                    <a:gd name="T30" fmla="*/ 100 w 189"/>
                    <a:gd name="T31" fmla="*/ 5 h 56"/>
                    <a:gd name="T32" fmla="*/ 95 w 189"/>
                    <a:gd name="T33" fmla="*/ 0 h 56"/>
                    <a:gd name="T34" fmla="*/ 90 w 189"/>
                    <a:gd name="T35" fmla="*/ 5 h 56"/>
                    <a:gd name="T36" fmla="*/ 90 w 189"/>
                    <a:gd name="T37" fmla="*/ 24 h 56"/>
                    <a:gd name="T38" fmla="*/ 5 w 189"/>
                    <a:gd name="T39" fmla="*/ 24 h 56"/>
                    <a:gd name="T40" fmla="*/ 0 w 189"/>
                    <a:gd name="T41" fmla="*/ 29 h 56"/>
                    <a:gd name="T42" fmla="*/ 0 w 189"/>
                    <a:gd name="T43" fmla="*/ 51 h 56"/>
                    <a:gd name="T44" fmla="*/ 5 w 189"/>
                    <a:gd name="T45"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56">
                      <a:moveTo>
                        <a:pt x="5" y="56"/>
                      </a:moveTo>
                      <a:cubicBezTo>
                        <a:pt x="8" y="56"/>
                        <a:pt x="10" y="53"/>
                        <a:pt x="10" y="51"/>
                      </a:cubicBezTo>
                      <a:cubicBezTo>
                        <a:pt x="10" y="33"/>
                        <a:pt x="10" y="33"/>
                        <a:pt x="10" y="33"/>
                      </a:cubicBezTo>
                      <a:cubicBezTo>
                        <a:pt x="90" y="33"/>
                        <a:pt x="90" y="33"/>
                        <a:pt x="90" y="33"/>
                      </a:cubicBezTo>
                      <a:cubicBezTo>
                        <a:pt x="90" y="51"/>
                        <a:pt x="90" y="51"/>
                        <a:pt x="90" y="51"/>
                      </a:cubicBezTo>
                      <a:cubicBezTo>
                        <a:pt x="90" y="53"/>
                        <a:pt x="93" y="56"/>
                        <a:pt x="95" y="56"/>
                      </a:cubicBezTo>
                      <a:cubicBezTo>
                        <a:pt x="98" y="56"/>
                        <a:pt x="100" y="53"/>
                        <a:pt x="100" y="51"/>
                      </a:cubicBezTo>
                      <a:cubicBezTo>
                        <a:pt x="100" y="33"/>
                        <a:pt x="100" y="33"/>
                        <a:pt x="100" y="33"/>
                      </a:cubicBezTo>
                      <a:cubicBezTo>
                        <a:pt x="180" y="33"/>
                        <a:pt x="180" y="33"/>
                        <a:pt x="180" y="33"/>
                      </a:cubicBezTo>
                      <a:cubicBezTo>
                        <a:pt x="180" y="51"/>
                        <a:pt x="180" y="51"/>
                        <a:pt x="180" y="51"/>
                      </a:cubicBezTo>
                      <a:cubicBezTo>
                        <a:pt x="180" y="53"/>
                        <a:pt x="182" y="56"/>
                        <a:pt x="185" y="56"/>
                      </a:cubicBezTo>
                      <a:cubicBezTo>
                        <a:pt x="187" y="56"/>
                        <a:pt x="189" y="53"/>
                        <a:pt x="189" y="51"/>
                      </a:cubicBezTo>
                      <a:cubicBezTo>
                        <a:pt x="189" y="29"/>
                        <a:pt x="189" y="29"/>
                        <a:pt x="189" y="29"/>
                      </a:cubicBezTo>
                      <a:cubicBezTo>
                        <a:pt x="189" y="26"/>
                        <a:pt x="187" y="24"/>
                        <a:pt x="185" y="24"/>
                      </a:cubicBezTo>
                      <a:cubicBezTo>
                        <a:pt x="100" y="24"/>
                        <a:pt x="100" y="24"/>
                        <a:pt x="100" y="24"/>
                      </a:cubicBezTo>
                      <a:cubicBezTo>
                        <a:pt x="100" y="5"/>
                        <a:pt x="100" y="5"/>
                        <a:pt x="100" y="5"/>
                      </a:cubicBezTo>
                      <a:cubicBezTo>
                        <a:pt x="100" y="3"/>
                        <a:pt x="98" y="0"/>
                        <a:pt x="95" y="0"/>
                      </a:cubicBezTo>
                      <a:cubicBezTo>
                        <a:pt x="93" y="0"/>
                        <a:pt x="90" y="3"/>
                        <a:pt x="90" y="5"/>
                      </a:cubicBezTo>
                      <a:cubicBezTo>
                        <a:pt x="90" y="24"/>
                        <a:pt x="90" y="24"/>
                        <a:pt x="90" y="24"/>
                      </a:cubicBezTo>
                      <a:cubicBezTo>
                        <a:pt x="5" y="24"/>
                        <a:pt x="5" y="24"/>
                        <a:pt x="5" y="24"/>
                      </a:cubicBezTo>
                      <a:cubicBezTo>
                        <a:pt x="2" y="24"/>
                        <a:pt x="0" y="26"/>
                        <a:pt x="0" y="29"/>
                      </a:cubicBezTo>
                      <a:cubicBezTo>
                        <a:pt x="0" y="51"/>
                        <a:pt x="0" y="51"/>
                        <a:pt x="0" y="51"/>
                      </a:cubicBezTo>
                      <a:cubicBezTo>
                        <a:pt x="0" y="53"/>
                        <a:pt x="2" y="56"/>
                        <a:pt x="5" y="5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grpSp>
          <p:grpSp>
            <p:nvGrpSpPr>
              <p:cNvPr id="62" name="Group 61">
                <a:extLst>
                  <a:ext uri="{FF2B5EF4-FFF2-40B4-BE49-F238E27FC236}">
                    <a16:creationId xmlns:a16="http://schemas.microsoft.com/office/drawing/2014/main" id="{F95D9390-118F-47E0-BE90-424EA02443EB}"/>
                  </a:ext>
                </a:extLst>
              </p:cNvPr>
              <p:cNvGrpSpPr>
                <a:grpSpLocks noChangeAspect="1"/>
              </p:cNvGrpSpPr>
              <p:nvPr/>
            </p:nvGrpSpPr>
            <p:grpSpPr>
              <a:xfrm>
                <a:off x="5560235" y="1862329"/>
                <a:ext cx="541338" cy="512762"/>
                <a:chOff x="4662488" y="4738688"/>
                <a:chExt cx="541338" cy="512762"/>
              </a:xfrm>
              <a:solidFill>
                <a:schemeClr val="bg1"/>
              </a:solidFill>
            </p:grpSpPr>
            <p:sp>
              <p:nvSpPr>
                <p:cNvPr id="79" name="Freeform 198">
                  <a:extLst>
                    <a:ext uri="{FF2B5EF4-FFF2-40B4-BE49-F238E27FC236}">
                      <a16:creationId xmlns:a16="http://schemas.microsoft.com/office/drawing/2014/main" id="{3EEF1111-1042-4A57-B14C-75A0558035E2}"/>
                    </a:ext>
                  </a:extLst>
                </p:cNvPr>
                <p:cNvSpPr>
                  <a:spLocks/>
                </p:cNvSpPr>
                <p:nvPr/>
              </p:nvSpPr>
              <p:spPr bwMode="auto">
                <a:xfrm>
                  <a:off x="4662488" y="4738688"/>
                  <a:ext cx="541338" cy="511175"/>
                </a:xfrm>
                <a:custGeom>
                  <a:avLst/>
                  <a:gdLst>
                    <a:gd name="T0" fmla="*/ 235 w 237"/>
                    <a:gd name="T1" fmla="*/ 85 h 223"/>
                    <a:gd name="T2" fmla="*/ 225 w 237"/>
                    <a:gd name="T3" fmla="*/ 77 h 223"/>
                    <a:gd name="T4" fmla="*/ 153 w 237"/>
                    <a:gd name="T5" fmla="*/ 75 h 223"/>
                    <a:gd name="T6" fmla="*/ 129 w 237"/>
                    <a:gd name="T7" fmla="*/ 8 h 223"/>
                    <a:gd name="T8" fmla="*/ 118 w 237"/>
                    <a:gd name="T9" fmla="*/ 0 h 223"/>
                    <a:gd name="T10" fmla="*/ 108 w 237"/>
                    <a:gd name="T11" fmla="*/ 8 h 223"/>
                    <a:gd name="T12" fmla="*/ 84 w 237"/>
                    <a:gd name="T13" fmla="*/ 75 h 223"/>
                    <a:gd name="T14" fmla="*/ 12 w 237"/>
                    <a:gd name="T15" fmla="*/ 77 h 223"/>
                    <a:gd name="T16" fmla="*/ 2 w 237"/>
                    <a:gd name="T17" fmla="*/ 85 h 223"/>
                    <a:gd name="T18" fmla="*/ 6 w 237"/>
                    <a:gd name="T19" fmla="*/ 97 h 223"/>
                    <a:gd name="T20" fmla="*/ 63 w 237"/>
                    <a:gd name="T21" fmla="*/ 140 h 223"/>
                    <a:gd name="T22" fmla="*/ 42 w 237"/>
                    <a:gd name="T23" fmla="*/ 208 h 223"/>
                    <a:gd name="T24" fmla="*/ 46 w 237"/>
                    <a:gd name="T25" fmla="*/ 220 h 223"/>
                    <a:gd name="T26" fmla="*/ 53 w 237"/>
                    <a:gd name="T27" fmla="*/ 223 h 223"/>
                    <a:gd name="T28" fmla="*/ 60 w 237"/>
                    <a:gd name="T29" fmla="*/ 221 h 223"/>
                    <a:gd name="T30" fmla="*/ 121 w 237"/>
                    <a:gd name="T31" fmla="*/ 178 h 223"/>
                    <a:gd name="T32" fmla="*/ 122 w 237"/>
                    <a:gd name="T33" fmla="*/ 172 h 223"/>
                    <a:gd name="T34" fmla="*/ 116 w 237"/>
                    <a:gd name="T35" fmla="*/ 170 h 223"/>
                    <a:gd name="T36" fmla="*/ 54 w 237"/>
                    <a:gd name="T37" fmla="*/ 213 h 223"/>
                    <a:gd name="T38" fmla="*/ 52 w 237"/>
                    <a:gd name="T39" fmla="*/ 213 h 223"/>
                    <a:gd name="T40" fmla="*/ 51 w 237"/>
                    <a:gd name="T41" fmla="*/ 211 h 223"/>
                    <a:gd name="T42" fmla="*/ 73 w 237"/>
                    <a:gd name="T43" fmla="*/ 140 h 223"/>
                    <a:gd name="T44" fmla="*/ 71 w 237"/>
                    <a:gd name="T45" fmla="*/ 134 h 223"/>
                    <a:gd name="T46" fmla="*/ 11 w 237"/>
                    <a:gd name="T47" fmla="*/ 90 h 223"/>
                    <a:gd name="T48" fmla="*/ 11 w 237"/>
                    <a:gd name="T49" fmla="*/ 87 h 223"/>
                    <a:gd name="T50" fmla="*/ 13 w 237"/>
                    <a:gd name="T51" fmla="*/ 86 h 223"/>
                    <a:gd name="T52" fmla="*/ 88 w 237"/>
                    <a:gd name="T53" fmla="*/ 84 h 223"/>
                    <a:gd name="T54" fmla="*/ 92 w 237"/>
                    <a:gd name="T55" fmla="*/ 81 h 223"/>
                    <a:gd name="T56" fmla="*/ 117 w 237"/>
                    <a:gd name="T57" fmla="*/ 11 h 223"/>
                    <a:gd name="T58" fmla="*/ 120 w 237"/>
                    <a:gd name="T59" fmla="*/ 11 h 223"/>
                    <a:gd name="T60" fmla="*/ 145 w 237"/>
                    <a:gd name="T61" fmla="*/ 81 h 223"/>
                    <a:gd name="T62" fmla="*/ 149 w 237"/>
                    <a:gd name="T63" fmla="*/ 84 h 223"/>
                    <a:gd name="T64" fmla="*/ 224 w 237"/>
                    <a:gd name="T65" fmla="*/ 86 h 223"/>
                    <a:gd name="T66" fmla="*/ 226 w 237"/>
                    <a:gd name="T67" fmla="*/ 87 h 223"/>
                    <a:gd name="T68" fmla="*/ 225 w 237"/>
                    <a:gd name="T69" fmla="*/ 90 h 223"/>
                    <a:gd name="T70" fmla="*/ 189 w 237"/>
                    <a:gd name="T71" fmla="*/ 117 h 223"/>
                    <a:gd name="T72" fmla="*/ 188 w 237"/>
                    <a:gd name="T73" fmla="*/ 123 h 223"/>
                    <a:gd name="T74" fmla="*/ 195 w 237"/>
                    <a:gd name="T75" fmla="*/ 124 h 223"/>
                    <a:gd name="T76" fmla="*/ 231 w 237"/>
                    <a:gd name="T77" fmla="*/ 97 h 223"/>
                    <a:gd name="T78" fmla="*/ 235 w 237"/>
                    <a:gd name="T79" fmla="*/ 8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7" h="223">
                      <a:moveTo>
                        <a:pt x="235" y="85"/>
                      </a:moveTo>
                      <a:cubicBezTo>
                        <a:pt x="234" y="80"/>
                        <a:pt x="229" y="77"/>
                        <a:pt x="225" y="77"/>
                      </a:cubicBezTo>
                      <a:cubicBezTo>
                        <a:pt x="153" y="75"/>
                        <a:pt x="153" y="75"/>
                        <a:pt x="153" y="75"/>
                      </a:cubicBezTo>
                      <a:cubicBezTo>
                        <a:pt x="129" y="8"/>
                        <a:pt x="129" y="8"/>
                        <a:pt x="129" y="8"/>
                      </a:cubicBezTo>
                      <a:cubicBezTo>
                        <a:pt x="128" y="4"/>
                        <a:pt x="123" y="0"/>
                        <a:pt x="118" y="0"/>
                      </a:cubicBezTo>
                      <a:cubicBezTo>
                        <a:pt x="114" y="0"/>
                        <a:pt x="109" y="4"/>
                        <a:pt x="108" y="8"/>
                      </a:cubicBezTo>
                      <a:cubicBezTo>
                        <a:pt x="84" y="75"/>
                        <a:pt x="84" y="75"/>
                        <a:pt x="84" y="75"/>
                      </a:cubicBezTo>
                      <a:cubicBezTo>
                        <a:pt x="12" y="77"/>
                        <a:pt x="12" y="77"/>
                        <a:pt x="12" y="77"/>
                      </a:cubicBezTo>
                      <a:cubicBezTo>
                        <a:pt x="7" y="77"/>
                        <a:pt x="3" y="80"/>
                        <a:pt x="2" y="85"/>
                      </a:cubicBezTo>
                      <a:cubicBezTo>
                        <a:pt x="0" y="89"/>
                        <a:pt x="2" y="94"/>
                        <a:pt x="6" y="97"/>
                      </a:cubicBezTo>
                      <a:cubicBezTo>
                        <a:pt x="63" y="140"/>
                        <a:pt x="63" y="140"/>
                        <a:pt x="63" y="140"/>
                      </a:cubicBezTo>
                      <a:cubicBezTo>
                        <a:pt x="42" y="208"/>
                        <a:pt x="42" y="208"/>
                        <a:pt x="42" y="208"/>
                      </a:cubicBezTo>
                      <a:cubicBezTo>
                        <a:pt x="41" y="212"/>
                        <a:pt x="42" y="218"/>
                        <a:pt x="46" y="220"/>
                      </a:cubicBezTo>
                      <a:cubicBezTo>
                        <a:pt x="48" y="222"/>
                        <a:pt x="51" y="223"/>
                        <a:pt x="53" y="223"/>
                      </a:cubicBezTo>
                      <a:cubicBezTo>
                        <a:pt x="55" y="223"/>
                        <a:pt x="58" y="222"/>
                        <a:pt x="60" y="221"/>
                      </a:cubicBezTo>
                      <a:cubicBezTo>
                        <a:pt x="121" y="178"/>
                        <a:pt x="121" y="178"/>
                        <a:pt x="121" y="178"/>
                      </a:cubicBezTo>
                      <a:cubicBezTo>
                        <a:pt x="123" y="177"/>
                        <a:pt x="124" y="174"/>
                        <a:pt x="122" y="172"/>
                      </a:cubicBezTo>
                      <a:cubicBezTo>
                        <a:pt x="121" y="169"/>
                        <a:pt x="118" y="169"/>
                        <a:pt x="116" y="170"/>
                      </a:cubicBezTo>
                      <a:cubicBezTo>
                        <a:pt x="54" y="213"/>
                        <a:pt x="54" y="213"/>
                        <a:pt x="54" y="213"/>
                      </a:cubicBezTo>
                      <a:cubicBezTo>
                        <a:pt x="53" y="213"/>
                        <a:pt x="53" y="213"/>
                        <a:pt x="52" y="213"/>
                      </a:cubicBezTo>
                      <a:cubicBezTo>
                        <a:pt x="51" y="212"/>
                        <a:pt x="51" y="211"/>
                        <a:pt x="51" y="211"/>
                      </a:cubicBezTo>
                      <a:cubicBezTo>
                        <a:pt x="73" y="140"/>
                        <a:pt x="73" y="140"/>
                        <a:pt x="73" y="140"/>
                      </a:cubicBezTo>
                      <a:cubicBezTo>
                        <a:pt x="73" y="138"/>
                        <a:pt x="73" y="136"/>
                        <a:pt x="71" y="134"/>
                      </a:cubicBezTo>
                      <a:cubicBezTo>
                        <a:pt x="11" y="90"/>
                        <a:pt x="11" y="90"/>
                        <a:pt x="11" y="90"/>
                      </a:cubicBezTo>
                      <a:cubicBezTo>
                        <a:pt x="11" y="89"/>
                        <a:pt x="10" y="88"/>
                        <a:pt x="11" y="87"/>
                      </a:cubicBezTo>
                      <a:cubicBezTo>
                        <a:pt x="11" y="87"/>
                        <a:pt x="12" y="86"/>
                        <a:pt x="13" y="86"/>
                      </a:cubicBezTo>
                      <a:cubicBezTo>
                        <a:pt x="88" y="84"/>
                        <a:pt x="88" y="84"/>
                        <a:pt x="88" y="84"/>
                      </a:cubicBezTo>
                      <a:cubicBezTo>
                        <a:pt x="90" y="84"/>
                        <a:pt x="91" y="83"/>
                        <a:pt x="92" y="81"/>
                      </a:cubicBezTo>
                      <a:cubicBezTo>
                        <a:pt x="117" y="11"/>
                        <a:pt x="117" y="11"/>
                        <a:pt x="117" y="11"/>
                      </a:cubicBezTo>
                      <a:cubicBezTo>
                        <a:pt x="117" y="10"/>
                        <a:pt x="120" y="10"/>
                        <a:pt x="120" y="11"/>
                      </a:cubicBezTo>
                      <a:cubicBezTo>
                        <a:pt x="145" y="81"/>
                        <a:pt x="145" y="81"/>
                        <a:pt x="145" y="81"/>
                      </a:cubicBezTo>
                      <a:cubicBezTo>
                        <a:pt x="146" y="83"/>
                        <a:pt x="147" y="84"/>
                        <a:pt x="149" y="84"/>
                      </a:cubicBezTo>
                      <a:cubicBezTo>
                        <a:pt x="224" y="86"/>
                        <a:pt x="224" y="86"/>
                        <a:pt x="224" y="86"/>
                      </a:cubicBezTo>
                      <a:cubicBezTo>
                        <a:pt x="225" y="86"/>
                        <a:pt x="226" y="87"/>
                        <a:pt x="226" y="87"/>
                      </a:cubicBezTo>
                      <a:cubicBezTo>
                        <a:pt x="226" y="88"/>
                        <a:pt x="226" y="89"/>
                        <a:pt x="225" y="90"/>
                      </a:cubicBezTo>
                      <a:cubicBezTo>
                        <a:pt x="189" y="117"/>
                        <a:pt x="189" y="117"/>
                        <a:pt x="189" y="117"/>
                      </a:cubicBezTo>
                      <a:cubicBezTo>
                        <a:pt x="187" y="118"/>
                        <a:pt x="187" y="121"/>
                        <a:pt x="188" y="123"/>
                      </a:cubicBezTo>
                      <a:cubicBezTo>
                        <a:pt x="190" y="126"/>
                        <a:pt x="193" y="126"/>
                        <a:pt x="195" y="124"/>
                      </a:cubicBezTo>
                      <a:cubicBezTo>
                        <a:pt x="231" y="97"/>
                        <a:pt x="231" y="97"/>
                        <a:pt x="231" y="97"/>
                      </a:cubicBezTo>
                      <a:cubicBezTo>
                        <a:pt x="235" y="94"/>
                        <a:pt x="237" y="89"/>
                        <a:pt x="235" y="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80" name="Freeform 199">
                  <a:extLst>
                    <a:ext uri="{FF2B5EF4-FFF2-40B4-BE49-F238E27FC236}">
                      <a16:creationId xmlns:a16="http://schemas.microsoft.com/office/drawing/2014/main" id="{6A2645E5-1FD6-473F-96FA-A14710BFECDC}"/>
                    </a:ext>
                  </a:extLst>
                </p:cNvPr>
                <p:cNvSpPr>
                  <a:spLocks/>
                </p:cNvSpPr>
                <p:nvPr/>
              </p:nvSpPr>
              <p:spPr bwMode="auto">
                <a:xfrm>
                  <a:off x="4967288" y="5048250"/>
                  <a:ext cx="200025" cy="203200"/>
                </a:xfrm>
                <a:custGeom>
                  <a:avLst/>
                  <a:gdLst>
                    <a:gd name="T0" fmla="*/ 83 w 88"/>
                    <a:gd name="T1" fmla="*/ 40 h 89"/>
                    <a:gd name="T2" fmla="*/ 49 w 88"/>
                    <a:gd name="T3" fmla="*/ 40 h 89"/>
                    <a:gd name="T4" fmla="*/ 49 w 88"/>
                    <a:gd name="T5" fmla="*/ 5 h 89"/>
                    <a:gd name="T6" fmla="*/ 44 w 88"/>
                    <a:gd name="T7" fmla="*/ 0 h 89"/>
                    <a:gd name="T8" fmla="*/ 39 w 88"/>
                    <a:gd name="T9" fmla="*/ 5 h 89"/>
                    <a:gd name="T10" fmla="*/ 39 w 88"/>
                    <a:gd name="T11" fmla="*/ 40 h 89"/>
                    <a:gd name="T12" fmla="*/ 4 w 88"/>
                    <a:gd name="T13" fmla="*/ 40 h 89"/>
                    <a:gd name="T14" fmla="*/ 0 w 88"/>
                    <a:gd name="T15" fmla="*/ 45 h 89"/>
                    <a:gd name="T16" fmla="*/ 4 w 88"/>
                    <a:gd name="T17" fmla="*/ 49 h 89"/>
                    <a:gd name="T18" fmla="*/ 39 w 88"/>
                    <a:gd name="T19" fmla="*/ 49 h 89"/>
                    <a:gd name="T20" fmla="*/ 39 w 88"/>
                    <a:gd name="T21" fmla="*/ 84 h 89"/>
                    <a:gd name="T22" fmla="*/ 44 w 88"/>
                    <a:gd name="T23" fmla="*/ 89 h 89"/>
                    <a:gd name="T24" fmla="*/ 49 w 88"/>
                    <a:gd name="T25" fmla="*/ 84 h 89"/>
                    <a:gd name="T26" fmla="*/ 49 w 88"/>
                    <a:gd name="T27" fmla="*/ 49 h 89"/>
                    <a:gd name="T28" fmla="*/ 83 w 88"/>
                    <a:gd name="T29" fmla="*/ 49 h 89"/>
                    <a:gd name="T30" fmla="*/ 88 w 88"/>
                    <a:gd name="T31" fmla="*/ 45 h 89"/>
                    <a:gd name="T32" fmla="*/ 83 w 88"/>
                    <a:gd name="T33" fmla="*/ 4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89">
                      <a:moveTo>
                        <a:pt x="83" y="40"/>
                      </a:moveTo>
                      <a:cubicBezTo>
                        <a:pt x="49" y="40"/>
                        <a:pt x="49" y="40"/>
                        <a:pt x="49" y="40"/>
                      </a:cubicBezTo>
                      <a:cubicBezTo>
                        <a:pt x="49" y="5"/>
                        <a:pt x="49" y="5"/>
                        <a:pt x="49" y="5"/>
                      </a:cubicBezTo>
                      <a:cubicBezTo>
                        <a:pt x="49" y="3"/>
                        <a:pt x="47" y="0"/>
                        <a:pt x="44" y="0"/>
                      </a:cubicBezTo>
                      <a:cubicBezTo>
                        <a:pt x="41" y="0"/>
                        <a:pt x="39" y="3"/>
                        <a:pt x="39" y="5"/>
                      </a:cubicBezTo>
                      <a:cubicBezTo>
                        <a:pt x="39" y="40"/>
                        <a:pt x="39" y="40"/>
                        <a:pt x="39" y="40"/>
                      </a:cubicBezTo>
                      <a:cubicBezTo>
                        <a:pt x="4" y="40"/>
                        <a:pt x="4" y="40"/>
                        <a:pt x="4" y="40"/>
                      </a:cubicBezTo>
                      <a:cubicBezTo>
                        <a:pt x="2" y="40"/>
                        <a:pt x="0" y="42"/>
                        <a:pt x="0" y="45"/>
                      </a:cubicBezTo>
                      <a:cubicBezTo>
                        <a:pt x="0" y="47"/>
                        <a:pt x="2" y="49"/>
                        <a:pt x="4" y="49"/>
                      </a:cubicBezTo>
                      <a:cubicBezTo>
                        <a:pt x="39" y="49"/>
                        <a:pt x="39" y="49"/>
                        <a:pt x="39" y="49"/>
                      </a:cubicBezTo>
                      <a:cubicBezTo>
                        <a:pt x="39" y="84"/>
                        <a:pt x="39" y="84"/>
                        <a:pt x="39" y="84"/>
                      </a:cubicBezTo>
                      <a:cubicBezTo>
                        <a:pt x="39" y="87"/>
                        <a:pt x="41" y="89"/>
                        <a:pt x="44" y="89"/>
                      </a:cubicBezTo>
                      <a:cubicBezTo>
                        <a:pt x="47" y="89"/>
                        <a:pt x="49" y="87"/>
                        <a:pt x="49" y="84"/>
                      </a:cubicBezTo>
                      <a:cubicBezTo>
                        <a:pt x="49" y="49"/>
                        <a:pt x="49" y="49"/>
                        <a:pt x="49" y="49"/>
                      </a:cubicBezTo>
                      <a:cubicBezTo>
                        <a:pt x="83" y="49"/>
                        <a:pt x="83" y="49"/>
                        <a:pt x="83" y="49"/>
                      </a:cubicBezTo>
                      <a:cubicBezTo>
                        <a:pt x="86" y="49"/>
                        <a:pt x="88" y="47"/>
                        <a:pt x="88" y="45"/>
                      </a:cubicBezTo>
                      <a:cubicBezTo>
                        <a:pt x="88" y="42"/>
                        <a:pt x="86" y="40"/>
                        <a:pt x="83" y="4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grpSp>
          <p:sp>
            <p:nvSpPr>
              <p:cNvPr id="63" name="Freeform 326">
                <a:extLst>
                  <a:ext uri="{FF2B5EF4-FFF2-40B4-BE49-F238E27FC236}">
                    <a16:creationId xmlns:a16="http://schemas.microsoft.com/office/drawing/2014/main" id="{EB933E63-B38B-4290-89D0-0294287B033A}"/>
                  </a:ext>
                </a:extLst>
              </p:cNvPr>
              <p:cNvSpPr>
                <a:spLocks noChangeAspect="1" noEditPoints="1"/>
              </p:cNvSpPr>
              <p:nvPr/>
            </p:nvSpPr>
            <p:spPr bwMode="auto">
              <a:xfrm>
                <a:off x="8595128" y="1828991"/>
                <a:ext cx="552450" cy="579438"/>
              </a:xfrm>
              <a:custGeom>
                <a:avLst/>
                <a:gdLst>
                  <a:gd name="T0" fmla="*/ 182 w 227"/>
                  <a:gd name="T1" fmla="*/ 82 h 238"/>
                  <a:gd name="T2" fmla="*/ 114 w 227"/>
                  <a:gd name="T3" fmla="*/ 0 h 238"/>
                  <a:gd name="T4" fmla="*/ 45 w 227"/>
                  <a:gd name="T5" fmla="*/ 82 h 238"/>
                  <a:gd name="T6" fmla="*/ 0 w 227"/>
                  <a:gd name="T7" fmla="*/ 147 h 238"/>
                  <a:gd name="T8" fmla="*/ 114 w 227"/>
                  <a:gd name="T9" fmla="*/ 201 h 238"/>
                  <a:gd name="T10" fmla="*/ 158 w 227"/>
                  <a:gd name="T11" fmla="*/ 217 h 238"/>
                  <a:gd name="T12" fmla="*/ 227 w 227"/>
                  <a:gd name="T13" fmla="*/ 147 h 238"/>
                  <a:gd name="T14" fmla="*/ 182 w 227"/>
                  <a:gd name="T15" fmla="*/ 82 h 238"/>
                  <a:gd name="T16" fmla="*/ 114 w 227"/>
                  <a:gd name="T17" fmla="*/ 9 h 238"/>
                  <a:gd name="T18" fmla="*/ 173 w 227"/>
                  <a:gd name="T19" fmla="*/ 79 h 238"/>
                  <a:gd name="T20" fmla="*/ 114 w 227"/>
                  <a:gd name="T21" fmla="*/ 93 h 238"/>
                  <a:gd name="T22" fmla="*/ 54 w 227"/>
                  <a:gd name="T23" fmla="*/ 79 h 238"/>
                  <a:gd name="T24" fmla="*/ 114 w 227"/>
                  <a:gd name="T25" fmla="*/ 9 h 238"/>
                  <a:gd name="T26" fmla="*/ 114 w 227"/>
                  <a:gd name="T27" fmla="*/ 188 h 238"/>
                  <a:gd name="T28" fmla="*/ 98 w 227"/>
                  <a:gd name="T29" fmla="*/ 138 h 238"/>
                  <a:gd name="T30" fmla="*/ 129 w 227"/>
                  <a:gd name="T31" fmla="*/ 138 h 238"/>
                  <a:gd name="T32" fmla="*/ 114 w 227"/>
                  <a:gd name="T33" fmla="*/ 188 h 238"/>
                  <a:gd name="T34" fmla="*/ 100 w 227"/>
                  <a:gd name="T35" fmla="*/ 129 h 238"/>
                  <a:gd name="T36" fmla="*/ 114 w 227"/>
                  <a:gd name="T37" fmla="*/ 106 h 238"/>
                  <a:gd name="T38" fmla="*/ 127 w 227"/>
                  <a:gd name="T39" fmla="*/ 129 h 238"/>
                  <a:gd name="T40" fmla="*/ 100 w 227"/>
                  <a:gd name="T41" fmla="*/ 129 h 238"/>
                  <a:gd name="T42" fmla="*/ 91 w 227"/>
                  <a:gd name="T43" fmla="*/ 126 h 238"/>
                  <a:gd name="T44" fmla="*/ 56 w 227"/>
                  <a:gd name="T45" fmla="*/ 88 h 238"/>
                  <a:gd name="T46" fmla="*/ 107 w 227"/>
                  <a:gd name="T47" fmla="*/ 100 h 238"/>
                  <a:gd name="T48" fmla="*/ 91 w 227"/>
                  <a:gd name="T49" fmla="*/ 126 h 238"/>
                  <a:gd name="T50" fmla="*/ 121 w 227"/>
                  <a:gd name="T51" fmla="*/ 100 h 238"/>
                  <a:gd name="T52" fmla="*/ 171 w 227"/>
                  <a:gd name="T53" fmla="*/ 88 h 238"/>
                  <a:gd name="T54" fmla="*/ 136 w 227"/>
                  <a:gd name="T55" fmla="*/ 126 h 238"/>
                  <a:gd name="T56" fmla="*/ 121 w 227"/>
                  <a:gd name="T57" fmla="*/ 100 h 238"/>
                  <a:gd name="T58" fmla="*/ 9 w 227"/>
                  <a:gd name="T59" fmla="*/ 147 h 238"/>
                  <a:gd name="T60" fmla="*/ 47 w 227"/>
                  <a:gd name="T61" fmla="*/ 91 h 238"/>
                  <a:gd name="T62" fmla="*/ 89 w 227"/>
                  <a:gd name="T63" fmla="*/ 135 h 238"/>
                  <a:gd name="T64" fmla="*/ 107 w 227"/>
                  <a:gd name="T65" fmla="*/ 194 h 238"/>
                  <a:gd name="T66" fmla="*/ 9 w 227"/>
                  <a:gd name="T67" fmla="*/ 147 h 238"/>
                  <a:gd name="T68" fmla="*/ 121 w 227"/>
                  <a:gd name="T69" fmla="*/ 194 h 238"/>
                  <a:gd name="T70" fmla="*/ 138 w 227"/>
                  <a:gd name="T71" fmla="*/ 135 h 238"/>
                  <a:gd name="T72" fmla="*/ 180 w 227"/>
                  <a:gd name="T73" fmla="*/ 91 h 238"/>
                  <a:gd name="T74" fmla="*/ 218 w 227"/>
                  <a:gd name="T75" fmla="*/ 147 h 238"/>
                  <a:gd name="T76" fmla="*/ 121 w 227"/>
                  <a:gd name="T77" fmla="*/ 1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7" h="238">
                    <a:moveTo>
                      <a:pt x="182" y="82"/>
                    </a:moveTo>
                    <a:cubicBezTo>
                      <a:pt x="190" y="38"/>
                      <a:pt x="156" y="0"/>
                      <a:pt x="114" y="0"/>
                    </a:cubicBezTo>
                    <a:cubicBezTo>
                      <a:pt x="71" y="0"/>
                      <a:pt x="38" y="38"/>
                      <a:pt x="45" y="82"/>
                    </a:cubicBezTo>
                    <a:cubicBezTo>
                      <a:pt x="19" y="92"/>
                      <a:pt x="0" y="117"/>
                      <a:pt x="0" y="147"/>
                    </a:cubicBezTo>
                    <a:cubicBezTo>
                      <a:pt x="0" y="206"/>
                      <a:pt x="68" y="238"/>
                      <a:pt x="114" y="201"/>
                    </a:cubicBezTo>
                    <a:cubicBezTo>
                      <a:pt x="126" y="211"/>
                      <a:pt x="141" y="217"/>
                      <a:pt x="158" y="217"/>
                    </a:cubicBezTo>
                    <a:cubicBezTo>
                      <a:pt x="196" y="217"/>
                      <a:pt x="227" y="185"/>
                      <a:pt x="227" y="147"/>
                    </a:cubicBezTo>
                    <a:cubicBezTo>
                      <a:pt x="227" y="117"/>
                      <a:pt x="209" y="92"/>
                      <a:pt x="182" y="82"/>
                    </a:cubicBezTo>
                    <a:close/>
                    <a:moveTo>
                      <a:pt x="114" y="9"/>
                    </a:moveTo>
                    <a:cubicBezTo>
                      <a:pt x="150" y="9"/>
                      <a:pt x="179" y="42"/>
                      <a:pt x="173" y="79"/>
                    </a:cubicBezTo>
                    <a:cubicBezTo>
                      <a:pt x="151" y="74"/>
                      <a:pt x="130" y="80"/>
                      <a:pt x="114" y="93"/>
                    </a:cubicBezTo>
                    <a:cubicBezTo>
                      <a:pt x="97" y="80"/>
                      <a:pt x="76" y="74"/>
                      <a:pt x="54" y="79"/>
                    </a:cubicBezTo>
                    <a:cubicBezTo>
                      <a:pt x="48" y="42"/>
                      <a:pt x="77" y="9"/>
                      <a:pt x="114" y="9"/>
                    </a:cubicBezTo>
                    <a:close/>
                    <a:moveTo>
                      <a:pt x="114" y="188"/>
                    </a:moveTo>
                    <a:cubicBezTo>
                      <a:pt x="101" y="175"/>
                      <a:pt x="95" y="157"/>
                      <a:pt x="98" y="138"/>
                    </a:cubicBezTo>
                    <a:cubicBezTo>
                      <a:pt x="108" y="140"/>
                      <a:pt x="118" y="140"/>
                      <a:pt x="129" y="138"/>
                    </a:cubicBezTo>
                    <a:cubicBezTo>
                      <a:pt x="132" y="157"/>
                      <a:pt x="126" y="175"/>
                      <a:pt x="114" y="188"/>
                    </a:cubicBezTo>
                    <a:close/>
                    <a:moveTo>
                      <a:pt x="100" y="129"/>
                    </a:moveTo>
                    <a:cubicBezTo>
                      <a:pt x="103" y="120"/>
                      <a:pt x="108" y="112"/>
                      <a:pt x="114" y="106"/>
                    </a:cubicBezTo>
                    <a:cubicBezTo>
                      <a:pt x="120" y="112"/>
                      <a:pt x="124" y="120"/>
                      <a:pt x="127" y="129"/>
                    </a:cubicBezTo>
                    <a:cubicBezTo>
                      <a:pt x="118" y="131"/>
                      <a:pt x="109" y="131"/>
                      <a:pt x="100" y="129"/>
                    </a:cubicBezTo>
                    <a:close/>
                    <a:moveTo>
                      <a:pt x="91" y="126"/>
                    </a:moveTo>
                    <a:cubicBezTo>
                      <a:pt x="75" y="119"/>
                      <a:pt x="62" y="105"/>
                      <a:pt x="56" y="88"/>
                    </a:cubicBezTo>
                    <a:cubicBezTo>
                      <a:pt x="75" y="84"/>
                      <a:pt x="93" y="89"/>
                      <a:pt x="107" y="100"/>
                    </a:cubicBezTo>
                    <a:cubicBezTo>
                      <a:pt x="100" y="107"/>
                      <a:pt x="95" y="116"/>
                      <a:pt x="91" y="126"/>
                    </a:cubicBezTo>
                    <a:close/>
                    <a:moveTo>
                      <a:pt x="121" y="100"/>
                    </a:moveTo>
                    <a:cubicBezTo>
                      <a:pt x="135" y="88"/>
                      <a:pt x="153" y="84"/>
                      <a:pt x="171" y="88"/>
                    </a:cubicBezTo>
                    <a:cubicBezTo>
                      <a:pt x="166" y="105"/>
                      <a:pt x="153" y="119"/>
                      <a:pt x="136" y="126"/>
                    </a:cubicBezTo>
                    <a:cubicBezTo>
                      <a:pt x="133" y="116"/>
                      <a:pt x="127" y="107"/>
                      <a:pt x="121" y="100"/>
                    </a:cubicBezTo>
                    <a:close/>
                    <a:moveTo>
                      <a:pt x="9" y="147"/>
                    </a:moveTo>
                    <a:cubicBezTo>
                      <a:pt x="9" y="122"/>
                      <a:pt x="25" y="100"/>
                      <a:pt x="47" y="91"/>
                    </a:cubicBezTo>
                    <a:cubicBezTo>
                      <a:pt x="54" y="111"/>
                      <a:pt x="69" y="127"/>
                      <a:pt x="89" y="135"/>
                    </a:cubicBezTo>
                    <a:cubicBezTo>
                      <a:pt x="85" y="157"/>
                      <a:pt x="92" y="179"/>
                      <a:pt x="107" y="194"/>
                    </a:cubicBezTo>
                    <a:cubicBezTo>
                      <a:pt x="67" y="226"/>
                      <a:pt x="9" y="197"/>
                      <a:pt x="9" y="147"/>
                    </a:cubicBezTo>
                    <a:close/>
                    <a:moveTo>
                      <a:pt x="121" y="194"/>
                    </a:moveTo>
                    <a:cubicBezTo>
                      <a:pt x="135" y="179"/>
                      <a:pt x="142" y="158"/>
                      <a:pt x="138" y="135"/>
                    </a:cubicBezTo>
                    <a:cubicBezTo>
                      <a:pt x="158" y="127"/>
                      <a:pt x="174" y="111"/>
                      <a:pt x="180" y="91"/>
                    </a:cubicBezTo>
                    <a:cubicBezTo>
                      <a:pt x="202" y="100"/>
                      <a:pt x="218" y="122"/>
                      <a:pt x="218" y="147"/>
                    </a:cubicBezTo>
                    <a:cubicBezTo>
                      <a:pt x="218" y="197"/>
                      <a:pt x="160" y="226"/>
                      <a:pt x="121" y="1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grpSp>
            <p:nvGrpSpPr>
              <p:cNvPr id="64" name="Group 63">
                <a:extLst>
                  <a:ext uri="{FF2B5EF4-FFF2-40B4-BE49-F238E27FC236}">
                    <a16:creationId xmlns:a16="http://schemas.microsoft.com/office/drawing/2014/main" id="{556F7D7E-D27E-4DEF-88EA-DFB9C8D74E13}"/>
                  </a:ext>
                </a:extLst>
              </p:cNvPr>
              <p:cNvGrpSpPr>
                <a:grpSpLocks noChangeAspect="1"/>
              </p:cNvGrpSpPr>
              <p:nvPr/>
            </p:nvGrpSpPr>
            <p:grpSpPr>
              <a:xfrm>
                <a:off x="7030334" y="1800416"/>
                <a:ext cx="641351" cy="636588"/>
                <a:chOff x="9693275" y="5368925"/>
                <a:chExt cx="641351" cy="636588"/>
              </a:xfrm>
              <a:solidFill>
                <a:schemeClr val="bg1"/>
              </a:solidFill>
            </p:grpSpPr>
            <p:sp>
              <p:nvSpPr>
                <p:cNvPr id="72" name="Freeform 579">
                  <a:extLst>
                    <a:ext uri="{FF2B5EF4-FFF2-40B4-BE49-F238E27FC236}">
                      <a16:creationId xmlns:a16="http://schemas.microsoft.com/office/drawing/2014/main" id="{1F152DE6-EB16-46DD-B65A-2C25984C005F}"/>
                    </a:ext>
                  </a:extLst>
                </p:cNvPr>
                <p:cNvSpPr>
                  <a:spLocks/>
                </p:cNvSpPr>
                <p:nvPr/>
              </p:nvSpPr>
              <p:spPr bwMode="auto">
                <a:xfrm>
                  <a:off x="9693275" y="5954713"/>
                  <a:ext cx="57150" cy="26988"/>
                </a:xfrm>
                <a:custGeom>
                  <a:avLst/>
                  <a:gdLst>
                    <a:gd name="T0" fmla="*/ 17 w 21"/>
                    <a:gd name="T1" fmla="*/ 0 h 10"/>
                    <a:gd name="T2" fmla="*/ 5 w 21"/>
                    <a:gd name="T3" fmla="*/ 0 h 10"/>
                    <a:gd name="T4" fmla="*/ 0 w 21"/>
                    <a:gd name="T5" fmla="*/ 5 h 10"/>
                    <a:gd name="T6" fmla="*/ 5 w 21"/>
                    <a:gd name="T7" fmla="*/ 10 h 10"/>
                    <a:gd name="T8" fmla="*/ 17 w 21"/>
                    <a:gd name="T9" fmla="*/ 10 h 10"/>
                    <a:gd name="T10" fmla="*/ 21 w 21"/>
                    <a:gd name="T11" fmla="*/ 5 h 10"/>
                    <a:gd name="T12" fmla="*/ 17 w 2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1" h="10">
                      <a:moveTo>
                        <a:pt x="17" y="0"/>
                      </a:moveTo>
                      <a:cubicBezTo>
                        <a:pt x="5" y="0"/>
                        <a:pt x="5" y="0"/>
                        <a:pt x="5" y="0"/>
                      </a:cubicBezTo>
                      <a:cubicBezTo>
                        <a:pt x="2" y="0"/>
                        <a:pt x="0" y="3"/>
                        <a:pt x="0" y="5"/>
                      </a:cubicBezTo>
                      <a:cubicBezTo>
                        <a:pt x="0" y="8"/>
                        <a:pt x="2" y="10"/>
                        <a:pt x="5" y="10"/>
                      </a:cubicBezTo>
                      <a:cubicBezTo>
                        <a:pt x="17" y="10"/>
                        <a:pt x="17" y="10"/>
                        <a:pt x="17" y="10"/>
                      </a:cubicBezTo>
                      <a:cubicBezTo>
                        <a:pt x="19" y="10"/>
                        <a:pt x="21" y="8"/>
                        <a:pt x="21" y="5"/>
                      </a:cubicBezTo>
                      <a:cubicBezTo>
                        <a:pt x="21" y="3"/>
                        <a:pt x="19" y="0"/>
                        <a:pt x="17"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73" name="Freeform 580">
                  <a:extLst>
                    <a:ext uri="{FF2B5EF4-FFF2-40B4-BE49-F238E27FC236}">
                      <a16:creationId xmlns:a16="http://schemas.microsoft.com/office/drawing/2014/main" id="{723674D7-7C89-4729-83F5-435942884407}"/>
                    </a:ext>
                  </a:extLst>
                </p:cNvPr>
                <p:cNvSpPr>
                  <a:spLocks/>
                </p:cNvSpPr>
                <p:nvPr/>
              </p:nvSpPr>
              <p:spPr bwMode="auto">
                <a:xfrm>
                  <a:off x="9790113" y="5954713"/>
                  <a:ext cx="69850" cy="26988"/>
                </a:xfrm>
                <a:custGeom>
                  <a:avLst/>
                  <a:gdLst>
                    <a:gd name="T0" fmla="*/ 22 w 26"/>
                    <a:gd name="T1" fmla="*/ 0 h 10"/>
                    <a:gd name="T2" fmla="*/ 5 w 26"/>
                    <a:gd name="T3" fmla="*/ 0 h 10"/>
                    <a:gd name="T4" fmla="*/ 0 w 26"/>
                    <a:gd name="T5" fmla="*/ 5 h 10"/>
                    <a:gd name="T6" fmla="*/ 5 w 26"/>
                    <a:gd name="T7" fmla="*/ 10 h 10"/>
                    <a:gd name="T8" fmla="*/ 22 w 26"/>
                    <a:gd name="T9" fmla="*/ 10 h 10"/>
                    <a:gd name="T10" fmla="*/ 26 w 26"/>
                    <a:gd name="T11" fmla="*/ 5 h 10"/>
                    <a:gd name="T12" fmla="*/ 22 w 2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6" h="10">
                      <a:moveTo>
                        <a:pt x="22" y="0"/>
                      </a:moveTo>
                      <a:cubicBezTo>
                        <a:pt x="5" y="0"/>
                        <a:pt x="5" y="0"/>
                        <a:pt x="5" y="0"/>
                      </a:cubicBezTo>
                      <a:cubicBezTo>
                        <a:pt x="2" y="0"/>
                        <a:pt x="0" y="3"/>
                        <a:pt x="0" y="5"/>
                      </a:cubicBezTo>
                      <a:cubicBezTo>
                        <a:pt x="0" y="8"/>
                        <a:pt x="2" y="10"/>
                        <a:pt x="5" y="10"/>
                      </a:cubicBezTo>
                      <a:cubicBezTo>
                        <a:pt x="22" y="10"/>
                        <a:pt x="22" y="10"/>
                        <a:pt x="22" y="10"/>
                      </a:cubicBezTo>
                      <a:cubicBezTo>
                        <a:pt x="24" y="10"/>
                        <a:pt x="26" y="8"/>
                        <a:pt x="26" y="5"/>
                      </a:cubicBezTo>
                      <a:cubicBezTo>
                        <a:pt x="26" y="3"/>
                        <a:pt x="24" y="0"/>
                        <a:pt x="2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74" name="Freeform 581">
                  <a:extLst>
                    <a:ext uri="{FF2B5EF4-FFF2-40B4-BE49-F238E27FC236}">
                      <a16:creationId xmlns:a16="http://schemas.microsoft.com/office/drawing/2014/main" id="{835689C7-10A6-4E4E-89DF-9C8CC425A6C7}"/>
                    </a:ext>
                  </a:extLst>
                </p:cNvPr>
                <p:cNvSpPr>
                  <a:spLocks/>
                </p:cNvSpPr>
                <p:nvPr/>
              </p:nvSpPr>
              <p:spPr bwMode="auto">
                <a:xfrm>
                  <a:off x="9901238" y="5954713"/>
                  <a:ext cx="58738" cy="26988"/>
                </a:xfrm>
                <a:custGeom>
                  <a:avLst/>
                  <a:gdLst>
                    <a:gd name="T0" fmla="*/ 17 w 22"/>
                    <a:gd name="T1" fmla="*/ 0 h 10"/>
                    <a:gd name="T2" fmla="*/ 5 w 22"/>
                    <a:gd name="T3" fmla="*/ 0 h 10"/>
                    <a:gd name="T4" fmla="*/ 0 w 22"/>
                    <a:gd name="T5" fmla="*/ 5 h 10"/>
                    <a:gd name="T6" fmla="*/ 5 w 22"/>
                    <a:gd name="T7" fmla="*/ 10 h 10"/>
                    <a:gd name="T8" fmla="*/ 17 w 22"/>
                    <a:gd name="T9" fmla="*/ 10 h 10"/>
                    <a:gd name="T10" fmla="*/ 22 w 22"/>
                    <a:gd name="T11" fmla="*/ 5 h 10"/>
                    <a:gd name="T12" fmla="*/ 17 w 2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2" h="10">
                      <a:moveTo>
                        <a:pt x="17" y="0"/>
                      </a:moveTo>
                      <a:cubicBezTo>
                        <a:pt x="5" y="0"/>
                        <a:pt x="5" y="0"/>
                        <a:pt x="5" y="0"/>
                      </a:cubicBezTo>
                      <a:cubicBezTo>
                        <a:pt x="2" y="0"/>
                        <a:pt x="0" y="3"/>
                        <a:pt x="0" y="5"/>
                      </a:cubicBezTo>
                      <a:cubicBezTo>
                        <a:pt x="0" y="8"/>
                        <a:pt x="2" y="10"/>
                        <a:pt x="5" y="10"/>
                      </a:cubicBezTo>
                      <a:cubicBezTo>
                        <a:pt x="17" y="10"/>
                        <a:pt x="17" y="10"/>
                        <a:pt x="17" y="10"/>
                      </a:cubicBezTo>
                      <a:cubicBezTo>
                        <a:pt x="19" y="10"/>
                        <a:pt x="22" y="8"/>
                        <a:pt x="22" y="5"/>
                      </a:cubicBezTo>
                      <a:cubicBezTo>
                        <a:pt x="22" y="3"/>
                        <a:pt x="19" y="0"/>
                        <a:pt x="17"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75" name="Freeform 582">
                  <a:extLst>
                    <a:ext uri="{FF2B5EF4-FFF2-40B4-BE49-F238E27FC236}">
                      <a16:creationId xmlns:a16="http://schemas.microsoft.com/office/drawing/2014/main" id="{0FEB0104-7879-43B5-A04D-E804ADC44094}"/>
                    </a:ext>
                  </a:extLst>
                </p:cNvPr>
                <p:cNvSpPr>
                  <a:spLocks/>
                </p:cNvSpPr>
                <p:nvPr/>
              </p:nvSpPr>
              <p:spPr bwMode="auto">
                <a:xfrm>
                  <a:off x="10067925" y="5954713"/>
                  <a:ext cx="60325" cy="26988"/>
                </a:xfrm>
                <a:custGeom>
                  <a:avLst/>
                  <a:gdLst>
                    <a:gd name="T0" fmla="*/ 17 w 22"/>
                    <a:gd name="T1" fmla="*/ 0 h 10"/>
                    <a:gd name="T2" fmla="*/ 5 w 22"/>
                    <a:gd name="T3" fmla="*/ 0 h 10"/>
                    <a:gd name="T4" fmla="*/ 0 w 22"/>
                    <a:gd name="T5" fmla="*/ 5 h 10"/>
                    <a:gd name="T6" fmla="*/ 5 w 22"/>
                    <a:gd name="T7" fmla="*/ 10 h 10"/>
                    <a:gd name="T8" fmla="*/ 17 w 22"/>
                    <a:gd name="T9" fmla="*/ 10 h 10"/>
                    <a:gd name="T10" fmla="*/ 22 w 22"/>
                    <a:gd name="T11" fmla="*/ 5 h 10"/>
                    <a:gd name="T12" fmla="*/ 17 w 2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2" h="10">
                      <a:moveTo>
                        <a:pt x="17" y="0"/>
                      </a:moveTo>
                      <a:cubicBezTo>
                        <a:pt x="5" y="0"/>
                        <a:pt x="5" y="0"/>
                        <a:pt x="5" y="0"/>
                      </a:cubicBezTo>
                      <a:cubicBezTo>
                        <a:pt x="2" y="0"/>
                        <a:pt x="0" y="3"/>
                        <a:pt x="0" y="5"/>
                      </a:cubicBezTo>
                      <a:cubicBezTo>
                        <a:pt x="0" y="8"/>
                        <a:pt x="2" y="10"/>
                        <a:pt x="5" y="10"/>
                      </a:cubicBezTo>
                      <a:cubicBezTo>
                        <a:pt x="17" y="10"/>
                        <a:pt x="17" y="10"/>
                        <a:pt x="17" y="10"/>
                      </a:cubicBezTo>
                      <a:cubicBezTo>
                        <a:pt x="20" y="10"/>
                        <a:pt x="22" y="8"/>
                        <a:pt x="22" y="5"/>
                      </a:cubicBezTo>
                      <a:cubicBezTo>
                        <a:pt x="22" y="3"/>
                        <a:pt x="20" y="0"/>
                        <a:pt x="17"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76" name="Freeform 583">
                  <a:extLst>
                    <a:ext uri="{FF2B5EF4-FFF2-40B4-BE49-F238E27FC236}">
                      <a16:creationId xmlns:a16="http://schemas.microsoft.com/office/drawing/2014/main" id="{81E3E3F6-4929-455A-8DA9-D93B275C8AEF}"/>
                    </a:ext>
                  </a:extLst>
                </p:cNvPr>
                <p:cNvSpPr>
                  <a:spLocks/>
                </p:cNvSpPr>
                <p:nvPr/>
              </p:nvSpPr>
              <p:spPr bwMode="auto">
                <a:xfrm>
                  <a:off x="10164763" y="5954713"/>
                  <a:ext cx="73025" cy="26988"/>
                </a:xfrm>
                <a:custGeom>
                  <a:avLst/>
                  <a:gdLst>
                    <a:gd name="T0" fmla="*/ 22 w 27"/>
                    <a:gd name="T1" fmla="*/ 0 h 10"/>
                    <a:gd name="T2" fmla="*/ 5 w 27"/>
                    <a:gd name="T3" fmla="*/ 0 h 10"/>
                    <a:gd name="T4" fmla="*/ 0 w 27"/>
                    <a:gd name="T5" fmla="*/ 5 h 10"/>
                    <a:gd name="T6" fmla="*/ 5 w 27"/>
                    <a:gd name="T7" fmla="*/ 10 h 10"/>
                    <a:gd name="T8" fmla="*/ 22 w 27"/>
                    <a:gd name="T9" fmla="*/ 10 h 10"/>
                    <a:gd name="T10" fmla="*/ 27 w 27"/>
                    <a:gd name="T11" fmla="*/ 5 h 10"/>
                    <a:gd name="T12" fmla="*/ 22 w 27"/>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7" h="10">
                      <a:moveTo>
                        <a:pt x="22" y="0"/>
                      </a:moveTo>
                      <a:cubicBezTo>
                        <a:pt x="5" y="0"/>
                        <a:pt x="5" y="0"/>
                        <a:pt x="5" y="0"/>
                      </a:cubicBezTo>
                      <a:cubicBezTo>
                        <a:pt x="3" y="0"/>
                        <a:pt x="0" y="3"/>
                        <a:pt x="0" y="5"/>
                      </a:cubicBezTo>
                      <a:cubicBezTo>
                        <a:pt x="0" y="8"/>
                        <a:pt x="3" y="10"/>
                        <a:pt x="5" y="10"/>
                      </a:cubicBezTo>
                      <a:cubicBezTo>
                        <a:pt x="22" y="10"/>
                        <a:pt x="22" y="10"/>
                        <a:pt x="22" y="10"/>
                      </a:cubicBezTo>
                      <a:cubicBezTo>
                        <a:pt x="25" y="10"/>
                        <a:pt x="27" y="8"/>
                        <a:pt x="27" y="5"/>
                      </a:cubicBezTo>
                      <a:cubicBezTo>
                        <a:pt x="27" y="3"/>
                        <a:pt x="25" y="0"/>
                        <a:pt x="2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77" name="Freeform 584">
                  <a:extLst>
                    <a:ext uri="{FF2B5EF4-FFF2-40B4-BE49-F238E27FC236}">
                      <a16:creationId xmlns:a16="http://schemas.microsoft.com/office/drawing/2014/main" id="{BD969BCC-4E15-4078-BBE0-EB78B5DA1315}"/>
                    </a:ext>
                  </a:extLst>
                </p:cNvPr>
                <p:cNvSpPr>
                  <a:spLocks/>
                </p:cNvSpPr>
                <p:nvPr/>
              </p:nvSpPr>
              <p:spPr bwMode="auto">
                <a:xfrm>
                  <a:off x="10279063" y="5954713"/>
                  <a:ext cx="55563" cy="26988"/>
                </a:xfrm>
                <a:custGeom>
                  <a:avLst/>
                  <a:gdLst>
                    <a:gd name="T0" fmla="*/ 17 w 21"/>
                    <a:gd name="T1" fmla="*/ 0 h 10"/>
                    <a:gd name="T2" fmla="*/ 4 w 21"/>
                    <a:gd name="T3" fmla="*/ 0 h 10"/>
                    <a:gd name="T4" fmla="*/ 0 w 21"/>
                    <a:gd name="T5" fmla="*/ 5 h 10"/>
                    <a:gd name="T6" fmla="*/ 4 w 21"/>
                    <a:gd name="T7" fmla="*/ 10 h 10"/>
                    <a:gd name="T8" fmla="*/ 17 w 21"/>
                    <a:gd name="T9" fmla="*/ 10 h 10"/>
                    <a:gd name="T10" fmla="*/ 21 w 21"/>
                    <a:gd name="T11" fmla="*/ 5 h 10"/>
                    <a:gd name="T12" fmla="*/ 17 w 2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1" h="10">
                      <a:moveTo>
                        <a:pt x="17" y="0"/>
                      </a:moveTo>
                      <a:cubicBezTo>
                        <a:pt x="4" y="0"/>
                        <a:pt x="4" y="0"/>
                        <a:pt x="4" y="0"/>
                      </a:cubicBezTo>
                      <a:cubicBezTo>
                        <a:pt x="2" y="0"/>
                        <a:pt x="0" y="3"/>
                        <a:pt x="0" y="5"/>
                      </a:cubicBezTo>
                      <a:cubicBezTo>
                        <a:pt x="0" y="8"/>
                        <a:pt x="2" y="10"/>
                        <a:pt x="4" y="10"/>
                      </a:cubicBezTo>
                      <a:cubicBezTo>
                        <a:pt x="17" y="10"/>
                        <a:pt x="17" y="10"/>
                        <a:pt x="17" y="10"/>
                      </a:cubicBezTo>
                      <a:cubicBezTo>
                        <a:pt x="19" y="10"/>
                        <a:pt x="21" y="8"/>
                        <a:pt x="21" y="5"/>
                      </a:cubicBezTo>
                      <a:cubicBezTo>
                        <a:pt x="21" y="3"/>
                        <a:pt x="19" y="0"/>
                        <a:pt x="17"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78" name="Freeform 585">
                  <a:extLst>
                    <a:ext uri="{FF2B5EF4-FFF2-40B4-BE49-F238E27FC236}">
                      <a16:creationId xmlns:a16="http://schemas.microsoft.com/office/drawing/2014/main" id="{C9A7D47E-D65E-448A-ABD7-FA52773032CC}"/>
                    </a:ext>
                  </a:extLst>
                </p:cNvPr>
                <p:cNvSpPr>
                  <a:spLocks noEditPoints="1"/>
                </p:cNvSpPr>
                <p:nvPr/>
              </p:nvSpPr>
              <p:spPr bwMode="auto">
                <a:xfrm>
                  <a:off x="9836150" y="5368925"/>
                  <a:ext cx="355600" cy="636588"/>
                </a:xfrm>
                <a:custGeom>
                  <a:avLst/>
                  <a:gdLst>
                    <a:gd name="T0" fmla="*/ 71 w 132"/>
                    <a:gd name="T1" fmla="*/ 210 h 236"/>
                    <a:gd name="T2" fmla="*/ 71 w 132"/>
                    <a:gd name="T3" fmla="*/ 191 h 236"/>
                    <a:gd name="T4" fmla="*/ 132 w 132"/>
                    <a:gd name="T5" fmla="*/ 167 h 236"/>
                    <a:gd name="T6" fmla="*/ 132 w 132"/>
                    <a:gd name="T7" fmla="*/ 164 h 236"/>
                    <a:gd name="T8" fmla="*/ 132 w 132"/>
                    <a:gd name="T9" fmla="*/ 29 h 236"/>
                    <a:gd name="T10" fmla="*/ 66 w 132"/>
                    <a:gd name="T11" fmla="*/ 0 h 236"/>
                    <a:gd name="T12" fmla="*/ 1 w 132"/>
                    <a:gd name="T13" fmla="*/ 26 h 236"/>
                    <a:gd name="T14" fmla="*/ 0 w 132"/>
                    <a:gd name="T15" fmla="*/ 28 h 236"/>
                    <a:gd name="T16" fmla="*/ 0 w 132"/>
                    <a:gd name="T17" fmla="*/ 28 h 236"/>
                    <a:gd name="T18" fmla="*/ 0 w 132"/>
                    <a:gd name="T19" fmla="*/ 29 h 236"/>
                    <a:gd name="T20" fmla="*/ 0 w 132"/>
                    <a:gd name="T21" fmla="*/ 164 h 236"/>
                    <a:gd name="T22" fmla="*/ 1 w 132"/>
                    <a:gd name="T23" fmla="*/ 167 h 236"/>
                    <a:gd name="T24" fmla="*/ 61 w 132"/>
                    <a:gd name="T25" fmla="*/ 191 h 236"/>
                    <a:gd name="T26" fmla="*/ 61 w 132"/>
                    <a:gd name="T27" fmla="*/ 210 h 236"/>
                    <a:gd name="T28" fmla="*/ 53 w 132"/>
                    <a:gd name="T29" fmla="*/ 222 h 236"/>
                    <a:gd name="T30" fmla="*/ 66 w 132"/>
                    <a:gd name="T31" fmla="*/ 236 h 236"/>
                    <a:gd name="T32" fmla="*/ 80 w 132"/>
                    <a:gd name="T33" fmla="*/ 222 h 236"/>
                    <a:gd name="T34" fmla="*/ 71 w 132"/>
                    <a:gd name="T35" fmla="*/ 210 h 236"/>
                    <a:gd name="T36" fmla="*/ 123 w 132"/>
                    <a:gd name="T37" fmla="*/ 40 h 236"/>
                    <a:gd name="T38" fmla="*/ 123 w 132"/>
                    <a:gd name="T39" fmla="*/ 71 h 236"/>
                    <a:gd name="T40" fmla="*/ 122 w 132"/>
                    <a:gd name="T41" fmla="*/ 73 h 236"/>
                    <a:gd name="T42" fmla="*/ 122 w 132"/>
                    <a:gd name="T43" fmla="*/ 73 h 236"/>
                    <a:gd name="T44" fmla="*/ 66 w 132"/>
                    <a:gd name="T45" fmla="*/ 89 h 236"/>
                    <a:gd name="T46" fmla="*/ 10 w 132"/>
                    <a:gd name="T47" fmla="*/ 73 h 236"/>
                    <a:gd name="T48" fmla="*/ 10 w 132"/>
                    <a:gd name="T49" fmla="*/ 40 h 236"/>
                    <a:gd name="T50" fmla="*/ 66 w 132"/>
                    <a:gd name="T51" fmla="*/ 53 h 236"/>
                    <a:gd name="T52" fmla="*/ 123 w 132"/>
                    <a:gd name="T53" fmla="*/ 40 h 236"/>
                    <a:gd name="T54" fmla="*/ 10 w 132"/>
                    <a:gd name="T55" fmla="*/ 85 h 236"/>
                    <a:gd name="T56" fmla="*/ 66 w 132"/>
                    <a:gd name="T57" fmla="*/ 98 h 236"/>
                    <a:gd name="T58" fmla="*/ 123 w 132"/>
                    <a:gd name="T59" fmla="*/ 85 h 236"/>
                    <a:gd name="T60" fmla="*/ 123 w 132"/>
                    <a:gd name="T61" fmla="*/ 116 h 236"/>
                    <a:gd name="T62" fmla="*/ 122 w 132"/>
                    <a:gd name="T63" fmla="*/ 118 h 236"/>
                    <a:gd name="T64" fmla="*/ 122 w 132"/>
                    <a:gd name="T65" fmla="*/ 118 h 236"/>
                    <a:gd name="T66" fmla="*/ 66 w 132"/>
                    <a:gd name="T67" fmla="*/ 134 h 236"/>
                    <a:gd name="T68" fmla="*/ 10 w 132"/>
                    <a:gd name="T69" fmla="*/ 118 h 236"/>
                    <a:gd name="T70" fmla="*/ 10 w 132"/>
                    <a:gd name="T71" fmla="*/ 85 h 236"/>
                    <a:gd name="T72" fmla="*/ 66 w 132"/>
                    <a:gd name="T73" fmla="*/ 10 h 236"/>
                    <a:gd name="T74" fmla="*/ 122 w 132"/>
                    <a:gd name="T75" fmla="*/ 27 h 236"/>
                    <a:gd name="T76" fmla="*/ 122 w 132"/>
                    <a:gd name="T77" fmla="*/ 27 h 236"/>
                    <a:gd name="T78" fmla="*/ 122 w 132"/>
                    <a:gd name="T79" fmla="*/ 27 h 236"/>
                    <a:gd name="T80" fmla="*/ 66 w 132"/>
                    <a:gd name="T81" fmla="*/ 43 h 236"/>
                    <a:gd name="T82" fmla="*/ 10 w 132"/>
                    <a:gd name="T83" fmla="*/ 28 h 236"/>
                    <a:gd name="T84" fmla="*/ 66 w 132"/>
                    <a:gd name="T85" fmla="*/ 10 h 236"/>
                    <a:gd name="T86" fmla="*/ 10 w 132"/>
                    <a:gd name="T87" fmla="*/ 164 h 236"/>
                    <a:gd name="T88" fmla="*/ 10 w 132"/>
                    <a:gd name="T89" fmla="*/ 131 h 236"/>
                    <a:gd name="T90" fmla="*/ 66 w 132"/>
                    <a:gd name="T91" fmla="*/ 144 h 236"/>
                    <a:gd name="T92" fmla="*/ 123 w 132"/>
                    <a:gd name="T93" fmla="*/ 130 h 236"/>
                    <a:gd name="T94" fmla="*/ 123 w 132"/>
                    <a:gd name="T95" fmla="*/ 164 h 236"/>
                    <a:gd name="T96" fmla="*/ 123 w 132"/>
                    <a:gd name="T97" fmla="*/ 164 h 236"/>
                    <a:gd name="T98" fmla="*/ 66 w 132"/>
                    <a:gd name="T99" fmla="*/ 182 h 236"/>
                    <a:gd name="T100" fmla="*/ 10 w 132"/>
                    <a:gd name="T101" fmla="*/ 164 h 236"/>
                    <a:gd name="T102" fmla="*/ 66 w 132"/>
                    <a:gd name="T103" fmla="*/ 226 h 236"/>
                    <a:gd name="T104" fmla="*/ 62 w 132"/>
                    <a:gd name="T105" fmla="*/ 222 h 236"/>
                    <a:gd name="T106" fmla="*/ 63 w 132"/>
                    <a:gd name="T107" fmla="*/ 220 h 236"/>
                    <a:gd name="T108" fmla="*/ 66 w 132"/>
                    <a:gd name="T109" fmla="*/ 218 h 236"/>
                    <a:gd name="T110" fmla="*/ 70 w 132"/>
                    <a:gd name="T111" fmla="*/ 222 h 236"/>
                    <a:gd name="T112" fmla="*/ 66 w 132"/>
                    <a:gd name="T113" fmla="*/ 22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2" h="236">
                      <a:moveTo>
                        <a:pt x="71" y="210"/>
                      </a:moveTo>
                      <a:cubicBezTo>
                        <a:pt x="71" y="191"/>
                        <a:pt x="71" y="191"/>
                        <a:pt x="71" y="191"/>
                      </a:cubicBezTo>
                      <a:cubicBezTo>
                        <a:pt x="98" y="191"/>
                        <a:pt x="128" y="184"/>
                        <a:pt x="132" y="167"/>
                      </a:cubicBezTo>
                      <a:cubicBezTo>
                        <a:pt x="132" y="166"/>
                        <a:pt x="132" y="165"/>
                        <a:pt x="132" y="164"/>
                      </a:cubicBezTo>
                      <a:cubicBezTo>
                        <a:pt x="132" y="29"/>
                        <a:pt x="132" y="29"/>
                        <a:pt x="132" y="29"/>
                      </a:cubicBezTo>
                      <a:cubicBezTo>
                        <a:pt x="132" y="8"/>
                        <a:pt x="97" y="0"/>
                        <a:pt x="66" y="0"/>
                      </a:cubicBezTo>
                      <a:cubicBezTo>
                        <a:pt x="37" y="0"/>
                        <a:pt x="4" y="7"/>
                        <a:pt x="1" y="26"/>
                      </a:cubicBezTo>
                      <a:cubicBezTo>
                        <a:pt x="0" y="27"/>
                        <a:pt x="0" y="27"/>
                        <a:pt x="0" y="28"/>
                      </a:cubicBezTo>
                      <a:cubicBezTo>
                        <a:pt x="0" y="28"/>
                        <a:pt x="0" y="28"/>
                        <a:pt x="0" y="28"/>
                      </a:cubicBezTo>
                      <a:cubicBezTo>
                        <a:pt x="0" y="29"/>
                        <a:pt x="0" y="29"/>
                        <a:pt x="0" y="29"/>
                      </a:cubicBezTo>
                      <a:cubicBezTo>
                        <a:pt x="0" y="164"/>
                        <a:pt x="0" y="164"/>
                        <a:pt x="0" y="164"/>
                      </a:cubicBezTo>
                      <a:cubicBezTo>
                        <a:pt x="0" y="165"/>
                        <a:pt x="0" y="166"/>
                        <a:pt x="1" y="167"/>
                      </a:cubicBezTo>
                      <a:cubicBezTo>
                        <a:pt x="5" y="184"/>
                        <a:pt x="35" y="191"/>
                        <a:pt x="61" y="191"/>
                      </a:cubicBezTo>
                      <a:cubicBezTo>
                        <a:pt x="61" y="210"/>
                        <a:pt x="61" y="210"/>
                        <a:pt x="61" y="210"/>
                      </a:cubicBezTo>
                      <a:cubicBezTo>
                        <a:pt x="56" y="212"/>
                        <a:pt x="53" y="217"/>
                        <a:pt x="53" y="222"/>
                      </a:cubicBezTo>
                      <a:cubicBezTo>
                        <a:pt x="53" y="230"/>
                        <a:pt x="59" y="236"/>
                        <a:pt x="66" y="236"/>
                      </a:cubicBezTo>
                      <a:cubicBezTo>
                        <a:pt x="74" y="236"/>
                        <a:pt x="80" y="230"/>
                        <a:pt x="80" y="222"/>
                      </a:cubicBezTo>
                      <a:cubicBezTo>
                        <a:pt x="80" y="217"/>
                        <a:pt x="76" y="212"/>
                        <a:pt x="71" y="210"/>
                      </a:cubicBezTo>
                      <a:close/>
                      <a:moveTo>
                        <a:pt x="123" y="40"/>
                      </a:moveTo>
                      <a:cubicBezTo>
                        <a:pt x="123" y="71"/>
                        <a:pt x="123" y="71"/>
                        <a:pt x="123" y="71"/>
                      </a:cubicBezTo>
                      <a:cubicBezTo>
                        <a:pt x="122" y="71"/>
                        <a:pt x="122" y="72"/>
                        <a:pt x="122" y="73"/>
                      </a:cubicBezTo>
                      <a:cubicBezTo>
                        <a:pt x="122" y="73"/>
                        <a:pt x="122" y="73"/>
                        <a:pt x="122" y="73"/>
                      </a:cubicBezTo>
                      <a:cubicBezTo>
                        <a:pt x="121" y="76"/>
                        <a:pt x="103" y="89"/>
                        <a:pt x="66" y="89"/>
                      </a:cubicBezTo>
                      <a:cubicBezTo>
                        <a:pt x="29" y="89"/>
                        <a:pt x="11" y="76"/>
                        <a:pt x="10" y="73"/>
                      </a:cubicBezTo>
                      <a:cubicBezTo>
                        <a:pt x="10" y="40"/>
                        <a:pt x="10" y="40"/>
                        <a:pt x="10" y="40"/>
                      </a:cubicBezTo>
                      <a:cubicBezTo>
                        <a:pt x="21" y="47"/>
                        <a:pt x="40" y="53"/>
                        <a:pt x="66" y="53"/>
                      </a:cubicBezTo>
                      <a:cubicBezTo>
                        <a:pt x="93" y="53"/>
                        <a:pt x="112" y="47"/>
                        <a:pt x="123" y="40"/>
                      </a:cubicBezTo>
                      <a:close/>
                      <a:moveTo>
                        <a:pt x="10" y="85"/>
                      </a:moveTo>
                      <a:cubicBezTo>
                        <a:pt x="21" y="92"/>
                        <a:pt x="40" y="98"/>
                        <a:pt x="66" y="98"/>
                      </a:cubicBezTo>
                      <a:cubicBezTo>
                        <a:pt x="93" y="98"/>
                        <a:pt x="112" y="92"/>
                        <a:pt x="123" y="85"/>
                      </a:cubicBezTo>
                      <a:cubicBezTo>
                        <a:pt x="123" y="116"/>
                        <a:pt x="123" y="116"/>
                        <a:pt x="123" y="116"/>
                      </a:cubicBezTo>
                      <a:cubicBezTo>
                        <a:pt x="122" y="117"/>
                        <a:pt x="122" y="117"/>
                        <a:pt x="122" y="118"/>
                      </a:cubicBezTo>
                      <a:cubicBezTo>
                        <a:pt x="122" y="118"/>
                        <a:pt x="122" y="118"/>
                        <a:pt x="122" y="118"/>
                      </a:cubicBezTo>
                      <a:cubicBezTo>
                        <a:pt x="121" y="121"/>
                        <a:pt x="103" y="134"/>
                        <a:pt x="66" y="134"/>
                      </a:cubicBezTo>
                      <a:cubicBezTo>
                        <a:pt x="30" y="134"/>
                        <a:pt x="12" y="122"/>
                        <a:pt x="10" y="118"/>
                      </a:cubicBezTo>
                      <a:lnTo>
                        <a:pt x="10" y="85"/>
                      </a:lnTo>
                      <a:close/>
                      <a:moveTo>
                        <a:pt x="66" y="10"/>
                      </a:moveTo>
                      <a:cubicBezTo>
                        <a:pt x="96" y="10"/>
                        <a:pt x="119" y="17"/>
                        <a:pt x="122" y="27"/>
                      </a:cubicBezTo>
                      <a:cubicBezTo>
                        <a:pt x="122" y="27"/>
                        <a:pt x="122" y="27"/>
                        <a:pt x="122" y="27"/>
                      </a:cubicBezTo>
                      <a:cubicBezTo>
                        <a:pt x="122" y="27"/>
                        <a:pt x="122" y="27"/>
                        <a:pt x="122" y="27"/>
                      </a:cubicBezTo>
                      <a:cubicBezTo>
                        <a:pt x="121" y="30"/>
                        <a:pt x="103" y="43"/>
                        <a:pt x="66" y="43"/>
                      </a:cubicBezTo>
                      <a:cubicBezTo>
                        <a:pt x="30" y="43"/>
                        <a:pt x="12" y="31"/>
                        <a:pt x="10" y="28"/>
                      </a:cubicBezTo>
                      <a:cubicBezTo>
                        <a:pt x="12" y="18"/>
                        <a:pt x="36" y="10"/>
                        <a:pt x="66" y="10"/>
                      </a:cubicBezTo>
                      <a:close/>
                      <a:moveTo>
                        <a:pt x="10" y="164"/>
                      </a:moveTo>
                      <a:cubicBezTo>
                        <a:pt x="10" y="131"/>
                        <a:pt x="10" y="131"/>
                        <a:pt x="10" y="131"/>
                      </a:cubicBezTo>
                      <a:cubicBezTo>
                        <a:pt x="21" y="138"/>
                        <a:pt x="40" y="144"/>
                        <a:pt x="66" y="144"/>
                      </a:cubicBezTo>
                      <a:cubicBezTo>
                        <a:pt x="93" y="144"/>
                        <a:pt x="112" y="137"/>
                        <a:pt x="123" y="130"/>
                      </a:cubicBezTo>
                      <a:cubicBezTo>
                        <a:pt x="123" y="164"/>
                        <a:pt x="123" y="164"/>
                        <a:pt x="123" y="164"/>
                      </a:cubicBezTo>
                      <a:cubicBezTo>
                        <a:pt x="123" y="164"/>
                        <a:pt x="123" y="164"/>
                        <a:pt x="123" y="164"/>
                      </a:cubicBezTo>
                      <a:cubicBezTo>
                        <a:pt x="120" y="174"/>
                        <a:pt x="96" y="182"/>
                        <a:pt x="66" y="182"/>
                      </a:cubicBezTo>
                      <a:cubicBezTo>
                        <a:pt x="37" y="182"/>
                        <a:pt x="12" y="174"/>
                        <a:pt x="10" y="164"/>
                      </a:cubicBezTo>
                      <a:close/>
                      <a:moveTo>
                        <a:pt x="66" y="226"/>
                      </a:moveTo>
                      <a:cubicBezTo>
                        <a:pt x="64" y="226"/>
                        <a:pt x="62" y="225"/>
                        <a:pt x="62" y="222"/>
                      </a:cubicBezTo>
                      <a:cubicBezTo>
                        <a:pt x="62" y="221"/>
                        <a:pt x="63" y="220"/>
                        <a:pt x="63" y="220"/>
                      </a:cubicBezTo>
                      <a:cubicBezTo>
                        <a:pt x="64" y="219"/>
                        <a:pt x="65" y="218"/>
                        <a:pt x="66" y="218"/>
                      </a:cubicBezTo>
                      <a:cubicBezTo>
                        <a:pt x="69" y="218"/>
                        <a:pt x="70" y="220"/>
                        <a:pt x="70" y="222"/>
                      </a:cubicBezTo>
                      <a:cubicBezTo>
                        <a:pt x="70" y="225"/>
                        <a:pt x="69" y="226"/>
                        <a:pt x="66" y="2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grpSp>
          <p:grpSp>
            <p:nvGrpSpPr>
              <p:cNvPr id="65" name="Group 64">
                <a:extLst>
                  <a:ext uri="{FF2B5EF4-FFF2-40B4-BE49-F238E27FC236}">
                    <a16:creationId xmlns:a16="http://schemas.microsoft.com/office/drawing/2014/main" id="{AC758D21-BF69-44FD-A8CE-6ADA47E24D96}"/>
                  </a:ext>
                </a:extLst>
              </p:cNvPr>
              <p:cNvGrpSpPr>
                <a:grpSpLocks noChangeAspect="1"/>
              </p:cNvGrpSpPr>
              <p:nvPr/>
            </p:nvGrpSpPr>
            <p:grpSpPr>
              <a:xfrm>
                <a:off x="2553668" y="1902016"/>
                <a:ext cx="484188" cy="433388"/>
                <a:chOff x="11387138" y="6542088"/>
                <a:chExt cx="484188" cy="433388"/>
              </a:xfrm>
              <a:solidFill>
                <a:schemeClr val="bg1"/>
              </a:solidFill>
            </p:grpSpPr>
            <p:sp>
              <p:nvSpPr>
                <p:cNvPr id="66" name="Freeform 601">
                  <a:extLst>
                    <a:ext uri="{FF2B5EF4-FFF2-40B4-BE49-F238E27FC236}">
                      <a16:creationId xmlns:a16="http://schemas.microsoft.com/office/drawing/2014/main" id="{2CF2E11B-0BB5-416A-8A1D-32424C4EAB33}"/>
                    </a:ext>
                  </a:extLst>
                </p:cNvPr>
                <p:cNvSpPr>
                  <a:spLocks noEditPoints="1"/>
                </p:cNvSpPr>
                <p:nvPr/>
              </p:nvSpPr>
              <p:spPr bwMode="auto">
                <a:xfrm>
                  <a:off x="11387138" y="6542088"/>
                  <a:ext cx="120650" cy="114300"/>
                </a:xfrm>
                <a:custGeom>
                  <a:avLst/>
                  <a:gdLst>
                    <a:gd name="T0" fmla="*/ 46 w 53"/>
                    <a:gd name="T1" fmla="*/ 14 h 50"/>
                    <a:gd name="T2" fmla="*/ 36 w 53"/>
                    <a:gd name="T3" fmla="*/ 14 h 50"/>
                    <a:gd name="T4" fmla="*/ 32 w 53"/>
                    <a:gd name="T5" fmla="*/ 4 h 50"/>
                    <a:gd name="T6" fmla="*/ 26 w 53"/>
                    <a:gd name="T7" fmla="*/ 0 h 50"/>
                    <a:gd name="T8" fmla="*/ 21 w 53"/>
                    <a:gd name="T9" fmla="*/ 4 h 50"/>
                    <a:gd name="T10" fmla="*/ 17 w 53"/>
                    <a:gd name="T11" fmla="*/ 14 h 50"/>
                    <a:gd name="T12" fmla="*/ 7 w 53"/>
                    <a:gd name="T13" fmla="*/ 14 h 50"/>
                    <a:gd name="T14" fmla="*/ 1 w 53"/>
                    <a:gd name="T15" fmla="*/ 18 h 50"/>
                    <a:gd name="T16" fmla="*/ 3 w 53"/>
                    <a:gd name="T17" fmla="*/ 25 h 50"/>
                    <a:gd name="T18" fmla="*/ 11 w 53"/>
                    <a:gd name="T19" fmla="*/ 31 h 50"/>
                    <a:gd name="T20" fmla="*/ 8 w 53"/>
                    <a:gd name="T21" fmla="*/ 41 h 50"/>
                    <a:gd name="T22" fmla="*/ 11 w 53"/>
                    <a:gd name="T23" fmla="*/ 48 h 50"/>
                    <a:gd name="T24" fmla="*/ 18 w 53"/>
                    <a:gd name="T25" fmla="*/ 48 h 50"/>
                    <a:gd name="T26" fmla="*/ 26 w 53"/>
                    <a:gd name="T27" fmla="*/ 42 h 50"/>
                    <a:gd name="T28" fmla="*/ 35 w 53"/>
                    <a:gd name="T29" fmla="*/ 48 h 50"/>
                    <a:gd name="T30" fmla="*/ 39 w 53"/>
                    <a:gd name="T31" fmla="*/ 49 h 50"/>
                    <a:gd name="T32" fmla="*/ 42 w 53"/>
                    <a:gd name="T33" fmla="*/ 48 h 50"/>
                    <a:gd name="T34" fmla="*/ 44 w 53"/>
                    <a:gd name="T35" fmla="*/ 41 h 50"/>
                    <a:gd name="T36" fmla="*/ 41 w 53"/>
                    <a:gd name="T37" fmla="*/ 31 h 50"/>
                    <a:gd name="T38" fmla="*/ 50 w 53"/>
                    <a:gd name="T39" fmla="*/ 25 h 50"/>
                    <a:gd name="T40" fmla="*/ 52 w 53"/>
                    <a:gd name="T41" fmla="*/ 18 h 50"/>
                    <a:gd name="T42" fmla="*/ 46 w 53"/>
                    <a:gd name="T43" fmla="*/ 14 h 50"/>
                    <a:gd name="T44" fmla="*/ 33 w 53"/>
                    <a:gd name="T45" fmla="*/ 26 h 50"/>
                    <a:gd name="T46" fmla="*/ 31 w 53"/>
                    <a:gd name="T47" fmla="*/ 31 h 50"/>
                    <a:gd name="T48" fmla="*/ 32 w 53"/>
                    <a:gd name="T49" fmla="*/ 34 h 50"/>
                    <a:gd name="T50" fmla="*/ 29 w 53"/>
                    <a:gd name="T51" fmla="*/ 32 h 50"/>
                    <a:gd name="T52" fmla="*/ 24 w 53"/>
                    <a:gd name="T53" fmla="*/ 32 h 50"/>
                    <a:gd name="T54" fmla="*/ 21 w 53"/>
                    <a:gd name="T55" fmla="*/ 34 h 50"/>
                    <a:gd name="T56" fmla="*/ 22 w 53"/>
                    <a:gd name="T57" fmla="*/ 31 h 50"/>
                    <a:gd name="T58" fmla="*/ 20 w 53"/>
                    <a:gd name="T59" fmla="*/ 26 h 50"/>
                    <a:gd name="T60" fmla="*/ 17 w 53"/>
                    <a:gd name="T61" fmla="*/ 24 h 50"/>
                    <a:gd name="T62" fmla="*/ 21 w 53"/>
                    <a:gd name="T63" fmla="*/ 24 h 50"/>
                    <a:gd name="T64" fmla="*/ 25 w 53"/>
                    <a:gd name="T65" fmla="*/ 20 h 50"/>
                    <a:gd name="T66" fmla="*/ 26 w 53"/>
                    <a:gd name="T67" fmla="*/ 17 h 50"/>
                    <a:gd name="T68" fmla="*/ 28 w 53"/>
                    <a:gd name="T69" fmla="*/ 20 h 50"/>
                    <a:gd name="T70" fmla="*/ 32 w 53"/>
                    <a:gd name="T71" fmla="*/ 24 h 50"/>
                    <a:gd name="T72" fmla="*/ 36 w 53"/>
                    <a:gd name="T73" fmla="*/ 24 h 50"/>
                    <a:gd name="T74" fmla="*/ 33 w 53"/>
                    <a:gd name="T75" fmla="*/ 2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50">
                      <a:moveTo>
                        <a:pt x="46" y="14"/>
                      </a:moveTo>
                      <a:cubicBezTo>
                        <a:pt x="36" y="14"/>
                        <a:pt x="36" y="14"/>
                        <a:pt x="36" y="14"/>
                      </a:cubicBezTo>
                      <a:cubicBezTo>
                        <a:pt x="32" y="4"/>
                        <a:pt x="32" y="4"/>
                        <a:pt x="32" y="4"/>
                      </a:cubicBezTo>
                      <a:cubicBezTo>
                        <a:pt x="31" y="2"/>
                        <a:pt x="29" y="0"/>
                        <a:pt x="26" y="0"/>
                      </a:cubicBezTo>
                      <a:cubicBezTo>
                        <a:pt x="24" y="0"/>
                        <a:pt x="21" y="2"/>
                        <a:pt x="21" y="4"/>
                      </a:cubicBezTo>
                      <a:cubicBezTo>
                        <a:pt x="17" y="14"/>
                        <a:pt x="17" y="14"/>
                        <a:pt x="17" y="14"/>
                      </a:cubicBezTo>
                      <a:cubicBezTo>
                        <a:pt x="7" y="14"/>
                        <a:pt x="7" y="14"/>
                        <a:pt x="7" y="14"/>
                      </a:cubicBezTo>
                      <a:cubicBezTo>
                        <a:pt x="4" y="14"/>
                        <a:pt x="2" y="16"/>
                        <a:pt x="1" y="18"/>
                      </a:cubicBezTo>
                      <a:cubicBezTo>
                        <a:pt x="0" y="21"/>
                        <a:pt x="1" y="24"/>
                        <a:pt x="3" y="25"/>
                      </a:cubicBezTo>
                      <a:cubicBezTo>
                        <a:pt x="11" y="31"/>
                        <a:pt x="11" y="31"/>
                        <a:pt x="11" y="31"/>
                      </a:cubicBezTo>
                      <a:cubicBezTo>
                        <a:pt x="8" y="41"/>
                        <a:pt x="8" y="41"/>
                        <a:pt x="8" y="41"/>
                      </a:cubicBezTo>
                      <a:cubicBezTo>
                        <a:pt x="8" y="44"/>
                        <a:pt x="8" y="46"/>
                        <a:pt x="11" y="48"/>
                      </a:cubicBezTo>
                      <a:cubicBezTo>
                        <a:pt x="13" y="50"/>
                        <a:pt x="16" y="50"/>
                        <a:pt x="18" y="48"/>
                      </a:cubicBezTo>
                      <a:cubicBezTo>
                        <a:pt x="26" y="42"/>
                        <a:pt x="26" y="42"/>
                        <a:pt x="26" y="42"/>
                      </a:cubicBezTo>
                      <a:cubicBezTo>
                        <a:pt x="35" y="48"/>
                        <a:pt x="35" y="48"/>
                        <a:pt x="35" y="48"/>
                      </a:cubicBezTo>
                      <a:cubicBezTo>
                        <a:pt x="36" y="49"/>
                        <a:pt x="37" y="49"/>
                        <a:pt x="39" y="49"/>
                      </a:cubicBezTo>
                      <a:cubicBezTo>
                        <a:pt x="40" y="49"/>
                        <a:pt x="41" y="49"/>
                        <a:pt x="42" y="48"/>
                      </a:cubicBezTo>
                      <a:cubicBezTo>
                        <a:pt x="44" y="46"/>
                        <a:pt x="45" y="44"/>
                        <a:pt x="44" y="41"/>
                      </a:cubicBezTo>
                      <a:cubicBezTo>
                        <a:pt x="41" y="31"/>
                        <a:pt x="41" y="31"/>
                        <a:pt x="41" y="31"/>
                      </a:cubicBezTo>
                      <a:cubicBezTo>
                        <a:pt x="50" y="25"/>
                        <a:pt x="50" y="25"/>
                        <a:pt x="50" y="25"/>
                      </a:cubicBezTo>
                      <a:cubicBezTo>
                        <a:pt x="52" y="24"/>
                        <a:pt x="53" y="21"/>
                        <a:pt x="52" y="18"/>
                      </a:cubicBezTo>
                      <a:cubicBezTo>
                        <a:pt x="51" y="16"/>
                        <a:pt x="49" y="14"/>
                        <a:pt x="46" y="14"/>
                      </a:cubicBezTo>
                      <a:close/>
                      <a:moveTo>
                        <a:pt x="33" y="26"/>
                      </a:moveTo>
                      <a:cubicBezTo>
                        <a:pt x="31" y="27"/>
                        <a:pt x="30" y="29"/>
                        <a:pt x="31" y="31"/>
                      </a:cubicBezTo>
                      <a:cubicBezTo>
                        <a:pt x="32" y="34"/>
                        <a:pt x="32" y="34"/>
                        <a:pt x="32" y="34"/>
                      </a:cubicBezTo>
                      <a:cubicBezTo>
                        <a:pt x="29" y="32"/>
                        <a:pt x="29" y="32"/>
                        <a:pt x="29" y="32"/>
                      </a:cubicBezTo>
                      <a:cubicBezTo>
                        <a:pt x="28" y="31"/>
                        <a:pt x="25" y="31"/>
                        <a:pt x="24" y="32"/>
                      </a:cubicBezTo>
                      <a:cubicBezTo>
                        <a:pt x="21" y="34"/>
                        <a:pt x="21" y="34"/>
                        <a:pt x="21" y="34"/>
                      </a:cubicBezTo>
                      <a:cubicBezTo>
                        <a:pt x="22" y="31"/>
                        <a:pt x="22" y="31"/>
                        <a:pt x="22" y="31"/>
                      </a:cubicBezTo>
                      <a:cubicBezTo>
                        <a:pt x="22" y="29"/>
                        <a:pt x="22" y="27"/>
                        <a:pt x="20" y="26"/>
                      </a:cubicBezTo>
                      <a:cubicBezTo>
                        <a:pt x="17" y="24"/>
                        <a:pt x="17" y="24"/>
                        <a:pt x="17" y="24"/>
                      </a:cubicBezTo>
                      <a:cubicBezTo>
                        <a:pt x="21" y="24"/>
                        <a:pt x="21" y="24"/>
                        <a:pt x="21" y="24"/>
                      </a:cubicBezTo>
                      <a:cubicBezTo>
                        <a:pt x="23" y="23"/>
                        <a:pt x="25" y="22"/>
                        <a:pt x="25" y="20"/>
                      </a:cubicBezTo>
                      <a:cubicBezTo>
                        <a:pt x="26" y="17"/>
                        <a:pt x="26" y="17"/>
                        <a:pt x="26" y="17"/>
                      </a:cubicBezTo>
                      <a:cubicBezTo>
                        <a:pt x="28" y="20"/>
                        <a:pt x="28" y="20"/>
                        <a:pt x="28" y="20"/>
                      </a:cubicBezTo>
                      <a:cubicBezTo>
                        <a:pt x="28" y="22"/>
                        <a:pt x="30" y="23"/>
                        <a:pt x="32" y="24"/>
                      </a:cubicBezTo>
                      <a:cubicBezTo>
                        <a:pt x="36" y="24"/>
                        <a:pt x="36" y="24"/>
                        <a:pt x="36" y="24"/>
                      </a:cubicBezTo>
                      <a:lnTo>
                        <a:pt x="33" y="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67" name="Freeform 602">
                  <a:extLst>
                    <a:ext uri="{FF2B5EF4-FFF2-40B4-BE49-F238E27FC236}">
                      <a16:creationId xmlns:a16="http://schemas.microsoft.com/office/drawing/2014/main" id="{82613B90-9585-42DA-AC86-D2D006E832DE}"/>
                    </a:ext>
                  </a:extLst>
                </p:cNvPr>
                <p:cNvSpPr>
                  <a:spLocks noEditPoints="1"/>
                </p:cNvSpPr>
                <p:nvPr/>
              </p:nvSpPr>
              <p:spPr bwMode="auto">
                <a:xfrm>
                  <a:off x="11387138" y="6699251"/>
                  <a:ext cx="120650" cy="112713"/>
                </a:xfrm>
                <a:custGeom>
                  <a:avLst/>
                  <a:gdLst>
                    <a:gd name="T0" fmla="*/ 46 w 53"/>
                    <a:gd name="T1" fmla="*/ 14 h 49"/>
                    <a:gd name="T2" fmla="*/ 36 w 53"/>
                    <a:gd name="T3" fmla="*/ 13 h 49"/>
                    <a:gd name="T4" fmla="*/ 32 w 53"/>
                    <a:gd name="T5" fmla="*/ 4 h 49"/>
                    <a:gd name="T6" fmla="*/ 26 w 53"/>
                    <a:gd name="T7" fmla="*/ 0 h 49"/>
                    <a:gd name="T8" fmla="*/ 21 w 53"/>
                    <a:gd name="T9" fmla="*/ 4 h 49"/>
                    <a:gd name="T10" fmla="*/ 17 w 53"/>
                    <a:gd name="T11" fmla="*/ 13 h 49"/>
                    <a:gd name="T12" fmla="*/ 7 w 53"/>
                    <a:gd name="T13" fmla="*/ 14 h 49"/>
                    <a:gd name="T14" fmla="*/ 1 w 53"/>
                    <a:gd name="T15" fmla="*/ 18 h 49"/>
                    <a:gd name="T16" fmla="*/ 3 w 53"/>
                    <a:gd name="T17" fmla="*/ 25 h 49"/>
                    <a:gd name="T18" fmla="*/ 11 w 53"/>
                    <a:gd name="T19" fmla="*/ 31 h 49"/>
                    <a:gd name="T20" fmla="*/ 8 w 53"/>
                    <a:gd name="T21" fmla="*/ 41 h 49"/>
                    <a:gd name="T22" fmla="*/ 11 w 53"/>
                    <a:gd name="T23" fmla="*/ 48 h 49"/>
                    <a:gd name="T24" fmla="*/ 18 w 53"/>
                    <a:gd name="T25" fmla="*/ 48 h 49"/>
                    <a:gd name="T26" fmla="*/ 26 w 53"/>
                    <a:gd name="T27" fmla="*/ 42 h 49"/>
                    <a:gd name="T28" fmla="*/ 35 w 53"/>
                    <a:gd name="T29" fmla="*/ 48 h 49"/>
                    <a:gd name="T30" fmla="*/ 39 w 53"/>
                    <a:gd name="T31" fmla="*/ 49 h 49"/>
                    <a:gd name="T32" fmla="*/ 42 w 53"/>
                    <a:gd name="T33" fmla="*/ 48 h 49"/>
                    <a:gd name="T34" fmla="*/ 44 w 53"/>
                    <a:gd name="T35" fmla="*/ 41 h 49"/>
                    <a:gd name="T36" fmla="*/ 41 w 53"/>
                    <a:gd name="T37" fmla="*/ 31 h 49"/>
                    <a:gd name="T38" fmla="*/ 50 w 53"/>
                    <a:gd name="T39" fmla="*/ 25 h 49"/>
                    <a:gd name="T40" fmla="*/ 52 w 53"/>
                    <a:gd name="T41" fmla="*/ 18 h 49"/>
                    <a:gd name="T42" fmla="*/ 46 w 53"/>
                    <a:gd name="T43" fmla="*/ 14 h 49"/>
                    <a:gd name="T44" fmla="*/ 33 w 53"/>
                    <a:gd name="T45" fmla="*/ 25 h 49"/>
                    <a:gd name="T46" fmla="*/ 31 w 53"/>
                    <a:gd name="T47" fmla="*/ 31 h 49"/>
                    <a:gd name="T48" fmla="*/ 32 w 53"/>
                    <a:gd name="T49" fmla="*/ 34 h 49"/>
                    <a:gd name="T50" fmla="*/ 29 w 53"/>
                    <a:gd name="T51" fmla="*/ 32 h 49"/>
                    <a:gd name="T52" fmla="*/ 24 w 53"/>
                    <a:gd name="T53" fmla="*/ 32 h 49"/>
                    <a:gd name="T54" fmla="*/ 21 w 53"/>
                    <a:gd name="T55" fmla="*/ 34 h 49"/>
                    <a:gd name="T56" fmla="*/ 22 w 53"/>
                    <a:gd name="T57" fmla="*/ 31 h 49"/>
                    <a:gd name="T58" fmla="*/ 20 w 53"/>
                    <a:gd name="T59" fmla="*/ 25 h 49"/>
                    <a:gd name="T60" fmla="*/ 17 w 53"/>
                    <a:gd name="T61" fmla="*/ 23 h 49"/>
                    <a:gd name="T62" fmla="*/ 21 w 53"/>
                    <a:gd name="T63" fmla="*/ 23 h 49"/>
                    <a:gd name="T64" fmla="*/ 25 w 53"/>
                    <a:gd name="T65" fmla="*/ 20 h 49"/>
                    <a:gd name="T66" fmla="*/ 26 w 53"/>
                    <a:gd name="T67" fmla="*/ 17 h 49"/>
                    <a:gd name="T68" fmla="*/ 28 w 53"/>
                    <a:gd name="T69" fmla="*/ 20 h 49"/>
                    <a:gd name="T70" fmla="*/ 32 w 53"/>
                    <a:gd name="T71" fmla="*/ 23 h 49"/>
                    <a:gd name="T72" fmla="*/ 36 w 53"/>
                    <a:gd name="T73" fmla="*/ 23 h 49"/>
                    <a:gd name="T74" fmla="*/ 33 w 53"/>
                    <a:gd name="T75" fmla="*/ 2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49">
                      <a:moveTo>
                        <a:pt x="46" y="14"/>
                      </a:moveTo>
                      <a:cubicBezTo>
                        <a:pt x="36" y="13"/>
                        <a:pt x="36" y="13"/>
                        <a:pt x="36" y="13"/>
                      </a:cubicBezTo>
                      <a:cubicBezTo>
                        <a:pt x="32" y="4"/>
                        <a:pt x="32" y="4"/>
                        <a:pt x="32" y="4"/>
                      </a:cubicBezTo>
                      <a:cubicBezTo>
                        <a:pt x="31" y="1"/>
                        <a:pt x="29" y="0"/>
                        <a:pt x="26" y="0"/>
                      </a:cubicBezTo>
                      <a:cubicBezTo>
                        <a:pt x="24" y="0"/>
                        <a:pt x="21" y="1"/>
                        <a:pt x="21" y="4"/>
                      </a:cubicBezTo>
                      <a:cubicBezTo>
                        <a:pt x="17" y="13"/>
                        <a:pt x="17" y="13"/>
                        <a:pt x="17" y="13"/>
                      </a:cubicBezTo>
                      <a:cubicBezTo>
                        <a:pt x="7" y="14"/>
                        <a:pt x="7" y="14"/>
                        <a:pt x="7" y="14"/>
                      </a:cubicBezTo>
                      <a:cubicBezTo>
                        <a:pt x="4" y="14"/>
                        <a:pt x="2" y="15"/>
                        <a:pt x="1" y="18"/>
                      </a:cubicBezTo>
                      <a:cubicBezTo>
                        <a:pt x="0" y="20"/>
                        <a:pt x="1" y="23"/>
                        <a:pt x="3" y="25"/>
                      </a:cubicBezTo>
                      <a:cubicBezTo>
                        <a:pt x="11" y="31"/>
                        <a:pt x="11" y="31"/>
                        <a:pt x="11" y="31"/>
                      </a:cubicBezTo>
                      <a:cubicBezTo>
                        <a:pt x="8" y="41"/>
                        <a:pt x="8" y="41"/>
                        <a:pt x="8" y="41"/>
                      </a:cubicBezTo>
                      <a:cubicBezTo>
                        <a:pt x="8" y="43"/>
                        <a:pt x="8" y="46"/>
                        <a:pt x="11" y="48"/>
                      </a:cubicBezTo>
                      <a:cubicBezTo>
                        <a:pt x="13" y="49"/>
                        <a:pt x="16" y="49"/>
                        <a:pt x="18" y="48"/>
                      </a:cubicBezTo>
                      <a:cubicBezTo>
                        <a:pt x="26" y="42"/>
                        <a:pt x="26" y="42"/>
                        <a:pt x="26" y="42"/>
                      </a:cubicBezTo>
                      <a:cubicBezTo>
                        <a:pt x="35" y="48"/>
                        <a:pt x="35" y="48"/>
                        <a:pt x="35" y="48"/>
                      </a:cubicBezTo>
                      <a:cubicBezTo>
                        <a:pt x="36" y="48"/>
                        <a:pt x="37" y="49"/>
                        <a:pt x="39" y="49"/>
                      </a:cubicBezTo>
                      <a:cubicBezTo>
                        <a:pt x="40" y="49"/>
                        <a:pt x="41" y="48"/>
                        <a:pt x="42" y="48"/>
                      </a:cubicBezTo>
                      <a:cubicBezTo>
                        <a:pt x="44" y="46"/>
                        <a:pt x="45" y="43"/>
                        <a:pt x="44" y="41"/>
                      </a:cubicBezTo>
                      <a:cubicBezTo>
                        <a:pt x="41" y="31"/>
                        <a:pt x="41" y="31"/>
                        <a:pt x="41" y="31"/>
                      </a:cubicBezTo>
                      <a:cubicBezTo>
                        <a:pt x="50" y="25"/>
                        <a:pt x="50" y="25"/>
                        <a:pt x="50" y="25"/>
                      </a:cubicBezTo>
                      <a:cubicBezTo>
                        <a:pt x="52" y="23"/>
                        <a:pt x="53" y="20"/>
                        <a:pt x="52" y="18"/>
                      </a:cubicBezTo>
                      <a:cubicBezTo>
                        <a:pt x="51" y="15"/>
                        <a:pt x="49" y="14"/>
                        <a:pt x="46" y="14"/>
                      </a:cubicBezTo>
                      <a:close/>
                      <a:moveTo>
                        <a:pt x="33" y="25"/>
                      </a:moveTo>
                      <a:cubicBezTo>
                        <a:pt x="31" y="27"/>
                        <a:pt x="30" y="29"/>
                        <a:pt x="31" y="31"/>
                      </a:cubicBezTo>
                      <a:cubicBezTo>
                        <a:pt x="32" y="34"/>
                        <a:pt x="32" y="34"/>
                        <a:pt x="32" y="34"/>
                      </a:cubicBezTo>
                      <a:cubicBezTo>
                        <a:pt x="29" y="32"/>
                        <a:pt x="29" y="32"/>
                        <a:pt x="29" y="32"/>
                      </a:cubicBezTo>
                      <a:cubicBezTo>
                        <a:pt x="28" y="31"/>
                        <a:pt x="25" y="31"/>
                        <a:pt x="24" y="32"/>
                      </a:cubicBezTo>
                      <a:cubicBezTo>
                        <a:pt x="21" y="34"/>
                        <a:pt x="21" y="34"/>
                        <a:pt x="21" y="34"/>
                      </a:cubicBezTo>
                      <a:cubicBezTo>
                        <a:pt x="22" y="31"/>
                        <a:pt x="22" y="31"/>
                        <a:pt x="22" y="31"/>
                      </a:cubicBezTo>
                      <a:cubicBezTo>
                        <a:pt x="22" y="29"/>
                        <a:pt x="22" y="27"/>
                        <a:pt x="20" y="25"/>
                      </a:cubicBezTo>
                      <a:cubicBezTo>
                        <a:pt x="17" y="23"/>
                        <a:pt x="17" y="23"/>
                        <a:pt x="17" y="23"/>
                      </a:cubicBezTo>
                      <a:cubicBezTo>
                        <a:pt x="21" y="23"/>
                        <a:pt x="21" y="23"/>
                        <a:pt x="21" y="23"/>
                      </a:cubicBezTo>
                      <a:cubicBezTo>
                        <a:pt x="23" y="23"/>
                        <a:pt x="25" y="22"/>
                        <a:pt x="25" y="20"/>
                      </a:cubicBezTo>
                      <a:cubicBezTo>
                        <a:pt x="26" y="17"/>
                        <a:pt x="26" y="17"/>
                        <a:pt x="26" y="17"/>
                      </a:cubicBezTo>
                      <a:cubicBezTo>
                        <a:pt x="28" y="20"/>
                        <a:pt x="28" y="20"/>
                        <a:pt x="28" y="20"/>
                      </a:cubicBezTo>
                      <a:cubicBezTo>
                        <a:pt x="28" y="22"/>
                        <a:pt x="30" y="23"/>
                        <a:pt x="32" y="23"/>
                      </a:cubicBezTo>
                      <a:cubicBezTo>
                        <a:pt x="36" y="23"/>
                        <a:pt x="36" y="23"/>
                        <a:pt x="36" y="23"/>
                      </a:cubicBezTo>
                      <a:lnTo>
                        <a:pt x="33" y="2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68" name="Freeform 603">
                  <a:extLst>
                    <a:ext uri="{FF2B5EF4-FFF2-40B4-BE49-F238E27FC236}">
                      <a16:creationId xmlns:a16="http://schemas.microsoft.com/office/drawing/2014/main" id="{3283F62A-BA91-4292-B715-95393C35C276}"/>
                    </a:ext>
                  </a:extLst>
                </p:cNvPr>
                <p:cNvSpPr>
                  <a:spLocks noEditPoints="1"/>
                </p:cNvSpPr>
                <p:nvPr/>
              </p:nvSpPr>
              <p:spPr bwMode="auto">
                <a:xfrm>
                  <a:off x="11387138" y="6861176"/>
                  <a:ext cx="120650" cy="114300"/>
                </a:xfrm>
                <a:custGeom>
                  <a:avLst/>
                  <a:gdLst>
                    <a:gd name="T0" fmla="*/ 46 w 53"/>
                    <a:gd name="T1" fmla="*/ 14 h 50"/>
                    <a:gd name="T2" fmla="*/ 36 w 53"/>
                    <a:gd name="T3" fmla="*/ 14 h 50"/>
                    <a:gd name="T4" fmla="*/ 32 w 53"/>
                    <a:gd name="T5" fmla="*/ 4 h 50"/>
                    <a:gd name="T6" fmla="*/ 26 w 53"/>
                    <a:gd name="T7" fmla="*/ 0 h 50"/>
                    <a:gd name="T8" fmla="*/ 21 w 53"/>
                    <a:gd name="T9" fmla="*/ 4 h 50"/>
                    <a:gd name="T10" fmla="*/ 17 w 53"/>
                    <a:gd name="T11" fmla="*/ 14 h 50"/>
                    <a:gd name="T12" fmla="*/ 7 w 53"/>
                    <a:gd name="T13" fmla="*/ 14 h 50"/>
                    <a:gd name="T14" fmla="*/ 1 w 53"/>
                    <a:gd name="T15" fmla="*/ 18 h 50"/>
                    <a:gd name="T16" fmla="*/ 3 w 53"/>
                    <a:gd name="T17" fmla="*/ 25 h 50"/>
                    <a:gd name="T18" fmla="*/ 11 w 53"/>
                    <a:gd name="T19" fmla="*/ 31 h 50"/>
                    <a:gd name="T20" fmla="*/ 8 w 53"/>
                    <a:gd name="T21" fmla="*/ 41 h 50"/>
                    <a:gd name="T22" fmla="*/ 11 w 53"/>
                    <a:gd name="T23" fmla="*/ 48 h 50"/>
                    <a:gd name="T24" fmla="*/ 14 w 53"/>
                    <a:gd name="T25" fmla="*/ 49 h 50"/>
                    <a:gd name="T26" fmla="*/ 18 w 53"/>
                    <a:gd name="T27" fmla="*/ 48 h 50"/>
                    <a:gd name="T28" fmla="*/ 26 w 53"/>
                    <a:gd name="T29" fmla="*/ 42 h 50"/>
                    <a:gd name="T30" fmla="*/ 35 w 53"/>
                    <a:gd name="T31" fmla="*/ 48 h 50"/>
                    <a:gd name="T32" fmla="*/ 42 w 53"/>
                    <a:gd name="T33" fmla="*/ 48 h 50"/>
                    <a:gd name="T34" fmla="*/ 44 w 53"/>
                    <a:gd name="T35" fmla="*/ 41 h 50"/>
                    <a:gd name="T36" fmla="*/ 41 w 53"/>
                    <a:gd name="T37" fmla="*/ 31 h 50"/>
                    <a:gd name="T38" fmla="*/ 50 w 53"/>
                    <a:gd name="T39" fmla="*/ 25 h 50"/>
                    <a:gd name="T40" fmla="*/ 52 w 53"/>
                    <a:gd name="T41" fmla="*/ 18 h 50"/>
                    <a:gd name="T42" fmla="*/ 46 w 53"/>
                    <a:gd name="T43" fmla="*/ 14 h 50"/>
                    <a:gd name="T44" fmla="*/ 33 w 53"/>
                    <a:gd name="T45" fmla="*/ 26 h 50"/>
                    <a:gd name="T46" fmla="*/ 31 w 53"/>
                    <a:gd name="T47" fmla="*/ 31 h 50"/>
                    <a:gd name="T48" fmla="*/ 32 w 53"/>
                    <a:gd name="T49" fmla="*/ 34 h 50"/>
                    <a:gd name="T50" fmla="*/ 29 w 53"/>
                    <a:gd name="T51" fmla="*/ 32 h 50"/>
                    <a:gd name="T52" fmla="*/ 24 w 53"/>
                    <a:gd name="T53" fmla="*/ 32 h 50"/>
                    <a:gd name="T54" fmla="*/ 21 w 53"/>
                    <a:gd name="T55" fmla="*/ 34 h 50"/>
                    <a:gd name="T56" fmla="*/ 22 w 53"/>
                    <a:gd name="T57" fmla="*/ 31 h 50"/>
                    <a:gd name="T58" fmla="*/ 20 w 53"/>
                    <a:gd name="T59" fmla="*/ 26 h 50"/>
                    <a:gd name="T60" fmla="*/ 17 w 53"/>
                    <a:gd name="T61" fmla="*/ 24 h 50"/>
                    <a:gd name="T62" fmla="*/ 21 w 53"/>
                    <a:gd name="T63" fmla="*/ 24 h 50"/>
                    <a:gd name="T64" fmla="*/ 25 w 53"/>
                    <a:gd name="T65" fmla="*/ 20 h 50"/>
                    <a:gd name="T66" fmla="*/ 26 w 53"/>
                    <a:gd name="T67" fmla="*/ 17 h 50"/>
                    <a:gd name="T68" fmla="*/ 28 w 53"/>
                    <a:gd name="T69" fmla="*/ 20 h 50"/>
                    <a:gd name="T70" fmla="*/ 32 w 53"/>
                    <a:gd name="T71" fmla="*/ 24 h 50"/>
                    <a:gd name="T72" fmla="*/ 36 w 53"/>
                    <a:gd name="T73" fmla="*/ 24 h 50"/>
                    <a:gd name="T74" fmla="*/ 33 w 53"/>
                    <a:gd name="T75" fmla="*/ 2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50">
                      <a:moveTo>
                        <a:pt x="46" y="14"/>
                      </a:moveTo>
                      <a:cubicBezTo>
                        <a:pt x="36" y="14"/>
                        <a:pt x="36" y="14"/>
                        <a:pt x="36" y="14"/>
                      </a:cubicBezTo>
                      <a:cubicBezTo>
                        <a:pt x="32" y="4"/>
                        <a:pt x="32" y="4"/>
                        <a:pt x="32" y="4"/>
                      </a:cubicBezTo>
                      <a:cubicBezTo>
                        <a:pt x="31" y="2"/>
                        <a:pt x="29" y="0"/>
                        <a:pt x="26" y="0"/>
                      </a:cubicBezTo>
                      <a:cubicBezTo>
                        <a:pt x="24" y="0"/>
                        <a:pt x="21" y="2"/>
                        <a:pt x="21" y="4"/>
                      </a:cubicBezTo>
                      <a:cubicBezTo>
                        <a:pt x="17" y="14"/>
                        <a:pt x="17" y="14"/>
                        <a:pt x="17" y="14"/>
                      </a:cubicBezTo>
                      <a:cubicBezTo>
                        <a:pt x="7" y="14"/>
                        <a:pt x="7" y="14"/>
                        <a:pt x="7" y="14"/>
                      </a:cubicBezTo>
                      <a:cubicBezTo>
                        <a:pt x="4" y="14"/>
                        <a:pt x="2" y="16"/>
                        <a:pt x="1" y="18"/>
                      </a:cubicBezTo>
                      <a:cubicBezTo>
                        <a:pt x="0" y="21"/>
                        <a:pt x="1" y="24"/>
                        <a:pt x="3" y="25"/>
                      </a:cubicBezTo>
                      <a:cubicBezTo>
                        <a:pt x="11" y="31"/>
                        <a:pt x="11" y="31"/>
                        <a:pt x="11" y="31"/>
                      </a:cubicBezTo>
                      <a:cubicBezTo>
                        <a:pt x="8" y="41"/>
                        <a:pt x="8" y="41"/>
                        <a:pt x="8" y="41"/>
                      </a:cubicBezTo>
                      <a:cubicBezTo>
                        <a:pt x="8" y="44"/>
                        <a:pt x="8" y="47"/>
                        <a:pt x="11" y="48"/>
                      </a:cubicBezTo>
                      <a:cubicBezTo>
                        <a:pt x="12" y="49"/>
                        <a:pt x="13" y="49"/>
                        <a:pt x="14" y="49"/>
                      </a:cubicBezTo>
                      <a:cubicBezTo>
                        <a:pt x="15" y="49"/>
                        <a:pt x="17" y="49"/>
                        <a:pt x="18" y="48"/>
                      </a:cubicBezTo>
                      <a:cubicBezTo>
                        <a:pt x="26" y="42"/>
                        <a:pt x="26" y="42"/>
                        <a:pt x="26" y="42"/>
                      </a:cubicBezTo>
                      <a:cubicBezTo>
                        <a:pt x="35" y="48"/>
                        <a:pt x="35" y="48"/>
                        <a:pt x="35" y="48"/>
                      </a:cubicBezTo>
                      <a:cubicBezTo>
                        <a:pt x="37" y="50"/>
                        <a:pt x="40" y="50"/>
                        <a:pt x="42" y="48"/>
                      </a:cubicBezTo>
                      <a:cubicBezTo>
                        <a:pt x="44" y="47"/>
                        <a:pt x="45" y="44"/>
                        <a:pt x="44" y="41"/>
                      </a:cubicBezTo>
                      <a:cubicBezTo>
                        <a:pt x="41" y="31"/>
                        <a:pt x="41" y="31"/>
                        <a:pt x="41" y="31"/>
                      </a:cubicBezTo>
                      <a:cubicBezTo>
                        <a:pt x="50" y="25"/>
                        <a:pt x="50" y="25"/>
                        <a:pt x="50" y="25"/>
                      </a:cubicBezTo>
                      <a:cubicBezTo>
                        <a:pt x="52" y="24"/>
                        <a:pt x="53" y="21"/>
                        <a:pt x="52" y="18"/>
                      </a:cubicBezTo>
                      <a:cubicBezTo>
                        <a:pt x="51" y="16"/>
                        <a:pt x="49" y="14"/>
                        <a:pt x="46" y="14"/>
                      </a:cubicBezTo>
                      <a:close/>
                      <a:moveTo>
                        <a:pt x="33" y="26"/>
                      </a:moveTo>
                      <a:cubicBezTo>
                        <a:pt x="31" y="27"/>
                        <a:pt x="30" y="29"/>
                        <a:pt x="31" y="31"/>
                      </a:cubicBezTo>
                      <a:cubicBezTo>
                        <a:pt x="32" y="34"/>
                        <a:pt x="32" y="34"/>
                        <a:pt x="32" y="34"/>
                      </a:cubicBezTo>
                      <a:cubicBezTo>
                        <a:pt x="29" y="32"/>
                        <a:pt x="29" y="32"/>
                        <a:pt x="29" y="32"/>
                      </a:cubicBezTo>
                      <a:cubicBezTo>
                        <a:pt x="27" y="31"/>
                        <a:pt x="25" y="31"/>
                        <a:pt x="24" y="32"/>
                      </a:cubicBezTo>
                      <a:cubicBezTo>
                        <a:pt x="21" y="34"/>
                        <a:pt x="21" y="34"/>
                        <a:pt x="21" y="34"/>
                      </a:cubicBezTo>
                      <a:cubicBezTo>
                        <a:pt x="22" y="31"/>
                        <a:pt x="22" y="31"/>
                        <a:pt x="22" y="31"/>
                      </a:cubicBezTo>
                      <a:cubicBezTo>
                        <a:pt x="22" y="29"/>
                        <a:pt x="22" y="27"/>
                        <a:pt x="20" y="26"/>
                      </a:cubicBezTo>
                      <a:cubicBezTo>
                        <a:pt x="17" y="24"/>
                        <a:pt x="17" y="24"/>
                        <a:pt x="17" y="24"/>
                      </a:cubicBezTo>
                      <a:cubicBezTo>
                        <a:pt x="21" y="24"/>
                        <a:pt x="21" y="24"/>
                        <a:pt x="21" y="24"/>
                      </a:cubicBezTo>
                      <a:cubicBezTo>
                        <a:pt x="23" y="24"/>
                        <a:pt x="25" y="22"/>
                        <a:pt x="25" y="20"/>
                      </a:cubicBezTo>
                      <a:cubicBezTo>
                        <a:pt x="26" y="17"/>
                        <a:pt x="26" y="17"/>
                        <a:pt x="26" y="17"/>
                      </a:cubicBezTo>
                      <a:cubicBezTo>
                        <a:pt x="28" y="20"/>
                        <a:pt x="28" y="20"/>
                        <a:pt x="28" y="20"/>
                      </a:cubicBezTo>
                      <a:cubicBezTo>
                        <a:pt x="28" y="22"/>
                        <a:pt x="30" y="24"/>
                        <a:pt x="32" y="24"/>
                      </a:cubicBezTo>
                      <a:cubicBezTo>
                        <a:pt x="36" y="24"/>
                        <a:pt x="36" y="24"/>
                        <a:pt x="36" y="24"/>
                      </a:cubicBezTo>
                      <a:lnTo>
                        <a:pt x="33" y="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69" name="Freeform 604">
                  <a:extLst>
                    <a:ext uri="{FF2B5EF4-FFF2-40B4-BE49-F238E27FC236}">
                      <a16:creationId xmlns:a16="http://schemas.microsoft.com/office/drawing/2014/main" id="{3FB268B4-0684-4FAB-A677-4A9F2447BAA2}"/>
                    </a:ext>
                  </a:extLst>
                </p:cNvPr>
                <p:cNvSpPr>
                  <a:spLocks/>
                </p:cNvSpPr>
                <p:nvPr/>
              </p:nvSpPr>
              <p:spPr bwMode="auto">
                <a:xfrm>
                  <a:off x="11549063" y="6907213"/>
                  <a:ext cx="322263" cy="23813"/>
                </a:xfrm>
                <a:custGeom>
                  <a:avLst/>
                  <a:gdLst>
                    <a:gd name="T0" fmla="*/ 136 w 141"/>
                    <a:gd name="T1" fmla="*/ 0 h 10"/>
                    <a:gd name="T2" fmla="*/ 5 w 141"/>
                    <a:gd name="T3" fmla="*/ 0 h 10"/>
                    <a:gd name="T4" fmla="*/ 0 w 141"/>
                    <a:gd name="T5" fmla="*/ 5 h 10"/>
                    <a:gd name="T6" fmla="*/ 5 w 141"/>
                    <a:gd name="T7" fmla="*/ 10 h 10"/>
                    <a:gd name="T8" fmla="*/ 136 w 141"/>
                    <a:gd name="T9" fmla="*/ 10 h 10"/>
                    <a:gd name="T10" fmla="*/ 141 w 141"/>
                    <a:gd name="T11" fmla="*/ 5 h 10"/>
                    <a:gd name="T12" fmla="*/ 136 w 14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1" h="10">
                      <a:moveTo>
                        <a:pt x="136" y="0"/>
                      </a:moveTo>
                      <a:cubicBezTo>
                        <a:pt x="5" y="0"/>
                        <a:pt x="5" y="0"/>
                        <a:pt x="5" y="0"/>
                      </a:cubicBezTo>
                      <a:cubicBezTo>
                        <a:pt x="2" y="0"/>
                        <a:pt x="0" y="2"/>
                        <a:pt x="0" y="5"/>
                      </a:cubicBezTo>
                      <a:cubicBezTo>
                        <a:pt x="0" y="7"/>
                        <a:pt x="2" y="10"/>
                        <a:pt x="5" y="10"/>
                      </a:cubicBezTo>
                      <a:cubicBezTo>
                        <a:pt x="136" y="10"/>
                        <a:pt x="136" y="10"/>
                        <a:pt x="136" y="10"/>
                      </a:cubicBezTo>
                      <a:cubicBezTo>
                        <a:pt x="139" y="10"/>
                        <a:pt x="141" y="7"/>
                        <a:pt x="141" y="5"/>
                      </a:cubicBezTo>
                      <a:cubicBezTo>
                        <a:pt x="141" y="2"/>
                        <a:pt x="139" y="0"/>
                        <a:pt x="13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70" name="Freeform 605">
                  <a:extLst>
                    <a:ext uri="{FF2B5EF4-FFF2-40B4-BE49-F238E27FC236}">
                      <a16:creationId xmlns:a16="http://schemas.microsoft.com/office/drawing/2014/main" id="{FDDE94CB-0529-4A3F-B8F8-4175A601E984}"/>
                    </a:ext>
                  </a:extLst>
                </p:cNvPr>
                <p:cNvSpPr>
                  <a:spLocks/>
                </p:cNvSpPr>
                <p:nvPr/>
              </p:nvSpPr>
              <p:spPr bwMode="auto">
                <a:xfrm>
                  <a:off x="11549063" y="6748463"/>
                  <a:ext cx="322263" cy="22225"/>
                </a:xfrm>
                <a:custGeom>
                  <a:avLst/>
                  <a:gdLst>
                    <a:gd name="T0" fmla="*/ 136 w 141"/>
                    <a:gd name="T1" fmla="*/ 0 h 10"/>
                    <a:gd name="T2" fmla="*/ 5 w 141"/>
                    <a:gd name="T3" fmla="*/ 0 h 10"/>
                    <a:gd name="T4" fmla="*/ 0 w 141"/>
                    <a:gd name="T5" fmla="*/ 5 h 10"/>
                    <a:gd name="T6" fmla="*/ 5 w 141"/>
                    <a:gd name="T7" fmla="*/ 10 h 10"/>
                    <a:gd name="T8" fmla="*/ 136 w 141"/>
                    <a:gd name="T9" fmla="*/ 10 h 10"/>
                    <a:gd name="T10" fmla="*/ 141 w 141"/>
                    <a:gd name="T11" fmla="*/ 5 h 10"/>
                    <a:gd name="T12" fmla="*/ 136 w 14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1" h="10">
                      <a:moveTo>
                        <a:pt x="136" y="0"/>
                      </a:moveTo>
                      <a:cubicBezTo>
                        <a:pt x="5" y="0"/>
                        <a:pt x="5" y="0"/>
                        <a:pt x="5" y="0"/>
                      </a:cubicBezTo>
                      <a:cubicBezTo>
                        <a:pt x="2" y="0"/>
                        <a:pt x="0" y="2"/>
                        <a:pt x="0" y="5"/>
                      </a:cubicBezTo>
                      <a:cubicBezTo>
                        <a:pt x="0" y="7"/>
                        <a:pt x="2" y="10"/>
                        <a:pt x="5" y="10"/>
                      </a:cubicBezTo>
                      <a:cubicBezTo>
                        <a:pt x="136" y="10"/>
                        <a:pt x="136" y="10"/>
                        <a:pt x="136" y="10"/>
                      </a:cubicBezTo>
                      <a:cubicBezTo>
                        <a:pt x="139" y="10"/>
                        <a:pt x="141" y="7"/>
                        <a:pt x="141" y="5"/>
                      </a:cubicBezTo>
                      <a:cubicBezTo>
                        <a:pt x="141" y="2"/>
                        <a:pt x="139" y="0"/>
                        <a:pt x="13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sp>
              <p:nvSpPr>
                <p:cNvPr id="71" name="Freeform 606">
                  <a:extLst>
                    <a:ext uri="{FF2B5EF4-FFF2-40B4-BE49-F238E27FC236}">
                      <a16:creationId xmlns:a16="http://schemas.microsoft.com/office/drawing/2014/main" id="{494C89E0-72AD-4A97-B023-3B247D110500}"/>
                    </a:ext>
                  </a:extLst>
                </p:cNvPr>
                <p:cNvSpPr>
                  <a:spLocks/>
                </p:cNvSpPr>
                <p:nvPr/>
              </p:nvSpPr>
              <p:spPr bwMode="auto">
                <a:xfrm>
                  <a:off x="11549063" y="6588126"/>
                  <a:ext cx="322263" cy="20638"/>
                </a:xfrm>
                <a:custGeom>
                  <a:avLst/>
                  <a:gdLst>
                    <a:gd name="T0" fmla="*/ 5 w 141"/>
                    <a:gd name="T1" fmla="*/ 9 h 9"/>
                    <a:gd name="T2" fmla="*/ 136 w 141"/>
                    <a:gd name="T3" fmla="*/ 9 h 9"/>
                    <a:gd name="T4" fmla="*/ 141 w 141"/>
                    <a:gd name="T5" fmla="*/ 5 h 9"/>
                    <a:gd name="T6" fmla="*/ 136 w 141"/>
                    <a:gd name="T7" fmla="*/ 0 h 9"/>
                    <a:gd name="T8" fmla="*/ 5 w 141"/>
                    <a:gd name="T9" fmla="*/ 0 h 9"/>
                    <a:gd name="T10" fmla="*/ 0 w 141"/>
                    <a:gd name="T11" fmla="*/ 5 h 9"/>
                    <a:gd name="T12" fmla="*/ 5 w 141"/>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41" h="9">
                      <a:moveTo>
                        <a:pt x="5" y="9"/>
                      </a:moveTo>
                      <a:cubicBezTo>
                        <a:pt x="136" y="9"/>
                        <a:pt x="136" y="9"/>
                        <a:pt x="136" y="9"/>
                      </a:cubicBezTo>
                      <a:cubicBezTo>
                        <a:pt x="139" y="9"/>
                        <a:pt x="141" y="7"/>
                        <a:pt x="141" y="5"/>
                      </a:cubicBezTo>
                      <a:cubicBezTo>
                        <a:pt x="141" y="2"/>
                        <a:pt x="139" y="0"/>
                        <a:pt x="136" y="0"/>
                      </a:cubicBezTo>
                      <a:cubicBezTo>
                        <a:pt x="5" y="0"/>
                        <a:pt x="5" y="0"/>
                        <a:pt x="5" y="0"/>
                      </a:cubicBezTo>
                      <a:cubicBezTo>
                        <a:pt x="2" y="0"/>
                        <a:pt x="0" y="2"/>
                        <a:pt x="0" y="5"/>
                      </a:cubicBezTo>
                      <a:cubicBezTo>
                        <a:pt x="0" y="7"/>
                        <a:pt x="2" y="9"/>
                        <a:pt x="5" y="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000" dirty="0">
                    <a:solidFill>
                      <a:prstClr val="black"/>
                    </a:solidFill>
                    <a:latin typeface="Aptos" panose="020B0004020202020204" pitchFamily="34" charset="0"/>
                  </a:endParaRPr>
                </a:p>
              </p:txBody>
            </p:sp>
          </p:grpSp>
        </p:grpSp>
      </p:grpSp>
      <p:sp>
        <p:nvSpPr>
          <p:cNvPr id="4" name="Title 3">
            <a:extLst>
              <a:ext uri="{FF2B5EF4-FFF2-40B4-BE49-F238E27FC236}">
                <a16:creationId xmlns:a16="http://schemas.microsoft.com/office/drawing/2014/main" id="{2BBDD6BE-044F-2649-8196-F7AED5342F1C}"/>
              </a:ext>
            </a:extLst>
          </p:cNvPr>
          <p:cNvSpPr>
            <a:spLocks noGrp="1"/>
          </p:cNvSpPr>
          <p:nvPr>
            <p:ph type="title"/>
          </p:nvPr>
        </p:nvSpPr>
        <p:spPr/>
        <p:txBody>
          <a:bodyPr/>
          <a:lstStyle/>
          <a:p>
            <a:r>
              <a:rPr lang="en-US" dirty="0"/>
              <a:t>Signposts</a:t>
            </a:r>
          </a:p>
        </p:txBody>
      </p:sp>
    </p:spTree>
    <p:extLst>
      <p:ext uri="{BB962C8B-B14F-4D97-AF65-F5344CB8AC3E}">
        <p14:creationId xmlns:p14="http://schemas.microsoft.com/office/powerpoint/2010/main" val="62135021"/>
      </p:ext>
    </p:extLst>
  </p:cSld>
  <p:clrMapOvr>
    <a:masterClrMapping/>
  </p:clrMapOvr>
  <p:transition>
    <p:fade/>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D2A330F2-E865-4CA6-81A0-366197D31A86}"/>
              </a:ext>
            </a:extLst>
          </p:cNvPr>
          <p:cNvPicPr>
            <a:picLocks noChangeAspect="1"/>
          </p:cNvPicPr>
          <p:nvPr/>
        </p:nvPicPr>
        <p:blipFill>
          <a:blip r:embed="rId5" cstate="email">
            <a:clrChange>
              <a:clrFrom>
                <a:srgbClr val="FFFFFF"/>
              </a:clrFrom>
              <a:clrTo>
                <a:srgbClr val="FFFFFF">
                  <a:alpha val="0"/>
                </a:srgbClr>
              </a:clrTo>
            </a:clrChange>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1199004" y="642938"/>
            <a:ext cx="8706997" cy="5572125"/>
          </a:xfrm>
          <a:prstGeom prst="rect">
            <a:avLst/>
          </a:prstGeom>
        </p:spPr>
      </p:pic>
      <p:graphicFrame>
        <p:nvGraphicFramePr>
          <p:cNvPr id="6" name="Object 5" hidden="1">
            <a:extLst>
              <a:ext uri="{FF2B5EF4-FFF2-40B4-BE49-F238E27FC236}">
                <a16:creationId xmlns:a16="http://schemas.microsoft.com/office/drawing/2014/main" id="{5A8BACA4-4E2D-454A-8D80-8EB53FDC9AF4}"/>
              </a:ext>
            </a:extLst>
          </p:cNvPr>
          <p:cNvGraphicFramePr>
            <a:graphicFrameLocks noChangeAspect="1"/>
          </p:cNvGraphicFramePr>
          <p:nvPr>
            <p:custDataLst>
              <p:tags r:id="rId1"/>
            </p:custDataLst>
          </p:nvPr>
        </p:nvGraphicFramePr>
        <p:xfrm>
          <a:off x="1290" y="644228"/>
          <a:ext cx="1290" cy="1290"/>
        </p:xfrm>
        <a:graphic>
          <a:graphicData uri="http://schemas.openxmlformats.org/presentationml/2006/ole">
            <mc:AlternateContent xmlns:mc="http://schemas.openxmlformats.org/markup-compatibility/2006">
              <mc:Choice xmlns:v="urn:schemas-microsoft-com:vml" Requires="v">
                <p:oleObj name="think-cell Slide" r:id="rId6" imgW="415" imgH="416" progId="TCLayout.ActiveDocument.1">
                  <p:embed/>
                </p:oleObj>
              </mc:Choice>
              <mc:Fallback>
                <p:oleObj name="think-cell Slide" r:id="rId6" imgW="415" imgH="416" progId="TCLayout.ActiveDocument.1">
                  <p:embed/>
                  <p:pic>
                    <p:nvPicPr>
                      <p:cNvPr id="6" name="Object 5" hidden="1">
                        <a:extLst>
                          <a:ext uri="{FF2B5EF4-FFF2-40B4-BE49-F238E27FC236}">
                            <a16:creationId xmlns:a16="http://schemas.microsoft.com/office/drawing/2014/main" id="{5A8BACA4-4E2D-454A-8D80-8EB53FDC9AF4}"/>
                          </a:ext>
                        </a:extLst>
                      </p:cNvPr>
                      <p:cNvPicPr/>
                      <p:nvPr/>
                    </p:nvPicPr>
                    <p:blipFill>
                      <a:blip r:embed="rId7"/>
                      <a:stretch>
                        <a:fillRect/>
                      </a:stretch>
                    </p:blipFill>
                    <p:spPr>
                      <a:xfrm>
                        <a:off x="1290" y="644228"/>
                        <a:ext cx="1290" cy="1290"/>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66D5F5A8-6D77-47CD-892D-60DC5C454906}"/>
              </a:ext>
            </a:extLst>
          </p:cNvPr>
          <p:cNvSpPr/>
          <p:nvPr>
            <p:custDataLst>
              <p:tags r:id="rId2"/>
            </p:custDataLst>
          </p:nvPr>
        </p:nvSpPr>
        <p:spPr>
          <a:xfrm>
            <a:off x="0" y="642938"/>
            <a:ext cx="128984" cy="1289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gn="ctr" defTabSz="742969">
              <a:lnSpc>
                <a:spcPct val="80000"/>
              </a:lnSpc>
              <a:spcBef>
                <a:spcPct val="0"/>
              </a:spcBef>
              <a:spcAft>
                <a:spcPct val="0"/>
              </a:spcAft>
              <a:defRPr/>
            </a:pPr>
            <a:endParaRPr lang="en-US" sz="2925" dirty="0">
              <a:solidFill>
                <a:prstClr val="white"/>
              </a:solidFill>
              <a:latin typeface="Chronicle Display Black" pitchFamily="50" charset="0"/>
              <a:sym typeface="Chronicle Display Black" pitchFamily="50" charset="0"/>
            </a:endParaRPr>
          </a:p>
        </p:txBody>
      </p:sp>
      <p:sp>
        <p:nvSpPr>
          <p:cNvPr id="2" name="Title 1">
            <a:extLst>
              <a:ext uri="{FF2B5EF4-FFF2-40B4-BE49-F238E27FC236}">
                <a16:creationId xmlns:a16="http://schemas.microsoft.com/office/drawing/2014/main" id="{B9C251D7-CF59-43C5-B64C-64862BE5A9FA}"/>
              </a:ext>
            </a:extLst>
          </p:cNvPr>
          <p:cNvSpPr>
            <a:spLocks noGrp="1"/>
          </p:cNvSpPr>
          <p:nvPr>
            <p:ph type="title"/>
          </p:nvPr>
        </p:nvSpPr>
        <p:spPr/>
        <p:txBody>
          <a:bodyPr/>
          <a:lstStyle/>
          <a:p>
            <a:r>
              <a:rPr lang="en-US" dirty="0"/>
              <a:t>Road and signs</a:t>
            </a:r>
          </a:p>
        </p:txBody>
      </p:sp>
      <p:sp>
        <p:nvSpPr>
          <p:cNvPr id="8" name="Rectangle: Rounded Corners 7">
            <a:extLst>
              <a:ext uri="{FF2B5EF4-FFF2-40B4-BE49-F238E27FC236}">
                <a16:creationId xmlns:a16="http://schemas.microsoft.com/office/drawing/2014/main" id="{7C1CB2F8-24E8-44F0-8695-757F381190F9}"/>
              </a:ext>
            </a:extLst>
          </p:cNvPr>
          <p:cNvSpPr/>
          <p:nvPr/>
        </p:nvSpPr>
        <p:spPr>
          <a:xfrm>
            <a:off x="774179" y="3816384"/>
            <a:ext cx="2538413" cy="1067205"/>
          </a:xfrm>
          <a:prstGeom prst="roundRect">
            <a:avLst/>
          </a:prstGeom>
          <a:solidFill>
            <a:schemeClr val="accent1">
              <a:lumMod val="20000"/>
              <a:lumOff val="80000"/>
            </a:schemeClr>
          </a:solid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69">
              <a:spcBef>
                <a:spcPts val="488"/>
              </a:spcBef>
              <a:defRPr/>
            </a:pPr>
            <a:r>
              <a:rPr lang="en-US" sz="1138" b="1" kern="0" cap="all" spc="163" dirty="0">
                <a:solidFill>
                  <a:srgbClr val="000000"/>
                </a:solidFill>
                <a:latin typeface="Aptos" panose="020B0004020202020204" pitchFamily="34" charset="0"/>
                <a:ea typeface="Open Sans" charset="0"/>
                <a:cs typeface="Open Sans" charset="0"/>
              </a:rPr>
              <a:t>XXX</a:t>
            </a:r>
          </a:p>
          <a:p>
            <a:pPr algn="ctr" defTabSz="742969">
              <a:spcBef>
                <a:spcPts val="488"/>
              </a:spcBef>
              <a:defRPr/>
            </a:pPr>
            <a:r>
              <a:rPr lang="en-US" sz="1056" dirty="0">
                <a:solidFill>
                  <a:srgbClr val="000000"/>
                </a:solidFill>
                <a:latin typeface="Aptos" panose="020B0004020202020204" pitchFamily="34" charset="0"/>
                <a:ea typeface="Open Sans Light" panose="020B0306030504020204" pitchFamily="34" charset="0"/>
                <a:cs typeface="Open Sans Light" panose="020B0306030504020204" pitchFamily="34" charset="0"/>
              </a:rPr>
              <a:t>xxx</a:t>
            </a:r>
          </a:p>
        </p:txBody>
      </p:sp>
      <p:sp>
        <p:nvSpPr>
          <p:cNvPr id="9" name="Rectangle 8">
            <a:extLst>
              <a:ext uri="{FF2B5EF4-FFF2-40B4-BE49-F238E27FC236}">
                <a16:creationId xmlns:a16="http://schemas.microsoft.com/office/drawing/2014/main" id="{55E3FCD0-63BF-42BF-9AC2-84B2311CED99}"/>
              </a:ext>
            </a:extLst>
          </p:cNvPr>
          <p:cNvSpPr/>
          <p:nvPr/>
        </p:nvSpPr>
        <p:spPr>
          <a:xfrm>
            <a:off x="2000406" y="4882140"/>
            <a:ext cx="85958" cy="61028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69">
              <a:defRPr/>
            </a:pPr>
            <a:endParaRPr lang="en-US" sz="1463" dirty="0">
              <a:solidFill>
                <a:srgbClr val="FFFFFF"/>
              </a:solidFill>
              <a:latin typeface="Aptos" panose="020B0004020202020204" pitchFamily="34" charset="0"/>
            </a:endParaRPr>
          </a:p>
        </p:txBody>
      </p:sp>
      <p:sp>
        <p:nvSpPr>
          <p:cNvPr id="10" name="Rectangle 9">
            <a:extLst>
              <a:ext uri="{FF2B5EF4-FFF2-40B4-BE49-F238E27FC236}">
                <a16:creationId xmlns:a16="http://schemas.microsoft.com/office/drawing/2014/main" id="{49DF06B0-65A2-4564-928E-EA0FE23B3AA4}"/>
              </a:ext>
            </a:extLst>
          </p:cNvPr>
          <p:cNvSpPr/>
          <p:nvPr/>
        </p:nvSpPr>
        <p:spPr>
          <a:xfrm>
            <a:off x="4424852" y="2494843"/>
            <a:ext cx="85958" cy="4599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69">
              <a:defRPr/>
            </a:pPr>
            <a:endParaRPr lang="en-US" sz="1463" dirty="0">
              <a:solidFill>
                <a:srgbClr val="FFFFFF"/>
              </a:solidFill>
              <a:latin typeface="Aptos" panose="020B0004020202020204" pitchFamily="34" charset="0"/>
            </a:endParaRPr>
          </a:p>
        </p:txBody>
      </p:sp>
      <p:sp>
        <p:nvSpPr>
          <p:cNvPr id="11" name="Rectangle: Rounded Corners 10">
            <a:extLst>
              <a:ext uri="{FF2B5EF4-FFF2-40B4-BE49-F238E27FC236}">
                <a16:creationId xmlns:a16="http://schemas.microsoft.com/office/drawing/2014/main" id="{55CD4FE1-2C22-4A6D-AB7F-3BC3F74F6BC6}"/>
              </a:ext>
            </a:extLst>
          </p:cNvPr>
          <p:cNvSpPr/>
          <p:nvPr/>
        </p:nvSpPr>
        <p:spPr>
          <a:xfrm>
            <a:off x="6398545" y="827921"/>
            <a:ext cx="2205265" cy="818885"/>
          </a:xfrm>
          <a:prstGeom prst="roundRect">
            <a:avLst/>
          </a:prstGeom>
          <a:solidFill>
            <a:schemeClr val="accent5">
              <a:lumMod val="20000"/>
              <a:lumOff val="80000"/>
              <a:alpha val="45882"/>
            </a:schemeClr>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742969">
              <a:spcBef>
                <a:spcPts val="488"/>
              </a:spcBef>
              <a:defRPr/>
            </a:pPr>
            <a:r>
              <a:rPr lang="en-US" sz="1138" b="1" kern="0" cap="all" spc="163" dirty="0">
                <a:solidFill>
                  <a:srgbClr val="000000"/>
                </a:solidFill>
                <a:latin typeface="Aptos" panose="020B0004020202020204" pitchFamily="34" charset="0"/>
                <a:ea typeface="Open Sans" charset="0"/>
                <a:cs typeface="Open Sans" charset="0"/>
              </a:rPr>
              <a:t>XXX</a:t>
            </a:r>
          </a:p>
          <a:p>
            <a:pPr algn="ctr" defTabSz="742969">
              <a:spcBef>
                <a:spcPts val="488"/>
              </a:spcBef>
              <a:defRPr/>
            </a:pPr>
            <a:r>
              <a:rPr lang="en-US" sz="1056" dirty="0">
                <a:solidFill>
                  <a:srgbClr val="000000"/>
                </a:solidFill>
                <a:latin typeface="Aptos" panose="020B0004020202020204" pitchFamily="34" charset="0"/>
                <a:ea typeface="Open Sans Light" panose="020B0306030504020204" pitchFamily="34" charset="0"/>
                <a:cs typeface="Open Sans Light" panose="020B0306030504020204" pitchFamily="34" charset="0"/>
              </a:rPr>
              <a:t>xxx</a:t>
            </a:r>
          </a:p>
        </p:txBody>
      </p:sp>
      <p:sp>
        <p:nvSpPr>
          <p:cNvPr id="12" name="Rectangle 11">
            <a:extLst>
              <a:ext uri="{FF2B5EF4-FFF2-40B4-BE49-F238E27FC236}">
                <a16:creationId xmlns:a16="http://schemas.microsoft.com/office/drawing/2014/main" id="{576E9BF9-7247-47B1-878E-FE79F323CEED}"/>
              </a:ext>
            </a:extLst>
          </p:cNvPr>
          <p:cNvSpPr/>
          <p:nvPr/>
        </p:nvSpPr>
        <p:spPr>
          <a:xfrm>
            <a:off x="7458198" y="1646807"/>
            <a:ext cx="85958" cy="37147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69">
              <a:defRPr/>
            </a:pPr>
            <a:endParaRPr lang="en-US" sz="1463" dirty="0">
              <a:solidFill>
                <a:srgbClr val="FFFFFF"/>
              </a:solidFill>
              <a:latin typeface="Aptos" panose="020B0004020202020204" pitchFamily="34" charset="0"/>
            </a:endParaRPr>
          </a:p>
        </p:txBody>
      </p:sp>
      <p:sp>
        <p:nvSpPr>
          <p:cNvPr id="13" name="Rectangle: Rounded Corners 22">
            <a:extLst>
              <a:ext uri="{FF2B5EF4-FFF2-40B4-BE49-F238E27FC236}">
                <a16:creationId xmlns:a16="http://schemas.microsoft.com/office/drawing/2014/main" id="{62600402-EF1F-48E7-8B36-5F84FC3D10E9}"/>
              </a:ext>
            </a:extLst>
          </p:cNvPr>
          <p:cNvSpPr/>
          <p:nvPr/>
        </p:nvSpPr>
        <p:spPr>
          <a:xfrm>
            <a:off x="5083531" y="3707716"/>
            <a:ext cx="2142544" cy="744441"/>
          </a:xfrm>
          <a:prstGeom prst="roundRect">
            <a:avLst/>
          </a:prstGeom>
          <a:solidFill>
            <a:schemeClr val="accent3">
              <a:lumMod val="20000"/>
              <a:lumOff val="80000"/>
              <a:alpha val="45882"/>
            </a:schemeClr>
          </a:solid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742969">
              <a:spcBef>
                <a:spcPts val="488"/>
              </a:spcBef>
              <a:defRPr/>
            </a:pPr>
            <a:r>
              <a:rPr lang="en-US" sz="1138" b="1" kern="0" cap="all" spc="163" dirty="0">
                <a:solidFill>
                  <a:srgbClr val="000000"/>
                </a:solidFill>
                <a:latin typeface="Aptos" panose="020B0004020202020204" pitchFamily="34" charset="0"/>
                <a:ea typeface="Open Sans" charset="0"/>
                <a:cs typeface="Open Sans" charset="0"/>
              </a:rPr>
              <a:t>XXX</a:t>
            </a:r>
          </a:p>
          <a:p>
            <a:pPr algn="ctr" defTabSz="742969">
              <a:spcBef>
                <a:spcPts val="488"/>
              </a:spcBef>
              <a:defRPr/>
            </a:pPr>
            <a:r>
              <a:rPr lang="en-US" sz="1056" dirty="0">
                <a:solidFill>
                  <a:srgbClr val="000000"/>
                </a:solidFill>
                <a:latin typeface="Aptos" panose="020B0004020202020204" pitchFamily="34" charset="0"/>
                <a:ea typeface="Open Sans Light" panose="020B0306030504020204" pitchFamily="34" charset="0"/>
                <a:cs typeface="Open Sans Light" panose="020B0306030504020204" pitchFamily="34" charset="0"/>
              </a:rPr>
              <a:t>xxx</a:t>
            </a:r>
          </a:p>
        </p:txBody>
      </p:sp>
      <p:sp>
        <p:nvSpPr>
          <p:cNvPr id="14" name="Rectangle 13">
            <a:extLst>
              <a:ext uri="{FF2B5EF4-FFF2-40B4-BE49-F238E27FC236}">
                <a16:creationId xmlns:a16="http://schemas.microsoft.com/office/drawing/2014/main" id="{97EFE726-31F5-40F3-BCA4-CCD314220E95}"/>
              </a:ext>
            </a:extLst>
          </p:cNvPr>
          <p:cNvSpPr/>
          <p:nvPr/>
        </p:nvSpPr>
        <p:spPr>
          <a:xfrm>
            <a:off x="6086992" y="4454547"/>
            <a:ext cx="85958" cy="37147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69">
              <a:defRPr/>
            </a:pPr>
            <a:endParaRPr lang="en-US" sz="1463" dirty="0">
              <a:solidFill>
                <a:srgbClr val="FFFFFF"/>
              </a:solidFill>
              <a:latin typeface="Aptos" panose="020B0004020202020204" pitchFamily="34" charset="0"/>
            </a:endParaRPr>
          </a:p>
        </p:txBody>
      </p:sp>
      <p:sp>
        <p:nvSpPr>
          <p:cNvPr id="15" name="Rectangle: Rounded Corners 14">
            <a:extLst>
              <a:ext uri="{FF2B5EF4-FFF2-40B4-BE49-F238E27FC236}">
                <a16:creationId xmlns:a16="http://schemas.microsoft.com/office/drawing/2014/main" id="{A4431FBD-E49B-404E-BDF7-F77774A2A2EB}"/>
              </a:ext>
            </a:extLst>
          </p:cNvPr>
          <p:cNvSpPr/>
          <p:nvPr/>
        </p:nvSpPr>
        <p:spPr>
          <a:xfrm>
            <a:off x="3415955" y="1867272"/>
            <a:ext cx="2103753" cy="804058"/>
          </a:xfrm>
          <a:prstGeom prst="roundRect">
            <a:avLst/>
          </a:prstGeom>
          <a:solidFill>
            <a:schemeClr val="accent2">
              <a:lumMod val="20000"/>
              <a:lumOff val="80000"/>
            </a:schemeClr>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69">
              <a:spcBef>
                <a:spcPts val="488"/>
              </a:spcBef>
              <a:defRPr/>
            </a:pPr>
            <a:r>
              <a:rPr lang="en-US" sz="1138" b="1" kern="0" cap="all" spc="163" dirty="0">
                <a:solidFill>
                  <a:srgbClr val="000000"/>
                </a:solidFill>
                <a:latin typeface="Aptos" panose="020B0004020202020204" pitchFamily="34" charset="0"/>
                <a:ea typeface="Open Sans" charset="0"/>
                <a:cs typeface="Open Sans" charset="0"/>
              </a:rPr>
              <a:t>XXX</a:t>
            </a:r>
          </a:p>
          <a:p>
            <a:pPr algn="ctr" defTabSz="742969">
              <a:spcBef>
                <a:spcPts val="488"/>
              </a:spcBef>
              <a:defRPr/>
            </a:pPr>
            <a:r>
              <a:rPr lang="en-US" sz="1056" dirty="0">
                <a:solidFill>
                  <a:srgbClr val="000000"/>
                </a:solidFill>
                <a:latin typeface="Aptos" panose="020B0004020202020204" pitchFamily="34" charset="0"/>
                <a:ea typeface="Open Sans Light" panose="020B0306030504020204" pitchFamily="34" charset="0"/>
                <a:cs typeface="Open Sans Light" panose="020B0306030504020204" pitchFamily="34" charset="0"/>
              </a:rPr>
              <a:t>xxx</a:t>
            </a:r>
          </a:p>
        </p:txBody>
      </p:sp>
    </p:spTree>
    <p:extLst>
      <p:ext uri="{BB962C8B-B14F-4D97-AF65-F5344CB8AC3E}">
        <p14:creationId xmlns:p14="http://schemas.microsoft.com/office/powerpoint/2010/main" val="307580970"/>
      </p:ext>
    </p:extLst>
  </p:cSld>
  <p:clrMapOvr>
    <a:masterClrMapping/>
  </p:clrMapOvr>
  <p:transition>
    <p:fade/>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32092E4-2E6E-4631-B89D-72FDB75A8857}"/>
              </a:ext>
            </a:extLst>
          </p:cNvPr>
          <p:cNvSpPr>
            <a:spLocks noGrp="1"/>
          </p:cNvSpPr>
          <p:nvPr>
            <p:ph type="title"/>
          </p:nvPr>
        </p:nvSpPr>
        <p:spPr/>
        <p:txBody>
          <a:bodyPr/>
          <a:lstStyle/>
          <a:p>
            <a:r>
              <a:rPr lang="en-US" dirty="0"/>
              <a:t>Road and signs</a:t>
            </a:r>
          </a:p>
        </p:txBody>
      </p:sp>
      <p:pic>
        <p:nvPicPr>
          <p:cNvPr id="5" name="Picture 4">
            <a:extLst>
              <a:ext uri="{FF2B5EF4-FFF2-40B4-BE49-F238E27FC236}">
                <a16:creationId xmlns:a16="http://schemas.microsoft.com/office/drawing/2014/main" id="{2BEDBECE-7297-4111-9FA4-878D98EA5F72}"/>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281918" y="2824298"/>
            <a:ext cx="8285998" cy="3157853"/>
          </a:xfrm>
          <a:prstGeom prst="rect">
            <a:avLst/>
          </a:prstGeom>
        </p:spPr>
      </p:pic>
      <p:sp>
        <p:nvSpPr>
          <p:cNvPr id="6" name="Freeform 15">
            <a:extLst>
              <a:ext uri="{FF2B5EF4-FFF2-40B4-BE49-F238E27FC236}">
                <a16:creationId xmlns:a16="http://schemas.microsoft.com/office/drawing/2014/main" id="{FE103979-C845-4E21-81EE-70D6C44D9D71}"/>
              </a:ext>
            </a:extLst>
          </p:cNvPr>
          <p:cNvSpPr/>
          <p:nvPr/>
        </p:nvSpPr>
        <p:spPr bwMode="gray">
          <a:xfrm>
            <a:off x="1429773" y="3082391"/>
            <a:ext cx="7302137" cy="2391591"/>
          </a:xfrm>
          <a:custGeom>
            <a:avLst/>
            <a:gdLst>
              <a:gd name="connsiteX0" fmla="*/ 0 w 8987246"/>
              <a:gd name="connsiteY0" fmla="*/ 0 h 2943497"/>
              <a:gd name="connsiteX1" fmla="*/ 740229 w 8987246"/>
              <a:gd name="connsiteY1" fmla="*/ 391885 h 2943497"/>
              <a:gd name="connsiteX2" fmla="*/ 2899954 w 8987246"/>
              <a:gd name="connsiteY2" fmla="*/ 592182 h 2943497"/>
              <a:gd name="connsiteX3" fmla="*/ 3971109 w 8987246"/>
              <a:gd name="connsiteY3" fmla="*/ 757645 h 2943497"/>
              <a:gd name="connsiteX4" fmla="*/ 4632960 w 8987246"/>
              <a:gd name="connsiteY4" fmla="*/ 1140822 h 2943497"/>
              <a:gd name="connsiteX5" fmla="*/ 4101737 w 8987246"/>
              <a:gd name="connsiteY5" fmla="*/ 1541417 h 2943497"/>
              <a:gd name="connsiteX6" fmla="*/ 2629989 w 8987246"/>
              <a:gd name="connsiteY6" fmla="*/ 1889760 h 2943497"/>
              <a:gd name="connsiteX7" fmla="*/ 3248297 w 8987246"/>
              <a:gd name="connsiteY7" fmla="*/ 2360022 h 2943497"/>
              <a:gd name="connsiteX8" fmla="*/ 6261463 w 8987246"/>
              <a:gd name="connsiteY8" fmla="*/ 2812868 h 2943497"/>
              <a:gd name="connsiteX9" fmla="*/ 8987246 w 8987246"/>
              <a:gd name="connsiteY9" fmla="*/ 2943497 h 2943497"/>
              <a:gd name="connsiteX10" fmla="*/ 8987246 w 8987246"/>
              <a:gd name="connsiteY10" fmla="*/ 2943497 h 294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87246" h="2943497">
                <a:moveTo>
                  <a:pt x="0" y="0"/>
                </a:moveTo>
                <a:cubicBezTo>
                  <a:pt x="128451" y="146594"/>
                  <a:pt x="256903" y="293188"/>
                  <a:pt x="740229" y="391885"/>
                </a:cubicBezTo>
                <a:cubicBezTo>
                  <a:pt x="1223555" y="490582"/>
                  <a:pt x="2361474" y="531222"/>
                  <a:pt x="2899954" y="592182"/>
                </a:cubicBezTo>
                <a:cubicBezTo>
                  <a:pt x="3438434" y="653142"/>
                  <a:pt x="3682275" y="666205"/>
                  <a:pt x="3971109" y="757645"/>
                </a:cubicBezTo>
                <a:cubicBezTo>
                  <a:pt x="4259943" y="849085"/>
                  <a:pt x="4611189" y="1010193"/>
                  <a:pt x="4632960" y="1140822"/>
                </a:cubicBezTo>
                <a:cubicBezTo>
                  <a:pt x="4654731" y="1271451"/>
                  <a:pt x="4435565" y="1416594"/>
                  <a:pt x="4101737" y="1541417"/>
                </a:cubicBezTo>
                <a:cubicBezTo>
                  <a:pt x="3767909" y="1666240"/>
                  <a:pt x="2772229" y="1753326"/>
                  <a:pt x="2629989" y="1889760"/>
                </a:cubicBezTo>
                <a:cubicBezTo>
                  <a:pt x="2487749" y="2026194"/>
                  <a:pt x="2643051" y="2206171"/>
                  <a:pt x="3248297" y="2360022"/>
                </a:cubicBezTo>
                <a:cubicBezTo>
                  <a:pt x="3853543" y="2513873"/>
                  <a:pt x="5304972" y="2715622"/>
                  <a:pt x="6261463" y="2812868"/>
                </a:cubicBezTo>
                <a:cubicBezTo>
                  <a:pt x="7217955" y="2910114"/>
                  <a:pt x="8987246" y="2943497"/>
                  <a:pt x="8987246" y="2943497"/>
                </a:cubicBezTo>
                <a:lnTo>
                  <a:pt x="8987246" y="2943497"/>
                </a:lnTo>
              </a:path>
            </a:pathLst>
          </a:custGeom>
          <a:noFill/>
          <a:ln w="76200" algn="ctr">
            <a:gradFill>
              <a:gsLst>
                <a:gs pos="0">
                  <a:srgbClr val="F5F5F6"/>
                </a:gs>
                <a:gs pos="20000">
                  <a:schemeClr val="bg1"/>
                </a:gs>
                <a:gs pos="85000">
                  <a:schemeClr val="bg1"/>
                </a:gs>
                <a:gs pos="100000">
                  <a:srgbClr val="D1D2D4"/>
                </a:gs>
              </a:gsLst>
              <a:lin ang="5400000" scaled="1"/>
            </a:gradFill>
            <a:miter lim="800000"/>
            <a:headEnd/>
            <a:tailEnd type="triangle"/>
          </a:ln>
          <a:effectLst>
            <a:outerShdw blurRad="50800" dist="38100" dir="2700000" algn="tl" rotWithShape="0">
              <a:prstClr val="black">
                <a:alpha val="20000"/>
              </a:prstClr>
            </a:outerShdw>
          </a:effectLst>
        </p:spPr>
        <p:txBody>
          <a:bodyPr rtlCol="0" anchor="ctr"/>
          <a:lstStyle/>
          <a:p>
            <a:pPr algn="ctr" defTabSz="742969">
              <a:defRPr/>
            </a:pPr>
            <a:endParaRPr lang="en-US" sz="1463" dirty="0">
              <a:solidFill>
                <a:prstClr val="black"/>
              </a:solidFill>
              <a:latin typeface="Aptos" panose="020B0004020202020204" pitchFamily="34" charset="0"/>
            </a:endParaRPr>
          </a:p>
        </p:txBody>
      </p:sp>
      <p:grpSp>
        <p:nvGrpSpPr>
          <p:cNvPr id="7" name="Group 6">
            <a:extLst>
              <a:ext uri="{FF2B5EF4-FFF2-40B4-BE49-F238E27FC236}">
                <a16:creationId xmlns:a16="http://schemas.microsoft.com/office/drawing/2014/main" id="{F6D6F272-0A73-4810-A599-FD1C3BC5B09D}"/>
              </a:ext>
            </a:extLst>
          </p:cNvPr>
          <p:cNvGrpSpPr/>
          <p:nvPr/>
        </p:nvGrpSpPr>
        <p:grpSpPr>
          <a:xfrm>
            <a:off x="407591" y="1874822"/>
            <a:ext cx="2239170" cy="1261809"/>
            <a:chOff x="322832" y="1134035"/>
            <a:chExt cx="2755901" cy="1552996"/>
          </a:xfrm>
        </p:grpSpPr>
        <p:sp>
          <p:nvSpPr>
            <p:cNvPr id="8" name="TextBox 7">
              <a:extLst>
                <a:ext uri="{FF2B5EF4-FFF2-40B4-BE49-F238E27FC236}">
                  <a16:creationId xmlns:a16="http://schemas.microsoft.com/office/drawing/2014/main" id="{1A635CE5-F277-421A-8CDC-E20084F4EFE1}"/>
                </a:ext>
              </a:extLst>
            </p:cNvPr>
            <p:cNvSpPr txBox="1"/>
            <p:nvPr/>
          </p:nvSpPr>
          <p:spPr>
            <a:xfrm>
              <a:off x="815193" y="1134035"/>
              <a:ext cx="1188097" cy="359862"/>
            </a:xfrm>
            <a:prstGeom prst="rect">
              <a:avLst/>
            </a:prstGeom>
            <a:noFill/>
          </p:spPr>
          <p:txBody>
            <a:bodyPr wrap="none" rtlCol="0">
              <a:spAutoFit/>
            </a:bodyPr>
            <a:lstStyle/>
            <a:p>
              <a:pPr defTabSz="990601">
                <a:defRPr/>
              </a:pPr>
              <a:r>
                <a:rPr lang="en-US" sz="1300" b="1" dirty="0">
                  <a:solidFill>
                    <a:prstClr val="black"/>
                  </a:solidFill>
                  <a:latin typeface="Aptos" panose="020B0004020202020204" pitchFamily="34" charset="0"/>
                  <a:ea typeface="Verdana" panose="020B0604030504040204" pitchFamily="34" charset="0"/>
                  <a:cs typeface="Verdana" panose="020B0604030504040204" pitchFamily="34" charset="0"/>
                </a:rPr>
                <a:t>0</a:t>
              </a:r>
              <a:r>
                <a:rPr lang="en-US" sz="813" b="1" dirty="0">
                  <a:solidFill>
                    <a:prstClr val="black"/>
                  </a:solidFill>
                  <a:latin typeface="Aptos" panose="020B0004020202020204" pitchFamily="34" charset="0"/>
                  <a:ea typeface="Verdana" panose="020B0604030504040204" pitchFamily="34" charset="0"/>
                  <a:cs typeface="Verdana" panose="020B0604030504040204" pitchFamily="34" charset="0"/>
                </a:rPr>
                <a:t>. Lorem ipsum </a:t>
              </a:r>
            </a:p>
          </p:txBody>
        </p:sp>
        <p:sp>
          <p:nvSpPr>
            <p:cNvPr id="9" name="TextBox 8">
              <a:extLst>
                <a:ext uri="{FF2B5EF4-FFF2-40B4-BE49-F238E27FC236}">
                  <a16:creationId xmlns:a16="http://schemas.microsoft.com/office/drawing/2014/main" id="{831F7A14-08A4-4C84-98A7-D8AFA4B0DE7F}"/>
                </a:ext>
              </a:extLst>
            </p:cNvPr>
            <p:cNvSpPr txBox="1"/>
            <p:nvPr/>
          </p:nvSpPr>
          <p:spPr>
            <a:xfrm>
              <a:off x="847481" y="1395050"/>
              <a:ext cx="2231252" cy="883477"/>
            </a:xfrm>
            <a:prstGeom prst="rect">
              <a:avLst/>
            </a:prstGeom>
            <a:noFill/>
          </p:spPr>
          <p:txBody>
            <a:bodyPr wrap="square" rtlCol="0">
              <a:spAutoFit/>
            </a:bodyPr>
            <a:lstStyle/>
            <a:p>
              <a:pPr marL="91581" indent="-91581" defTabSz="990601">
                <a:buFont typeface="Wingdings" panose="05000000000000000000" pitchFamily="2" charset="2"/>
                <a:buChar char="§"/>
                <a:defRPr/>
              </a:pPr>
              <a:r>
                <a:rPr lang="en-US" sz="813" dirty="0">
                  <a:solidFill>
                    <a:prstClr val="black">
                      <a:lumMod val="95000"/>
                      <a:lumOff val="5000"/>
                    </a:prstClr>
                  </a:solidFill>
                  <a:latin typeface="Aptos" panose="020B0004020202020204" pitchFamily="34" charset="0"/>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p:txBody>
        </p:sp>
        <p:sp>
          <p:nvSpPr>
            <p:cNvPr id="10" name="Freeform 66">
              <a:extLst>
                <a:ext uri="{FF2B5EF4-FFF2-40B4-BE49-F238E27FC236}">
                  <a16:creationId xmlns:a16="http://schemas.microsoft.com/office/drawing/2014/main" id="{9AD994A8-B803-4E51-B6DE-23A54CDD0BE2}"/>
                </a:ext>
              </a:extLst>
            </p:cNvPr>
            <p:cNvSpPr>
              <a:spLocks noChangeAspect="1" noEditPoints="1"/>
            </p:cNvSpPr>
            <p:nvPr/>
          </p:nvSpPr>
          <p:spPr bwMode="auto">
            <a:xfrm>
              <a:off x="322832" y="1184059"/>
              <a:ext cx="487829" cy="487829"/>
            </a:xfrm>
            <a:custGeom>
              <a:avLst/>
              <a:gdLst>
                <a:gd name="T0" fmla="*/ 275 w 512"/>
                <a:gd name="T1" fmla="*/ 260 h 512"/>
                <a:gd name="T2" fmla="*/ 295 w 512"/>
                <a:gd name="T3" fmla="*/ 217 h 512"/>
                <a:gd name="T4" fmla="*/ 251 w 512"/>
                <a:gd name="T5" fmla="*/ 236 h 512"/>
                <a:gd name="T6" fmla="*/ 275 w 512"/>
                <a:gd name="T7" fmla="*/ 260 h 512"/>
                <a:gd name="T8" fmla="*/ 384 w 512"/>
                <a:gd name="T9" fmla="*/ 245 h 512"/>
                <a:gd name="T10" fmla="*/ 394 w 512"/>
                <a:gd name="T11" fmla="*/ 245 h 512"/>
                <a:gd name="T12" fmla="*/ 266 w 512"/>
                <a:gd name="T13" fmla="*/ 118 h 512"/>
                <a:gd name="T14" fmla="*/ 266 w 512"/>
                <a:gd name="T15" fmla="*/ 128 h 512"/>
                <a:gd name="T16" fmla="*/ 256 w 512"/>
                <a:gd name="T17" fmla="*/ 138 h 512"/>
                <a:gd name="T18" fmla="*/ 245 w 512"/>
                <a:gd name="T19" fmla="*/ 128 h 512"/>
                <a:gd name="T20" fmla="*/ 245 w 512"/>
                <a:gd name="T21" fmla="*/ 118 h 512"/>
                <a:gd name="T22" fmla="*/ 118 w 512"/>
                <a:gd name="T23" fmla="*/ 245 h 512"/>
                <a:gd name="T24" fmla="*/ 128 w 512"/>
                <a:gd name="T25" fmla="*/ 245 h 512"/>
                <a:gd name="T26" fmla="*/ 138 w 512"/>
                <a:gd name="T27" fmla="*/ 256 h 512"/>
                <a:gd name="T28" fmla="*/ 128 w 512"/>
                <a:gd name="T29" fmla="*/ 266 h 512"/>
                <a:gd name="T30" fmla="*/ 118 w 512"/>
                <a:gd name="T31" fmla="*/ 266 h 512"/>
                <a:gd name="T32" fmla="*/ 245 w 512"/>
                <a:gd name="T33" fmla="*/ 394 h 512"/>
                <a:gd name="T34" fmla="*/ 245 w 512"/>
                <a:gd name="T35" fmla="*/ 384 h 512"/>
                <a:gd name="T36" fmla="*/ 256 w 512"/>
                <a:gd name="T37" fmla="*/ 373 h 512"/>
                <a:gd name="T38" fmla="*/ 266 w 512"/>
                <a:gd name="T39" fmla="*/ 384 h 512"/>
                <a:gd name="T40" fmla="*/ 266 w 512"/>
                <a:gd name="T41" fmla="*/ 394 h 512"/>
                <a:gd name="T42" fmla="*/ 394 w 512"/>
                <a:gd name="T43" fmla="*/ 266 h 512"/>
                <a:gd name="T44" fmla="*/ 384 w 512"/>
                <a:gd name="T45" fmla="*/ 266 h 512"/>
                <a:gd name="T46" fmla="*/ 373 w 512"/>
                <a:gd name="T47" fmla="*/ 256 h 512"/>
                <a:gd name="T48" fmla="*/ 384 w 512"/>
                <a:gd name="T49" fmla="*/ 245 h 512"/>
                <a:gd name="T50" fmla="*/ 326 w 512"/>
                <a:gd name="T51" fmla="*/ 200 h 512"/>
                <a:gd name="T52" fmla="*/ 288 w 512"/>
                <a:gd name="T53" fmla="*/ 283 h 512"/>
                <a:gd name="T54" fmla="*/ 283 w 512"/>
                <a:gd name="T55" fmla="*/ 288 h 512"/>
                <a:gd name="T56" fmla="*/ 200 w 512"/>
                <a:gd name="T57" fmla="*/ 326 h 512"/>
                <a:gd name="T58" fmla="*/ 195 w 512"/>
                <a:gd name="T59" fmla="*/ 327 h 512"/>
                <a:gd name="T60" fmla="*/ 188 w 512"/>
                <a:gd name="T61" fmla="*/ 324 h 512"/>
                <a:gd name="T62" fmla="*/ 186 w 512"/>
                <a:gd name="T63" fmla="*/ 312 h 512"/>
                <a:gd name="T64" fmla="*/ 223 w 512"/>
                <a:gd name="T65" fmla="*/ 229 h 512"/>
                <a:gd name="T66" fmla="*/ 229 w 512"/>
                <a:gd name="T67" fmla="*/ 223 h 512"/>
                <a:gd name="T68" fmla="*/ 312 w 512"/>
                <a:gd name="T69" fmla="*/ 186 h 512"/>
                <a:gd name="T70" fmla="*/ 324 w 512"/>
                <a:gd name="T71" fmla="*/ 188 h 512"/>
                <a:gd name="T72" fmla="*/ 326 w 512"/>
                <a:gd name="T73" fmla="*/ 200 h 512"/>
                <a:gd name="T74" fmla="*/ 217 w 512"/>
                <a:gd name="T75" fmla="*/ 295 h 512"/>
                <a:gd name="T76" fmla="*/ 260 w 512"/>
                <a:gd name="T77" fmla="*/ 275 h 512"/>
                <a:gd name="T78" fmla="*/ 236 w 512"/>
                <a:gd name="T79" fmla="*/ 251 h 512"/>
                <a:gd name="T80" fmla="*/ 217 w 512"/>
                <a:gd name="T81" fmla="*/ 295 h 512"/>
                <a:gd name="T82" fmla="*/ 256 w 512"/>
                <a:gd name="T83" fmla="*/ 0 h 512"/>
                <a:gd name="T84" fmla="*/ 0 w 512"/>
                <a:gd name="T85" fmla="*/ 256 h 512"/>
                <a:gd name="T86" fmla="*/ 256 w 512"/>
                <a:gd name="T87" fmla="*/ 512 h 512"/>
                <a:gd name="T88" fmla="*/ 512 w 512"/>
                <a:gd name="T89" fmla="*/ 256 h 512"/>
                <a:gd name="T90" fmla="*/ 256 w 512"/>
                <a:gd name="T91" fmla="*/ 0 h 512"/>
                <a:gd name="T92" fmla="*/ 256 w 512"/>
                <a:gd name="T93" fmla="*/ 416 h 512"/>
                <a:gd name="T94" fmla="*/ 96 w 512"/>
                <a:gd name="T95" fmla="*/ 256 h 512"/>
                <a:gd name="T96" fmla="*/ 256 w 512"/>
                <a:gd name="T97" fmla="*/ 96 h 512"/>
                <a:gd name="T98" fmla="*/ 416 w 512"/>
                <a:gd name="T99" fmla="*/ 256 h 512"/>
                <a:gd name="T100" fmla="*/ 256 w 512"/>
                <a:gd name="T101" fmla="*/ 41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2" h="512">
                  <a:moveTo>
                    <a:pt x="275" y="260"/>
                  </a:moveTo>
                  <a:cubicBezTo>
                    <a:pt x="295" y="217"/>
                    <a:pt x="295" y="217"/>
                    <a:pt x="295" y="217"/>
                  </a:cubicBezTo>
                  <a:cubicBezTo>
                    <a:pt x="251" y="236"/>
                    <a:pt x="251" y="236"/>
                    <a:pt x="251" y="236"/>
                  </a:cubicBezTo>
                  <a:lnTo>
                    <a:pt x="275" y="260"/>
                  </a:lnTo>
                  <a:close/>
                  <a:moveTo>
                    <a:pt x="384" y="245"/>
                  </a:moveTo>
                  <a:cubicBezTo>
                    <a:pt x="394" y="245"/>
                    <a:pt x="394" y="245"/>
                    <a:pt x="394" y="245"/>
                  </a:cubicBezTo>
                  <a:cubicBezTo>
                    <a:pt x="389" y="177"/>
                    <a:pt x="334" y="123"/>
                    <a:pt x="266" y="118"/>
                  </a:cubicBezTo>
                  <a:cubicBezTo>
                    <a:pt x="266" y="128"/>
                    <a:pt x="266" y="128"/>
                    <a:pt x="266" y="128"/>
                  </a:cubicBezTo>
                  <a:cubicBezTo>
                    <a:pt x="266" y="134"/>
                    <a:pt x="262" y="138"/>
                    <a:pt x="256" y="138"/>
                  </a:cubicBezTo>
                  <a:cubicBezTo>
                    <a:pt x="250" y="138"/>
                    <a:pt x="245" y="134"/>
                    <a:pt x="245" y="128"/>
                  </a:cubicBezTo>
                  <a:cubicBezTo>
                    <a:pt x="245" y="118"/>
                    <a:pt x="245" y="118"/>
                    <a:pt x="245" y="118"/>
                  </a:cubicBezTo>
                  <a:cubicBezTo>
                    <a:pt x="177" y="123"/>
                    <a:pt x="123" y="177"/>
                    <a:pt x="118" y="245"/>
                  </a:cubicBezTo>
                  <a:cubicBezTo>
                    <a:pt x="128" y="245"/>
                    <a:pt x="128" y="245"/>
                    <a:pt x="128" y="245"/>
                  </a:cubicBezTo>
                  <a:cubicBezTo>
                    <a:pt x="134" y="245"/>
                    <a:pt x="138" y="250"/>
                    <a:pt x="138" y="256"/>
                  </a:cubicBezTo>
                  <a:cubicBezTo>
                    <a:pt x="138" y="262"/>
                    <a:pt x="134" y="266"/>
                    <a:pt x="128" y="266"/>
                  </a:cubicBezTo>
                  <a:cubicBezTo>
                    <a:pt x="118" y="266"/>
                    <a:pt x="118" y="266"/>
                    <a:pt x="118" y="266"/>
                  </a:cubicBezTo>
                  <a:cubicBezTo>
                    <a:pt x="123" y="334"/>
                    <a:pt x="177" y="389"/>
                    <a:pt x="245" y="394"/>
                  </a:cubicBezTo>
                  <a:cubicBezTo>
                    <a:pt x="245" y="384"/>
                    <a:pt x="245" y="384"/>
                    <a:pt x="245" y="384"/>
                  </a:cubicBezTo>
                  <a:cubicBezTo>
                    <a:pt x="245" y="378"/>
                    <a:pt x="250" y="373"/>
                    <a:pt x="256" y="373"/>
                  </a:cubicBezTo>
                  <a:cubicBezTo>
                    <a:pt x="262" y="373"/>
                    <a:pt x="266" y="378"/>
                    <a:pt x="266" y="384"/>
                  </a:cubicBezTo>
                  <a:cubicBezTo>
                    <a:pt x="266" y="394"/>
                    <a:pt x="266" y="394"/>
                    <a:pt x="266" y="394"/>
                  </a:cubicBezTo>
                  <a:cubicBezTo>
                    <a:pt x="334" y="389"/>
                    <a:pt x="389" y="334"/>
                    <a:pt x="394" y="266"/>
                  </a:cubicBezTo>
                  <a:cubicBezTo>
                    <a:pt x="384" y="266"/>
                    <a:pt x="384" y="266"/>
                    <a:pt x="384" y="266"/>
                  </a:cubicBezTo>
                  <a:cubicBezTo>
                    <a:pt x="378" y="266"/>
                    <a:pt x="373" y="262"/>
                    <a:pt x="373" y="256"/>
                  </a:cubicBezTo>
                  <a:cubicBezTo>
                    <a:pt x="373" y="250"/>
                    <a:pt x="378" y="245"/>
                    <a:pt x="384" y="245"/>
                  </a:cubicBezTo>
                  <a:close/>
                  <a:moveTo>
                    <a:pt x="326" y="200"/>
                  </a:moveTo>
                  <a:cubicBezTo>
                    <a:pt x="288" y="283"/>
                    <a:pt x="288" y="283"/>
                    <a:pt x="288" y="283"/>
                  </a:cubicBezTo>
                  <a:cubicBezTo>
                    <a:pt x="287" y="285"/>
                    <a:pt x="285" y="287"/>
                    <a:pt x="283" y="288"/>
                  </a:cubicBezTo>
                  <a:cubicBezTo>
                    <a:pt x="200" y="326"/>
                    <a:pt x="200" y="326"/>
                    <a:pt x="200" y="326"/>
                  </a:cubicBezTo>
                  <a:cubicBezTo>
                    <a:pt x="198" y="326"/>
                    <a:pt x="197" y="327"/>
                    <a:pt x="195" y="327"/>
                  </a:cubicBezTo>
                  <a:cubicBezTo>
                    <a:pt x="193" y="327"/>
                    <a:pt x="190" y="326"/>
                    <a:pt x="188" y="324"/>
                  </a:cubicBezTo>
                  <a:cubicBezTo>
                    <a:pt x="185" y="320"/>
                    <a:pt x="184" y="316"/>
                    <a:pt x="186" y="312"/>
                  </a:cubicBezTo>
                  <a:cubicBezTo>
                    <a:pt x="223" y="229"/>
                    <a:pt x="223" y="229"/>
                    <a:pt x="223" y="229"/>
                  </a:cubicBezTo>
                  <a:cubicBezTo>
                    <a:pt x="224" y="226"/>
                    <a:pt x="226" y="224"/>
                    <a:pt x="229" y="223"/>
                  </a:cubicBezTo>
                  <a:cubicBezTo>
                    <a:pt x="312" y="186"/>
                    <a:pt x="312" y="186"/>
                    <a:pt x="312" y="186"/>
                  </a:cubicBezTo>
                  <a:cubicBezTo>
                    <a:pt x="316" y="184"/>
                    <a:pt x="320" y="185"/>
                    <a:pt x="324" y="188"/>
                  </a:cubicBezTo>
                  <a:cubicBezTo>
                    <a:pt x="327" y="191"/>
                    <a:pt x="328" y="196"/>
                    <a:pt x="326" y="200"/>
                  </a:cubicBezTo>
                  <a:close/>
                  <a:moveTo>
                    <a:pt x="217" y="295"/>
                  </a:moveTo>
                  <a:cubicBezTo>
                    <a:pt x="260" y="275"/>
                    <a:pt x="260" y="275"/>
                    <a:pt x="260" y="275"/>
                  </a:cubicBezTo>
                  <a:cubicBezTo>
                    <a:pt x="236" y="251"/>
                    <a:pt x="236" y="251"/>
                    <a:pt x="236" y="251"/>
                  </a:cubicBezTo>
                  <a:lnTo>
                    <a:pt x="217" y="295"/>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16"/>
                  </a:moveTo>
                  <a:cubicBezTo>
                    <a:pt x="167" y="416"/>
                    <a:pt x="96" y="344"/>
                    <a:pt x="96" y="256"/>
                  </a:cubicBezTo>
                  <a:cubicBezTo>
                    <a:pt x="96" y="167"/>
                    <a:pt x="167" y="96"/>
                    <a:pt x="256" y="96"/>
                  </a:cubicBezTo>
                  <a:cubicBezTo>
                    <a:pt x="344" y="96"/>
                    <a:pt x="416" y="167"/>
                    <a:pt x="416" y="256"/>
                  </a:cubicBezTo>
                  <a:cubicBezTo>
                    <a:pt x="416" y="344"/>
                    <a:pt x="344" y="416"/>
                    <a:pt x="256" y="416"/>
                  </a:cubicBezTo>
                  <a:close/>
                </a:path>
              </a:pathLst>
            </a:custGeom>
            <a:solidFill>
              <a:schemeClr val="accent1"/>
            </a:solidFill>
            <a:ln>
              <a:noFill/>
            </a:ln>
          </p:spPr>
          <p:txBody>
            <a:bodyPr vert="horz" wrap="square" lIns="74295" tIns="37148" rIns="74295" bIns="37148" numCol="1" anchor="t" anchorCtr="0" compatLnSpc="1">
              <a:prstTxWarp prst="textNoShape">
                <a:avLst/>
              </a:prstTxWarp>
            </a:bodyPr>
            <a:lstStyle/>
            <a:p>
              <a:pPr defTabSz="990601">
                <a:defRPr/>
              </a:pPr>
              <a:endParaRPr lang="en-GB" sz="1950" dirty="0">
                <a:solidFill>
                  <a:prstClr val="black"/>
                </a:solidFill>
                <a:latin typeface="Aptos" panose="020B0004020202020204" pitchFamily="34" charset="0"/>
              </a:endParaRPr>
            </a:p>
          </p:txBody>
        </p:sp>
        <p:sp>
          <p:nvSpPr>
            <p:cNvPr id="11" name="Freeform 6">
              <a:extLst>
                <a:ext uri="{FF2B5EF4-FFF2-40B4-BE49-F238E27FC236}">
                  <a16:creationId xmlns:a16="http://schemas.microsoft.com/office/drawing/2014/main" id="{106EB860-5138-4015-A267-7F9CD313991B}"/>
                </a:ext>
              </a:extLst>
            </p:cNvPr>
            <p:cNvSpPr>
              <a:spLocks noChangeAspect="1" noEditPoints="1"/>
            </p:cNvSpPr>
            <p:nvPr/>
          </p:nvSpPr>
          <p:spPr bwMode="auto">
            <a:xfrm>
              <a:off x="1622797" y="2407699"/>
              <a:ext cx="193554" cy="279332"/>
            </a:xfrm>
            <a:custGeom>
              <a:avLst/>
              <a:gdLst>
                <a:gd name="T0" fmla="*/ 37 w 74"/>
                <a:gd name="T1" fmla="*/ 0 h 118"/>
                <a:gd name="T2" fmla="*/ 0 w 74"/>
                <a:gd name="T3" fmla="*/ 37 h 118"/>
                <a:gd name="T4" fmla="*/ 37 w 74"/>
                <a:gd name="T5" fmla="*/ 118 h 118"/>
                <a:gd name="T6" fmla="*/ 74 w 74"/>
                <a:gd name="T7" fmla="*/ 37 h 118"/>
                <a:gd name="T8" fmla="*/ 37 w 74"/>
                <a:gd name="T9" fmla="*/ 0 h 118"/>
                <a:gd name="T10" fmla="*/ 37 w 74"/>
                <a:gd name="T11" fmla="*/ 57 h 118"/>
                <a:gd name="T12" fmla="*/ 17 w 74"/>
                <a:gd name="T13" fmla="*/ 37 h 118"/>
                <a:gd name="T14" fmla="*/ 37 w 74"/>
                <a:gd name="T15" fmla="*/ 17 h 118"/>
                <a:gd name="T16" fmla="*/ 57 w 74"/>
                <a:gd name="T17" fmla="*/ 37 h 118"/>
                <a:gd name="T18" fmla="*/ 37 w 74"/>
                <a:gd name="T19" fmla="*/ 5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18">
                  <a:moveTo>
                    <a:pt x="37" y="0"/>
                  </a:moveTo>
                  <a:cubicBezTo>
                    <a:pt x="16" y="0"/>
                    <a:pt x="0" y="16"/>
                    <a:pt x="0" y="37"/>
                  </a:cubicBezTo>
                  <a:cubicBezTo>
                    <a:pt x="0" y="72"/>
                    <a:pt x="37" y="118"/>
                    <a:pt x="37" y="118"/>
                  </a:cubicBezTo>
                  <a:cubicBezTo>
                    <a:pt x="37" y="118"/>
                    <a:pt x="74" y="72"/>
                    <a:pt x="74" y="37"/>
                  </a:cubicBezTo>
                  <a:cubicBezTo>
                    <a:pt x="74" y="16"/>
                    <a:pt x="57" y="0"/>
                    <a:pt x="37" y="0"/>
                  </a:cubicBezTo>
                  <a:close/>
                  <a:moveTo>
                    <a:pt x="37" y="57"/>
                  </a:moveTo>
                  <a:cubicBezTo>
                    <a:pt x="26" y="57"/>
                    <a:pt x="17" y="48"/>
                    <a:pt x="17" y="37"/>
                  </a:cubicBezTo>
                  <a:cubicBezTo>
                    <a:pt x="17" y="26"/>
                    <a:pt x="26" y="17"/>
                    <a:pt x="37" y="17"/>
                  </a:cubicBezTo>
                  <a:cubicBezTo>
                    <a:pt x="48" y="17"/>
                    <a:pt x="57" y="26"/>
                    <a:pt x="57" y="37"/>
                  </a:cubicBezTo>
                  <a:cubicBezTo>
                    <a:pt x="57" y="48"/>
                    <a:pt x="48" y="57"/>
                    <a:pt x="37" y="57"/>
                  </a:cubicBezTo>
                  <a:close/>
                </a:path>
              </a:pathLst>
            </a:custGeom>
            <a:solidFill>
              <a:schemeClr val="accent1"/>
            </a:solidFill>
            <a:ln>
              <a:noFill/>
            </a:ln>
          </p:spPr>
          <p:txBody>
            <a:bodyPr vert="horz" wrap="square" lIns="74295" tIns="37148" rIns="74295" bIns="37148" numCol="1" anchor="t" anchorCtr="0" compatLnSpc="1">
              <a:prstTxWarp prst="textNoShape">
                <a:avLst/>
              </a:prstTxWarp>
            </a:bodyPr>
            <a:lstStyle/>
            <a:p>
              <a:pPr defTabSz="990601">
                <a:defRPr/>
              </a:pPr>
              <a:endParaRPr lang="en-US" sz="731" dirty="0">
                <a:solidFill>
                  <a:prstClr val="black"/>
                </a:solidFill>
                <a:latin typeface="Aptos" panose="020B0004020202020204" pitchFamily="34" charset="0"/>
              </a:endParaRPr>
            </a:p>
          </p:txBody>
        </p:sp>
        <p:cxnSp>
          <p:nvCxnSpPr>
            <p:cNvPr id="12" name="Straight Arrow Connector 11">
              <a:extLst>
                <a:ext uri="{FF2B5EF4-FFF2-40B4-BE49-F238E27FC236}">
                  <a16:creationId xmlns:a16="http://schemas.microsoft.com/office/drawing/2014/main" id="{2014342F-8FD2-495C-B769-120F2F3C0383}"/>
                </a:ext>
              </a:extLst>
            </p:cNvPr>
            <p:cNvCxnSpPr/>
            <p:nvPr/>
          </p:nvCxnSpPr>
          <p:spPr>
            <a:xfrm flipH="1" flipV="1">
              <a:off x="1547971" y="2073403"/>
              <a:ext cx="117639" cy="314536"/>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BA55253E-AD25-4BC2-95E7-C11DC3988ABE}"/>
              </a:ext>
            </a:extLst>
          </p:cNvPr>
          <p:cNvSpPr txBox="1"/>
          <p:nvPr/>
        </p:nvSpPr>
        <p:spPr>
          <a:xfrm>
            <a:off x="2932846" y="1798407"/>
            <a:ext cx="2052773" cy="292388"/>
          </a:xfrm>
          <a:prstGeom prst="rect">
            <a:avLst/>
          </a:prstGeom>
          <a:noFill/>
        </p:spPr>
        <p:txBody>
          <a:bodyPr wrap="square" rtlCol="0">
            <a:spAutoFit/>
          </a:bodyPr>
          <a:lstStyle/>
          <a:p>
            <a:pPr defTabSz="990601">
              <a:defRPr/>
            </a:pPr>
            <a:r>
              <a:rPr lang="en-US" sz="1300" b="1" dirty="0">
                <a:solidFill>
                  <a:prstClr val="black"/>
                </a:solidFill>
                <a:latin typeface="Aptos" panose="020B0004020202020204" pitchFamily="34" charset="0"/>
                <a:ea typeface="Verdana" panose="020B0604030504040204" pitchFamily="34" charset="0"/>
                <a:cs typeface="Verdana" panose="020B0604030504040204" pitchFamily="34" charset="0"/>
              </a:rPr>
              <a:t>1</a:t>
            </a:r>
            <a:r>
              <a:rPr lang="en-US" sz="813" b="1" dirty="0">
                <a:solidFill>
                  <a:prstClr val="black"/>
                </a:solidFill>
                <a:latin typeface="Aptos" panose="020B0004020202020204" pitchFamily="34" charset="0"/>
                <a:ea typeface="Verdana" panose="020B0604030504040204" pitchFamily="34" charset="0"/>
                <a:cs typeface="Verdana" panose="020B0604030504040204" pitchFamily="34" charset="0"/>
              </a:rPr>
              <a:t>. Lorem ipsum </a:t>
            </a:r>
          </a:p>
        </p:txBody>
      </p:sp>
      <p:sp>
        <p:nvSpPr>
          <p:cNvPr id="14" name="TextBox 13">
            <a:extLst>
              <a:ext uri="{FF2B5EF4-FFF2-40B4-BE49-F238E27FC236}">
                <a16:creationId xmlns:a16="http://schemas.microsoft.com/office/drawing/2014/main" id="{80B9EBED-1576-43DF-9B9C-9F55DE2D33E5}"/>
              </a:ext>
            </a:extLst>
          </p:cNvPr>
          <p:cNvSpPr txBox="1"/>
          <p:nvPr/>
        </p:nvSpPr>
        <p:spPr>
          <a:xfrm>
            <a:off x="3070203" y="2031763"/>
            <a:ext cx="1633530" cy="717825"/>
          </a:xfrm>
          <a:prstGeom prst="rect">
            <a:avLst/>
          </a:prstGeom>
          <a:noFill/>
        </p:spPr>
        <p:txBody>
          <a:bodyPr wrap="square" rtlCol="0">
            <a:spAutoFit/>
          </a:bodyPr>
          <a:lstStyle/>
          <a:p>
            <a:pPr marL="91581" indent="-91581" defTabSz="990601">
              <a:buFont typeface="Wingdings" panose="05000000000000000000" pitchFamily="2" charset="2"/>
              <a:buChar char="§"/>
              <a:defRPr/>
            </a:pPr>
            <a:r>
              <a:rPr lang="en-US" sz="813" dirty="0">
                <a:solidFill>
                  <a:prstClr val="black">
                    <a:lumMod val="95000"/>
                    <a:lumOff val="5000"/>
                  </a:prstClr>
                </a:solidFill>
                <a:latin typeface="Aptos" panose="020B0004020202020204" pitchFamily="34" charset="0"/>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p:txBody>
      </p:sp>
      <p:sp>
        <p:nvSpPr>
          <p:cNvPr id="15" name="Freeform 723">
            <a:extLst>
              <a:ext uri="{FF2B5EF4-FFF2-40B4-BE49-F238E27FC236}">
                <a16:creationId xmlns:a16="http://schemas.microsoft.com/office/drawing/2014/main" id="{FD841A56-D41F-4A3D-87A6-431A87C0A863}"/>
              </a:ext>
            </a:extLst>
          </p:cNvPr>
          <p:cNvSpPr>
            <a:spLocks noChangeAspect="1" noEditPoints="1"/>
          </p:cNvSpPr>
          <p:nvPr/>
        </p:nvSpPr>
        <p:spPr bwMode="auto">
          <a:xfrm>
            <a:off x="2540980" y="1847537"/>
            <a:ext cx="396361" cy="396361"/>
          </a:xfrm>
          <a:custGeom>
            <a:avLst/>
            <a:gdLst>
              <a:gd name="T0" fmla="*/ 248 w 512"/>
              <a:gd name="T1" fmla="*/ 263 h 512"/>
              <a:gd name="T2" fmla="*/ 263 w 512"/>
              <a:gd name="T3" fmla="*/ 263 h 512"/>
              <a:gd name="T4" fmla="*/ 288 w 512"/>
              <a:gd name="T5" fmla="*/ 256 h 512"/>
              <a:gd name="T6" fmla="*/ 224 w 512"/>
              <a:gd name="T7" fmla="*/ 256 h 512"/>
              <a:gd name="T8" fmla="*/ 269 w 512"/>
              <a:gd name="T9" fmla="*/ 227 h 512"/>
              <a:gd name="T10" fmla="*/ 331 w 512"/>
              <a:gd name="T11" fmla="*/ 196 h 512"/>
              <a:gd name="T12" fmla="*/ 256 w 512"/>
              <a:gd name="T13" fmla="*/ 352 h 512"/>
              <a:gd name="T14" fmla="*/ 256 w 512"/>
              <a:gd name="T15" fmla="*/ 160 h 512"/>
              <a:gd name="T16" fmla="*/ 331 w 512"/>
              <a:gd name="T17" fmla="*/ 166 h 512"/>
              <a:gd name="T18" fmla="*/ 138 w 512"/>
              <a:gd name="T19" fmla="*/ 256 h 512"/>
              <a:gd name="T20" fmla="*/ 373 w 512"/>
              <a:gd name="T21" fmla="*/ 256 h 512"/>
              <a:gd name="T22" fmla="*/ 331 w 512"/>
              <a:gd name="T23" fmla="*/ 196 h 512"/>
              <a:gd name="T24" fmla="*/ 181 w 512"/>
              <a:gd name="T25" fmla="*/ 256 h 512"/>
              <a:gd name="T26" fmla="*/ 330 w 512"/>
              <a:gd name="T27" fmla="*/ 256 h 512"/>
              <a:gd name="T28" fmla="*/ 300 w 512"/>
              <a:gd name="T29" fmla="*/ 226 h 512"/>
              <a:gd name="T30" fmla="*/ 256 w 512"/>
              <a:gd name="T31" fmla="*/ 309 h 512"/>
              <a:gd name="T32" fmla="*/ 256 w 512"/>
              <a:gd name="T33" fmla="*/ 202 h 512"/>
              <a:gd name="T34" fmla="*/ 300 w 512"/>
              <a:gd name="T35" fmla="*/ 196 h 512"/>
              <a:gd name="T36" fmla="*/ 512 w 512"/>
              <a:gd name="T37" fmla="*/ 256 h 512"/>
              <a:gd name="T38" fmla="*/ 0 w 512"/>
              <a:gd name="T39" fmla="*/ 256 h 512"/>
              <a:gd name="T40" fmla="*/ 512 w 512"/>
              <a:gd name="T41" fmla="*/ 256 h 512"/>
              <a:gd name="T42" fmla="*/ 394 w 512"/>
              <a:gd name="T43" fmla="*/ 138 h 512"/>
              <a:gd name="T44" fmla="*/ 373 w 512"/>
              <a:gd name="T45" fmla="*/ 117 h 512"/>
              <a:gd name="T46" fmla="*/ 352 w 512"/>
              <a:gd name="T47" fmla="*/ 117 h 512"/>
              <a:gd name="T48" fmla="*/ 346 w 512"/>
              <a:gd name="T49" fmla="*/ 150 h 512"/>
              <a:gd name="T50" fmla="*/ 117 w 512"/>
              <a:gd name="T51" fmla="*/ 256 h 512"/>
              <a:gd name="T52" fmla="*/ 141 w 512"/>
              <a:gd name="T53" fmla="*/ 376 h 512"/>
              <a:gd name="T54" fmla="*/ 149 w 512"/>
              <a:gd name="T55" fmla="*/ 394 h 512"/>
              <a:gd name="T56" fmla="*/ 178 w 512"/>
              <a:gd name="T57" fmla="*/ 370 h 512"/>
              <a:gd name="T58" fmla="*/ 334 w 512"/>
              <a:gd name="T59" fmla="*/ 370 h 512"/>
              <a:gd name="T60" fmla="*/ 362 w 512"/>
              <a:gd name="T61" fmla="*/ 394 h 512"/>
              <a:gd name="T62" fmla="*/ 370 w 512"/>
              <a:gd name="T63" fmla="*/ 376 h 512"/>
              <a:gd name="T64" fmla="*/ 394 w 512"/>
              <a:gd name="T65" fmla="*/ 256 h 512"/>
              <a:gd name="T66" fmla="*/ 367 w 512"/>
              <a:gd name="T67" fmla="*/ 160 h 512"/>
              <a:gd name="T68" fmla="*/ 405 w 512"/>
              <a:gd name="T69"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48" y="248"/>
                </a:moveTo>
                <a:cubicBezTo>
                  <a:pt x="244" y="252"/>
                  <a:pt x="244" y="259"/>
                  <a:pt x="248" y="263"/>
                </a:cubicBezTo>
                <a:cubicBezTo>
                  <a:pt x="250" y="265"/>
                  <a:pt x="253" y="266"/>
                  <a:pt x="256" y="266"/>
                </a:cubicBezTo>
                <a:cubicBezTo>
                  <a:pt x="258" y="266"/>
                  <a:pt x="261" y="265"/>
                  <a:pt x="263" y="263"/>
                </a:cubicBezTo>
                <a:cubicBezTo>
                  <a:pt x="284" y="242"/>
                  <a:pt x="284" y="242"/>
                  <a:pt x="284" y="242"/>
                </a:cubicBezTo>
                <a:cubicBezTo>
                  <a:pt x="286" y="246"/>
                  <a:pt x="288" y="251"/>
                  <a:pt x="288" y="256"/>
                </a:cubicBezTo>
                <a:cubicBezTo>
                  <a:pt x="288" y="273"/>
                  <a:pt x="273" y="288"/>
                  <a:pt x="256" y="288"/>
                </a:cubicBezTo>
                <a:cubicBezTo>
                  <a:pt x="238" y="288"/>
                  <a:pt x="224" y="273"/>
                  <a:pt x="224" y="256"/>
                </a:cubicBezTo>
                <a:cubicBezTo>
                  <a:pt x="224" y="238"/>
                  <a:pt x="238" y="224"/>
                  <a:pt x="256" y="224"/>
                </a:cubicBezTo>
                <a:cubicBezTo>
                  <a:pt x="261" y="224"/>
                  <a:pt x="265" y="225"/>
                  <a:pt x="269" y="227"/>
                </a:cubicBezTo>
                <a:lnTo>
                  <a:pt x="248" y="248"/>
                </a:lnTo>
                <a:close/>
                <a:moveTo>
                  <a:pt x="331" y="196"/>
                </a:moveTo>
                <a:cubicBezTo>
                  <a:pt x="344" y="212"/>
                  <a:pt x="352" y="233"/>
                  <a:pt x="352" y="256"/>
                </a:cubicBezTo>
                <a:cubicBezTo>
                  <a:pt x="352" y="309"/>
                  <a:pt x="309" y="352"/>
                  <a:pt x="256" y="352"/>
                </a:cubicBezTo>
                <a:cubicBezTo>
                  <a:pt x="203" y="352"/>
                  <a:pt x="160" y="309"/>
                  <a:pt x="160" y="256"/>
                </a:cubicBezTo>
                <a:cubicBezTo>
                  <a:pt x="160" y="203"/>
                  <a:pt x="203" y="160"/>
                  <a:pt x="256" y="160"/>
                </a:cubicBezTo>
                <a:cubicBezTo>
                  <a:pt x="278" y="160"/>
                  <a:pt x="299" y="168"/>
                  <a:pt x="316" y="181"/>
                </a:cubicBezTo>
                <a:cubicBezTo>
                  <a:pt x="331" y="166"/>
                  <a:pt x="331" y="166"/>
                  <a:pt x="331" y="166"/>
                </a:cubicBezTo>
                <a:cubicBezTo>
                  <a:pt x="310" y="149"/>
                  <a:pt x="284" y="138"/>
                  <a:pt x="256" y="138"/>
                </a:cubicBezTo>
                <a:cubicBezTo>
                  <a:pt x="191" y="138"/>
                  <a:pt x="138" y="191"/>
                  <a:pt x="138" y="256"/>
                </a:cubicBezTo>
                <a:cubicBezTo>
                  <a:pt x="138" y="320"/>
                  <a:pt x="191" y="373"/>
                  <a:pt x="256" y="373"/>
                </a:cubicBezTo>
                <a:cubicBezTo>
                  <a:pt x="320" y="373"/>
                  <a:pt x="373" y="320"/>
                  <a:pt x="373" y="256"/>
                </a:cubicBezTo>
                <a:cubicBezTo>
                  <a:pt x="373" y="227"/>
                  <a:pt x="363" y="201"/>
                  <a:pt x="346" y="181"/>
                </a:cubicBezTo>
                <a:lnTo>
                  <a:pt x="331" y="196"/>
                </a:lnTo>
                <a:close/>
                <a:moveTo>
                  <a:pt x="256" y="181"/>
                </a:moveTo>
                <a:cubicBezTo>
                  <a:pt x="214" y="181"/>
                  <a:pt x="181" y="214"/>
                  <a:pt x="181" y="256"/>
                </a:cubicBezTo>
                <a:cubicBezTo>
                  <a:pt x="181" y="297"/>
                  <a:pt x="214" y="330"/>
                  <a:pt x="256" y="330"/>
                </a:cubicBezTo>
                <a:cubicBezTo>
                  <a:pt x="297" y="330"/>
                  <a:pt x="330" y="297"/>
                  <a:pt x="330" y="256"/>
                </a:cubicBezTo>
                <a:cubicBezTo>
                  <a:pt x="330" y="239"/>
                  <a:pt x="325" y="224"/>
                  <a:pt x="315" y="211"/>
                </a:cubicBezTo>
                <a:cubicBezTo>
                  <a:pt x="300" y="226"/>
                  <a:pt x="300" y="226"/>
                  <a:pt x="300" y="226"/>
                </a:cubicBezTo>
                <a:cubicBezTo>
                  <a:pt x="306" y="235"/>
                  <a:pt x="309" y="245"/>
                  <a:pt x="309" y="256"/>
                </a:cubicBezTo>
                <a:cubicBezTo>
                  <a:pt x="309" y="285"/>
                  <a:pt x="285" y="309"/>
                  <a:pt x="256" y="309"/>
                </a:cubicBezTo>
                <a:cubicBezTo>
                  <a:pt x="226" y="309"/>
                  <a:pt x="202" y="285"/>
                  <a:pt x="202" y="256"/>
                </a:cubicBezTo>
                <a:cubicBezTo>
                  <a:pt x="202" y="226"/>
                  <a:pt x="226" y="202"/>
                  <a:pt x="256" y="202"/>
                </a:cubicBezTo>
                <a:cubicBezTo>
                  <a:pt x="267" y="202"/>
                  <a:pt x="277" y="206"/>
                  <a:pt x="285" y="211"/>
                </a:cubicBezTo>
                <a:cubicBezTo>
                  <a:pt x="300" y="196"/>
                  <a:pt x="300" y="196"/>
                  <a:pt x="300" y="196"/>
                </a:cubicBezTo>
                <a:cubicBezTo>
                  <a:pt x="288" y="187"/>
                  <a:pt x="272" y="181"/>
                  <a:pt x="256" y="181"/>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05" y="149"/>
                </a:moveTo>
                <a:cubicBezTo>
                  <a:pt x="405" y="143"/>
                  <a:pt x="400" y="138"/>
                  <a:pt x="394" y="138"/>
                </a:cubicBezTo>
                <a:cubicBezTo>
                  <a:pt x="373" y="138"/>
                  <a:pt x="373" y="138"/>
                  <a:pt x="373" y="138"/>
                </a:cubicBezTo>
                <a:cubicBezTo>
                  <a:pt x="373" y="117"/>
                  <a:pt x="373" y="117"/>
                  <a:pt x="373" y="117"/>
                </a:cubicBezTo>
                <a:cubicBezTo>
                  <a:pt x="373" y="111"/>
                  <a:pt x="368" y="106"/>
                  <a:pt x="362" y="106"/>
                </a:cubicBezTo>
                <a:cubicBezTo>
                  <a:pt x="356" y="106"/>
                  <a:pt x="352" y="111"/>
                  <a:pt x="352" y="117"/>
                </a:cubicBezTo>
                <a:cubicBezTo>
                  <a:pt x="352" y="145"/>
                  <a:pt x="352" y="145"/>
                  <a:pt x="352" y="145"/>
                </a:cubicBezTo>
                <a:cubicBezTo>
                  <a:pt x="346" y="150"/>
                  <a:pt x="346" y="150"/>
                  <a:pt x="346" y="150"/>
                </a:cubicBezTo>
                <a:cubicBezTo>
                  <a:pt x="322" y="130"/>
                  <a:pt x="290" y="117"/>
                  <a:pt x="256" y="117"/>
                </a:cubicBezTo>
                <a:cubicBezTo>
                  <a:pt x="179" y="117"/>
                  <a:pt x="117" y="179"/>
                  <a:pt x="117" y="256"/>
                </a:cubicBezTo>
                <a:cubicBezTo>
                  <a:pt x="117" y="295"/>
                  <a:pt x="134" y="331"/>
                  <a:pt x="161" y="357"/>
                </a:cubicBezTo>
                <a:cubicBezTo>
                  <a:pt x="141" y="376"/>
                  <a:pt x="141" y="376"/>
                  <a:pt x="141" y="376"/>
                </a:cubicBezTo>
                <a:cubicBezTo>
                  <a:pt x="137" y="380"/>
                  <a:pt x="137" y="387"/>
                  <a:pt x="141" y="391"/>
                </a:cubicBezTo>
                <a:cubicBezTo>
                  <a:pt x="144" y="393"/>
                  <a:pt x="146" y="394"/>
                  <a:pt x="149" y="394"/>
                </a:cubicBezTo>
                <a:cubicBezTo>
                  <a:pt x="152" y="394"/>
                  <a:pt x="154" y="393"/>
                  <a:pt x="157" y="391"/>
                </a:cubicBezTo>
                <a:cubicBezTo>
                  <a:pt x="178" y="370"/>
                  <a:pt x="178" y="370"/>
                  <a:pt x="178" y="370"/>
                </a:cubicBezTo>
                <a:cubicBezTo>
                  <a:pt x="200" y="385"/>
                  <a:pt x="227" y="394"/>
                  <a:pt x="256" y="394"/>
                </a:cubicBezTo>
                <a:cubicBezTo>
                  <a:pt x="285" y="394"/>
                  <a:pt x="311" y="385"/>
                  <a:pt x="334" y="370"/>
                </a:cubicBezTo>
                <a:cubicBezTo>
                  <a:pt x="355" y="391"/>
                  <a:pt x="355" y="391"/>
                  <a:pt x="355" y="391"/>
                </a:cubicBezTo>
                <a:cubicBezTo>
                  <a:pt x="357" y="393"/>
                  <a:pt x="360" y="394"/>
                  <a:pt x="362" y="394"/>
                </a:cubicBezTo>
                <a:cubicBezTo>
                  <a:pt x="365" y="394"/>
                  <a:pt x="368" y="393"/>
                  <a:pt x="370" y="391"/>
                </a:cubicBezTo>
                <a:cubicBezTo>
                  <a:pt x="374" y="387"/>
                  <a:pt x="374" y="380"/>
                  <a:pt x="370" y="376"/>
                </a:cubicBezTo>
                <a:cubicBezTo>
                  <a:pt x="350" y="357"/>
                  <a:pt x="350" y="357"/>
                  <a:pt x="350" y="357"/>
                </a:cubicBezTo>
                <a:cubicBezTo>
                  <a:pt x="377" y="331"/>
                  <a:pt x="394" y="295"/>
                  <a:pt x="394" y="256"/>
                </a:cubicBezTo>
                <a:cubicBezTo>
                  <a:pt x="394" y="221"/>
                  <a:pt x="382" y="190"/>
                  <a:pt x="361" y="166"/>
                </a:cubicBezTo>
                <a:cubicBezTo>
                  <a:pt x="367" y="160"/>
                  <a:pt x="367" y="160"/>
                  <a:pt x="367" y="160"/>
                </a:cubicBezTo>
                <a:cubicBezTo>
                  <a:pt x="394" y="160"/>
                  <a:pt x="394" y="160"/>
                  <a:pt x="394" y="160"/>
                </a:cubicBezTo>
                <a:cubicBezTo>
                  <a:pt x="400" y="160"/>
                  <a:pt x="405" y="155"/>
                  <a:pt x="405" y="149"/>
                </a:cubicBezTo>
                <a:close/>
              </a:path>
            </a:pathLst>
          </a:custGeom>
          <a:solidFill>
            <a:schemeClr val="accent3"/>
          </a:solidFill>
          <a:ln>
            <a:noFill/>
          </a:ln>
        </p:spPr>
        <p:txBody>
          <a:bodyPr vert="horz" wrap="square" lIns="74295" tIns="37148" rIns="74295" bIns="37148" numCol="1" anchor="t" anchorCtr="0" compatLnSpc="1">
            <a:prstTxWarp prst="textNoShape">
              <a:avLst/>
            </a:prstTxWarp>
          </a:bodyPr>
          <a:lstStyle/>
          <a:p>
            <a:pPr defTabSz="990601">
              <a:defRPr/>
            </a:pPr>
            <a:endParaRPr lang="en-GB" sz="1950" dirty="0">
              <a:solidFill>
                <a:prstClr val="black"/>
              </a:solidFill>
              <a:latin typeface="Aptos" panose="020B0004020202020204" pitchFamily="34" charset="0"/>
            </a:endParaRPr>
          </a:p>
        </p:txBody>
      </p:sp>
      <p:sp>
        <p:nvSpPr>
          <p:cNvPr id="16" name="Freeform 6">
            <a:extLst>
              <a:ext uri="{FF2B5EF4-FFF2-40B4-BE49-F238E27FC236}">
                <a16:creationId xmlns:a16="http://schemas.microsoft.com/office/drawing/2014/main" id="{F2360618-69E0-4E7E-A203-68E98CD1C64C}"/>
              </a:ext>
            </a:extLst>
          </p:cNvPr>
          <p:cNvSpPr>
            <a:spLocks noChangeAspect="1" noEditPoints="1"/>
          </p:cNvSpPr>
          <p:nvPr/>
        </p:nvSpPr>
        <p:spPr bwMode="auto">
          <a:xfrm>
            <a:off x="2669597" y="3260318"/>
            <a:ext cx="152162" cy="226957"/>
          </a:xfrm>
          <a:custGeom>
            <a:avLst/>
            <a:gdLst>
              <a:gd name="T0" fmla="*/ 37 w 74"/>
              <a:gd name="T1" fmla="*/ 0 h 118"/>
              <a:gd name="T2" fmla="*/ 0 w 74"/>
              <a:gd name="T3" fmla="*/ 37 h 118"/>
              <a:gd name="T4" fmla="*/ 37 w 74"/>
              <a:gd name="T5" fmla="*/ 118 h 118"/>
              <a:gd name="T6" fmla="*/ 74 w 74"/>
              <a:gd name="T7" fmla="*/ 37 h 118"/>
              <a:gd name="T8" fmla="*/ 37 w 74"/>
              <a:gd name="T9" fmla="*/ 0 h 118"/>
              <a:gd name="T10" fmla="*/ 37 w 74"/>
              <a:gd name="T11" fmla="*/ 57 h 118"/>
              <a:gd name="T12" fmla="*/ 17 w 74"/>
              <a:gd name="T13" fmla="*/ 37 h 118"/>
              <a:gd name="T14" fmla="*/ 37 w 74"/>
              <a:gd name="T15" fmla="*/ 17 h 118"/>
              <a:gd name="T16" fmla="*/ 57 w 74"/>
              <a:gd name="T17" fmla="*/ 37 h 118"/>
              <a:gd name="T18" fmla="*/ 37 w 74"/>
              <a:gd name="T19" fmla="*/ 5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18">
                <a:moveTo>
                  <a:pt x="37" y="0"/>
                </a:moveTo>
                <a:cubicBezTo>
                  <a:pt x="16" y="0"/>
                  <a:pt x="0" y="16"/>
                  <a:pt x="0" y="37"/>
                </a:cubicBezTo>
                <a:cubicBezTo>
                  <a:pt x="0" y="72"/>
                  <a:pt x="37" y="118"/>
                  <a:pt x="37" y="118"/>
                </a:cubicBezTo>
                <a:cubicBezTo>
                  <a:pt x="37" y="118"/>
                  <a:pt x="74" y="72"/>
                  <a:pt x="74" y="37"/>
                </a:cubicBezTo>
                <a:cubicBezTo>
                  <a:pt x="74" y="16"/>
                  <a:pt x="57" y="0"/>
                  <a:pt x="37" y="0"/>
                </a:cubicBezTo>
                <a:close/>
                <a:moveTo>
                  <a:pt x="37" y="57"/>
                </a:moveTo>
                <a:cubicBezTo>
                  <a:pt x="26" y="57"/>
                  <a:pt x="17" y="48"/>
                  <a:pt x="17" y="37"/>
                </a:cubicBezTo>
                <a:cubicBezTo>
                  <a:pt x="17" y="26"/>
                  <a:pt x="26" y="17"/>
                  <a:pt x="37" y="17"/>
                </a:cubicBezTo>
                <a:cubicBezTo>
                  <a:pt x="48" y="17"/>
                  <a:pt x="57" y="26"/>
                  <a:pt x="57" y="37"/>
                </a:cubicBezTo>
                <a:cubicBezTo>
                  <a:pt x="57" y="48"/>
                  <a:pt x="48" y="57"/>
                  <a:pt x="37" y="57"/>
                </a:cubicBezTo>
                <a:close/>
              </a:path>
            </a:pathLst>
          </a:custGeom>
          <a:solidFill>
            <a:schemeClr val="accent3"/>
          </a:solidFill>
          <a:ln>
            <a:noFill/>
          </a:ln>
        </p:spPr>
        <p:txBody>
          <a:bodyPr vert="horz" wrap="square" lIns="74295" tIns="37148" rIns="74295" bIns="37148" numCol="1" anchor="t" anchorCtr="0" compatLnSpc="1">
            <a:prstTxWarp prst="textNoShape">
              <a:avLst/>
            </a:prstTxWarp>
          </a:bodyPr>
          <a:lstStyle/>
          <a:p>
            <a:pPr defTabSz="990601">
              <a:defRPr/>
            </a:pPr>
            <a:endParaRPr lang="en-US" sz="731" dirty="0">
              <a:solidFill>
                <a:prstClr val="black"/>
              </a:solidFill>
              <a:latin typeface="Aptos" panose="020B0004020202020204" pitchFamily="34" charset="0"/>
            </a:endParaRPr>
          </a:p>
        </p:txBody>
      </p:sp>
      <p:cxnSp>
        <p:nvCxnSpPr>
          <p:cNvPr id="17" name="Straight Arrow Connector 16">
            <a:extLst>
              <a:ext uri="{FF2B5EF4-FFF2-40B4-BE49-F238E27FC236}">
                <a16:creationId xmlns:a16="http://schemas.microsoft.com/office/drawing/2014/main" id="{44AF8F74-BBDA-47FD-97DC-A2EFCE61332A}"/>
              </a:ext>
            </a:extLst>
          </p:cNvPr>
          <p:cNvCxnSpPr/>
          <p:nvPr/>
        </p:nvCxnSpPr>
        <p:spPr>
          <a:xfrm flipV="1">
            <a:off x="2804741" y="2859397"/>
            <a:ext cx="295585" cy="391099"/>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E94E091F-F96E-41D2-8FB4-66EB0FE17AB8}"/>
              </a:ext>
            </a:extLst>
          </p:cNvPr>
          <p:cNvGrpSpPr/>
          <p:nvPr/>
        </p:nvGrpSpPr>
        <p:grpSpPr>
          <a:xfrm>
            <a:off x="4744571" y="2067588"/>
            <a:ext cx="3697755" cy="1704090"/>
            <a:chOff x="5799324" y="1429734"/>
            <a:chExt cx="4551083" cy="2097341"/>
          </a:xfrm>
        </p:grpSpPr>
        <p:sp>
          <p:nvSpPr>
            <p:cNvPr id="19" name="TextBox 18">
              <a:extLst>
                <a:ext uri="{FF2B5EF4-FFF2-40B4-BE49-F238E27FC236}">
                  <a16:creationId xmlns:a16="http://schemas.microsoft.com/office/drawing/2014/main" id="{273D48C0-8E29-4E0E-93EA-0D9D29445D37}"/>
                </a:ext>
              </a:extLst>
            </p:cNvPr>
            <p:cNvSpPr txBox="1"/>
            <p:nvPr/>
          </p:nvSpPr>
          <p:spPr>
            <a:xfrm>
              <a:off x="6277634" y="1429734"/>
              <a:ext cx="4072773" cy="359862"/>
            </a:xfrm>
            <a:prstGeom prst="rect">
              <a:avLst/>
            </a:prstGeom>
            <a:noFill/>
          </p:spPr>
          <p:txBody>
            <a:bodyPr wrap="square" rtlCol="0">
              <a:spAutoFit/>
            </a:bodyPr>
            <a:lstStyle/>
            <a:p>
              <a:pPr defTabSz="990601">
                <a:defRPr/>
              </a:pPr>
              <a:r>
                <a:rPr lang="en-US" sz="1300" b="1" dirty="0">
                  <a:solidFill>
                    <a:prstClr val="black"/>
                  </a:solidFill>
                  <a:latin typeface="Aptos" panose="020B0004020202020204" pitchFamily="34" charset="0"/>
                  <a:ea typeface="Verdana" panose="020B0604030504040204" pitchFamily="34" charset="0"/>
                  <a:cs typeface="Verdana" panose="020B0604030504040204" pitchFamily="34" charset="0"/>
                </a:rPr>
                <a:t>2</a:t>
              </a:r>
              <a:r>
                <a:rPr lang="en-US" sz="813" b="1" dirty="0">
                  <a:solidFill>
                    <a:prstClr val="black"/>
                  </a:solidFill>
                  <a:latin typeface="Aptos" panose="020B0004020202020204" pitchFamily="34" charset="0"/>
                  <a:ea typeface="Verdana" panose="020B0604030504040204" pitchFamily="34" charset="0"/>
                  <a:cs typeface="Verdana" panose="020B0604030504040204" pitchFamily="34" charset="0"/>
                </a:rPr>
                <a:t>. Lorem ipsum </a:t>
              </a:r>
            </a:p>
          </p:txBody>
        </p:sp>
        <p:sp>
          <p:nvSpPr>
            <p:cNvPr id="20" name="TextBox 19">
              <a:extLst>
                <a:ext uri="{FF2B5EF4-FFF2-40B4-BE49-F238E27FC236}">
                  <a16:creationId xmlns:a16="http://schemas.microsoft.com/office/drawing/2014/main" id="{AEF9DB8F-FAF2-4065-9F15-23A33734CA36}"/>
                </a:ext>
              </a:extLst>
            </p:cNvPr>
            <p:cNvSpPr txBox="1"/>
            <p:nvPr/>
          </p:nvSpPr>
          <p:spPr>
            <a:xfrm>
              <a:off x="6481473" y="1702237"/>
              <a:ext cx="2681094" cy="729509"/>
            </a:xfrm>
            <a:prstGeom prst="rect">
              <a:avLst/>
            </a:prstGeom>
            <a:noFill/>
          </p:spPr>
          <p:txBody>
            <a:bodyPr wrap="square" rtlCol="0">
              <a:spAutoFit/>
            </a:bodyPr>
            <a:lstStyle/>
            <a:p>
              <a:pPr marL="91581" indent="-91581" defTabSz="990601">
                <a:buFont typeface="Wingdings" panose="05000000000000000000" pitchFamily="2" charset="2"/>
                <a:buChar char="§"/>
                <a:defRPr/>
              </a:pPr>
              <a:r>
                <a:rPr lang="en-US" sz="813" dirty="0">
                  <a:solidFill>
                    <a:prstClr val="black">
                      <a:lumMod val="95000"/>
                      <a:lumOff val="5000"/>
                    </a:prstClr>
                  </a:solidFill>
                  <a:latin typeface="Aptos" panose="020B0004020202020204" pitchFamily="34" charset="0"/>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p:txBody>
        </p:sp>
        <p:sp>
          <p:nvSpPr>
            <p:cNvPr id="21" name="Freeform 5">
              <a:extLst>
                <a:ext uri="{FF2B5EF4-FFF2-40B4-BE49-F238E27FC236}">
                  <a16:creationId xmlns:a16="http://schemas.microsoft.com/office/drawing/2014/main" id="{55DA4141-3668-4DAD-AD08-AA6492CE4E34}"/>
                </a:ext>
              </a:extLst>
            </p:cNvPr>
            <p:cNvSpPr>
              <a:spLocks noChangeAspect="1" noEditPoints="1"/>
            </p:cNvSpPr>
            <p:nvPr/>
          </p:nvSpPr>
          <p:spPr bwMode="auto">
            <a:xfrm>
              <a:off x="5832534" y="1462536"/>
              <a:ext cx="487829" cy="487829"/>
            </a:xfrm>
            <a:custGeom>
              <a:avLst/>
              <a:gdLst>
                <a:gd name="T0" fmla="*/ 341 w 512"/>
                <a:gd name="T1" fmla="*/ 232 h 512"/>
                <a:gd name="T2" fmla="*/ 373 w 512"/>
                <a:gd name="T3" fmla="*/ 200 h 512"/>
                <a:gd name="T4" fmla="*/ 364 w 512"/>
                <a:gd name="T5" fmla="*/ 237 h 512"/>
                <a:gd name="T6" fmla="*/ 364 w 512"/>
                <a:gd name="T7" fmla="*/ 237 h 512"/>
                <a:gd name="T8" fmla="*/ 354 w 512"/>
                <a:gd name="T9" fmla="*/ 249 h 512"/>
                <a:gd name="T10" fmla="*/ 288 w 512"/>
                <a:gd name="T11" fmla="*/ 264 h 512"/>
                <a:gd name="T12" fmla="*/ 276 w 512"/>
                <a:gd name="T13" fmla="*/ 267 h 512"/>
                <a:gd name="T14" fmla="*/ 167 w 512"/>
                <a:gd name="T15" fmla="*/ 376 h 512"/>
                <a:gd name="T16" fmla="*/ 137 w 512"/>
                <a:gd name="T17" fmla="*/ 376 h 512"/>
                <a:gd name="T18" fmla="*/ 131 w 512"/>
                <a:gd name="T19" fmla="*/ 361 h 512"/>
                <a:gd name="T20" fmla="*/ 137 w 512"/>
                <a:gd name="T21" fmla="*/ 346 h 512"/>
                <a:gd name="T22" fmla="*/ 246 w 512"/>
                <a:gd name="T23" fmla="*/ 237 h 512"/>
                <a:gd name="T24" fmla="*/ 249 w 512"/>
                <a:gd name="T25" fmla="*/ 225 h 512"/>
                <a:gd name="T26" fmla="*/ 264 w 512"/>
                <a:gd name="T27" fmla="*/ 159 h 512"/>
                <a:gd name="T28" fmla="*/ 276 w 512"/>
                <a:gd name="T29" fmla="*/ 149 h 512"/>
                <a:gd name="T30" fmla="*/ 309 w 512"/>
                <a:gd name="T31" fmla="*/ 140 h 512"/>
                <a:gd name="T32" fmla="*/ 312 w 512"/>
                <a:gd name="T33" fmla="*/ 140 h 512"/>
                <a:gd name="T34" fmla="*/ 281 w 512"/>
                <a:gd name="T35" fmla="*/ 171 h 512"/>
                <a:gd name="T36" fmla="*/ 280 w 512"/>
                <a:gd name="T37" fmla="*/ 185 h 512"/>
                <a:gd name="T38" fmla="*/ 301 w 512"/>
                <a:gd name="T39" fmla="*/ 211 h 512"/>
                <a:gd name="T40" fmla="*/ 328 w 512"/>
                <a:gd name="T41" fmla="*/ 233 h 512"/>
                <a:gd name="T42" fmla="*/ 341 w 512"/>
                <a:gd name="T43" fmla="*/ 232 h 512"/>
                <a:gd name="T44" fmla="*/ 512 w 512"/>
                <a:gd name="T45" fmla="*/ 256 h 512"/>
                <a:gd name="T46" fmla="*/ 256 w 512"/>
                <a:gd name="T47" fmla="*/ 512 h 512"/>
                <a:gd name="T48" fmla="*/ 0 w 512"/>
                <a:gd name="T49" fmla="*/ 256 h 512"/>
                <a:gd name="T50" fmla="*/ 256 w 512"/>
                <a:gd name="T51" fmla="*/ 0 h 512"/>
                <a:gd name="T52" fmla="*/ 512 w 512"/>
                <a:gd name="T53" fmla="*/ 256 h 512"/>
                <a:gd name="T54" fmla="*/ 389 w 512"/>
                <a:gd name="T55" fmla="*/ 175 h 512"/>
                <a:gd name="T56" fmla="*/ 382 w 512"/>
                <a:gd name="T57" fmla="*/ 169 h 512"/>
                <a:gd name="T58" fmla="*/ 372 w 512"/>
                <a:gd name="T59" fmla="*/ 171 h 512"/>
                <a:gd name="T60" fmla="*/ 333 w 512"/>
                <a:gd name="T61" fmla="*/ 210 h 512"/>
                <a:gd name="T62" fmla="*/ 317 w 512"/>
                <a:gd name="T63" fmla="*/ 196 h 512"/>
                <a:gd name="T64" fmla="*/ 303 w 512"/>
                <a:gd name="T65" fmla="*/ 180 h 512"/>
                <a:gd name="T66" fmla="*/ 342 w 512"/>
                <a:gd name="T67" fmla="*/ 141 h 512"/>
                <a:gd name="T68" fmla="*/ 344 w 512"/>
                <a:gd name="T69" fmla="*/ 131 h 512"/>
                <a:gd name="T70" fmla="*/ 338 w 512"/>
                <a:gd name="T71" fmla="*/ 124 h 512"/>
                <a:gd name="T72" fmla="*/ 265 w 512"/>
                <a:gd name="T73" fmla="*/ 131 h 512"/>
                <a:gd name="T74" fmla="*/ 249 w 512"/>
                <a:gd name="T75" fmla="*/ 144 h 512"/>
                <a:gd name="T76" fmla="*/ 227 w 512"/>
                <a:gd name="T77" fmla="*/ 226 h 512"/>
                <a:gd name="T78" fmla="*/ 122 w 512"/>
                <a:gd name="T79" fmla="*/ 331 h 512"/>
                <a:gd name="T80" fmla="*/ 109 w 512"/>
                <a:gd name="T81" fmla="*/ 361 h 512"/>
                <a:gd name="T82" fmla="*/ 122 w 512"/>
                <a:gd name="T83" fmla="*/ 391 h 512"/>
                <a:gd name="T84" fmla="*/ 152 w 512"/>
                <a:gd name="T85" fmla="*/ 404 h 512"/>
                <a:gd name="T86" fmla="*/ 182 w 512"/>
                <a:gd name="T87" fmla="*/ 391 h 512"/>
                <a:gd name="T88" fmla="*/ 287 w 512"/>
                <a:gd name="T89" fmla="*/ 286 h 512"/>
                <a:gd name="T90" fmla="*/ 369 w 512"/>
                <a:gd name="T91" fmla="*/ 264 h 512"/>
                <a:gd name="T92" fmla="*/ 382 w 512"/>
                <a:gd name="T93" fmla="*/ 248 h 512"/>
                <a:gd name="T94" fmla="*/ 389 w 512"/>
                <a:gd name="T95" fmla="*/ 17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341" y="232"/>
                  </a:moveTo>
                  <a:cubicBezTo>
                    <a:pt x="373" y="200"/>
                    <a:pt x="373" y="200"/>
                    <a:pt x="373" y="200"/>
                  </a:cubicBezTo>
                  <a:cubicBezTo>
                    <a:pt x="374" y="213"/>
                    <a:pt x="370" y="226"/>
                    <a:pt x="364" y="237"/>
                  </a:cubicBezTo>
                  <a:cubicBezTo>
                    <a:pt x="364" y="237"/>
                    <a:pt x="364" y="237"/>
                    <a:pt x="364" y="237"/>
                  </a:cubicBezTo>
                  <a:cubicBezTo>
                    <a:pt x="361" y="242"/>
                    <a:pt x="358" y="246"/>
                    <a:pt x="354" y="249"/>
                  </a:cubicBezTo>
                  <a:cubicBezTo>
                    <a:pt x="337" y="267"/>
                    <a:pt x="311" y="272"/>
                    <a:pt x="288" y="264"/>
                  </a:cubicBezTo>
                  <a:cubicBezTo>
                    <a:pt x="284" y="263"/>
                    <a:pt x="279" y="264"/>
                    <a:pt x="276" y="267"/>
                  </a:cubicBezTo>
                  <a:cubicBezTo>
                    <a:pt x="167" y="376"/>
                    <a:pt x="167" y="376"/>
                    <a:pt x="167" y="376"/>
                  </a:cubicBezTo>
                  <a:cubicBezTo>
                    <a:pt x="159" y="384"/>
                    <a:pt x="145" y="384"/>
                    <a:pt x="137" y="376"/>
                  </a:cubicBezTo>
                  <a:cubicBezTo>
                    <a:pt x="133" y="372"/>
                    <a:pt x="131" y="367"/>
                    <a:pt x="131" y="361"/>
                  </a:cubicBezTo>
                  <a:cubicBezTo>
                    <a:pt x="131" y="355"/>
                    <a:pt x="133" y="350"/>
                    <a:pt x="137" y="346"/>
                  </a:cubicBezTo>
                  <a:cubicBezTo>
                    <a:pt x="246" y="237"/>
                    <a:pt x="246" y="237"/>
                    <a:pt x="246" y="237"/>
                  </a:cubicBezTo>
                  <a:cubicBezTo>
                    <a:pt x="249" y="234"/>
                    <a:pt x="250" y="229"/>
                    <a:pt x="249" y="225"/>
                  </a:cubicBezTo>
                  <a:cubicBezTo>
                    <a:pt x="241" y="202"/>
                    <a:pt x="246" y="176"/>
                    <a:pt x="264" y="159"/>
                  </a:cubicBezTo>
                  <a:cubicBezTo>
                    <a:pt x="267" y="155"/>
                    <a:pt x="271" y="152"/>
                    <a:pt x="276" y="149"/>
                  </a:cubicBezTo>
                  <a:cubicBezTo>
                    <a:pt x="286" y="143"/>
                    <a:pt x="297" y="140"/>
                    <a:pt x="309" y="140"/>
                  </a:cubicBezTo>
                  <a:cubicBezTo>
                    <a:pt x="310" y="140"/>
                    <a:pt x="311" y="140"/>
                    <a:pt x="312" y="140"/>
                  </a:cubicBezTo>
                  <a:cubicBezTo>
                    <a:pt x="281" y="171"/>
                    <a:pt x="281" y="171"/>
                    <a:pt x="281" y="171"/>
                  </a:cubicBezTo>
                  <a:cubicBezTo>
                    <a:pt x="277" y="175"/>
                    <a:pt x="277" y="181"/>
                    <a:pt x="280" y="185"/>
                  </a:cubicBezTo>
                  <a:cubicBezTo>
                    <a:pt x="286" y="194"/>
                    <a:pt x="293" y="203"/>
                    <a:pt x="301" y="211"/>
                  </a:cubicBezTo>
                  <a:cubicBezTo>
                    <a:pt x="310" y="220"/>
                    <a:pt x="318" y="227"/>
                    <a:pt x="328" y="233"/>
                  </a:cubicBezTo>
                  <a:cubicBezTo>
                    <a:pt x="332" y="236"/>
                    <a:pt x="338" y="235"/>
                    <a:pt x="341" y="232"/>
                  </a:cubicBezTo>
                  <a:close/>
                  <a:moveTo>
                    <a:pt x="512" y="256"/>
                  </a:moveTo>
                  <a:cubicBezTo>
                    <a:pt x="512" y="397"/>
                    <a:pt x="397" y="512"/>
                    <a:pt x="256" y="512"/>
                  </a:cubicBezTo>
                  <a:cubicBezTo>
                    <a:pt x="115" y="512"/>
                    <a:pt x="0" y="397"/>
                    <a:pt x="0" y="256"/>
                  </a:cubicBezTo>
                  <a:cubicBezTo>
                    <a:pt x="0" y="114"/>
                    <a:pt x="115" y="0"/>
                    <a:pt x="256" y="0"/>
                  </a:cubicBezTo>
                  <a:cubicBezTo>
                    <a:pt x="397" y="0"/>
                    <a:pt x="512" y="114"/>
                    <a:pt x="512" y="256"/>
                  </a:cubicBezTo>
                  <a:close/>
                  <a:moveTo>
                    <a:pt x="389" y="175"/>
                  </a:moveTo>
                  <a:cubicBezTo>
                    <a:pt x="388" y="172"/>
                    <a:pt x="385" y="169"/>
                    <a:pt x="382" y="169"/>
                  </a:cubicBezTo>
                  <a:cubicBezTo>
                    <a:pt x="378" y="168"/>
                    <a:pt x="374" y="169"/>
                    <a:pt x="372" y="171"/>
                  </a:cubicBezTo>
                  <a:cubicBezTo>
                    <a:pt x="333" y="210"/>
                    <a:pt x="333" y="210"/>
                    <a:pt x="333" y="210"/>
                  </a:cubicBezTo>
                  <a:cubicBezTo>
                    <a:pt x="327" y="206"/>
                    <a:pt x="322" y="201"/>
                    <a:pt x="317" y="196"/>
                  </a:cubicBezTo>
                  <a:cubicBezTo>
                    <a:pt x="311" y="191"/>
                    <a:pt x="307" y="186"/>
                    <a:pt x="303" y="180"/>
                  </a:cubicBezTo>
                  <a:cubicBezTo>
                    <a:pt x="342" y="141"/>
                    <a:pt x="342" y="141"/>
                    <a:pt x="342" y="141"/>
                  </a:cubicBezTo>
                  <a:cubicBezTo>
                    <a:pt x="344" y="139"/>
                    <a:pt x="345" y="135"/>
                    <a:pt x="344" y="131"/>
                  </a:cubicBezTo>
                  <a:cubicBezTo>
                    <a:pt x="344" y="128"/>
                    <a:pt x="341" y="125"/>
                    <a:pt x="338" y="124"/>
                  </a:cubicBezTo>
                  <a:cubicBezTo>
                    <a:pt x="313" y="115"/>
                    <a:pt x="287" y="118"/>
                    <a:pt x="265" y="131"/>
                  </a:cubicBezTo>
                  <a:cubicBezTo>
                    <a:pt x="259" y="135"/>
                    <a:pt x="253" y="139"/>
                    <a:pt x="249" y="144"/>
                  </a:cubicBezTo>
                  <a:cubicBezTo>
                    <a:pt x="227" y="165"/>
                    <a:pt x="219" y="197"/>
                    <a:pt x="227" y="226"/>
                  </a:cubicBezTo>
                  <a:cubicBezTo>
                    <a:pt x="122" y="331"/>
                    <a:pt x="122" y="331"/>
                    <a:pt x="122" y="331"/>
                  </a:cubicBezTo>
                  <a:cubicBezTo>
                    <a:pt x="114" y="339"/>
                    <a:pt x="109" y="350"/>
                    <a:pt x="109" y="361"/>
                  </a:cubicBezTo>
                  <a:cubicBezTo>
                    <a:pt x="109" y="372"/>
                    <a:pt x="114" y="383"/>
                    <a:pt x="122" y="391"/>
                  </a:cubicBezTo>
                  <a:cubicBezTo>
                    <a:pt x="130" y="399"/>
                    <a:pt x="140" y="404"/>
                    <a:pt x="152" y="404"/>
                  </a:cubicBezTo>
                  <a:cubicBezTo>
                    <a:pt x="163" y="404"/>
                    <a:pt x="174" y="399"/>
                    <a:pt x="182" y="391"/>
                  </a:cubicBezTo>
                  <a:cubicBezTo>
                    <a:pt x="287" y="286"/>
                    <a:pt x="287" y="286"/>
                    <a:pt x="287" y="286"/>
                  </a:cubicBezTo>
                  <a:cubicBezTo>
                    <a:pt x="316" y="294"/>
                    <a:pt x="348" y="286"/>
                    <a:pt x="369" y="264"/>
                  </a:cubicBezTo>
                  <a:cubicBezTo>
                    <a:pt x="374" y="260"/>
                    <a:pt x="378" y="254"/>
                    <a:pt x="382" y="248"/>
                  </a:cubicBezTo>
                  <a:cubicBezTo>
                    <a:pt x="395" y="226"/>
                    <a:pt x="398" y="200"/>
                    <a:pt x="389" y="175"/>
                  </a:cubicBezTo>
                  <a:close/>
                </a:path>
              </a:pathLst>
            </a:custGeom>
            <a:solidFill>
              <a:schemeClr val="accent2"/>
            </a:solidFill>
            <a:ln>
              <a:noFill/>
            </a:ln>
          </p:spPr>
          <p:txBody>
            <a:bodyPr vert="horz" wrap="square" lIns="74295" tIns="37148" rIns="74295" bIns="37148" numCol="1" anchor="t" anchorCtr="0" compatLnSpc="1">
              <a:prstTxWarp prst="textNoShape">
                <a:avLst/>
              </a:prstTxWarp>
            </a:bodyPr>
            <a:lstStyle/>
            <a:p>
              <a:pPr defTabSz="990601">
                <a:defRPr/>
              </a:pPr>
              <a:endParaRPr lang="en-GB" sz="1950" dirty="0">
                <a:solidFill>
                  <a:srgbClr val="046A38"/>
                </a:solidFill>
                <a:latin typeface="Aptos" panose="020B0004020202020204" pitchFamily="34" charset="0"/>
              </a:endParaRPr>
            </a:p>
          </p:txBody>
        </p:sp>
        <p:sp>
          <p:nvSpPr>
            <p:cNvPr id="22" name="Freeform 6">
              <a:extLst>
                <a:ext uri="{FF2B5EF4-FFF2-40B4-BE49-F238E27FC236}">
                  <a16:creationId xmlns:a16="http://schemas.microsoft.com/office/drawing/2014/main" id="{6B469242-4D56-467B-9850-B7B609F1C833}"/>
                </a:ext>
              </a:extLst>
            </p:cNvPr>
            <p:cNvSpPr>
              <a:spLocks noChangeAspect="1" noEditPoints="1"/>
            </p:cNvSpPr>
            <p:nvPr/>
          </p:nvSpPr>
          <p:spPr bwMode="auto">
            <a:xfrm>
              <a:off x="5799324" y="3247743"/>
              <a:ext cx="174857" cy="279332"/>
            </a:xfrm>
            <a:custGeom>
              <a:avLst/>
              <a:gdLst>
                <a:gd name="T0" fmla="*/ 37 w 74"/>
                <a:gd name="T1" fmla="*/ 0 h 118"/>
                <a:gd name="T2" fmla="*/ 0 w 74"/>
                <a:gd name="T3" fmla="*/ 37 h 118"/>
                <a:gd name="T4" fmla="*/ 37 w 74"/>
                <a:gd name="T5" fmla="*/ 118 h 118"/>
                <a:gd name="T6" fmla="*/ 74 w 74"/>
                <a:gd name="T7" fmla="*/ 37 h 118"/>
                <a:gd name="T8" fmla="*/ 37 w 74"/>
                <a:gd name="T9" fmla="*/ 0 h 118"/>
                <a:gd name="T10" fmla="*/ 37 w 74"/>
                <a:gd name="T11" fmla="*/ 57 h 118"/>
                <a:gd name="T12" fmla="*/ 17 w 74"/>
                <a:gd name="T13" fmla="*/ 37 h 118"/>
                <a:gd name="T14" fmla="*/ 37 w 74"/>
                <a:gd name="T15" fmla="*/ 17 h 118"/>
                <a:gd name="T16" fmla="*/ 57 w 74"/>
                <a:gd name="T17" fmla="*/ 37 h 118"/>
                <a:gd name="T18" fmla="*/ 37 w 74"/>
                <a:gd name="T19" fmla="*/ 5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18">
                  <a:moveTo>
                    <a:pt x="37" y="0"/>
                  </a:moveTo>
                  <a:cubicBezTo>
                    <a:pt x="16" y="0"/>
                    <a:pt x="0" y="16"/>
                    <a:pt x="0" y="37"/>
                  </a:cubicBezTo>
                  <a:cubicBezTo>
                    <a:pt x="0" y="72"/>
                    <a:pt x="37" y="118"/>
                    <a:pt x="37" y="118"/>
                  </a:cubicBezTo>
                  <a:cubicBezTo>
                    <a:pt x="37" y="118"/>
                    <a:pt x="74" y="72"/>
                    <a:pt x="74" y="37"/>
                  </a:cubicBezTo>
                  <a:cubicBezTo>
                    <a:pt x="74" y="16"/>
                    <a:pt x="57" y="0"/>
                    <a:pt x="37" y="0"/>
                  </a:cubicBezTo>
                  <a:close/>
                  <a:moveTo>
                    <a:pt x="37" y="57"/>
                  </a:moveTo>
                  <a:cubicBezTo>
                    <a:pt x="26" y="57"/>
                    <a:pt x="17" y="48"/>
                    <a:pt x="17" y="37"/>
                  </a:cubicBezTo>
                  <a:cubicBezTo>
                    <a:pt x="17" y="26"/>
                    <a:pt x="26" y="17"/>
                    <a:pt x="37" y="17"/>
                  </a:cubicBezTo>
                  <a:cubicBezTo>
                    <a:pt x="48" y="17"/>
                    <a:pt x="57" y="26"/>
                    <a:pt x="57" y="37"/>
                  </a:cubicBezTo>
                  <a:cubicBezTo>
                    <a:pt x="57" y="48"/>
                    <a:pt x="48" y="57"/>
                    <a:pt x="37" y="57"/>
                  </a:cubicBezTo>
                  <a:close/>
                </a:path>
              </a:pathLst>
            </a:custGeom>
            <a:solidFill>
              <a:schemeClr val="accent2"/>
            </a:solidFill>
            <a:ln>
              <a:noFill/>
            </a:ln>
          </p:spPr>
          <p:txBody>
            <a:bodyPr vert="horz" wrap="square" lIns="74295" tIns="37148" rIns="74295" bIns="37148" numCol="1" anchor="t" anchorCtr="0" compatLnSpc="1">
              <a:prstTxWarp prst="textNoShape">
                <a:avLst/>
              </a:prstTxWarp>
            </a:bodyPr>
            <a:lstStyle/>
            <a:p>
              <a:pPr defTabSz="990601">
                <a:defRPr/>
              </a:pPr>
              <a:endParaRPr lang="en-US" sz="731" dirty="0">
                <a:solidFill>
                  <a:prstClr val="black"/>
                </a:solidFill>
                <a:latin typeface="Aptos" panose="020B0004020202020204" pitchFamily="34" charset="0"/>
              </a:endParaRPr>
            </a:p>
          </p:txBody>
        </p:sp>
        <p:cxnSp>
          <p:nvCxnSpPr>
            <p:cNvPr id="23" name="Straight Arrow Connector 22">
              <a:extLst>
                <a:ext uri="{FF2B5EF4-FFF2-40B4-BE49-F238E27FC236}">
                  <a16:creationId xmlns:a16="http://schemas.microsoft.com/office/drawing/2014/main" id="{2DB2862E-4A5F-4300-A350-56DF9CE668F5}"/>
                </a:ext>
              </a:extLst>
            </p:cNvPr>
            <p:cNvCxnSpPr/>
            <p:nvPr/>
          </p:nvCxnSpPr>
          <p:spPr>
            <a:xfrm flipV="1">
              <a:off x="5951916" y="2687031"/>
              <a:ext cx="413111" cy="560466"/>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sp>
        <p:nvSpPr>
          <p:cNvPr id="24" name="TextBox 23">
            <a:extLst>
              <a:ext uri="{FF2B5EF4-FFF2-40B4-BE49-F238E27FC236}">
                <a16:creationId xmlns:a16="http://schemas.microsoft.com/office/drawing/2014/main" id="{7C2DA7AE-BDF5-4009-8280-03AB3817CC61}"/>
              </a:ext>
            </a:extLst>
          </p:cNvPr>
          <p:cNvSpPr txBox="1"/>
          <p:nvPr/>
        </p:nvSpPr>
        <p:spPr>
          <a:xfrm>
            <a:off x="5984878" y="3306240"/>
            <a:ext cx="2701550" cy="292388"/>
          </a:xfrm>
          <a:prstGeom prst="rect">
            <a:avLst/>
          </a:prstGeom>
          <a:noFill/>
        </p:spPr>
        <p:txBody>
          <a:bodyPr wrap="square" rtlCol="0">
            <a:spAutoFit/>
          </a:bodyPr>
          <a:lstStyle/>
          <a:p>
            <a:pPr defTabSz="990601">
              <a:defRPr/>
            </a:pPr>
            <a:r>
              <a:rPr lang="en-US" sz="1300" b="1" dirty="0">
                <a:solidFill>
                  <a:prstClr val="black"/>
                </a:solidFill>
                <a:latin typeface="Aptos" panose="020B0004020202020204" pitchFamily="34" charset="0"/>
                <a:ea typeface="Verdana" panose="020B0604030504040204" pitchFamily="34" charset="0"/>
                <a:cs typeface="Calibri" panose="020F0502020204030204" pitchFamily="34" charset="0"/>
              </a:rPr>
              <a:t>4</a:t>
            </a:r>
            <a:r>
              <a:rPr lang="en-US" sz="813" b="1" dirty="0">
                <a:solidFill>
                  <a:prstClr val="black"/>
                </a:solidFill>
                <a:latin typeface="Aptos" panose="020B0004020202020204" pitchFamily="34" charset="0"/>
                <a:ea typeface="Verdana" panose="020B0604030504040204" pitchFamily="34" charset="0"/>
                <a:cs typeface="Calibri" panose="020F0502020204030204" pitchFamily="34" charset="0"/>
              </a:rPr>
              <a:t>. </a:t>
            </a:r>
            <a:r>
              <a:rPr lang="en-US" sz="813" b="1" dirty="0">
                <a:solidFill>
                  <a:prstClr val="black"/>
                </a:solidFill>
                <a:latin typeface="Aptos" panose="020B0004020202020204" pitchFamily="34" charset="0"/>
                <a:ea typeface="Verdana" panose="020B0604030504040204" pitchFamily="34" charset="0"/>
                <a:cs typeface="Verdana" panose="020B0604030504040204" pitchFamily="34" charset="0"/>
              </a:rPr>
              <a:t>Lorem ipsum </a:t>
            </a:r>
            <a:endParaRPr lang="en-US" sz="813" b="1" dirty="0">
              <a:solidFill>
                <a:prstClr val="black"/>
              </a:solidFill>
              <a:latin typeface="Aptos" panose="020B0004020202020204" pitchFamily="34" charset="0"/>
              <a:ea typeface="Verdana" panose="020B0604030504040204" pitchFamily="34" charset="0"/>
              <a:cs typeface="Calibri" panose="020F0502020204030204" pitchFamily="34" charset="0"/>
            </a:endParaRPr>
          </a:p>
        </p:txBody>
      </p:sp>
      <p:sp>
        <p:nvSpPr>
          <p:cNvPr id="25" name="Freeform 259">
            <a:extLst>
              <a:ext uri="{FF2B5EF4-FFF2-40B4-BE49-F238E27FC236}">
                <a16:creationId xmlns:a16="http://schemas.microsoft.com/office/drawing/2014/main" id="{26D29D16-614A-4BAA-BF93-7B820A21E2A6}"/>
              </a:ext>
            </a:extLst>
          </p:cNvPr>
          <p:cNvSpPr>
            <a:spLocks noChangeAspect="1" noEditPoints="1"/>
          </p:cNvSpPr>
          <p:nvPr/>
        </p:nvSpPr>
        <p:spPr bwMode="auto">
          <a:xfrm>
            <a:off x="5672343" y="3434273"/>
            <a:ext cx="395199" cy="396361"/>
          </a:xfrm>
          <a:custGeom>
            <a:avLst/>
            <a:gdLst>
              <a:gd name="T0" fmla="*/ 174 w 512"/>
              <a:gd name="T1" fmla="*/ 245 h 512"/>
              <a:gd name="T2" fmla="*/ 373 w 512"/>
              <a:gd name="T3" fmla="*/ 245 h 512"/>
              <a:gd name="T4" fmla="*/ 373 w 512"/>
              <a:gd name="T5" fmla="*/ 288 h 512"/>
              <a:gd name="T6" fmla="*/ 174 w 512"/>
              <a:gd name="T7" fmla="*/ 288 h 512"/>
              <a:gd name="T8" fmla="*/ 145 w 512"/>
              <a:gd name="T9" fmla="*/ 266 h 512"/>
              <a:gd name="T10" fmla="*/ 174 w 512"/>
              <a:gd name="T11" fmla="*/ 245 h 512"/>
              <a:gd name="T12" fmla="*/ 366 w 512"/>
              <a:gd name="T13" fmla="*/ 160 h 512"/>
              <a:gd name="T14" fmla="*/ 337 w 512"/>
              <a:gd name="T15" fmla="*/ 138 h 512"/>
              <a:gd name="T16" fmla="*/ 138 w 512"/>
              <a:gd name="T17" fmla="*/ 138 h 512"/>
              <a:gd name="T18" fmla="*/ 138 w 512"/>
              <a:gd name="T19" fmla="*/ 181 h 512"/>
              <a:gd name="T20" fmla="*/ 337 w 512"/>
              <a:gd name="T21" fmla="*/ 181 h 512"/>
              <a:gd name="T22" fmla="*/ 366 w 512"/>
              <a:gd name="T23" fmla="*/ 160 h 512"/>
              <a:gd name="T24" fmla="*/ 512 w 512"/>
              <a:gd name="T25" fmla="*/ 256 h 512"/>
              <a:gd name="T26" fmla="*/ 256 w 512"/>
              <a:gd name="T27" fmla="*/ 512 h 512"/>
              <a:gd name="T28" fmla="*/ 0 w 512"/>
              <a:gd name="T29" fmla="*/ 256 h 512"/>
              <a:gd name="T30" fmla="*/ 256 w 512"/>
              <a:gd name="T31" fmla="*/ 0 h 512"/>
              <a:gd name="T32" fmla="*/ 512 w 512"/>
              <a:gd name="T33" fmla="*/ 256 h 512"/>
              <a:gd name="T34" fmla="*/ 266 w 512"/>
              <a:gd name="T35" fmla="*/ 224 h 512"/>
              <a:gd name="T36" fmla="*/ 266 w 512"/>
              <a:gd name="T37" fmla="*/ 202 h 512"/>
              <a:gd name="T38" fmla="*/ 341 w 512"/>
              <a:gd name="T39" fmla="*/ 202 h 512"/>
              <a:gd name="T40" fmla="*/ 347 w 512"/>
              <a:gd name="T41" fmla="*/ 200 h 512"/>
              <a:gd name="T42" fmla="*/ 390 w 512"/>
              <a:gd name="T43" fmla="*/ 168 h 512"/>
              <a:gd name="T44" fmla="*/ 394 w 512"/>
              <a:gd name="T45" fmla="*/ 160 h 512"/>
              <a:gd name="T46" fmla="*/ 390 w 512"/>
              <a:gd name="T47" fmla="*/ 151 h 512"/>
              <a:gd name="T48" fmla="*/ 347 w 512"/>
              <a:gd name="T49" fmla="*/ 119 h 512"/>
              <a:gd name="T50" fmla="*/ 341 w 512"/>
              <a:gd name="T51" fmla="*/ 117 h 512"/>
              <a:gd name="T52" fmla="*/ 266 w 512"/>
              <a:gd name="T53" fmla="*/ 117 h 512"/>
              <a:gd name="T54" fmla="*/ 266 w 512"/>
              <a:gd name="T55" fmla="*/ 106 h 512"/>
              <a:gd name="T56" fmla="*/ 256 w 512"/>
              <a:gd name="T57" fmla="*/ 96 h 512"/>
              <a:gd name="T58" fmla="*/ 245 w 512"/>
              <a:gd name="T59" fmla="*/ 106 h 512"/>
              <a:gd name="T60" fmla="*/ 245 w 512"/>
              <a:gd name="T61" fmla="*/ 117 h 512"/>
              <a:gd name="T62" fmla="*/ 128 w 512"/>
              <a:gd name="T63" fmla="*/ 117 h 512"/>
              <a:gd name="T64" fmla="*/ 117 w 512"/>
              <a:gd name="T65" fmla="*/ 128 h 512"/>
              <a:gd name="T66" fmla="*/ 117 w 512"/>
              <a:gd name="T67" fmla="*/ 192 h 512"/>
              <a:gd name="T68" fmla="*/ 128 w 512"/>
              <a:gd name="T69" fmla="*/ 202 h 512"/>
              <a:gd name="T70" fmla="*/ 245 w 512"/>
              <a:gd name="T71" fmla="*/ 202 h 512"/>
              <a:gd name="T72" fmla="*/ 245 w 512"/>
              <a:gd name="T73" fmla="*/ 224 h 512"/>
              <a:gd name="T74" fmla="*/ 170 w 512"/>
              <a:gd name="T75" fmla="*/ 224 h 512"/>
              <a:gd name="T76" fmla="*/ 164 w 512"/>
              <a:gd name="T77" fmla="*/ 226 h 512"/>
              <a:gd name="T78" fmla="*/ 121 w 512"/>
              <a:gd name="T79" fmla="*/ 258 h 512"/>
              <a:gd name="T80" fmla="*/ 117 w 512"/>
              <a:gd name="T81" fmla="*/ 266 h 512"/>
              <a:gd name="T82" fmla="*/ 121 w 512"/>
              <a:gd name="T83" fmla="*/ 275 h 512"/>
              <a:gd name="T84" fmla="*/ 164 w 512"/>
              <a:gd name="T85" fmla="*/ 307 h 512"/>
              <a:gd name="T86" fmla="*/ 170 w 512"/>
              <a:gd name="T87" fmla="*/ 309 h 512"/>
              <a:gd name="T88" fmla="*/ 245 w 512"/>
              <a:gd name="T89" fmla="*/ 309 h 512"/>
              <a:gd name="T90" fmla="*/ 245 w 512"/>
              <a:gd name="T91" fmla="*/ 405 h 512"/>
              <a:gd name="T92" fmla="*/ 256 w 512"/>
              <a:gd name="T93" fmla="*/ 416 h 512"/>
              <a:gd name="T94" fmla="*/ 266 w 512"/>
              <a:gd name="T95" fmla="*/ 405 h 512"/>
              <a:gd name="T96" fmla="*/ 266 w 512"/>
              <a:gd name="T97" fmla="*/ 309 h 512"/>
              <a:gd name="T98" fmla="*/ 384 w 512"/>
              <a:gd name="T99" fmla="*/ 309 h 512"/>
              <a:gd name="T100" fmla="*/ 394 w 512"/>
              <a:gd name="T101" fmla="*/ 298 h 512"/>
              <a:gd name="T102" fmla="*/ 394 w 512"/>
              <a:gd name="T103" fmla="*/ 234 h 512"/>
              <a:gd name="T104" fmla="*/ 384 w 512"/>
              <a:gd name="T105" fmla="*/ 224 h 512"/>
              <a:gd name="T106" fmla="*/ 266 w 512"/>
              <a:gd name="T107"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174" y="245"/>
                </a:moveTo>
                <a:cubicBezTo>
                  <a:pt x="373" y="245"/>
                  <a:pt x="373" y="245"/>
                  <a:pt x="373" y="245"/>
                </a:cubicBezTo>
                <a:cubicBezTo>
                  <a:pt x="373" y="288"/>
                  <a:pt x="373" y="288"/>
                  <a:pt x="373" y="288"/>
                </a:cubicBezTo>
                <a:cubicBezTo>
                  <a:pt x="174" y="288"/>
                  <a:pt x="174" y="288"/>
                  <a:pt x="174" y="288"/>
                </a:cubicBezTo>
                <a:cubicBezTo>
                  <a:pt x="145" y="266"/>
                  <a:pt x="145" y="266"/>
                  <a:pt x="145" y="266"/>
                </a:cubicBezTo>
                <a:lnTo>
                  <a:pt x="174" y="245"/>
                </a:lnTo>
                <a:close/>
                <a:moveTo>
                  <a:pt x="366" y="160"/>
                </a:moveTo>
                <a:cubicBezTo>
                  <a:pt x="337" y="138"/>
                  <a:pt x="337" y="138"/>
                  <a:pt x="337" y="138"/>
                </a:cubicBezTo>
                <a:cubicBezTo>
                  <a:pt x="138" y="138"/>
                  <a:pt x="138" y="138"/>
                  <a:pt x="138" y="138"/>
                </a:cubicBezTo>
                <a:cubicBezTo>
                  <a:pt x="138" y="181"/>
                  <a:pt x="138" y="181"/>
                  <a:pt x="138" y="181"/>
                </a:cubicBezTo>
                <a:cubicBezTo>
                  <a:pt x="337" y="181"/>
                  <a:pt x="337" y="181"/>
                  <a:pt x="337" y="181"/>
                </a:cubicBezTo>
                <a:lnTo>
                  <a:pt x="366"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66" y="224"/>
                </a:moveTo>
                <a:cubicBezTo>
                  <a:pt x="266" y="202"/>
                  <a:pt x="266" y="202"/>
                  <a:pt x="266" y="202"/>
                </a:cubicBezTo>
                <a:cubicBezTo>
                  <a:pt x="341" y="202"/>
                  <a:pt x="341" y="202"/>
                  <a:pt x="341" y="202"/>
                </a:cubicBezTo>
                <a:cubicBezTo>
                  <a:pt x="343" y="202"/>
                  <a:pt x="346" y="202"/>
                  <a:pt x="347" y="200"/>
                </a:cubicBezTo>
                <a:cubicBezTo>
                  <a:pt x="390" y="168"/>
                  <a:pt x="390" y="168"/>
                  <a:pt x="390" y="168"/>
                </a:cubicBezTo>
                <a:cubicBezTo>
                  <a:pt x="393" y="166"/>
                  <a:pt x="394" y="163"/>
                  <a:pt x="394" y="160"/>
                </a:cubicBezTo>
                <a:cubicBezTo>
                  <a:pt x="394" y="156"/>
                  <a:pt x="393" y="153"/>
                  <a:pt x="390" y="151"/>
                </a:cubicBezTo>
                <a:cubicBezTo>
                  <a:pt x="347" y="119"/>
                  <a:pt x="347" y="119"/>
                  <a:pt x="347" y="119"/>
                </a:cubicBezTo>
                <a:cubicBezTo>
                  <a:pt x="346" y="118"/>
                  <a:pt x="343" y="117"/>
                  <a:pt x="341" y="117"/>
                </a:cubicBezTo>
                <a:cubicBezTo>
                  <a:pt x="266" y="117"/>
                  <a:pt x="266" y="117"/>
                  <a:pt x="266" y="117"/>
                </a:cubicBezTo>
                <a:cubicBezTo>
                  <a:pt x="266" y="106"/>
                  <a:pt x="266" y="106"/>
                  <a:pt x="266" y="106"/>
                </a:cubicBezTo>
                <a:cubicBezTo>
                  <a:pt x="266" y="100"/>
                  <a:pt x="262" y="96"/>
                  <a:pt x="256" y="96"/>
                </a:cubicBezTo>
                <a:cubicBezTo>
                  <a:pt x="250" y="96"/>
                  <a:pt x="245" y="100"/>
                  <a:pt x="245" y="106"/>
                </a:cubicBezTo>
                <a:cubicBezTo>
                  <a:pt x="245" y="117"/>
                  <a:pt x="245" y="117"/>
                  <a:pt x="245" y="117"/>
                </a:cubicBezTo>
                <a:cubicBezTo>
                  <a:pt x="128" y="117"/>
                  <a:pt x="128" y="117"/>
                  <a:pt x="128" y="117"/>
                </a:cubicBezTo>
                <a:cubicBezTo>
                  <a:pt x="122" y="117"/>
                  <a:pt x="117" y="122"/>
                  <a:pt x="117" y="128"/>
                </a:cubicBezTo>
                <a:cubicBezTo>
                  <a:pt x="117" y="192"/>
                  <a:pt x="117" y="192"/>
                  <a:pt x="117" y="192"/>
                </a:cubicBezTo>
                <a:cubicBezTo>
                  <a:pt x="117" y="198"/>
                  <a:pt x="122" y="202"/>
                  <a:pt x="128" y="202"/>
                </a:cubicBezTo>
                <a:cubicBezTo>
                  <a:pt x="245" y="202"/>
                  <a:pt x="245" y="202"/>
                  <a:pt x="245" y="202"/>
                </a:cubicBezTo>
                <a:cubicBezTo>
                  <a:pt x="245" y="224"/>
                  <a:pt x="245" y="224"/>
                  <a:pt x="245" y="224"/>
                </a:cubicBezTo>
                <a:cubicBezTo>
                  <a:pt x="170" y="224"/>
                  <a:pt x="170" y="224"/>
                  <a:pt x="170" y="224"/>
                </a:cubicBezTo>
                <a:cubicBezTo>
                  <a:pt x="168" y="224"/>
                  <a:pt x="166" y="224"/>
                  <a:pt x="164" y="226"/>
                </a:cubicBezTo>
                <a:cubicBezTo>
                  <a:pt x="121" y="258"/>
                  <a:pt x="121" y="258"/>
                  <a:pt x="121" y="258"/>
                </a:cubicBezTo>
                <a:cubicBezTo>
                  <a:pt x="119" y="260"/>
                  <a:pt x="117" y="263"/>
                  <a:pt x="117" y="266"/>
                </a:cubicBezTo>
                <a:cubicBezTo>
                  <a:pt x="117" y="270"/>
                  <a:pt x="119" y="273"/>
                  <a:pt x="121" y="275"/>
                </a:cubicBezTo>
                <a:cubicBezTo>
                  <a:pt x="164" y="307"/>
                  <a:pt x="164" y="307"/>
                  <a:pt x="164" y="307"/>
                </a:cubicBezTo>
                <a:cubicBezTo>
                  <a:pt x="166" y="308"/>
                  <a:pt x="168" y="309"/>
                  <a:pt x="170" y="309"/>
                </a:cubicBezTo>
                <a:cubicBezTo>
                  <a:pt x="245" y="309"/>
                  <a:pt x="245" y="309"/>
                  <a:pt x="245" y="309"/>
                </a:cubicBezTo>
                <a:cubicBezTo>
                  <a:pt x="245" y="405"/>
                  <a:pt x="245" y="405"/>
                  <a:pt x="245" y="405"/>
                </a:cubicBezTo>
                <a:cubicBezTo>
                  <a:pt x="245" y="411"/>
                  <a:pt x="250" y="416"/>
                  <a:pt x="256" y="416"/>
                </a:cubicBezTo>
                <a:cubicBezTo>
                  <a:pt x="262" y="416"/>
                  <a:pt x="266" y="411"/>
                  <a:pt x="266" y="405"/>
                </a:cubicBezTo>
                <a:cubicBezTo>
                  <a:pt x="266" y="309"/>
                  <a:pt x="266" y="309"/>
                  <a:pt x="266" y="309"/>
                </a:cubicBezTo>
                <a:cubicBezTo>
                  <a:pt x="384" y="309"/>
                  <a:pt x="384" y="309"/>
                  <a:pt x="384" y="309"/>
                </a:cubicBezTo>
                <a:cubicBezTo>
                  <a:pt x="390" y="309"/>
                  <a:pt x="394" y="304"/>
                  <a:pt x="394" y="298"/>
                </a:cubicBezTo>
                <a:cubicBezTo>
                  <a:pt x="394" y="234"/>
                  <a:pt x="394" y="234"/>
                  <a:pt x="394" y="234"/>
                </a:cubicBezTo>
                <a:cubicBezTo>
                  <a:pt x="394" y="228"/>
                  <a:pt x="390" y="224"/>
                  <a:pt x="384" y="224"/>
                </a:cubicBezTo>
                <a:lnTo>
                  <a:pt x="266" y="224"/>
                </a:lnTo>
                <a:close/>
              </a:path>
            </a:pathLst>
          </a:custGeom>
          <a:solidFill>
            <a:schemeClr val="accent4"/>
          </a:solidFill>
          <a:ln>
            <a:noFill/>
          </a:ln>
        </p:spPr>
        <p:txBody>
          <a:bodyPr vert="horz" wrap="square" lIns="74295" tIns="37148" rIns="74295" bIns="37148" numCol="1" anchor="t" anchorCtr="0" compatLnSpc="1">
            <a:prstTxWarp prst="textNoShape">
              <a:avLst/>
            </a:prstTxWarp>
          </a:bodyPr>
          <a:lstStyle/>
          <a:p>
            <a:pPr defTabSz="990601">
              <a:defRPr/>
            </a:pPr>
            <a:endParaRPr lang="en-GB" sz="1950" dirty="0">
              <a:solidFill>
                <a:prstClr val="black"/>
              </a:solidFill>
              <a:latin typeface="Aptos" panose="020B0004020202020204" pitchFamily="34" charset="0"/>
            </a:endParaRPr>
          </a:p>
        </p:txBody>
      </p:sp>
      <p:sp>
        <p:nvSpPr>
          <p:cNvPr id="26" name="Freeform 6">
            <a:extLst>
              <a:ext uri="{FF2B5EF4-FFF2-40B4-BE49-F238E27FC236}">
                <a16:creationId xmlns:a16="http://schemas.microsoft.com/office/drawing/2014/main" id="{5DA0D959-849D-440F-8C6D-3741E90DAEF2}"/>
              </a:ext>
            </a:extLst>
          </p:cNvPr>
          <p:cNvSpPr>
            <a:spLocks noChangeAspect="1" noEditPoints="1"/>
          </p:cNvSpPr>
          <p:nvPr/>
        </p:nvSpPr>
        <p:spPr bwMode="auto">
          <a:xfrm>
            <a:off x="6265342" y="5127972"/>
            <a:ext cx="142071" cy="226958"/>
          </a:xfrm>
          <a:custGeom>
            <a:avLst/>
            <a:gdLst>
              <a:gd name="T0" fmla="*/ 37 w 74"/>
              <a:gd name="T1" fmla="*/ 0 h 118"/>
              <a:gd name="T2" fmla="*/ 0 w 74"/>
              <a:gd name="T3" fmla="*/ 37 h 118"/>
              <a:gd name="T4" fmla="*/ 37 w 74"/>
              <a:gd name="T5" fmla="*/ 118 h 118"/>
              <a:gd name="T6" fmla="*/ 74 w 74"/>
              <a:gd name="T7" fmla="*/ 37 h 118"/>
              <a:gd name="T8" fmla="*/ 37 w 74"/>
              <a:gd name="T9" fmla="*/ 0 h 118"/>
              <a:gd name="T10" fmla="*/ 37 w 74"/>
              <a:gd name="T11" fmla="*/ 57 h 118"/>
              <a:gd name="T12" fmla="*/ 17 w 74"/>
              <a:gd name="T13" fmla="*/ 37 h 118"/>
              <a:gd name="T14" fmla="*/ 37 w 74"/>
              <a:gd name="T15" fmla="*/ 17 h 118"/>
              <a:gd name="T16" fmla="*/ 57 w 74"/>
              <a:gd name="T17" fmla="*/ 37 h 118"/>
              <a:gd name="T18" fmla="*/ 37 w 74"/>
              <a:gd name="T19" fmla="*/ 5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18">
                <a:moveTo>
                  <a:pt x="37" y="0"/>
                </a:moveTo>
                <a:cubicBezTo>
                  <a:pt x="16" y="0"/>
                  <a:pt x="0" y="16"/>
                  <a:pt x="0" y="37"/>
                </a:cubicBezTo>
                <a:cubicBezTo>
                  <a:pt x="0" y="72"/>
                  <a:pt x="37" y="118"/>
                  <a:pt x="37" y="118"/>
                </a:cubicBezTo>
                <a:cubicBezTo>
                  <a:pt x="37" y="118"/>
                  <a:pt x="74" y="72"/>
                  <a:pt x="74" y="37"/>
                </a:cubicBezTo>
                <a:cubicBezTo>
                  <a:pt x="74" y="16"/>
                  <a:pt x="57" y="0"/>
                  <a:pt x="37" y="0"/>
                </a:cubicBezTo>
                <a:close/>
                <a:moveTo>
                  <a:pt x="37" y="57"/>
                </a:moveTo>
                <a:cubicBezTo>
                  <a:pt x="26" y="57"/>
                  <a:pt x="17" y="48"/>
                  <a:pt x="17" y="37"/>
                </a:cubicBezTo>
                <a:cubicBezTo>
                  <a:pt x="17" y="26"/>
                  <a:pt x="26" y="17"/>
                  <a:pt x="37" y="17"/>
                </a:cubicBezTo>
                <a:cubicBezTo>
                  <a:pt x="48" y="17"/>
                  <a:pt x="57" y="26"/>
                  <a:pt x="57" y="37"/>
                </a:cubicBezTo>
                <a:cubicBezTo>
                  <a:pt x="57" y="48"/>
                  <a:pt x="48" y="57"/>
                  <a:pt x="37" y="57"/>
                </a:cubicBezTo>
                <a:close/>
              </a:path>
            </a:pathLst>
          </a:custGeom>
          <a:solidFill>
            <a:schemeClr val="accent4"/>
          </a:solidFill>
          <a:ln>
            <a:noFill/>
          </a:ln>
        </p:spPr>
        <p:txBody>
          <a:bodyPr vert="horz" wrap="square" lIns="74295" tIns="37148" rIns="74295" bIns="37148" numCol="1" anchor="t" anchorCtr="0" compatLnSpc="1">
            <a:prstTxWarp prst="textNoShape">
              <a:avLst/>
            </a:prstTxWarp>
          </a:bodyPr>
          <a:lstStyle/>
          <a:p>
            <a:pPr defTabSz="990601">
              <a:defRPr/>
            </a:pPr>
            <a:endParaRPr lang="en-US" sz="731" dirty="0">
              <a:solidFill>
                <a:prstClr val="black"/>
              </a:solidFill>
              <a:latin typeface="Aptos" panose="020B0004020202020204" pitchFamily="34" charset="0"/>
            </a:endParaRPr>
          </a:p>
        </p:txBody>
      </p:sp>
      <p:sp>
        <p:nvSpPr>
          <p:cNvPr id="27" name="TextBox 26">
            <a:extLst>
              <a:ext uri="{FF2B5EF4-FFF2-40B4-BE49-F238E27FC236}">
                <a16:creationId xmlns:a16="http://schemas.microsoft.com/office/drawing/2014/main" id="{22229B4A-7EA5-4807-B501-A5F72497E579}"/>
              </a:ext>
            </a:extLst>
          </p:cNvPr>
          <p:cNvSpPr txBox="1"/>
          <p:nvPr/>
        </p:nvSpPr>
        <p:spPr>
          <a:xfrm>
            <a:off x="6180901" y="3529495"/>
            <a:ext cx="1878035" cy="592726"/>
          </a:xfrm>
          <a:prstGeom prst="rect">
            <a:avLst/>
          </a:prstGeom>
          <a:noFill/>
        </p:spPr>
        <p:txBody>
          <a:bodyPr wrap="square" rtlCol="0">
            <a:spAutoFit/>
          </a:bodyPr>
          <a:lstStyle>
            <a:defPPr>
              <a:defRPr lang="en-US"/>
            </a:defPPr>
            <a:lvl1pPr marL="115888" marR="0" lvl="0" indent="-115888" fontAlgn="auto">
              <a:lnSpc>
                <a:spcPct val="100000"/>
              </a:lnSpc>
              <a:spcBef>
                <a:spcPts val="0"/>
              </a:spcBef>
              <a:spcAft>
                <a:spcPts val="0"/>
              </a:spcAft>
              <a:buClrTx/>
              <a:buSzTx/>
              <a:buFont typeface="Arial" panose="020B0604020202020204" pitchFamily="34" charset="0"/>
              <a:buChar char="•"/>
              <a:tabLst/>
              <a:defRPr kumimoji="0" sz="800" b="0" i="0" u="none" strike="noStrike" cap="none" spc="0" normalizeH="0" baseline="0">
                <a:ln>
                  <a:noFill/>
                </a:ln>
                <a:solidFill>
                  <a:prstClr val="white">
                    <a:lumMod val="75000"/>
                  </a:prstClr>
                </a:solidFill>
                <a:effectLst/>
                <a:uLnTx/>
                <a:uFillTx/>
                <a:latin typeface="Verdana" panose="020B0604030504040204" pitchFamily="34" charset="0"/>
                <a:ea typeface="Verdana" panose="020B0604030504040204" pitchFamily="34" charset="0"/>
                <a:cs typeface="Verdana" panose="020B0604030504040204" pitchFamily="34" charset="0"/>
              </a:defRPr>
            </a:lvl1pPr>
          </a:lstStyle>
          <a:p>
            <a:pPr marL="91581" indent="-91581" defTabSz="990601">
              <a:buFont typeface="Wingdings" panose="05000000000000000000" pitchFamily="2" charset="2"/>
              <a:buChar char="§"/>
              <a:defRPr/>
            </a:pPr>
            <a:r>
              <a:rPr lang="en-US" sz="813" dirty="0">
                <a:solidFill>
                  <a:prstClr val="black">
                    <a:lumMod val="95000"/>
                    <a:lumOff val="5000"/>
                  </a:prstClr>
                </a:solidFill>
                <a:latin typeface="Aptos" panose="020B0004020202020204" pitchFamily="34" charset="0"/>
              </a:rPr>
              <a:t>This is dummy text it is not here to be read. The is just text to show where you could insert text. This is dummy text it is not here to be read.</a:t>
            </a:r>
          </a:p>
        </p:txBody>
      </p:sp>
      <p:cxnSp>
        <p:nvCxnSpPr>
          <p:cNvPr id="28" name="Straight Arrow Connector 27">
            <a:extLst>
              <a:ext uri="{FF2B5EF4-FFF2-40B4-BE49-F238E27FC236}">
                <a16:creationId xmlns:a16="http://schemas.microsoft.com/office/drawing/2014/main" id="{29156276-96AC-4629-9254-1D7F3AE633D1}"/>
              </a:ext>
            </a:extLst>
          </p:cNvPr>
          <p:cNvCxnSpPr>
            <a:cxnSpLocks/>
          </p:cNvCxnSpPr>
          <p:nvPr/>
        </p:nvCxnSpPr>
        <p:spPr>
          <a:xfrm flipV="1">
            <a:off x="6386059" y="4585257"/>
            <a:ext cx="77473" cy="531063"/>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F1C58E1D-A755-46B3-BC40-E50762572542}"/>
              </a:ext>
            </a:extLst>
          </p:cNvPr>
          <p:cNvSpPr txBox="1"/>
          <p:nvPr/>
        </p:nvSpPr>
        <p:spPr>
          <a:xfrm>
            <a:off x="8329886" y="3614544"/>
            <a:ext cx="1484225" cy="292388"/>
          </a:xfrm>
          <a:prstGeom prst="rect">
            <a:avLst/>
          </a:prstGeom>
          <a:noFill/>
        </p:spPr>
        <p:txBody>
          <a:bodyPr wrap="square" rtlCol="0">
            <a:spAutoFit/>
          </a:bodyPr>
          <a:lstStyle/>
          <a:p>
            <a:pPr defTabSz="990601">
              <a:defRPr/>
            </a:pPr>
            <a:r>
              <a:rPr lang="en-US" sz="1300" b="1" dirty="0">
                <a:solidFill>
                  <a:prstClr val="black"/>
                </a:solidFill>
                <a:latin typeface="Aptos" panose="020B0004020202020204" pitchFamily="34" charset="0"/>
                <a:ea typeface="Verdana" panose="020B0604030504040204" pitchFamily="34" charset="0"/>
                <a:cs typeface="Calibri" panose="020F0502020204030204" pitchFamily="34" charset="0"/>
              </a:rPr>
              <a:t>5</a:t>
            </a:r>
            <a:r>
              <a:rPr lang="en-US" sz="813" b="1" dirty="0">
                <a:solidFill>
                  <a:prstClr val="black"/>
                </a:solidFill>
                <a:latin typeface="Aptos" panose="020B0004020202020204" pitchFamily="34" charset="0"/>
                <a:ea typeface="Verdana" panose="020B0604030504040204" pitchFamily="34" charset="0"/>
                <a:cs typeface="Calibri" panose="020F0502020204030204" pitchFamily="34" charset="0"/>
              </a:rPr>
              <a:t>. </a:t>
            </a:r>
            <a:r>
              <a:rPr lang="en-US" sz="813" b="1" dirty="0">
                <a:solidFill>
                  <a:prstClr val="black"/>
                </a:solidFill>
                <a:latin typeface="Aptos" panose="020B0004020202020204" pitchFamily="34" charset="0"/>
                <a:ea typeface="Verdana" panose="020B0604030504040204" pitchFamily="34" charset="0"/>
                <a:cs typeface="Verdana" panose="020B0604030504040204" pitchFamily="34" charset="0"/>
              </a:rPr>
              <a:t>Lorem ipsum </a:t>
            </a:r>
            <a:endParaRPr lang="en-US" sz="813" b="1" dirty="0">
              <a:solidFill>
                <a:prstClr val="black"/>
              </a:solidFill>
              <a:latin typeface="Aptos" panose="020B0004020202020204" pitchFamily="34" charset="0"/>
              <a:ea typeface="Verdana" panose="020B0604030504040204" pitchFamily="34" charset="0"/>
              <a:cs typeface="Calibri" panose="020F0502020204030204" pitchFamily="34" charset="0"/>
            </a:endParaRPr>
          </a:p>
        </p:txBody>
      </p:sp>
      <p:sp>
        <p:nvSpPr>
          <p:cNvPr id="30" name="TextBox 29">
            <a:extLst>
              <a:ext uri="{FF2B5EF4-FFF2-40B4-BE49-F238E27FC236}">
                <a16:creationId xmlns:a16="http://schemas.microsoft.com/office/drawing/2014/main" id="{5A8E5F49-C560-4D79-91D2-AB8BBF13F80A}"/>
              </a:ext>
            </a:extLst>
          </p:cNvPr>
          <p:cNvSpPr txBox="1"/>
          <p:nvPr/>
        </p:nvSpPr>
        <p:spPr>
          <a:xfrm>
            <a:off x="8514522" y="3840525"/>
            <a:ext cx="1345569" cy="842923"/>
          </a:xfrm>
          <a:prstGeom prst="rect">
            <a:avLst/>
          </a:prstGeom>
          <a:noFill/>
        </p:spPr>
        <p:txBody>
          <a:bodyPr wrap="square" rtlCol="0">
            <a:spAutoFit/>
          </a:bodyPr>
          <a:lstStyle>
            <a:defPPr>
              <a:defRPr lang="en-US"/>
            </a:defPPr>
            <a:lvl1pPr marL="115888" marR="0" lvl="0" indent="-115888" fontAlgn="auto">
              <a:lnSpc>
                <a:spcPct val="100000"/>
              </a:lnSpc>
              <a:spcBef>
                <a:spcPts val="0"/>
              </a:spcBef>
              <a:spcAft>
                <a:spcPts val="0"/>
              </a:spcAft>
              <a:buClrTx/>
              <a:buSzTx/>
              <a:buFont typeface="Arial" panose="020B0604020202020204" pitchFamily="34" charset="0"/>
              <a:buChar char="•"/>
              <a:tabLst/>
              <a:defRPr kumimoji="0" sz="800" b="0" i="0" u="none" strike="noStrike" cap="none" spc="0" normalizeH="0" baseline="0">
                <a:ln>
                  <a:noFill/>
                </a:ln>
                <a:solidFill>
                  <a:prstClr val="white">
                    <a:lumMod val="75000"/>
                  </a:prstClr>
                </a:solidFill>
                <a:effectLst/>
                <a:uLnTx/>
                <a:uFillTx/>
                <a:latin typeface="Verdana" panose="020B0604030504040204" pitchFamily="34" charset="0"/>
                <a:ea typeface="Verdana" panose="020B0604030504040204" pitchFamily="34" charset="0"/>
                <a:cs typeface="Verdana" panose="020B0604030504040204" pitchFamily="34" charset="0"/>
              </a:defRPr>
            </a:lvl1pPr>
          </a:lstStyle>
          <a:p>
            <a:pPr marL="91581" indent="-91581" defTabSz="990601">
              <a:buFont typeface="Wingdings" panose="05000000000000000000" pitchFamily="2" charset="2"/>
              <a:buChar char="§"/>
              <a:defRPr/>
            </a:pPr>
            <a:r>
              <a:rPr lang="en-US" sz="813" dirty="0">
                <a:solidFill>
                  <a:prstClr val="black">
                    <a:lumMod val="95000"/>
                    <a:lumOff val="5000"/>
                  </a:prstClr>
                </a:solidFill>
                <a:latin typeface="Aptos" panose="020B0004020202020204" pitchFamily="34" charset="0"/>
              </a:rPr>
              <a:t>This is dummy text it is not here to be read. The is just text to show where you could insert text. This is dummy text it is not here to be read.</a:t>
            </a:r>
          </a:p>
        </p:txBody>
      </p:sp>
      <p:grpSp>
        <p:nvGrpSpPr>
          <p:cNvPr id="31" name="Group 30">
            <a:extLst>
              <a:ext uri="{FF2B5EF4-FFF2-40B4-BE49-F238E27FC236}">
                <a16:creationId xmlns:a16="http://schemas.microsoft.com/office/drawing/2014/main" id="{51ACCA6C-F099-4489-88FF-0848432AD5B8}"/>
              </a:ext>
            </a:extLst>
          </p:cNvPr>
          <p:cNvGrpSpPr>
            <a:grpSpLocks noChangeAspect="1"/>
          </p:cNvGrpSpPr>
          <p:nvPr/>
        </p:nvGrpSpPr>
        <p:grpSpPr bwMode="auto">
          <a:xfrm>
            <a:off x="8102374" y="3733162"/>
            <a:ext cx="384018" cy="571227"/>
            <a:chOff x="880" y="3146"/>
            <a:chExt cx="340" cy="490"/>
          </a:xfrm>
          <a:solidFill>
            <a:schemeClr val="accent3"/>
          </a:solidFill>
        </p:grpSpPr>
        <p:sp>
          <p:nvSpPr>
            <p:cNvPr id="32" name="Oval 899">
              <a:extLst>
                <a:ext uri="{FF2B5EF4-FFF2-40B4-BE49-F238E27FC236}">
                  <a16:creationId xmlns:a16="http://schemas.microsoft.com/office/drawing/2014/main" id="{C0FAC72D-11F5-4860-BE23-8988C977B8B1}"/>
                </a:ext>
              </a:extLst>
            </p:cNvPr>
            <p:cNvSpPr>
              <a:spLocks noChangeArrowheads="1"/>
            </p:cNvSpPr>
            <p:nvPr/>
          </p:nvSpPr>
          <p:spPr bwMode="auto">
            <a:xfrm>
              <a:off x="950" y="3146"/>
              <a:ext cx="14" cy="14"/>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990601">
                <a:defRPr/>
              </a:pPr>
              <a:endParaRPr lang="en-GB" sz="1950" dirty="0">
                <a:solidFill>
                  <a:prstClr val="black"/>
                </a:solidFill>
                <a:latin typeface="Aptos" panose="020B0004020202020204" pitchFamily="34" charset="0"/>
              </a:endParaRPr>
            </a:p>
          </p:txBody>
        </p:sp>
        <p:sp>
          <p:nvSpPr>
            <p:cNvPr id="33" name="Freeform 900">
              <a:extLst>
                <a:ext uri="{FF2B5EF4-FFF2-40B4-BE49-F238E27FC236}">
                  <a16:creationId xmlns:a16="http://schemas.microsoft.com/office/drawing/2014/main" id="{A47B735C-FDDB-40F1-A0DE-FDB3C7247B83}"/>
                </a:ext>
              </a:extLst>
            </p:cNvPr>
            <p:cNvSpPr>
              <a:spLocks noEditPoints="1"/>
            </p:cNvSpPr>
            <p:nvPr/>
          </p:nvSpPr>
          <p:spPr bwMode="auto">
            <a:xfrm>
              <a:off x="880" y="3296"/>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96 h 512"/>
                <a:gd name="T12" fmla="*/ 288 w 512"/>
                <a:gd name="T13" fmla="*/ 128 h 512"/>
                <a:gd name="T14" fmla="*/ 256 w 512"/>
                <a:gd name="T15" fmla="*/ 160 h 512"/>
                <a:gd name="T16" fmla="*/ 224 w 512"/>
                <a:gd name="T17" fmla="*/ 128 h 512"/>
                <a:gd name="T18" fmla="*/ 256 w 512"/>
                <a:gd name="T19" fmla="*/ 96 h 512"/>
                <a:gd name="T20" fmla="*/ 254 w 512"/>
                <a:gd name="T21" fmla="*/ 337 h 512"/>
                <a:gd name="T22" fmla="*/ 200 w 512"/>
                <a:gd name="T23" fmla="*/ 411 h 512"/>
                <a:gd name="T24" fmla="*/ 192 w 512"/>
                <a:gd name="T25" fmla="*/ 416 h 512"/>
                <a:gd name="T26" fmla="*/ 185 w 512"/>
                <a:gd name="T27" fmla="*/ 414 h 512"/>
                <a:gd name="T28" fmla="*/ 183 w 512"/>
                <a:gd name="T29" fmla="*/ 399 h 512"/>
                <a:gd name="T30" fmla="*/ 236 w 512"/>
                <a:gd name="T31" fmla="*/ 324 h 512"/>
                <a:gd name="T32" fmla="*/ 251 w 512"/>
                <a:gd name="T33" fmla="*/ 322 h 512"/>
                <a:gd name="T34" fmla="*/ 254 w 512"/>
                <a:gd name="T35" fmla="*/ 337 h 512"/>
                <a:gd name="T36" fmla="*/ 311 w 512"/>
                <a:gd name="T37" fmla="*/ 416 h 512"/>
                <a:gd name="T38" fmla="*/ 309 w 512"/>
                <a:gd name="T39" fmla="*/ 416 h 512"/>
                <a:gd name="T40" fmla="*/ 298 w 512"/>
                <a:gd name="T41" fmla="*/ 407 h 512"/>
                <a:gd name="T42" fmla="*/ 288 w 512"/>
                <a:gd name="T43" fmla="*/ 335 h 512"/>
                <a:gd name="T44" fmla="*/ 247 w 512"/>
                <a:gd name="T45" fmla="*/ 284 h 512"/>
                <a:gd name="T46" fmla="*/ 245 w 512"/>
                <a:gd name="T47" fmla="*/ 277 h 512"/>
                <a:gd name="T48" fmla="*/ 245 w 512"/>
                <a:gd name="T49" fmla="*/ 202 h 512"/>
                <a:gd name="T50" fmla="*/ 224 w 512"/>
                <a:gd name="T51" fmla="*/ 218 h 512"/>
                <a:gd name="T52" fmla="*/ 224 w 512"/>
                <a:gd name="T53" fmla="*/ 288 h 512"/>
                <a:gd name="T54" fmla="*/ 213 w 512"/>
                <a:gd name="T55" fmla="*/ 298 h 512"/>
                <a:gd name="T56" fmla="*/ 202 w 512"/>
                <a:gd name="T57" fmla="*/ 288 h 512"/>
                <a:gd name="T58" fmla="*/ 202 w 512"/>
                <a:gd name="T59" fmla="*/ 213 h 512"/>
                <a:gd name="T60" fmla="*/ 207 w 512"/>
                <a:gd name="T61" fmla="*/ 204 h 512"/>
                <a:gd name="T62" fmla="*/ 249 w 512"/>
                <a:gd name="T63" fmla="*/ 172 h 512"/>
                <a:gd name="T64" fmla="*/ 260 w 512"/>
                <a:gd name="T65" fmla="*/ 171 h 512"/>
                <a:gd name="T66" fmla="*/ 266 w 512"/>
                <a:gd name="T67" fmla="*/ 181 h 512"/>
                <a:gd name="T68" fmla="*/ 266 w 512"/>
                <a:gd name="T69" fmla="*/ 273 h 512"/>
                <a:gd name="T70" fmla="*/ 307 w 512"/>
                <a:gd name="T71" fmla="*/ 324 h 512"/>
                <a:gd name="T72" fmla="*/ 309 w 512"/>
                <a:gd name="T73" fmla="*/ 329 h 512"/>
                <a:gd name="T74" fmla="*/ 320 w 512"/>
                <a:gd name="T75" fmla="*/ 403 h 512"/>
                <a:gd name="T76" fmla="*/ 311 w 512"/>
                <a:gd name="T77" fmla="*/ 416 h 512"/>
                <a:gd name="T78" fmla="*/ 317 w 512"/>
                <a:gd name="T79" fmla="*/ 274 h 512"/>
                <a:gd name="T80" fmla="*/ 309 w 512"/>
                <a:gd name="T81" fmla="*/ 277 h 512"/>
                <a:gd name="T82" fmla="*/ 301 w 512"/>
                <a:gd name="T83" fmla="*/ 274 h 512"/>
                <a:gd name="T84" fmla="*/ 291 w 512"/>
                <a:gd name="T85" fmla="*/ 263 h 512"/>
                <a:gd name="T86" fmla="*/ 291 w 512"/>
                <a:gd name="T87" fmla="*/ 248 h 512"/>
                <a:gd name="T88" fmla="*/ 306 w 512"/>
                <a:gd name="T89" fmla="*/ 248 h 512"/>
                <a:gd name="T90" fmla="*/ 317 w 512"/>
                <a:gd name="T91" fmla="*/ 259 h 512"/>
                <a:gd name="T92" fmla="*/ 317 w 512"/>
                <a:gd name="T93" fmla="*/ 27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96"/>
                  </a:moveTo>
                  <a:cubicBezTo>
                    <a:pt x="273" y="96"/>
                    <a:pt x="288" y="110"/>
                    <a:pt x="288" y="128"/>
                  </a:cubicBezTo>
                  <a:cubicBezTo>
                    <a:pt x="288" y="145"/>
                    <a:pt x="273" y="160"/>
                    <a:pt x="256" y="160"/>
                  </a:cubicBezTo>
                  <a:cubicBezTo>
                    <a:pt x="238" y="160"/>
                    <a:pt x="224" y="145"/>
                    <a:pt x="224" y="128"/>
                  </a:cubicBezTo>
                  <a:cubicBezTo>
                    <a:pt x="224" y="110"/>
                    <a:pt x="238" y="96"/>
                    <a:pt x="256" y="96"/>
                  </a:cubicBezTo>
                  <a:close/>
                  <a:moveTo>
                    <a:pt x="254" y="337"/>
                  </a:moveTo>
                  <a:cubicBezTo>
                    <a:pt x="200" y="411"/>
                    <a:pt x="200" y="411"/>
                    <a:pt x="200" y="411"/>
                  </a:cubicBezTo>
                  <a:cubicBezTo>
                    <a:pt x="198" y="414"/>
                    <a:pt x="195" y="416"/>
                    <a:pt x="192" y="416"/>
                  </a:cubicBezTo>
                  <a:cubicBezTo>
                    <a:pt x="190" y="416"/>
                    <a:pt x="187" y="415"/>
                    <a:pt x="185" y="414"/>
                  </a:cubicBezTo>
                  <a:cubicBezTo>
                    <a:pt x="181" y="410"/>
                    <a:pt x="180" y="404"/>
                    <a:pt x="183" y="399"/>
                  </a:cubicBezTo>
                  <a:cubicBezTo>
                    <a:pt x="236" y="324"/>
                    <a:pt x="236" y="324"/>
                    <a:pt x="236" y="324"/>
                  </a:cubicBezTo>
                  <a:cubicBezTo>
                    <a:pt x="240" y="319"/>
                    <a:pt x="246" y="318"/>
                    <a:pt x="251" y="322"/>
                  </a:cubicBezTo>
                  <a:cubicBezTo>
                    <a:pt x="256" y="325"/>
                    <a:pt x="257" y="332"/>
                    <a:pt x="254" y="337"/>
                  </a:cubicBezTo>
                  <a:close/>
                  <a:moveTo>
                    <a:pt x="311" y="416"/>
                  </a:moveTo>
                  <a:cubicBezTo>
                    <a:pt x="310" y="416"/>
                    <a:pt x="309" y="416"/>
                    <a:pt x="309" y="416"/>
                  </a:cubicBezTo>
                  <a:cubicBezTo>
                    <a:pt x="304" y="416"/>
                    <a:pt x="299" y="412"/>
                    <a:pt x="298" y="407"/>
                  </a:cubicBezTo>
                  <a:cubicBezTo>
                    <a:pt x="288" y="335"/>
                    <a:pt x="288" y="335"/>
                    <a:pt x="288" y="335"/>
                  </a:cubicBezTo>
                  <a:cubicBezTo>
                    <a:pt x="247" y="284"/>
                    <a:pt x="247" y="284"/>
                    <a:pt x="247" y="284"/>
                  </a:cubicBezTo>
                  <a:cubicBezTo>
                    <a:pt x="246" y="282"/>
                    <a:pt x="245" y="279"/>
                    <a:pt x="245" y="277"/>
                  </a:cubicBezTo>
                  <a:cubicBezTo>
                    <a:pt x="245" y="202"/>
                    <a:pt x="245" y="202"/>
                    <a:pt x="245" y="202"/>
                  </a:cubicBezTo>
                  <a:cubicBezTo>
                    <a:pt x="224" y="218"/>
                    <a:pt x="224" y="218"/>
                    <a:pt x="224" y="218"/>
                  </a:cubicBezTo>
                  <a:cubicBezTo>
                    <a:pt x="224" y="288"/>
                    <a:pt x="224" y="288"/>
                    <a:pt x="224" y="288"/>
                  </a:cubicBezTo>
                  <a:cubicBezTo>
                    <a:pt x="224" y="294"/>
                    <a:pt x="219" y="298"/>
                    <a:pt x="213" y="298"/>
                  </a:cubicBezTo>
                  <a:cubicBezTo>
                    <a:pt x="207" y="298"/>
                    <a:pt x="202" y="294"/>
                    <a:pt x="202" y="288"/>
                  </a:cubicBezTo>
                  <a:cubicBezTo>
                    <a:pt x="202" y="213"/>
                    <a:pt x="202" y="213"/>
                    <a:pt x="202" y="213"/>
                  </a:cubicBezTo>
                  <a:cubicBezTo>
                    <a:pt x="202" y="210"/>
                    <a:pt x="204" y="206"/>
                    <a:pt x="207" y="204"/>
                  </a:cubicBezTo>
                  <a:cubicBezTo>
                    <a:pt x="249" y="172"/>
                    <a:pt x="249" y="172"/>
                    <a:pt x="249" y="172"/>
                  </a:cubicBezTo>
                  <a:cubicBezTo>
                    <a:pt x="253" y="170"/>
                    <a:pt x="257" y="170"/>
                    <a:pt x="260" y="171"/>
                  </a:cubicBezTo>
                  <a:cubicBezTo>
                    <a:pt x="264" y="173"/>
                    <a:pt x="266" y="177"/>
                    <a:pt x="266" y="181"/>
                  </a:cubicBezTo>
                  <a:cubicBezTo>
                    <a:pt x="266" y="273"/>
                    <a:pt x="266" y="273"/>
                    <a:pt x="266" y="273"/>
                  </a:cubicBezTo>
                  <a:cubicBezTo>
                    <a:pt x="307" y="324"/>
                    <a:pt x="307" y="324"/>
                    <a:pt x="307" y="324"/>
                  </a:cubicBezTo>
                  <a:cubicBezTo>
                    <a:pt x="308" y="325"/>
                    <a:pt x="309" y="327"/>
                    <a:pt x="309" y="329"/>
                  </a:cubicBezTo>
                  <a:cubicBezTo>
                    <a:pt x="320" y="403"/>
                    <a:pt x="320" y="403"/>
                    <a:pt x="320" y="403"/>
                  </a:cubicBezTo>
                  <a:cubicBezTo>
                    <a:pt x="320" y="409"/>
                    <a:pt x="316" y="415"/>
                    <a:pt x="311" y="416"/>
                  </a:cubicBezTo>
                  <a:close/>
                  <a:moveTo>
                    <a:pt x="317" y="274"/>
                  </a:moveTo>
                  <a:cubicBezTo>
                    <a:pt x="314" y="276"/>
                    <a:pt x="312" y="277"/>
                    <a:pt x="309" y="277"/>
                  </a:cubicBezTo>
                  <a:cubicBezTo>
                    <a:pt x="306" y="277"/>
                    <a:pt x="304" y="276"/>
                    <a:pt x="301" y="274"/>
                  </a:cubicBezTo>
                  <a:cubicBezTo>
                    <a:pt x="291" y="263"/>
                    <a:pt x="291" y="263"/>
                    <a:pt x="291" y="263"/>
                  </a:cubicBezTo>
                  <a:cubicBezTo>
                    <a:pt x="287" y="259"/>
                    <a:pt x="287" y="252"/>
                    <a:pt x="291" y="248"/>
                  </a:cubicBezTo>
                  <a:cubicBezTo>
                    <a:pt x="295" y="244"/>
                    <a:pt x="302" y="244"/>
                    <a:pt x="306" y="248"/>
                  </a:cubicBezTo>
                  <a:cubicBezTo>
                    <a:pt x="317" y="259"/>
                    <a:pt x="317" y="259"/>
                    <a:pt x="317" y="259"/>
                  </a:cubicBezTo>
                  <a:cubicBezTo>
                    <a:pt x="321" y="263"/>
                    <a:pt x="321" y="270"/>
                    <a:pt x="317" y="27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990601">
                <a:defRPr/>
              </a:pPr>
              <a:endParaRPr lang="en-GB" sz="1950" dirty="0">
                <a:solidFill>
                  <a:prstClr val="black"/>
                </a:solidFill>
                <a:latin typeface="Aptos" panose="020B0004020202020204" pitchFamily="34" charset="0"/>
              </a:endParaRPr>
            </a:p>
          </p:txBody>
        </p:sp>
      </p:grpSp>
      <p:sp>
        <p:nvSpPr>
          <p:cNvPr id="34" name="Freeform 38">
            <a:extLst>
              <a:ext uri="{FF2B5EF4-FFF2-40B4-BE49-F238E27FC236}">
                <a16:creationId xmlns:a16="http://schemas.microsoft.com/office/drawing/2014/main" id="{40B944B3-E077-4D14-B223-7F3A3FA7D3BC}"/>
              </a:ext>
            </a:extLst>
          </p:cNvPr>
          <p:cNvSpPr>
            <a:spLocks noChangeAspect="1" noEditPoints="1"/>
          </p:cNvSpPr>
          <p:nvPr/>
        </p:nvSpPr>
        <p:spPr bwMode="auto">
          <a:xfrm>
            <a:off x="8107725" y="5118005"/>
            <a:ext cx="147423" cy="226958"/>
          </a:xfrm>
          <a:custGeom>
            <a:avLst/>
            <a:gdLst>
              <a:gd name="T0" fmla="*/ 37 w 74"/>
              <a:gd name="T1" fmla="*/ 0 h 118"/>
              <a:gd name="T2" fmla="*/ 0 w 74"/>
              <a:gd name="T3" fmla="*/ 37 h 118"/>
              <a:gd name="T4" fmla="*/ 37 w 74"/>
              <a:gd name="T5" fmla="*/ 118 h 118"/>
              <a:gd name="T6" fmla="*/ 74 w 74"/>
              <a:gd name="T7" fmla="*/ 37 h 118"/>
              <a:gd name="T8" fmla="*/ 37 w 74"/>
              <a:gd name="T9" fmla="*/ 0 h 118"/>
              <a:gd name="T10" fmla="*/ 37 w 74"/>
              <a:gd name="T11" fmla="*/ 57 h 118"/>
              <a:gd name="T12" fmla="*/ 17 w 74"/>
              <a:gd name="T13" fmla="*/ 37 h 118"/>
              <a:gd name="T14" fmla="*/ 37 w 74"/>
              <a:gd name="T15" fmla="*/ 17 h 118"/>
              <a:gd name="T16" fmla="*/ 57 w 74"/>
              <a:gd name="T17" fmla="*/ 37 h 118"/>
              <a:gd name="T18" fmla="*/ 37 w 74"/>
              <a:gd name="T19" fmla="*/ 5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18">
                <a:moveTo>
                  <a:pt x="37" y="0"/>
                </a:moveTo>
                <a:cubicBezTo>
                  <a:pt x="16" y="0"/>
                  <a:pt x="0" y="16"/>
                  <a:pt x="0" y="37"/>
                </a:cubicBezTo>
                <a:cubicBezTo>
                  <a:pt x="0" y="72"/>
                  <a:pt x="37" y="118"/>
                  <a:pt x="37" y="118"/>
                </a:cubicBezTo>
                <a:cubicBezTo>
                  <a:pt x="37" y="118"/>
                  <a:pt x="74" y="72"/>
                  <a:pt x="74" y="37"/>
                </a:cubicBezTo>
                <a:cubicBezTo>
                  <a:pt x="74" y="16"/>
                  <a:pt x="57" y="0"/>
                  <a:pt x="37" y="0"/>
                </a:cubicBezTo>
                <a:close/>
                <a:moveTo>
                  <a:pt x="37" y="57"/>
                </a:moveTo>
                <a:cubicBezTo>
                  <a:pt x="26" y="57"/>
                  <a:pt x="17" y="48"/>
                  <a:pt x="17" y="37"/>
                </a:cubicBezTo>
                <a:cubicBezTo>
                  <a:pt x="17" y="26"/>
                  <a:pt x="26" y="17"/>
                  <a:pt x="37" y="17"/>
                </a:cubicBezTo>
                <a:cubicBezTo>
                  <a:pt x="48" y="17"/>
                  <a:pt x="57" y="26"/>
                  <a:pt x="57" y="37"/>
                </a:cubicBezTo>
                <a:cubicBezTo>
                  <a:pt x="57" y="48"/>
                  <a:pt x="48" y="57"/>
                  <a:pt x="37" y="57"/>
                </a:cubicBezTo>
                <a:close/>
              </a:path>
            </a:pathLst>
          </a:custGeom>
          <a:solidFill>
            <a:schemeClr val="accent3"/>
          </a:solidFill>
          <a:ln>
            <a:noFill/>
          </a:ln>
        </p:spPr>
        <p:txBody>
          <a:bodyPr vert="horz" wrap="square" lIns="74295" tIns="37148" rIns="74295" bIns="37148" numCol="1" anchor="t" anchorCtr="0" compatLnSpc="1">
            <a:prstTxWarp prst="textNoShape">
              <a:avLst/>
            </a:prstTxWarp>
          </a:bodyPr>
          <a:lstStyle/>
          <a:p>
            <a:pPr defTabSz="990601">
              <a:defRPr/>
            </a:pPr>
            <a:endParaRPr lang="en-US" sz="731" dirty="0">
              <a:solidFill>
                <a:prstClr val="black"/>
              </a:solidFill>
              <a:latin typeface="Aptos" panose="020B0004020202020204" pitchFamily="34" charset="0"/>
            </a:endParaRPr>
          </a:p>
        </p:txBody>
      </p:sp>
      <p:cxnSp>
        <p:nvCxnSpPr>
          <p:cNvPr id="35" name="Straight Arrow Connector 34">
            <a:extLst>
              <a:ext uri="{FF2B5EF4-FFF2-40B4-BE49-F238E27FC236}">
                <a16:creationId xmlns:a16="http://schemas.microsoft.com/office/drawing/2014/main" id="{61D92788-1127-4283-9548-79863FD79C34}"/>
              </a:ext>
            </a:extLst>
          </p:cNvPr>
          <p:cNvCxnSpPr>
            <a:cxnSpLocks/>
          </p:cNvCxnSpPr>
          <p:nvPr/>
        </p:nvCxnSpPr>
        <p:spPr>
          <a:xfrm flipV="1">
            <a:off x="8189342" y="4569003"/>
            <a:ext cx="252982" cy="530247"/>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306DF9DA-FD30-49B8-A0E4-24E3D6896AEA}"/>
              </a:ext>
            </a:extLst>
          </p:cNvPr>
          <p:cNvGrpSpPr/>
          <p:nvPr/>
        </p:nvGrpSpPr>
        <p:grpSpPr>
          <a:xfrm>
            <a:off x="3972790" y="3098239"/>
            <a:ext cx="832182" cy="547712"/>
            <a:chOff x="4245016" y="2629197"/>
            <a:chExt cx="1024224" cy="674107"/>
          </a:xfrm>
        </p:grpSpPr>
        <p:pic>
          <p:nvPicPr>
            <p:cNvPr id="37" name="Picture 36">
              <a:extLst>
                <a:ext uri="{FF2B5EF4-FFF2-40B4-BE49-F238E27FC236}">
                  <a16:creationId xmlns:a16="http://schemas.microsoft.com/office/drawing/2014/main" id="{C1083C8C-DA50-430A-8D6B-F22373B109A1}"/>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4245016" y="2629197"/>
              <a:ext cx="1024224" cy="674107"/>
            </a:xfrm>
            <a:prstGeom prst="rect">
              <a:avLst/>
            </a:prstGeom>
          </p:spPr>
        </p:pic>
        <p:sp>
          <p:nvSpPr>
            <p:cNvPr id="38" name="TextBox 37">
              <a:extLst>
                <a:ext uri="{FF2B5EF4-FFF2-40B4-BE49-F238E27FC236}">
                  <a16:creationId xmlns:a16="http://schemas.microsoft.com/office/drawing/2014/main" id="{3500CB44-127A-421C-8A41-9DD8760EB926}"/>
                </a:ext>
              </a:extLst>
            </p:cNvPr>
            <p:cNvSpPr txBox="1"/>
            <p:nvPr/>
          </p:nvSpPr>
          <p:spPr bwMode="gray">
            <a:xfrm>
              <a:off x="4323379" y="2760226"/>
              <a:ext cx="873910" cy="181145"/>
            </a:xfrm>
            <a:prstGeom prst="rect">
              <a:avLst/>
            </a:prstGeom>
            <a:solidFill>
              <a:schemeClr val="tx1"/>
            </a:solidFill>
          </p:spPr>
          <p:txBody>
            <a:bodyPr wrap="none" lIns="0" rIns="0" rtlCol="0" anchor="t" anchorCtr="0">
              <a:noAutofit/>
            </a:bodyPr>
            <a:lstStyle/>
            <a:p>
              <a:pPr algn="ctr">
                <a:lnSpc>
                  <a:spcPts val="731"/>
                </a:lnSpc>
                <a:defRPr/>
              </a:pPr>
              <a:r>
                <a:rPr lang="en-US" sz="650" b="1" dirty="0">
                  <a:solidFill>
                    <a:prstClr val="white"/>
                  </a:solidFill>
                  <a:latin typeface="Aptos" panose="020B0004020202020204" pitchFamily="34" charset="0"/>
                </a:rPr>
                <a:t>Lorem ipsum </a:t>
              </a:r>
            </a:p>
          </p:txBody>
        </p:sp>
      </p:grpSp>
      <p:sp>
        <p:nvSpPr>
          <p:cNvPr id="39" name="Freeform 6">
            <a:extLst>
              <a:ext uri="{FF2B5EF4-FFF2-40B4-BE49-F238E27FC236}">
                <a16:creationId xmlns:a16="http://schemas.microsoft.com/office/drawing/2014/main" id="{009DEDC8-7864-44B4-ACC5-EE14143F4323}"/>
              </a:ext>
            </a:extLst>
          </p:cNvPr>
          <p:cNvSpPr>
            <a:spLocks noChangeAspect="1" noEditPoints="1"/>
          </p:cNvSpPr>
          <p:nvPr/>
        </p:nvSpPr>
        <p:spPr bwMode="auto">
          <a:xfrm>
            <a:off x="3481733" y="4838086"/>
            <a:ext cx="142071" cy="226957"/>
          </a:xfrm>
          <a:custGeom>
            <a:avLst/>
            <a:gdLst>
              <a:gd name="T0" fmla="*/ 37 w 74"/>
              <a:gd name="T1" fmla="*/ 0 h 118"/>
              <a:gd name="T2" fmla="*/ 0 w 74"/>
              <a:gd name="T3" fmla="*/ 37 h 118"/>
              <a:gd name="T4" fmla="*/ 37 w 74"/>
              <a:gd name="T5" fmla="*/ 118 h 118"/>
              <a:gd name="T6" fmla="*/ 74 w 74"/>
              <a:gd name="T7" fmla="*/ 37 h 118"/>
              <a:gd name="T8" fmla="*/ 37 w 74"/>
              <a:gd name="T9" fmla="*/ 0 h 118"/>
              <a:gd name="T10" fmla="*/ 37 w 74"/>
              <a:gd name="T11" fmla="*/ 57 h 118"/>
              <a:gd name="T12" fmla="*/ 17 w 74"/>
              <a:gd name="T13" fmla="*/ 37 h 118"/>
              <a:gd name="T14" fmla="*/ 37 w 74"/>
              <a:gd name="T15" fmla="*/ 17 h 118"/>
              <a:gd name="T16" fmla="*/ 57 w 74"/>
              <a:gd name="T17" fmla="*/ 37 h 118"/>
              <a:gd name="T18" fmla="*/ 37 w 74"/>
              <a:gd name="T19" fmla="*/ 5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18">
                <a:moveTo>
                  <a:pt x="37" y="0"/>
                </a:moveTo>
                <a:cubicBezTo>
                  <a:pt x="16" y="0"/>
                  <a:pt x="0" y="16"/>
                  <a:pt x="0" y="37"/>
                </a:cubicBezTo>
                <a:cubicBezTo>
                  <a:pt x="0" y="72"/>
                  <a:pt x="37" y="118"/>
                  <a:pt x="37" y="118"/>
                </a:cubicBezTo>
                <a:cubicBezTo>
                  <a:pt x="37" y="118"/>
                  <a:pt x="74" y="72"/>
                  <a:pt x="74" y="37"/>
                </a:cubicBezTo>
                <a:cubicBezTo>
                  <a:pt x="74" y="16"/>
                  <a:pt x="57" y="0"/>
                  <a:pt x="37" y="0"/>
                </a:cubicBezTo>
                <a:close/>
                <a:moveTo>
                  <a:pt x="37" y="57"/>
                </a:moveTo>
                <a:cubicBezTo>
                  <a:pt x="26" y="57"/>
                  <a:pt x="17" y="48"/>
                  <a:pt x="17" y="37"/>
                </a:cubicBezTo>
                <a:cubicBezTo>
                  <a:pt x="17" y="26"/>
                  <a:pt x="26" y="17"/>
                  <a:pt x="37" y="17"/>
                </a:cubicBezTo>
                <a:cubicBezTo>
                  <a:pt x="48" y="17"/>
                  <a:pt x="57" y="26"/>
                  <a:pt x="57" y="37"/>
                </a:cubicBezTo>
                <a:cubicBezTo>
                  <a:pt x="57" y="48"/>
                  <a:pt x="48" y="57"/>
                  <a:pt x="37" y="57"/>
                </a:cubicBezTo>
                <a:close/>
              </a:path>
            </a:pathLst>
          </a:custGeom>
          <a:solidFill>
            <a:schemeClr val="accent2"/>
          </a:solidFill>
          <a:ln>
            <a:noFill/>
          </a:ln>
        </p:spPr>
        <p:txBody>
          <a:bodyPr vert="horz" wrap="square" lIns="74295" tIns="37148" rIns="74295" bIns="37148" numCol="1" anchor="t" anchorCtr="0" compatLnSpc="1">
            <a:prstTxWarp prst="textNoShape">
              <a:avLst/>
            </a:prstTxWarp>
          </a:bodyPr>
          <a:lstStyle/>
          <a:p>
            <a:pPr defTabSz="990601">
              <a:defRPr/>
            </a:pPr>
            <a:endParaRPr lang="en-US" sz="731" dirty="0">
              <a:solidFill>
                <a:prstClr val="black"/>
              </a:solidFill>
              <a:latin typeface="Aptos" panose="020B0004020202020204" pitchFamily="34" charset="0"/>
            </a:endParaRPr>
          </a:p>
        </p:txBody>
      </p:sp>
      <p:sp>
        <p:nvSpPr>
          <p:cNvPr id="40" name="Freeform 364">
            <a:extLst>
              <a:ext uri="{FF2B5EF4-FFF2-40B4-BE49-F238E27FC236}">
                <a16:creationId xmlns:a16="http://schemas.microsoft.com/office/drawing/2014/main" id="{51E61409-27BD-4643-B627-94C8CDAF2656}"/>
              </a:ext>
            </a:extLst>
          </p:cNvPr>
          <p:cNvSpPr>
            <a:spLocks noChangeAspect="1" noEditPoints="1"/>
          </p:cNvSpPr>
          <p:nvPr/>
        </p:nvSpPr>
        <p:spPr bwMode="auto">
          <a:xfrm>
            <a:off x="550842" y="4148140"/>
            <a:ext cx="396361" cy="395199"/>
          </a:xfrm>
          <a:custGeom>
            <a:avLst/>
            <a:gdLst>
              <a:gd name="T0" fmla="*/ 0 w 512"/>
              <a:gd name="T1" fmla="*/ 256 h 512"/>
              <a:gd name="T2" fmla="*/ 512 w 512"/>
              <a:gd name="T3" fmla="*/ 256 h 512"/>
              <a:gd name="T4" fmla="*/ 117 w 512"/>
              <a:gd name="T5" fmla="*/ 362 h 512"/>
              <a:gd name="T6" fmla="*/ 96 w 512"/>
              <a:gd name="T7" fmla="*/ 362 h 512"/>
              <a:gd name="T8" fmla="*/ 106 w 512"/>
              <a:gd name="T9" fmla="*/ 330 h 512"/>
              <a:gd name="T10" fmla="*/ 117 w 512"/>
              <a:gd name="T11" fmla="*/ 362 h 512"/>
              <a:gd name="T12" fmla="*/ 149 w 512"/>
              <a:gd name="T13" fmla="*/ 373 h 512"/>
              <a:gd name="T14" fmla="*/ 138 w 512"/>
              <a:gd name="T15" fmla="*/ 320 h 512"/>
              <a:gd name="T16" fmla="*/ 160 w 512"/>
              <a:gd name="T17" fmla="*/ 320 h 512"/>
              <a:gd name="T18" fmla="*/ 202 w 512"/>
              <a:gd name="T19" fmla="*/ 362 h 512"/>
              <a:gd name="T20" fmla="*/ 181 w 512"/>
              <a:gd name="T21" fmla="*/ 362 h 512"/>
              <a:gd name="T22" fmla="*/ 192 w 512"/>
              <a:gd name="T23" fmla="*/ 277 h 512"/>
              <a:gd name="T24" fmla="*/ 202 w 512"/>
              <a:gd name="T25" fmla="*/ 362 h 512"/>
              <a:gd name="T26" fmla="*/ 234 w 512"/>
              <a:gd name="T27" fmla="*/ 373 h 512"/>
              <a:gd name="T28" fmla="*/ 224 w 512"/>
              <a:gd name="T29" fmla="*/ 277 h 512"/>
              <a:gd name="T30" fmla="*/ 245 w 512"/>
              <a:gd name="T31" fmla="*/ 277 h 512"/>
              <a:gd name="T32" fmla="*/ 288 w 512"/>
              <a:gd name="T33" fmla="*/ 362 h 512"/>
              <a:gd name="T34" fmla="*/ 266 w 512"/>
              <a:gd name="T35" fmla="*/ 362 h 512"/>
              <a:gd name="T36" fmla="*/ 277 w 512"/>
              <a:gd name="T37" fmla="*/ 266 h 512"/>
              <a:gd name="T38" fmla="*/ 288 w 512"/>
              <a:gd name="T39" fmla="*/ 362 h 512"/>
              <a:gd name="T40" fmla="*/ 320 w 512"/>
              <a:gd name="T41" fmla="*/ 373 h 512"/>
              <a:gd name="T42" fmla="*/ 309 w 512"/>
              <a:gd name="T43" fmla="*/ 245 h 512"/>
              <a:gd name="T44" fmla="*/ 330 w 512"/>
              <a:gd name="T45" fmla="*/ 245 h 512"/>
              <a:gd name="T46" fmla="*/ 373 w 512"/>
              <a:gd name="T47" fmla="*/ 362 h 512"/>
              <a:gd name="T48" fmla="*/ 352 w 512"/>
              <a:gd name="T49" fmla="*/ 362 h 512"/>
              <a:gd name="T50" fmla="*/ 362 w 512"/>
              <a:gd name="T51" fmla="*/ 202 h 512"/>
              <a:gd name="T52" fmla="*/ 373 w 512"/>
              <a:gd name="T53" fmla="*/ 362 h 512"/>
              <a:gd name="T54" fmla="*/ 384 w 512"/>
              <a:gd name="T55" fmla="*/ 181 h 512"/>
              <a:gd name="T56" fmla="*/ 373 w 512"/>
              <a:gd name="T57" fmla="*/ 153 h 512"/>
              <a:gd name="T58" fmla="*/ 277 w 512"/>
              <a:gd name="T59" fmla="*/ 245 h 512"/>
              <a:gd name="T60" fmla="*/ 113 w 512"/>
              <a:gd name="T61" fmla="*/ 307 h 512"/>
              <a:gd name="T62" fmla="*/ 98 w 512"/>
              <a:gd name="T63" fmla="*/ 305 h 512"/>
              <a:gd name="T64" fmla="*/ 185 w 512"/>
              <a:gd name="T65" fmla="*/ 226 h 512"/>
              <a:gd name="T66" fmla="*/ 273 w 512"/>
              <a:gd name="T67" fmla="*/ 224 h 512"/>
              <a:gd name="T68" fmla="*/ 341 w 512"/>
              <a:gd name="T69" fmla="*/ 138 h 512"/>
              <a:gd name="T70" fmla="*/ 341 w 512"/>
              <a:gd name="T71" fmla="*/ 117 h 512"/>
              <a:gd name="T72" fmla="*/ 388 w 512"/>
              <a:gd name="T73" fmla="*/ 118 h 512"/>
              <a:gd name="T74" fmla="*/ 394 w 512"/>
              <a:gd name="T75"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17" y="362"/>
                </a:moveTo>
                <a:cubicBezTo>
                  <a:pt x="117" y="368"/>
                  <a:pt x="112" y="373"/>
                  <a:pt x="106" y="373"/>
                </a:cubicBezTo>
                <a:cubicBezTo>
                  <a:pt x="100" y="373"/>
                  <a:pt x="96" y="368"/>
                  <a:pt x="96" y="362"/>
                </a:cubicBezTo>
                <a:cubicBezTo>
                  <a:pt x="96" y="341"/>
                  <a:pt x="96" y="341"/>
                  <a:pt x="96" y="341"/>
                </a:cubicBezTo>
                <a:cubicBezTo>
                  <a:pt x="96" y="335"/>
                  <a:pt x="100" y="330"/>
                  <a:pt x="106" y="330"/>
                </a:cubicBezTo>
                <a:cubicBezTo>
                  <a:pt x="112" y="330"/>
                  <a:pt x="117" y="335"/>
                  <a:pt x="117" y="341"/>
                </a:cubicBezTo>
                <a:lnTo>
                  <a:pt x="117" y="362"/>
                </a:lnTo>
                <a:close/>
                <a:moveTo>
                  <a:pt x="160" y="362"/>
                </a:moveTo>
                <a:cubicBezTo>
                  <a:pt x="160" y="368"/>
                  <a:pt x="155" y="373"/>
                  <a:pt x="149" y="373"/>
                </a:cubicBezTo>
                <a:cubicBezTo>
                  <a:pt x="143" y="373"/>
                  <a:pt x="138" y="368"/>
                  <a:pt x="138" y="362"/>
                </a:cubicBezTo>
                <a:cubicBezTo>
                  <a:pt x="138" y="320"/>
                  <a:pt x="138" y="320"/>
                  <a:pt x="138" y="320"/>
                </a:cubicBezTo>
                <a:cubicBezTo>
                  <a:pt x="138" y="314"/>
                  <a:pt x="143" y="309"/>
                  <a:pt x="149" y="309"/>
                </a:cubicBezTo>
                <a:cubicBezTo>
                  <a:pt x="155" y="309"/>
                  <a:pt x="160" y="314"/>
                  <a:pt x="160" y="320"/>
                </a:cubicBezTo>
                <a:lnTo>
                  <a:pt x="160" y="362"/>
                </a:lnTo>
                <a:close/>
                <a:moveTo>
                  <a:pt x="202" y="362"/>
                </a:moveTo>
                <a:cubicBezTo>
                  <a:pt x="202" y="368"/>
                  <a:pt x="198" y="373"/>
                  <a:pt x="192" y="373"/>
                </a:cubicBezTo>
                <a:cubicBezTo>
                  <a:pt x="186" y="373"/>
                  <a:pt x="181" y="368"/>
                  <a:pt x="181" y="362"/>
                </a:cubicBezTo>
                <a:cubicBezTo>
                  <a:pt x="181" y="288"/>
                  <a:pt x="181" y="288"/>
                  <a:pt x="181" y="288"/>
                </a:cubicBezTo>
                <a:cubicBezTo>
                  <a:pt x="181" y="282"/>
                  <a:pt x="186" y="277"/>
                  <a:pt x="192" y="277"/>
                </a:cubicBezTo>
                <a:cubicBezTo>
                  <a:pt x="198" y="277"/>
                  <a:pt x="202" y="282"/>
                  <a:pt x="202" y="288"/>
                </a:cubicBezTo>
                <a:lnTo>
                  <a:pt x="202" y="362"/>
                </a:lnTo>
                <a:close/>
                <a:moveTo>
                  <a:pt x="245" y="362"/>
                </a:moveTo>
                <a:cubicBezTo>
                  <a:pt x="245" y="368"/>
                  <a:pt x="240" y="373"/>
                  <a:pt x="234" y="373"/>
                </a:cubicBezTo>
                <a:cubicBezTo>
                  <a:pt x="228" y="373"/>
                  <a:pt x="224" y="368"/>
                  <a:pt x="224" y="362"/>
                </a:cubicBezTo>
                <a:cubicBezTo>
                  <a:pt x="224" y="277"/>
                  <a:pt x="224" y="277"/>
                  <a:pt x="224" y="277"/>
                </a:cubicBezTo>
                <a:cubicBezTo>
                  <a:pt x="224" y="271"/>
                  <a:pt x="228" y="266"/>
                  <a:pt x="234" y="266"/>
                </a:cubicBezTo>
                <a:cubicBezTo>
                  <a:pt x="240" y="266"/>
                  <a:pt x="245" y="271"/>
                  <a:pt x="245" y="277"/>
                </a:cubicBezTo>
                <a:lnTo>
                  <a:pt x="245" y="362"/>
                </a:lnTo>
                <a:close/>
                <a:moveTo>
                  <a:pt x="288" y="362"/>
                </a:moveTo>
                <a:cubicBezTo>
                  <a:pt x="288" y="368"/>
                  <a:pt x="283" y="373"/>
                  <a:pt x="277" y="373"/>
                </a:cubicBezTo>
                <a:cubicBezTo>
                  <a:pt x="271" y="373"/>
                  <a:pt x="266" y="368"/>
                  <a:pt x="266" y="362"/>
                </a:cubicBezTo>
                <a:cubicBezTo>
                  <a:pt x="266" y="277"/>
                  <a:pt x="266" y="277"/>
                  <a:pt x="266" y="277"/>
                </a:cubicBezTo>
                <a:cubicBezTo>
                  <a:pt x="266" y="271"/>
                  <a:pt x="271" y="266"/>
                  <a:pt x="277" y="266"/>
                </a:cubicBezTo>
                <a:cubicBezTo>
                  <a:pt x="283" y="266"/>
                  <a:pt x="288" y="271"/>
                  <a:pt x="288" y="277"/>
                </a:cubicBezTo>
                <a:lnTo>
                  <a:pt x="288" y="362"/>
                </a:lnTo>
                <a:close/>
                <a:moveTo>
                  <a:pt x="330" y="362"/>
                </a:moveTo>
                <a:cubicBezTo>
                  <a:pt x="330" y="368"/>
                  <a:pt x="326" y="373"/>
                  <a:pt x="320" y="373"/>
                </a:cubicBezTo>
                <a:cubicBezTo>
                  <a:pt x="314" y="373"/>
                  <a:pt x="309" y="368"/>
                  <a:pt x="309" y="362"/>
                </a:cubicBezTo>
                <a:cubicBezTo>
                  <a:pt x="309" y="245"/>
                  <a:pt x="309" y="245"/>
                  <a:pt x="309" y="245"/>
                </a:cubicBezTo>
                <a:cubicBezTo>
                  <a:pt x="309" y="239"/>
                  <a:pt x="314" y="234"/>
                  <a:pt x="320" y="234"/>
                </a:cubicBezTo>
                <a:cubicBezTo>
                  <a:pt x="326" y="234"/>
                  <a:pt x="330" y="239"/>
                  <a:pt x="330" y="245"/>
                </a:cubicBezTo>
                <a:lnTo>
                  <a:pt x="330" y="362"/>
                </a:lnTo>
                <a:close/>
                <a:moveTo>
                  <a:pt x="373" y="362"/>
                </a:moveTo>
                <a:cubicBezTo>
                  <a:pt x="373" y="368"/>
                  <a:pt x="368" y="373"/>
                  <a:pt x="362" y="373"/>
                </a:cubicBezTo>
                <a:cubicBezTo>
                  <a:pt x="356" y="373"/>
                  <a:pt x="352" y="368"/>
                  <a:pt x="352" y="362"/>
                </a:cubicBezTo>
                <a:cubicBezTo>
                  <a:pt x="352" y="213"/>
                  <a:pt x="352" y="213"/>
                  <a:pt x="352" y="213"/>
                </a:cubicBezTo>
                <a:cubicBezTo>
                  <a:pt x="352" y="207"/>
                  <a:pt x="356" y="202"/>
                  <a:pt x="362" y="202"/>
                </a:cubicBezTo>
                <a:cubicBezTo>
                  <a:pt x="368" y="202"/>
                  <a:pt x="373" y="207"/>
                  <a:pt x="373" y="213"/>
                </a:cubicBezTo>
                <a:lnTo>
                  <a:pt x="373" y="362"/>
                </a:lnTo>
                <a:close/>
                <a:moveTo>
                  <a:pt x="394" y="170"/>
                </a:moveTo>
                <a:cubicBezTo>
                  <a:pt x="394" y="176"/>
                  <a:pt x="390" y="181"/>
                  <a:pt x="384" y="181"/>
                </a:cubicBezTo>
                <a:cubicBezTo>
                  <a:pt x="378" y="181"/>
                  <a:pt x="373" y="176"/>
                  <a:pt x="373" y="170"/>
                </a:cubicBezTo>
                <a:cubicBezTo>
                  <a:pt x="373" y="153"/>
                  <a:pt x="373" y="153"/>
                  <a:pt x="373" y="153"/>
                </a:cubicBezTo>
                <a:cubicBezTo>
                  <a:pt x="285" y="242"/>
                  <a:pt x="285" y="242"/>
                  <a:pt x="285" y="242"/>
                </a:cubicBezTo>
                <a:cubicBezTo>
                  <a:pt x="283" y="244"/>
                  <a:pt x="280" y="245"/>
                  <a:pt x="277" y="245"/>
                </a:cubicBezTo>
                <a:cubicBezTo>
                  <a:pt x="195" y="245"/>
                  <a:pt x="195" y="245"/>
                  <a:pt x="195" y="245"/>
                </a:cubicBezTo>
                <a:cubicBezTo>
                  <a:pt x="113" y="307"/>
                  <a:pt x="113" y="307"/>
                  <a:pt x="113" y="307"/>
                </a:cubicBezTo>
                <a:cubicBezTo>
                  <a:pt x="111" y="308"/>
                  <a:pt x="109" y="309"/>
                  <a:pt x="106" y="309"/>
                </a:cubicBezTo>
                <a:cubicBezTo>
                  <a:pt x="103" y="309"/>
                  <a:pt x="100" y="308"/>
                  <a:pt x="98" y="305"/>
                </a:cubicBezTo>
                <a:cubicBezTo>
                  <a:pt x="94" y="300"/>
                  <a:pt x="95" y="293"/>
                  <a:pt x="100" y="290"/>
                </a:cubicBezTo>
                <a:cubicBezTo>
                  <a:pt x="185" y="226"/>
                  <a:pt x="185" y="226"/>
                  <a:pt x="185" y="226"/>
                </a:cubicBezTo>
                <a:cubicBezTo>
                  <a:pt x="187" y="224"/>
                  <a:pt x="189" y="224"/>
                  <a:pt x="192" y="224"/>
                </a:cubicBezTo>
                <a:cubicBezTo>
                  <a:pt x="273" y="224"/>
                  <a:pt x="273" y="224"/>
                  <a:pt x="273" y="224"/>
                </a:cubicBezTo>
                <a:cubicBezTo>
                  <a:pt x="358" y="138"/>
                  <a:pt x="358" y="138"/>
                  <a:pt x="358" y="138"/>
                </a:cubicBezTo>
                <a:cubicBezTo>
                  <a:pt x="341" y="138"/>
                  <a:pt x="341" y="138"/>
                  <a:pt x="341" y="138"/>
                </a:cubicBezTo>
                <a:cubicBezTo>
                  <a:pt x="335" y="138"/>
                  <a:pt x="330" y="134"/>
                  <a:pt x="330" y="128"/>
                </a:cubicBezTo>
                <a:cubicBezTo>
                  <a:pt x="330" y="122"/>
                  <a:pt x="335" y="117"/>
                  <a:pt x="341" y="117"/>
                </a:cubicBezTo>
                <a:cubicBezTo>
                  <a:pt x="384" y="117"/>
                  <a:pt x="384" y="117"/>
                  <a:pt x="384" y="117"/>
                </a:cubicBezTo>
                <a:cubicBezTo>
                  <a:pt x="385" y="117"/>
                  <a:pt x="386" y="117"/>
                  <a:pt x="388" y="118"/>
                </a:cubicBezTo>
                <a:cubicBezTo>
                  <a:pt x="390" y="119"/>
                  <a:pt x="392" y="121"/>
                  <a:pt x="394" y="124"/>
                </a:cubicBezTo>
                <a:cubicBezTo>
                  <a:pt x="394" y="125"/>
                  <a:pt x="394" y="126"/>
                  <a:pt x="394" y="128"/>
                </a:cubicBezTo>
                <a:lnTo>
                  <a:pt x="394" y="170"/>
                </a:lnTo>
                <a:close/>
              </a:path>
            </a:pathLst>
          </a:custGeom>
          <a:solidFill>
            <a:schemeClr val="accent2"/>
          </a:solidFill>
          <a:ln>
            <a:noFill/>
          </a:ln>
        </p:spPr>
        <p:txBody>
          <a:bodyPr vert="horz" wrap="square" lIns="74295" tIns="37148" rIns="74295" bIns="37148" numCol="1" anchor="t" anchorCtr="0" compatLnSpc="1">
            <a:prstTxWarp prst="textNoShape">
              <a:avLst/>
            </a:prstTxWarp>
          </a:bodyPr>
          <a:lstStyle/>
          <a:p>
            <a:pPr defTabSz="742969">
              <a:defRPr/>
            </a:pPr>
            <a:endParaRPr lang="en-US" sz="975" dirty="0">
              <a:solidFill>
                <a:prstClr val="black"/>
              </a:solidFill>
              <a:latin typeface="Aptos" panose="020B0004020202020204" pitchFamily="34" charset="0"/>
            </a:endParaRPr>
          </a:p>
        </p:txBody>
      </p:sp>
      <p:cxnSp>
        <p:nvCxnSpPr>
          <p:cNvPr id="41" name="Straight Arrow Connector 40">
            <a:extLst>
              <a:ext uri="{FF2B5EF4-FFF2-40B4-BE49-F238E27FC236}">
                <a16:creationId xmlns:a16="http://schemas.microsoft.com/office/drawing/2014/main" id="{972ACA7C-3306-4AA5-8208-788D010D7D9E}"/>
              </a:ext>
            </a:extLst>
          </p:cNvPr>
          <p:cNvCxnSpPr/>
          <p:nvPr/>
        </p:nvCxnSpPr>
        <p:spPr>
          <a:xfrm flipH="1" flipV="1">
            <a:off x="2803635" y="4688535"/>
            <a:ext cx="639609" cy="176425"/>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ED769A30-7F17-41C4-BAD2-676FC7415093}"/>
              </a:ext>
            </a:extLst>
          </p:cNvPr>
          <p:cNvSpPr txBox="1"/>
          <p:nvPr/>
        </p:nvSpPr>
        <p:spPr>
          <a:xfrm>
            <a:off x="1145156" y="4507195"/>
            <a:ext cx="1910961" cy="592726"/>
          </a:xfrm>
          <a:prstGeom prst="rect">
            <a:avLst/>
          </a:prstGeom>
          <a:noFill/>
        </p:spPr>
        <p:txBody>
          <a:bodyPr wrap="square" rtlCol="0">
            <a:spAutoFit/>
          </a:bodyPr>
          <a:lstStyle/>
          <a:p>
            <a:pPr marL="91581" indent="-91581" defTabSz="990601">
              <a:buFont typeface="Wingdings" panose="05000000000000000000" pitchFamily="2" charset="2"/>
              <a:buChar char="§"/>
              <a:defRPr/>
            </a:pPr>
            <a:r>
              <a:rPr lang="en-US" sz="813" dirty="0">
                <a:solidFill>
                  <a:prstClr val="black">
                    <a:lumMod val="95000"/>
                    <a:lumOff val="5000"/>
                  </a:prstClr>
                </a:solidFill>
                <a:latin typeface="Aptos" panose="020B0004020202020204" pitchFamily="34" charset="0"/>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p:txBody>
      </p:sp>
      <p:sp>
        <p:nvSpPr>
          <p:cNvPr id="43" name="TextBox 42">
            <a:extLst>
              <a:ext uri="{FF2B5EF4-FFF2-40B4-BE49-F238E27FC236}">
                <a16:creationId xmlns:a16="http://schemas.microsoft.com/office/drawing/2014/main" id="{AFCF09BA-6D5D-4431-8F78-68DB7CF05349}"/>
              </a:ext>
            </a:extLst>
          </p:cNvPr>
          <p:cNvSpPr txBox="1"/>
          <p:nvPr/>
        </p:nvSpPr>
        <p:spPr>
          <a:xfrm>
            <a:off x="971544" y="4143228"/>
            <a:ext cx="2271246" cy="292388"/>
          </a:xfrm>
          <a:prstGeom prst="rect">
            <a:avLst/>
          </a:prstGeom>
          <a:noFill/>
        </p:spPr>
        <p:txBody>
          <a:bodyPr wrap="square" rtlCol="0">
            <a:spAutoFit/>
          </a:bodyPr>
          <a:lstStyle/>
          <a:p>
            <a:pPr defTabSz="990601">
              <a:defRPr/>
            </a:pPr>
            <a:r>
              <a:rPr lang="en-US" sz="1300" b="1" dirty="0">
                <a:solidFill>
                  <a:prstClr val="black"/>
                </a:solidFill>
                <a:latin typeface="Aptos" panose="020B0004020202020204" pitchFamily="34" charset="0"/>
                <a:ea typeface="Verdana" panose="020B0604030504040204" pitchFamily="34" charset="0"/>
                <a:cs typeface="Calibri" panose="020F0502020204030204" pitchFamily="34" charset="0"/>
              </a:rPr>
              <a:t>3</a:t>
            </a:r>
            <a:r>
              <a:rPr lang="en-US" sz="813" b="1" dirty="0">
                <a:solidFill>
                  <a:prstClr val="black"/>
                </a:solidFill>
                <a:latin typeface="Aptos" panose="020B0004020202020204" pitchFamily="34" charset="0"/>
                <a:ea typeface="Verdana" panose="020B0604030504040204" pitchFamily="34" charset="0"/>
                <a:cs typeface="Calibri" panose="020F0502020204030204" pitchFamily="34" charset="0"/>
              </a:rPr>
              <a:t>. </a:t>
            </a:r>
            <a:r>
              <a:rPr lang="en-US" sz="813" b="1" dirty="0">
                <a:solidFill>
                  <a:prstClr val="black"/>
                </a:solidFill>
                <a:latin typeface="Aptos" panose="020B0004020202020204" pitchFamily="34" charset="0"/>
                <a:ea typeface="Verdana" panose="020B0604030504040204" pitchFamily="34" charset="0"/>
                <a:cs typeface="Verdana" panose="020B0604030504040204" pitchFamily="34" charset="0"/>
              </a:rPr>
              <a:t>Lorem ipsum </a:t>
            </a:r>
            <a:endParaRPr lang="en-US" sz="813" b="1" dirty="0">
              <a:solidFill>
                <a:prstClr val="black"/>
              </a:solidFill>
              <a:latin typeface="Aptos" panose="020B0004020202020204" pitchFamily="34" charset="0"/>
              <a:ea typeface="Verdana" panose="020B0604030504040204" pitchFamily="34" charset="0"/>
              <a:cs typeface="Calibri" panose="020F0502020204030204" pitchFamily="34" charset="0"/>
            </a:endParaRPr>
          </a:p>
        </p:txBody>
      </p:sp>
      <p:grpSp>
        <p:nvGrpSpPr>
          <p:cNvPr id="44" name="Group 43">
            <a:extLst>
              <a:ext uri="{FF2B5EF4-FFF2-40B4-BE49-F238E27FC236}">
                <a16:creationId xmlns:a16="http://schemas.microsoft.com/office/drawing/2014/main" id="{AD24DCEB-149C-48B8-BAEE-1FB096DE6457}"/>
              </a:ext>
            </a:extLst>
          </p:cNvPr>
          <p:cNvGrpSpPr/>
          <p:nvPr/>
        </p:nvGrpSpPr>
        <p:grpSpPr>
          <a:xfrm>
            <a:off x="4653276" y="3982668"/>
            <a:ext cx="1209896" cy="408226"/>
            <a:chOff x="5686961" y="3786756"/>
            <a:chExt cx="1489103" cy="502432"/>
          </a:xfrm>
        </p:grpSpPr>
        <p:grpSp>
          <p:nvGrpSpPr>
            <p:cNvPr id="45" name="Group 44">
              <a:extLst>
                <a:ext uri="{FF2B5EF4-FFF2-40B4-BE49-F238E27FC236}">
                  <a16:creationId xmlns:a16="http://schemas.microsoft.com/office/drawing/2014/main" id="{FD6886E3-7D51-48B5-B457-79A1F7B13E50}"/>
                </a:ext>
              </a:extLst>
            </p:cNvPr>
            <p:cNvGrpSpPr/>
            <p:nvPr/>
          </p:nvGrpSpPr>
          <p:grpSpPr>
            <a:xfrm>
              <a:off x="5686961" y="3786756"/>
              <a:ext cx="188197" cy="502432"/>
              <a:chOff x="6076448" y="3831311"/>
              <a:chExt cx="188197" cy="502432"/>
            </a:xfrm>
          </p:grpSpPr>
          <p:cxnSp>
            <p:nvCxnSpPr>
              <p:cNvPr id="47" name="Straight Connector 46">
                <a:extLst>
                  <a:ext uri="{FF2B5EF4-FFF2-40B4-BE49-F238E27FC236}">
                    <a16:creationId xmlns:a16="http://schemas.microsoft.com/office/drawing/2014/main" id="{7C80E62D-1303-452A-9AB2-3741B4B6F78A}"/>
                  </a:ext>
                </a:extLst>
              </p:cNvPr>
              <p:cNvCxnSpPr/>
              <p:nvPr/>
            </p:nvCxnSpPr>
            <p:spPr>
              <a:xfrm>
                <a:off x="6076448" y="3831311"/>
                <a:ext cx="0" cy="502432"/>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Isosceles Triangle 47">
                <a:extLst>
                  <a:ext uri="{FF2B5EF4-FFF2-40B4-BE49-F238E27FC236}">
                    <a16:creationId xmlns:a16="http://schemas.microsoft.com/office/drawing/2014/main" id="{4BF92306-1760-477B-B84D-D25864CD7690}"/>
                  </a:ext>
                </a:extLst>
              </p:cNvPr>
              <p:cNvSpPr/>
              <p:nvPr/>
            </p:nvSpPr>
            <p:spPr bwMode="gray">
              <a:xfrm rot="5400000">
                <a:off x="6047059" y="3897041"/>
                <a:ext cx="263309" cy="171862"/>
              </a:xfrm>
              <a:prstGeom prst="triangle">
                <a:avLst/>
              </a:prstGeom>
              <a:solidFill>
                <a:schemeClr val="accent6">
                  <a:lumMod val="20000"/>
                  <a:lumOff val="80000"/>
                </a:schemeClr>
              </a:solidFill>
              <a:ln w="19050" algn="ctr">
                <a:solidFill>
                  <a:schemeClr val="tx1"/>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sp>
          <p:nvSpPr>
            <p:cNvPr id="46" name="TextBox 45">
              <a:extLst>
                <a:ext uri="{FF2B5EF4-FFF2-40B4-BE49-F238E27FC236}">
                  <a16:creationId xmlns:a16="http://schemas.microsoft.com/office/drawing/2014/main" id="{A00ECF79-B329-40CD-A86F-182B54E75D04}"/>
                </a:ext>
              </a:extLst>
            </p:cNvPr>
            <p:cNvSpPr txBox="1"/>
            <p:nvPr/>
          </p:nvSpPr>
          <p:spPr>
            <a:xfrm>
              <a:off x="5905890" y="3799702"/>
              <a:ext cx="1270174" cy="123110"/>
            </a:xfrm>
            <a:prstGeom prst="rect">
              <a:avLst/>
            </a:prstGeom>
            <a:noFill/>
          </p:spPr>
          <p:txBody>
            <a:bodyPr vert="horz" wrap="square" lIns="0" tIns="0" rIns="0" bIns="0" rtlCol="0">
              <a:spAutoFit/>
            </a:bodyPr>
            <a:lstStyle/>
            <a:p>
              <a:pPr>
                <a:spcBef>
                  <a:spcPts val="163"/>
                </a:spcBef>
                <a:buSzPct val="100000"/>
                <a:defRPr/>
              </a:pPr>
              <a:r>
                <a:rPr lang="en-US" sz="650" b="1" i="1" dirty="0">
                  <a:solidFill>
                    <a:prstClr val="black"/>
                  </a:solidFill>
                  <a:latin typeface="Aptos" panose="020B0004020202020204" pitchFamily="34" charset="0"/>
                </a:rPr>
                <a:t>Lorem ipsum </a:t>
              </a:r>
            </a:p>
          </p:txBody>
        </p:sp>
      </p:grpSp>
      <p:grpSp>
        <p:nvGrpSpPr>
          <p:cNvPr id="49" name="Group 48">
            <a:extLst>
              <a:ext uri="{FF2B5EF4-FFF2-40B4-BE49-F238E27FC236}">
                <a16:creationId xmlns:a16="http://schemas.microsoft.com/office/drawing/2014/main" id="{F4361BC6-C2A7-452B-A62E-8AE576D8D371}"/>
              </a:ext>
            </a:extLst>
          </p:cNvPr>
          <p:cNvGrpSpPr/>
          <p:nvPr/>
        </p:nvGrpSpPr>
        <p:grpSpPr>
          <a:xfrm>
            <a:off x="3915981" y="4569002"/>
            <a:ext cx="1371239" cy="408226"/>
            <a:chOff x="4779519" y="4508397"/>
            <a:chExt cx="1687679" cy="502432"/>
          </a:xfrm>
        </p:grpSpPr>
        <p:grpSp>
          <p:nvGrpSpPr>
            <p:cNvPr id="50" name="Group 49">
              <a:extLst>
                <a:ext uri="{FF2B5EF4-FFF2-40B4-BE49-F238E27FC236}">
                  <a16:creationId xmlns:a16="http://schemas.microsoft.com/office/drawing/2014/main" id="{798E79F8-01DF-48A9-99EF-77EBFE5D1F37}"/>
                </a:ext>
              </a:extLst>
            </p:cNvPr>
            <p:cNvGrpSpPr/>
            <p:nvPr/>
          </p:nvGrpSpPr>
          <p:grpSpPr>
            <a:xfrm>
              <a:off x="4779519" y="4508397"/>
              <a:ext cx="188197" cy="502432"/>
              <a:chOff x="6076448" y="3831311"/>
              <a:chExt cx="188197" cy="502432"/>
            </a:xfrm>
          </p:grpSpPr>
          <p:cxnSp>
            <p:nvCxnSpPr>
              <p:cNvPr id="52" name="Straight Connector 51">
                <a:extLst>
                  <a:ext uri="{FF2B5EF4-FFF2-40B4-BE49-F238E27FC236}">
                    <a16:creationId xmlns:a16="http://schemas.microsoft.com/office/drawing/2014/main" id="{742CC965-F5A0-40B7-82E4-EF97D2907987}"/>
                  </a:ext>
                </a:extLst>
              </p:cNvPr>
              <p:cNvCxnSpPr/>
              <p:nvPr/>
            </p:nvCxnSpPr>
            <p:spPr>
              <a:xfrm>
                <a:off x="6076448" y="3831311"/>
                <a:ext cx="0" cy="502432"/>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Isosceles Triangle 52">
                <a:extLst>
                  <a:ext uri="{FF2B5EF4-FFF2-40B4-BE49-F238E27FC236}">
                    <a16:creationId xmlns:a16="http://schemas.microsoft.com/office/drawing/2014/main" id="{7E0E53F4-783B-43D6-96D1-C0D7868D959C}"/>
                  </a:ext>
                </a:extLst>
              </p:cNvPr>
              <p:cNvSpPr/>
              <p:nvPr/>
            </p:nvSpPr>
            <p:spPr bwMode="gray">
              <a:xfrm rot="5400000">
                <a:off x="6047059" y="3897041"/>
                <a:ext cx="263309" cy="171862"/>
              </a:xfrm>
              <a:prstGeom prst="triangle">
                <a:avLst/>
              </a:prstGeom>
              <a:solidFill>
                <a:schemeClr val="accent6">
                  <a:lumMod val="20000"/>
                  <a:lumOff val="80000"/>
                </a:schemeClr>
              </a:solidFill>
              <a:ln w="19050" algn="ctr">
                <a:solidFill>
                  <a:schemeClr val="tx1"/>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sp>
          <p:nvSpPr>
            <p:cNvPr id="51" name="TextBox 50">
              <a:extLst>
                <a:ext uri="{FF2B5EF4-FFF2-40B4-BE49-F238E27FC236}">
                  <a16:creationId xmlns:a16="http://schemas.microsoft.com/office/drawing/2014/main" id="{51D7825F-A1C7-4AAE-8D42-D3BDB6C0FF32}"/>
                </a:ext>
              </a:extLst>
            </p:cNvPr>
            <p:cNvSpPr txBox="1"/>
            <p:nvPr/>
          </p:nvSpPr>
          <p:spPr>
            <a:xfrm>
              <a:off x="5025363" y="4531529"/>
              <a:ext cx="1441835" cy="123110"/>
            </a:xfrm>
            <a:prstGeom prst="rect">
              <a:avLst/>
            </a:prstGeom>
            <a:noFill/>
          </p:spPr>
          <p:txBody>
            <a:bodyPr vert="horz" wrap="square" lIns="0" tIns="0" rIns="0" bIns="0" rtlCol="0">
              <a:spAutoFit/>
            </a:bodyPr>
            <a:lstStyle/>
            <a:p>
              <a:pPr>
                <a:spcBef>
                  <a:spcPts val="163"/>
                </a:spcBef>
                <a:buSzPct val="100000"/>
                <a:defRPr/>
              </a:pPr>
              <a:r>
                <a:rPr lang="en-US" sz="650" b="1" i="1" dirty="0">
                  <a:solidFill>
                    <a:prstClr val="black"/>
                  </a:solidFill>
                  <a:latin typeface="Aptos" panose="020B0004020202020204" pitchFamily="34" charset="0"/>
                </a:rPr>
                <a:t>Lorem ipsum </a:t>
              </a:r>
            </a:p>
          </p:txBody>
        </p:sp>
      </p:grpSp>
      <p:grpSp>
        <p:nvGrpSpPr>
          <p:cNvPr id="54" name="Group 53">
            <a:extLst>
              <a:ext uri="{FF2B5EF4-FFF2-40B4-BE49-F238E27FC236}">
                <a16:creationId xmlns:a16="http://schemas.microsoft.com/office/drawing/2014/main" id="{890CFD77-DA2C-4CDD-BCEC-E2E1D15CE6E0}"/>
              </a:ext>
            </a:extLst>
          </p:cNvPr>
          <p:cNvGrpSpPr/>
          <p:nvPr/>
        </p:nvGrpSpPr>
        <p:grpSpPr>
          <a:xfrm>
            <a:off x="5319148" y="4701789"/>
            <a:ext cx="985354" cy="534986"/>
            <a:chOff x="6506496" y="4671828"/>
            <a:chExt cx="1212743" cy="658444"/>
          </a:xfrm>
        </p:grpSpPr>
        <p:grpSp>
          <p:nvGrpSpPr>
            <p:cNvPr id="55" name="Group 54">
              <a:extLst>
                <a:ext uri="{FF2B5EF4-FFF2-40B4-BE49-F238E27FC236}">
                  <a16:creationId xmlns:a16="http://schemas.microsoft.com/office/drawing/2014/main" id="{05A30162-60BA-4354-A43C-5DCABC4B9EB7}"/>
                </a:ext>
              </a:extLst>
            </p:cNvPr>
            <p:cNvGrpSpPr/>
            <p:nvPr/>
          </p:nvGrpSpPr>
          <p:grpSpPr>
            <a:xfrm>
              <a:off x="6506496" y="4827840"/>
              <a:ext cx="188197" cy="502432"/>
              <a:chOff x="6076448" y="3831311"/>
              <a:chExt cx="188197" cy="502432"/>
            </a:xfrm>
          </p:grpSpPr>
          <p:cxnSp>
            <p:nvCxnSpPr>
              <p:cNvPr id="57" name="Straight Connector 56">
                <a:extLst>
                  <a:ext uri="{FF2B5EF4-FFF2-40B4-BE49-F238E27FC236}">
                    <a16:creationId xmlns:a16="http://schemas.microsoft.com/office/drawing/2014/main" id="{6D6509F7-5437-4A03-8190-07BF63142215}"/>
                  </a:ext>
                </a:extLst>
              </p:cNvPr>
              <p:cNvCxnSpPr/>
              <p:nvPr/>
            </p:nvCxnSpPr>
            <p:spPr>
              <a:xfrm>
                <a:off x="6076448" y="3831311"/>
                <a:ext cx="0" cy="502432"/>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Isosceles Triangle 57">
                <a:extLst>
                  <a:ext uri="{FF2B5EF4-FFF2-40B4-BE49-F238E27FC236}">
                    <a16:creationId xmlns:a16="http://schemas.microsoft.com/office/drawing/2014/main" id="{B03099AF-1418-42F3-9A60-6BEE83EC1F5C}"/>
                  </a:ext>
                </a:extLst>
              </p:cNvPr>
              <p:cNvSpPr/>
              <p:nvPr/>
            </p:nvSpPr>
            <p:spPr bwMode="gray">
              <a:xfrm rot="5400000">
                <a:off x="6047059" y="3897041"/>
                <a:ext cx="263309" cy="171862"/>
              </a:xfrm>
              <a:prstGeom prst="triangle">
                <a:avLst/>
              </a:prstGeom>
              <a:solidFill>
                <a:schemeClr val="accent6">
                  <a:lumMod val="20000"/>
                  <a:lumOff val="80000"/>
                </a:schemeClr>
              </a:solidFill>
              <a:ln w="19050" algn="ctr">
                <a:solidFill>
                  <a:schemeClr val="tx1"/>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sp>
          <p:nvSpPr>
            <p:cNvPr id="56" name="TextBox 55">
              <a:extLst>
                <a:ext uri="{FF2B5EF4-FFF2-40B4-BE49-F238E27FC236}">
                  <a16:creationId xmlns:a16="http://schemas.microsoft.com/office/drawing/2014/main" id="{4CA3CEA9-7085-4308-8C84-E46395444B37}"/>
                </a:ext>
              </a:extLst>
            </p:cNvPr>
            <p:cNvSpPr txBox="1"/>
            <p:nvPr/>
          </p:nvSpPr>
          <p:spPr>
            <a:xfrm>
              <a:off x="6746263" y="4671828"/>
              <a:ext cx="972976" cy="277788"/>
            </a:xfrm>
            <a:prstGeom prst="rect">
              <a:avLst/>
            </a:prstGeom>
            <a:noFill/>
          </p:spPr>
          <p:txBody>
            <a:bodyPr vert="horz" wrap="square" lIns="0" tIns="0" rIns="0" bIns="0" rtlCol="0">
              <a:spAutoFit/>
            </a:bodyPr>
            <a:lstStyle/>
            <a:p>
              <a:pPr>
                <a:spcBef>
                  <a:spcPts val="163"/>
                </a:spcBef>
                <a:buSzPct val="100000"/>
                <a:defRPr/>
              </a:pPr>
              <a:r>
                <a:rPr lang="en-US" sz="650" b="1" i="1" dirty="0">
                  <a:solidFill>
                    <a:prstClr val="black"/>
                  </a:solidFill>
                  <a:latin typeface="Aptos" panose="020B0004020202020204" pitchFamily="34" charset="0"/>
                </a:rPr>
                <a:t>Lorem ipsum </a:t>
              </a:r>
            </a:p>
            <a:p>
              <a:pPr>
                <a:spcBef>
                  <a:spcPts val="163"/>
                </a:spcBef>
                <a:buSzPct val="100000"/>
                <a:defRPr/>
              </a:pPr>
              <a:r>
                <a:rPr lang="en-US" sz="650" b="1" i="1" dirty="0">
                  <a:solidFill>
                    <a:prstClr val="black"/>
                  </a:solidFill>
                  <a:latin typeface="Aptos" panose="020B0004020202020204" pitchFamily="34" charset="0"/>
                </a:rPr>
                <a:t>Lorem ipsum </a:t>
              </a:r>
            </a:p>
          </p:txBody>
        </p:sp>
      </p:grpSp>
      <p:grpSp>
        <p:nvGrpSpPr>
          <p:cNvPr id="59" name="Group 58">
            <a:extLst>
              <a:ext uri="{FF2B5EF4-FFF2-40B4-BE49-F238E27FC236}">
                <a16:creationId xmlns:a16="http://schemas.microsoft.com/office/drawing/2014/main" id="{9D3D04D0-7C53-45AA-B232-48590179256D}"/>
              </a:ext>
            </a:extLst>
          </p:cNvPr>
          <p:cNvGrpSpPr/>
          <p:nvPr/>
        </p:nvGrpSpPr>
        <p:grpSpPr>
          <a:xfrm>
            <a:off x="6833263" y="5006574"/>
            <a:ext cx="1128061" cy="408226"/>
            <a:chOff x="8370021" y="5046947"/>
            <a:chExt cx="1388383" cy="502432"/>
          </a:xfrm>
        </p:grpSpPr>
        <p:grpSp>
          <p:nvGrpSpPr>
            <p:cNvPr id="60" name="Group 59">
              <a:extLst>
                <a:ext uri="{FF2B5EF4-FFF2-40B4-BE49-F238E27FC236}">
                  <a16:creationId xmlns:a16="http://schemas.microsoft.com/office/drawing/2014/main" id="{F5476A34-598D-4527-9E98-3F026420CAD4}"/>
                </a:ext>
              </a:extLst>
            </p:cNvPr>
            <p:cNvGrpSpPr/>
            <p:nvPr/>
          </p:nvGrpSpPr>
          <p:grpSpPr>
            <a:xfrm>
              <a:off x="8370021" y="5046947"/>
              <a:ext cx="188197" cy="502432"/>
              <a:chOff x="6076448" y="3831311"/>
              <a:chExt cx="188197" cy="502432"/>
            </a:xfrm>
          </p:grpSpPr>
          <p:cxnSp>
            <p:nvCxnSpPr>
              <p:cNvPr id="62" name="Straight Connector 61">
                <a:extLst>
                  <a:ext uri="{FF2B5EF4-FFF2-40B4-BE49-F238E27FC236}">
                    <a16:creationId xmlns:a16="http://schemas.microsoft.com/office/drawing/2014/main" id="{5B55B98A-017B-4639-8151-580A6073485D}"/>
                  </a:ext>
                </a:extLst>
              </p:cNvPr>
              <p:cNvCxnSpPr/>
              <p:nvPr/>
            </p:nvCxnSpPr>
            <p:spPr>
              <a:xfrm>
                <a:off x="6076448" y="3831311"/>
                <a:ext cx="0" cy="502432"/>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Isosceles Triangle 62">
                <a:extLst>
                  <a:ext uri="{FF2B5EF4-FFF2-40B4-BE49-F238E27FC236}">
                    <a16:creationId xmlns:a16="http://schemas.microsoft.com/office/drawing/2014/main" id="{AED054AD-E555-4CB6-96B5-A55A98FB5012}"/>
                  </a:ext>
                </a:extLst>
              </p:cNvPr>
              <p:cNvSpPr/>
              <p:nvPr/>
            </p:nvSpPr>
            <p:spPr bwMode="gray">
              <a:xfrm rot="5400000">
                <a:off x="6047059" y="3897041"/>
                <a:ext cx="263309" cy="171862"/>
              </a:xfrm>
              <a:prstGeom prst="triangle">
                <a:avLst/>
              </a:prstGeom>
              <a:solidFill>
                <a:schemeClr val="accent6">
                  <a:lumMod val="20000"/>
                  <a:lumOff val="80000"/>
                </a:schemeClr>
              </a:solidFill>
              <a:ln w="19050" algn="ctr">
                <a:solidFill>
                  <a:schemeClr val="tx1"/>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sp>
          <p:nvSpPr>
            <p:cNvPr id="61" name="TextBox 60">
              <a:extLst>
                <a:ext uri="{FF2B5EF4-FFF2-40B4-BE49-F238E27FC236}">
                  <a16:creationId xmlns:a16="http://schemas.microsoft.com/office/drawing/2014/main" id="{00791713-420A-4A8C-8447-81F7AA1D0FD8}"/>
                </a:ext>
              </a:extLst>
            </p:cNvPr>
            <p:cNvSpPr txBox="1"/>
            <p:nvPr/>
          </p:nvSpPr>
          <p:spPr>
            <a:xfrm>
              <a:off x="8597958" y="5073246"/>
              <a:ext cx="1160446" cy="277788"/>
            </a:xfrm>
            <a:prstGeom prst="rect">
              <a:avLst/>
            </a:prstGeom>
            <a:noFill/>
          </p:spPr>
          <p:txBody>
            <a:bodyPr vert="horz" wrap="square" lIns="0" tIns="0" rIns="0" bIns="0" rtlCol="0">
              <a:spAutoFit/>
            </a:bodyPr>
            <a:lstStyle/>
            <a:p>
              <a:pPr>
                <a:spcBef>
                  <a:spcPts val="163"/>
                </a:spcBef>
                <a:buSzPct val="100000"/>
                <a:defRPr/>
              </a:pPr>
              <a:r>
                <a:rPr lang="en-US" sz="650" b="1" i="1" dirty="0">
                  <a:solidFill>
                    <a:prstClr val="black"/>
                  </a:solidFill>
                  <a:latin typeface="Aptos" panose="020B0004020202020204" pitchFamily="34" charset="0"/>
                </a:rPr>
                <a:t>Lorem ipsum </a:t>
              </a:r>
            </a:p>
            <a:p>
              <a:pPr>
                <a:spcBef>
                  <a:spcPts val="163"/>
                </a:spcBef>
                <a:buSzPct val="100000"/>
                <a:defRPr/>
              </a:pPr>
              <a:r>
                <a:rPr lang="en-US" sz="650" b="1" i="1" dirty="0">
                  <a:solidFill>
                    <a:prstClr val="black"/>
                  </a:solidFill>
                  <a:latin typeface="Aptos" panose="020B0004020202020204" pitchFamily="34" charset="0"/>
                </a:rPr>
                <a:t>Lorem ipsum </a:t>
              </a:r>
            </a:p>
          </p:txBody>
        </p:sp>
      </p:grpSp>
      <p:grpSp>
        <p:nvGrpSpPr>
          <p:cNvPr id="64" name="Group 63">
            <a:extLst>
              <a:ext uri="{FF2B5EF4-FFF2-40B4-BE49-F238E27FC236}">
                <a16:creationId xmlns:a16="http://schemas.microsoft.com/office/drawing/2014/main" id="{77865DA7-2489-46DB-9981-DEC3FF66F179}"/>
              </a:ext>
            </a:extLst>
          </p:cNvPr>
          <p:cNvGrpSpPr/>
          <p:nvPr/>
        </p:nvGrpSpPr>
        <p:grpSpPr>
          <a:xfrm>
            <a:off x="8615651" y="5078934"/>
            <a:ext cx="1236785" cy="408226"/>
            <a:chOff x="10563729" y="5136006"/>
            <a:chExt cx="1522197" cy="502432"/>
          </a:xfrm>
        </p:grpSpPr>
        <p:grpSp>
          <p:nvGrpSpPr>
            <p:cNvPr id="65" name="Group 64">
              <a:extLst>
                <a:ext uri="{FF2B5EF4-FFF2-40B4-BE49-F238E27FC236}">
                  <a16:creationId xmlns:a16="http://schemas.microsoft.com/office/drawing/2014/main" id="{2426E64D-A2BE-4F5B-8165-92B31EC91C80}"/>
                </a:ext>
              </a:extLst>
            </p:cNvPr>
            <p:cNvGrpSpPr/>
            <p:nvPr/>
          </p:nvGrpSpPr>
          <p:grpSpPr>
            <a:xfrm>
              <a:off x="10563729" y="5136006"/>
              <a:ext cx="188197" cy="502432"/>
              <a:chOff x="6076448" y="3831311"/>
              <a:chExt cx="188197" cy="502432"/>
            </a:xfrm>
          </p:grpSpPr>
          <p:cxnSp>
            <p:nvCxnSpPr>
              <p:cNvPr id="67" name="Straight Connector 66">
                <a:extLst>
                  <a:ext uri="{FF2B5EF4-FFF2-40B4-BE49-F238E27FC236}">
                    <a16:creationId xmlns:a16="http://schemas.microsoft.com/office/drawing/2014/main" id="{9D1CEFA2-C773-4150-B671-16FFBA33E693}"/>
                  </a:ext>
                </a:extLst>
              </p:cNvPr>
              <p:cNvCxnSpPr/>
              <p:nvPr/>
            </p:nvCxnSpPr>
            <p:spPr>
              <a:xfrm>
                <a:off x="6076448" y="3831311"/>
                <a:ext cx="0" cy="502432"/>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Isosceles Triangle 67">
                <a:extLst>
                  <a:ext uri="{FF2B5EF4-FFF2-40B4-BE49-F238E27FC236}">
                    <a16:creationId xmlns:a16="http://schemas.microsoft.com/office/drawing/2014/main" id="{24137F3E-CA73-43B6-B8DF-D91B35FE42B1}"/>
                  </a:ext>
                </a:extLst>
              </p:cNvPr>
              <p:cNvSpPr/>
              <p:nvPr/>
            </p:nvSpPr>
            <p:spPr bwMode="gray">
              <a:xfrm rot="5400000">
                <a:off x="6047059" y="3897041"/>
                <a:ext cx="263309" cy="171862"/>
              </a:xfrm>
              <a:prstGeom prst="triangle">
                <a:avLst/>
              </a:prstGeom>
              <a:solidFill>
                <a:schemeClr val="accent6">
                  <a:lumMod val="20000"/>
                  <a:lumOff val="80000"/>
                </a:schemeClr>
              </a:solidFill>
              <a:ln w="19050" algn="ctr">
                <a:solidFill>
                  <a:schemeClr val="tx1"/>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sp>
          <p:nvSpPr>
            <p:cNvPr id="66" name="TextBox 65">
              <a:extLst>
                <a:ext uri="{FF2B5EF4-FFF2-40B4-BE49-F238E27FC236}">
                  <a16:creationId xmlns:a16="http://schemas.microsoft.com/office/drawing/2014/main" id="{400C3824-E85E-4EC9-BFF9-1D69391ECC69}"/>
                </a:ext>
              </a:extLst>
            </p:cNvPr>
            <p:cNvSpPr txBox="1"/>
            <p:nvPr/>
          </p:nvSpPr>
          <p:spPr>
            <a:xfrm>
              <a:off x="10810239" y="5157743"/>
              <a:ext cx="1275687" cy="277788"/>
            </a:xfrm>
            <a:prstGeom prst="rect">
              <a:avLst/>
            </a:prstGeom>
            <a:noFill/>
          </p:spPr>
          <p:txBody>
            <a:bodyPr vert="horz" wrap="square" lIns="0" tIns="0" rIns="0" bIns="0" rtlCol="0">
              <a:spAutoFit/>
            </a:bodyPr>
            <a:lstStyle/>
            <a:p>
              <a:pPr>
                <a:spcBef>
                  <a:spcPts val="163"/>
                </a:spcBef>
                <a:buSzPct val="100000"/>
                <a:defRPr/>
              </a:pPr>
              <a:r>
                <a:rPr lang="en-US" sz="650" b="1" i="1" dirty="0">
                  <a:solidFill>
                    <a:prstClr val="black"/>
                  </a:solidFill>
                  <a:latin typeface="Aptos" panose="020B0004020202020204" pitchFamily="34" charset="0"/>
                </a:rPr>
                <a:t>Lorem ipsum </a:t>
              </a:r>
            </a:p>
            <a:p>
              <a:pPr>
                <a:spcBef>
                  <a:spcPts val="163"/>
                </a:spcBef>
                <a:buSzPct val="100000"/>
                <a:defRPr/>
              </a:pPr>
              <a:r>
                <a:rPr lang="en-US" sz="650" b="1" i="1" dirty="0">
                  <a:solidFill>
                    <a:prstClr val="black"/>
                  </a:solidFill>
                  <a:latin typeface="Aptos" panose="020B0004020202020204" pitchFamily="34" charset="0"/>
                </a:rPr>
                <a:t>Lorem ipsum </a:t>
              </a:r>
            </a:p>
          </p:txBody>
        </p:sp>
      </p:grpSp>
      <p:grpSp>
        <p:nvGrpSpPr>
          <p:cNvPr id="69" name="Group 68">
            <a:extLst>
              <a:ext uri="{FF2B5EF4-FFF2-40B4-BE49-F238E27FC236}">
                <a16:creationId xmlns:a16="http://schemas.microsoft.com/office/drawing/2014/main" id="{E2C0548B-D8BF-48B0-B2A9-053B324C2072}"/>
              </a:ext>
            </a:extLst>
          </p:cNvPr>
          <p:cNvGrpSpPr/>
          <p:nvPr/>
        </p:nvGrpSpPr>
        <p:grpSpPr>
          <a:xfrm>
            <a:off x="3142659" y="3105224"/>
            <a:ext cx="809777" cy="408226"/>
            <a:chOff x="3827740" y="2706825"/>
            <a:chExt cx="996648" cy="502432"/>
          </a:xfrm>
        </p:grpSpPr>
        <p:grpSp>
          <p:nvGrpSpPr>
            <p:cNvPr id="70" name="Group 69">
              <a:extLst>
                <a:ext uri="{FF2B5EF4-FFF2-40B4-BE49-F238E27FC236}">
                  <a16:creationId xmlns:a16="http://schemas.microsoft.com/office/drawing/2014/main" id="{3610704D-B21D-4C82-9692-B357EB9DEEE3}"/>
                </a:ext>
              </a:extLst>
            </p:cNvPr>
            <p:cNvGrpSpPr/>
            <p:nvPr/>
          </p:nvGrpSpPr>
          <p:grpSpPr>
            <a:xfrm>
              <a:off x="3827740" y="2706825"/>
              <a:ext cx="188197" cy="502432"/>
              <a:chOff x="6076448" y="3831311"/>
              <a:chExt cx="188197" cy="502432"/>
            </a:xfrm>
          </p:grpSpPr>
          <p:cxnSp>
            <p:nvCxnSpPr>
              <p:cNvPr id="72" name="Straight Connector 71">
                <a:extLst>
                  <a:ext uri="{FF2B5EF4-FFF2-40B4-BE49-F238E27FC236}">
                    <a16:creationId xmlns:a16="http://schemas.microsoft.com/office/drawing/2014/main" id="{C6958F8A-0841-4042-9F38-9FA47126A5D1}"/>
                  </a:ext>
                </a:extLst>
              </p:cNvPr>
              <p:cNvCxnSpPr/>
              <p:nvPr/>
            </p:nvCxnSpPr>
            <p:spPr>
              <a:xfrm>
                <a:off x="6076448" y="3831311"/>
                <a:ext cx="0" cy="502432"/>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Isosceles Triangle 72">
                <a:extLst>
                  <a:ext uri="{FF2B5EF4-FFF2-40B4-BE49-F238E27FC236}">
                    <a16:creationId xmlns:a16="http://schemas.microsoft.com/office/drawing/2014/main" id="{0F24768C-049E-45E1-B192-BD0EC962125A}"/>
                  </a:ext>
                </a:extLst>
              </p:cNvPr>
              <p:cNvSpPr/>
              <p:nvPr/>
            </p:nvSpPr>
            <p:spPr bwMode="gray">
              <a:xfrm rot="5400000">
                <a:off x="6047059" y="3897041"/>
                <a:ext cx="263309" cy="171862"/>
              </a:xfrm>
              <a:prstGeom prst="triangle">
                <a:avLst/>
              </a:prstGeom>
              <a:solidFill>
                <a:schemeClr val="accent3"/>
              </a:solidFill>
              <a:ln w="19050" algn="ctr">
                <a:solidFill>
                  <a:schemeClr val="tx1"/>
                </a:solid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Aptos" panose="020B0004020202020204" pitchFamily="34" charset="0"/>
                </a:endParaRPr>
              </a:p>
            </p:txBody>
          </p:sp>
        </p:grpSp>
        <p:sp>
          <p:nvSpPr>
            <p:cNvPr id="71" name="TextBox 70">
              <a:extLst>
                <a:ext uri="{FF2B5EF4-FFF2-40B4-BE49-F238E27FC236}">
                  <a16:creationId xmlns:a16="http://schemas.microsoft.com/office/drawing/2014/main" id="{5136A3FD-2B53-4316-8348-C8F5E62BC3D2}"/>
                </a:ext>
              </a:extLst>
            </p:cNvPr>
            <p:cNvSpPr txBox="1"/>
            <p:nvPr/>
          </p:nvSpPr>
          <p:spPr>
            <a:xfrm>
              <a:off x="4046669" y="2719771"/>
              <a:ext cx="777719" cy="123110"/>
            </a:xfrm>
            <a:prstGeom prst="rect">
              <a:avLst/>
            </a:prstGeom>
            <a:noFill/>
          </p:spPr>
          <p:txBody>
            <a:bodyPr vert="horz" wrap="square" lIns="0" tIns="0" rIns="0" bIns="0" rtlCol="0">
              <a:spAutoFit/>
            </a:bodyPr>
            <a:lstStyle/>
            <a:p>
              <a:pPr>
                <a:spcBef>
                  <a:spcPts val="163"/>
                </a:spcBef>
                <a:buSzPct val="100000"/>
                <a:defRPr/>
              </a:pPr>
              <a:r>
                <a:rPr lang="en-US" sz="650" b="1" i="1" dirty="0">
                  <a:solidFill>
                    <a:prstClr val="black"/>
                  </a:solidFill>
                  <a:latin typeface="Aptos" panose="020B0004020202020204" pitchFamily="34" charset="0"/>
                </a:rPr>
                <a:t>Lorem ipsum </a:t>
              </a:r>
            </a:p>
          </p:txBody>
        </p:sp>
      </p:grpSp>
    </p:spTree>
    <p:extLst>
      <p:ext uri="{BB962C8B-B14F-4D97-AF65-F5344CB8AC3E}">
        <p14:creationId xmlns:p14="http://schemas.microsoft.com/office/powerpoint/2010/main" val="4241382709"/>
      </p:ext>
    </p:extLst>
  </p:cSld>
  <p:clrMapOvr>
    <a:masterClrMapping/>
  </p:clrMapOvr>
  <p:transition>
    <p:fade/>
  </p:transition>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5E90178-51D2-4AB4-B432-887D6568F493}"/>
              </a:ext>
            </a:extLst>
          </p:cNvPr>
          <p:cNvSpPr>
            <a:spLocks noGrp="1"/>
          </p:cNvSpPr>
          <p:nvPr>
            <p:ph type="title"/>
          </p:nvPr>
        </p:nvSpPr>
        <p:spPr/>
        <p:txBody>
          <a:bodyPr/>
          <a:lstStyle/>
          <a:p>
            <a:r>
              <a:rPr lang="en-US" dirty="0"/>
              <a:t>Structure—building</a:t>
            </a:r>
          </a:p>
        </p:txBody>
      </p:sp>
      <p:sp>
        <p:nvSpPr>
          <p:cNvPr id="49" name="Freeform 34">
            <a:extLst>
              <a:ext uri="{FF2B5EF4-FFF2-40B4-BE49-F238E27FC236}">
                <a16:creationId xmlns:a16="http://schemas.microsoft.com/office/drawing/2014/main" id="{33D67746-898D-43BD-9C42-175028D12B72}"/>
              </a:ext>
            </a:extLst>
          </p:cNvPr>
          <p:cNvSpPr/>
          <p:nvPr/>
        </p:nvSpPr>
        <p:spPr>
          <a:xfrm flipH="1">
            <a:off x="7284701" y="3716604"/>
            <a:ext cx="116387" cy="85503"/>
          </a:xfrm>
          <a:custGeom>
            <a:avLst/>
            <a:gdLst>
              <a:gd name="connsiteX0" fmla="*/ 0 w 104775"/>
              <a:gd name="connsiteY0" fmla="*/ 128587 h 128587"/>
              <a:gd name="connsiteX1" fmla="*/ 103187 w 104775"/>
              <a:gd name="connsiteY1" fmla="*/ 0 h 128587"/>
              <a:gd name="connsiteX2" fmla="*/ 104775 w 104775"/>
              <a:gd name="connsiteY2" fmla="*/ 128587 h 128587"/>
              <a:gd name="connsiteX3" fmla="*/ 0 w 104775"/>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04775" h="128587">
                <a:moveTo>
                  <a:pt x="0" y="128587"/>
                </a:moveTo>
                <a:lnTo>
                  <a:pt x="103187" y="0"/>
                </a:lnTo>
                <a:cubicBezTo>
                  <a:pt x="103716" y="42862"/>
                  <a:pt x="104246" y="85725"/>
                  <a:pt x="104775" y="128587"/>
                </a:cubicBezTo>
                <a:lnTo>
                  <a:pt x="0" y="128587"/>
                </a:lnTo>
                <a:close/>
              </a:path>
            </a:pathLst>
          </a:custGeom>
          <a:solidFill>
            <a:sysClr val="window" lastClr="FFFFFF">
              <a:lumMod val="75000"/>
            </a:sysClr>
          </a:solidFill>
          <a:ln w="25400" cap="flat" cmpd="sng" algn="ctr">
            <a:noFill/>
            <a:prstDash val="solid"/>
          </a:ln>
          <a:effectLst/>
        </p:spPr>
        <p:txBody>
          <a:bodyPr lIns="74238" tIns="37119" rIns="74238" bIns="37119" rtlCol="0" anchor="ctr"/>
          <a:lstStyle/>
          <a:p>
            <a:pPr algn="ctr" defTabSz="742389">
              <a:defRPr/>
            </a:pPr>
            <a:endParaRPr lang="en-US" sz="1463" kern="0" dirty="0">
              <a:solidFill>
                <a:prstClr val="white"/>
              </a:solidFill>
              <a:latin typeface="Aptos" panose="020B0004020202020204" pitchFamily="34" charset="0"/>
            </a:endParaRPr>
          </a:p>
        </p:txBody>
      </p:sp>
      <p:sp>
        <p:nvSpPr>
          <p:cNvPr id="50" name="Freeform 35">
            <a:extLst>
              <a:ext uri="{FF2B5EF4-FFF2-40B4-BE49-F238E27FC236}">
                <a16:creationId xmlns:a16="http://schemas.microsoft.com/office/drawing/2014/main" id="{6B01A3EE-298B-40F9-A1D1-5CF9DC939C35}"/>
              </a:ext>
            </a:extLst>
          </p:cNvPr>
          <p:cNvSpPr/>
          <p:nvPr/>
        </p:nvSpPr>
        <p:spPr>
          <a:xfrm>
            <a:off x="436671" y="5125745"/>
            <a:ext cx="1348682" cy="230646"/>
          </a:xfrm>
          <a:custGeom>
            <a:avLst/>
            <a:gdLst>
              <a:gd name="connsiteX0" fmla="*/ 0 w 1073399"/>
              <a:gd name="connsiteY0" fmla="*/ 0 h 644039"/>
              <a:gd name="connsiteX1" fmla="*/ 1073399 w 1073399"/>
              <a:gd name="connsiteY1" fmla="*/ 0 h 644039"/>
              <a:gd name="connsiteX2" fmla="*/ 1073399 w 1073399"/>
              <a:gd name="connsiteY2" fmla="*/ 644039 h 644039"/>
              <a:gd name="connsiteX3" fmla="*/ 0 w 1073399"/>
              <a:gd name="connsiteY3" fmla="*/ 644039 h 644039"/>
              <a:gd name="connsiteX4" fmla="*/ 0 w 1073399"/>
              <a:gd name="connsiteY4" fmla="*/ 0 h 64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99" h="644039">
                <a:moveTo>
                  <a:pt x="0" y="0"/>
                </a:moveTo>
                <a:lnTo>
                  <a:pt x="1073399" y="0"/>
                </a:lnTo>
                <a:lnTo>
                  <a:pt x="1073399" y="644039"/>
                </a:lnTo>
                <a:lnTo>
                  <a:pt x="0" y="644039"/>
                </a:lnTo>
                <a:lnTo>
                  <a:pt x="0" y="0"/>
                </a:lnTo>
                <a:close/>
              </a:path>
            </a:pathLst>
          </a:custGeom>
          <a:solidFill>
            <a:schemeClr val="accent1"/>
          </a:solidFill>
          <a:ln w="25400" cap="flat" cmpd="sng" algn="ctr">
            <a:noFill/>
            <a:prstDash val="solid"/>
          </a:ln>
          <a:effectLst/>
        </p:spPr>
        <p:txBody>
          <a:bodyPr spcFirstLastPara="0" vert="horz" wrap="none" lIns="0" tIns="29695" rIns="0" bIns="0" numCol="1" spcCol="1270" anchor="t" anchorCtr="0">
            <a:noAutofit/>
          </a:bodyPr>
          <a:lstStyle/>
          <a:p>
            <a:pPr algn="ctr" defTabSz="649591">
              <a:spcBef>
                <a:spcPct val="0"/>
              </a:spcBef>
              <a:defRPr/>
            </a:pPr>
            <a:r>
              <a:rPr lang="en-US" sz="1463" b="1" kern="0" baseline="-25000" dirty="0">
                <a:latin typeface="Aptos" panose="020B0004020202020204" pitchFamily="34" charset="0"/>
              </a:rPr>
              <a:t>xxx</a:t>
            </a:r>
          </a:p>
        </p:txBody>
      </p:sp>
      <p:sp>
        <p:nvSpPr>
          <p:cNvPr id="51" name="Freeform 36">
            <a:extLst>
              <a:ext uri="{FF2B5EF4-FFF2-40B4-BE49-F238E27FC236}">
                <a16:creationId xmlns:a16="http://schemas.microsoft.com/office/drawing/2014/main" id="{4E672CBA-5982-43F5-BB6C-F605BAD30E13}"/>
              </a:ext>
            </a:extLst>
          </p:cNvPr>
          <p:cNvSpPr/>
          <p:nvPr/>
        </p:nvSpPr>
        <p:spPr>
          <a:xfrm>
            <a:off x="1941705" y="5125745"/>
            <a:ext cx="1370927" cy="230646"/>
          </a:xfrm>
          <a:custGeom>
            <a:avLst/>
            <a:gdLst>
              <a:gd name="connsiteX0" fmla="*/ 0 w 1073399"/>
              <a:gd name="connsiteY0" fmla="*/ 0 h 644039"/>
              <a:gd name="connsiteX1" fmla="*/ 1073399 w 1073399"/>
              <a:gd name="connsiteY1" fmla="*/ 0 h 644039"/>
              <a:gd name="connsiteX2" fmla="*/ 1073399 w 1073399"/>
              <a:gd name="connsiteY2" fmla="*/ 644039 h 644039"/>
              <a:gd name="connsiteX3" fmla="*/ 0 w 1073399"/>
              <a:gd name="connsiteY3" fmla="*/ 644039 h 644039"/>
              <a:gd name="connsiteX4" fmla="*/ 0 w 1073399"/>
              <a:gd name="connsiteY4" fmla="*/ 0 h 64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99" h="644039">
                <a:moveTo>
                  <a:pt x="0" y="0"/>
                </a:moveTo>
                <a:lnTo>
                  <a:pt x="1073399" y="0"/>
                </a:lnTo>
                <a:lnTo>
                  <a:pt x="1073399" y="644039"/>
                </a:lnTo>
                <a:lnTo>
                  <a:pt x="0" y="644039"/>
                </a:lnTo>
                <a:lnTo>
                  <a:pt x="0" y="0"/>
                </a:lnTo>
                <a:close/>
              </a:path>
            </a:pathLst>
          </a:custGeom>
          <a:solidFill>
            <a:schemeClr val="accent2"/>
          </a:solidFill>
          <a:ln w="25400" cap="flat" cmpd="sng" algn="ctr">
            <a:noFill/>
            <a:prstDash val="solid"/>
          </a:ln>
          <a:effectLst/>
        </p:spPr>
        <p:txBody>
          <a:bodyPr spcFirstLastPara="0" vert="horz" wrap="none" lIns="0" tIns="29695" rIns="0" bIns="0" numCol="1" spcCol="1270" anchor="t" anchorCtr="0">
            <a:noAutofit/>
          </a:bodyPr>
          <a:lstStyle/>
          <a:p>
            <a:pPr algn="ctr" defTabSz="649591">
              <a:spcBef>
                <a:spcPct val="0"/>
              </a:spcBef>
              <a:defRPr/>
            </a:pPr>
            <a:r>
              <a:rPr lang="en-US" sz="1463" b="1" kern="0" baseline="-25000" dirty="0">
                <a:latin typeface="Aptos" panose="020B0004020202020204" pitchFamily="34" charset="0"/>
              </a:rPr>
              <a:t>xxx</a:t>
            </a:r>
          </a:p>
        </p:txBody>
      </p:sp>
      <p:sp>
        <p:nvSpPr>
          <p:cNvPr id="52" name="Freeform 37">
            <a:extLst>
              <a:ext uri="{FF2B5EF4-FFF2-40B4-BE49-F238E27FC236}">
                <a16:creationId xmlns:a16="http://schemas.microsoft.com/office/drawing/2014/main" id="{6E2BED8E-9148-4050-8088-36BC65D51BE0}"/>
              </a:ext>
            </a:extLst>
          </p:cNvPr>
          <p:cNvSpPr/>
          <p:nvPr/>
        </p:nvSpPr>
        <p:spPr>
          <a:xfrm>
            <a:off x="3468978" y="5125745"/>
            <a:ext cx="1357047" cy="230646"/>
          </a:xfrm>
          <a:custGeom>
            <a:avLst/>
            <a:gdLst>
              <a:gd name="connsiteX0" fmla="*/ 0 w 1073399"/>
              <a:gd name="connsiteY0" fmla="*/ 0 h 644039"/>
              <a:gd name="connsiteX1" fmla="*/ 1073399 w 1073399"/>
              <a:gd name="connsiteY1" fmla="*/ 0 h 644039"/>
              <a:gd name="connsiteX2" fmla="*/ 1073399 w 1073399"/>
              <a:gd name="connsiteY2" fmla="*/ 644039 h 644039"/>
              <a:gd name="connsiteX3" fmla="*/ 0 w 1073399"/>
              <a:gd name="connsiteY3" fmla="*/ 644039 h 644039"/>
              <a:gd name="connsiteX4" fmla="*/ 0 w 1073399"/>
              <a:gd name="connsiteY4" fmla="*/ 0 h 64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99" h="644039">
                <a:moveTo>
                  <a:pt x="0" y="0"/>
                </a:moveTo>
                <a:lnTo>
                  <a:pt x="1073399" y="0"/>
                </a:lnTo>
                <a:lnTo>
                  <a:pt x="1073399" y="644039"/>
                </a:lnTo>
                <a:lnTo>
                  <a:pt x="0" y="644039"/>
                </a:lnTo>
                <a:lnTo>
                  <a:pt x="0" y="0"/>
                </a:lnTo>
                <a:close/>
              </a:path>
            </a:pathLst>
          </a:custGeom>
          <a:solidFill>
            <a:schemeClr val="accent3"/>
          </a:solidFill>
          <a:ln w="25400" cap="flat" cmpd="sng" algn="ctr">
            <a:noFill/>
            <a:prstDash val="solid"/>
          </a:ln>
          <a:effectLst/>
        </p:spPr>
        <p:txBody>
          <a:bodyPr spcFirstLastPara="0" vert="horz" wrap="none" lIns="0" tIns="29695" rIns="0" bIns="0" numCol="1" spcCol="1270" anchor="t" anchorCtr="0">
            <a:noAutofit/>
          </a:bodyPr>
          <a:lstStyle/>
          <a:p>
            <a:pPr algn="ctr" defTabSz="649591">
              <a:spcBef>
                <a:spcPct val="0"/>
              </a:spcBef>
              <a:defRPr/>
            </a:pPr>
            <a:r>
              <a:rPr lang="en-US" sz="1463" b="1" kern="0" baseline="-25000" dirty="0">
                <a:solidFill>
                  <a:prstClr val="white"/>
                </a:solidFill>
                <a:latin typeface="Aptos" panose="020B0004020202020204" pitchFamily="34" charset="0"/>
              </a:rPr>
              <a:t>xxx</a:t>
            </a:r>
          </a:p>
        </p:txBody>
      </p:sp>
      <p:sp>
        <p:nvSpPr>
          <p:cNvPr id="53" name="Freeform 38">
            <a:extLst>
              <a:ext uri="{FF2B5EF4-FFF2-40B4-BE49-F238E27FC236}">
                <a16:creationId xmlns:a16="http://schemas.microsoft.com/office/drawing/2014/main" id="{D3C51ABE-A287-48A2-BFAA-7F006BE0EA5A}"/>
              </a:ext>
            </a:extLst>
          </p:cNvPr>
          <p:cNvSpPr/>
          <p:nvPr/>
        </p:nvSpPr>
        <p:spPr>
          <a:xfrm>
            <a:off x="4986131" y="5125745"/>
            <a:ext cx="1377204" cy="230646"/>
          </a:xfrm>
          <a:custGeom>
            <a:avLst/>
            <a:gdLst>
              <a:gd name="connsiteX0" fmla="*/ 0 w 1073399"/>
              <a:gd name="connsiteY0" fmla="*/ 0 h 644039"/>
              <a:gd name="connsiteX1" fmla="*/ 1073399 w 1073399"/>
              <a:gd name="connsiteY1" fmla="*/ 0 h 644039"/>
              <a:gd name="connsiteX2" fmla="*/ 1073399 w 1073399"/>
              <a:gd name="connsiteY2" fmla="*/ 644039 h 644039"/>
              <a:gd name="connsiteX3" fmla="*/ 0 w 1073399"/>
              <a:gd name="connsiteY3" fmla="*/ 644039 h 644039"/>
              <a:gd name="connsiteX4" fmla="*/ 0 w 1073399"/>
              <a:gd name="connsiteY4" fmla="*/ 0 h 64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99" h="644039">
                <a:moveTo>
                  <a:pt x="0" y="0"/>
                </a:moveTo>
                <a:lnTo>
                  <a:pt x="1073399" y="0"/>
                </a:lnTo>
                <a:lnTo>
                  <a:pt x="1073399" y="644039"/>
                </a:lnTo>
                <a:lnTo>
                  <a:pt x="0" y="644039"/>
                </a:lnTo>
                <a:lnTo>
                  <a:pt x="0" y="0"/>
                </a:lnTo>
                <a:close/>
              </a:path>
            </a:pathLst>
          </a:custGeom>
          <a:solidFill>
            <a:schemeClr val="accent4"/>
          </a:solidFill>
          <a:ln w="25400" cap="flat" cmpd="sng" algn="ctr">
            <a:noFill/>
            <a:prstDash val="solid"/>
          </a:ln>
          <a:effectLst/>
        </p:spPr>
        <p:txBody>
          <a:bodyPr spcFirstLastPara="0" vert="horz" wrap="none" lIns="0" tIns="29695" rIns="0" bIns="0" numCol="1" spcCol="1270" anchor="t" anchorCtr="0">
            <a:noAutofit/>
          </a:bodyPr>
          <a:lstStyle/>
          <a:p>
            <a:pPr algn="ctr" defTabSz="649591">
              <a:spcBef>
                <a:spcPct val="0"/>
              </a:spcBef>
              <a:defRPr/>
            </a:pPr>
            <a:r>
              <a:rPr lang="en-US" sz="1463" b="1" kern="0" baseline="-25000" dirty="0">
                <a:solidFill>
                  <a:prstClr val="white"/>
                </a:solidFill>
                <a:latin typeface="Aptos" panose="020B0004020202020204" pitchFamily="34" charset="0"/>
              </a:rPr>
              <a:t>xxx</a:t>
            </a:r>
          </a:p>
        </p:txBody>
      </p:sp>
      <p:sp>
        <p:nvSpPr>
          <p:cNvPr id="54" name="Freeform 39">
            <a:extLst>
              <a:ext uri="{FF2B5EF4-FFF2-40B4-BE49-F238E27FC236}">
                <a16:creationId xmlns:a16="http://schemas.microsoft.com/office/drawing/2014/main" id="{D9381F69-F197-41DA-A647-2D3A108EB69B}"/>
              </a:ext>
            </a:extLst>
          </p:cNvPr>
          <p:cNvSpPr/>
          <p:nvPr/>
        </p:nvSpPr>
        <p:spPr>
          <a:xfrm>
            <a:off x="6515929" y="5125745"/>
            <a:ext cx="1365865" cy="230646"/>
          </a:xfrm>
          <a:custGeom>
            <a:avLst/>
            <a:gdLst>
              <a:gd name="connsiteX0" fmla="*/ 0 w 1073399"/>
              <a:gd name="connsiteY0" fmla="*/ 0 h 644039"/>
              <a:gd name="connsiteX1" fmla="*/ 1073399 w 1073399"/>
              <a:gd name="connsiteY1" fmla="*/ 0 h 644039"/>
              <a:gd name="connsiteX2" fmla="*/ 1073399 w 1073399"/>
              <a:gd name="connsiteY2" fmla="*/ 644039 h 644039"/>
              <a:gd name="connsiteX3" fmla="*/ 0 w 1073399"/>
              <a:gd name="connsiteY3" fmla="*/ 644039 h 644039"/>
              <a:gd name="connsiteX4" fmla="*/ 0 w 1073399"/>
              <a:gd name="connsiteY4" fmla="*/ 0 h 64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99" h="644039">
                <a:moveTo>
                  <a:pt x="0" y="0"/>
                </a:moveTo>
                <a:lnTo>
                  <a:pt x="1073399" y="0"/>
                </a:lnTo>
                <a:lnTo>
                  <a:pt x="1073399" y="644039"/>
                </a:lnTo>
                <a:lnTo>
                  <a:pt x="0" y="644039"/>
                </a:lnTo>
                <a:lnTo>
                  <a:pt x="0" y="0"/>
                </a:lnTo>
                <a:close/>
              </a:path>
            </a:pathLst>
          </a:custGeom>
          <a:solidFill>
            <a:schemeClr val="accent5"/>
          </a:solidFill>
          <a:ln w="25400" cap="flat" cmpd="sng" algn="ctr">
            <a:noFill/>
            <a:prstDash val="solid"/>
          </a:ln>
          <a:effectLst/>
        </p:spPr>
        <p:txBody>
          <a:bodyPr spcFirstLastPara="0" vert="horz" wrap="none" lIns="0" tIns="29695" rIns="0" bIns="0" numCol="1" spcCol="1270" anchor="t" anchorCtr="0">
            <a:noAutofit/>
          </a:bodyPr>
          <a:lstStyle/>
          <a:p>
            <a:pPr algn="ctr" defTabSz="649591">
              <a:spcBef>
                <a:spcPct val="0"/>
              </a:spcBef>
              <a:defRPr/>
            </a:pPr>
            <a:r>
              <a:rPr lang="en-US" sz="1463" b="1" kern="0" baseline="-25000" dirty="0">
                <a:solidFill>
                  <a:prstClr val="white"/>
                </a:solidFill>
                <a:latin typeface="Aptos" panose="020B0004020202020204" pitchFamily="34" charset="0"/>
              </a:rPr>
              <a:t>xxx</a:t>
            </a:r>
          </a:p>
        </p:txBody>
      </p:sp>
      <p:sp>
        <p:nvSpPr>
          <p:cNvPr id="55" name="Freeform 40">
            <a:extLst>
              <a:ext uri="{FF2B5EF4-FFF2-40B4-BE49-F238E27FC236}">
                <a16:creationId xmlns:a16="http://schemas.microsoft.com/office/drawing/2014/main" id="{5328B63A-BF34-4C01-90EA-D1B8B4E98121}"/>
              </a:ext>
            </a:extLst>
          </p:cNvPr>
          <p:cNvSpPr/>
          <p:nvPr/>
        </p:nvSpPr>
        <p:spPr>
          <a:xfrm>
            <a:off x="8038144" y="5125745"/>
            <a:ext cx="1370909" cy="230646"/>
          </a:xfrm>
          <a:custGeom>
            <a:avLst/>
            <a:gdLst>
              <a:gd name="connsiteX0" fmla="*/ 0 w 1073399"/>
              <a:gd name="connsiteY0" fmla="*/ 0 h 644039"/>
              <a:gd name="connsiteX1" fmla="*/ 1073399 w 1073399"/>
              <a:gd name="connsiteY1" fmla="*/ 0 h 644039"/>
              <a:gd name="connsiteX2" fmla="*/ 1073399 w 1073399"/>
              <a:gd name="connsiteY2" fmla="*/ 644039 h 644039"/>
              <a:gd name="connsiteX3" fmla="*/ 0 w 1073399"/>
              <a:gd name="connsiteY3" fmla="*/ 644039 h 644039"/>
              <a:gd name="connsiteX4" fmla="*/ 0 w 1073399"/>
              <a:gd name="connsiteY4" fmla="*/ 0 h 64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99" h="644039">
                <a:moveTo>
                  <a:pt x="0" y="0"/>
                </a:moveTo>
                <a:lnTo>
                  <a:pt x="1073399" y="0"/>
                </a:lnTo>
                <a:lnTo>
                  <a:pt x="1073399" y="644039"/>
                </a:lnTo>
                <a:lnTo>
                  <a:pt x="0" y="644039"/>
                </a:lnTo>
                <a:lnTo>
                  <a:pt x="0" y="0"/>
                </a:lnTo>
                <a:close/>
              </a:path>
            </a:pathLst>
          </a:custGeom>
          <a:solidFill>
            <a:schemeClr val="accent6"/>
          </a:solidFill>
          <a:ln w="25400" cap="flat" cmpd="sng" algn="ctr">
            <a:noFill/>
            <a:prstDash val="solid"/>
          </a:ln>
          <a:effectLst/>
        </p:spPr>
        <p:txBody>
          <a:bodyPr spcFirstLastPara="0" vert="horz" wrap="none" lIns="0" tIns="29695" rIns="0" bIns="0" numCol="1" spcCol="1270" anchor="t" anchorCtr="0">
            <a:noAutofit/>
          </a:bodyPr>
          <a:lstStyle/>
          <a:p>
            <a:pPr algn="ctr" defTabSz="649591">
              <a:spcBef>
                <a:spcPct val="0"/>
              </a:spcBef>
              <a:defRPr/>
            </a:pPr>
            <a:r>
              <a:rPr lang="en-US" sz="1463" b="1" kern="0" baseline="-25000" dirty="0" err="1">
                <a:solidFill>
                  <a:prstClr val="white"/>
                </a:solidFill>
                <a:latin typeface="Aptos" panose="020B0004020202020204" pitchFamily="34" charset="0"/>
              </a:rPr>
              <a:t>Qualiaxxx</a:t>
            </a:r>
            <a:endParaRPr lang="en-US" sz="1463" b="1" kern="0" baseline="-25000" dirty="0">
              <a:solidFill>
                <a:prstClr val="white"/>
              </a:solidFill>
              <a:latin typeface="Aptos" panose="020B0004020202020204" pitchFamily="34" charset="0"/>
            </a:endParaRPr>
          </a:p>
          <a:p>
            <a:pPr algn="ctr" defTabSz="649591">
              <a:spcBef>
                <a:spcPct val="0"/>
              </a:spcBef>
              <a:defRPr/>
            </a:pPr>
            <a:r>
              <a:rPr lang="en-US" sz="1463" b="1" kern="0" baseline="-25000" dirty="0">
                <a:solidFill>
                  <a:prstClr val="white"/>
                </a:solidFill>
                <a:latin typeface="Aptos" panose="020B0004020202020204" pitchFamily="34" charset="0"/>
              </a:rPr>
              <a:t>ty</a:t>
            </a:r>
          </a:p>
        </p:txBody>
      </p:sp>
      <p:sp>
        <p:nvSpPr>
          <p:cNvPr id="56" name="Freeform 41">
            <a:extLst>
              <a:ext uri="{FF2B5EF4-FFF2-40B4-BE49-F238E27FC236}">
                <a16:creationId xmlns:a16="http://schemas.microsoft.com/office/drawing/2014/main" id="{4A2AF1B2-CECC-44A3-BBDC-ED420C53C1F1}"/>
              </a:ext>
            </a:extLst>
          </p:cNvPr>
          <p:cNvSpPr/>
          <p:nvPr/>
        </p:nvSpPr>
        <p:spPr>
          <a:xfrm>
            <a:off x="4109029" y="2059089"/>
            <a:ext cx="1629889" cy="1714791"/>
          </a:xfrm>
          <a:custGeom>
            <a:avLst/>
            <a:gdLst>
              <a:gd name="connsiteX0" fmla="*/ 842434 w 1689100"/>
              <a:gd name="connsiteY0" fmla="*/ 0 h 1214967"/>
              <a:gd name="connsiteX1" fmla="*/ 0 w 1689100"/>
              <a:gd name="connsiteY1" fmla="*/ 215900 h 1214967"/>
              <a:gd name="connsiteX2" fmla="*/ 0 w 1689100"/>
              <a:gd name="connsiteY2" fmla="*/ 1214967 h 1214967"/>
              <a:gd name="connsiteX3" fmla="*/ 1689100 w 1689100"/>
              <a:gd name="connsiteY3" fmla="*/ 1214967 h 1214967"/>
              <a:gd name="connsiteX4" fmla="*/ 1689100 w 1689100"/>
              <a:gd name="connsiteY4" fmla="*/ 203200 h 1214967"/>
              <a:gd name="connsiteX5" fmla="*/ 842434 w 1689100"/>
              <a:gd name="connsiteY5" fmla="*/ 0 h 121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9100" h="1214967">
                <a:moveTo>
                  <a:pt x="842434" y="0"/>
                </a:moveTo>
                <a:lnTo>
                  <a:pt x="0" y="215900"/>
                </a:lnTo>
                <a:lnTo>
                  <a:pt x="0" y="1214967"/>
                </a:lnTo>
                <a:lnTo>
                  <a:pt x="1689100" y="1214967"/>
                </a:lnTo>
                <a:lnTo>
                  <a:pt x="1689100" y="203200"/>
                </a:lnTo>
                <a:lnTo>
                  <a:pt x="842434" y="0"/>
                </a:lnTo>
                <a:close/>
              </a:path>
            </a:pathLst>
          </a:custGeom>
          <a:solidFill>
            <a:schemeClr val="accent3">
              <a:lumMod val="50000"/>
            </a:schemeClr>
          </a:solidFill>
          <a:ln w="25400" cap="flat" cmpd="sng" algn="ctr">
            <a:noFill/>
            <a:prstDash val="solid"/>
          </a:ln>
          <a:effectLst/>
        </p:spPr>
        <p:txBody>
          <a:bodyPr lIns="74238" tIns="37119" rIns="74238" bIns="37119" rtlCol="0" anchor="ctr"/>
          <a:lstStyle/>
          <a:p>
            <a:pPr algn="ctr" defTabSz="742389">
              <a:defRPr/>
            </a:pPr>
            <a:endParaRPr lang="en-US" sz="1463" kern="0" dirty="0">
              <a:solidFill>
                <a:prstClr val="white"/>
              </a:solidFill>
              <a:latin typeface="Aptos" panose="020B0004020202020204" pitchFamily="34" charset="0"/>
            </a:endParaRPr>
          </a:p>
        </p:txBody>
      </p:sp>
      <p:sp>
        <p:nvSpPr>
          <p:cNvPr id="57" name="Freeform 42">
            <a:extLst>
              <a:ext uri="{FF2B5EF4-FFF2-40B4-BE49-F238E27FC236}">
                <a16:creationId xmlns:a16="http://schemas.microsoft.com/office/drawing/2014/main" id="{DA93B67A-B6E9-480B-B5E2-A4DA8885FEC7}"/>
              </a:ext>
            </a:extLst>
          </p:cNvPr>
          <p:cNvSpPr/>
          <p:nvPr/>
        </p:nvSpPr>
        <p:spPr>
          <a:xfrm>
            <a:off x="2247140" y="2372158"/>
            <a:ext cx="1733344" cy="1401725"/>
          </a:xfrm>
          <a:custGeom>
            <a:avLst/>
            <a:gdLst>
              <a:gd name="connsiteX0" fmla="*/ 1320800 w 1325034"/>
              <a:gd name="connsiteY0" fmla="*/ 12700 h 952500"/>
              <a:gd name="connsiteX1" fmla="*/ 0 w 1325034"/>
              <a:gd name="connsiteY1" fmla="*/ 334434 h 952500"/>
              <a:gd name="connsiteX2" fmla="*/ 279400 w 1325034"/>
              <a:gd name="connsiteY2" fmla="*/ 334434 h 952500"/>
              <a:gd name="connsiteX3" fmla="*/ 279400 w 1325034"/>
              <a:gd name="connsiteY3" fmla="*/ 952500 h 952500"/>
              <a:gd name="connsiteX4" fmla="*/ 1325034 w 1325034"/>
              <a:gd name="connsiteY4" fmla="*/ 952500 h 952500"/>
              <a:gd name="connsiteX5" fmla="*/ 1325034 w 1325034"/>
              <a:gd name="connsiteY5" fmla="*/ 0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5034" h="952500">
                <a:moveTo>
                  <a:pt x="1320800" y="12700"/>
                </a:moveTo>
                <a:lnTo>
                  <a:pt x="0" y="334434"/>
                </a:lnTo>
                <a:lnTo>
                  <a:pt x="279400" y="334434"/>
                </a:lnTo>
                <a:lnTo>
                  <a:pt x="279400" y="952500"/>
                </a:lnTo>
                <a:lnTo>
                  <a:pt x="1325034" y="952500"/>
                </a:lnTo>
                <a:lnTo>
                  <a:pt x="1325034" y="0"/>
                </a:lnTo>
              </a:path>
            </a:pathLst>
          </a:custGeom>
          <a:solidFill>
            <a:schemeClr val="accent2">
              <a:lumMod val="50000"/>
            </a:schemeClr>
          </a:solidFill>
          <a:ln w="25400" cap="flat" cmpd="sng" algn="ctr">
            <a:noFill/>
            <a:prstDash val="solid"/>
          </a:ln>
          <a:effectLst/>
        </p:spPr>
        <p:txBody>
          <a:bodyPr lIns="74238" tIns="37119" rIns="74238" bIns="37119" rtlCol="0" anchor="ctr"/>
          <a:lstStyle/>
          <a:p>
            <a:pPr algn="ctr" defTabSz="742389">
              <a:defRPr/>
            </a:pPr>
            <a:endParaRPr lang="en-US" sz="1463" kern="0" dirty="0">
              <a:solidFill>
                <a:prstClr val="white"/>
              </a:solidFill>
              <a:latin typeface="Aptos" panose="020B0004020202020204" pitchFamily="34" charset="0"/>
            </a:endParaRPr>
          </a:p>
        </p:txBody>
      </p:sp>
      <p:sp>
        <p:nvSpPr>
          <p:cNvPr id="58" name="Freeform 43">
            <a:extLst>
              <a:ext uri="{FF2B5EF4-FFF2-40B4-BE49-F238E27FC236}">
                <a16:creationId xmlns:a16="http://schemas.microsoft.com/office/drawing/2014/main" id="{AD003187-4512-4F0D-81DC-415DB5622A0C}"/>
              </a:ext>
            </a:extLst>
          </p:cNvPr>
          <p:cNvSpPr/>
          <p:nvPr/>
        </p:nvSpPr>
        <p:spPr>
          <a:xfrm flipH="1">
            <a:off x="5867472" y="2372158"/>
            <a:ext cx="1733344" cy="1401725"/>
          </a:xfrm>
          <a:custGeom>
            <a:avLst/>
            <a:gdLst>
              <a:gd name="connsiteX0" fmla="*/ 1320800 w 1325034"/>
              <a:gd name="connsiteY0" fmla="*/ 12700 h 952500"/>
              <a:gd name="connsiteX1" fmla="*/ 0 w 1325034"/>
              <a:gd name="connsiteY1" fmla="*/ 334434 h 952500"/>
              <a:gd name="connsiteX2" fmla="*/ 279400 w 1325034"/>
              <a:gd name="connsiteY2" fmla="*/ 334434 h 952500"/>
              <a:gd name="connsiteX3" fmla="*/ 279400 w 1325034"/>
              <a:gd name="connsiteY3" fmla="*/ 952500 h 952500"/>
              <a:gd name="connsiteX4" fmla="*/ 1325034 w 1325034"/>
              <a:gd name="connsiteY4" fmla="*/ 952500 h 952500"/>
              <a:gd name="connsiteX5" fmla="*/ 1325034 w 1325034"/>
              <a:gd name="connsiteY5" fmla="*/ 0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5034" h="952500">
                <a:moveTo>
                  <a:pt x="1320800" y="12700"/>
                </a:moveTo>
                <a:lnTo>
                  <a:pt x="0" y="334434"/>
                </a:lnTo>
                <a:lnTo>
                  <a:pt x="279400" y="334434"/>
                </a:lnTo>
                <a:lnTo>
                  <a:pt x="279400" y="952500"/>
                </a:lnTo>
                <a:lnTo>
                  <a:pt x="1325034" y="952500"/>
                </a:lnTo>
                <a:lnTo>
                  <a:pt x="1325034" y="0"/>
                </a:lnTo>
              </a:path>
            </a:pathLst>
          </a:custGeom>
          <a:solidFill>
            <a:schemeClr val="accent6">
              <a:lumMod val="50000"/>
            </a:schemeClr>
          </a:solidFill>
          <a:ln w="25400" cap="flat" cmpd="sng" algn="ctr">
            <a:noFill/>
            <a:prstDash val="solid"/>
          </a:ln>
          <a:effectLst/>
        </p:spPr>
        <p:txBody>
          <a:bodyPr lIns="74238" tIns="37119" rIns="74238" bIns="37119" rtlCol="0" anchor="ctr"/>
          <a:lstStyle/>
          <a:p>
            <a:pPr algn="ctr" defTabSz="742389">
              <a:defRPr/>
            </a:pPr>
            <a:endParaRPr lang="en-US" sz="1463" kern="0" dirty="0">
              <a:solidFill>
                <a:prstClr val="white"/>
              </a:solidFill>
              <a:latin typeface="Aptos" panose="020B0004020202020204" pitchFamily="34" charset="0"/>
            </a:endParaRPr>
          </a:p>
        </p:txBody>
      </p:sp>
      <p:sp>
        <p:nvSpPr>
          <p:cNvPr id="59" name="Freeform 44">
            <a:extLst>
              <a:ext uri="{FF2B5EF4-FFF2-40B4-BE49-F238E27FC236}">
                <a16:creationId xmlns:a16="http://schemas.microsoft.com/office/drawing/2014/main" id="{B17F5B3A-E3D8-4EB0-BB98-40CB05E5D4C0}"/>
              </a:ext>
            </a:extLst>
          </p:cNvPr>
          <p:cNvSpPr/>
          <p:nvPr/>
        </p:nvSpPr>
        <p:spPr>
          <a:xfrm>
            <a:off x="2441710" y="3716604"/>
            <a:ext cx="116387" cy="85503"/>
          </a:xfrm>
          <a:custGeom>
            <a:avLst/>
            <a:gdLst>
              <a:gd name="connsiteX0" fmla="*/ 0 w 104775"/>
              <a:gd name="connsiteY0" fmla="*/ 128587 h 128587"/>
              <a:gd name="connsiteX1" fmla="*/ 103187 w 104775"/>
              <a:gd name="connsiteY1" fmla="*/ 0 h 128587"/>
              <a:gd name="connsiteX2" fmla="*/ 104775 w 104775"/>
              <a:gd name="connsiteY2" fmla="*/ 128587 h 128587"/>
              <a:gd name="connsiteX3" fmla="*/ 0 w 104775"/>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04775" h="128587">
                <a:moveTo>
                  <a:pt x="0" y="128587"/>
                </a:moveTo>
                <a:lnTo>
                  <a:pt x="103187" y="0"/>
                </a:lnTo>
                <a:cubicBezTo>
                  <a:pt x="103716" y="42862"/>
                  <a:pt x="104246" y="85725"/>
                  <a:pt x="104775" y="128587"/>
                </a:cubicBezTo>
                <a:lnTo>
                  <a:pt x="0" y="128587"/>
                </a:lnTo>
                <a:close/>
              </a:path>
            </a:pathLst>
          </a:custGeom>
          <a:solidFill>
            <a:sysClr val="window" lastClr="FFFFFF">
              <a:lumMod val="75000"/>
            </a:sysClr>
          </a:solidFill>
          <a:ln w="25400" cap="flat" cmpd="sng" algn="ctr">
            <a:noFill/>
            <a:prstDash val="solid"/>
          </a:ln>
          <a:effectLst/>
        </p:spPr>
        <p:txBody>
          <a:bodyPr lIns="74238" tIns="37119" rIns="74238" bIns="37119" rtlCol="0" anchor="ctr"/>
          <a:lstStyle/>
          <a:p>
            <a:pPr algn="ctr" defTabSz="742389">
              <a:defRPr/>
            </a:pPr>
            <a:endParaRPr lang="en-US" sz="1463" kern="0" dirty="0">
              <a:solidFill>
                <a:prstClr val="white"/>
              </a:solidFill>
              <a:latin typeface="Aptos" panose="020B0004020202020204" pitchFamily="34" charset="0"/>
            </a:endParaRPr>
          </a:p>
        </p:txBody>
      </p:sp>
      <p:sp>
        <p:nvSpPr>
          <p:cNvPr id="60" name="Rectangle 9">
            <a:extLst>
              <a:ext uri="{FF2B5EF4-FFF2-40B4-BE49-F238E27FC236}">
                <a16:creationId xmlns:a16="http://schemas.microsoft.com/office/drawing/2014/main" id="{72EF0B4D-5DD1-4B45-89C9-7B2991221C5B}"/>
              </a:ext>
            </a:extLst>
          </p:cNvPr>
          <p:cNvSpPr>
            <a:spLocks noChangeArrowheads="1"/>
          </p:cNvSpPr>
          <p:nvPr/>
        </p:nvSpPr>
        <p:spPr bwMode="gray">
          <a:xfrm>
            <a:off x="2444641" y="3800515"/>
            <a:ext cx="4956441" cy="548128"/>
          </a:xfrm>
          <a:prstGeom prst="rect">
            <a:avLst/>
          </a:prstGeom>
          <a:solidFill>
            <a:sysClr val="windowText" lastClr="000000">
              <a:lumMod val="65000"/>
              <a:lumOff val="35000"/>
            </a:sysClr>
          </a:solidFill>
          <a:ln w="9525">
            <a:noFill/>
            <a:miter lim="800000"/>
            <a:headEnd/>
            <a:tailEnd/>
          </a:ln>
        </p:spPr>
        <p:txBody>
          <a:bodyPr wrap="square" lIns="0" tIns="37119" rIns="0" bIns="0" anchor="t" anchorCtr="0">
            <a:noAutofit/>
          </a:bodyPr>
          <a:lstStyle/>
          <a:p>
            <a:pPr algn="ctr" defTabSz="639278">
              <a:lnSpc>
                <a:spcPct val="95000"/>
              </a:lnSpc>
              <a:spcBef>
                <a:spcPct val="80000"/>
              </a:spcBef>
              <a:buClr>
                <a:srgbClr val="313131"/>
              </a:buClr>
              <a:defRPr/>
            </a:pPr>
            <a:r>
              <a:rPr lang="en-GB" sz="1138" b="1" kern="0" dirty="0">
                <a:solidFill>
                  <a:prstClr val="white"/>
                </a:solidFill>
                <a:latin typeface="Aptos" panose="020B0004020202020204" pitchFamily="34" charset="0"/>
                <a:cs typeface="Arial" pitchFamily="34" charset="0"/>
              </a:rPr>
              <a:t>Lorem ipsum </a:t>
            </a:r>
          </a:p>
        </p:txBody>
      </p:sp>
      <p:sp>
        <p:nvSpPr>
          <p:cNvPr id="61" name="Rectangle 60">
            <a:extLst>
              <a:ext uri="{FF2B5EF4-FFF2-40B4-BE49-F238E27FC236}">
                <a16:creationId xmlns:a16="http://schemas.microsoft.com/office/drawing/2014/main" id="{0A714403-0AFC-4304-9EB0-64F3FC8980E2}"/>
              </a:ext>
            </a:extLst>
          </p:cNvPr>
          <p:cNvSpPr/>
          <p:nvPr/>
        </p:nvSpPr>
        <p:spPr>
          <a:xfrm rot="10800000" flipV="1">
            <a:off x="3220715" y="3960189"/>
            <a:ext cx="3452270" cy="375296"/>
          </a:xfrm>
          <a:prstGeom prst="rect">
            <a:avLst/>
          </a:prstGeom>
        </p:spPr>
        <p:txBody>
          <a:bodyPr wrap="square" lIns="0" tIns="0" rIns="0" bIns="0">
            <a:spAutoFit/>
          </a:bodyPr>
          <a:lstStyle/>
          <a:p>
            <a:pPr marL="0" lvl="1" algn="ctr" defTabSz="742389">
              <a:buSzPct val="65000"/>
              <a:defRPr/>
            </a:pPr>
            <a:r>
              <a:rPr lang="en-US" sz="813" kern="0" dirty="0">
                <a:solidFill>
                  <a:prstClr val="white"/>
                </a:solidFill>
                <a:latin typeface="Aptos" panose="020B0004020202020204" pitchFamily="34" charset="0"/>
              </a:rPr>
              <a:t>This is dummy text it is not here to be read. The is just text to show where you could insert text. This is dummy text it is not here to be read. </a:t>
            </a:r>
          </a:p>
          <a:p>
            <a:pPr marL="0" lvl="1" algn="ctr" defTabSz="742389">
              <a:buSzPct val="65000"/>
              <a:defRPr/>
            </a:pPr>
            <a:endParaRPr lang="en-US" sz="813" kern="0" dirty="0">
              <a:solidFill>
                <a:prstClr val="white"/>
              </a:solidFill>
              <a:latin typeface="Aptos" panose="020B0004020202020204" pitchFamily="34" charset="0"/>
            </a:endParaRPr>
          </a:p>
        </p:txBody>
      </p:sp>
      <p:sp>
        <p:nvSpPr>
          <p:cNvPr id="62" name="Rectangle 61">
            <a:extLst>
              <a:ext uri="{FF2B5EF4-FFF2-40B4-BE49-F238E27FC236}">
                <a16:creationId xmlns:a16="http://schemas.microsoft.com/office/drawing/2014/main" id="{21813416-D41F-4DAA-B217-D9B3DF4238C8}"/>
              </a:ext>
            </a:extLst>
          </p:cNvPr>
          <p:cNvSpPr/>
          <p:nvPr/>
        </p:nvSpPr>
        <p:spPr>
          <a:xfrm>
            <a:off x="5880756" y="3043815"/>
            <a:ext cx="1308005" cy="562333"/>
          </a:xfrm>
          <a:prstGeom prst="rect">
            <a:avLst/>
          </a:prstGeom>
        </p:spPr>
        <p:txBody>
          <a:bodyPr wrap="square" lIns="0" tIns="0" rIns="0" bIns="0">
            <a:spAutoFit/>
          </a:bodyPr>
          <a:lstStyle/>
          <a:p>
            <a:pPr marL="0" lvl="1" algn="ctr" defTabSz="742389">
              <a:buSzPct val="65000"/>
              <a:defRPr/>
            </a:pPr>
            <a:r>
              <a:rPr lang="en-US" sz="731" kern="0" dirty="0">
                <a:solidFill>
                  <a:prstClr val="white"/>
                </a:solidFill>
                <a:latin typeface="Aptos" panose="020B0004020202020204" pitchFamily="34" charset="0"/>
              </a:rPr>
              <a:t>This is dummy text it is not here to be read. The is just text to show where you could insert text. This is dummy text it is not here</a:t>
            </a:r>
          </a:p>
        </p:txBody>
      </p:sp>
      <p:sp>
        <p:nvSpPr>
          <p:cNvPr id="63" name="Rectangle 62">
            <a:extLst>
              <a:ext uri="{FF2B5EF4-FFF2-40B4-BE49-F238E27FC236}">
                <a16:creationId xmlns:a16="http://schemas.microsoft.com/office/drawing/2014/main" id="{290641D1-D9F4-4DED-B1B1-3EEB420F2848}"/>
              </a:ext>
            </a:extLst>
          </p:cNvPr>
          <p:cNvSpPr/>
          <p:nvPr/>
        </p:nvSpPr>
        <p:spPr>
          <a:xfrm>
            <a:off x="4219519" y="2947945"/>
            <a:ext cx="1400448" cy="562333"/>
          </a:xfrm>
          <a:prstGeom prst="rect">
            <a:avLst/>
          </a:prstGeom>
        </p:spPr>
        <p:txBody>
          <a:bodyPr wrap="square" lIns="0" tIns="0" rIns="0" bIns="0">
            <a:spAutoFit/>
          </a:bodyPr>
          <a:lstStyle/>
          <a:p>
            <a:pPr marL="0" lvl="1" algn="ctr" defTabSz="742389">
              <a:buSzPct val="65000"/>
              <a:defRPr/>
            </a:pPr>
            <a:r>
              <a:rPr lang="en-US" sz="731" kern="0" dirty="0">
                <a:solidFill>
                  <a:prstClr val="white"/>
                </a:solidFill>
                <a:latin typeface="Aptos" panose="020B0004020202020204" pitchFamily="34" charset="0"/>
              </a:rPr>
              <a:t>This is dummy text it is not here to be read. The is just text to show where you could insert text. This is dummy text it is not here to be read. </a:t>
            </a:r>
          </a:p>
        </p:txBody>
      </p:sp>
      <p:sp>
        <p:nvSpPr>
          <p:cNvPr id="65" name="Rectangle 64">
            <a:extLst>
              <a:ext uri="{FF2B5EF4-FFF2-40B4-BE49-F238E27FC236}">
                <a16:creationId xmlns:a16="http://schemas.microsoft.com/office/drawing/2014/main" id="{E4D60C62-73F6-4271-8124-8C1194642225}"/>
              </a:ext>
            </a:extLst>
          </p:cNvPr>
          <p:cNvSpPr/>
          <p:nvPr/>
        </p:nvSpPr>
        <p:spPr>
          <a:xfrm>
            <a:off x="2643861" y="3148221"/>
            <a:ext cx="1307791" cy="449867"/>
          </a:xfrm>
          <a:prstGeom prst="rect">
            <a:avLst/>
          </a:prstGeom>
        </p:spPr>
        <p:txBody>
          <a:bodyPr wrap="square" lIns="0" tIns="0" rIns="0" bIns="0">
            <a:spAutoFit/>
          </a:bodyPr>
          <a:lstStyle/>
          <a:p>
            <a:pPr marL="0" lvl="1" algn="ctr" defTabSz="742389">
              <a:buSzPct val="65000"/>
              <a:defRPr/>
            </a:pPr>
            <a:r>
              <a:rPr lang="en-US" sz="731" kern="0" dirty="0">
                <a:solidFill>
                  <a:prstClr val="white"/>
                </a:solidFill>
                <a:latin typeface="Aptos" panose="020B0004020202020204" pitchFamily="34" charset="0"/>
              </a:rPr>
              <a:t>This is dummy text it is not here to be read. The is just text to show where you could insert text. This is dummy text it is not</a:t>
            </a:r>
          </a:p>
        </p:txBody>
      </p:sp>
      <p:sp>
        <p:nvSpPr>
          <p:cNvPr id="71" name="Rectangle 11">
            <a:extLst>
              <a:ext uri="{FF2B5EF4-FFF2-40B4-BE49-F238E27FC236}">
                <a16:creationId xmlns:a16="http://schemas.microsoft.com/office/drawing/2014/main" id="{0CBDA811-6B73-4CB3-8949-7C36E7A5C818}"/>
              </a:ext>
            </a:extLst>
          </p:cNvPr>
          <p:cNvSpPr>
            <a:spLocks noChangeArrowheads="1"/>
          </p:cNvSpPr>
          <p:nvPr/>
        </p:nvSpPr>
        <p:spPr bwMode="gray">
          <a:xfrm flipH="1">
            <a:off x="6011387" y="2802260"/>
            <a:ext cx="1025044" cy="130741"/>
          </a:xfrm>
          <a:prstGeom prst="rect">
            <a:avLst/>
          </a:prstGeom>
          <a:noFill/>
          <a:ln w="9525">
            <a:noFill/>
            <a:miter lim="800000"/>
            <a:headEnd/>
            <a:tailEnd/>
          </a:ln>
        </p:spPr>
        <p:txBody>
          <a:bodyPr wrap="square" lIns="0" tIns="0" rIns="0" bIns="0" anchor="ctr" anchorCtr="0">
            <a:spAutoFit/>
          </a:bodyPr>
          <a:lstStyle/>
          <a:p>
            <a:pPr algn="ctr" defTabSz="639278">
              <a:lnSpc>
                <a:spcPct val="95000"/>
              </a:lnSpc>
              <a:spcBef>
                <a:spcPct val="80000"/>
              </a:spcBef>
              <a:buClr>
                <a:srgbClr val="313131"/>
              </a:buClr>
            </a:pPr>
            <a:r>
              <a:rPr lang="en-GB" sz="894" b="1" kern="0" dirty="0">
                <a:solidFill>
                  <a:prstClr val="white"/>
                </a:solidFill>
                <a:latin typeface="Aptos" panose="020B0004020202020204" pitchFamily="34" charset="0"/>
                <a:cs typeface="Arial" pitchFamily="34" charset="0"/>
              </a:rPr>
              <a:t>Lorem ipsum </a:t>
            </a:r>
          </a:p>
        </p:txBody>
      </p:sp>
      <p:sp>
        <p:nvSpPr>
          <p:cNvPr id="72" name="Rectangle 11">
            <a:extLst>
              <a:ext uri="{FF2B5EF4-FFF2-40B4-BE49-F238E27FC236}">
                <a16:creationId xmlns:a16="http://schemas.microsoft.com/office/drawing/2014/main" id="{3E30EA2B-6FB8-486E-8249-8DE994B673AC}"/>
              </a:ext>
            </a:extLst>
          </p:cNvPr>
          <p:cNvSpPr>
            <a:spLocks noChangeArrowheads="1"/>
          </p:cNvSpPr>
          <p:nvPr/>
        </p:nvSpPr>
        <p:spPr bwMode="gray">
          <a:xfrm flipH="1">
            <a:off x="4151953" y="2584988"/>
            <a:ext cx="1494842" cy="130741"/>
          </a:xfrm>
          <a:prstGeom prst="rect">
            <a:avLst/>
          </a:prstGeom>
          <a:noFill/>
          <a:ln w="9525">
            <a:noFill/>
            <a:miter lim="800000"/>
            <a:headEnd/>
            <a:tailEnd/>
          </a:ln>
        </p:spPr>
        <p:txBody>
          <a:bodyPr wrap="square" lIns="0" tIns="0" rIns="0" bIns="0" anchor="ctr" anchorCtr="0">
            <a:spAutoFit/>
          </a:bodyPr>
          <a:lstStyle/>
          <a:p>
            <a:pPr algn="ctr" defTabSz="639278">
              <a:lnSpc>
                <a:spcPct val="95000"/>
              </a:lnSpc>
              <a:spcBef>
                <a:spcPct val="80000"/>
              </a:spcBef>
              <a:buClr>
                <a:srgbClr val="313131"/>
              </a:buClr>
            </a:pPr>
            <a:r>
              <a:rPr lang="en-GB" sz="894" b="1" kern="0" dirty="0">
                <a:solidFill>
                  <a:prstClr val="white"/>
                </a:solidFill>
                <a:latin typeface="Aptos" panose="020B0004020202020204" pitchFamily="34" charset="0"/>
                <a:cs typeface="Arial" pitchFamily="34" charset="0"/>
              </a:rPr>
              <a:t>Lorem ipsum </a:t>
            </a:r>
          </a:p>
        </p:txBody>
      </p:sp>
      <p:sp>
        <p:nvSpPr>
          <p:cNvPr id="73" name="Rectangle 11">
            <a:extLst>
              <a:ext uri="{FF2B5EF4-FFF2-40B4-BE49-F238E27FC236}">
                <a16:creationId xmlns:a16="http://schemas.microsoft.com/office/drawing/2014/main" id="{523F16DE-A9EC-43F1-9BF6-B41F43A5DF62}"/>
              </a:ext>
            </a:extLst>
          </p:cNvPr>
          <p:cNvSpPr>
            <a:spLocks noChangeArrowheads="1"/>
          </p:cNvSpPr>
          <p:nvPr/>
        </p:nvSpPr>
        <p:spPr bwMode="gray">
          <a:xfrm flipH="1">
            <a:off x="2663115" y="2878591"/>
            <a:ext cx="1119428" cy="130741"/>
          </a:xfrm>
          <a:prstGeom prst="rect">
            <a:avLst/>
          </a:prstGeom>
          <a:noFill/>
          <a:ln w="9525">
            <a:noFill/>
            <a:miter lim="800000"/>
            <a:headEnd/>
            <a:tailEnd/>
          </a:ln>
        </p:spPr>
        <p:txBody>
          <a:bodyPr wrap="square" lIns="0" tIns="0" rIns="0" bIns="0" anchor="ctr" anchorCtr="0">
            <a:spAutoFit/>
          </a:bodyPr>
          <a:lstStyle/>
          <a:p>
            <a:pPr algn="ctr" defTabSz="639278">
              <a:lnSpc>
                <a:spcPct val="95000"/>
              </a:lnSpc>
              <a:spcBef>
                <a:spcPct val="80000"/>
              </a:spcBef>
              <a:buClr>
                <a:srgbClr val="313131"/>
              </a:buClr>
            </a:pPr>
            <a:r>
              <a:rPr lang="en-GB" sz="894" b="1" kern="0" dirty="0">
                <a:solidFill>
                  <a:prstClr val="white"/>
                </a:solidFill>
                <a:latin typeface="Aptos" panose="020B0004020202020204" pitchFamily="34" charset="0"/>
                <a:cs typeface="Arial" pitchFamily="34" charset="0"/>
              </a:rPr>
              <a:t>Lorem ipsum </a:t>
            </a:r>
          </a:p>
        </p:txBody>
      </p:sp>
      <p:sp>
        <p:nvSpPr>
          <p:cNvPr id="75" name="TextBox 74">
            <a:extLst>
              <a:ext uri="{FF2B5EF4-FFF2-40B4-BE49-F238E27FC236}">
                <a16:creationId xmlns:a16="http://schemas.microsoft.com/office/drawing/2014/main" id="{CD07063E-B6F9-4B78-8DBE-D5B63DC1E402}"/>
              </a:ext>
            </a:extLst>
          </p:cNvPr>
          <p:cNvSpPr txBox="1"/>
          <p:nvPr/>
        </p:nvSpPr>
        <p:spPr>
          <a:xfrm>
            <a:off x="436669" y="5377706"/>
            <a:ext cx="1348683" cy="225004"/>
          </a:xfrm>
          <a:prstGeom prst="rect">
            <a:avLst/>
          </a:prstGeom>
          <a:noFill/>
        </p:spPr>
        <p:txBody>
          <a:bodyPr wrap="square" lIns="74238" tIns="37119" rIns="74238" bIns="37119" rtlCol="0">
            <a:spAutoFit/>
          </a:bodyPr>
          <a:lstStyle/>
          <a:p>
            <a:pPr algn="ctr" defTabSz="742389">
              <a:defRPr/>
            </a:pPr>
            <a:r>
              <a:rPr lang="en-US" sz="975" b="1" kern="0" dirty="0">
                <a:solidFill>
                  <a:prstClr val="black"/>
                </a:solidFill>
                <a:latin typeface="Aptos" panose="020B0004020202020204" pitchFamily="34" charset="0"/>
              </a:rPr>
              <a:t>Lorem ipsum </a:t>
            </a:r>
          </a:p>
        </p:txBody>
      </p:sp>
      <p:sp>
        <p:nvSpPr>
          <p:cNvPr id="76" name="TextBox 75">
            <a:extLst>
              <a:ext uri="{FF2B5EF4-FFF2-40B4-BE49-F238E27FC236}">
                <a16:creationId xmlns:a16="http://schemas.microsoft.com/office/drawing/2014/main" id="{AF87D512-D73B-4B0A-A71D-2E71F1F1F58C}"/>
              </a:ext>
            </a:extLst>
          </p:cNvPr>
          <p:cNvSpPr txBox="1"/>
          <p:nvPr/>
        </p:nvSpPr>
        <p:spPr>
          <a:xfrm>
            <a:off x="2060736" y="5377705"/>
            <a:ext cx="1132860" cy="225004"/>
          </a:xfrm>
          <a:prstGeom prst="rect">
            <a:avLst/>
          </a:prstGeom>
          <a:noFill/>
        </p:spPr>
        <p:txBody>
          <a:bodyPr wrap="square" lIns="74238" tIns="37119" rIns="74238" bIns="37119" rtlCol="0">
            <a:spAutoFit/>
          </a:bodyPr>
          <a:lstStyle/>
          <a:p>
            <a:pPr algn="ctr" defTabSz="742389">
              <a:defRPr/>
            </a:pPr>
            <a:r>
              <a:rPr lang="en-US" sz="975" b="1" kern="0" dirty="0">
                <a:solidFill>
                  <a:prstClr val="black"/>
                </a:solidFill>
                <a:latin typeface="Aptos" panose="020B0004020202020204" pitchFamily="34" charset="0"/>
              </a:rPr>
              <a:t>Lorem ipsum </a:t>
            </a:r>
          </a:p>
        </p:txBody>
      </p:sp>
      <p:sp>
        <p:nvSpPr>
          <p:cNvPr id="77" name="TextBox 76">
            <a:extLst>
              <a:ext uri="{FF2B5EF4-FFF2-40B4-BE49-F238E27FC236}">
                <a16:creationId xmlns:a16="http://schemas.microsoft.com/office/drawing/2014/main" id="{CC46852B-0FEB-46C9-B6BD-8DD7E2EE73E8}"/>
              </a:ext>
            </a:extLst>
          </p:cNvPr>
          <p:cNvSpPr txBox="1"/>
          <p:nvPr/>
        </p:nvSpPr>
        <p:spPr>
          <a:xfrm>
            <a:off x="3581073" y="5377706"/>
            <a:ext cx="1132860" cy="225004"/>
          </a:xfrm>
          <a:prstGeom prst="rect">
            <a:avLst/>
          </a:prstGeom>
          <a:noFill/>
        </p:spPr>
        <p:txBody>
          <a:bodyPr wrap="square" lIns="74238" tIns="37119" rIns="74238" bIns="37119" rtlCol="0">
            <a:spAutoFit/>
          </a:bodyPr>
          <a:lstStyle/>
          <a:p>
            <a:pPr algn="ctr" defTabSz="742389">
              <a:defRPr/>
            </a:pPr>
            <a:r>
              <a:rPr lang="en-US" sz="975" b="1" kern="0" dirty="0">
                <a:solidFill>
                  <a:prstClr val="black"/>
                </a:solidFill>
                <a:latin typeface="Aptos" panose="020B0004020202020204" pitchFamily="34" charset="0"/>
              </a:rPr>
              <a:t>Lorem ipsum </a:t>
            </a:r>
          </a:p>
        </p:txBody>
      </p:sp>
      <p:sp>
        <p:nvSpPr>
          <p:cNvPr id="78" name="TextBox 77">
            <a:extLst>
              <a:ext uri="{FF2B5EF4-FFF2-40B4-BE49-F238E27FC236}">
                <a16:creationId xmlns:a16="http://schemas.microsoft.com/office/drawing/2014/main" id="{509D320F-6654-4B13-A7FA-C5E0C293A2CC}"/>
              </a:ext>
            </a:extLst>
          </p:cNvPr>
          <p:cNvSpPr txBox="1"/>
          <p:nvPr/>
        </p:nvSpPr>
        <p:spPr>
          <a:xfrm>
            <a:off x="4982378" y="5377706"/>
            <a:ext cx="1384717" cy="225004"/>
          </a:xfrm>
          <a:prstGeom prst="rect">
            <a:avLst/>
          </a:prstGeom>
          <a:noFill/>
        </p:spPr>
        <p:txBody>
          <a:bodyPr wrap="square" lIns="74238" tIns="37119" rIns="74238" bIns="37119" rtlCol="0">
            <a:spAutoFit/>
          </a:bodyPr>
          <a:lstStyle/>
          <a:p>
            <a:pPr algn="ctr" defTabSz="742389">
              <a:defRPr/>
            </a:pPr>
            <a:r>
              <a:rPr lang="en-US" sz="975" b="1" kern="0" dirty="0">
                <a:solidFill>
                  <a:prstClr val="black"/>
                </a:solidFill>
                <a:latin typeface="Aptos" panose="020B0004020202020204" pitchFamily="34" charset="0"/>
              </a:rPr>
              <a:t>Lorem ipsum </a:t>
            </a:r>
          </a:p>
        </p:txBody>
      </p:sp>
      <p:sp>
        <p:nvSpPr>
          <p:cNvPr id="79" name="TextBox 78">
            <a:extLst>
              <a:ext uri="{FF2B5EF4-FFF2-40B4-BE49-F238E27FC236}">
                <a16:creationId xmlns:a16="http://schemas.microsoft.com/office/drawing/2014/main" id="{9EC24183-9641-4D63-ABC1-FC019AFE66CC}"/>
              </a:ext>
            </a:extLst>
          </p:cNvPr>
          <p:cNvSpPr txBox="1"/>
          <p:nvPr/>
        </p:nvSpPr>
        <p:spPr>
          <a:xfrm>
            <a:off x="6367094" y="5377706"/>
            <a:ext cx="1651289" cy="225004"/>
          </a:xfrm>
          <a:prstGeom prst="rect">
            <a:avLst/>
          </a:prstGeom>
          <a:noFill/>
        </p:spPr>
        <p:txBody>
          <a:bodyPr wrap="square" lIns="74238" tIns="37119" rIns="74238" bIns="37119" rtlCol="0">
            <a:spAutoFit/>
          </a:bodyPr>
          <a:lstStyle/>
          <a:p>
            <a:pPr algn="ctr" defTabSz="742389">
              <a:defRPr/>
            </a:pPr>
            <a:r>
              <a:rPr lang="en-US" sz="975" b="1" kern="0" dirty="0">
                <a:solidFill>
                  <a:prstClr val="black"/>
                </a:solidFill>
                <a:latin typeface="Aptos" panose="020B0004020202020204" pitchFamily="34" charset="0"/>
              </a:rPr>
              <a:t>Lorem ipsum </a:t>
            </a:r>
          </a:p>
        </p:txBody>
      </p:sp>
      <p:sp>
        <p:nvSpPr>
          <p:cNvPr id="80" name="TextBox 79">
            <a:extLst>
              <a:ext uri="{FF2B5EF4-FFF2-40B4-BE49-F238E27FC236}">
                <a16:creationId xmlns:a16="http://schemas.microsoft.com/office/drawing/2014/main" id="{F0E6B577-27F8-427E-826A-C0289DB6700D}"/>
              </a:ext>
            </a:extLst>
          </p:cNvPr>
          <p:cNvSpPr txBox="1"/>
          <p:nvPr/>
        </p:nvSpPr>
        <p:spPr>
          <a:xfrm>
            <a:off x="7970193" y="5377706"/>
            <a:ext cx="1506810" cy="225004"/>
          </a:xfrm>
          <a:prstGeom prst="rect">
            <a:avLst/>
          </a:prstGeom>
          <a:noFill/>
        </p:spPr>
        <p:txBody>
          <a:bodyPr wrap="square" lIns="74238" tIns="37119" rIns="74238" bIns="37119" rtlCol="0">
            <a:spAutoFit/>
          </a:bodyPr>
          <a:lstStyle/>
          <a:p>
            <a:pPr algn="ctr" defTabSz="742389">
              <a:defRPr/>
            </a:pPr>
            <a:r>
              <a:rPr lang="en-US" sz="975" b="1" kern="0" dirty="0">
                <a:solidFill>
                  <a:prstClr val="black"/>
                </a:solidFill>
                <a:latin typeface="Aptos" panose="020B0004020202020204" pitchFamily="34" charset="0"/>
              </a:rPr>
              <a:t>Lorem ipsum </a:t>
            </a:r>
          </a:p>
        </p:txBody>
      </p:sp>
      <p:sp>
        <p:nvSpPr>
          <p:cNvPr id="81" name="Freeform 66">
            <a:extLst>
              <a:ext uri="{FF2B5EF4-FFF2-40B4-BE49-F238E27FC236}">
                <a16:creationId xmlns:a16="http://schemas.microsoft.com/office/drawing/2014/main" id="{ED563F1D-C1BF-40BE-B82E-D82A6CAE18DA}"/>
              </a:ext>
            </a:extLst>
          </p:cNvPr>
          <p:cNvSpPr/>
          <p:nvPr/>
        </p:nvSpPr>
        <p:spPr>
          <a:xfrm>
            <a:off x="431497" y="4371831"/>
            <a:ext cx="2747796" cy="741735"/>
          </a:xfrm>
          <a:custGeom>
            <a:avLst/>
            <a:gdLst>
              <a:gd name="connsiteX0" fmla="*/ 1058333 w 6358466"/>
              <a:gd name="connsiteY0" fmla="*/ 0 h 1134533"/>
              <a:gd name="connsiteX1" fmla="*/ 5223933 w 6358466"/>
              <a:gd name="connsiteY1" fmla="*/ 0 h 1134533"/>
              <a:gd name="connsiteX2" fmla="*/ 6358466 w 6358466"/>
              <a:gd name="connsiteY2" fmla="*/ 1134533 h 1134533"/>
              <a:gd name="connsiteX3" fmla="*/ 0 w 6358466"/>
              <a:gd name="connsiteY3" fmla="*/ 1134533 h 1134533"/>
              <a:gd name="connsiteX4" fmla="*/ 1058333 w 6358466"/>
              <a:gd name="connsiteY4" fmla="*/ 0 h 1134533"/>
              <a:gd name="connsiteX0" fmla="*/ 1309325 w 6358466"/>
              <a:gd name="connsiteY0" fmla="*/ 0 h 1140883"/>
              <a:gd name="connsiteX1" fmla="*/ 5223933 w 6358466"/>
              <a:gd name="connsiteY1" fmla="*/ 635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7620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76200 h 1140883"/>
              <a:gd name="connsiteX0" fmla="*/ 1309325 w 6358466"/>
              <a:gd name="connsiteY0" fmla="*/ 0 h 1064683"/>
              <a:gd name="connsiteX1" fmla="*/ 1921518 w 6358466"/>
              <a:gd name="connsiteY1" fmla="*/ 0 h 1064683"/>
              <a:gd name="connsiteX2" fmla="*/ 6358466 w 6358466"/>
              <a:gd name="connsiteY2" fmla="*/ 1064683 h 1064683"/>
              <a:gd name="connsiteX3" fmla="*/ 0 w 6358466"/>
              <a:gd name="connsiteY3" fmla="*/ 1064683 h 1064683"/>
              <a:gd name="connsiteX4" fmla="*/ 1309325 w 6358466"/>
              <a:gd name="connsiteY4" fmla="*/ 0 h 1064683"/>
              <a:gd name="connsiteX0" fmla="*/ 1309325 w 1921518"/>
              <a:gd name="connsiteY0" fmla="*/ 0 h 1115483"/>
              <a:gd name="connsiteX1" fmla="*/ 1921518 w 1921518"/>
              <a:gd name="connsiteY1" fmla="*/ 0 h 1115483"/>
              <a:gd name="connsiteX2" fmla="*/ 1035298 w 1921518"/>
              <a:gd name="connsiteY2" fmla="*/ 1115483 h 1115483"/>
              <a:gd name="connsiteX3" fmla="*/ 0 w 1921518"/>
              <a:gd name="connsiteY3" fmla="*/ 1064683 h 1115483"/>
              <a:gd name="connsiteX4" fmla="*/ 1309325 w 1921518"/>
              <a:gd name="connsiteY4" fmla="*/ 0 h 1115483"/>
              <a:gd name="connsiteX0" fmla="*/ 1300781 w 1912974"/>
              <a:gd name="connsiteY0" fmla="*/ 0 h 1115483"/>
              <a:gd name="connsiteX1" fmla="*/ 1912974 w 1912974"/>
              <a:gd name="connsiteY1" fmla="*/ 0 h 1115483"/>
              <a:gd name="connsiteX2" fmla="*/ 1026754 w 1912974"/>
              <a:gd name="connsiteY2" fmla="*/ 1115483 h 1115483"/>
              <a:gd name="connsiteX3" fmla="*/ 0 w 1912974"/>
              <a:gd name="connsiteY3" fmla="*/ 1115483 h 1115483"/>
              <a:gd name="connsiteX4" fmla="*/ 1300781 w 1912974"/>
              <a:gd name="connsiteY4" fmla="*/ 0 h 1115483"/>
              <a:gd name="connsiteX0" fmla="*/ 1525072 w 2137265"/>
              <a:gd name="connsiteY0" fmla="*/ 0 h 1115483"/>
              <a:gd name="connsiteX1" fmla="*/ 2137265 w 2137265"/>
              <a:gd name="connsiteY1" fmla="*/ 0 h 1115483"/>
              <a:gd name="connsiteX2" fmla="*/ 1251045 w 2137265"/>
              <a:gd name="connsiteY2" fmla="*/ 1115483 h 1115483"/>
              <a:gd name="connsiteX3" fmla="*/ 0 w 2137265"/>
              <a:gd name="connsiteY3" fmla="*/ 1115483 h 1115483"/>
              <a:gd name="connsiteX4" fmla="*/ 1525072 w 2137265"/>
              <a:gd name="connsiteY4" fmla="*/ 0 h 1115483"/>
              <a:gd name="connsiteX0" fmla="*/ 1525072 w 2137265"/>
              <a:gd name="connsiteY0" fmla="*/ 0 h 1115483"/>
              <a:gd name="connsiteX1" fmla="*/ 2137265 w 2137265"/>
              <a:gd name="connsiteY1" fmla="*/ 0 h 1115483"/>
              <a:gd name="connsiteX2" fmla="*/ 1030314 w 2137265"/>
              <a:gd name="connsiteY2" fmla="*/ 1111249 h 1115483"/>
              <a:gd name="connsiteX3" fmla="*/ 0 w 2137265"/>
              <a:gd name="connsiteY3" fmla="*/ 1115483 h 1115483"/>
              <a:gd name="connsiteX4" fmla="*/ 1525072 w 2137265"/>
              <a:gd name="connsiteY4" fmla="*/ 0 h 1115483"/>
              <a:gd name="connsiteX0" fmla="*/ 1589155 w 2137265"/>
              <a:gd name="connsiteY0" fmla="*/ 0 h 1115483"/>
              <a:gd name="connsiteX1" fmla="*/ 2137265 w 2137265"/>
              <a:gd name="connsiteY1" fmla="*/ 0 h 1115483"/>
              <a:gd name="connsiteX2" fmla="*/ 1030314 w 2137265"/>
              <a:gd name="connsiteY2" fmla="*/ 1111249 h 1115483"/>
              <a:gd name="connsiteX3" fmla="*/ 0 w 2137265"/>
              <a:gd name="connsiteY3" fmla="*/ 1115483 h 1115483"/>
              <a:gd name="connsiteX4" fmla="*/ 1589155 w 2137265"/>
              <a:gd name="connsiteY4" fmla="*/ 0 h 1115483"/>
              <a:gd name="connsiteX0" fmla="*/ 1589155 w 2080302"/>
              <a:gd name="connsiteY0" fmla="*/ 0 h 1115483"/>
              <a:gd name="connsiteX1" fmla="*/ 2080302 w 2080302"/>
              <a:gd name="connsiteY1" fmla="*/ 4233 h 1115483"/>
              <a:gd name="connsiteX2" fmla="*/ 1030314 w 2080302"/>
              <a:gd name="connsiteY2" fmla="*/ 1111249 h 1115483"/>
              <a:gd name="connsiteX3" fmla="*/ 0 w 2080302"/>
              <a:gd name="connsiteY3" fmla="*/ 1115483 h 1115483"/>
              <a:gd name="connsiteX4" fmla="*/ 1589155 w 2080302"/>
              <a:gd name="connsiteY4" fmla="*/ 0 h 111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02" h="1115483">
                <a:moveTo>
                  <a:pt x="1589155" y="0"/>
                </a:moveTo>
                <a:lnTo>
                  <a:pt x="2080302" y="4233"/>
                </a:lnTo>
                <a:lnTo>
                  <a:pt x="1030314" y="1111249"/>
                </a:lnTo>
                <a:lnTo>
                  <a:pt x="0" y="1115483"/>
                </a:lnTo>
                <a:lnTo>
                  <a:pt x="1589155" y="0"/>
                </a:lnTo>
                <a:close/>
              </a:path>
            </a:pathLst>
          </a:custGeom>
          <a:gradFill>
            <a:gsLst>
              <a:gs pos="0">
                <a:sysClr val="window" lastClr="FFFFFF">
                  <a:lumMod val="50000"/>
                </a:sysClr>
              </a:gs>
              <a:gs pos="100000">
                <a:sysClr val="window" lastClr="FFFFFF">
                  <a:lumMod val="95000"/>
                </a:sysClr>
              </a:gs>
            </a:gsLst>
            <a:lin ang="5400000" scaled="1"/>
          </a:gradFill>
          <a:ln w="25400" cap="flat" cmpd="sng" algn="ctr">
            <a:noFill/>
            <a:prstDash val="solid"/>
          </a:ln>
          <a:effectLst/>
        </p:spPr>
        <p:txBody>
          <a:bodyPr lIns="74238" tIns="37119" rIns="74238" bIns="37119" rtlCol="0" anchor="ctr"/>
          <a:lstStyle/>
          <a:p>
            <a:pPr algn="ctr" defTabSz="742389">
              <a:defRPr/>
            </a:pPr>
            <a:endParaRPr lang="en-US" sz="1463" kern="0" dirty="0">
              <a:solidFill>
                <a:prstClr val="white"/>
              </a:solidFill>
              <a:latin typeface="Aptos" panose="020B0004020202020204" pitchFamily="34" charset="0"/>
            </a:endParaRPr>
          </a:p>
        </p:txBody>
      </p:sp>
      <p:sp>
        <p:nvSpPr>
          <p:cNvPr id="82" name="Freeform 67">
            <a:extLst>
              <a:ext uri="{FF2B5EF4-FFF2-40B4-BE49-F238E27FC236}">
                <a16:creationId xmlns:a16="http://schemas.microsoft.com/office/drawing/2014/main" id="{0889A2F5-2A06-4B88-887F-FE161B019E3D}"/>
              </a:ext>
            </a:extLst>
          </p:cNvPr>
          <p:cNvSpPr/>
          <p:nvPr/>
        </p:nvSpPr>
        <p:spPr>
          <a:xfrm>
            <a:off x="1938893" y="4369016"/>
            <a:ext cx="2083803" cy="738921"/>
          </a:xfrm>
          <a:custGeom>
            <a:avLst/>
            <a:gdLst>
              <a:gd name="connsiteX0" fmla="*/ 1058333 w 6358466"/>
              <a:gd name="connsiteY0" fmla="*/ 0 h 1134533"/>
              <a:gd name="connsiteX1" fmla="*/ 5223933 w 6358466"/>
              <a:gd name="connsiteY1" fmla="*/ 0 h 1134533"/>
              <a:gd name="connsiteX2" fmla="*/ 6358466 w 6358466"/>
              <a:gd name="connsiteY2" fmla="*/ 1134533 h 1134533"/>
              <a:gd name="connsiteX3" fmla="*/ 0 w 6358466"/>
              <a:gd name="connsiteY3" fmla="*/ 1134533 h 1134533"/>
              <a:gd name="connsiteX4" fmla="*/ 1058333 w 6358466"/>
              <a:gd name="connsiteY4" fmla="*/ 0 h 1134533"/>
              <a:gd name="connsiteX0" fmla="*/ 1309325 w 6358466"/>
              <a:gd name="connsiteY0" fmla="*/ 0 h 1140883"/>
              <a:gd name="connsiteX1" fmla="*/ 5223933 w 6358466"/>
              <a:gd name="connsiteY1" fmla="*/ 635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7620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76200 h 1140883"/>
              <a:gd name="connsiteX0" fmla="*/ 1309325 w 6358466"/>
              <a:gd name="connsiteY0" fmla="*/ 0 h 1064683"/>
              <a:gd name="connsiteX1" fmla="*/ 1921518 w 6358466"/>
              <a:gd name="connsiteY1" fmla="*/ 0 h 1064683"/>
              <a:gd name="connsiteX2" fmla="*/ 6358466 w 6358466"/>
              <a:gd name="connsiteY2" fmla="*/ 1064683 h 1064683"/>
              <a:gd name="connsiteX3" fmla="*/ 0 w 6358466"/>
              <a:gd name="connsiteY3" fmla="*/ 1064683 h 1064683"/>
              <a:gd name="connsiteX4" fmla="*/ 1309325 w 6358466"/>
              <a:gd name="connsiteY4" fmla="*/ 0 h 1064683"/>
              <a:gd name="connsiteX0" fmla="*/ 1309325 w 1921518"/>
              <a:gd name="connsiteY0" fmla="*/ 0 h 1115483"/>
              <a:gd name="connsiteX1" fmla="*/ 1921518 w 1921518"/>
              <a:gd name="connsiteY1" fmla="*/ 0 h 1115483"/>
              <a:gd name="connsiteX2" fmla="*/ 1035298 w 1921518"/>
              <a:gd name="connsiteY2" fmla="*/ 1115483 h 1115483"/>
              <a:gd name="connsiteX3" fmla="*/ 0 w 1921518"/>
              <a:gd name="connsiteY3" fmla="*/ 1064683 h 1115483"/>
              <a:gd name="connsiteX4" fmla="*/ 1309325 w 1921518"/>
              <a:gd name="connsiteY4" fmla="*/ 0 h 1115483"/>
              <a:gd name="connsiteX0" fmla="*/ 1300781 w 1912974"/>
              <a:gd name="connsiteY0" fmla="*/ 0 h 1115483"/>
              <a:gd name="connsiteX1" fmla="*/ 1912974 w 1912974"/>
              <a:gd name="connsiteY1" fmla="*/ 0 h 1115483"/>
              <a:gd name="connsiteX2" fmla="*/ 1026754 w 1912974"/>
              <a:gd name="connsiteY2" fmla="*/ 1115483 h 1115483"/>
              <a:gd name="connsiteX3" fmla="*/ 0 w 1912974"/>
              <a:gd name="connsiteY3" fmla="*/ 1115483 h 1115483"/>
              <a:gd name="connsiteX4" fmla="*/ 1300781 w 1912974"/>
              <a:gd name="connsiteY4" fmla="*/ 0 h 1115483"/>
              <a:gd name="connsiteX0" fmla="*/ 1300781 w 1912974"/>
              <a:gd name="connsiteY0" fmla="*/ 0 h 1115483"/>
              <a:gd name="connsiteX1" fmla="*/ 1912974 w 1912974"/>
              <a:gd name="connsiteY1" fmla="*/ 0 h 1115483"/>
              <a:gd name="connsiteX2" fmla="*/ 1471064 w 1912974"/>
              <a:gd name="connsiteY2" fmla="*/ 1115483 h 1115483"/>
              <a:gd name="connsiteX3" fmla="*/ 0 w 1912974"/>
              <a:gd name="connsiteY3" fmla="*/ 1115483 h 1115483"/>
              <a:gd name="connsiteX4" fmla="*/ 1300781 w 1912974"/>
              <a:gd name="connsiteY4" fmla="*/ 0 h 1115483"/>
              <a:gd name="connsiteX0" fmla="*/ 869288 w 1481481"/>
              <a:gd name="connsiteY0" fmla="*/ 0 h 1115483"/>
              <a:gd name="connsiteX1" fmla="*/ 1481481 w 1481481"/>
              <a:gd name="connsiteY1" fmla="*/ 0 h 1115483"/>
              <a:gd name="connsiteX2" fmla="*/ 1039571 w 1481481"/>
              <a:gd name="connsiteY2" fmla="*/ 1115483 h 1115483"/>
              <a:gd name="connsiteX3" fmla="*/ 0 w 1481481"/>
              <a:gd name="connsiteY3" fmla="*/ 1115483 h 1115483"/>
              <a:gd name="connsiteX4" fmla="*/ 869288 w 1481481"/>
              <a:gd name="connsiteY4" fmla="*/ 0 h 1115483"/>
              <a:gd name="connsiteX0" fmla="*/ 1008135 w 1620328"/>
              <a:gd name="connsiteY0" fmla="*/ 0 h 1115483"/>
              <a:gd name="connsiteX1" fmla="*/ 1620328 w 1620328"/>
              <a:gd name="connsiteY1" fmla="*/ 0 h 1115483"/>
              <a:gd name="connsiteX2" fmla="*/ 1178418 w 1620328"/>
              <a:gd name="connsiteY2" fmla="*/ 1115483 h 1115483"/>
              <a:gd name="connsiteX3" fmla="*/ 0 w 1620328"/>
              <a:gd name="connsiteY3" fmla="*/ 1107016 h 1115483"/>
              <a:gd name="connsiteX4" fmla="*/ 1008135 w 1620328"/>
              <a:gd name="connsiteY4" fmla="*/ 0 h 1115483"/>
              <a:gd name="connsiteX0" fmla="*/ 1008135 w 1620328"/>
              <a:gd name="connsiteY0" fmla="*/ 0 h 1107016"/>
              <a:gd name="connsiteX1" fmla="*/ 1620328 w 1620328"/>
              <a:gd name="connsiteY1" fmla="*/ 0 h 1107016"/>
              <a:gd name="connsiteX2" fmla="*/ 1036011 w 1620328"/>
              <a:gd name="connsiteY2" fmla="*/ 1107016 h 1107016"/>
              <a:gd name="connsiteX3" fmla="*/ 0 w 1620328"/>
              <a:gd name="connsiteY3" fmla="*/ 1107016 h 1107016"/>
              <a:gd name="connsiteX4" fmla="*/ 1008135 w 1620328"/>
              <a:gd name="connsiteY4" fmla="*/ 0 h 1107016"/>
              <a:gd name="connsiteX0" fmla="*/ 1008135 w 1577606"/>
              <a:gd name="connsiteY0" fmla="*/ 4234 h 1111250"/>
              <a:gd name="connsiteX1" fmla="*/ 1577606 w 1577606"/>
              <a:gd name="connsiteY1" fmla="*/ 0 h 1111250"/>
              <a:gd name="connsiteX2" fmla="*/ 1036011 w 1577606"/>
              <a:gd name="connsiteY2" fmla="*/ 1111250 h 1111250"/>
              <a:gd name="connsiteX3" fmla="*/ 0 w 1577606"/>
              <a:gd name="connsiteY3" fmla="*/ 1111250 h 1111250"/>
              <a:gd name="connsiteX4" fmla="*/ 1008135 w 1577606"/>
              <a:gd name="connsiteY4" fmla="*/ 4234 h 1111250"/>
              <a:gd name="connsiteX0" fmla="*/ 1057977 w 1577606"/>
              <a:gd name="connsiteY0" fmla="*/ 4234 h 1111250"/>
              <a:gd name="connsiteX1" fmla="*/ 1577606 w 1577606"/>
              <a:gd name="connsiteY1" fmla="*/ 0 h 1111250"/>
              <a:gd name="connsiteX2" fmla="*/ 1036011 w 1577606"/>
              <a:gd name="connsiteY2" fmla="*/ 1111250 h 1111250"/>
              <a:gd name="connsiteX3" fmla="*/ 0 w 1577606"/>
              <a:gd name="connsiteY3" fmla="*/ 1111250 h 1111250"/>
              <a:gd name="connsiteX4" fmla="*/ 1057977 w 1577606"/>
              <a:gd name="connsiteY4" fmla="*/ 4234 h 1111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7606" h="1111250">
                <a:moveTo>
                  <a:pt x="1057977" y="4234"/>
                </a:moveTo>
                <a:lnTo>
                  <a:pt x="1577606" y="0"/>
                </a:lnTo>
                <a:lnTo>
                  <a:pt x="1036011" y="1111250"/>
                </a:lnTo>
                <a:lnTo>
                  <a:pt x="0" y="1111250"/>
                </a:lnTo>
                <a:lnTo>
                  <a:pt x="1057977" y="4234"/>
                </a:lnTo>
                <a:close/>
              </a:path>
            </a:pathLst>
          </a:custGeom>
          <a:gradFill>
            <a:gsLst>
              <a:gs pos="0">
                <a:sysClr val="window" lastClr="FFFFFF">
                  <a:lumMod val="50000"/>
                </a:sysClr>
              </a:gs>
              <a:gs pos="100000">
                <a:sysClr val="window" lastClr="FFFFFF">
                  <a:lumMod val="95000"/>
                </a:sysClr>
              </a:gs>
            </a:gsLst>
            <a:lin ang="5400000" scaled="1"/>
          </a:gradFill>
          <a:ln w="25400" cap="flat" cmpd="sng" algn="ctr">
            <a:noFill/>
            <a:prstDash val="solid"/>
          </a:ln>
          <a:effectLst/>
        </p:spPr>
        <p:txBody>
          <a:bodyPr lIns="74238" tIns="37119" rIns="74238" bIns="37119" rtlCol="0" anchor="ctr"/>
          <a:lstStyle/>
          <a:p>
            <a:pPr algn="ctr" defTabSz="742389">
              <a:defRPr/>
            </a:pPr>
            <a:endParaRPr lang="en-US" sz="1463" kern="0" dirty="0">
              <a:solidFill>
                <a:prstClr val="white"/>
              </a:solidFill>
              <a:latin typeface="Aptos" panose="020B0004020202020204" pitchFamily="34" charset="0"/>
            </a:endParaRPr>
          </a:p>
        </p:txBody>
      </p:sp>
      <p:sp>
        <p:nvSpPr>
          <p:cNvPr id="83" name="Freeform 68">
            <a:extLst>
              <a:ext uri="{FF2B5EF4-FFF2-40B4-BE49-F238E27FC236}">
                <a16:creationId xmlns:a16="http://schemas.microsoft.com/office/drawing/2014/main" id="{D4CCDB0F-8324-4A8A-B53E-63129BEFEA39}"/>
              </a:ext>
            </a:extLst>
          </p:cNvPr>
          <p:cNvSpPr/>
          <p:nvPr/>
        </p:nvSpPr>
        <p:spPr>
          <a:xfrm>
            <a:off x="3469785" y="4377462"/>
            <a:ext cx="1364322" cy="738921"/>
          </a:xfrm>
          <a:custGeom>
            <a:avLst/>
            <a:gdLst>
              <a:gd name="connsiteX0" fmla="*/ 1058333 w 6358466"/>
              <a:gd name="connsiteY0" fmla="*/ 0 h 1134533"/>
              <a:gd name="connsiteX1" fmla="*/ 5223933 w 6358466"/>
              <a:gd name="connsiteY1" fmla="*/ 0 h 1134533"/>
              <a:gd name="connsiteX2" fmla="*/ 6358466 w 6358466"/>
              <a:gd name="connsiteY2" fmla="*/ 1134533 h 1134533"/>
              <a:gd name="connsiteX3" fmla="*/ 0 w 6358466"/>
              <a:gd name="connsiteY3" fmla="*/ 1134533 h 1134533"/>
              <a:gd name="connsiteX4" fmla="*/ 1058333 w 6358466"/>
              <a:gd name="connsiteY4" fmla="*/ 0 h 1134533"/>
              <a:gd name="connsiteX0" fmla="*/ 1309325 w 6358466"/>
              <a:gd name="connsiteY0" fmla="*/ 0 h 1140883"/>
              <a:gd name="connsiteX1" fmla="*/ 5223933 w 6358466"/>
              <a:gd name="connsiteY1" fmla="*/ 635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7620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76200 h 1140883"/>
              <a:gd name="connsiteX0" fmla="*/ 1309325 w 6358466"/>
              <a:gd name="connsiteY0" fmla="*/ 0 h 1064683"/>
              <a:gd name="connsiteX1" fmla="*/ 1921518 w 6358466"/>
              <a:gd name="connsiteY1" fmla="*/ 0 h 1064683"/>
              <a:gd name="connsiteX2" fmla="*/ 6358466 w 6358466"/>
              <a:gd name="connsiteY2" fmla="*/ 1064683 h 1064683"/>
              <a:gd name="connsiteX3" fmla="*/ 0 w 6358466"/>
              <a:gd name="connsiteY3" fmla="*/ 1064683 h 1064683"/>
              <a:gd name="connsiteX4" fmla="*/ 1309325 w 6358466"/>
              <a:gd name="connsiteY4" fmla="*/ 0 h 1064683"/>
              <a:gd name="connsiteX0" fmla="*/ 1309325 w 1921518"/>
              <a:gd name="connsiteY0" fmla="*/ 0 h 1115483"/>
              <a:gd name="connsiteX1" fmla="*/ 1921518 w 1921518"/>
              <a:gd name="connsiteY1" fmla="*/ 0 h 1115483"/>
              <a:gd name="connsiteX2" fmla="*/ 1035298 w 1921518"/>
              <a:gd name="connsiteY2" fmla="*/ 1115483 h 1115483"/>
              <a:gd name="connsiteX3" fmla="*/ 0 w 1921518"/>
              <a:gd name="connsiteY3" fmla="*/ 1064683 h 1115483"/>
              <a:gd name="connsiteX4" fmla="*/ 1309325 w 1921518"/>
              <a:gd name="connsiteY4" fmla="*/ 0 h 1115483"/>
              <a:gd name="connsiteX0" fmla="*/ 1300781 w 1912974"/>
              <a:gd name="connsiteY0" fmla="*/ 0 h 1115483"/>
              <a:gd name="connsiteX1" fmla="*/ 1912974 w 1912974"/>
              <a:gd name="connsiteY1" fmla="*/ 0 h 1115483"/>
              <a:gd name="connsiteX2" fmla="*/ 1026754 w 1912974"/>
              <a:gd name="connsiteY2" fmla="*/ 1115483 h 1115483"/>
              <a:gd name="connsiteX3" fmla="*/ 0 w 1912974"/>
              <a:gd name="connsiteY3" fmla="*/ 1115483 h 1115483"/>
              <a:gd name="connsiteX4" fmla="*/ 1300781 w 1912974"/>
              <a:gd name="connsiteY4" fmla="*/ 0 h 1115483"/>
              <a:gd name="connsiteX0" fmla="*/ 1300781 w 1912974"/>
              <a:gd name="connsiteY0" fmla="*/ 0 h 1115483"/>
              <a:gd name="connsiteX1" fmla="*/ 1912974 w 1912974"/>
              <a:gd name="connsiteY1" fmla="*/ 0 h 1115483"/>
              <a:gd name="connsiteX2" fmla="*/ 1471064 w 1912974"/>
              <a:gd name="connsiteY2" fmla="*/ 1115483 h 1115483"/>
              <a:gd name="connsiteX3" fmla="*/ 0 w 1912974"/>
              <a:gd name="connsiteY3" fmla="*/ 1115483 h 1115483"/>
              <a:gd name="connsiteX4" fmla="*/ 1300781 w 1912974"/>
              <a:gd name="connsiteY4" fmla="*/ 0 h 1115483"/>
              <a:gd name="connsiteX0" fmla="*/ 869288 w 1481481"/>
              <a:gd name="connsiteY0" fmla="*/ 0 h 1115483"/>
              <a:gd name="connsiteX1" fmla="*/ 1481481 w 1481481"/>
              <a:gd name="connsiteY1" fmla="*/ 0 h 1115483"/>
              <a:gd name="connsiteX2" fmla="*/ 1039571 w 1481481"/>
              <a:gd name="connsiteY2" fmla="*/ 1115483 h 1115483"/>
              <a:gd name="connsiteX3" fmla="*/ 0 w 1481481"/>
              <a:gd name="connsiteY3" fmla="*/ 1115483 h 1115483"/>
              <a:gd name="connsiteX4" fmla="*/ 869288 w 1481481"/>
              <a:gd name="connsiteY4" fmla="*/ 0 h 1115483"/>
              <a:gd name="connsiteX0" fmla="*/ 869288 w 1481481"/>
              <a:gd name="connsiteY0" fmla="*/ 0 h 1115483"/>
              <a:gd name="connsiteX1" fmla="*/ 1481481 w 1481481"/>
              <a:gd name="connsiteY1" fmla="*/ 0 h 1115483"/>
              <a:gd name="connsiteX2" fmla="*/ 1471064 w 1481481"/>
              <a:gd name="connsiteY2" fmla="*/ 1115483 h 1115483"/>
              <a:gd name="connsiteX3" fmla="*/ 0 w 1481481"/>
              <a:gd name="connsiteY3" fmla="*/ 1115483 h 1115483"/>
              <a:gd name="connsiteX4" fmla="*/ 869288 w 1481481"/>
              <a:gd name="connsiteY4" fmla="*/ 0 h 1115483"/>
              <a:gd name="connsiteX0" fmla="*/ 442067 w 1054260"/>
              <a:gd name="connsiteY0" fmla="*/ 0 h 1115483"/>
              <a:gd name="connsiteX1" fmla="*/ 1054260 w 1054260"/>
              <a:gd name="connsiteY1" fmla="*/ 0 h 1115483"/>
              <a:gd name="connsiteX2" fmla="*/ 1043843 w 1054260"/>
              <a:gd name="connsiteY2" fmla="*/ 1115483 h 1115483"/>
              <a:gd name="connsiteX3" fmla="*/ 0 w 1054260"/>
              <a:gd name="connsiteY3" fmla="*/ 1115483 h 1115483"/>
              <a:gd name="connsiteX4" fmla="*/ 442067 w 1054260"/>
              <a:gd name="connsiteY4" fmla="*/ 0 h 1115483"/>
              <a:gd name="connsiteX0" fmla="*/ 481229 w 1093422"/>
              <a:gd name="connsiteY0" fmla="*/ 0 h 1119717"/>
              <a:gd name="connsiteX1" fmla="*/ 1093422 w 1093422"/>
              <a:gd name="connsiteY1" fmla="*/ 0 h 1119717"/>
              <a:gd name="connsiteX2" fmla="*/ 1083005 w 1093422"/>
              <a:gd name="connsiteY2" fmla="*/ 1115483 h 1119717"/>
              <a:gd name="connsiteX3" fmla="*/ 0 w 1093422"/>
              <a:gd name="connsiteY3" fmla="*/ 1119717 h 1119717"/>
              <a:gd name="connsiteX4" fmla="*/ 481229 w 1093422"/>
              <a:gd name="connsiteY4" fmla="*/ 0 h 1119717"/>
              <a:gd name="connsiteX0" fmla="*/ 531072 w 1093422"/>
              <a:gd name="connsiteY0" fmla="*/ 8467 h 1119717"/>
              <a:gd name="connsiteX1" fmla="*/ 1093422 w 1093422"/>
              <a:gd name="connsiteY1" fmla="*/ 0 h 1119717"/>
              <a:gd name="connsiteX2" fmla="*/ 1083005 w 1093422"/>
              <a:gd name="connsiteY2" fmla="*/ 1115483 h 1119717"/>
              <a:gd name="connsiteX3" fmla="*/ 0 w 1093422"/>
              <a:gd name="connsiteY3" fmla="*/ 1119717 h 1119717"/>
              <a:gd name="connsiteX4" fmla="*/ 531072 w 1093422"/>
              <a:gd name="connsiteY4" fmla="*/ 8467 h 1119717"/>
              <a:gd name="connsiteX0" fmla="*/ 531072 w 1083157"/>
              <a:gd name="connsiteY0" fmla="*/ 0 h 1111250"/>
              <a:gd name="connsiteX1" fmla="*/ 1032900 w 1083157"/>
              <a:gd name="connsiteY1" fmla="*/ 0 h 1111250"/>
              <a:gd name="connsiteX2" fmla="*/ 1083005 w 1083157"/>
              <a:gd name="connsiteY2" fmla="*/ 1107016 h 1111250"/>
              <a:gd name="connsiteX3" fmla="*/ 0 w 1083157"/>
              <a:gd name="connsiteY3" fmla="*/ 1111250 h 1111250"/>
              <a:gd name="connsiteX4" fmla="*/ 531072 w 1083157"/>
              <a:gd name="connsiteY4" fmla="*/ 0 h 1111250"/>
              <a:gd name="connsiteX0" fmla="*/ 531072 w 1032900"/>
              <a:gd name="connsiteY0" fmla="*/ 0 h 1111250"/>
              <a:gd name="connsiteX1" fmla="*/ 1032900 w 1032900"/>
              <a:gd name="connsiteY1" fmla="*/ 0 h 1111250"/>
              <a:gd name="connsiteX2" fmla="*/ 1022482 w 1032900"/>
              <a:gd name="connsiteY2" fmla="*/ 1102783 h 1111250"/>
              <a:gd name="connsiteX3" fmla="*/ 0 w 1032900"/>
              <a:gd name="connsiteY3" fmla="*/ 1111250 h 1111250"/>
              <a:gd name="connsiteX4" fmla="*/ 531072 w 1032900"/>
              <a:gd name="connsiteY4" fmla="*/ 0 h 1111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900" h="1111250">
                <a:moveTo>
                  <a:pt x="531072" y="0"/>
                </a:moveTo>
                <a:lnTo>
                  <a:pt x="1032900" y="0"/>
                </a:lnTo>
                <a:cubicBezTo>
                  <a:pt x="1029428" y="371828"/>
                  <a:pt x="1025954" y="730955"/>
                  <a:pt x="1022482" y="1102783"/>
                </a:cubicBezTo>
                <a:lnTo>
                  <a:pt x="0" y="1111250"/>
                </a:lnTo>
                <a:lnTo>
                  <a:pt x="531072" y="0"/>
                </a:lnTo>
                <a:close/>
              </a:path>
            </a:pathLst>
          </a:custGeom>
          <a:gradFill>
            <a:gsLst>
              <a:gs pos="0">
                <a:sysClr val="window" lastClr="FFFFFF">
                  <a:lumMod val="50000"/>
                </a:sysClr>
              </a:gs>
              <a:gs pos="100000">
                <a:sysClr val="window" lastClr="FFFFFF">
                  <a:lumMod val="95000"/>
                </a:sysClr>
              </a:gs>
            </a:gsLst>
            <a:lin ang="5400000" scaled="1"/>
          </a:gradFill>
          <a:ln w="25400" cap="flat" cmpd="sng" algn="ctr">
            <a:noFill/>
            <a:prstDash val="solid"/>
          </a:ln>
          <a:effectLst/>
        </p:spPr>
        <p:txBody>
          <a:bodyPr lIns="74238" tIns="37119" rIns="74238" bIns="37119" rtlCol="0" anchor="ctr"/>
          <a:lstStyle/>
          <a:p>
            <a:pPr algn="ctr" defTabSz="742389">
              <a:defRPr/>
            </a:pPr>
            <a:endParaRPr lang="en-US" sz="1463" kern="0" dirty="0">
              <a:solidFill>
                <a:prstClr val="white"/>
              </a:solidFill>
              <a:latin typeface="Aptos" panose="020B0004020202020204" pitchFamily="34" charset="0"/>
            </a:endParaRPr>
          </a:p>
        </p:txBody>
      </p:sp>
      <p:sp>
        <p:nvSpPr>
          <p:cNvPr id="84" name="Freeform 69">
            <a:extLst>
              <a:ext uri="{FF2B5EF4-FFF2-40B4-BE49-F238E27FC236}">
                <a16:creationId xmlns:a16="http://schemas.microsoft.com/office/drawing/2014/main" id="{825FE679-1722-4579-B5DC-42388B23C9B4}"/>
              </a:ext>
            </a:extLst>
          </p:cNvPr>
          <p:cNvSpPr/>
          <p:nvPr/>
        </p:nvSpPr>
        <p:spPr>
          <a:xfrm flipH="1">
            <a:off x="6644485" y="4371833"/>
            <a:ext cx="2747796" cy="741735"/>
          </a:xfrm>
          <a:custGeom>
            <a:avLst/>
            <a:gdLst>
              <a:gd name="connsiteX0" fmla="*/ 1058333 w 6358466"/>
              <a:gd name="connsiteY0" fmla="*/ 0 h 1134533"/>
              <a:gd name="connsiteX1" fmla="*/ 5223933 w 6358466"/>
              <a:gd name="connsiteY1" fmla="*/ 0 h 1134533"/>
              <a:gd name="connsiteX2" fmla="*/ 6358466 w 6358466"/>
              <a:gd name="connsiteY2" fmla="*/ 1134533 h 1134533"/>
              <a:gd name="connsiteX3" fmla="*/ 0 w 6358466"/>
              <a:gd name="connsiteY3" fmla="*/ 1134533 h 1134533"/>
              <a:gd name="connsiteX4" fmla="*/ 1058333 w 6358466"/>
              <a:gd name="connsiteY4" fmla="*/ 0 h 1134533"/>
              <a:gd name="connsiteX0" fmla="*/ 1309325 w 6358466"/>
              <a:gd name="connsiteY0" fmla="*/ 0 h 1140883"/>
              <a:gd name="connsiteX1" fmla="*/ 5223933 w 6358466"/>
              <a:gd name="connsiteY1" fmla="*/ 635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7620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76200 h 1140883"/>
              <a:gd name="connsiteX0" fmla="*/ 1309325 w 6358466"/>
              <a:gd name="connsiteY0" fmla="*/ 0 h 1064683"/>
              <a:gd name="connsiteX1" fmla="*/ 1921518 w 6358466"/>
              <a:gd name="connsiteY1" fmla="*/ 0 h 1064683"/>
              <a:gd name="connsiteX2" fmla="*/ 6358466 w 6358466"/>
              <a:gd name="connsiteY2" fmla="*/ 1064683 h 1064683"/>
              <a:gd name="connsiteX3" fmla="*/ 0 w 6358466"/>
              <a:gd name="connsiteY3" fmla="*/ 1064683 h 1064683"/>
              <a:gd name="connsiteX4" fmla="*/ 1309325 w 6358466"/>
              <a:gd name="connsiteY4" fmla="*/ 0 h 1064683"/>
              <a:gd name="connsiteX0" fmla="*/ 1309325 w 1921518"/>
              <a:gd name="connsiteY0" fmla="*/ 0 h 1115483"/>
              <a:gd name="connsiteX1" fmla="*/ 1921518 w 1921518"/>
              <a:gd name="connsiteY1" fmla="*/ 0 h 1115483"/>
              <a:gd name="connsiteX2" fmla="*/ 1035298 w 1921518"/>
              <a:gd name="connsiteY2" fmla="*/ 1115483 h 1115483"/>
              <a:gd name="connsiteX3" fmla="*/ 0 w 1921518"/>
              <a:gd name="connsiteY3" fmla="*/ 1064683 h 1115483"/>
              <a:gd name="connsiteX4" fmla="*/ 1309325 w 1921518"/>
              <a:gd name="connsiteY4" fmla="*/ 0 h 1115483"/>
              <a:gd name="connsiteX0" fmla="*/ 1300781 w 1912974"/>
              <a:gd name="connsiteY0" fmla="*/ 0 h 1115483"/>
              <a:gd name="connsiteX1" fmla="*/ 1912974 w 1912974"/>
              <a:gd name="connsiteY1" fmla="*/ 0 h 1115483"/>
              <a:gd name="connsiteX2" fmla="*/ 1026754 w 1912974"/>
              <a:gd name="connsiteY2" fmla="*/ 1115483 h 1115483"/>
              <a:gd name="connsiteX3" fmla="*/ 0 w 1912974"/>
              <a:gd name="connsiteY3" fmla="*/ 1115483 h 1115483"/>
              <a:gd name="connsiteX4" fmla="*/ 1300781 w 1912974"/>
              <a:gd name="connsiteY4" fmla="*/ 0 h 1115483"/>
              <a:gd name="connsiteX0" fmla="*/ 1525072 w 2137265"/>
              <a:gd name="connsiteY0" fmla="*/ 0 h 1115483"/>
              <a:gd name="connsiteX1" fmla="*/ 2137265 w 2137265"/>
              <a:gd name="connsiteY1" fmla="*/ 0 h 1115483"/>
              <a:gd name="connsiteX2" fmla="*/ 1251045 w 2137265"/>
              <a:gd name="connsiteY2" fmla="*/ 1115483 h 1115483"/>
              <a:gd name="connsiteX3" fmla="*/ 0 w 2137265"/>
              <a:gd name="connsiteY3" fmla="*/ 1115483 h 1115483"/>
              <a:gd name="connsiteX4" fmla="*/ 1525072 w 2137265"/>
              <a:gd name="connsiteY4" fmla="*/ 0 h 1115483"/>
              <a:gd name="connsiteX0" fmla="*/ 1525072 w 2137265"/>
              <a:gd name="connsiteY0" fmla="*/ 0 h 1115483"/>
              <a:gd name="connsiteX1" fmla="*/ 2137265 w 2137265"/>
              <a:gd name="connsiteY1" fmla="*/ 0 h 1115483"/>
              <a:gd name="connsiteX2" fmla="*/ 1030314 w 2137265"/>
              <a:gd name="connsiteY2" fmla="*/ 1111249 h 1115483"/>
              <a:gd name="connsiteX3" fmla="*/ 0 w 2137265"/>
              <a:gd name="connsiteY3" fmla="*/ 1115483 h 1115483"/>
              <a:gd name="connsiteX4" fmla="*/ 1525072 w 2137265"/>
              <a:gd name="connsiteY4" fmla="*/ 0 h 1115483"/>
              <a:gd name="connsiteX0" fmla="*/ 1589155 w 2137265"/>
              <a:gd name="connsiteY0" fmla="*/ 0 h 1115483"/>
              <a:gd name="connsiteX1" fmla="*/ 2137265 w 2137265"/>
              <a:gd name="connsiteY1" fmla="*/ 0 h 1115483"/>
              <a:gd name="connsiteX2" fmla="*/ 1030314 w 2137265"/>
              <a:gd name="connsiteY2" fmla="*/ 1111249 h 1115483"/>
              <a:gd name="connsiteX3" fmla="*/ 0 w 2137265"/>
              <a:gd name="connsiteY3" fmla="*/ 1115483 h 1115483"/>
              <a:gd name="connsiteX4" fmla="*/ 1589155 w 2137265"/>
              <a:gd name="connsiteY4" fmla="*/ 0 h 1115483"/>
              <a:gd name="connsiteX0" fmla="*/ 1589155 w 2080302"/>
              <a:gd name="connsiteY0" fmla="*/ 0 h 1115483"/>
              <a:gd name="connsiteX1" fmla="*/ 2080302 w 2080302"/>
              <a:gd name="connsiteY1" fmla="*/ 4233 h 1115483"/>
              <a:gd name="connsiteX2" fmla="*/ 1030314 w 2080302"/>
              <a:gd name="connsiteY2" fmla="*/ 1111249 h 1115483"/>
              <a:gd name="connsiteX3" fmla="*/ 0 w 2080302"/>
              <a:gd name="connsiteY3" fmla="*/ 1115483 h 1115483"/>
              <a:gd name="connsiteX4" fmla="*/ 1589155 w 2080302"/>
              <a:gd name="connsiteY4" fmla="*/ 0 h 111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02" h="1115483">
                <a:moveTo>
                  <a:pt x="1589155" y="0"/>
                </a:moveTo>
                <a:lnTo>
                  <a:pt x="2080302" y="4233"/>
                </a:lnTo>
                <a:lnTo>
                  <a:pt x="1030314" y="1111249"/>
                </a:lnTo>
                <a:lnTo>
                  <a:pt x="0" y="1115483"/>
                </a:lnTo>
                <a:lnTo>
                  <a:pt x="1589155" y="0"/>
                </a:lnTo>
                <a:close/>
              </a:path>
            </a:pathLst>
          </a:custGeom>
          <a:gradFill>
            <a:gsLst>
              <a:gs pos="0">
                <a:sysClr val="window" lastClr="FFFFFF">
                  <a:lumMod val="50000"/>
                </a:sysClr>
              </a:gs>
              <a:gs pos="100000">
                <a:sysClr val="window" lastClr="FFFFFF">
                  <a:lumMod val="95000"/>
                </a:sysClr>
              </a:gs>
            </a:gsLst>
            <a:lin ang="5400000" scaled="1"/>
          </a:gradFill>
          <a:ln w="25400" cap="flat" cmpd="sng" algn="ctr">
            <a:noFill/>
            <a:prstDash val="solid"/>
          </a:ln>
          <a:effectLst/>
        </p:spPr>
        <p:txBody>
          <a:bodyPr lIns="74238" tIns="37119" rIns="74238" bIns="37119" rtlCol="0" anchor="ctr"/>
          <a:lstStyle/>
          <a:p>
            <a:pPr algn="ctr" defTabSz="742389">
              <a:defRPr/>
            </a:pPr>
            <a:endParaRPr lang="en-US" sz="1463" kern="0" dirty="0">
              <a:solidFill>
                <a:prstClr val="white"/>
              </a:solidFill>
              <a:latin typeface="Aptos" panose="020B0004020202020204" pitchFamily="34" charset="0"/>
            </a:endParaRPr>
          </a:p>
        </p:txBody>
      </p:sp>
      <p:sp>
        <p:nvSpPr>
          <p:cNvPr id="85" name="Freeform 70">
            <a:extLst>
              <a:ext uri="{FF2B5EF4-FFF2-40B4-BE49-F238E27FC236}">
                <a16:creationId xmlns:a16="http://schemas.microsoft.com/office/drawing/2014/main" id="{820C1F3F-4C36-4E32-AA30-DA6415B192FB}"/>
              </a:ext>
            </a:extLst>
          </p:cNvPr>
          <p:cNvSpPr/>
          <p:nvPr/>
        </p:nvSpPr>
        <p:spPr>
          <a:xfrm flipH="1">
            <a:off x="5801085" y="4369016"/>
            <a:ext cx="2083803" cy="738921"/>
          </a:xfrm>
          <a:custGeom>
            <a:avLst/>
            <a:gdLst>
              <a:gd name="connsiteX0" fmla="*/ 1058333 w 6358466"/>
              <a:gd name="connsiteY0" fmla="*/ 0 h 1134533"/>
              <a:gd name="connsiteX1" fmla="*/ 5223933 w 6358466"/>
              <a:gd name="connsiteY1" fmla="*/ 0 h 1134533"/>
              <a:gd name="connsiteX2" fmla="*/ 6358466 w 6358466"/>
              <a:gd name="connsiteY2" fmla="*/ 1134533 h 1134533"/>
              <a:gd name="connsiteX3" fmla="*/ 0 w 6358466"/>
              <a:gd name="connsiteY3" fmla="*/ 1134533 h 1134533"/>
              <a:gd name="connsiteX4" fmla="*/ 1058333 w 6358466"/>
              <a:gd name="connsiteY4" fmla="*/ 0 h 1134533"/>
              <a:gd name="connsiteX0" fmla="*/ 1309325 w 6358466"/>
              <a:gd name="connsiteY0" fmla="*/ 0 h 1140883"/>
              <a:gd name="connsiteX1" fmla="*/ 5223933 w 6358466"/>
              <a:gd name="connsiteY1" fmla="*/ 635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7620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76200 h 1140883"/>
              <a:gd name="connsiteX0" fmla="*/ 1309325 w 6358466"/>
              <a:gd name="connsiteY0" fmla="*/ 0 h 1064683"/>
              <a:gd name="connsiteX1" fmla="*/ 1921518 w 6358466"/>
              <a:gd name="connsiteY1" fmla="*/ 0 h 1064683"/>
              <a:gd name="connsiteX2" fmla="*/ 6358466 w 6358466"/>
              <a:gd name="connsiteY2" fmla="*/ 1064683 h 1064683"/>
              <a:gd name="connsiteX3" fmla="*/ 0 w 6358466"/>
              <a:gd name="connsiteY3" fmla="*/ 1064683 h 1064683"/>
              <a:gd name="connsiteX4" fmla="*/ 1309325 w 6358466"/>
              <a:gd name="connsiteY4" fmla="*/ 0 h 1064683"/>
              <a:gd name="connsiteX0" fmla="*/ 1309325 w 1921518"/>
              <a:gd name="connsiteY0" fmla="*/ 0 h 1115483"/>
              <a:gd name="connsiteX1" fmla="*/ 1921518 w 1921518"/>
              <a:gd name="connsiteY1" fmla="*/ 0 h 1115483"/>
              <a:gd name="connsiteX2" fmla="*/ 1035298 w 1921518"/>
              <a:gd name="connsiteY2" fmla="*/ 1115483 h 1115483"/>
              <a:gd name="connsiteX3" fmla="*/ 0 w 1921518"/>
              <a:gd name="connsiteY3" fmla="*/ 1064683 h 1115483"/>
              <a:gd name="connsiteX4" fmla="*/ 1309325 w 1921518"/>
              <a:gd name="connsiteY4" fmla="*/ 0 h 1115483"/>
              <a:gd name="connsiteX0" fmla="*/ 1300781 w 1912974"/>
              <a:gd name="connsiteY0" fmla="*/ 0 h 1115483"/>
              <a:gd name="connsiteX1" fmla="*/ 1912974 w 1912974"/>
              <a:gd name="connsiteY1" fmla="*/ 0 h 1115483"/>
              <a:gd name="connsiteX2" fmla="*/ 1026754 w 1912974"/>
              <a:gd name="connsiteY2" fmla="*/ 1115483 h 1115483"/>
              <a:gd name="connsiteX3" fmla="*/ 0 w 1912974"/>
              <a:gd name="connsiteY3" fmla="*/ 1115483 h 1115483"/>
              <a:gd name="connsiteX4" fmla="*/ 1300781 w 1912974"/>
              <a:gd name="connsiteY4" fmla="*/ 0 h 1115483"/>
              <a:gd name="connsiteX0" fmla="*/ 1300781 w 1912974"/>
              <a:gd name="connsiteY0" fmla="*/ 0 h 1115483"/>
              <a:gd name="connsiteX1" fmla="*/ 1912974 w 1912974"/>
              <a:gd name="connsiteY1" fmla="*/ 0 h 1115483"/>
              <a:gd name="connsiteX2" fmla="*/ 1471064 w 1912974"/>
              <a:gd name="connsiteY2" fmla="*/ 1115483 h 1115483"/>
              <a:gd name="connsiteX3" fmla="*/ 0 w 1912974"/>
              <a:gd name="connsiteY3" fmla="*/ 1115483 h 1115483"/>
              <a:gd name="connsiteX4" fmla="*/ 1300781 w 1912974"/>
              <a:gd name="connsiteY4" fmla="*/ 0 h 1115483"/>
              <a:gd name="connsiteX0" fmla="*/ 869288 w 1481481"/>
              <a:gd name="connsiteY0" fmla="*/ 0 h 1115483"/>
              <a:gd name="connsiteX1" fmla="*/ 1481481 w 1481481"/>
              <a:gd name="connsiteY1" fmla="*/ 0 h 1115483"/>
              <a:gd name="connsiteX2" fmla="*/ 1039571 w 1481481"/>
              <a:gd name="connsiteY2" fmla="*/ 1115483 h 1115483"/>
              <a:gd name="connsiteX3" fmla="*/ 0 w 1481481"/>
              <a:gd name="connsiteY3" fmla="*/ 1115483 h 1115483"/>
              <a:gd name="connsiteX4" fmla="*/ 869288 w 1481481"/>
              <a:gd name="connsiteY4" fmla="*/ 0 h 1115483"/>
              <a:gd name="connsiteX0" fmla="*/ 1008135 w 1620328"/>
              <a:gd name="connsiteY0" fmla="*/ 0 h 1115483"/>
              <a:gd name="connsiteX1" fmla="*/ 1620328 w 1620328"/>
              <a:gd name="connsiteY1" fmla="*/ 0 h 1115483"/>
              <a:gd name="connsiteX2" fmla="*/ 1178418 w 1620328"/>
              <a:gd name="connsiteY2" fmla="*/ 1115483 h 1115483"/>
              <a:gd name="connsiteX3" fmla="*/ 0 w 1620328"/>
              <a:gd name="connsiteY3" fmla="*/ 1107016 h 1115483"/>
              <a:gd name="connsiteX4" fmla="*/ 1008135 w 1620328"/>
              <a:gd name="connsiteY4" fmla="*/ 0 h 1115483"/>
              <a:gd name="connsiteX0" fmla="*/ 1008135 w 1620328"/>
              <a:gd name="connsiteY0" fmla="*/ 0 h 1107016"/>
              <a:gd name="connsiteX1" fmla="*/ 1620328 w 1620328"/>
              <a:gd name="connsiteY1" fmla="*/ 0 h 1107016"/>
              <a:gd name="connsiteX2" fmla="*/ 1036011 w 1620328"/>
              <a:gd name="connsiteY2" fmla="*/ 1107016 h 1107016"/>
              <a:gd name="connsiteX3" fmla="*/ 0 w 1620328"/>
              <a:gd name="connsiteY3" fmla="*/ 1107016 h 1107016"/>
              <a:gd name="connsiteX4" fmla="*/ 1008135 w 1620328"/>
              <a:gd name="connsiteY4" fmla="*/ 0 h 1107016"/>
              <a:gd name="connsiteX0" fmla="*/ 1008135 w 1577606"/>
              <a:gd name="connsiteY0" fmla="*/ 4234 h 1111250"/>
              <a:gd name="connsiteX1" fmla="*/ 1577606 w 1577606"/>
              <a:gd name="connsiteY1" fmla="*/ 0 h 1111250"/>
              <a:gd name="connsiteX2" fmla="*/ 1036011 w 1577606"/>
              <a:gd name="connsiteY2" fmla="*/ 1111250 h 1111250"/>
              <a:gd name="connsiteX3" fmla="*/ 0 w 1577606"/>
              <a:gd name="connsiteY3" fmla="*/ 1111250 h 1111250"/>
              <a:gd name="connsiteX4" fmla="*/ 1008135 w 1577606"/>
              <a:gd name="connsiteY4" fmla="*/ 4234 h 1111250"/>
              <a:gd name="connsiteX0" fmla="*/ 1057977 w 1577606"/>
              <a:gd name="connsiteY0" fmla="*/ 4234 h 1111250"/>
              <a:gd name="connsiteX1" fmla="*/ 1577606 w 1577606"/>
              <a:gd name="connsiteY1" fmla="*/ 0 h 1111250"/>
              <a:gd name="connsiteX2" fmla="*/ 1036011 w 1577606"/>
              <a:gd name="connsiteY2" fmla="*/ 1111250 h 1111250"/>
              <a:gd name="connsiteX3" fmla="*/ 0 w 1577606"/>
              <a:gd name="connsiteY3" fmla="*/ 1111250 h 1111250"/>
              <a:gd name="connsiteX4" fmla="*/ 1057977 w 1577606"/>
              <a:gd name="connsiteY4" fmla="*/ 4234 h 1111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7606" h="1111250">
                <a:moveTo>
                  <a:pt x="1057977" y="4234"/>
                </a:moveTo>
                <a:lnTo>
                  <a:pt x="1577606" y="0"/>
                </a:lnTo>
                <a:lnTo>
                  <a:pt x="1036011" y="1111250"/>
                </a:lnTo>
                <a:lnTo>
                  <a:pt x="0" y="1111250"/>
                </a:lnTo>
                <a:lnTo>
                  <a:pt x="1057977" y="4234"/>
                </a:lnTo>
                <a:close/>
              </a:path>
            </a:pathLst>
          </a:custGeom>
          <a:gradFill>
            <a:gsLst>
              <a:gs pos="0">
                <a:sysClr val="window" lastClr="FFFFFF">
                  <a:lumMod val="50000"/>
                </a:sysClr>
              </a:gs>
              <a:gs pos="100000">
                <a:sysClr val="window" lastClr="FFFFFF">
                  <a:lumMod val="95000"/>
                </a:sysClr>
              </a:gs>
            </a:gsLst>
            <a:lin ang="5400000" scaled="1"/>
          </a:gradFill>
          <a:ln w="25400" cap="flat" cmpd="sng" algn="ctr">
            <a:noFill/>
            <a:prstDash val="solid"/>
          </a:ln>
          <a:effectLst/>
        </p:spPr>
        <p:txBody>
          <a:bodyPr lIns="74238" tIns="37119" rIns="74238" bIns="37119" rtlCol="0" anchor="ctr"/>
          <a:lstStyle/>
          <a:p>
            <a:pPr algn="ctr" defTabSz="742389">
              <a:defRPr/>
            </a:pPr>
            <a:endParaRPr lang="en-US" sz="1463" kern="0" dirty="0">
              <a:solidFill>
                <a:prstClr val="white"/>
              </a:solidFill>
              <a:latin typeface="Aptos" panose="020B0004020202020204" pitchFamily="34" charset="0"/>
            </a:endParaRPr>
          </a:p>
        </p:txBody>
      </p:sp>
      <p:sp>
        <p:nvSpPr>
          <p:cNvPr id="86" name="Freeform 71">
            <a:extLst>
              <a:ext uri="{FF2B5EF4-FFF2-40B4-BE49-F238E27FC236}">
                <a16:creationId xmlns:a16="http://schemas.microsoft.com/office/drawing/2014/main" id="{A563817C-D1D1-4453-93FF-3D17D5C87A07}"/>
              </a:ext>
            </a:extLst>
          </p:cNvPr>
          <p:cNvSpPr/>
          <p:nvPr/>
        </p:nvSpPr>
        <p:spPr>
          <a:xfrm flipH="1">
            <a:off x="4989668" y="4377462"/>
            <a:ext cx="1364322" cy="738921"/>
          </a:xfrm>
          <a:custGeom>
            <a:avLst/>
            <a:gdLst>
              <a:gd name="connsiteX0" fmla="*/ 1058333 w 6358466"/>
              <a:gd name="connsiteY0" fmla="*/ 0 h 1134533"/>
              <a:gd name="connsiteX1" fmla="*/ 5223933 w 6358466"/>
              <a:gd name="connsiteY1" fmla="*/ 0 h 1134533"/>
              <a:gd name="connsiteX2" fmla="*/ 6358466 w 6358466"/>
              <a:gd name="connsiteY2" fmla="*/ 1134533 h 1134533"/>
              <a:gd name="connsiteX3" fmla="*/ 0 w 6358466"/>
              <a:gd name="connsiteY3" fmla="*/ 1134533 h 1134533"/>
              <a:gd name="connsiteX4" fmla="*/ 1058333 w 6358466"/>
              <a:gd name="connsiteY4" fmla="*/ 0 h 1134533"/>
              <a:gd name="connsiteX0" fmla="*/ 1309325 w 6358466"/>
              <a:gd name="connsiteY0" fmla="*/ 0 h 1140883"/>
              <a:gd name="connsiteX1" fmla="*/ 5223933 w 6358466"/>
              <a:gd name="connsiteY1" fmla="*/ 635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0 h 1140883"/>
              <a:gd name="connsiteX0" fmla="*/ 1309325 w 6358466"/>
              <a:gd name="connsiteY0" fmla="*/ 76200 h 1140883"/>
              <a:gd name="connsiteX1" fmla="*/ 5074406 w 6358466"/>
              <a:gd name="connsiteY1" fmla="*/ 0 h 1140883"/>
              <a:gd name="connsiteX2" fmla="*/ 6358466 w 6358466"/>
              <a:gd name="connsiteY2" fmla="*/ 1140883 h 1140883"/>
              <a:gd name="connsiteX3" fmla="*/ 0 w 6358466"/>
              <a:gd name="connsiteY3" fmla="*/ 1140883 h 1140883"/>
              <a:gd name="connsiteX4" fmla="*/ 1309325 w 6358466"/>
              <a:gd name="connsiteY4" fmla="*/ 76200 h 1140883"/>
              <a:gd name="connsiteX0" fmla="*/ 1309325 w 6358466"/>
              <a:gd name="connsiteY0" fmla="*/ 0 h 1064683"/>
              <a:gd name="connsiteX1" fmla="*/ 1921518 w 6358466"/>
              <a:gd name="connsiteY1" fmla="*/ 0 h 1064683"/>
              <a:gd name="connsiteX2" fmla="*/ 6358466 w 6358466"/>
              <a:gd name="connsiteY2" fmla="*/ 1064683 h 1064683"/>
              <a:gd name="connsiteX3" fmla="*/ 0 w 6358466"/>
              <a:gd name="connsiteY3" fmla="*/ 1064683 h 1064683"/>
              <a:gd name="connsiteX4" fmla="*/ 1309325 w 6358466"/>
              <a:gd name="connsiteY4" fmla="*/ 0 h 1064683"/>
              <a:gd name="connsiteX0" fmla="*/ 1309325 w 1921518"/>
              <a:gd name="connsiteY0" fmla="*/ 0 h 1115483"/>
              <a:gd name="connsiteX1" fmla="*/ 1921518 w 1921518"/>
              <a:gd name="connsiteY1" fmla="*/ 0 h 1115483"/>
              <a:gd name="connsiteX2" fmla="*/ 1035298 w 1921518"/>
              <a:gd name="connsiteY2" fmla="*/ 1115483 h 1115483"/>
              <a:gd name="connsiteX3" fmla="*/ 0 w 1921518"/>
              <a:gd name="connsiteY3" fmla="*/ 1064683 h 1115483"/>
              <a:gd name="connsiteX4" fmla="*/ 1309325 w 1921518"/>
              <a:gd name="connsiteY4" fmla="*/ 0 h 1115483"/>
              <a:gd name="connsiteX0" fmla="*/ 1300781 w 1912974"/>
              <a:gd name="connsiteY0" fmla="*/ 0 h 1115483"/>
              <a:gd name="connsiteX1" fmla="*/ 1912974 w 1912974"/>
              <a:gd name="connsiteY1" fmla="*/ 0 h 1115483"/>
              <a:gd name="connsiteX2" fmla="*/ 1026754 w 1912974"/>
              <a:gd name="connsiteY2" fmla="*/ 1115483 h 1115483"/>
              <a:gd name="connsiteX3" fmla="*/ 0 w 1912974"/>
              <a:gd name="connsiteY3" fmla="*/ 1115483 h 1115483"/>
              <a:gd name="connsiteX4" fmla="*/ 1300781 w 1912974"/>
              <a:gd name="connsiteY4" fmla="*/ 0 h 1115483"/>
              <a:gd name="connsiteX0" fmla="*/ 1300781 w 1912974"/>
              <a:gd name="connsiteY0" fmla="*/ 0 h 1115483"/>
              <a:gd name="connsiteX1" fmla="*/ 1912974 w 1912974"/>
              <a:gd name="connsiteY1" fmla="*/ 0 h 1115483"/>
              <a:gd name="connsiteX2" fmla="*/ 1471064 w 1912974"/>
              <a:gd name="connsiteY2" fmla="*/ 1115483 h 1115483"/>
              <a:gd name="connsiteX3" fmla="*/ 0 w 1912974"/>
              <a:gd name="connsiteY3" fmla="*/ 1115483 h 1115483"/>
              <a:gd name="connsiteX4" fmla="*/ 1300781 w 1912974"/>
              <a:gd name="connsiteY4" fmla="*/ 0 h 1115483"/>
              <a:gd name="connsiteX0" fmla="*/ 869288 w 1481481"/>
              <a:gd name="connsiteY0" fmla="*/ 0 h 1115483"/>
              <a:gd name="connsiteX1" fmla="*/ 1481481 w 1481481"/>
              <a:gd name="connsiteY1" fmla="*/ 0 h 1115483"/>
              <a:gd name="connsiteX2" fmla="*/ 1039571 w 1481481"/>
              <a:gd name="connsiteY2" fmla="*/ 1115483 h 1115483"/>
              <a:gd name="connsiteX3" fmla="*/ 0 w 1481481"/>
              <a:gd name="connsiteY3" fmla="*/ 1115483 h 1115483"/>
              <a:gd name="connsiteX4" fmla="*/ 869288 w 1481481"/>
              <a:gd name="connsiteY4" fmla="*/ 0 h 1115483"/>
              <a:gd name="connsiteX0" fmla="*/ 869288 w 1481481"/>
              <a:gd name="connsiteY0" fmla="*/ 0 h 1115483"/>
              <a:gd name="connsiteX1" fmla="*/ 1481481 w 1481481"/>
              <a:gd name="connsiteY1" fmla="*/ 0 h 1115483"/>
              <a:gd name="connsiteX2" fmla="*/ 1471064 w 1481481"/>
              <a:gd name="connsiteY2" fmla="*/ 1115483 h 1115483"/>
              <a:gd name="connsiteX3" fmla="*/ 0 w 1481481"/>
              <a:gd name="connsiteY3" fmla="*/ 1115483 h 1115483"/>
              <a:gd name="connsiteX4" fmla="*/ 869288 w 1481481"/>
              <a:gd name="connsiteY4" fmla="*/ 0 h 1115483"/>
              <a:gd name="connsiteX0" fmla="*/ 442067 w 1054260"/>
              <a:gd name="connsiteY0" fmla="*/ 0 h 1115483"/>
              <a:gd name="connsiteX1" fmla="*/ 1054260 w 1054260"/>
              <a:gd name="connsiteY1" fmla="*/ 0 h 1115483"/>
              <a:gd name="connsiteX2" fmla="*/ 1043843 w 1054260"/>
              <a:gd name="connsiteY2" fmla="*/ 1115483 h 1115483"/>
              <a:gd name="connsiteX3" fmla="*/ 0 w 1054260"/>
              <a:gd name="connsiteY3" fmla="*/ 1115483 h 1115483"/>
              <a:gd name="connsiteX4" fmla="*/ 442067 w 1054260"/>
              <a:gd name="connsiteY4" fmla="*/ 0 h 1115483"/>
              <a:gd name="connsiteX0" fmla="*/ 481229 w 1093422"/>
              <a:gd name="connsiteY0" fmla="*/ 0 h 1119717"/>
              <a:gd name="connsiteX1" fmla="*/ 1093422 w 1093422"/>
              <a:gd name="connsiteY1" fmla="*/ 0 h 1119717"/>
              <a:gd name="connsiteX2" fmla="*/ 1083005 w 1093422"/>
              <a:gd name="connsiteY2" fmla="*/ 1115483 h 1119717"/>
              <a:gd name="connsiteX3" fmla="*/ 0 w 1093422"/>
              <a:gd name="connsiteY3" fmla="*/ 1119717 h 1119717"/>
              <a:gd name="connsiteX4" fmla="*/ 481229 w 1093422"/>
              <a:gd name="connsiteY4" fmla="*/ 0 h 1119717"/>
              <a:gd name="connsiteX0" fmla="*/ 531072 w 1093422"/>
              <a:gd name="connsiteY0" fmla="*/ 8467 h 1119717"/>
              <a:gd name="connsiteX1" fmla="*/ 1093422 w 1093422"/>
              <a:gd name="connsiteY1" fmla="*/ 0 h 1119717"/>
              <a:gd name="connsiteX2" fmla="*/ 1083005 w 1093422"/>
              <a:gd name="connsiteY2" fmla="*/ 1115483 h 1119717"/>
              <a:gd name="connsiteX3" fmla="*/ 0 w 1093422"/>
              <a:gd name="connsiteY3" fmla="*/ 1119717 h 1119717"/>
              <a:gd name="connsiteX4" fmla="*/ 531072 w 1093422"/>
              <a:gd name="connsiteY4" fmla="*/ 8467 h 1119717"/>
              <a:gd name="connsiteX0" fmla="*/ 531072 w 1083157"/>
              <a:gd name="connsiteY0" fmla="*/ 0 h 1111250"/>
              <a:gd name="connsiteX1" fmla="*/ 1032900 w 1083157"/>
              <a:gd name="connsiteY1" fmla="*/ 0 h 1111250"/>
              <a:gd name="connsiteX2" fmla="*/ 1083005 w 1083157"/>
              <a:gd name="connsiteY2" fmla="*/ 1107016 h 1111250"/>
              <a:gd name="connsiteX3" fmla="*/ 0 w 1083157"/>
              <a:gd name="connsiteY3" fmla="*/ 1111250 h 1111250"/>
              <a:gd name="connsiteX4" fmla="*/ 531072 w 1083157"/>
              <a:gd name="connsiteY4" fmla="*/ 0 h 1111250"/>
              <a:gd name="connsiteX0" fmla="*/ 531072 w 1032900"/>
              <a:gd name="connsiteY0" fmla="*/ 0 h 1111250"/>
              <a:gd name="connsiteX1" fmla="*/ 1032900 w 1032900"/>
              <a:gd name="connsiteY1" fmla="*/ 0 h 1111250"/>
              <a:gd name="connsiteX2" fmla="*/ 1022482 w 1032900"/>
              <a:gd name="connsiteY2" fmla="*/ 1102783 h 1111250"/>
              <a:gd name="connsiteX3" fmla="*/ 0 w 1032900"/>
              <a:gd name="connsiteY3" fmla="*/ 1111250 h 1111250"/>
              <a:gd name="connsiteX4" fmla="*/ 531072 w 1032900"/>
              <a:gd name="connsiteY4" fmla="*/ 0 h 1111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900" h="1111250">
                <a:moveTo>
                  <a:pt x="531072" y="0"/>
                </a:moveTo>
                <a:lnTo>
                  <a:pt x="1032900" y="0"/>
                </a:lnTo>
                <a:cubicBezTo>
                  <a:pt x="1029428" y="371828"/>
                  <a:pt x="1025954" y="730955"/>
                  <a:pt x="1022482" y="1102783"/>
                </a:cubicBezTo>
                <a:lnTo>
                  <a:pt x="0" y="1111250"/>
                </a:lnTo>
                <a:lnTo>
                  <a:pt x="531072" y="0"/>
                </a:lnTo>
                <a:close/>
              </a:path>
            </a:pathLst>
          </a:custGeom>
          <a:gradFill>
            <a:gsLst>
              <a:gs pos="0">
                <a:sysClr val="window" lastClr="FFFFFF">
                  <a:lumMod val="50000"/>
                </a:sysClr>
              </a:gs>
              <a:gs pos="100000">
                <a:sysClr val="window" lastClr="FFFFFF">
                  <a:lumMod val="95000"/>
                </a:sysClr>
              </a:gs>
            </a:gsLst>
            <a:lin ang="5400000" scaled="1"/>
          </a:gradFill>
          <a:ln w="25400" cap="flat" cmpd="sng" algn="ctr">
            <a:noFill/>
            <a:prstDash val="solid"/>
          </a:ln>
          <a:effectLst/>
        </p:spPr>
        <p:txBody>
          <a:bodyPr lIns="74238" tIns="37119" rIns="74238" bIns="37119" rtlCol="0" anchor="ctr"/>
          <a:lstStyle/>
          <a:p>
            <a:pPr algn="ctr" defTabSz="742389">
              <a:defRPr/>
            </a:pPr>
            <a:endParaRPr lang="en-US" sz="1463" kern="0" dirty="0">
              <a:solidFill>
                <a:prstClr val="white"/>
              </a:solidFill>
              <a:latin typeface="Aptos" panose="020B0004020202020204" pitchFamily="34" charset="0"/>
            </a:endParaRPr>
          </a:p>
        </p:txBody>
      </p:sp>
      <p:grpSp>
        <p:nvGrpSpPr>
          <p:cNvPr id="123" name="Group 39">
            <a:extLst>
              <a:ext uri="{FF2B5EF4-FFF2-40B4-BE49-F238E27FC236}">
                <a16:creationId xmlns:a16="http://schemas.microsoft.com/office/drawing/2014/main" id="{85D2C5A2-E37D-4C6C-88FF-6088588DAB8E}"/>
              </a:ext>
            </a:extLst>
          </p:cNvPr>
          <p:cNvGrpSpPr>
            <a:grpSpLocks noChangeAspect="1"/>
          </p:cNvGrpSpPr>
          <p:nvPr/>
        </p:nvGrpSpPr>
        <p:grpSpPr bwMode="auto">
          <a:xfrm>
            <a:off x="3613173" y="2529880"/>
            <a:ext cx="298700" cy="298700"/>
            <a:chOff x="3987" y="1509"/>
            <a:chExt cx="340" cy="340"/>
          </a:xfrm>
          <a:solidFill>
            <a:schemeClr val="bg1"/>
          </a:solidFill>
        </p:grpSpPr>
        <p:sp>
          <p:nvSpPr>
            <p:cNvPr id="124" name="Freeform 40">
              <a:extLst>
                <a:ext uri="{FF2B5EF4-FFF2-40B4-BE49-F238E27FC236}">
                  <a16:creationId xmlns:a16="http://schemas.microsoft.com/office/drawing/2014/main" id="{77458990-34D0-43D1-A27C-E8995E36EE07}"/>
                </a:ext>
              </a:extLst>
            </p:cNvPr>
            <p:cNvSpPr>
              <a:spLocks noEditPoints="1"/>
            </p:cNvSpPr>
            <p:nvPr/>
          </p:nvSpPr>
          <p:spPr bwMode="auto">
            <a:xfrm>
              <a:off x="3987" y="150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25" name="Freeform 41">
              <a:extLst>
                <a:ext uri="{FF2B5EF4-FFF2-40B4-BE49-F238E27FC236}">
                  <a16:creationId xmlns:a16="http://schemas.microsoft.com/office/drawing/2014/main" id="{AAEFDF59-2F48-4A79-B445-7BE8A6EB61C8}"/>
                </a:ext>
              </a:extLst>
            </p:cNvPr>
            <p:cNvSpPr>
              <a:spLocks noEditPoints="1"/>
            </p:cNvSpPr>
            <p:nvPr/>
          </p:nvSpPr>
          <p:spPr bwMode="auto">
            <a:xfrm>
              <a:off x="4053" y="1568"/>
              <a:ext cx="215" cy="214"/>
            </a:xfrm>
            <a:custGeom>
              <a:avLst/>
              <a:gdLst>
                <a:gd name="T0" fmla="*/ 168 w 324"/>
                <a:gd name="T1" fmla="*/ 177 h 322"/>
                <a:gd name="T2" fmla="*/ 123 w 324"/>
                <a:gd name="T3" fmla="*/ 143 h 322"/>
                <a:gd name="T4" fmla="*/ 65 w 324"/>
                <a:gd name="T5" fmla="*/ 142 h 322"/>
                <a:gd name="T6" fmla="*/ 18 w 324"/>
                <a:gd name="T7" fmla="*/ 175 h 322"/>
                <a:gd name="T8" fmla="*/ 0 w 324"/>
                <a:gd name="T9" fmla="*/ 229 h 322"/>
                <a:gd name="T10" fmla="*/ 17 w 324"/>
                <a:gd name="T11" fmla="*/ 284 h 322"/>
                <a:gd name="T12" fmla="*/ 63 w 324"/>
                <a:gd name="T13" fmla="*/ 319 h 322"/>
                <a:gd name="T14" fmla="*/ 115 w 324"/>
                <a:gd name="T15" fmla="*/ 320 h 322"/>
                <a:gd name="T16" fmla="*/ 145 w 324"/>
                <a:gd name="T17" fmla="*/ 294 h 322"/>
                <a:gd name="T18" fmla="*/ 172 w 324"/>
                <a:gd name="T19" fmla="*/ 252 h 322"/>
                <a:gd name="T20" fmla="*/ 146 w 324"/>
                <a:gd name="T21" fmla="*/ 249 h 322"/>
                <a:gd name="T22" fmla="*/ 125 w 324"/>
                <a:gd name="T23" fmla="*/ 277 h 322"/>
                <a:gd name="T24" fmla="*/ 92 w 324"/>
                <a:gd name="T25" fmla="*/ 284 h 322"/>
                <a:gd name="T26" fmla="*/ 69 w 324"/>
                <a:gd name="T27" fmla="*/ 293 h 322"/>
                <a:gd name="T28" fmla="*/ 37 w 324"/>
                <a:gd name="T29" fmla="*/ 267 h 322"/>
                <a:gd name="T30" fmla="*/ 26 w 324"/>
                <a:gd name="T31" fmla="*/ 227 h 322"/>
                <a:gd name="T32" fmla="*/ 41 w 324"/>
                <a:gd name="T33" fmla="*/ 189 h 322"/>
                <a:gd name="T34" fmla="*/ 76 w 324"/>
                <a:gd name="T35" fmla="*/ 168 h 322"/>
                <a:gd name="T36" fmla="*/ 115 w 324"/>
                <a:gd name="T37" fmla="*/ 164 h 322"/>
                <a:gd name="T38" fmla="*/ 150 w 324"/>
                <a:gd name="T39" fmla="*/ 190 h 322"/>
                <a:gd name="T40" fmla="*/ 163 w 324"/>
                <a:gd name="T41" fmla="*/ 232 h 322"/>
                <a:gd name="T42" fmla="*/ 61 w 324"/>
                <a:gd name="T43" fmla="*/ 214 h 322"/>
                <a:gd name="T44" fmla="*/ 103 w 324"/>
                <a:gd name="T45" fmla="*/ 265 h 322"/>
                <a:gd name="T46" fmla="*/ 105 w 324"/>
                <a:gd name="T47" fmla="*/ 237 h 322"/>
                <a:gd name="T48" fmla="*/ 80 w 324"/>
                <a:gd name="T49" fmla="*/ 224 h 322"/>
                <a:gd name="T50" fmla="*/ 106 w 324"/>
                <a:gd name="T51" fmla="*/ 226 h 322"/>
                <a:gd name="T52" fmla="*/ 308 w 324"/>
                <a:gd name="T53" fmla="*/ 62 h 322"/>
                <a:gd name="T54" fmla="*/ 276 w 324"/>
                <a:gd name="T55" fmla="*/ 23 h 322"/>
                <a:gd name="T56" fmla="*/ 227 w 324"/>
                <a:gd name="T57" fmla="*/ 10 h 322"/>
                <a:gd name="T58" fmla="*/ 180 w 324"/>
                <a:gd name="T59" fmla="*/ 29 h 322"/>
                <a:gd name="T60" fmla="*/ 152 w 324"/>
                <a:gd name="T61" fmla="*/ 71 h 322"/>
                <a:gd name="T62" fmla="*/ 155 w 324"/>
                <a:gd name="T63" fmla="*/ 122 h 322"/>
                <a:gd name="T64" fmla="*/ 187 w 324"/>
                <a:gd name="T65" fmla="*/ 161 h 322"/>
                <a:gd name="T66" fmla="*/ 236 w 324"/>
                <a:gd name="T67" fmla="*/ 174 h 322"/>
                <a:gd name="T68" fmla="*/ 276 w 324"/>
                <a:gd name="T69" fmla="*/ 156 h 322"/>
                <a:gd name="T70" fmla="*/ 305 w 324"/>
                <a:gd name="T71" fmla="*/ 117 h 322"/>
                <a:gd name="T72" fmla="*/ 298 w 324"/>
                <a:gd name="T73" fmla="*/ 96 h 322"/>
                <a:gd name="T74" fmla="*/ 283 w 324"/>
                <a:gd name="T75" fmla="*/ 134 h 322"/>
                <a:gd name="T76" fmla="*/ 248 w 324"/>
                <a:gd name="T77" fmla="*/ 155 h 322"/>
                <a:gd name="T78" fmla="*/ 209 w 324"/>
                <a:gd name="T79" fmla="*/ 158 h 322"/>
                <a:gd name="T80" fmla="*/ 174 w 324"/>
                <a:gd name="T81" fmla="*/ 132 h 322"/>
                <a:gd name="T82" fmla="*/ 161 w 324"/>
                <a:gd name="T83" fmla="*/ 91 h 322"/>
                <a:gd name="T84" fmla="*/ 175 w 324"/>
                <a:gd name="T85" fmla="*/ 50 h 322"/>
                <a:gd name="T86" fmla="*/ 211 w 324"/>
                <a:gd name="T87" fmla="*/ 26 h 322"/>
                <a:gd name="T88" fmla="*/ 250 w 324"/>
                <a:gd name="T89" fmla="*/ 30 h 322"/>
                <a:gd name="T90" fmla="*/ 284 w 324"/>
                <a:gd name="T91" fmla="*/ 51 h 322"/>
                <a:gd name="T92" fmla="*/ 298 w 324"/>
                <a:gd name="T93" fmla="*/ 90 h 322"/>
                <a:gd name="T94" fmla="*/ 221 w 324"/>
                <a:gd name="T95" fmla="*/ 58 h 322"/>
                <a:gd name="T96" fmla="*/ 231 w 324"/>
                <a:gd name="T97" fmla="*/ 128 h 322"/>
                <a:gd name="T98" fmla="*/ 248 w 324"/>
                <a:gd name="T99" fmla="*/ 61 h 322"/>
                <a:gd name="T100" fmla="*/ 218 w 324"/>
                <a:gd name="T101" fmla="*/ 96 h 322"/>
                <a:gd name="T102" fmla="*/ 238 w 324"/>
                <a:gd name="T103" fmla="*/ 79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4" h="322">
                  <a:moveTo>
                    <a:pt x="172" y="212"/>
                  </a:moveTo>
                  <a:cubicBezTo>
                    <a:pt x="171" y="211"/>
                    <a:pt x="168" y="209"/>
                    <a:pt x="167" y="208"/>
                  </a:cubicBezTo>
                  <a:cubicBezTo>
                    <a:pt x="167" y="206"/>
                    <a:pt x="168" y="203"/>
                    <a:pt x="169" y="201"/>
                  </a:cubicBezTo>
                  <a:cubicBezTo>
                    <a:pt x="171" y="194"/>
                    <a:pt x="174" y="185"/>
                    <a:pt x="168" y="177"/>
                  </a:cubicBezTo>
                  <a:cubicBezTo>
                    <a:pt x="163" y="169"/>
                    <a:pt x="153" y="169"/>
                    <a:pt x="146" y="169"/>
                  </a:cubicBezTo>
                  <a:cubicBezTo>
                    <a:pt x="144" y="169"/>
                    <a:pt x="141" y="168"/>
                    <a:pt x="139" y="168"/>
                  </a:cubicBezTo>
                  <a:cubicBezTo>
                    <a:pt x="139" y="167"/>
                    <a:pt x="138" y="164"/>
                    <a:pt x="137" y="162"/>
                  </a:cubicBezTo>
                  <a:cubicBezTo>
                    <a:pt x="135" y="155"/>
                    <a:pt x="132" y="146"/>
                    <a:pt x="123" y="143"/>
                  </a:cubicBezTo>
                  <a:cubicBezTo>
                    <a:pt x="114" y="140"/>
                    <a:pt x="105" y="145"/>
                    <a:pt x="100" y="149"/>
                  </a:cubicBezTo>
                  <a:cubicBezTo>
                    <a:pt x="98" y="150"/>
                    <a:pt x="95" y="152"/>
                    <a:pt x="94" y="153"/>
                  </a:cubicBezTo>
                  <a:cubicBezTo>
                    <a:pt x="92" y="152"/>
                    <a:pt x="90" y="150"/>
                    <a:pt x="88" y="149"/>
                  </a:cubicBezTo>
                  <a:cubicBezTo>
                    <a:pt x="83" y="145"/>
                    <a:pt x="74" y="139"/>
                    <a:pt x="65" y="142"/>
                  </a:cubicBezTo>
                  <a:cubicBezTo>
                    <a:pt x="56" y="145"/>
                    <a:pt x="53" y="154"/>
                    <a:pt x="50" y="161"/>
                  </a:cubicBezTo>
                  <a:cubicBezTo>
                    <a:pt x="49" y="163"/>
                    <a:pt x="48" y="166"/>
                    <a:pt x="48" y="167"/>
                  </a:cubicBezTo>
                  <a:cubicBezTo>
                    <a:pt x="46" y="167"/>
                    <a:pt x="43" y="167"/>
                    <a:pt x="41" y="167"/>
                  </a:cubicBezTo>
                  <a:cubicBezTo>
                    <a:pt x="34" y="167"/>
                    <a:pt x="24" y="168"/>
                    <a:pt x="18" y="175"/>
                  </a:cubicBezTo>
                  <a:cubicBezTo>
                    <a:pt x="13" y="183"/>
                    <a:pt x="15" y="192"/>
                    <a:pt x="17" y="199"/>
                  </a:cubicBezTo>
                  <a:cubicBezTo>
                    <a:pt x="18" y="201"/>
                    <a:pt x="19" y="204"/>
                    <a:pt x="19" y="206"/>
                  </a:cubicBezTo>
                  <a:cubicBezTo>
                    <a:pt x="18" y="207"/>
                    <a:pt x="15" y="209"/>
                    <a:pt x="14" y="210"/>
                  </a:cubicBezTo>
                  <a:cubicBezTo>
                    <a:pt x="8" y="214"/>
                    <a:pt x="0" y="220"/>
                    <a:pt x="0" y="229"/>
                  </a:cubicBezTo>
                  <a:cubicBezTo>
                    <a:pt x="0" y="239"/>
                    <a:pt x="7" y="245"/>
                    <a:pt x="13" y="249"/>
                  </a:cubicBezTo>
                  <a:cubicBezTo>
                    <a:pt x="15" y="251"/>
                    <a:pt x="18" y="253"/>
                    <a:pt x="18" y="253"/>
                  </a:cubicBezTo>
                  <a:cubicBezTo>
                    <a:pt x="18" y="255"/>
                    <a:pt x="17" y="258"/>
                    <a:pt x="16" y="261"/>
                  </a:cubicBezTo>
                  <a:cubicBezTo>
                    <a:pt x="14" y="268"/>
                    <a:pt x="11" y="277"/>
                    <a:pt x="17" y="284"/>
                  </a:cubicBezTo>
                  <a:cubicBezTo>
                    <a:pt x="22" y="292"/>
                    <a:pt x="32" y="292"/>
                    <a:pt x="39" y="293"/>
                  </a:cubicBezTo>
                  <a:cubicBezTo>
                    <a:pt x="41" y="293"/>
                    <a:pt x="44" y="293"/>
                    <a:pt x="46" y="293"/>
                  </a:cubicBezTo>
                  <a:cubicBezTo>
                    <a:pt x="47" y="295"/>
                    <a:pt x="48" y="298"/>
                    <a:pt x="48" y="299"/>
                  </a:cubicBezTo>
                  <a:cubicBezTo>
                    <a:pt x="51" y="306"/>
                    <a:pt x="54" y="315"/>
                    <a:pt x="63" y="319"/>
                  </a:cubicBezTo>
                  <a:cubicBezTo>
                    <a:pt x="72" y="322"/>
                    <a:pt x="80" y="316"/>
                    <a:pt x="86" y="312"/>
                  </a:cubicBezTo>
                  <a:cubicBezTo>
                    <a:pt x="87" y="311"/>
                    <a:pt x="90" y="309"/>
                    <a:pt x="92" y="309"/>
                  </a:cubicBezTo>
                  <a:cubicBezTo>
                    <a:pt x="93" y="309"/>
                    <a:pt x="95" y="311"/>
                    <a:pt x="97" y="312"/>
                  </a:cubicBezTo>
                  <a:cubicBezTo>
                    <a:pt x="102" y="316"/>
                    <a:pt x="108" y="320"/>
                    <a:pt x="115" y="320"/>
                  </a:cubicBezTo>
                  <a:cubicBezTo>
                    <a:pt x="117" y="320"/>
                    <a:pt x="118" y="320"/>
                    <a:pt x="120" y="319"/>
                  </a:cubicBezTo>
                  <a:cubicBezTo>
                    <a:pt x="129" y="316"/>
                    <a:pt x="133" y="307"/>
                    <a:pt x="135" y="300"/>
                  </a:cubicBezTo>
                  <a:cubicBezTo>
                    <a:pt x="136" y="298"/>
                    <a:pt x="137" y="296"/>
                    <a:pt x="138" y="294"/>
                  </a:cubicBezTo>
                  <a:cubicBezTo>
                    <a:pt x="139" y="294"/>
                    <a:pt x="142" y="294"/>
                    <a:pt x="145" y="294"/>
                  </a:cubicBezTo>
                  <a:cubicBezTo>
                    <a:pt x="152" y="294"/>
                    <a:pt x="161" y="294"/>
                    <a:pt x="167" y="286"/>
                  </a:cubicBezTo>
                  <a:cubicBezTo>
                    <a:pt x="173" y="279"/>
                    <a:pt x="170" y="269"/>
                    <a:pt x="168" y="262"/>
                  </a:cubicBezTo>
                  <a:cubicBezTo>
                    <a:pt x="168" y="260"/>
                    <a:pt x="167" y="257"/>
                    <a:pt x="167" y="256"/>
                  </a:cubicBezTo>
                  <a:cubicBezTo>
                    <a:pt x="168" y="255"/>
                    <a:pt x="170" y="253"/>
                    <a:pt x="172" y="252"/>
                  </a:cubicBezTo>
                  <a:cubicBezTo>
                    <a:pt x="177" y="247"/>
                    <a:pt x="185" y="242"/>
                    <a:pt x="185" y="232"/>
                  </a:cubicBezTo>
                  <a:cubicBezTo>
                    <a:pt x="186" y="223"/>
                    <a:pt x="178" y="217"/>
                    <a:pt x="172" y="212"/>
                  </a:cubicBezTo>
                  <a:close/>
                  <a:moveTo>
                    <a:pt x="159" y="235"/>
                  </a:moveTo>
                  <a:cubicBezTo>
                    <a:pt x="154" y="238"/>
                    <a:pt x="148" y="242"/>
                    <a:pt x="146" y="249"/>
                  </a:cubicBezTo>
                  <a:cubicBezTo>
                    <a:pt x="144" y="255"/>
                    <a:pt x="146" y="262"/>
                    <a:pt x="148" y="268"/>
                  </a:cubicBezTo>
                  <a:cubicBezTo>
                    <a:pt x="148" y="269"/>
                    <a:pt x="148" y="271"/>
                    <a:pt x="149" y="272"/>
                  </a:cubicBezTo>
                  <a:cubicBezTo>
                    <a:pt x="147" y="273"/>
                    <a:pt x="145" y="273"/>
                    <a:pt x="144" y="273"/>
                  </a:cubicBezTo>
                  <a:cubicBezTo>
                    <a:pt x="138" y="273"/>
                    <a:pt x="131" y="273"/>
                    <a:pt x="125" y="277"/>
                  </a:cubicBezTo>
                  <a:cubicBezTo>
                    <a:pt x="120" y="281"/>
                    <a:pt x="117" y="287"/>
                    <a:pt x="115" y="293"/>
                  </a:cubicBezTo>
                  <a:cubicBezTo>
                    <a:pt x="115" y="294"/>
                    <a:pt x="114" y="295"/>
                    <a:pt x="113" y="297"/>
                  </a:cubicBezTo>
                  <a:cubicBezTo>
                    <a:pt x="112" y="296"/>
                    <a:pt x="110" y="294"/>
                    <a:pt x="109" y="293"/>
                  </a:cubicBezTo>
                  <a:cubicBezTo>
                    <a:pt x="104" y="290"/>
                    <a:pt x="99" y="284"/>
                    <a:pt x="92" y="284"/>
                  </a:cubicBezTo>
                  <a:cubicBezTo>
                    <a:pt x="92" y="284"/>
                    <a:pt x="92" y="284"/>
                    <a:pt x="92" y="284"/>
                  </a:cubicBezTo>
                  <a:cubicBezTo>
                    <a:pt x="85" y="284"/>
                    <a:pt x="79" y="289"/>
                    <a:pt x="74" y="293"/>
                  </a:cubicBezTo>
                  <a:cubicBezTo>
                    <a:pt x="73" y="294"/>
                    <a:pt x="71" y="296"/>
                    <a:pt x="70" y="297"/>
                  </a:cubicBezTo>
                  <a:cubicBezTo>
                    <a:pt x="70" y="296"/>
                    <a:pt x="69" y="294"/>
                    <a:pt x="69" y="293"/>
                  </a:cubicBezTo>
                  <a:cubicBezTo>
                    <a:pt x="67" y="287"/>
                    <a:pt x="64" y="280"/>
                    <a:pt x="59" y="276"/>
                  </a:cubicBezTo>
                  <a:cubicBezTo>
                    <a:pt x="53" y="272"/>
                    <a:pt x="46" y="272"/>
                    <a:pt x="40" y="271"/>
                  </a:cubicBezTo>
                  <a:cubicBezTo>
                    <a:pt x="39" y="271"/>
                    <a:pt x="37" y="271"/>
                    <a:pt x="36" y="271"/>
                  </a:cubicBezTo>
                  <a:cubicBezTo>
                    <a:pt x="36" y="270"/>
                    <a:pt x="36" y="268"/>
                    <a:pt x="37" y="267"/>
                  </a:cubicBezTo>
                  <a:cubicBezTo>
                    <a:pt x="39" y="261"/>
                    <a:pt x="41" y="254"/>
                    <a:pt x="39" y="247"/>
                  </a:cubicBezTo>
                  <a:cubicBezTo>
                    <a:pt x="37" y="241"/>
                    <a:pt x="31" y="236"/>
                    <a:pt x="26" y="232"/>
                  </a:cubicBezTo>
                  <a:cubicBezTo>
                    <a:pt x="25" y="232"/>
                    <a:pt x="24" y="231"/>
                    <a:pt x="23" y="230"/>
                  </a:cubicBezTo>
                  <a:cubicBezTo>
                    <a:pt x="24" y="229"/>
                    <a:pt x="25" y="228"/>
                    <a:pt x="26" y="227"/>
                  </a:cubicBezTo>
                  <a:cubicBezTo>
                    <a:pt x="31" y="223"/>
                    <a:pt x="37" y="219"/>
                    <a:pt x="39" y="213"/>
                  </a:cubicBezTo>
                  <a:cubicBezTo>
                    <a:pt x="41" y="206"/>
                    <a:pt x="39" y="199"/>
                    <a:pt x="38" y="193"/>
                  </a:cubicBezTo>
                  <a:cubicBezTo>
                    <a:pt x="37" y="192"/>
                    <a:pt x="37" y="190"/>
                    <a:pt x="37" y="189"/>
                  </a:cubicBezTo>
                  <a:cubicBezTo>
                    <a:pt x="38" y="189"/>
                    <a:pt x="40" y="189"/>
                    <a:pt x="41" y="189"/>
                  </a:cubicBezTo>
                  <a:cubicBezTo>
                    <a:pt x="47" y="189"/>
                    <a:pt x="54" y="189"/>
                    <a:pt x="60" y="185"/>
                  </a:cubicBezTo>
                  <a:cubicBezTo>
                    <a:pt x="66" y="181"/>
                    <a:pt x="68" y="174"/>
                    <a:pt x="70" y="169"/>
                  </a:cubicBezTo>
                  <a:cubicBezTo>
                    <a:pt x="71" y="167"/>
                    <a:pt x="71" y="166"/>
                    <a:pt x="72" y="164"/>
                  </a:cubicBezTo>
                  <a:cubicBezTo>
                    <a:pt x="73" y="165"/>
                    <a:pt x="75" y="167"/>
                    <a:pt x="76" y="168"/>
                  </a:cubicBezTo>
                  <a:cubicBezTo>
                    <a:pt x="81" y="172"/>
                    <a:pt x="87" y="177"/>
                    <a:pt x="93" y="177"/>
                  </a:cubicBezTo>
                  <a:cubicBezTo>
                    <a:pt x="94" y="177"/>
                    <a:pt x="94" y="177"/>
                    <a:pt x="94" y="177"/>
                  </a:cubicBezTo>
                  <a:cubicBezTo>
                    <a:pt x="101" y="177"/>
                    <a:pt x="106" y="172"/>
                    <a:pt x="111" y="168"/>
                  </a:cubicBezTo>
                  <a:cubicBezTo>
                    <a:pt x="112" y="168"/>
                    <a:pt x="114" y="165"/>
                    <a:pt x="115" y="164"/>
                  </a:cubicBezTo>
                  <a:cubicBezTo>
                    <a:pt x="116" y="166"/>
                    <a:pt x="116" y="168"/>
                    <a:pt x="117" y="169"/>
                  </a:cubicBezTo>
                  <a:cubicBezTo>
                    <a:pt x="119" y="175"/>
                    <a:pt x="121" y="181"/>
                    <a:pt x="127" y="185"/>
                  </a:cubicBezTo>
                  <a:cubicBezTo>
                    <a:pt x="132" y="189"/>
                    <a:pt x="139" y="190"/>
                    <a:pt x="145" y="190"/>
                  </a:cubicBezTo>
                  <a:cubicBezTo>
                    <a:pt x="146" y="190"/>
                    <a:pt x="148" y="190"/>
                    <a:pt x="150" y="190"/>
                  </a:cubicBezTo>
                  <a:cubicBezTo>
                    <a:pt x="149" y="192"/>
                    <a:pt x="149" y="193"/>
                    <a:pt x="149" y="194"/>
                  </a:cubicBezTo>
                  <a:cubicBezTo>
                    <a:pt x="147" y="200"/>
                    <a:pt x="145" y="207"/>
                    <a:pt x="147" y="214"/>
                  </a:cubicBezTo>
                  <a:cubicBezTo>
                    <a:pt x="149" y="221"/>
                    <a:pt x="154" y="225"/>
                    <a:pt x="159" y="229"/>
                  </a:cubicBezTo>
                  <a:cubicBezTo>
                    <a:pt x="160" y="230"/>
                    <a:pt x="162" y="231"/>
                    <a:pt x="163" y="232"/>
                  </a:cubicBezTo>
                  <a:cubicBezTo>
                    <a:pt x="161" y="233"/>
                    <a:pt x="160" y="234"/>
                    <a:pt x="159" y="235"/>
                  </a:cubicBezTo>
                  <a:close/>
                  <a:moveTo>
                    <a:pt x="109" y="199"/>
                  </a:moveTo>
                  <a:cubicBezTo>
                    <a:pt x="101" y="195"/>
                    <a:pt x="91" y="194"/>
                    <a:pt x="82" y="197"/>
                  </a:cubicBezTo>
                  <a:cubicBezTo>
                    <a:pt x="73" y="200"/>
                    <a:pt x="66" y="206"/>
                    <a:pt x="61" y="214"/>
                  </a:cubicBezTo>
                  <a:cubicBezTo>
                    <a:pt x="57" y="223"/>
                    <a:pt x="56" y="232"/>
                    <a:pt x="59" y="241"/>
                  </a:cubicBezTo>
                  <a:cubicBezTo>
                    <a:pt x="62" y="250"/>
                    <a:pt x="68" y="258"/>
                    <a:pt x="76" y="262"/>
                  </a:cubicBezTo>
                  <a:cubicBezTo>
                    <a:pt x="81" y="265"/>
                    <a:pt x="87" y="266"/>
                    <a:pt x="93" y="266"/>
                  </a:cubicBezTo>
                  <a:cubicBezTo>
                    <a:pt x="96" y="266"/>
                    <a:pt x="100" y="266"/>
                    <a:pt x="103" y="265"/>
                  </a:cubicBezTo>
                  <a:cubicBezTo>
                    <a:pt x="112" y="262"/>
                    <a:pt x="120" y="256"/>
                    <a:pt x="124" y="247"/>
                  </a:cubicBezTo>
                  <a:cubicBezTo>
                    <a:pt x="129" y="239"/>
                    <a:pt x="129" y="229"/>
                    <a:pt x="127" y="220"/>
                  </a:cubicBezTo>
                  <a:cubicBezTo>
                    <a:pt x="124" y="211"/>
                    <a:pt x="118" y="204"/>
                    <a:pt x="109" y="199"/>
                  </a:cubicBezTo>
                  <a:close/>
                  <a:moveTo>
                    <a:pt x="105" y="237"/>
                  </a:moveTo>
                  <a:cubicBezTo>
                    <a:pt x="103" y="241"/>
                    <a:pt x="101" y="243"/>
                    <a:pt x="97" y="244"/>
                  </a:cubicBezTo>
                  <a:cubicBezTo>
                    <a:pt x="93" y="245"/>
                    <a:pt x="89" y="245"/>
                    <a:pt x="86" y="243"/>
                  </a:cubicBezTo>
                  <a:cubicBezTo>
                    <a:pt x="83" y="241"/>
                    <a:pt x="80" y="239"/>
                    <a:pt x="79" y="235"/>
                  </a:cubicBezTo>
                  <a:cubicBezTo>
                    <a:pt x="78" y="231"/>
                    <a:pt x="78" y="227"/>
                    <a:pt x="80" y="224"/>
                  </a:cubicBezTo>
                  <a:cubicBezTo>
                    <a:pt x="82" y="221"/>
                    <a:pt x="85" y="218"/>
                    <a:pt x="88" y="217"/>
                  </a:cubicBezTo>
                  <a:cubicBezTo>
                    <a:pt x="90" y="217"/>
                    <a:pt x="91" y="216"/>
                    <a:pt x="93" y="216"/>
                  </a:cubicBezTo>
                  <a:cubicBezTo>
                    <a:pt x="95" y="216"/>
                    <a:pt x="97" y="217"/>
                    <a:pt x="99" y="218"/>
                  </a:cubicBezTo>
                  <a:cubicBezTo>
                    <a:pt x="103" y="220"/>
                    <a:pt x="105" y="223"/>
                    <a:pt x="106" y="226"/>
                  </a:cubicBezTo>
                  <a:cubicBezTo>
                    <a:pt x="107" y="230"/>
                    <a:pt x="107" y="234"/>
                    <a:pt x="105" y="237"/>
                  </a:cubicBezTo>
                  <a:close/>
                  <a:moveTo>
                    <a:pt x="311" y="74"/>
                  </a:moveTo>
                  <a:cubicBezTo>
                    <a:pt x="309" y="72"/>
                    <a:pt x="307" y="70"/>
                    <a:pt x="306" y="69"/>
                  </a:cubicBezTo>
                  <a:cubicBezTo>
                    <a:pt x="306" y="67"/>
                    <a:pt x="307" y="64"/>
                    <a:pt x="308" y="62"/>
                  </a:cubicBezTo>
                  <a:cubicBezTo>
                    <a:pt x="310" y="55"/>
                    <a:pt x="313" y="46"/>
                    <a:pt x="307" y="38"/>
                  </a:cubicBezTo>
                  <a:cubicBezTo>
                    <a:pt x="302" y="31"/>
                    <a:pt x="292" y="30"/>
                    <a:pt x="285" y="30"/>
                  </a:cubicBezTo>
                  <a:cubicBezTo>
                    <a:pt x="283" y="30"/>
                    <a:pt x="280" y="30"/>
                    <a:pt x="278" y="29"/>
                  </a:cubicBezTo>
                  <a:cubicBezTo>
                    <a:pt x="277" y="28"/>
                    <a:pt x="276" y="25"/>
                    <a:pt x="276" y="23"/>
                  </a:cubicBezTo>
                  <a:cubicBezTo>
                    <a:pt x="273" y="16"/>
                    <a:pt x="270" y="7"/>
                    <a:pt x="261" y="4"/>
                  </a:cubicBezTo>
                  <a:cubicBezTo>
                    <a:pt x="252" y="1"/>
                    <a:pt x="244" y="6"/>
                    <a:pt x="238" y="10"/>
                  </a:cubicBezTo>
                  <a:cubicBezTo>
                    <a:pt x="237" y="12"/>
                    <a:pt x="234" y="13"/>
                    <a:pt x="232" y="14"/>
                  </a:cubicBezTo>
                  <a:cubicBezTo>
                    <a:pt x="231" y="13"/>
                    <a:pt x="229" y="12"/>
                    <a:pt x="227" y="10"/>
                  </a:cubicBezTo>
                  <a:cubicBezTo>
                    <a:pt x="221" y="6"/>
                    <a:pt x="213" y="0"/>
                    <a:pt x="204" y="3"/>
                  </a:cubicBezTo>
                  <a:cubicBezTo>
                    <a:pt x="195" y="6"/>
                    <a:pt x="191" y="16"/>
                    <a:pt x="189" y="22"/>
                  </a:cubicBezTo>
                  <a:cubicBezTo>
                    <a:pt x="188" y="24"/>
                    <a:pt x="187" y="27"/>
                    <a:pt x="186" y="28"/>
                  </a:cubicBezTo>
                  <a:cubicBezTo>
                    <a:pt x="185" y="29"/>
                    <a:pt x="182" y="29"/>
                    <a:pt x="180" y="29"/>
                  </a:cubicBezTo>
                  <a:cubicBezTo>
                    <a:pt x="172" y="29"/>
                    <a:pt x="163" y="29"/>
                    <a:pt x="157" y="36"/>
                  </a:cubicBezTo>
                  <a:cubicBezTo>
                    <a:pt x="151" y="44"/>
                    <a:pt x="154" y="53"/>
                    <a:pt x="156" y="60"/>
                  </a:cubicBezTo>
                  <a:cubicBezTo>
                    <a:pt x="156" y="62"/>
                    <a:pt x="157" y="65"/>
                    <a:pt x="157" y="67"/>
                  </a:cubicBezTo>
                  <a:cubicBezTo>
                    <a:pt x="156" y="68"/>
                    <a:pt x="154" y="70"/>
                    <a:pt x="152" y="71"/>
                  </a:cubicBezTo>
                  <a:cubicBezTo>
                    <a:pt x="147" y="75"/>
                    <a:pt x="139" y="81"/>
                    <a:pt x="139" y="91"/>
                  </a:cubicBezTo>
                  <a:cubicBezTo>
                    <a:pt x="138" y="100"/>
                    <a:pt x="146" y="106"/>
                    <a:pt x="152" y="110"/>
                  </a:cubicBezTo>
                  <a:cubicBezTo>
                    <a:pt x="153" y="112"/>
                    <a:pt x="156" y="114"/>
                    <a:pt x="157" y="115"/>
                  </a:cubicBezTo>
                  <a:cubicBezTo>
                    <a:pt x="157" y="116"/>
                    <a:pt x="156" y="120"/>
                    <a:pt x="155" y="122"/>
                  </a:cubicBezTo>
                  <a:cubicBezTo>
                    <a:pt x="153" y="129"/>
                    <a:pt x="150" y="138"/>
                    <a:pt x="156" y="146"/>
                  </a:cubicBezTo>
                  <a:cubicBezTo>
                    <a:pt x="161" y="153"/>
                    <a:pt x="171" y="154"/>
                    <a:pt x="178" y="154"/>
                  </a:cubicBezTo>
                  <a:cubicBezTo>
                    <a:pt x="180" y="154"/>
                    <a:pt x="183" y="154"/>
                    <a:pt x="185" y="155"/>
                  </a:cubicBezTo>
                  <a:cubicBezTo>
                    <a:pt x="185" y="156"/>
                    <a:pt x="186" y="159"/>
                    <a:pt x="187" y="161"/>
                  </a:cubicBezTo>
                  <a:cubicBezTo>
                    <a:pt x="189" y="168"/>
                    <a:pt x="192" y="177"/>
                    <a:pt x="201" y="180"/>
                  </a:cubicBezTo>
                  <a:cubicBezTo>
                    <a:pt x="210" y="183"/>
                    <a:pt x="218" y="178"/>
                    <a:pt x="224" y="174"/>
                  </a:cubicBezTo>
                  <a:cubicBezTo>
                    <a:pt x="226" y="172"/>
                    <a:pt x="229" y="171"/>
                    <a:pt x="230" y="170"/>
                  </a:cubicBezTo>
                  <a:cubicBezTo>
                    <a:pt x="232" y="171"/>
                    <a:pt x="234" y="172"/>
                    <a:pt x="236" y="174"/>
                  </a:cubicBezTo>
                  <a:cubicBezTo>
                    <a:pt x="240" y="177"/>
                    <a:pt x="247" y="181"/>
                    <a:pt x="254" y="181"/>
                  </a:cubicBezTo>
                  <a:cubicBezTo>
                    <a:pt x="255" y="181"/>
                    <a:pt x="257" y="181"/>
                    <a:pt x="259" y="181"/>
                  </a:cubicBezTo>
                  <a:cubicBezTo>
                    <a:pt x="268" y="178"/>
                    <a:pt x="271" y="168"/>
                    <a:pt x="274" y="162"/>
                  </a:cubicBezTo>
                  <a:cubicBezTo>
                    <a:pt x="275" y="160"/>
                    <a:pt x="276" y="157"/>
                    <a:pt x="276" y="156"/>
                  </a:cubicBezTo>
                  <a:cubicBezTo>
                    <a:pt x="278" y="155"/>
                    <a:pt x="281" y="155"/>
                    <a:pt x="283" y="155"/>
                  </a:cubicBezTo>
                  <a:cubicBezTo>
                    <a:pt x="290" y="155"/>
                    <a:pt x="300" y="155"/>
                    <a:pt x="306" y="148"/>
                  </a:cubicBezTo>
                  <a:cubicBezTo>
                    <a:pt x="311" y="140"/>
                    <a:pt x="309" y="131"/>
                    <a:pt x="307" y="124"/>
                  </a:cubicBezTo>
                  <a:cubicBezTo>
                    <a:pt x="306" y="122"/>
                    <a:pt x="305" y="119"/>
                    <a:pt x="305" y="117"/>
                  </a:cubicBezTo>
                  <a:cubicBezTo>
                    <a:pt x="306" y="116"/>
                    <a:pt x="309" y="114"/>
                    <a:pt x="310" y="113"/>
                  </a:cubicBezTo>
                  <a:cubicBezTo>
                    <a:pt x="316" y="109"/>
                    <a:pt x="324" y="103"/>
                    <a:pt x="324" y="93"/>
                  </a:cubicBezTo>
                  <a:cubicBezTo>
                    <a:pt x="324" y="84"/>
                    <a:pt x="317" y="78"/>
                    <a:pt x="311" y="74"/>
                  </a:cubicBezTo>
                  <a:close/>
                  <a:moveTo>
                    <a:pt x="298" y="96"/>
                  </a:moveTo>
                  <a:cubicBezTo>
                    <a:pt x="293" y="100"/>
                    <a:pt x="287" y="104"/>
                    <a:pt x="285" y="110"/>
                  </a:cubicBezTo>
                  <a:cubicBezTo>
                    <a:pt x="283" y="117"/>
                    <a:pt x="285" y="123"/>
                    <a:pt x="286" y="129"/>
                  </a:cubicBezTo>
                  <a:cubicBezTo>
                    <a:pt x="287" y="131"/>
                    <a:pt x="287" y="132"/>
                    <a:pt x="287" y="134"/>
                  </a:cubicBezTo>
                  <a:cubicBezTo>
                    <a:pt x="286" y="134"/>
                    <a:pt x="284" y="134"/>
                    <a:pt x="283" y="134"/>
                  </a:cubicBezTo>
                  <a:cubicBezTo>
                    <a:pt x="277" y="134"/>
                    <a:pt x="270" y="134"/>
                    <a:pt x="264" y="138"/>
                  </a:cubicBezTo>
                  <a:cubicBezTo>
                    <a:pt x="258" y="142"/>
                    <a:pt x="256" y="148"/>
                    <a:pt x="254" y="154"/>
                  </a:cubicBezTo>
                  <a:cubicBezTo>
                    <a:pt x="253" y="155"/>
                    <a:pt x="253" y="157"/>
                    <a:pt x="252" y="158"/>
                  </a:cubicBezTo>
                  <a:cubicBezTo>
                    <a:pt x="251" y="157"/>
                    <a:pt x="249" y="155"/>
                    <a:pt x="248" y="155"/>
                  </a:cubicBezTo>
                  <a:cubicBezTo>
                    <a:pt x="243" y="151"/>
                    <a:pt x="237" y="145"/>
                    <a:pt x="231" y="145"/>
                  </a:cubicBezTo>
                  <a:cubicBezTo>
                    <a:pt x="230" y="145"/>
                    <a:pt x="230" y="145"/>
                    <a:pt x="230" y="145"/>
                  </a:cubicBezTo>
                  <a:cubicBezTo>
                    <a:pt x="223" y="145"/>
                    <a:pt x="218" y="151"/>
                    <a:pt x="213" y="154"/>
                  </a:cubicBezTo>
                  <a:cubicBezTo>
                    <a:pt x="212" y="155"/>
                    <a:pt x="210" y="157"/>
                    <a:pt x="209" y="158"/>
                  </a:cubicBezTo>
                  <a:cubicBezTo>
                    <a:pt x="208" y="157"/>
                    <a:pt x="208" y="155"/>
                    <a:pt x="207" y="154"/>
                  </a:cubicBezTo>
                  <a:cubicBezTo>
                    <a:pt x="205" y="148"/>
                    <a:pt x="203" y="141"/>
                    <a:pt x="197" y="137"/>
                  </a:cubicBezTo>
                  <a:cubicBezTo>
                    <a:pt x="192" y="133"/>
                    <a:pt x="185" y="133"/>
                    <a:pt x="179" y="133"/>
                  </a:cubicBezTo>
                  <a:cubicBezTo>
                    <a:pt x="178" y="133"/>
                    <a:pt x="176" y="133"/>
                    <a:pt x="174" y="132"/>
                  </a:cubicBezTo>
                  <a:cubicBezTo>
                    <a:pt x="175" y="131"/>
                    <a:pt x="175" y="129"/>
                    <a:pt x="175" y="128"/>
                  </a:cubicBezTo>
                  <a:cubicBezTo>
                    <a:pt x="177" y="122"/>
                    <a:pt x="179" y="115"/>
                    <a:pt x="177" y="109"/>
                  </a:cubicBezTo>
                  <a:cubicBezTo>
                    <a:pt x="175" y="102"/>
                    <a:pt x="170" y="98"/>
                    <a:pt x="165" y="94"/>
                  </a:cubicBezTo>
                  <a:cubicBezTo>
                    <a:pt x="164" y="93"/>
                    <a:pt x="162" y="92"/>
                    <a:pt x="161" y="91"/>
                  </a:cubicBezTo>
                  <a:cubicBezTo>
                    <a:pt x="163" y="90"/>
                    <a:pt x="164" y="89"/>
                    <a:pt x="165" y="88"/>
                  </a:cubicBezTo>
                  <a:cubicBezTo>
                    <a:pt x="170" y="84"/>
                    <a:pt x="176" y="80"/>
                    <a:pt x="178" y="74"/>
                  </a:cubicBezTo>
                  <a:cubicBezTo>
                    <a:pt x="180" y="67"/>
                    <a:pt x="178" y="61"/>
                    <a:pt x="176" y="55"/>
                  </a:cubicBezTo>
                  <a:cubicBezTo>
                    <a:pt x="176" y="53"/>
                    <a:pt x="176" y="52"/>
                    <a:pt x="175" y="50"/>
                  </a:cubicBezTo>
                  <a:cubicBezTo>
                    <a:pt x="177" y="50"/>
                    <a:pt x="179" y="50"/>
                    <a:pt x="180" y="50"/>
                  </a:cubicBezTo>
                  <a:cubicBezTo>
                    <a:pt x="186" y="50"/>
                    <a:pt x="193" y="50"/>
                    <a:pt x="199" y="46"/>
                  </a:cubicBezTo>
                  <a:cubicBezTo>
                    <a:pt x="204" y="42"/>
                    <a:pt x="207" y="36"/>
                    <a:pt x="209" y="30"/>
                  </a:cubicBezTo>
                  <a:cubicBezTo>
                    <a:pt x="209" y="29"/>
                    <a:pt x="210" y="27"/>
                    <a:pt x="211" y="26"/>
                  </a:cubicBezTo>
                  <a:cubicBezTo>
                    <a:pt x="212" y="27"/>
                    <a:pt x="214" y="29"/>
                    <a:pt x="215" y="29"/>
                  </a:cubicBezTo>
                  <a:cubicBezTo>
                    <a:pt x="220" y="33"/>
                    <a:pt x="225" y="39"/>
                    <a:pt x="232" y="39"/>
                  </a:cubicBezTo>
                  <a:cubicBezTo>
                    <a:pt x="232" y="39"/>
                    <a:pt x="232" y="39"/>
                    <a:pt x="232" y="39"/>
                  </a:cubicBezTo>
                  <a:cubicBezTo>
                    <a:pt x="239" y="39"/>
                    <a:pt x="245" y="33"/>
                    <a:pt x="250" y="30"/>
                  </a:cubicBezTo>
                  <a:cubicBezTo>
                    <a:pt x="251" y="29"/>
                    <a:pt x="253" y="27"/>
                    <a:pt x="254" y="26"/>
                  </a:cubicBezTo>
                  <a:cubicBezTo>
                    <a:pt x="254" y="27"/>
                    <a:pt x="255" y="29"/>
                    <a:pt x="255" y="30"/>
                  </a:cubicBezTo>
                  <a:cubicBezTo>
                    <a:pt x="257" y="36"/>
                    <a:pt x="260" y="43"/>
                    <a:pt x="265" y="47"/>
                  </a:cubicBezTo>
                  <a:cubicBezTo>
                    <a:pt x="271" y="51"/>
                    <a:pt x="278" y="51"/>
                    <a:pt x="284" y="51"/>
                  </a:cubicBezTo>
                  <a:cubicBezTo>
                    <a:pt x="285" y="51"/>
                    <a:pt x="287" y="51"/>
                    <a:pt x="288" y="52"/>
                  </a:cubicBezTo>
                  <a:cubicBezTo>
                    <a:pt x="288" y="53"/>
                    <a:pt x="288" y="55"/>
                    <a:pt x="287" y="56"/>
                  </a:cubicBezTo>
                  <a:cubicBezTo>
                    <a:pt x="285" y="62"/>
                    <a:pt x="283" y="69"/>
                    <a:pt x="285" y="75"/>
                  </a:cubicBezTo>
                  <a:cubicBezTo>
                    <a:pt x="287" y="82"/>
                    <a:pt x="293" y="86"/>
                    <a:pt x="298" y="90"/>
                  </a:cubicBezTo>
                  <a:cubicBezTo>
                    <a:pt x="299" y="91"/>
                    <a:pt x="300" y="92"/>
                    <a:pt x="301" y="93"/>
                  </a:cubicBezTo>
                  <a:cubicBezTo>
                    <a:pt x="300" y="94"/>
                    <a:pt x="299" y="95"/>
                    <a:pt x="298" y="96"/>
                  </a:cubicBezTo>
                  <a:close/>
                  <a:moveTo>
                    <a:pt x="248" y="61"/>
                  </a:moveTo>
                  <a:cubicBezTo>
                    <a:pt x="239" y="56"/>
                    <a:pt x="230" y="55"/>
                    <a:pt x="221" y="58"/>
                  </a:cubicBezTo>
                  <a:cubicBezTo>
                    <a:pt x="212" y="61"/>
                    <a:pt x="204" y="67"/>
                    <a:pt x="200" y="75"/>
                  </a:cubicBezTo>
                  <a:cubicBezTo>
                    <a:pt x="195" y="84"/>
                    <a:pt x="195" y="93"/>
                    <a:pt x="197" y="103"/>
                  </a:cubicBezTo>
                  <a:cubicBezTo>
                    <a:pt x="200" y="112"/>
                    <a:pt x="206" y="119"/>
                    <a:pt x="215" y="123"/>
                  </a:cubicBezTo>
                  <a:cubicBezTo>
                    <a:pt x="220" y="126"/>
                    <a:pt x="226" y="128"/>
                    <a:pt x="231" y="128"/>
                  </a:cubicBezTo>
                  <a:cubicBezTo>
                    <a:pt x="235" y="128"/>
                    <a:pt x="238" y="127"/>
                    <a:pt x="242" y="126"/>
                  </a:cubicBezTo>
                  <a:cubicBezTo>
                    <a:pt x="251" y="123"/>
                    <a:pt x="258" y="117"/>
                    <a:pt x="263" y="109"/>
                  </a:cubicBezTo>
                  <a:cubicBezTo>
                    <a:pt x="267" y="100"/>
                    <a:pt x="268" y="91"/>
                    <a:pt x="265" y="81"/>
                  </a:cubicBezTo>
                  <a:cubicBezTo>
                    <a:pt x="262" y="72"/>
                    <a:pt x="256" y="65"/>
                    <a:pt x="248" y="61"/>
                  </a:cubicBezTo>
                  <a:close/>
                  <a:moveTo>
                    <a:pt x="244" y="99"/>
                  </a:moveTo>
                  <a:cubicBezTo>
                    <a:pt x="242" y="102"/>
                    <a:pt x="239" y="104"/>
                    <a:pt x="236" y="106"/>
                  </a:cubicBezTo>
                  <a:cubicBezTo>
                    <a:pt x="232" y="107"/>
                    <a:pt x="228" y="106"/>
                    <a:pt x="225" y="105"/>
                  </a:cubicBezTo>
                  <a:cubicBezTo>
                    <a:pt x="221" y="103"/>
                    <a:pt x="219" y="100"/>
                    <a:pt x="218" y="96"/>
                  </a:cubicBezTo>
                  <a:cubicBezTo>
                    <a:pt x="217" y="93"/>
                    <a:pt x="217" y="89"/>
                    <a:pt x="219" y="85"/>
                  </a:cubicBezTo>
                  <a:cubicBezTo>
                    <a:pt x="221" y="82"/>
                    <a:pt x="223" y="80"/>
                    <a:pt x="227" y="78"/>
                  </a:cubicBezTo>
                  <a:cubicBezTo>
                    <a:pt x="229" y="78"/>
                    <a:pt x="230" y="78"/>
                    <a:pt x="231" y="78"/>
                  </a:cubicBezTo>
                  <a:cubicBezTo>
                    <a:pt x="234" y="78"/>
                    <a:pt x="236" y="78"/>
                    <a:pt x="238" y="79"/>
                  </a:cubicBezTo>
                  <a:cubicBezTo>
                    <a:pt x="241" y="81"/>
                    <a:pt x="244" y="84"/>
                    <a:pt x="245" y="88"/>
                  </a:cubicBezTo>
                  <a:cubicBezTo>
                    <a:pt x="246" y="91"/>
                    <a:pt x="246" y="95"/>
                    <a:pt x="244" y="9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grpSp>
      <p:grpSp>
        <p:nvGrpSpPr>
          <p:cNvPr id="126" name="Group 48">
            <a:extLst>
              <a:ext uri="{FF2B5EF4-FFF2-40B4-BE49-F238E27FC236}">
                <a16:creationId xmlns:a16="http://schemas.microsoft.com/office/drawing/2014/main" id="{3CCAAC89-DE21-4220-BF8E-0FEE942C0592}"/>
              </a:ext>
            </a:extLst>
          </p:cNvPr>
          <p:cNvGrpSpPr>
            <a:grpSpLocks noChangeAspect="1"/>
          </p:cNvGrpSpPr>
          <p:nvPr/>
        </p:nvGrpSpPr>
        <p:grpSpPr bwMode="auto">
          <a:xfrm>
            <a:off x="4803652" y="2127335"/>
            <a:ext cx="298700" cy="298700"/>
            <a:chOff x="4277" y="1990"/>
            <a:chExt cx="340" cy="340"/>
          </a:xfrm>
          <a:solidFill>
            <a:schemeClr val="bg1"/>
          </a:solidFill>
        </p:grpSpPr>
        <p:sp>
          <p:nvSpPr>
            <p:cNvPr id="127" name="Freeform 49">
              <a:extLst>
                <a:ext uri="{FF2B5EF4-FFF2-40B4-BE49-F238E27FC236}">
                  <a16:creationId xmlns:a16="http://schemas.microsoft.com/office/drawing/2014/main" id="{CEEC47EC-161A-4747-82FF-CE887D4BB658}"/>
                </a:ext>
              </a:extLst>
            </p:cNvPr>
            <p:cNvSpPr>
              <a:spLocks noEditPoints="1"/>
            </p:cNvSpPr>
            <p:nvPr/>
          </p:nvSpPr>
          <p:spPr bwMode="auto">
            <a:xfrm>
              <a:off x="4277" y="199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28" name="Freeform 50">
              <a:extLst>
                <a:ext uri="{FF2B5EF4-FFF2-40B4-BE49-F238E27FC236}">
                  <a16:creationId xmlns:a16="http://schemas.microsoft.com/office/drawing/2014/main" id="{3DE2C2E1-1EF3-44B0-90EB-962CBD5F857E}"/>
                </a:ext>
              </a:extLst>
            </p:cNvPr>
            <p:cNvSpPr>
              <a:spLocks noEditPoints="1"/>
            </p:cNvSpPr>
            <p:nvPr/>
          </p:nvSpPr>
          <p:spPr bwMode="auto">
            <a:xfrm>
              <a:off x="4355" y="2054"/>
              <a:ext cx="170" cy="212"/>
            </a:xfrm>
            <a:custGeom>
              <a:avLst/>
              <a:gdLst>
                <a:gd name="T0" fmla="*/ 235 w 256"/>
                <a:gd name="T1" fmla="*/ 256 h 320"/>
                <a:gd name="T2" fmla="*/ 224 w 256"/>
                <a:gd name="T3" fmla="*/ 213 h 320"/>
                <a:gd name="T4" fmla="*/ 245 w 256"/>
                <a:gd name="T5" fmla="*/ 117 h 320"/>
                <a:gd name="T6" fmla="*/ 11 w 256"/>
                <a:gd name="T7" fmla="*/ 117 h 320"/>
                <a:gd name="T8" fmla="*/ 11 w 256"/>
                <a:gd name="T9" fmla="*/ 213 h 320"/>
                <a:gd name="T10" fmla="*/ 0 w 256"/>
                <a:gd name="T11" fmla="*/ 266 h 320"/>
                <a:gd name="T12" fmla="*/ 21 w 256"/>
                <a:gd name="T13" fmla="*/ 277 h 320"/>
                <a:gd name="T14" fmla="*/ 32 w 256"/>
                <a:gd name="T15" fmla="*/ 320 h 320"/>
                <a:gd name="T16" fmla="*/ 256 w 256"/>
                <a:gd name="T17" fmla="*/ 309 h 320"/>
                <a:gd name="T18" fmla="*/ 245 w 256"/>
                <a:gd name="T19" fmla="*/ 256 h 320"/>
                <a:gd name="T20" fmla="*/ 192 w 256"/>
                <a:gd name="T21" fmla="*/ 256 h 320"/>
                <a:gd name="T22" fmla="*/ 213 w 256"/>
                <a:gd name="T23" fmla="*/ 234 h 320"/>
                <a:gd name="T24" fmla="*/ 64 w 256"/>
                <a:gd name="T25" fmla="*/ 256 h 320"/>
                <a:gd name="T26" fmla="*/ 85 w 256"/>
                <a:gd name="T27" fmla="*/ 234 h 320"/>
                <a:gd name="T28" fmla="*/ 64 w 256"/>
                <a:gd name="T29" fmla="*/ 256 h 320"/>
                <a:gd name="T30" fmla="*/ 107 w 256"/>
                <a:gd name="T31" fmla="*/ 234 h 320"/>
                <a:gd name="T32" fmla="*/ 128 w 256"/>
                <a:gd name="T33" fmla="*/ 256 h 320"/>
                <a:gd name="T34" fmla="*/ 149 w 256"/>
                <a:gd name="T35" fmla="*/ 234 h 320"/>
                <a:gd name="T36" fmla="*/ 171 w 256"/>
                <a:gd name="T37" fmla="*/ 256 h 320"/>
                <a:gd name="T38" fmla="*/ 149 w 256"/>
                <a:gd name="T39" fmla="*/ 234 h 320"/>
                <a:gd name="T40" fmla="*/ 192 w 256"/>
                <a:gd name="T41" fmla="*/ 298 h 320"/>
                <a:gd name="T42" fmla="*/ 171 w 256"/>
                <a:gd name="T43" fmla="*/ 277 h 320"/>
                <a:gd name="T44" fmla="*/ 32 w 256"/>
                <a:gd name="T45" fmla="*/ 117 h 320"/>
                <a:gd name="T46" fmla="*/ 224 w 256"/>
                <a:gd name="T47" fmla="*/ 117 h 320"/>
                <a:gd name="T48" fmla="*/ 32 w 256"/>
                <a:gd name="T49" fmla="*/ 117 h 320"/>
                <a:gd name="T50" fmla="*/ 43 w 256"/>
                <a:gd name="T51" fmla="*/ 234 h 320"/>
                <a:gd name="T52" fmla="*/ 32 w 256"/>
                <a:gd name="T53" fmla="*/ 256 h 320"/>
                <a:gd name="T54" fmla="*/ 21 w 256"/>
                <a:gd name="T55" fmla="*/ 234 h 320"/>
                <a:gd name="T56" fmla="*/ 64 w 256"/>
                <a:gd name="T57" fmla="*/ 277 h 320"/>
                <a:gd name="T58" fmla="*/ 43 w 256"/>
                <a:gd name="T59" fmla="*/ 298 h 320"/>
                <a:gd name="T60" fmla="*/ 85 w 256"/>
                <a:gd name="T61" fmla="*/ 298 h 320"/>
                <a:gd name="T62" fmla="*/ 107 w 256"/>
                <a:gd name="T63" fmla="*/ 277 h 320"/>
                <a:gd name="T64" fmla="*/ 85 w 256"/>
                <a:gd name="T65" fmla="*/ 298 h 320"/>
                <a:gd name="T66" fmla="*/ 149 w 256"/>
                <a:gd name="T67" fmla="*/ 277 h 320"/>
                <a:gd name="T68" fmla="*/ 128 w 256"/>
                <a:gd name="T69" fmla="*/ 298 h 320"/>
                <a:gd name="T70" fmla="*/ 235 w 256"/>
                <a:gd name="T71" fmla="*/ 298 h 320"/>
                <a:gd name="T72" fmla="*/ 213 w 256"/>
                <a:gd name="T73" fmla="*/ 277 h 320"/>
                <a:gd name="T74" fmla="*/ 235 w 256"/>
                <a:gd name="T75" fmla="*/ 277 h 320"/>
                <a:gd name="T76" fmla="*/ 128 w 256"/>
                <a:gd name="T77" fmla="*/ 168 h 320"/>
                <a:gd name="T78" fmla="*/ 96 w 256"/>
                <a:gd name="T79" fmla="*/ 162 h 320"/>
                <a:gd name="T80" fmla="*/ 113 w 256"/>
                <a:gd name="T81" fmla="*/ 149 h 320"/>
                <a:gd name="T82" fmla="*/ 136 w 256"/>
                <a:gd name="T83" fmla="*/ 148 h 320"/>
                <a:gd name="T84" fmla="*/ 138 w 256"/>
                <a:gd name="T85" fmla="*/ 135 h 320"/>
                <a:gd name="T86" fmla="*/ 121 w 256"/>
                <a:gd name="T87" fmla="*/ 124 h 320"/>
                <a:gd name="T88" fmla="*/ 100 w 256"/>
                <a:gd name="T89" fmla="*/ 107 h 320"/>
                <a:gd name="T90" fmla="*/ 108 w 256"/>
                <a:gd name="T91" fmla="*/ 75 h 320"/>
                <a:gd name="T92" fmla="*/ 128 w 256"/>
                <a:gd name="T93" fmla="*/ 53 h 320"/>
                <a:gd name="T94" fmla="*/ 139 w 256"/>
                <a:gd name="T95" fmla="*/ 67 h 320"/>
                <a:gd name="T96" fmla="*/ 160 w 256"/>
                <a:gd name="T97" fmla="*/ 74 h 320"/>
                <a:gd name="T98" fmla="*/ 140 w 256"/>
                <a:gd name="T99" fmla="*/ 86 h 320"/>
                <a:gd name="T100" fmla="*/ 121 w 256"/>
                <a:gd name="T101" fmla="*/ 87 h 320"/>
                <a:gd name="T102" fmla="*/ 119 w 256"/>
                <a:gd name="T103" fmla="*/ 99 h 320"/>
                <a:gd name="T104" fmla="*/ 136 w 256"/>
                <a:gd name="T105" fmla="*/ 110 h 320"/>
                <a:gd name="T106" fmla="*/ 161 w 256"/>
                <a:gd name="T107" fmla="*/ 140 h 320"/>
                <a:gd name="T108" fmla="*/ 139 w 256"/>
                <a:gd name="T109" fmla="*/ 167 h 320"/>
                <a:gd name="T110" fmla="*/ 128 w 256"/>
                <a:gd name="T111" fmla="*/ 18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 h="320">
                  <a:moveTo>
                    <a:pt x="245" y="256"/>
                  </a:moveTo>
                  <a:cubicBezTo>
                    <a:pt x="235" y="256"/>
                    <a:pt x="235" y="256"/>
                    <a:pt x="235" y="256"/>
                  </a:cubicBezTo>
                  <a:cubicBezTo>
                    <a:pt x="235" y="224"/>
                    <a:pt x="235" y="224"/>
                    <a:pt x="235" y="224"/>
                  </a:cubicBezTo>
                  <a:cubicBezTo>
                    <a:pt x="235" y="218"/>
                    <a:pt x="230" y="213"/>
                    <a:pt x="224" y="213"/>
                  </a:cubicBezTo>
                  <a:cubicBezTo>
                    <a:pt x="195" y="213"/>
                    <a:pt x="195" y="213"/>
                    <a:pt x="195" y="213"/>
                  </a:cubicBezTo>
                  <a:cubicBezTo>
                    <a:pt x="225" y="192"/>
                    <a:pt x="245" y="157"/>
                    <a:pt x="245" y="117"/>
                  </a:cubicBezTo>
                  <a:cubicBezTo>
                    <a:pt x="245" y="52"/>
                    <a:pt x="193" y="0"/>
                    <a:pt x="128" y="0"/>
                  </a:cubicBezTo>
                  <a:cubicBezTo>
                    <a:pt x="63" y="0"/>
                    <a:pt x="11" y="52"/>
                    <a:pt x="11" y="117"/>
                  </a:cubicBezTo>
                  <a:cubicBezTo>
                    <a:pt x="11" y="157"/>
                    <a:pt x="31" y="192"/>
                    <a:pt x="61" y="213"/>
                  </a:cubicBezTo>
                  <a:cubicBezTo>
                    <a:pt x="11" y="213"/>
                    <a:pt x="11" y="213"/>
                    <a:pt x="11" y="213"/>
                  </a:cubicBezTo>
                  <a:cubicBezTo>
                    <a:pt x="5" y="213"/>
                    <a:pt x="0" y="218"/>
                    <a:pt x="0" y="224"/>
                  </a:cubicBezTo>
                  <a:cubicBezTo>
                    <a:pt x="0" y="266"/>
                    <a:pt x="0" y="266"/>
                    <a:pt x="0" y="266"/>
                  </a:cubicBezTo>
                  <a:cubicBezTo>
                    <a:pt x="0" y="272"/>
                    <a:pt x="5" y="277"/>
                    <a:pt x="11" y="277"/>
                  </a:cubicBezTo>
                  <a:cubicBezTo>
                    <a:pt x="21" y="277"/>
                    <a:pt x="21" y="277"/>
                    <a:pt x="21" y="277"/>
                  </a:cubicBezTo>
                  <a:cubicBezTo>
                    <a:pt x="21" y="309"/>
                    <a:pt x="21" y="309"/>
                    <a:pt x="21" y="309"/>
                  </a:cubicBezTo>
                  <a:cubicBezTo>
                    <a:pt x="21" y="315"/>
                    <a:pt x="26" y="320"/>
                    <a:pt x="32" y="320"/>
                  </a:cubicBezTo>
                  <a:cubicBezTo>
                    <a:pt x="245" y="320"/>
                    <a:pt x="245" y="320"/>
                    <a:pt x="245" y="320"/>
                  </a:cubicBezTo>
                  <a:cubicBezTo>
                    <a:pt x="251" y="320"/>
                    <a:pt x="256" y="315"/>
                    <a:pt x="256" y="309"/>
                  </a:cubicBezTo>
                  <a:cubicBezTo>
                    <a:pt x="256" y="266"/>
                    <a:pt x="256" y="266"/>
                    <a:pt x="256" y="266"/>
                  </a:cubicBezTo>
                  <a:cubicBezTo>
                    <a:pt x="256" y="260"/>
                    <a:pt x="251" y="256"/>
                    <a:pt x="245" y="256"/>
                  </a:cubicBezTo>
                  <a:close/>
                  <a:moveTo>
                    <a:pt x="213" y="256"/>
                  </a:moveTo>
                  <a:cubicBezTo>
                    <a:pt x="192" y="256"/>
                    <a:pt x="192" y="256"/>
                    <a:pt x="192" y="256"/>
                  </a:cubicBezTo>
                  <a:cubicBezTo>
                    <a:pt x="192" y="234"/>
                    <a:pt x="192" y="234"/>
                    <a:pt x="192" y="234"/>
                  </a:cubicBezTo>
                  <a:cubicBezTo>
                    <a:pt x="213" y="234"/>
                    <a:pt x="213" y="234"/>
                    <a:pt x="213" y="234"/>
                  </a:cubicBezTo>
                  <a:lnTo>
                    <a:pt x="213" y="256"/>
                  </a:lnTo>
                  <a:close/>
                  <a:moveTo>
                    <a:pt x="64" y="256"/>
                  </a:moveTo>
                  <a:cubicBezTo>
                    <a:pt x="64" y="234"/>
                    <a:pt x="64" y="234"/>
                    <a:pt x="64" y="234"/>
                  </a:cubicBezTo>
                  <a:cubicBezTo>
                    <a:pt x="85" y="234"/>
                    <a:pt x="85" y="234"/>
                    <a:pt x="85" y="234"/>
                  </a:cubicBezTo>
                  <a:cubicBezTo>
                    <a:pt x="85" y="256"/>
                    <a:pt x="85" y="256"/>
                    <a:pt x="85" y="256"/>
                  </a:cubicBezTo>
                  <a:lnTo>
                    <a:pt x="64" y="256"/>
                  </a:lnTo>
                  <a:close/>
                  <a:moveTo>
                    <a:pt x="107" y="256"/>
                  </a:moveTo>
                  <a:cubicBezTo>
                    <a:pt x="107" y="234"/>
                    <a:pt x="107" y="234"/>
                    <a:pt x="107" y="234"/>
                  </a:cubicBezTo>
                  <a:cubicBezTo>
                    <a:pt x="128" y="234"/>
                    <a:pt x="128" y="234"/>
                    <a:pt x="128" y="234"/>
                  </a:cubicBezTo>
                  <a:cubicBezTo>
                    <a:pt x="128" y="256"/>
                    <a:pt x="128" y="256"/>
                    <a:pt x="128" y="256"/>
                  </a:cubicBezTo>
                  <a:lnTo>
                    <a:pt x="107" y="256"/>
                  </a:lnTo>
                  <a:close/>
                  <a:moveTo>
                    <a:pt x="149" y="234"/>
                  </a:moveTo>
                  <a:cubicBezTo>
                    <a:pt x="171" y="234"/>
                    <a:pt x="171" y="234"/>
                    <a:pt x="171" y="234"/>
                  </a:cubicBezTo>
                  <a:cubicBezTo>
                    <a:pt x="171" y="256"/>
                    <a:pt x="171" y="256"/>
                    <a:pt x="171" y="256"/>
                  </a:cubicBezTo>
                  <a:cubicBezTo>
                    <a:pt x="149" y="256"/>
                    <a:pt x="149" y="256"/>
                    <a:pt x="149" y="256"/>
                  </a:cubicBezTo>
                  <a:lnTo>
                    <a:pt x="149" y="234"/>
                  </a:lnTo>
                  <a:close/>
                  <a:moveTo>
                    <a:pt x="192" y="277"/>
                  </a:moveTo>
                  <a:cubicBezTo>
                    <a:pt x="192" y="298"/>
                    <a:pt x="192" y="298"/>
                    <a:pt x="192" y="298"/>
                  </a:cubicBezTo>
                  <a:cubicBezTo>
                    <a:pt x="171" y="298"/>
                    <a:pt x="171" y="298"/>
                    <a:pt x="171" y="298"/>
                  </a:cubicBezTo>
                  <a:cubicBezTo>
                    <a:pt x="171" y="277"/>
                    <a:pt x="171" y="277"/>
                    <a:pt x="171" y="277"/>
                  </a:cubicBezTo>
                  <a:lnTo>
                    <a:pt x="192" y="277"/>
                  </a:lnTo>
                  <a:close/>
                  <a:moveTo>
                    <a:pt x="32" y="117"/>
                  </a:moveTo>
                  <a:cubicBezTo>
                    <a:pt x="32" y="64"/>
                    <a:pt x="75" y="21"/>
                    <a:pt x="128" y="21"/>
                  </a:cubicBezTo>
                  <a:cubicBezTo>
                    <a:pt x="181" y="21"/>
                    <a:pt x="224" y="64"/>
                    <a:pt x="224" y="117"/>
                  </a:cubicBezTo>
                  <a:cubicBezTo>
                    <a:pt x="224" y="170"/>
                    <a:pt x="181" y="213"/>
                    <a:pt x="128" y="213"/>
                  </a:cubicBezTo>
                  <a:cubicBezTo>
                    <a:pt x="75" y="213"/>
                    <a:pt x="32" y="170"/>
                    <a:pt x="32" y="117"/>
                  </a:cubicBezTo>
                  <a:close/>
                  <a:moveTo>
                    <a:pt x="21" y="234"/>
                  </a:moveTo>
                  <a:cubicBezTo>
                    <a:pt x="43" y="234"/>
                    <a:pt x="43" y="234"/>
                    <a:pt x="43" y="234"/>
                  </a:cubicBezTo>
                  <a:cubicBezTo>
                    <a:pt x="43" y="256"/>
                    <a:pt x="43" y="256"/>
                    <a:pt x="43" y="256"/>
                  </a:cubicBezTo>
                  <a:cubicBezTo>
                    <a:pt x="32" y="256"/>
                    <a:pt x="32" y="256"/>
                    <a:pt x="32" y="256"/>
                  </a:cubicBezTo>
                  <a:cubicBezTo>
                    <a:pt x="21" y="256"/>
                    <a:pt x="21" y="256"/>
                    <a:pt x="21" y="256"/>
                  </a:cubicBezTo>
                  <a:lnTo>
                    <a:pt x="21" y="234"/>
                  </a:lnTo>
                  <a:close/>
                  <a:moveTo>
                    <a:pt x="43" y="277"/>
                  </a:moveTo>
                  <a:cubicBezTo>
                    <a:pt x="64" y="277"/>
                    <a:pt x="64" y="277"/>
                    <a:pt x="64" y="277"/>
                  </a:cubicBezTo>
                  <a:cubicBezTo>
                    <a:pt x="64" y="298"/>
                    <a:pt x="64" y="298"/>
                    <a:pt x="64" y="298"/>
                  </a:cubicBezTo>
                  <a:cubicBezTo>
                    <a:pt x="43" y="298"/>
                    <a:pt x="43" y="298"/>
                    <a:pt x="43" y="298"/>
                  </a:cubicBezTo>
                  <a:lnTo>
                    <a:pt x="43" y="277"/>
                  </a:lnTo>
                  <a:close/>
                  <a:moveTo>
                    <a:pt x="85" y="298"/>
                  </a:moveTo>
                  <a:cubicBezTo>
                    <a:pt x="85" y="277"/>
                    <a:pt x="85" y="277"/>
                    <a:pt x="85" y="277"/>
                  </a:cubicBezTo>
                  <a:cubicBezTo>
                    <a:pt x="107" y="277"/>
                    <a:pt x="107" y="277"/>
                    <a:pt x="107" y="277"/>
                  </a:cubicBezTo>
                  <a:cubicBezTo>
                    <a:pt x="107" y="298"/>
                    <a:pt x="107" y="298"/>
                    <a:pt x="107" y="298"/>
                  </a:cubicBezTo>
                  <a:lnTo>
                    <a:pt x="85" y="298"/>
                  </a:lnTo>
                  <a:close/>
                  <a:moveTo>
                    <a:pt x="128" y="277"/>
                  </a:moveTo>
                  <a:cubicBezTo>
                    <a:pt x="149" y="277"/>
                    <a:pt x="149" y="277"/>
                    <a:pt x="149" y="277"/>
                  </a:cubicBezTo>
                  <a:cubicBezTo>
                    <a:pt x="149" y="298"/>
                    <a:pt x="149" y="298"/>
                    <a:pt x="149" y="298"/>
                  </a:cubicBezTo>
                  <a:cubicBezTo>
                    <a:pt x="128" y="298"/>
                    <a:pt x="128" y="298"/>
                    <a:pt x="128" y="298"/>
                  </a:cubicBezTo>
                  <a:lnTo>
                    <a:pt x="128" y="277"/>
                  </a:lnTo>
                  <a:close/>
                  <a:moveTo>
                    <a:pt x="235" y="298"/>
                  </a:moveTo>
                  <a:cubicBezTo>
                    <a:pt x="213" y="298"/>
                    <a:pt x="213" y="298"/>
                    <a:pt x="213" y="298"/>
                  </a:cubicBezTo>
                  <a:cubicBezTo>
                    <a:pt x="213" y="277"/>
                    <a:pt x="213" y="277"/>
                    <a:pt x="213" y="277"/>
                  </a:cubicBezTo>
                  <a:cubicBezTo>
                    <a:pt x="224" y="277"/>
                    <a:pt x="224" y="277"/>
                    <a:pt x="224" y="277"/>
                  </a:cubicBezTo>
                  <a:cubicBezTo>
                    <a:pt x="235" y="277"/>
                    <a:pt x="235" y="277"/>
                    <a:pt x="235" y="277"/>
                  </a:cubicBezTo>
                  <a:lnTo>
                    <a:pt x="235" y="298"/>
                  </a:lnTo>
                  <a:close/>
                  <a:moveTo>
                    <a:pt x="128" y="168"/>
                  </a:moveTo>
                  <a:cubicBezTo>
                    <a:pt x="128" y="168"/>
                    <a:pt x="126" y="168"/>
                    <a:pt x="126" y="168"/>
                  </a:cubicBezTo>
                  <a:cubicBezTo>
                    <a:pt x="115" y="168"/>
                    <a:pt x="107" y="166"/>
                    <a:pt x="96" y="162"/>
                  </a:cubicBezTo>
                  <a:cubicBezTo>
                    <a:pt x="96" y="143"/>
                    <a:pt x="96" y="143"/>
                    <a:pt x="96" y="143"/>
                  </a:cubicBezTo>
                  <a:cubicBezTo>
                    <a:pt x="107" y="146"/>
                    <a:pt x="108" y="148"/>
                    <a:pt x="113" y="149"/>
                  </a:cubicBezTo>
                  <a:cubicBezTo>
                    <a:pt x="117" y="150"/>
                    <a:pt x="122" y="151"/>
                    <a:pt x="125" y="151"/>
                  </a:cubicBezTo>
                  <a:cubicBezTo>
                    <a:pt x="130" y="151"/>
                    <a:pt x="133" y="150"/>
                    <a:pt x="136" y="148"/>
                  </a:cubicBezTo>
                  <a:cubicBezTo>
                    <a:pt x="138" y="147"/>
                    <a:pt x="140" y="144"/>
                    <a:pt x="140" y="141"/>
                  </a:cubicBezTo>
                  <a:cubicBezTo>
                    <a:pt x="140" y="139"/>
                    <a:pt x="139" y="137"/>
                    <a:pt x="138" y="135"/>
                  </a:cubicBezTo>
                  <a:cubicBezTo>
                    <a:pt x="137" y="134"/>
                    <a:pt x="135" y="132"/>
                    <a:pt x="133" y="131"/>
                  </a:cubicBezTo>
                  <a:cubicBezTo>
                    <a:pt x="131" y="130"/>
                    <a:pt x="127" y="127"/>
                    <a:pt x="121" y="124"/>
                  </a:cubicBezTo>
                  <a:cubicBezTo>
                    <a:pt x="115" y="122"/>
                    <a:pt x="110" y="119"/>
                    <a:pt x="107" y="116"/>
                  </a:cubicBezTo>
                  <a:cubicBezTo>
                    <a:pt x="104" y="114"/>
                    <a:pt x="102" y="111"/>
                    <a:pt x="100" y="107"/>
                  </a:cubicBezTo>
                  <a:cubicBezTo>
                    <a:pt x="98" y="104"/>
                    <a:pt x="98" y="100"/>
                    <a:pt x="98" y="95"/>
                  </a:cubicBezTo>
                  <a:cubicBezTo>
                    <a:pt x="98" y="86"/>
                    <a:pt x="102" y="80"/>
                    <a:pt x="108" y="75"/>
                  </a:cubicBezTo>
                  <a:cubicBezTo>
                    <a:pt x="112" y="71"/>
                    <a:pt x="117" y="68"/>
                    <a:pt x="128" y="68"/>
                  </a:cubicBezTo>
                  <a:cubicBezTo>
                    <a:pt x="128" y="53"/>
                    <a:pt x="128" y="53"/>
                    <a:pt x="128" y="53"/>
                  </a:cubicBezTo>
                  <a:cubicBezTo>
                    <a:pt x="139" y="53"/>
                    <a:pt x="139" y="53"/>
                    <a:pt x="139" y="53"/>
                  </a:cubicBezTo>
                  <a:cubicBezTo>
                    <a:pt x="139" y="67"/>
                    <a:pt x="139" y="67"/>
                    <a:pt x="139" y="67"/>
                  </a:cubicBezTo>
                  <a:cubicBezTo>
                    <a:pt x="139" y="68"/>
                    <a:pt x="144" y="68"/>
                    <a:pt x="147" y="69"/>
                  </a:cubicBezTo>
                  <a:cubicBezTo>
                    <a:pt x="152" y="70"/>
                    <a:pt x="154" y="72"/>
                    <a:pt x="160" y="74"/>
                  </a:cubicBezTo>
                  <a:cubicBezTo>
                    <a:pt x="153" y="90"/>
                    <a:pt x="153" y="90"/>
                    <a:pt x="153" y="90"/>
                  </a:cubicBezTo>
                  <a:cubicBezTo>
                    <a:pt x="148" y="88"/>
                    <a:pt x="143" y="87"/>
                    <a:pt x="140" y="86"/>
                  </a:cubicBezTo>
                  <a:cubicBezTo>
                    <a:pt x="136" y="85"/>
                    <a:pt x="133" y="85"/>
                    <a:pt x="130" y="85"/>
                  </a:cubicBezTo>
                  <a:cubicBezTo>
                    <a:pt x="126" y="85"/>
                    <a:pt x="123" y="85"/>
                    <a:pt x="121" y="87"/>
                  </a:cubicBezTo>
                  <a:cubicBezTo>
                    <a:pt x="119" y="89"/>
                    <a:pt x="117" y="91"/>
                    <a:pt x="117" y="94"/>
                  </a:cubicBezTo>
                  <a:cubicBezTo>
                    <a:pt x="117" y="96"/>
                    <a:pt x="118" y="98"/>
                    <a:pt x="119" y="99"/>
                  </a:cubicBezTo>
                  <a:cubicBezTo>
                    <a:pt x="120" y="101"/>
                    <a:pt x="121" y="102"/>
                    <a:pt x="123" y="103"/>
                  </a:cubicBezTo>
                  <a:cubicBezTo>
                    <a:pt x="125" y="104"/>
                    <a:pt x="129" y="107"/>
                    <a:pt x="136" y="110"/>
                  </a:cubicBezTo>
                  <a:cubicBezTo>
                    <a:pt x="145" y="114"/>
                    <a:pt x="151" y="119"/>
                    <a:pt x="155" y="123"/>
                  </a:cubicBezTo>
                  <a:cubicBezTo>
                    <a:pt x="158" y="128"/>
                    <a:pt x="161" y="133"/>
                    <a:pt x="161" y="140"/>
                  </a:cubicBezTo>
                  <a:cubicBezTo>
                    <a:pt x="161" y="148"/>
                    <a:pt x="159" y="155"/>
                    <a:pt x="153" y="160"/>
                  </a:cubicBezTo>
                  <a:cubicBezTo>
                    <a:pt x="148" y="164"/>
                    <a:pt x="139" y="166"/>
                    <a:pt x="139" y="167"/>
                  </a:cubicBezTo>
                  <a:cubicBezTo>
                    <a:pt x="139" y="181"/>
                    <a:pt x="139" y="181"/>
                    <a:pt x="139" y="181"/>
                  </a:cubicBezTo>
                  <a:cubicBezTo>
                    <a:pt x="128" y="181"/>
                    <a:pt x="128" y="181"/>
                    <a:pt x="128" y="181"/>
                  </a:cubicBezTo>
                  <a:lnTo>
                    <a:pt x="128" y="16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grpSp>
      <p:grpSp>
        <p:nvGrpSpPr>
          <p:cNvPr id="129" name="Group 795">
            <a:extLst>
              <a:ext uri="{FF2B5EF4-FFF2-40B4-BE49-F238E27FC236}">
                <a16:creationId xmlns:a16="http://schemas.microsoft.com/office/drawing/2014/main" id="{86A57052-8BFA-4FA3-8432-3A37BC151D1E}"/>
              </a:ext>
            </a:extLst>
          </p:cNvPr>
          <p:cNvGrpSpPr>
            <a:grpSpLocks noChangeAspect="1"/>
          </p:cNvGrpSpPr>
          <p:nvPr/>
        </p:nvGrpSpPr>
        <p:grpSpPr bwMode="auto">
          <a:xfrm>
            <a:off x="6011385" y="2535808"/>
            <a:ext cx="300362" cy="300362"/>
            <a:chOff x="7361" y="3009"/>
            <a:chExt cx="340" cy="340"/>
          </a:xfrm>
          <a:solidFill>
            <a:schemeClr val="bg1"/>
          </a:solidFill>
        </p:grpSpPr>
        <p:sp>
          <p:nvSpPr>
            <p:cNvPr id="130" name="Freeform 796">
              <a:extLst>
                <a:ext uri="{FF2B5EF4-FFF2-40B4-BE49-F238E27FC236}">
                  <a16:creationId xmlns:a16="http://schemas.microsoft.com/office/drawing/2014/main" id="{5D1B7AE5-74D6-46FD-914E-24CF2DF5240F}"/>
                </a:ext>
              </a:extLst>
            </p:cNvPr>
            <p:cNvSpPr>
              <a:spLocks noEditPoints="1"/>
            </p:cNvSpPr>
            <p:nvPr/>
          </p:nvSpPr>
          <p:spPr bwMode="auto">
            <a:xfrm>
              <a:off x="7431" y="3129"/>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31" name="Freeform 797">
              <a:extLst>
                <a:ext uri="{FF2B5EF4-FFF2-40B4-BE49-F238E27FC236}">
                  <a16:creationId xmlns:a16="http://schemas.microsoft.com/office/drawing/2014/main" id="{C4D4EFC6-27B1-46F1-9095-9BC6DDA614BA}"/>
                </a:ext>
              </a:extLst>
            </p:cNvPr>
            <p:cNvSpPr>
              <a:spLocks noEditPoints="1"/>
            </p:cNvSpPr>
            <p:nvPr/>
          </p:nvSpPr>
          <p:spPr bwMode="auto">
            <a:xfrm>
              <a:off x="7439" y="3073"/>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32" name="Freeform 798">
              <a:extLst>
                <a:ext uri="{FF2B5EF4-FFF2-40B4-BE49-F238E27FC236}">
                  <a16:creationId xmlns:a16="http://schemas.microsoft.com/office/drawing/2014/main" id="{6928F199-CC1C-48F7-B075-65CAEFF16719}"/>
                </a:ext>
              </a:extLst>
            </p:cNvPr>
            <p:cNvSpPr>
              <a:spLocks noEditPoints="1"/>
            </p:cNvSpPr>
            <p:nvPr/>
          </p:nvSpPr>
          <p:spPr bwMode="auto">
            <a:xfrm>
              <a:off x="7502" y="3129"/>
              <a:ext cx="58" cy="142"/>
            </a:xfrm>
            <a:custGeom>
              <a:avLst/>
              <a:gdLst>
                <a:gd name="T0" fmla="*/ 53 w 86"/>
                <a:gd name="T1" fmla="*/ 0 h 213"/>
                <a:gd name="T2" fmla="*/ 32 w 86"/>
                <a:gd name="T3" fmla="*/ 0 h 213"/>
                <a:gd name="T4" fmla="*/ 22 w 86"/>
                <a:gd name="T5" fmla="*/ 9 h 213"/>
                <a:gd name="T6" fmla="*/ 0 w 86"/>
                <a:gd name="T7" fmla="*/ 115 h 213"/>
                <a:gd name="T8" fmla="*/ 2 w 86"/>
                <a:gd name="T9" fmla="*/ 124 h 213"/>
                <a:gd name="T10" fmla="*/ 11 w 86"/>
                <a:gd name="T11" fmla="*/ 128 h 213"/>
                <a:gd name="T12" fmla="*/ 11 w 86"/>
                <a:gd name="T13" fmla="*/ 203 h 213"/>
                <a:gd name="T14" fmla="*/ 21 w 86"/>
                <a:gd name="T15" fmla="*/ 213 h 213"/>
                <a:gd name="T16" fmla="*/ 32 w 86"/>
                <a:gd name="T17" fmla="*/ 203 h 213"/>
                <a:gd name="T18" fmla="*/ 32 w 86"/>
                <a:gd name="T19" fmla="*/ 128 h 213"/>
                <a:gd name="T20" fmla="*/ 53 w 86"/>
                <a:gd name="T21" fmla="*/ 128 h 213"/>
                <a:gd name="T22" fmla="*/ 53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3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3" y="0"/>
                  </a:moveTo>
                  <a:cubicBezTo>
                    <a:pt x="32" y="0"/>
                    <a:pt x="32" y="0"/>
                    <a:pt x="32" y="0"/>
                  </a:cubicBezTo>
                  <a:cubicBezTo>
                    <a:pt x="27" y="0"/>
                    <a:pt x="23" y="4"/>
                    <a:pt x="22" y="9"/>
                  </a:cubicBezTo>
                  <a:cubicBezTo>
                    <a:pt x="0" y="115"/>
                    <a:pt x="0" y="115"/>
                    <a:pt x="0" y="115"/>
                  </a:cubicBezTo>
                  <a:cubicBezTo>
                    <a:pt x="0" y="118"/>
                    <a:pt x="0" y="122"/>
                    <a:pt x="2" y="124"/>
                  </a:cubicBezTo>
                  <a:cubicBezTo>
                    <a:pt x="4" y="127"/>
                    <a:pt x="7" y="128"/>
                    <a:pt x="11" y="128"/>
                  </a:cubicBezTo>
                  <a:cubicBezTo>
                    <a:pt x="11" y="203"/>
                    <a:pt x="11" y="203"/>
                    <a:pt x="11" y="203"/>
                  </a:cubicBezTo>
                  <a:cubicBezTo>
                    <a:pt x="11" y="209"/>
                    <a:pt x="15" y="213"/>
                    <a:pt x="21" y="213"/>
                  </a:cubicBezTo>
                  <a:cubicBezTo>
                    <a:pt x="27" y="213"/>
                    <a:pt x="32" y="209"/>
                    <a:pt x="32" y="203"/>
                  </a:cubicBezTo>
                  <a:cubicBezTo>
                    <a:pt x="32" y="128"/>
                    <a:pt x="32" y="128"/>
                    <a:pt x="32" y="128"/>
                  </a:cubicBezTo>
                  <a:cubicBezTo>
                    <a:pt x="53" y="128"/>
                    <a:pt x="53" y="128"/>
                    <a:pt x="53" y="128"/>
                  </a:cubicBezTo>
                  <a:cubicBezTo>
                    <a:pt x="53" y="203"/>
                    <a:pt x="53" y="203"/>
                    <a:pt x="53" y="203"/>
                  </a:cubicBezTo>
                  <a:cubicBezTo>
                    <a:pt x="53"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8" y="0"/>
                    <a:pt x="53"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33" name="Freeform 799">
              <a:extLst>
                <a:ext uri="{FF2B5EF4-FFF2-40B4-BE49-F238E27FC236}">
                  <a16:creationId xmlns:a16="http://schemas.microsoft.com/office/drawing/2014/main" id="{BEF6871F-6E84-4AE7-91BD-B7805BEF4B6B}"/>
                </a:ext>
              </a:extLst>
            </p:cNvPr>
            <p:cNvSpPr>
              <a:spLocks noEditPoints="1"/>
            </p:cNvSpPr>
            <p:nvPr/>
          </p:nvSpPr>
          <p:spPr bwMode="auto">
            <a:xfrm>
              <a:off x="7510" y="3073"/>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34" name="Freeform 800">
              <a:extLst>
                <a:ext uri="{FF2B5EF4-FFF2-40B4-BE49-F238E27FC236}">
                  <a16:creationId xmlns:a16="http://schemas.microsoft.com/office/drawing/2014/main" id="{D0B9487E-4AE4-42AC-BD4E-862C8D92599A}"/>
                </a:ext>
              </a:extLst>
            </p:cNvPr>
            <p:cNvSpPr>
              <a:spLocks noEditPoints="1"/>
            </p:cNvSpPr>
            <p:nvPr/>
          </p:nvSpPr>
          <p:spPr bwMode="auto">
            <a:xfrm>
              <a:off x="7573" y="3129"/>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35" name="Freeform 801">
              <a:extLst>
                <a:ext uri="{FF2B5EF4-FFF2-40B4-BE49-F238E27FC236}">
                  <a16:creationId xmlns:a16="http://schemas.microsoft.com/office/drawing/2014/main" id="{7BF91674-52C7-476A-8288-0C41299B8A0D}"/>
                </a:ext>
              </a:extLst>
            </p:cNvPr>
            <p:cNvSpPr>
              <a:spLocks noEditPoints="1"/>
            </p:cNvSpPr>
            <p:nvPr/>
          </p:nvSpPr>
          <p:spPr bwMode="auto">
            <a:xfrm>
              <a:off x="7580" y="3073"/>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36" name="Freeform 802">
              <a:extLst>
                <a:ext uri="{FF2B5EF4-FFF2-40B4-BE49-F238E27FC236}">
                  <a16:creationId xmlns:a16="http://schemas.microsoft.com/office/drawing/2014/main" id="{25B672D1-F94C-49A2-95CF-3432859D11FC}"/>
                </a:ext>
              </a:extLst>
            </p:cNvPr>
            <p:cNvSpPr>
              <a:spLocks noEditPoints="1"/>
            </p:cNvSpPr>
            <p:nvPr/>
          </p:nvSpPr>
          <p:spPr bwMode="auto">
            <a:xfrm>
              <a:off x="7361" y="3009"/>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grpSp>
      <p:sp>
        <p:nvSpPr>
          <p:cNvPr id="140" name="Freeform 529">
            <a:extLst>
              <a:ext uri="{FF2B5EF4-FFF2-40B4-BE49-F238E27FC236}">
                <a16:creationId xmlns:a16="http://schemas.microsoft.com/office/drawing/2014/main" id="{78648C60-845A-4D0D-BED7-CB414655308D}"/>
              </a:ext>
            </a:extLst>
          </p:cNvPr>
          <p:cNvSpPr>
            <a:spLocks noChangeAspect="1" noEditPoints="1"/>
          </p:cNvSpPr>
          <p:nvPr/>
        </p:nvSpPr>
        <p:spPr bwMode="auto">
          <a:xfrm>
            <a:off x="1001243" y="4579213"/>
            <a:ext cx="509606" cy="508112"/>
          </a:xfrm>
          <a:custGeom>
            <a:avLst/>
            <a:gdLst>
              <a:gd name="T0" fmla="*/ 285 w 512"/>
              <a:gd name="T1" fmla="*/ 352 h 512"/>
              <a:gd name="T2" fmla="*/ 232 w 512"/>
              <a:gd name="T3" fmla="*/ 384 h 512"/>
              <a:gd name="T4" fmla="*/ 512 w 512"/>
              <a:gd name="T5" fmla="*/ 256 h 512"/>
              <a:gd name="T6" fmla="*/ 0 w 512"/>
              <a:gd name="T7" fmla="*/ 256 h 512"/>
              <a:gd name="T8" fmla="*/ 512 w 512"/>
              <a:gd name="T9" fmla="*/ 256 h 512"/>
              <a:gd name="T10" fmla="*/ 170 w 512"/>
              <a:gd name="T11" fmla="*/ 149 h 512"/>
              <a:gd name="T12" fmla="*/ 258 w 512"/>
              <a:gd name="T13" fmla="*/ 127 h 512"/>
              <a:gd name="T14" fmla="*/ 253 w 512"/>
              <a:gd name="T15" fmla="*/ 107 h 512"/>
              <a:gd name="T16" fmla="*/ 160 w 512"/>
              <a:gd name="T17" fmla="*/ 141 h 512"/>
              <a:gd name="T18" fmla="*/ 338 w 512"/>
              <a:gd name="T19" fmla="*/ 256 h 512"/>
              <a:gd name="T20" fmla="*/ 266 w 512"/>
              <a:gd name="T21" fmla="*/ 282 h 512"/>
              <a:gd name="T22" fmla="*/ 245 w 512"/>
              <a:gd name="T23" fmla="*/ 330 h 512"/>
              <a:gd name="T24" fmla="*/ 234 w 512"/>
              <a:gd name="T25" fmla="*/ 288 h 512"/>
              <a:gd name="T26" fmla="*/ 224 w 512"/>
              <a:gd name="T27" fmla="*/ 330 h 512"/>
              <a:gd name="T28" fmla="*/ 205 w 512"/>
              <a:gd name="T29" fmla="*/ 334 h 512"/>
              <a:gd name="T30" fmla="*/ 213 w 512"/>
              <a:gd name="T31" fmla="*/ 396 h 512"/>
              <a:gd name="T32" fmla="*/ 288 w 512"/>
              <a:gd name="T33" fmla="*/ 405 h 512"/>
              <a:gd name="T34" fmla="*/ 309 w 512"/>
              <a:gd name="T35" fmla="*/ 343 h 512"/>
              <a:gd name="T36" fmla="*/ 298 w 512"/>
              <a:gd name="T37" fmla="*/ 330 h 512"/>
              <a:gd name="T38" fmla="*/ 288 w 512"/>
              <a:gd name="T39" fmla="*/ 291 h 512"/>
              <a:gd name="T40" fmla="*/ 351 w 512"/>
              <a:gd name="T41" fmla="*/ 264 h 512"/>
              <a:gd name="T42" fmla="*/ 338 w 512"/>
              <a:gd name="T43" fmla="*/ 213 h 512"/>
              <a:gd name="T44" fmla="*/ 160 w 512"/>
              <a:gd name="T45" fmla="*/ 269 h 512"/>
              <a:gd name="T46" fmla="*/ 173 w 512"/>
              <a:gd name="T47" fmla="*/ 277 h 512"/>
              <a:gd name="T48" fmla="*/ 351 w 512"/>
              <a:gd name="T49" fmla="*/ 221 h 512"/>
              <a:gd name="T50" fmla="*/ 338 w 512"/>
              <a:gd name="T51" fmla="*/ 171 h 512"/>
              <a:gd name="T52" fmla="*/ 160 w 512"/>
              <a:gd name="T53" fmla="*/ 226 h 512"/>
              <a:gd name="T54" fmla="*/ 173 w 512"/>
              <a:gd name="T55" fmla="*/ 234 h 512"/>
              <a:gd name="T56" fmla="*/ 351 w 512"/>
              <a:gd name="T57" fmla="*/ 178 h 512"/>
              <a:gd name="T58" fmla="*/ 338 w 512"/>
              <a:gd name="T59" fmla="*/ 128 h 512"/>
              <a:gd name="T60" fmla="*/ 160 w 512"/>
              <a:gd name="T61" fmla="*/ 184 h 512"/>
              <a:gd name="T62" fmla="*/ 173 w 512"/>
              <a:gd name="T63" fmla="*/ 191 h 512"/>
              <a:gd name="T64" fmla="*/ 351 w 512"/>
              <a:gd name="T65" fmla="*/ 13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226" y="352"/>
                </a:moveTo>
                <a:cubicBezTo>
                  <a:pt x="285" y="352"/>
                  <a:pt x="285" y="352"/>
                  <a:pt x="285" y="352"/>
                </a:cubicBezTo>
                <a:cubicBezTo>
                  <a:pt x="279" y="384"/>
                  <a:pt x="279" y="384"/>
                  <a:pt x="279" y="384"/>
                </a:cubicBezTo>
                <a:cubicBezTo>
                  <a:pt x="232" y="384"/>
                  <a:pt x="232" y="384"/>
                  <a:pt x="232" y="384"/>
                </a:cubicBezTo>
                <a:lnTo>
                  <a:pt x="226" y="35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60" y="141"/>
                </a:moveTo>
                <a:cubicBezTo>
                  <a:pt x="161" y="146"/>
                  <a:pt x="166" y="149"/>
                  <a:pt x="170" y="149"/>
                </a:cubicBezTo>
                <a:cubicBezTo>
                  <a:pt x="171" y="149"/>
                  <a:pt x="172" y="149"/>
                  <a:pt x="173" y="149"/>
                </a:cubicBezTo>
                <a:cubicBezTo>
                  <a:pt x="258" y="127"/>
                  <a:pt x="258" y="127"/>
                  <a:pt x="258" y="127"/>
                </a:cubicBezTo>
                <a:cubicBezTo>
                  <a:pt x="264" y="126"/>
                  <a:pt x="267" y="120"/>
                  <a:pt x="266" y="114"/>
                </a:cubicBezTo>
                <a:cubicBezTo>
                  <a:pt x="265" y="109"/>
                  <a:pt x="259" y="105"/>
                  <a:pt x="253" y="107"/>
                </a:cubicBezTo>
                <a:cubicBezTo>
                  <a:pt x="168" y="128"/>
                  <a:pt x="168" y="128"/>
                  <a:pt x="168" y="128"/>
                </a:cubicBezTo>
                <a:cubicBezTo>
                  <a:pt x="162" y="129"/>
                  <a:pt x="159" y="135"/>
                  <a:pt x="160" y="141"/>
                </a:cubicBezTo>
                <a:close/>
                <a:moveTo>
                  <a:pt x="351" y="264"/>
                </a:moveTo>
                <a:cubicBezTo>
                  <a:pt x="350" y="258"/>
                  <a:pt x="344" y="255"/>
                  <a:pt x="338" y="256"/>
                </a:cubicBezTo>
                <a:cubicBezTo>
                  <a:pt x="274" y="272"/>
                  <a:pt x="274" y="272"/>
                  <a:pt x="274" y="272"/>
                </a:cubicBezTo>
                <a:cubicBezTo>
                  <a:pt x="270" y="273"/>
                  <a:pt x="266" y="277"/>
                  <a:pt x="266" y="282"/>
                </a:cubicBezTo>
                <a:cubicBezTo>
                  <a:pt x="266" y="330"/>
                  <a:pt x="266" y="330"/>
                  <a:pt x="266" y="330"/>
                </a:cubicBezTo>
                <a:cubicBezTo>
                  <a:pt x="245" y="330"/>
                  <a:pt x="245" y="330"/>
                  <a:pt x="245" y="330"/>
                </a:cubicBezTo>
                <a:cubicBezTo>
                  <a:pt x="245" y="298"/>
                  <a:pt x="245" y="298"/>
                  <a:pt x="245" y="298"/>
                </a:cubicBezTo>
                <a:cubicBezTo>
                  <a:pt x="245" y="292"/>
                  <a:pt x="240" y="288"/>
                  <a:pt x="234" y="288"/>
                </a:cubicBezTo>
                <a:cubicBezTo>
                  <a:pt x="228" y="288"/>
                  <a:pt x="224" y="292"/>
                  <a:pt x="224" y="298"/>
                </a:cubicBezTo>
                <a:cubicBezTo>
                  <a:pt x="224" y="330"/>
                  <a:pt x="224" y="330"/>
                  <a:pt x="224" y="330"/>
                </a:cubicBezTo>
                <a:cubicBezTo>
                  <a:pt x="213" y="330"/>
                  <a:pt x="213" y="330"/>
                  <a:pt x="213" y="330"/>
                </a:cubicBezTo>
                <a:cubicBezTo>
                  <a:pt x="210" y="330"/>
                  <a:pt x="207" y="332"/>
                  <a:pt x="205" y="334"/>
                </a:cubicBezTo>
                <a:cubicBezTo>
                  <a:pt x="203" y="337"/>
                  <a:pt x="202" y="340"/>
                  <a:pt x="203" y="343"/>
                </a:cubicBezTo>
                <a:cubicBezTo>
                  <a:pt x="213" y="396"/>
                  <a:pt x="213" y="396"/>
                  <a:pt x="213" y="396"/>
                </a:cubicBezTo>
                <a:cubicBezTo>
                  <a:pt x="214" y="401"/>
                  <a:pt x="219" y="405"/>
                  <a:pt x="224" y="405"/>
                </a:cubicBezTo>
                <a:cubicBezTo>
                  <a:pt x="288" y="405"/>
                  <a:pt x="288" y="405"/>
                  <a:pt x="288" y="405"/>
                </a:cubicBezTo>
                <a:cubicBezTo>
                  <a:pt x="293" y="405"/>
                  <a:pt x="297" y="401"/>
                  <a:pt x="298" y="396"/>
                </a:cubicBezTo>
                <a:cubicBezTo>
                  <a:pt x="309" y="343"/>
                  <a:pt x="309" y="343"/>
                  <a:pt x="309" y="343"/>
                </a:cubicBezTo>
                <a:cubicBezTo>
                  <a:pt x="309" y="340"/>
                  <a:pt x="309" y="337"/>
                  <a:pt x="307" y="334"/>
                </a:cubicBezTo>
                <a:cubicBezTo>
                  <a:pt x="305" y="332"/>
                  <a:pt x="302" y="330"/>
                  <a:pt x="298" y="330"/>
                </a:cubicBezTo>
                <a:cubicBezTo>
                  <a:pt x="288" y="330"/>
                  <a:pt x="288" y="330"/>
                  <a:pt x="288" y="330"/>
                </a:cubicBezTo>
                <a:cubicBezTo>
                  <a:pt x="288" y="291"/>
                  <a:pt x="288" y="291"/>
                  <a:pt x="288" y="291"/>
                </a:cubicBezTo>
                <a:cubicBezTo>
                  <a:pt x="344" y="277"/>
                  <a:pt x="344" y="277"/>
                  <a:pt x="344" y="277"/>
                </a:cubicBezTo>
                <a:cubicBezTo>
                  <a:pt x="349" y="275"/>
                  <a:pt x="353" y="269"/>
                  <a:pt x="351" y="264"/>
                </a:cubicBezTo>
                <a:close/>
                <a:moveTo>
                  <a:pt x="351" y="221"/>
                </a:moveTo>
                <a:cubicBezTo>
                  <a:pt x="350" y="215"/>
                  <a:pt x="344" y="212"/>
                  <a:pt x="338" y="213"/>
                </a:cubicBezTo>
                <a:cubicBezTo>
                  <a:pt x="168" y="256"/>
                  <a:pt x="168" y="256"/>
                  <a:pt x="168" y="256"/>
                </a:cubicBezTo>
                <a:cubicBezTo>
                  <a:pt x="162" y="257"/>
                  <a:pt x="159" y="263"/>
                  <a:pt x="160" y="269"/>
                </a:cubicBezTo>
                <a:cubicBezTo>
                  <a:pt x="161" y="274"/>
                  <a:pt x="166" y="277"/>
                  <a:pt x="170" y="277"/>
                </a:cubicBezTo>
                <a:cubicBezTo>
                  <a:pt x="171" y="277"/>
                  <a:pt x="172" y="277"/>
                  <a:pt x="173" y="277"/>
                </a:cubicBezTo>
                <a:cubicBezTo>
                  <a:pt x="344" y="234"/>
                  <a:pt x="344" y="234"/>
                  <a:pt x="344" y="234"/>
                </a:cubicBezTo>
                <a:cubicBezTo>
                  <a:pt x="349" y="233"/>
                  <a:pt x="353" y="227"/>
                  <a:pt x="351" y="221"/>
                </a:cubicBezTo>
                <a:close/>
                <a:moveTo>
                  <a:pt x="351" y="178"/>
                </a:moveTo>
                <a:cubicBezTo>
                  <a:pt x="350" y="173"/>
                  <a:pt x="344" y="169"/>
                  <a:pt x="338" y="171"/>
                </a:cubicBezTo>
                <a:cubicBezTo>
                  <a:pt x="168" y="213"/>
                  <a:pt x="168" y="213"/>
                  <a:pt x="168" y="213"/>
                </a:cubicBezTo>
                <a:cubicBezTo>
                  <a:pt x="162" y="215"/>
                  <a:pt x="159" y="221"/>
                  <a:pt x="160" y="226"/>
                </a:cubicBezTo>
                <a:cubicBezTo>
                  <a:pt x="161" y="231"/>
                  <a:pt x="166" y="234"/>
                  <a:pt x="170" y="234"/>
                </a:cubicBezTo>
                <a:cubicBezTo>
                  <a:pt x="171" y="234"/>
                  <a:pt x="172" y="234"/>
                  <a:pt x="173" y="234"/>
                </a:cubicBezTo>
                <a:cubicBezTo>
                  <a:pt x="344" y="191"/>
                  <a:pt x="344" y="191"/>
                  <a:pt x="344" y="191"/>
                </a:cubicBezTo>
                <a:cubicBezTo>
                  <a:pt x="349" y="190"/>
                  <a:pt x="353" y="184"/>
                  <a:pt x="351" y="178"/>
                </a:cubicBezTo>
                <a:close/>
                <a:moveTo>
                  <a:pt x="351" y="136"/>
                </a:moveTo>
                <a:cubicBezTo>
                  <a:pt x="350" y="130"/>
                  <a:pt x="344" y="127"/>
                  <a:pt x="338" y="128"/>
                </a:cubicBezTo>
                <a:cubicBezTo>
                  <a:pt x="168" y="171"/>
                  <a:pt x="168" y="171"/>
                  <a:pt x="168" y="171"/>
                </a:cubicBezTo>
                <a:cubicBezTo>
                  <a:pt x="162" y="172"/>
                  <a:pt x="159" y="178"/>
                  <a:pt x="160" y="184"/>
                </a:cubicBezTo>
                <a:cubicBezTo>
                  <a:pt x="161" y="188"/>
                  <a:pt x="166" y="192"/>
                  <a:pt x="170" y="192"/>
                </a:cubicBezTo>
                <a:cubicBezTo>
                  <a:pt x="171" y="192"/>
                  <a:pt x="172" y="192"/>
                  <a:pt x="173" y="191"/>
                </a:cubicBezTo>
                <a:cubicBezTo>
                  <a:pt x="344" y="149"/>
                  <a:pt x="344" y="149"/>
                  <a:pt x="344" y="149"/>
                </a:cubicBezTo>
                <a:cubicBezTo>
                  <a:pt x="349" y="147"/>
                  <a:pt x="353" y="141"/>
                  <a:pt x="351" y="136"/>
                </a:cubicBezTo>
                <a:close/>
              </a:path>
            </a:pathLst>
          </a:custGeom>
          <a:solidFill>
            <a:schemeClr val="accent1"/>
          </a:solidFill>
          <a:ln>
            <a:noFill/>
          </a:ln>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41" name="Freeform 59">
            <a:extLst>
              <a:ext uri="{FF2B5EF4-FFF2-40B4-BE49-F238E27FC236}">
                <a16:creationId xmlns:a16="http://schemas.microsoft.com/office/drawing/2014/main" id="{D6EB73A3-221B-4669-9425-61CCA3672540}"/>
              </a:ext>
            </a:extLst>
          </p:cNvPr>
          <p:cNvSpPr>
            <a:spLocks noChangeAspect="1" noEditPoints="1"/>
          </p:cNvSpPr>
          <p:nvPr/>
        </p:nvSpPr>
        <p:spPr bwMode="auto">
          <a:xfrm>
            <a:off x="2458876" y="4578465"/>
            <a:ext cx="508113" cy="509607"/>
          </a:xfrm>
          <a:custGeom>
            <a:avLst/>
            <a:gdLst>
              <a:gd name="T0" fmla="*/ 147 w 512"/>
              <a:gd name="T1" fmla="*/ 170 h 512"/>
              <a:gd name="T2" fmla="*/ 201 w 512"/>
              <a:gd name="T3" fmla="*/ 170 h 512"/>
              <a:gd name="T4" fmla="*/ 223 w 512"/>
              <a:gd name="T5" fmla="*/ 170 h 512"/>
              <a:gd name="T6" fmla="*/ 256 w 512"/>
              <a:gd name="T7" fmla="*/ 117 h 512"/>
              <a:gd name="T8" fmla="*/ 133 w 512"/>
              <a:gd name="T9" fmla="*/ 192 h 512"/>
              <a:gd name="T10" fmla="*/ 192 w 512"/>
              <a:gd name="T11" fmla="*/ 245 h 512"/>
              <a:gd name="T12" fmla="*/ 218 w 512"/>
              <a:gd name="T13" fmla="*/ 320 h 512"/>
              <a:gd name="T14" fmla="*/ 298 w 512"/>
              <a:gd name="T15" fmla="*/ 266 h 512"/>
              <a:gd name="T16" fmla="*/ 218 w 512"/>
              <a:gd name="T17" fmla="*/ 320 h 512"/>
              <a:gd name="T18" fmla="*/ 292 w 512"/>
              <a:gd name="T19" fmla="*/ 122 h 512"/>
              <a:gd name="T20" fmla="*/ 365 w 512"/>
              <a:gd name="T21" fmla="*/ 170 h 512"/>
              <a:gd name="T22" fmla="*/ 218 w 512"/>
              <a:gd name="T23" fmla="*/ 192 h 512"/>
              <a:gd name="T24" fmla="*/ 298 w 512"/>
              <a:gd name="T25" fmla="*/ 245 h 512"/>
              <a:gd name="T26" fmla="*/ 192 w 512"/>
              <a:gd name="T27" fmla="*/ 266 h 512"/>
              <a:gd name="T28" fmla="*/ 133 w 512"/>
              <a:gd name="T29" fmla="*/ 320 h 512"/>
              <a:gd name="T30" fmla="*/ 192 w 512"/>
              <a:gd name="T31" fmla="*/ 266 h 512"/>
              <a:gd name="T32" fmla="*/ 394 w 512"/>
              <a:gd name="T33" fmla="*/ 245 h 512"/>
              <a:gd name="T34" fmla="*/ 314 w 512"/>
              <a:gd name="T35" fmla="*/ 192 h 512"/>
              <a:gd name="T36" fmla="*/ 512 w 512"/>
              <a:gd name="T37" fmla="*/ 256 h 512"/>
              <a:gd name="T38" fmla="*/ 0 w 512"/>
              <a:gd name="T39" fmla="*/ 256 h 512"/>
              <a:gd name="T40" fmla="*/ 512 w 512"/>
              <a:gd name="T41" fmla="*/ 256 h 512"/>
              <a:gd name="T42" fmla="*/ 256 w 512"/>
              <a:gd name="T43" fmla="*/ 96 h 512"/>
              <a:gd name="T44" fmla="*/ 256 w 512"/>
              <a:gd name="T45" fmla="*/ 416 h 512"/>
              <a:gd name="T46" fmla="*/ 314 w 512"/>
              <a:gd name="T47" fmla="*/ 320 h 512"/>
              <a:gd name="T48" fmla="*/ 394 w 512"/>
              <a:gd name="T49" fmla="*/ 266 h 512"/>
              <a:gd name="T50" fmla="*/ 314 w 512"/>
              <a:gd name="T51" fmla="*/ 320 h 512"/>
              <a:gd name="T52" fmla="*/ 220 w 512"/>
              <a:gd name="T53" fmla="*/ 389 h 512"/>
              <a:gd name="T54" fmla="*/ 147 w 512"/>
              <a:gd name="T55" fmla="*/ 341 h 512"/>
              <a:gd name="T56" fmla="*/ 365 w 512"/>
              <a:gd name="T57" fmla="*/ 341 h 512"/>
              <a:gd name="T58" fmla="*/ 292 w 512"/>
              <a:gd name="T59" fmla="*/ 389 h 512"/>
              <a:gd name="T60" fmla="*/ 288 w 512"/>
              <a:gd name="T61" fmla="*/ 341 h 512"/>
              <a:gd name="T62" fmla="*/ 256 w 512"/>
              <a:gd name="T63" fmla="*/ 39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01" y="170"/>
                </a:moveTo>
                <a:cubicBezTo>
                  <a:pt x="147" y="170"/>
                  <a:pt x="147" y="170"/>
                  <a:pt x="147" y="170"/>
                </a:cubicBezTo>
                <a:cubicBezTo>
                  <a:pt x="165" y="147"/>
                  <a:pt x="190" y="130"/>
                  <a:pt x="220" y="122"/>
                </a:cubicBezTo>
                <a:cubicBezTo>
                  <a:pt x="212" y="135"/>
                  <a:pt x="206" y="151"/>
                  <a:pt x="201" y="170"/>
                </a:cubicBezTo>
                <a:close/>
                <a:moveTo>
                  <a:pt x="256" y="117"/>
                </a:moveTo>
                <a:cubicBezTo>
                  <a:pt x="245" y="117"/>
                  <a:pt x="232" y="137"/>
                  <a:pt x="223" y="170"/>
                </a:cubicBezTo>
                <a:cubicBezTo>
                  <a:pt x="288" y="170"/>
                  <a:pt x="288" y="170"/>
                  <a:pt x="288" y="170"/>
                </a:cubicBezTo>
                <a:cubicBezTo>
                  <a:pt x="279" y="137"/>
                  <a:pt x="266" y="117"/>
                  <a:pt x="256" y="117"/>
                </a:cubicBezTo>
                <a:close/>
                <a:moveTo>
                  <a:pt x="197" y="192"/>
                </a:moveTo>
                <a:cubicBezTo>
                  <a:pt x="133" y="192"/>
                  <a:pt x="133" y="192"/>
                  <a:pt x="133" y="192"/>
                </a:cubicBezTo>
                <a:cubicBezTo>
                  <a:pt x="124" y="208"/>
                  <a:pt x="119" y="226"/>
                  <a:pt x="118" y="245"/>
                </a:cubicBezTo>
                <a:cubicBezTo>
                  <a:pt x="192" y="245"/>
                  <a:pt x="192" y="245"/>
                  <a:pt x="192" y="245"/>
                </a:cubicBezTo>
                <a:cubicBezTo>
                  <a:pt x="192" y="227"/>
                  <a:pt x="194" y="209"/>
                  <a:pt x="197" y="192"/>
                </a:cubicBezTo>
                <a:close/>
                <a:moveTo>
                  <a:pt x="218" y="320"/>
                </a:moveTo>
                <a:cubicBezTo>
                  <a:pt x="293" y="320"/>
                  <a:pt x="293" y="320"/>
                  <a:pt x="293" y="320"/>
                </a:cubicBezTo>
                <a:cubicBezTo>
                  <a:pt x="296" y="304"/>
                  <a:pt x="298" y="286"/>
                  <a:pt x="298" y="266"/>
                </a:cubicBezTo>
                <a:cubicBezTo>
                  <a:pt x="213" y="266"/>
                  <a:pt x="213" y="266"/>
                  <a:pt x="213" y="266"/>
                </a:cubicBezTo>
                <a:cubicBezTo>
                  <a:pt x="214" y="286"/>
                  <a:pt x="216" y="304"/>
                  <a:pt x="218" y="320"/>
                </a:cubicBezTo>
                <a:close/>
                <a:moveTo>
                  <a:pt x="365" y="170"/>
                </a:moveTo>
                <a:cubicBezTo>
                  <a:pt x="347" y="147"/>
                  <a:pt x="321" y="130"/>
                  <a:pt x="292" y="122"/>
                </a:cubicBezTo>
                <a:cubicBezTo>
                  <a:pt x="299" y="135"/>
                  <a:pt x="306" y="151"/>
                  <a:pt x="310" y="170"/>
                </a:cubicBezTo>
                <a:lnTo>
                  <a:pt x="365" y="170"/>
                </a:lnTo>
                <a:close/>
                <a:moveTo>
                  <a:pt x="293" y="192"/>
                </a:moveTo>
                <a:cubicBezTo>
                  <a:pt x="218" y="192"/>
                  <a:pt x="218" y="192"/>
                  <a:pt x="218" y="192"/>
                </a:cubicBezTo>
                <a:cubicBezTo>
                  <a:pt x="216" y="207"/>
                  <a:pt x="214" y="225"/>
                  <a:pt x="213" y="245"/>
                </a:cubicBezTo>
                <a:cubicBezTo>
                  <a:pt x="298" y="245"/>
                  <a:pt x="298" y="245"/>
                  <a:pt x="298" y="245"/>
                </a:cubicBezTo>
                <a:cubicBezTo>
                  <a:pt x="298" y="225"/>
                  <a:pt x="296" y="207"/>
                  <a:pt x="293" y="192"/>
                </a:cubicBezTo>
                <a:close/>
                <a:moveTo>
                  <a:pt x="192" y="266"/>
                </a:moveTo>
                <a:cubicBezTo>
                  <a:pt x="118" y="266"/>
                  <a:pt x="118" y="266"/>
                  <a:pt x="118" y="266"/>
                </a:cubicBezTo>
                <a:cubicBezTo>
                  <a:pt x="119" y="285"/>
                  <a:pt x="124" y="303"/>
                  <a:pt x="133" y="320"/>
                </a:cubicBezTo>
                <a:cubicBezTo>
                  <a:pt x="197" y="320"/>
                  <a:pt x="197" y="320"/>
                  <a:pt x="197" y="320"/>
                </a:cubicBezTo>
                <a:cubicBezTo>
                  <a:pt x="194" y="303"/>
                  <a:pt x="192" y="284"/>
                  <a:pt x="192" y="266"/>
                </a:cubicBezTo>
                <a:close/>
                <a:moveTo>
                  <a:pt x="319" y="245"/>
                </a:moveTo>
                <a:cubicBezTo>
                  <a:pt x="394" y="245"/>
                  <a:pt x="394" y="245"/>
                  <a:pt x="394" y="245"/>
                </a:cubicBezTo>
                <a:cubicBezTo>
                  <a:pt x="392" y="226"/>
                  <a:pt x="387" y="208"/>
                  <a:pt x="379" y="192"/>
                </a:cubicBezTo>
                <a:cubicBezTo>
                  <a:pt x="314" y="192"/>
                  <a:pt x="314" y="192"/>
                  <a:pt x="314" y="192"/>
                </a:cubicBezTo>
                <a:cubicBezTo>
                  <a:pt x="317" y="209"/>
                  <a:pt x="319" y="227"/>
                  <a:pt x="319" y="245"/>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56"/>
                </a:moveTo>
                <a:cubicBezTo>
                  <a:pt x="416" y="167"/>
                  <a:pt x="344" y="96"/>
                  <a:pt x="256" y="96"/>
                </a:cubicBezTo>
                <a:cubicBezTo>
                  <a:pt x="167" y="96"/>
                  <a:pt x="96" y="167"/>
                  <a:pt x="96" y="256"/>
                </a:cubicBezTo>
                <a:cubicBezTo>
                  <a:pt x="96" y="344"/>
                  <a:pt x="167" y="416"/>
                  <a:pt x="256" y="416"/>
                </a:cubicBezTo>
                <a:cubicBezTo>
                  <a:pt x="344" y="416"/>
                  <a:pt x="416" y="344"/>
                  <a:pt x="416" y="256"/>
                </a:cubicBezTo>
                <a:close/>
                <a:moveTo>
                  <a:pt x="314" y="320"/>
                </a:moveTo>
                <a:cubicBezTo>
                  <a:pt x="379" y="320"/>
                  <a:pt x="379" y="320"/>
                  <a:pt x="379" y="320"/>
                </a:cubicBezTo>
                <a:cubicBezTo>
                  <a:pt x="387" y="303"/>
                  <a:pt x="392" y="285"/>
                  <a:pt x="394" y="266"/>
                </a:cubicBezTo>
                <a:cubicBezTo>
                  <a:pt x="319" y="266"/>
                  <a:pt x="319" y="266"/>
                  <a:pt x="319" y="266"/>
                </a:cubicBezTo>
                <a:cubicBezTo>
                  <a:pt x="319" y="284"/>
                  <a:pt x="317" y="303"/>
                  <a:pt x="314" y="320"/>
                </a:cubicBezTo>
                <a:close/>
                <a:moveTo>
                  <a:pt x="147" y="341"/>
                </a:moveTo>
                <a:cubicBezTo>
                  <a:pt x="165" y="364"/>
                  <a:pt x="190" y="381"/>
                  <a:pt x="220" y="389"/>
                </a:cubicBezTo>
                <a:cubicBezTo>
                  <a:pt x="212" y="377"/>
                  <a:pt x="206" y="360"/>
                  <a:pt x="201" y="341"/>
                </a:cubicBezTo>
                <a:lnTo>
                  <a:pt x="147" y="341"/>
                </a:lnTo>
                <a:close/>
                <a:moveTo>
                  <a:pt x="292" y="389"/>
                </a:moveTo>
                <a:cubicBezTo>
                  <a:pt x="321" y="381"/>
                  <a:pt x="347" y="364"/>
                  <a:pt x="365" y="341"/>
                </a:cubicBezTo>
                <a:cubicBezTo>
                  <a:pt x="310" y="341"/>
                  <a:pt x="310" y="341"/>
                  <a:pt x="310" y="341"/>
                </a:cubicBezTo>
                <a:cubicBezTo>
                  <a:pt x="306" y="360"/>
                  <a:pt x="299" y="377"/>
                  <a:pt x="292" y="389"/>
                </a:cubicBezTo>
                <a:close/>
                <a:moveTo>
                  <a:pt x="256" y="394"/>
                </a:moveTo>
                <a:cubicBezTo>
                  <a:pt x="266" y="394"/>
                  <a:pt x="279" y="375"/>
                  <a:pt x="288" y="341"/>
                </a:cubicBezTo>
                <a:cubicBezTo>
                  <a:pt x="223" y="341"/>
                  <a:pt x="223" y="341"/>
                  <a:pt x="223" y="341"/>
                </a:cubicBezTo>
                <a:cubicBezTo>
                  <a:pt x="232" y="375"/>
                  <a:pt x="245" y="394"/>
                  <a:pt x="256" y="394"/>
                </a:cubicBezTo>
                <a:close/>
              </a:path>
            </a:pathLst>
          </a:custGeom>
          <a:solidFill>
            <a:schemeClr val="accent2"/>
          </a:solidFill>
          <a:ln>
            <a:noFill/>
          </a:ln>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42" name="Freeform 584">
            <a:extLst>
              <a:ext uri="{FF2B5EF4-FFF2-40B4-BE49-F238E27FC236}">
                <a16:creationId xmlns:a16="http://schemas.microsoft.com/office/drawing/2014/main" id="{92BF5C4E-E1B7-4AFB-9F16-61195339DFAE}"/>
              </a:ext>
            </a:extLst>
          </p:cNvPr>
          <p:cNvSpPr>
            <a:spLocks noChangeAspect="1" noEditPoints="1"/>
          </p:cNvSpPr>
          <p:nvPr/>
        </p:nvSpPr>
        <p:spPr bwMode="auto">
          <a:xfrm>
            <a:off x="3907104" y="4579213"/>
            <a:ext cx="508112" cy="508112"/>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373 h 512"/>
              <a:gd name="T12" fmla="*/ 106 w 512"/>
              <a:gd name="T13" fmla="*/ 373 h 512"/>
              <a:gd name="T14" fmla="*/ 96 w 512"/>
              <a:gd name="T15" fmla="*/ 362 h 512"/>
              <a:gd name="T16" fmla="*/ 96 w 512"/>
              <a:gd name="T17" fmla="*/ 149 h 512"/>
              <a:gd name="T18" fmla="*/ 106 w 512"/>
              <a:gd name="T19" fmla="*/ 138 h 512"/>
              <a:gd name="T20" fmla="*/ 117 w 512"/>
              <a:gd name="T21" fmla="*/ 149 h 512"/>
              <a:gd name="T22" fmla="*/ 117 w 512"/>
              <a:gd name="T23" fmla="*/ 352 h 512"/>
              <a:gd name="T24" fmla="*/ 405 w 512"/>
              <a:gd name="T25" fmla="*/ 352 h 512"/>
              <a:gd name="T26" fmla="*/ 416 w 512"/>
              <a:gd name="T27" fmla="*/ 362 h 512"/>
              <a:gd name="T28" fmla="*/ 405 w 512"/>
              <a:gd name="T29" fmla="*/ 373 h 512"/>
              <a:gd name="T30" fmla="*/ 413 w 512"/>
              <a:gd name="T31" fmla="*/ 178 h 512"/>
              <a:gd name="T32" fmla="*/ 295 w 512"/>
              <a:gd name="T33" fmla="*/ 295 h 512"/>
              <a:gd name="T34" fmla="*/ 280 w 512"/>
              <a:gd name="T35" fmla="*/ 295 h 512"/>
              <a:gd name="T36" fmla="*/ 224 w 512"/>
              <a:gd name="T37" fmla="*/ 239 h 512"/>
              <a:gd name="T38" fmla="*/ 157 w 512"/>
              <a:gd name="T39" fmla="*/ 306 h 512"/>
              <a:gd name="T40" fmla="*/ 149 w 512"/>
              <a:gd name="T41" fmla="*/ 309 h 512"/>
              <a:gd name="T42" fmla="*/ 141 w 512"/>
              <a:gd name="T43" fmla="*/ 306 h 512"/>
              <a:gd name="T44" fmla="*/ 141 w 512"/>
              <a:gd name="T45" fmla="*/ 291 h 512"/>
              <a:gd name="T46" fmla="*/ 216 w 512"/>
              <a:gd name="T47" fmla="*/ 216 h 512"/>
              <a:gd name="T48" fmla="*/ 231 w 512"/>
              <a:gd name="T49" fmla="*/ 216 h 512"/>
              <a:gd name="T50" fmla="*/ 288 w 512"/>
              <a:gd name="T51" fmla="*/ 273 h 512"/>
              <a:gd name="T52" fmla="*/ 397 w 512"/>
              <a:gd name="T53" fmla="*/ 163 h 512"/>
              <a:gd name="T54" fmla="*/ 413 w 512"/>
              <a:gd name="T55" fmla="*/ 163 h 512"/>
              <a:gd name="T56" fmla="*/ 413 w 512"/>
              <a:gd name="T57" fmla="*/ 17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373"/>
                </a:moveTo>
                <a:cubicBezTo>
                  <a:pt x="106" y="373"/>
                  <a:pt x="106" y="373"/>
                  <a:pt x="106" y="373"/>
                </a:cubicBezTo>
                <a:cubicBezTo>
                  <a:pt x="100" y="373"/>
                  <a:pt x="96" y="368"/>
                  <a:pt x="96" y="362"/>
                </a:cubicBezTo>
                <a:cubicBezTo>
                  <a:pt x="96" y="149"/>
                  <a:pt x="96" y="149"/>
                  <a:pt x="96" y="149"/>
                </a:cubicBezTo>
                <a:cubicBezTo>
                  <a:pt x="96" y="143"/>
                  <a:pt x="100" y="138"/>
                  <a:pt x="106" y="138"/>
                </a:cubicBezTo>
                <a:cubicBezTo>
                  <a:pt x="112" y="138"/>
                  <a:pt x="117" y="143"/>
                  <a:pt x="117" y="149"/>
                </a:cubicBezTo>
                <a:cubicBezTo>
                  <a:pt x="117" y="352"/>
                  <a:pt x="117" y="352"/>
                  <a:pt x="117" y="352"/>
                </a:cubicBezTo>
                <a:cubicBezTo>
                  <a:pt x="405" y="352"/>
                  <a:pt x="405" y="352"/>
                  <a:pt x="405" y="352"/>
                </a:cubicBezTo>
                <a:cubicBezTo>
                  <a:pt x="411" y="352"/>
                  <a:pt x="416" y="356"/>
                  <a:pt x="416" y="362"/>
                </a:cubicBezTo>
                <a:cubicBezTo>
                  <a:pt x="416" y="368"/>
                  <a:pt x="411" y="373"/>
                  <a:pt x="405" y="373"/>
                </a:cubicBezTo>
                <a:close/>
                <a:moveTo>
                  <a:pt x="413" y="178"/>
                </a:moveTo>
                <a:cubicBezTo>
                  <a:pt x="295" y="295"/>
                  <a:pt x="295" y="295"/>
                  <a:pt x="295" y="295"/>
                </a:cubicBezTo>
                <a:cubicBezTo>
                  <a:pt x="291" y="299"/>
                  <a:pt x="284" y="299"/>
                  <a:pt x="280" y="295"/>
                </a:cubicBezTo>
                <a:cubicBezTo>
                  <a:pt x="224" y="239"/>
                  <a:pt x="224" y="239"/>
                  <a:pt x="224" y="239"/>
                </a:cubicBezTo>
                <a:cubicBezTo>
                  <a:pt x="157" y="306"/>
                  <a:pt x="157" y="306"/>
                  <a:pt x="157" y="306"/>
                </a:cubicBezTo>
                <a:cubicBezTo>
                  <a:pt x="154" y="308"/>
                  <a:pt x="152" y="309"/>
                  <a:pt x="149" y="309"/>
                </a:cubicBezTo>
                <a:cubicBezTo>
                  <a:pt x="146" y="309"/>
                  <a:pt x="144" y="308"/>
                  <a:pt x="141" y="306"/>
                </a:cubicBezTo>
                <a:cubicBezTo>
                  <a:pt x="137" y="302"/>
                  <a:pt x="137" y="295"/>
                  <a:pt x="141" y="291"/>
                </a:cubicBezTo>
                <a:cubicBezTo>
                  <a:pt x="216" y="216"/>
                  <a:pt x="216" y="216"/>
                  <a:pt x="216" y="216"/>
                </a:cubicBezTo>
                <a:cubicBezTo>
                  <a:pt x="220" y="212"/>
                  <a:pt x="227" y="212"/>
                  <a:pt x="231" y="216"/>
                </a:cubicBezTo>
                <a:cubicBezTo>
                  <a:pt x="288" y="273"/>
                  <a:pt x="288" y="273"/>
                  <a:pt x="288" y="273"/>
                </a:cubicBezTo>
                <a:cubicBezTo>
                  <a:pt x="397" y="163"/>
                  <a:pt x="397" y="163"/>
                  <a:pt x="397" y="163"/>
                </a:cubicBezTo>
                <a:cubicBezTo>
                  <a:pt x="402" y="159"/>
                  <a:pt x="408" y="159"/>
                  <a:pt x="413" y="163"/>
                </a:cubicBezTo>
                <a:cubicBezTo>
                  <a:pt x="417" y="167"/>
                  <a:pt x="417" y="174"/>
                  <a:pt x="413" y="178"/>
                </a:cubicBezTo>
                <a:close/>
              </a:path>
            </a:pathLst>
          </a:custGeom>
          <a:solidFill>
            <a:schemeClr val="accent3"/>
          </a:solidFill>
          <a:ln>
            <a:noFill/>
          </a:ln>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43" name="Freeform 876">
            <a:extLst>
              <a:ext uri="{FF2B5EF4-FFF2-40B4-BE49-F238E27FC236}">
                <a16:creationId xmlns:a16="http://schemas.microsoft.com/office/drawing/2014/main" id="{5E537180-F025-4FFD-878B-AA4594D239C1}"/>
              </a:ext>
            </a:extLst>
          </p:cNvPr>
          <p:cNvSpPr>
            <a:spLocks noChangeAspect="1" noEditPoints="1"/>
          </p:cNvSpPr>
          <p:nvPr/>
        </p:nvSpPr>
        <p:spPr bwMode="auto">
          <a:xfrm>
            <a:off x="5444470" y="4578804"/>
            <a:ext cx="508930" cy="508930"/>
          </a:xfrm>
          <a:custGeom>
            <a:avLst/>
            <a:gdLst>
              <a:gd name="T0" fmla="*/ 245 w 512"/>
              <a:gd name="T1" fmla="*/ 394 h 512"/>
              <a:gd name="T2" fmla="*/ 171 w 512"/>
              <a:gd name="T3" fmla="*/ 330 h 512"/>
              <a:gd name="T4" fmla="*/ 280 w 512"/>
              <a:gd name="T5" fmla="*/ 257 h 512"/>
              <a:gd name="T6" fmla="*/ 301 w 512"/>
              <a:gd name="T7" fmla="*/ 242 h 512"/>
              <a:gd name="T8" fmla="*/ 275 w 512"/>
              <a:gd name="T9" fmla="*/ 246 h 512"/>
              <a:gd name="T10" fmla="*/ 214 w 512"/>
              <a:gd name="T11" fmla="*/ 176 h 512"/>
              <a:gd name="T12" fmla="*/ 183 w 512"/>
              <a:gd name="T13" fmla="*/ 170 h 512"/>
              <a:gd name="T14" fmla="*/ 178 w 512"/>
              <a:gd name="T15" fmla="*/ 185 h 512"/>
              <a:gd name="T16" fmla="*/ 207 w 512"/>
              <a:gd name="T17" fmla="*/ 197 h 512"/>
              <a:gd name="T18" fmla="*/ 316 w 512"/>
              <a:gd name="T19" fmla="*/ 195 h 512"/>
              <a:gd name="T20" fmla="*/ 336 w 512"/>
              <a:gd name="T21" fmla="*/ 175 h 512"/>
              <a:gd name="T22" fmla="*/ 308 w 512"/>
              <a:gd name="T23" fmla="*/ 170 h 512"/>
              <a:gd name="T24" fmla="*/ 304 w 512"/>
              <a:gd name="T25" fmla="*/ 197 h 512"/>
              <a:gd name="T26" fmla="*/ 248 w 512"/>
              <a:gd name="T27" fmla="*/ 153 h 512"/>
              <a:gd name="T28" fmla="*/ 269 w 512"/>
              <a:gd name="T29" fmla="*/ 142 h 512"/>
              <a:gd name="T30" fmla="*/ 243 w 512"/>
              <a:gd name="T31" fmla="*/ 142 h 512"/>
              <a:gd name="T32" fmla="*/ 248 w 512"/>
              <a:gd name="T33" fmla="*/ 153 h 512"/>
              <a:gd name="T34" fmla="*/ 256 w 512"/>
              <a:gd name="T35" fmla="*/ 512 h 512"/>
              <a:gd name="T36" fmla="*/ 256 w 512"/>
              <a:gd name="T37" fmla="*/ 0 h 512"/>
              <a:gd name="T38" fmla="*/ 362 w 512"/>
              <a:gd name="T39" fmla="*/ 320 h 512"/>
              <a:gd name="T40" fmla="*/ 273 w 512"/>
              <a:gd name="T41" fmla="*/ 334 h 512"/>
              <a:gd name="T42" fmla="*/ 266 w 512"/>
              <a:gd name="T43" fmla="*/ 274 h 512"/>
              <a:gd name="T44" fmla="*/ 318 w 512"/>
              <a:gd name="T45" fmla="*/ 287 h 512"/>
              <a:gd name="T46" fmla="*/ 308 w 512"/>
              <a:gd name="T47" fmla="*/ 218 h 512"/>
              <a:gd name="T48" fmla="*/ 350 w 512"/>
              <a:gd name="T49" fmla="*/ 197 h 512"/>
              <a:gd name="T50" fmla="*/ 334 w 512"/>
              <a:gd name="T51" fmla="*/ 149 h 512"/>
              <a:gd name="T52" fmla="*/ 289 w 512"/>
              <a:gd name="T53" fmla="*/ 156 h 512"/>
              <a:gd name="T54" fmla="*/ 256 w 512"/>
              <a:gd name="T55" fmla="*/ 96 h 512"/>
              <a:gd name="T56" fmla="*/ 223 w 512"/>
              <a:gd name="T57" fmla="*/ 156 h 512"/>
              <a:gd name="T58" fmla="*/ 177 w 512"/>
              <a:gd name="T59" fmla="*/ 149 h 512"/>
              <a:gd name="T60" fmla="*/ 162 w 512"/>
              <a:gd name="T61" fmla="*/ 198 h 512"/>
              <a:gd name="T62" fmla="*/ 203 w 512"/>
              <a:gd name="T63" fmla="*/ 219 h 512"/>
              <a:gd name="T64" fmla="*/ 182 w 512"/>
              <a:gd name="T65" fmla="*/ 260 h 512"/>
              <a:gd name="T66" fmla="*/ 210 w 512"/>
              <a:gd name="T67" fmla="*/ 292 h 512"/>
              <a:gd name="T68" fmla="*/ 245 w 512"/>
              <a:gd name="T69" fmla="*/ 274 h 512"/>
              <a:gd name="T70" fmla="*/ 238 w 512"/>
              <a:gd name="T71" fmla="*/ 333 h 512"/>
              <a:gd name="T72" fmla="*/ 149 w 512"/>
              <a:gd name="T73" fmla="*/ 320 h 512"/>
              <a:gd name="T74" fmla="*/ 250 w 512"/>
              <a:gd name="T75" fmla="*/ 416 h 512"/>
              <a:gd name="T76" fmla="*/ 334 w 512"/>
              <a:gd name="T77" fmla="*/ 392 h 512"/>
              <a:gd name="T78" fmla="*/ 267 w 512"/>
              <a:gd name="T79" fmla="*/ 394 h 512"/>
              <a:gd name="T80" fmla="*/ 341 w 512"/>
              <a:gd name="T81" fmla="*/ 330 h 512"/>
              <a:gd name="T82" fmla="*/ 267 w 512"/>
              <a:gd name="T83" fmla="*/ 394 h 512"/>
              <a:gd name="T84" fmla="*/ 210 w 512"/>
              <a:gd name="T85" fmla="*/ 242 h 512"/>
              <a:gd name="T86" fmla="*/ 206 w 512"/>
              <a:gd name="T87" fmla="*/ 270 h 512"/>
              <a:gd name="T88" fmla="*/ 231 w 512"/>
              <a:gd name="T89" fmla="*/ 257 h 512"/>
              <a:gd name="T90" fmla="*/ 227 w 512"/>
              <a:gd name="T91" fmla="*/ 241 h 512"/>
              <a:gd name="T92" fmla="*/ 278 w 512"/>
              <a:gd name="T93" fmla="*/ 217 h 512"/>
              <a:gd name="T94" fmla="*/ 256 w 512"/>
              <a:gd name="T95" fmla="*/ 174 h 512"/>
              <a:gd name="T96" fmla="*/ 233 w 512"/>
              <a:gd name="T97" fmla="*/ 185 h 512"/>
              <a:gd name="T98" fmla="*/ 240 w 512"/>
              <a:gd name="T99" fmla="*/ 224 h 512"/>
              <a:gd name="T100" fmla="*/ 278 w 512"/>
              <a:gd name="T101" fmla="*/ 21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2" h="512">
                <a:moveTo>
                  <a:pt x="224" y="349"/>
                </a:moveTo>
                <a:cubicBezTo>
                  <a:pt x="236" y="359"/>
                  <a:pt x="243" y="375"/>
                  <a:pt x="245" y="394"/>
                </a:cubicBezTo>
                <a:cubicBezTo>
                  <a:pt x="231" y="394"/>
                  <a:pt x="208" y="390"/>
                  <a:pt x="191" y="375"/>
                </a:cubicBezTo>
                <a:cubicBezTo>
                  <a:pt x="179" y="364"/>
                  <a:pt x="173" y="349"/>
                  <a:pt x="171" y="330"/>
                </a:cubicBezTo>
                <a:cubicBezTo>
                  <a:pt x="184" y="330"/>
                  <a:pt x="207" y="334"/>
                  <a:pt x="224" y="349"/>
                </a:cubicBezTo>
                <a:close/>
                <a:moveTo>
                  <a:pt x="280" y="257"/>
                </a:moveTo>
                <a:cubicBezTo>
                  <a:pt x="289" y="268"/>
                  <a:pt x="301" y="273"/>
                  <a:pt x="306" y="270"/>
                </a:cubicBezTo>
                <a:cubicBezTo>
                  <a:pt x="310" y="266"/>
                  <a:pt x="310" y="253"/>
                  <a:pt x="301" y="242"/>
                </a:cubicBezTo>
                <a:cubicBezTo>
                  <a:pt x="299" y="238"/>
                  <a:pt x="296" y="235"/>
                  <a:pt x="292" y="233"/>
                </a:cubicBezTo>
                <a:cubicBezTo>
                  <a:pt x="288" y="239"/>
                  <a:pt x="282" y="243"/>
                  <a:pt x="275" y="246"/>
                </a:cubicBezTo>
                <a:cubicBezTo>
                  <a:pt x="276" y="250"/>
                  <a:pt x="278" y="254"/>
                  <a:pt x="280" y="257"/>
                </a:cubicBezTo>
                <a:close/>
                <a:moveTo>
                  <a:pt x="214" y="176"/>
                </a:moveTo>
                <a:cubicBezTo>
                  <a:pt x="211" y="174"/>
                  <a:pt x="207" y="172"/>
                  <a:pt x="203" y="171"/>
                </a:cubicBezTo>
                <a:cubicBezTo>
                  <a:pt x="196" y="168"/>
                  <a:pt x="189" y="168"/>
                  <a:pt x="183" y="170"/>
                </a:cubicBezTo>
                <a:cubicBezTo>
                  <a:pt x="181" y="170"/>
                  <a:pt x="176" y="172"/>
                  <a:pt x="175" y="175"/>
                </a:cubicBezTo>
                <a:cubicBezTo>
                  <a:pt x="174" y="179"/>
                  <a:pt x="177" y="183"/>
                  <a:pt x="178" y="185"/>
                </a:cubicBezTo>
                <a:cubicBezTo>
                  <a:pt x="182" y="189"/>
                  <a:pt x="188" y="193"/>
                  <a:pt x="195" y="196"/>
                </a:cubicBezTo>
                <a:cubicBezTo>
                  <a:pt x="199" y="197"/>
                  <a:pt x="203" y="197"/>
                  <a:pt x="207" y="197"/>
                </a:cubicBezTo>
                <a:cubicBezTo>
                  <a:pt x="208" y="190"/>
                  <a:pt x="210" y="183"/>
                  <a:pt x="214" y="176"/>
                </a:cubicBezTo>
                <a:close/>
                <a:moveTo>
                  <a:pt x="316" y="195"/>
                </a:moveTo>
                <a:cubicBezTo>
                  <a:pt x="323" y="193"/>
                  <a:pt x="329" y="189"/>
                  <a:pt x="333" y="184"/>
                </a:cubicBezTo>
                <a:cubicBezTo>
                  <a:pt x="334" y="183"/>
                  <a:pt x="337" y="178"/>
                  <a:pt x="336" y="175"/>
                </a:cubicBezTo>
                <a:cubicBezTo>
                  <a:pt x="335" y="171"/>
                  <a:pt x="330" y="170"/>
                  <a:pt x="328" y="169"/>
                </a:cubicBezTo>
                <a:cubicBezTo>
                  <a:pt x="322" y="168"/>
                  <a:pt x="315" y="168"/>
                  <a:pt x="308" y="170"/>
                </a:cubicBezTo>
                <a:cubicBezTo>
                  <a:pt x="304" y="172"/>
                  <a:pt x="300" y="174"/>
                  <a:pt x="297" y="176"/>
                </a:cubicBezTo>
                <a:cubicBezTo>
                  <a:pt x="301" y="182"/>
                  <a:pt x="303" y="190"/>
                  <a:pt x="304" y="197"/>
                </a:cubicBezTo>
                <a:cubicBezTo>
                  <a:pt x="308" y="197"/>
                  <a:pt x="312" y="197"/>
                  <a:pt x="316" y="195"/>
                </a:cubicBezTo>
                <a:close/>
                <a:moveTo>
                  <a:pt x="248" y="153"/>
                </a:moveTo>
                <a:cubicBezTo>
                  <a:pt x="254" y="152"/>
                  <a:pt x="261" y="153"/>
                  <a:pt x="267" y="154"/>
                </a:cubicBezTo>
                <a:cubicBezTo>
                  <a:pt x="268" y="150"/>
                  <a:pt x="269" y="146"/>
                  <a:pt x="269" y="142"/>
                </a:cubicBezTo>
                <a:cubicBezTo>
                  <a:pt x="269" y="128"/>
                  <a:pt x="262" y="117"/>
                  <a:pt x="256" y="117"/>
                </a:cubicBezTo>
                <a:cubicBezTo>
                  <a:pt x="250" y="117"/>
                  <a:pt x="243" y="128"/>
                  <a:pt x="243" y="142"/>
                </a:cubicBezTo>
                <a:cubicBezTo>
                  <a:pt x="243" y="146"/>
                  <a:pt x="243" y="150"/>
                  <a:pt x="245" y="154"/>
                </a:cubicBezTo>
                <a:cubicBezTo>
                  <a:pt x="246" y="154"/>
                  <a:pt x="247" y="154"/>
                  <a:pt x="248" y="15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62" y="320"/>
                </a:moveTo>
                <a:cubicBezTo>
                  <a:pt x="362" y="314"/>
                  <a:pt x="358" y="309"/>
                  <a:pt x="353" y="309"/>
                </a:cubicBezTo>
                <a:cubicBezTo>
                  <a:pt x="351" y="309"/>
                  <a:pt x="304" y="305"/>
                  <a:pt x="273" y="334"/>
                </a:cubicBezTo>
                <a:cubicBezTo>
                  <a:pt x="270" y="336"/>
                  <a:pt x="268" y="338"/>
                  <a:pt x="266" y="340"/>
                </a:cubicBezTo>
                <a:cubicBezTo>
                  <a:pt x="266" y="274"/>
                  <a:pt x="266" y="274"/>
                  <a:pt x="266" y="274"/>
                </a:cubicBezTo>
                <a:cubicBezTo>
                  <a:pt x="276" y="286"/>
                  <a:pt x="289" y="292"/>
                  <a:pt x="301" y="292"/>
                </a:cubicBezTo>
                <a:cubicBezTo>
                  <a:pt x="307" y="292"/>
                  <a:pt x="313" y="290"/>
                  <a:pt x="318" y="287"/>
                </a:cubicBezTo>
                <a:cubicBezTo>
                  <a:pt x="334" y="275"/>
                  <a:pt x="334" y="250"/>
                  <a:pt x="319" y="229"/>
                </a:cubicBezTo>
                <a:cubicBezTo>
                  <a:pt x="316" y="225"/>
                  <a:pt x="312" y="221"/>
                  <a:pt x="308" y="218"/>
                </a:cubicBezTo>
                <a:cubicBezTo>
                  <a:pt x="313" y="218"/>
                  <a:pt x="318" y="217"/>
                  <a:pt x="323" y="215"/>
                </a:cubicBezTo>
                <a:cubicBezTo>
                  <a:pt x="334" y="212"/>
                  <a:pt x="343" y="205"/>
                  <a:pt x="350" y="197"/>
                </a:cubicBezTo>
                <a:cubicBezTo>
                  <a:pt x="357" y="188"/>
                  <a:pt x="359" y="178"/>
                  <a:pt x="356" y="168"/>
                </a:cubicBezTo>
                <a:cubicBezTo>
                  <a:pt x="353" y="159"/>
                  <a:pt x="345" y="152"/>
                  <a:pt x="334" y="149"/>
                </a:cubicBezTo>
                <a:cubicBezTo>
                  <a:pt x="324" y="146"/>
                  <a:pt x="312" y="146"/>
                  <a:pt x="301" y="150"/>
                </a:cubicBezTo>
                <a:cubicBezTo>
                  <a:pt x="297" y="152"/>
                  <a:pt x="292" y="154"/>
                  <a:pt x="289" y="156"/>
                </a:cubicBezTo>
                <a:cubicBezTo>
                  <a:pt x="290" y="151"/>
                  <a:pt x="290" y="147"/>
                  <a:pt x="290" y="142"/>
                </a:cubicBezTo>
                <a:cubicBezTo>
                  <a:pt x="290" y="116"/>
                  <a:pt x="275" y="96"/>
                  <a:pt x="256" y="96"/>
                </a:cubicBezTo>
                <a:cubicBezTo>
                  <a:pt x="236" y="96"/>
                  <a:pt x="221" y="116"/>
                  <a:pt x="221" y="142"/>
                </a:cubicBezTo>
                <a:cubicBezTo>
                  <a:pt x="221" y="147"/>
                  <a:pt x="222" y="152"/>
                  <a:pt x="223" y="156"/>
                </a:cubicBezTo>
                <a:cubicBezTo>
                  <a:pt x="219" y="154"/>
                  <a:pt x="214" y="152"/>
                  <a:pt x="210" y="150"/>
                </a:cubicBezTo>
                <a:cubicBezTo>
                  <a:pt x="199" y="147"/>
                  <a:pt x="187" y="146"/>
                  <a:pt x="177" y="149"/>
                </a:cubicBezTo>
                <a:cubicBezTo>
                  <a:pt x="166" y="152"/>
                  <a:pt x="158" y="159"/>
                  <a:pt x="155" y="169"/>
                </a:cubicBezTo>
                <a:cubicBezTo>
                  <a:pt x="152" y="178"/>
                  <a:pt x="154" y="189"/>
                  <a:pt x="162" y="198"/>
                </a:cubicBezTo>
                <a:cubicBezTo>
                  <a:pt x="168" y="206"/>
                  <a:pt x="177" y="212"/>
                  <a:pt x="189" y="216"/>
                </a:cubicBezTo>
                <a:cubicBezTo>
                  <a:pt x="193" y="217"/>
                  <a:pt x="198" y="218"/>
                  <a:pt x="203" y="219"/>
                </a:cubicBezTo>
                <a:cubicBezTo>
                  <a:pt x="199" y="222"/>
                  <a:pt x="196" y="225"/>
                  <a:pt x="193" y="229"/>
                </a:cubicBezTo>
                <a:cubicBezTo>
                  <a:pt x="186" y="239"/>
                  <a:pt x="182" y="250"/>
                  <a:pt x="182" y="260"/>
                </a:cubicBezTo>
                <a:cubicBezTo>
                  <a:pt x="181" y="271"/>
                  <a:pt x="186" y="281"/>
                  <a:pt x="194" y="287"/>
                </a:cubicBezTo>
                <a:cubicBezTo>
                  <a:pt x="198" y="291"/>
                  <a:pt x="204" y="292"/>
                  <a:pt x="210" y="292"/>
                </a:cubicBezTo>
                <a:cubicBezTo>
                  <a:pt x="215" y="292"/>
                  <a:pt x="219" y="292"/>
                  <a:pt x="223" y="290"/>
                </a:cubicBezTo>
                <a:cubicBezTo>
                  <a:pt x="231" y="287"/>
                  <a:pt x="239" y="281"/>
                  <a:pt x="245" y="274"/>
                </a:cubicBezTo>
                <a:cubicBezTo>
                  <a:pt x="245" y="340"/>
                  <a:pt x="245" y="340"/>
                  <a:pt x="245" y="340"/>
                </a:cubicBezTo>
                <a:cubicBezTo>
                  <a:pt x="243" y="337"/>
                  <a:pt x="241" y="335"/>
                  <a:pt x="238" y="333"/>
                </a:cubicBezTo>
                <a:cubicBezTo>
                  <a:pt x="207" y="304"/>
                  <a:pt x="160" y="309"/>
                  <a:pt x="159" y="309"/>
                </a:cubicBezTo>
                <a:cubicBezTo>
                  <a:pt x="153" y="310"/>
                  <a:pt x="149" y="314"/>
                  <a:pt x="149" y="320"/>
                </a:cubicBezTo>
                <a:cubicBezTo>
                  <a:pt x="149" y="350"/>
                  <a:pt x="158" y="374"/>
                  <a:pt x="177" y="390"/>
                </a:cubicBezTo>
                <a:cubicBezTo>
                  <a:pt x="201" y="413"/>
                  <a:pt x="235" y="416"/>
                  <a:pt x="250" y="416"/>
                </a:cubicBezTo>
                <a:cubicBezTo>
                  <a:pt x="253" y="416"/>
                  <a:pt x="260" y="416"/>
                  <a:pt x="263" y="416"/>
                </a:cubicBezTo>
                <a:cubicBezTo>
                  <a:pt x="279" y="416"/>
                  <a:pt x="311" y="413"/>
                  <a:pt x="334" y="392"/>
                </a:cubicBezTo>
                <a:cubicBezTo>
                  <a:pt x="353" y="375"/>
                  <a:pt x="362" y="351"/>
                  <a:pt x="362" y="320"/>
                </a:cubicBezTo>
                <a:close/>
                <a:moveTo>
                  <a:pt x="267" y="394"/>
                </a:moveTo>
                <a:cubicBezTo>
                  <a:pt x="280" y="394"/>
                  <a:pt x="303" y="391"/>
                  <a:pt x="320" y="376"/>
                </a:cubicBezTo>
                <a:cubicBezTo>
                  <a:pt x="332" y="365"/>
                  <a:pt x="339" y="350"/>
                  <a:pt x="341" y="330"/>
                </a:cubicBezTo>
                <a:cubicBezTo>
                  <a:pt x="327" y="331"/>
                  <a:pt x="304" y="334"/>
                  <a:pt x="287" y="350"/>
                </a:cubicBezTo>
                <a:cubicBezTo>
                  <a:pt x="275" y="360"/>
                  <a:pt x="269" y="375"/>
                  <a:pt x="267" y="394"/>
                </a:cubicBezTo>
                <a:close/>
                <a:moveTo>
                  <a:pt x="219" y="233"/>
                </a:moveTo>
                <a:cubicBezTo>
                  <a:pt x="216" y="236"/>
                  <a:pt x="213" y="238"/>
                  <a:pt x="210" y="242"/>
                </a:cubicBezTo>
                <a:cubicBezTo>
                  <a:pt x="206" y="248"/>
                  <a:pt x="203" y="255"/>
                  <a:pt x="203" y="261"/>
                </a:cubicBezTo>
                <a:cubicBezTo>
                  <a:pt x="203" y="263"/>
                  <a:pt x="203" y="268"/>
                  <a:pt x="206" y="270"/>
                </a:cubicBezTo>
                <a:cubicBezTo>
                  <a:pt x="209" y="272"/>
                  <a:pt x="214" y="271"/>
                  <a:pt x="216" y="270"/>
                </a:cubicBezTo>
                <a:cubicBezTo>
                  <a:pt x="222" y="268"/>
                  <a:pt x="227" y="263"/>
                  <a:pt x="231" y="257"/>
                </a:cubicBezTo>
                <a:cubicBezTo>
                  <a:pt x="234" y="254"/>
                  <a:pt x="236" y="250"/>
                  <a:pt x="237" y="246"/>
                </a:cubicBezTo>
                <a:cubicBezTo>
                  <a:pt x="233" y="245"/>
                  <a:pt x="230" y="243"/>
                  <a:pt x="227" y="241"/>
                </a:cubicBezTo>
                <a:cubicBezTo>
                  <a:pt x="224" y="239"/>
                  <a:pt x="221" y="236"/>
                  <a:pt x="219" y="233"/>
                </a:cubicBezTo>
                <a:close/>
                <a:moveTo>
                  <a:pt x="278" y="217"/>
                </a:moveTo>
                <a:cubicBezTo>
                  <a:pt x="287" y="205"/>
                  <a:pt x="284" y="188"/>
                  <a:pt x="272" y="179"/>
                </a:cubicBezTo>
                <a:cubicBezTo>
                  <a:pt x="267" y="176"/>
                  <a:pt x="261" y="174"/>
                  <a:pt x="256" y="174"/>
                </a:cubicBezTo>
                <a:cubicBezTo>
                  <a:pt x="254" y="174"/>
                  <a:pt x="253" y="174"/>
                  <a:pt x="251" y="174"/>
                </a:cubicBezTo>
                <a:cubicBezTo>
                  <a:pt x="244" y="176"/>
                  <a:pt x="238" y="179"/>
                  <a:pt x="233" y="185"/>
                </a:cubicBezTo>
                <a:cubicBezTo>
                  <a:pt x="229" y="191"/>
                  <a:pt x="227" y="199"/>
                  <a:pt x="229" y="206"/>
                </a:cubicBezTo>
                <a:cubicBezTo>
                  <a:pt x="230" y="213"/>
                  <a:pt x="234" y="219"/>
                  <a:pt x="240" y="224"/>
                </a:cubicBezTo>
                <a:cubicBezTo>
                  <a:pt x="246" y="228"/>
                  <a:pt x="253" y="230"/>
                  <a:pt x="260" y="228"/>
                </a:cubicBezTo>
                <a:cubicBezTo>
                  <a:pt x="267" y="227"/>
                  <a:pt x="274" y="223"/>
                  <a:pt x="278" y="217"/>
                </a:cubicBezTo>
                <a:close/>
              </a:path>
            </a:pathLst>
          </a:custGeom>
          <a:solidFill>
            <a:schemeClr val="accent4"/>
          </a:solidFill>
          <a:ln>
            <a:noFill/>
          </a:ln>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44" name="Freeform 189">
            <a:extLst>
              <a:ext uri="{FF2B5EF4-FFF2-40B4-BE49-F238E27FC236}">
                <a16:creationId xmlns:a16="http://schemas.microsoft.com/office/drawing/2014/main" id="{F7EBC2DC-90A4-41C5-BE19-330ED768EFAE}"/>
              </a:ext>
            </a:extLst>
          </p:cNvPr>
          <p:cNvSpPr>
            <a:spLocks noChangeAspect="1" noEditPoints="1"/>
          </p:cNvSpPr>
          <p:nvPr/>
        </p:nvSpPr>
        <p:spPr bwMode="auto">
          <a:xfrm>
            <a:off x="6928498" y="4579213"/>
            <a:ext cx="508114" cy="508112"/>
          </a:xfrm>
          <a:custGeom>
            <a:avLst/>
            <a:gdLst>
              <a:gd name="T0" fmla="*/ 0 w 512"/>
              <a:gd name="T1" fmla="*/ 256 h 512"/>
              <a:gd name="T2" fmla="*/ 512 w 512"/>
              <a:gd name="T3" fmla="*/ 256 h 512"/>
              <a:gd name="T4" fmla="*/ 416 w 512"/>
              <a:gd name="T5" fmla="*/ 330 h 512"/>
              <a:gd name="T6" fmla="*/ 394 w 512"/>
              <a:gd name="T7" fmla="*/ 341 h 512"/>
              <a:gd name="T8" fmla="*/ 384 w 512"/>
              <a:gd name="T9" fmla="*/ 320 h 512"/>
              <a:gd name="T10" fmla="*/ 371 w 512"/>
              <a:gd name="T11" fmla="*/ 334 h 512"/>
              <a:gd name="T12" fmla="*/ 338 w 512"/>
              <a:gd name="T13" fmla="*/ 359 h 512"/>
              <a:gd name="T14" fmla="*/ 318 w 512"/>
              <a:gd name="T15" fmla="*/ 376 h 512"/>
              <a:gd name="T16" fmla="*/ 277 w 512"/>
              <a:gd name="T17" fmla="*/ 370 h 512"/>
              <a:gd name="T18" fmla="*/ 250 w 512"/>
              <a:gd name="T19" fmla="*/ 384 h 512"/>
              <a:gd name="T20" fmla="*/ 217 w 512"/>
              <a:gd name="T21" fmla="*/ 381 h 512"/>
              <a:gd name="T22" fmla="*/ 172 w 512"/>
              <a:gd name="T23" fmla="*/ 368 h 512"/>
              <a:gd name="T24" fmla="*/ 128 w 512"/>
              <a:gd name="T25" fmla="*/ 320 h 512"/>
              <a:gd name="T26" fmla="*/ 117 w 512"/>
              <a:gd name="T27" fmla="*/ 341 h 512"/>
              <a:gd name="T28" fmla="*/ 96 w 512"/>
              <a:gd name="T29" fmla="*/ 330 h 512"/>
              <a:gd name="T30" fmla="*/ 106 w 512"/>
              <a:gd name="T31" fmla="*/ 170 h 512"/>
              <a:gd name="T32" fmla="*/ 106 w 512"/>
              <a:gd name="T33" fmla="*/ 149 h 512"/>
              <a:gd name="T34" fmla="*/ 128 w 512"/>
              <a:gd name="T35" fmla="*/ 160 h 512"/>
              <a:gd name="T36" fmla="*/ 224 w 512"/>
              <a:gd name="T37" fmla="*/ 181 h 512"/>
              <a:gd name="T38" fmla="*/ 261 w 512"/>
              <a:gd name="T39" fmla="*/ 161 h 512"/>
              <a:gd name="T40" fmla="*/ 343 w 512"/>
              <a:gd name="T41" fmla="*/ 181 h 512"/>
              <a:gd name="T42" fmla="*/ 384 w 512"/>
              <a:gd name="T43" fmla="*/ 160 h 512"/>
              <a:gd name="T44" fmla="*/ 405 w 512"/>
              <a:gd name="T45" fmla="*/ 149 h 512"/>
              <a:gd name="T46" fmla="*/ 405 w 512"/>
              <a:gd name="T47" fmla="*/ 170 h 512"/>
              <a:gd name="T48" fmla="*/ 416 w 512"/>
              <a:gd name="T49" fmla="*/ 330 h 512"/>
              <a:gd name="T50" fmla="*/ 350 w 512"/>
              <a:gd name="T51" fmla="*/ 328 h 512"/>
              <a:gd name="T52" fmla="*/ 335 w 512"/>
              <a:gd name="T53" fmla="*/ 337 h 512"/>
              <a:gd name="T54" fmla="*/ 328 w 512"/>
              <a:gd name="T55" fmla="*/ 332 h 512"/>
              <a:gd name="T56" fmla="*/ 294 w 512"/>
              <a:gd name="T57" fmla="*/ 274 h 512"/>
              <a:gd name="T58" fmla="*/ 275 w 512"/>
              <a:gd name="T59" fmla="*/ 284 h 512"/>
              <a:gd name="T60" fmla="*/ 310 w 512"/>
              <a:gd name="T61" fmla="*/ 343 h 512"/>
              <a:gd name="T62" fmla="*/ 290 w 512"/>
              <a:gd name="T63" fmla="*/ 353 h 512"/>
              <a:gd name="T64" fmla="*/ 243 w 512"/>
              <a:gd name="T65" fmla="*/ 296 h 512"/>
              <a:gd name="T66" fmla="*/ 260 w 512"/>
              <a:gd name="T67" fmla="*/ 345 h 512"/>
              <a:gd name="T68" fmla="*/ 256 w 512"/>
              <a:gd name="T69" fmla="*/ 361 h 512"/>
              <a:gd name="T70" fmla="*/ 239 w 512"/>
              <a:gd name="T71" fmla="*/ 357 h 512"/>
              <a:gd name="T72" fmla="*/ 228 w 512"/>
              <a:gd name="T73" fmla="*/ 337 h 512"/>
              <a:gd name="T74" fmla="*/ 220 w 512"/>
              <a:gd name="T75" fmla="*/ 325 h 512"/>
              <a:gd name="T76" fmla="*/ 202 w 512"/>
              <a:gd name="T77" fmla="*/ 337 h 512"/>
              <a:gd name="T78" fmla="*/ 207 w 512"/>
              <a:gd name="T79" fmla="*/ 363 h 512"/>
              <a:gd name="T80" fmla="*/ 158 w 512"/>
              <a:gd name="T81" fmla="*/ 304 h 512"/>
              <a:gd name="T82" fmla="*/ 128 w 512"/>
              <a:gd name="T83" fmla="*/ 298 h 512"/>
              <a:gd name="T84" fmla="*/ 184 w 512"/>
              <a:gd name="T85" fmla="*/ 202 h 512"/>
              <a:gd name="T86" fmla="*/ 160 w 512"/>
              <a:gd name="T87" fmla="*/ 234 h 512"/>
              <a:gd name="T88" fmla="*/ 193 w 512"/>
              <a:gd name="T89" fmla="*/ 266 h 512"/>
              <a:gd name="T90" fmla="*/ 349 w 512"/>
              <a:gd name="T91" fmla="*/ 319 h 512"/>
              <a:gd name="T92" fmla="*/ 384 w 512"/>
              <a:gd name="T93" fmla="*/ 202 h 512"/>
              <a:gd name="T94" fmla="*/ 362 w 512"/>
              <a:gd name="T95" fmla="*/ 298 h 512"/>
              <a:gd name="T96" fmla="*/ 322 w 512"/>
              <a:gd name="T97" fmla="*/ 230 h 512"/>
              <a:gd name="T98" fmla="*/ 190 w 512"/>
              <a:gd name="T99" fmla="*/ 245 h 512"/>
              <a:gd name="T100" fmla="*/ 181 w 512"/>
              <a:gd name="T101" fmla="*/ 234 h 512"/>
              <a:gd name="T102" fmla="*/ 268 w 512"/>
              <a:gd name="T103" fmla="*/ 182 h 512"/>
              <a:gd name="T104" fmla="*/ 341 w 512"/>
              <a:gd name="T10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30"/>
                </a:moveTo>
                <a:cubicBezTo>
                  <a:pt x="416" y="336"/>
                  <a:pt x="411" y="341"/>
                  <a:pt x="405" y="341"/>
                </a:cubicBezTo>
                <a:cubicBezTo>
                  <a:pt x="394" y="341"/>
                  <a:pt x="394" y="341"/>
                  <a:pt x="394" y="341"/>
                </a:cubicBezTo>
                <a:cubicBezTo>
                  <a:pt x="388" y="341"/>
                  <a:pt x="384" y="336"/>
                  <a:pt x="384" y="330"/>
                </a:cubicBezTo>
                <a:cubicBezTo>
                  <a:pt x="384" y="320"/>
                  <a:pt x="384" y="320"/>
                  <a:pt x="384" y="320"/>
                </a:cubicBezTo>
                <a:cubicBezTo>
                  <a:pt x="371" y="320"/>
                  <a:pt x="371" y="320"/>
                  <a:pt x="371" y="320"/>
                </a:cubicBezTo>
                <a:cubicBezTo>
                  <a:pt x="372" y="324"/>
                  <a:pt x="372" y="329"/>
                  <a:pt x="371" y="334"/>
                </a:cubicBezTo>
                <a:cubicBezTo>
                  <a:pt x="368" y="342"/>
                  <a:pt x="363" y="350"/>
                  <a:pt x="355" y="354"/>
                </a:cubicBezTo>
                <a:cubicBezTo>
                  <a:pt x="350" y="357"/>
                  <a:pt x="344" y="359"/>
                  <a:pt x="338" y="359"/>
                </a:cubicBezTo>
                <a:cubicBezTo>
                  <a:pt x="336" y="359"/>
                  <a:pt x="334" y="358"/>
                  <a:pt x="332" y="358"/>
                </a:cubicBezTo>
                <a:cubicBezTo>
                  <a:pt x="330" y="365"/>
                  <a:pt x="325" y="372"/>
                  <a:pt x="318" y="376"/>
                </a:cubicBezTo>
                <a:cubicBezTo>
                  <a:pt x="313" y="380"/>
                  <a:pt x="307" y="381"/>
                  <a:pt x="301" y="381"/>
                </a:cubicBezTo>
                <a:cubicBezTo>
                  <a:pt x="292" y="381"/>
                  <a:pt x="283" y="377"/>
                  <a:pt x="277" y="370"/>
                </a:cubicBezTo>
                <a:cubicBezTo>
                  <a:pt x="274" y="374"/>
                  <a:pt x="271" y="377"/>
                  <a:pt x="267" y="379"/>
                </a:cubicBezTo>
                <a:cubicBezTo>
                  <a:pt x="261" y="382"/>
                  <a:pt x="256" y="384"/>
                  <a:pt x="250" y="384"/>
                </a:cubicBezTo>
                <a:cubicBezTo>
                  <a:pt x="241" y="384"/>
                  <a:pt x="232" y="380"/>
                  <a:pt x="226" y="374"/>
                </a:cubicBezTo>
                <a:cubicBezTo>
                  <a:pt x="224" y="376"/>
                  <a:pt x="221" y="379"/>
                  <a:pt x="217" y="381"/>
                </a:cubicBezTo>
                <a:cubicBezTo>
                  <a:pt x="212" y="384"/>
                  <a:pt x="207" y="385"/>
                  <a:pt x="202" y="385"/>
                </a:cubicBezTo>
                <a:cubicBezTo>
                  <a:pt x="190" y="385"/>
                  <a:pt x="178" y="379"/>
                  <a:pt x="172" y="368"/>
                </a:cubicBezTo>
                <a:cubicBezTo>
                  <a:pt x="143" y="320"/>
                  <a:pt x="143" y="320"/>
                  <a:pt x="143" y="320"/>
                </a:cubicBezTo>
                <a:cubicBezTo>
                  <a:pt x="128" y="320"/>
                  <a:pt x="128" y="320"/>
                  <a:pt x="128" y="320"/>
                </a:cubicBezTo>
                <a:cubicBezTo>
                  <a:pt x="128" y="330"/>
                  <a:pt x="128" y="330"/>
                  <a:pt x="128" y="330"/>
                </a:cubicBezTo>
                <a:cubicBezTo>
                  <a:pt x="128" y="336"/>
                  <a:pt x="123" y="341"/>
                  <a:pt x="117" y="341"/>
                </a:cubicBezTo>
                <a:cubicBezTo>
                  <a:pt x="106" y="341"/>
                  <a:pt x="106" y="341"/>
                  <a:pt x="106" y="341"/>
                </a:cubicBezTo>
                <a:cubicBezTo>
                  <a:pt x="100" y="341"/>
                  <a:pt x="96" y="336"/>
                  <a:pt x="96" y="330"/>
                </a:cubicBezTo>
                <a:cubicBezTo>
                  <a:pt x="96" y="324"/>
                  <a:pt x="100" y="320"/>
                  <a:pt x="106" y="320"/>
                </a:cubicBezTo>
                <a:cubicBezTo>
                  <a:pt x="106" y="170"/>
                  <a:pt x="106" y="170"/>
                  <a:pt x="106" y="170"/>
                </a:cubicBezTo>
                <a:cubicBezTo>
                  <a:pt x="100" y="170"/>
                  <a:pt x="96" y="166"/>
                  <a:pt x="96" y="160"/>
                </a:cubicBezTo>
                <a:cubicBezTo>
                  <a:pt x="96" y="154"/>
                  <a:pt x="100" y="149"/>
                  <a:pt x="106" y="149"/>
                </a:cubicBezTo>
                <a:cubicBezTo>
                  <a:pt x="117" y="149"/>
                  <a:pt x="117" y="149"/>
                  <a:pt x="117" y="149"/>
                </a:cubicBezTo>
                <a:cubicBezTo>
                  <a:pt x="123" y="149"/>
                  <a:pt x="128" y="154"/>
                  <a:pt x="128" y="160"/>
                </a:cubicBezTo>
                <a:cubicBezTo>
                  <a:pt x="128" y="181"/>
                  <a:pt x="128" y="181"/>
                  <a:pt x="128" y="181"/>
                </a:cubicBezTo>
                <a:cubicBezTo>
                  <a:pt x="224" y="181"/>
                  <a:pt x="224" y="181"/>
                  <a:pt x="224" y="181"/>
                </a:cubicBezTo>
                <a:cubicBezTo>
                  <a:pt x="224" y="181"/>
                  <a:pt x="224" y="181"/>
                  <a:pt x="224" y="181"/>
                </a:cubicBezTo>
                <a:cubicBezTo>
                  <a:pt x="261" y="161"/>
                  <a:pt x="261" y="161"/>
                  <a:pt x="261" y="161"/>
                </a:cubicBezTo>
                <a:cubicBezTo>
                  <a:pt x="264" y="160"/>
                  <a:pt x="267" y="159"/>
                  <a:pt x="269" y="160"/>
                </a:cubicBezTo>
                <a:cubicBezTo>
                  <a:pt x="343" y="181"/>
                  <a:pt x="343" y="181"/>
                  <a:pt x="343" y="181"/>
                </a:cubicBezTo>
                <a:cubicBezTo>
                  <a:pt x="384" y="181"/>
                  <a:pt x="384" y="181"/>
                  <a:pt x="384" y="181"/>
                </a:cubicBezTo>
                <a:cubicBezTo>
                  <a:pt x="384" y="160"/>
                  <a:pt x="384" y="160"/>
                  <a:pt x="384" y="160"/>
                </a:cubicBezTo>
                <a:cubicBezTo>
                  <a:pt x="384" y="154"/>
                  <a:pt x="388" y="149"/>
                  <a:pt x="394" y="149"/>
                </a:cubicBezTo>
                <a:cubicBezTo>
                  <a:pt x="405" y="149"/>
                  <a:pt x="405" y="149"/>
                  <a:pt x="405" y="149"/>
                </a:cubicBezTo>
                <a:cubicBezTo>
                  <a:pt x="411" y="149"/>
                  <a:pt x="416" y="154"/>
                  <a:pt x="416" y="160"/>
                </a:cubicBezTo>
                <a:cubicBezTo>
                  <a:pt x="416" y="166"/>
                  <a:pt x="411" y="170"/>
                  <a:pt x="405" y="170"/>
                </a:cubicBezTo>
                <a:cubicBezTo>
                  <a:pt x="405" y="320"/>
                  <a:pt x="405" y="320"/>
                  <a:pt x="405" y="320"/>
                </a:cubicBezTo>
                <a:cubicBezTo>
                  <a:pt x="411" y="320"/>
                  <a:pt x="416" y="324"/>
                  <a:pt x="416" y="330"/>
                </a:cubicBezTo>
                <a:close/>
                <a:moveTo>
                  <a:pt x="349" y="319"/>
                </a:moveTo>
                <a:cubicBezTo>
                  <a:pt x="350" y="322"/>
                  <a:pt x="351" y="325"/>
                  <a:pt x="350" y="328"/>
                </a:cubicBezTo>
                <a:cubicBezTo>
                  <a:pt x="349" y="332"/>
                  <a:pt x="347" y="334"/>
                  <a:pt x="344" y="336"/>
                </a:cubicBezTo>
                <a:cubicBezTo>
                  <a:pt x="342" y="337"/>
                  <a:pt x="338" y="338"/>
                  <a:pt x="335" y="337"/>
                </a:cubicBezTo>
                <a:cubicBezTo>
                  <a:pt x="332" y="336"/>
                  <a:pt x="330" y="334"/>
                  <a:pt x="328" y="332"/>
                </a:cubicBezTo>
                <a:cubicBezTo>
                  <a:pt x="328" y="332"/>
                  <a:pt x="328" y="332"/>
                  <a:pt x="328" y="332"/>
                </a:cubicBezTo>
                <a:cubicBezTo>
                  <a:pt x="328" y="332"/>
                  <a:pt x="328" y="332"/>
                  <a:pt x="328" y="331"/>
                </a:cubicBezTo>
                <a:cubicBezTo>
                  <a:pt x="294" y="274"/>
                  <a:pt x="294" y="274"/>
                  <a:pt x="294" y="274"/>
                </a:cubicBezTo>
                <a:cubicBezTo>
                  <a:pt x="291" y="268"/>
                  <a:pt x="284" y="267"/>
                  <a:pt x="279" y="270"/>
                </a:cubicBezTo>
                <a:cubicBezTo>
                  <a:pt x="274" y="273"/>
                  <a:pt x="272" y="279"/>
                  <a:pt x="275" y="284"/>
                </a:cubicBezTo>
                <a:cubicBezTo>
                  <a:pt x="310" y="343"/>
                  <a:pt x="310" y="343"/>
                  <a:pt x="310" y="343"/>
                </a:cubicBezTo>
                <a:cubicBezTo>
                  <a:pt x="310" y="343"/>
                  <a:pt x="310" y="343"/>
                  <a:pt x="310" y="343"/>
                </a:cubicBezTo>
                <a:cubicBezTo>
                  <a:pt x="313" y="348"/>
                  <a:pt x="313" y="355"/>
                  <a:pt x="307" y="358"/>
                </a:cubicBezTo>
                <a:cubicBezTo>
                  <a:pt x="301" y="361"/>
                  <a:pt x="294" y="359"/>
                  <a:pt x="290" y="353"/>
                </a:cubicBezTo>
                <a:cubicBezTo>
                  <a:pt x="258" y="300"/>
                  <a:pt x="258" y="300"/>
                  <a:pt x="258" y="300"/>
                </a:cubicBezTo>
                <a:cubicBezTo>
                  <a:pt x="255" y="295"/>
                  <a:pt x="249" y="293"/>
                  <a:pt x="243" y="296"/>
                </a:cubicBezTo>
                <a:cubicBezTo>
                  <a:pt x="238" y="299"/>
                  <a:pt x="237" y="306"/>
                  <a:pt x="240" y="311"/>
                </a:cubicBezTo>
                <a:cubicBezTo>
                  <a:pt x="260" y="345"/>
                  <a:pt x="260" y="345"/>
                  <a:pt x="260" y="345"/>
                </a:cubicBezTo>
                <a:cubicBezTo>
                  <a:pt x="262" y="347"/>
                  <a:pt x="262" y="350"/>
                  <a:pt x="261" y="353"/>
                </a:cubicBezTo>
                <a:cubicBezTo>
                  <a:pt x="261" y="356"/>
                  <a:pt x="259" y="359"/>
                  <a:pt x="256" y="361"/>
                </a:cubicBezTo>
                <a:cubicBezTo>
                  <a:pt x="250" y="364"/>
                  <a:pt x="243" y="362"/>
                  <a:pt x="239" y="357"/>
                </a:cubicBezTo>
                <a:cubicBezTo>
                  <a:pt x="239" y="357"/>
                  <a:pt x="239" y="357"/>
                  <a:pt x="239" y="357"/>
                </a:cubicBezTo>
                <a:cubicBezTo>
                  <a:pt x="228" y="337"/>
                  <a:pt x="228" y="337"/>
                  <a:pt x="228" y="337"/>
                </a:cubicBezTo>
                <a:cubicBezTo>
                  <a:pt x="228" y="337"/>
                  <a:pt x="228" y="337"/>
                  <a:pt x="228" y="337"/>
                </a:cubicBezTo>
                <a:cubicBezTo>
                  <a:pt x="228" y="337"/>
                  <a:pt x="228" y="337"/>
                  <a:pt x="228" y="337"/>
                </a:cubicBezTo>
                <a:cubicBezTo>
                  <a:pt x="220" y="325"/>
                  <a:pt x="220" y="325"/>
                  <a:pt x="220" y="325"/>
                </a:cubicBezTo>
                <a:cubicBezTo>
                  <a:pt x="217" y="320"/>
                  <a:pt x="210" y="319"/>
                  <a:pt x="206" y="322"/>
                </a:cubicBezTo>
                <a:cubicBezTo>
                  <a:pt x="201" y="325"/>
                  <a:pt x="199" y="332"/>
                  <a:pt x="202" y="337"/>
                </a:cubicBezTo>
                <a:cubicBezTo>
                  <a:pt x="210" y="348"/>
                  <a:pt x="210" y="348"/>
                  <a:pt x="210" y="348"/>
                </a:cubicBezTo>
                <a:cubicBezTo>
                  <a:pt x="211" y="350"/>
                  <a:pt x="214" y="358"/>
                  <a:pt x="207" y="363"/>
                </a:cubicBezTo>
                <a:cubicBezTo>
                  <a:pt x="201" y="366"/>
                  <a:pt x="193" y="362"/>
                  <a:pt x="190" y="357"/>
                </a:cubicBezTo>
                <a:cubicBezTo>
                  <a:pt x="158" y="304"/>
                  <a:pt x="158" y="304"/>
                  <a:pt x="158" y="304"/>
                </a:cubicBezTo>
                <a:cubicBezTo>
                  <a:pt x="156" y="300"/>
                  <a:pt x="153" y="298"/>
                  <a:pt x="149" y="298"/>
                </a:cubicBezTo>
                <a:cubicBezTo>
                  <a:pt x="128" y="298"/>
                  <a:pt x="128" y="298"/>
                  <a:pt x="128" y="298"/>
                </a:cubicBezTo>
                <a:cubicBezTo>
                  <a:pt x="128" y="202"/>
                  <a:pt x="128" y="202"/>
                  <a:pt x="128" y="202"/>
                </a:cubicBezTo>
                <a:cubicBezTo>
                  <a:pt x="184" y="202"/>
                  <a:pt x="184" y="202"/>
                  <a:pt x="184" y="202"/>
                </a:cubicBezTo>
                <a:cubicBezTo>
                  <a:pt x="176" y="207"/>
                  <a:pt x="176" y="207"/>
                  <a:pt x="176" y="207"/>
                </a:cubicBezTo>
                <a:cubicBezTo>
                  <a:pt x="166" y="213"/>
                  <a:pt x="160" y="223"/>
                  <a:pt x="160" y="234"/>
                </a:cubicBezTo>
                <a:cubicBezTo>
                  <a:pt x="160" y="244"/>
                  <a:pt x="164" y="254"/>
                  <a:pt x="170" y="260"/>
                </a:cubicBezTo>
                <a:cubicBezTo>
                  <a:pt x="177" y="265"/>
                  <a:pt x="185" y="267"/>
                  <a:pt x="193" y="266"/>
                </a:cubicBezTo>
                <a:cubicBezTo>
                  <a:pt x="307" y="247"/>
                  <a:pt x="307" y="247"/>
                  <a:pt x="307" y="247"/>
                </a:cubicBezTo>
                <a:lnTo>
                  <a:pt x="349" y="319"/>
                </a:lnTo>
                <a:close/>
                <a:moveTo>
                  <a:pt x="341" y="202"/>
                </a:moveTo>
                <a:cubicBezTo>
                  <a:pt x="384" y="202"/>
                  <a:pt x="384" y="202"/>
                  <a:pt x="384" y="202"/>
                </a:cubicBezTo>
                <a:cubicBezTo>
                  <a:pt x="384" y="298"/>
                  <a:pt x="384" y="298"/>
                  <a:pt x="384" y="298"/>
                </a:cubicBezTo>
                <a:cubicBezTo>
                  <a:pt x="362" y="298"/>
                  <a:pt x="362" y="298"/>
                  <a:pt x="362" y="298"/>
                </a:cubicBezTo>
                <a:cubicBezTo>
                  <a:pt x="362" y="298"/>
                  <a:pt x="362" y="299"/>
                  <a:pt x="361" y="299"/>
                </a:cubicBezTo>
                <a:cubicBezTo>
                  <a:pt x="322" y="230"/>
                  <a:pt x="322" y="230"/>
                  <a:pt x="322" y="230"/>
                </a:cubicBezTo>
                <a:cubicBezTo>
                  <a:pt x="320" y="226"/>
                  <a:pt x="316" y="224"/>
                  <a:pt x="311" y="225"/>
                </a:cubicBezTo>
                <a:cubicBezTo>
                  <a:pt x="190" y="245"/>
                  <a:pt x="190" y="245"/>
                  <a:pt x="190" y="245"/>
                </a:cubicBezTo>
                <a:cubicBezTo>
                  <a:pt x="187" y="246"/>
                  <a:pt x="185" y="245"/>
                  <a:pt x="184" y="244"/>
                </a:cubicBezTo>
                <a:cubicBezTo>
                  <a:pt x="182" y="242"/>
                  <a:pt x="181" y="238"/>
                  <a:pt x="181" y="234"/>
                </a:cubicBezTo>
                <a:cubicBezTo>
                  <a:pt x="181" y="229"/>
                  <a:pt x="184" y="227"/>
                  <a:pt x="186" y="226"/>
                </a:cubicBezTo>
                <a:cubicBezTo>
                  <a:pt x="268" y="182"/>
                  <a:pt x="268" y="182"/>
                  <a:pt x="268" y="182"/>
                </a:cubicBezTo>
                <a:cubicBezTo>
                  <a:pt x="338" y="202"/>
                  <a:pt x="338" y="202"/>
                  <a:pt x="338" y="202"/>
                </a:cubicBezTo>
                <a:cubicBezTo>
                  <a:pt x="339" y="202"/>
                  <a:pt x="340" y="202"/>
                  <a:pt x="341" y="202"/>
                </a:cubicBezTo>
                <a:close/>
              </a:path>
            </a:pathLst>
          </a:custGeom>
          <a:solidFill>
            <a:schemeClr val="accent5"/>
          </a:solidFill>
          <a:ln>
            <a:noFill/>
          </a:ln>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grpSp>
        <p:nvGrpSpPr>
          <p:cNvPr id="145" name="Group 681">
            <a:extLst>
              <a:ext uri="{FF2B5EF4-FFF2-40B4-BE49-F238E27FC236}">
                <a16:creationId xmlns:a16="http://schemas.microsoft.com/office/drawing/2014/main" id="{030EB7F2-E3E0-4E3F-9724-6416DC427D34}"/>
              </a:ext>
            </a:extLst>
          </p:cNvPr>
          <p:cNvGrpSpPr>
            <a:grpSpLocks noChangeAspect="1"/>
          </p:cNvGrpSpPr>
          <p:nvPr/>
        </p:nvGrpSpPr>
        <p:grpSpPr bwMode="auto">
          <a:xfrm>
            <a:off x="8517996" y="4577842"/>
            <a:ext cx="510854" cy="510854"/>
            <a:chOff x="6210" y="2696"/>
            <a:chExt cx="340" cy="340"/>
          </a:xfrm>
          <a:solidFill>
            <a:schemeClr val="accent6"/>
          </a:solidFill>
        </p:grpSpPr>
        <p:sp>
          <p:nvSpPr>
            <p:cNvPr id="146" name="Freeform 682">
              <a:extLst>
                <a:ext uri="{FF2B5EF4-FFF2-40B4-BE49-F238E27FC236}">
                  <a16:creationId xmlns:a16="http://schemas.microsoft.com/office/drawing/2014/main" id="{3D525982-CAE8-411F-9ABB-BAAF1CEEF115}"/>
                </a:ext>
              </a:extLst>
            </p:cNvPr>
            <p:cNvSpPr>
              <a:spLocks/>
            </p:cNvSpPr>
            <p:nvPr/>
          </p:nvSpPr>
          <p:spPr bwMode="auto">
            <a:xfrm>
              <a:off x="6351" y="2911"/>
              <a:ext cx="57" cy="49"/>
            </a:xfrm>
            <a:custGeom>
              <a:avLst/>
              <a:gdLst>
                <a:gd name="T0" fmla="*/ 51 w 85"/>
                <a:gd name="T1" fmla="*/ 3 h 73"/>
                <a:gd name="T2" fmla="*/ 43 w 85"/>
                <a:gd name="T3" fmla="*/ 0 h 73"/>
                <a:gd name="T4" fmla="*/ 34 w 85"/>
                <a:gd name="T5" fmla="*/ 3 h 73"/>
                <a:gd name="T6" fmla="*/ 16 w 85"/>
                <a:gd name="T7" fmla="*/ 9 h 73"/>
                <a:gd name="T8" fmla="*/ 11 w 85"/>
                <a:gd name="T9" fmla="*/ 9 h 73"/>
                <a:gd name="T10" fmla="*/ 0 w 85"/>
                <a:gd name="T11" fmla="*/ 2 h 73"/>
                <a:gd name="T12" fmla="*/ 0 w 85"/>
                <a:gd name="T13" fmla="*/ 73 h 73"/>
                <a:gd name="T14" fmla="*/ 37 w 85"/>
                <a:gd name="T15" fmla="*/ 51 h 73"/>
                <a:gd name="T16" fmla="*/ 48 w 85"/>
                <a:gd name="T17" fmla="*/ 51 h 73"/>
                <a:gd name="T18" fmla="*/ 85 w 85"/>
                <a:gd name="T19" fmla="*/ 73 h 73"/>
                <a:gd name="T20" fmla="*/ 85 w 85"/>
                <a:gd name="T21" fmla="*/ 2 h 73"/>
                <a:gd name="T22" fmla="*/ 75 w 85"/>
                <a:gd name="T23" fmla="*/ 9 h 73"/>
                <a:gd name="T24" fmla="*/ 51 w 85"/>
                <a:gd name="T25" fmla="*/ 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73">
                  <a:moveTo>
                    <a:pt x="51" y="3"/>
                  </a:moveTo>
                  <a:cubicBezTo>
                    <a:pt x="49" y="2"/>
                    <a:pt x="44" y="0"/>
                    <a:pt x="43" y="0"/>
                  </a:cubicBezTo>
                  <a:cubicBezTo>
                    <a:pt x="41" y="0"/>
                    <a:pt x="37" y="2"/>
                    <a:pt x="34" y="3"/>
                  </a:cubicBezTo>
                  <a:cubicBezTo>
                    <a:pt x="29" y="6"/>
                    <a:pt x="23" y="9"/>
                    <a:pt x="16" y="9"/>
                  </a:cubicBezTo>
                  <a:cubicBezTo>
                    <a:pt x="14" y="9"/>
                    <a:pt x="12" y="9"/>
                    <a:pt x="11" y="9"/>
                  </a:cubicBezTo>
                  <a:cubicBezTo>
                    <a:pt x="6" y="7"/>
                    <a:pt x="3" y="5"/>
                    <a:pt x="0" y="2"/>
                  </a:cubicBezTo>
                  <a:cubicBezTo>
                    <a:pt x="0" y="73"/>
                    <a:pt x="0" y="73"/>
                    <a:pt x="0" y="73"/>
                  </a:cubicBezTo>
                  <a:cubicBezTo>
                    <a:pt x="37" y="51"/>
                    <a:pt x="37" y="51"/>
                    <a:pt x="37" y="51"/>
                  </a:cubicBezTo>
                  <a:cubicBezTo>
                    <a:pt x="41" y="49"/>
                    <a:pt x="45" y="49"/>
                    <a:pt x="48" y="51"/>
                  </a:cubicBezTo>
                  <a:cubicBezTo>
                    <a:pt x="85" y="73"/>
                    <a:pt x="85" y="73"/>
                    <a:pt x="85" y="73"/>
                  </a:cubicBezTo>
                  <a:cubicBezTo>
                    <a:pt x="85" y="2"/>
                    <a:pt x="85" y="2"/>
                    <a:pt x="85" y="2"/>
                  </a:cubicBezTo>
                  <a:cubicBezTo>
                    <a:pt x="82" y="5"/>
                    <a:pt x="79" y="7"/>
                    <a:pt x="75" y="9"/>
                  </a:cubicBezTo>
                  <a:cubicBezTo>
                    <a:pt x="66" y="11"/>
                    <a:pt x="58" y="7"/>
                    <a:pt x="51" y="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47" name="Freeform 683">
              <a:extLst>
                <a:ext uri="{FF2B5EF4-FFF2-40B4-BE49-F238E27FC236}">
                  <a16:creationId xmlns:a16="http://schemas.microsoft.com/office/drawing/2014/main" id="{9C319EB7-A123-496F-87D7-9A82592A6E87}"/>
                </a:ext>
              </a:extLst>
            </p:cNvPr>
            <p:cNvSpPr>
              <a:spLocks noEditPoints="1"/>
            </p:cNvSpPr>
            <p:nvPr/>
          </p:nvSpPr>
          <p:spPr bwMode="auto">
            <a:xfrm>
              <a:off x="6314" y="2772"/>
              <a:ext cx="132" cy="131"/>
            </a:xfrm>
            <a:custGeom>
              <a:avLst/>
              <a:gdLst>
                <a:gd name="T0" fmla="*/ 188 w 198"/>
                <a:gd name="T1" fmla="*/ 99 h 198"/>
                <a:gd name="T2" fmla="*/ 194 w 198"/>
                <a:gd name="T3" fmla="*/ 81 h 198"/>
                <a:gd name="T4" fmla="*/ 198 w 198"/>
                <a:gd name="T5" fmla="*/ 72 h 198"/>
                <a:gd name="T6" fmla="*/ 190 w 198"/>
                <a:gd name="T7" fmla="*/ 67 h 198"/>
                <a:gd name="T8" fmla="*/ 176 w 198"/>
                <a:gd name="T9" fmla="*/ 54 h 198"/>
                <a:gd name="T10" fmla="*/ 172 w 198"/>
                <a:gd name="T11" fmla="*/ 36 h 198"/>
                <a:gd name="T12" fmla="*/ 171 w 198"/>
                <a:gd name="T13" fmla="*/ 26 h 198"/>
                <a:gd name="T14" fmla="*/ 162 w 198"/>
                <a:gd name="T15" fmla="*/ 25 h 198"/>
                <a:gd name="T16" fmla="*/ 143 w 198"/>
                <a:gd name="T17" fmla="*/ 21 h 198"/>
                <a:gd name="T18" fmla="*/ 131 w 198"/>
                <a:gd name="T19" fmla="*/ 7 h 198"/>
                <a:gd name="T20" fmla="*/ 125 w 198"/>
                <a:gd name="T21" fmla="*/ 0 h 198"/>
                <a:gd name="T22" fmla="*/ 117 w 198"/>
                <a:gd name="T23" fmla="*/ 4 h 198"/>
                <a:gd name="T24" fmla="*/ 99 w 198"/>
                <a:gd name="T25" fmla="*/ 9 h 198"/>
                <a:gd name="T26" fmla="*/ 80 w 198"/>
                <a:gd name="T27" fmla="*/ 5 h 198"/>
                <a:gd name="T28" fmla="*/ 72 w 198"/>
                <a:gd name="T29" fmla="*/ 3 h 198"/>
                <a:gd name="T30" fmla="*/ 72 w 198"/>
                <a:gd name="T31" fmla="*/ 3 h 198"/>
                <a:gd name="T32" fmla="*/ 67 w 198"/>
                <a:gd name="T33" fmla="*/ 9 h 198"/>
                <a:gd name="T34" fmla="*/ 54 w 198"/>
                <a:gd name="T35" fmla="*/ 22 h 198"/>
                <a:gd name="T36" fmla="*/ 35 w 198"/>
                <a:gd name="T37" fmla="*/ 26 h 198"/>
                <a:gd name="T38" fmla="*/ 26 w 198"/>
                <a:gd name="T39" fmla="*/ 27 h 198"/>
                <a:gd name="T40" fmla="*/ 25 w 198"/>
                <a:gd name="T41" fmla="*/ 36 h 198"/>
                <a:gd name="T42" fmla="*/ 21 w 198"/>
                <a:gd name="T43" fmla="*/ 54 h 198"/>
                <a:gd name="T44" fmla="*/ 7 w 198"/>
                <a:gd name="T45" fmla="*/ 67 h 198"/>
                <a:gd name="T46" fmla="*/ 0 w 198"/>
                <a:gd name="T47" fmla="*/ 73 h 198"/>
                <a:gd name="T48" fmla="*/ 3 w 198"/>
                <a:gd name="T49" fmla="*/ 81 h 198"/>
                <a:gd name="T50" fmla="*/ 9 w 198"/>
                <a:gd name="T51" fmla="*/ 99 h 198"/>
                <a:gd name="T52" fmla="*/ 3 w 198"/>
                <a:gd name="T53" fmla="*/ 117 h 198"/>
                <a:gd name="T54" fmla="*/ 0 w 198"/>
                <a:gd name="T55" fmla="*/ 126 h 198"/>
                <a:gd name="T56" fmla="*/ 7 w 198"/>
                <a:gd name="T57" fmla="*/ 131 h 198"/>
                <a:gd name="T58" fmla="*/ 21 w 198"/>
                <a:gd name="T59" fmla="*/ 144 h 198"/>
                <a:gd name="T60" fmla="*/ 25 w 198"/>
                <a:gd name="T61" fmla="*/ 162 h 198"/>
                <a:gd name="T62" fmla="*/ 26 w 198"/>
                <a:gd name="T63" fmla="*/ 172 h 198"/>
                <a:gd name="T64" fmla="*/ 35 w 198"/>
                <a:gd name="T65" fmla="*/ 173 h 198"/>
                <a:gd name="T66" fmla="*/ 54 w 198"/>
                <a:gd name="T67" fmla="*/ 177 h 198"/>
                <a:gd name="T68" fmla="*/ 67 w 198"/>
                <a:gd name="T69" fmla="*/ 191 h 198"/>
                <a:gd name="T70" fmla="*/ 72 w 198"/>
                <a:gd name="T71" fmla="*/ 198 h 198"/>
                <a:gd name="T72" fmla="*/ 80 w 198"/>
                <a:gd name="T73" fmla="*/ 194 h 198"/>
                <a:gd name="T74" fmla="*/ 99 w 198"/>
                <a:gd name="T75" fmla="*/ 189 h 198"/>
                <a:gd name="T76" fmla="*/ 117 w 198"/>
                <a:gd name="T77" fmla="*/ 193 h 198"/>
                <a:gd name="T78" fmla="*/ 125 w 198"/>
                <a:gd name="T79" fmla="*/ 195 h 198"/>
                <a:gd name="T80" fmla="*/ 125 w 198"/>
                <a:gd name="T81" fmla="*/ 195 h 198"/>
                <a:gd name="T82" fmla="*/ 131 w 198"/>
                <a:gd name="T83" fmla="*/ 189 h 198"/>
                <a:gd name="T84" fmla="*/ 143 w 198"/>
                <a:gd name="T85" fmla="*/ 176 h 198"/>
                <a:gd name="T86" fmla="*/ 162 w 198"/>
                <a:gd name="T87" fmla="*/ 172 h 198"/>
                <a:gd name="T88" fmla="*/ 171 w 198"/>
                <a:gd name="T89" fmla="*/ 171 h 198"/>
                <a:gd name="T90" fmla="*/ 172 w 198"/>
                <a:gd name="T91" fmla="*/ 162 h 198"/>
                <a:gd name="T92" fmla="*/ 176 w 198"/>
                <a:gd name="T93" fmla="*/ 144 h 198"/>
                <a:gd name="T94" fmla="*/ 190 w 198"/>
                <a:gd name="T95" fmla="*/ 131 h 198"/>
                <a:gd name="T96" fmla="*/ 198 w 198"/>
                <a:gd name="T97" fmla="*/ 125 h 198"/>
                <a:gd name="T98" fmla="*/ 194 w 198"/>
                <a:gd name="T99" fmla="*/ 117 h 198"/>
                <a:gd name="T100" fmla="*/ 188 w 198"/>
                <a:gd name="T101" fmla="*/ 99 h 198"/>
                <a:gd name="T102" fmla="*/ 99 w 198"/>
                <a:gd name="T103" fmla="*/ 152 h 198"/>
                <a:gd name="T104" fmla="*/ 45 w 198"/>
                <a:gd name="T105" fmla="*/ 99 h 198"/>
                <a:gd name="T106" fmla="*/ 99 w 198"/>
                <a:gd name="T107" fmla="*/ 46 h 198"/>
                <a:gd name="T108" fmla="*/ 152 w 198"/>
                <a:gd name="T109" fmla="*/ 99 h 198"/>
                <a:gd name="T110" fmla="*/ 99 w 198"/>
                <a:gd name="T111" fmla="*/ 152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8" h="198">
                  <a:moveTo>
                    <a:pt x="188" y="99"/>
                  </a:moveTo>
                  <a:cubicBezTo>
                    <a:pt x="188" y="92"/>
                    <a:pt x="191" y="86"/>
                    <a:pt x="194" y="81"/>
                  </a:cubicBezTo>
                  <a:cubicBezTo>
                    <a:pt x="195" y="78"/>
                    <a:pt x="198" y="74"/>
                    <a:pt x="198" y="72"/>
                  </a:cubicBezTo>
                  <a:cubicBezTo>
                    <a:pt x="197" y="71"/>
                    <a:pt x="193" y="69"/>
                    <a:pt x="190" y="67"/>
                  </a:cubicBezTo>
                  <a:cubicBezTo>
                    <a:pt x="185" y="64"/>
                    <a:pt x="180" y="60"/>
                    <a:pt x="176" y="54"/>
                  </a:cubicBezTo>
                  <a:cubicBezTo>
                    <a:pt x="173" y="48"/>
                    <a:pt x="173" y="42"/>
                    <a:pt x="172" y="36"/>
                  </a:cubicBezTo>
                  <a:cubicBezTo>
                    <a:pt x="172" y="33"/>
                    <a:pt x="172" y="28"/>
                    <a:pt x="171" y="26"/>
                  </a:cubicBezTo>
                  <a:cubicBezTo>
                    <a:pt x="170" y="26"/>
                    <a:pt x="165" y="26"/>
                    <a:pt x="162" y="25"/>
                  </a:cubicBezTo>
                  <a:cubicBezTo>
                    <a:pt x="156" y="25"/>
                    <a:pt x="149" y="25"/>
                    <a:pt x="143" y="21"/>
                  </a:cubicBezTo>
                  <a:cubicBezTo>
                    <a:pt x="138" y="18"/>
                    <a:pt x="134" y="12"/>
                    <a:pt x="131" y="7"/>
                  </a:cubicBezTo>
                  <a:cubicBezTo>
                    <a:pt x="129" y="5"/>
                    <a:pt x="126" y="1"/>
                    <a:pt x="125" y="0"/>
                  </a:cubicBezTo>
                  <a:cubicBezTo>
                    <a:pt x="124" y="0"/>
                    <a:pt x="120" y="2"/>
                    <a:pt x="117" y="4"/>
                  </a:cubicBezTo>
                  <a:cubicBezTo>
                    <a:pt x="112" y="6"/>
                    <a:pt x="106" y="9"/>
                    <a:pt x="99" y="9"/>
                  </a:cubicBezTo>
                  <a:cubicBezTo>
                    <a:pt x="92" y="9"/>
                    <a:pt x="86" y="8"/>
                    <a:pt x="80" y="5"/>
                  </a:cubicBezTo>
                  <a:cubicBezTo>
                    <a:pt x="78" y="4"/>
                    <a:pt x="73" y="3"/>
                    <a:pt x="72" y="3"/>
                  </a:cubicBezTo>
                  <a:cubicBezTo>
                    <a:pt x="72" y="3"/>
                    <a:pt x="72" y="3"/>
                    <a:pt x="72" y="3"/>
                  </a:cubicBezTo>
                  <a:cubicBezTo>
                    <a:pt x="71" y="3"/>
                    <a:pt x="68" y="6"/>
                    <a:pt x="67" y="9"/>
                  </a:cubicBezTo>
                  <a:cubicBezTo>
                    <a:pt x="63" y="14"/>
                    <a:pt x="60" y="19"/>
                    <a:pt x="54" y="22"/>
                  </a:cubicBezTo>
                  <a:cubicBezTo>
                    <a:pt x="48" y="26"/>
                    <a:pt x="41" y="26"/>
                    <a:pt x="35" y="26"/>
                  </a:cubicBezTo>
                  <a:cubicBezTo>
                    <a:pt x="32" y="26"/>
                    <a:pt x="27" y="26"/>
                    <a:pt x="26" y="27"/>
                  </a:cubicBezTo>
                  <a:cubicBezTo>
                    <a:pt x="26" y="28"/>
                    <a:pt x="25" y="33"/>
                    <a:pt x="25" y="36"/>
                  </a:cubicBezTo>
                  <a:cubicBezTo>
                    <a:pt x="25" y="42"/>
                    <a:pt x="24" y="48"/>
                    <a:pt x="21" y="54"/>
                  </a:cubicBezTo>
                  <a:cubicBezTo>
                    <a:pt x="18" y="60"/>
                    <a:pt x="12" y="64"/>
                    <a:pt x="7" y="67"/>
                  </a:cubicBezTo>
                  <a:cubicBezTo>
                    <a:pt x="5" y="69"/>
                    <a:pt x="0" y="71"/>
                    <a:pt x="0" y="73"/>
                  </a:cubicBezTo>
                  <a:cubicBezTo>
                    <a:pt x="0" y="74"/>
                    <a:pt x="2" y="78"/>
                    <a:pt x="3" y="81"/>
                  </a:cubicBezTo>
                  <a:cubicBezTo>
                    <a:pt x="6" y="86"/>
                    <a:pt x="9" y="92"/>
                    <a:pt x="9" y="99"/>
                  </a:cubicBezTo>
                  <a:cubicBezTo>
                    <a:pt x="9" y="106"/>
                    <a:pt x="6" y="112"/>
                    <a:pt x="3" y="117"/>
                  </a:cubicBezTo>
                  <a:cubicBezTo>
                    <a:pt x="2" y="120"/>
                    <a:pt x="0" y="124"/>
                    <a:pt x="0" y="126"/>
                  </a:cubicBezTo>
                  <a:cubicBezTo>
                    <a:pt x="0" y="127"/>
                    <a:pt x="5" y="129"/>
                    <a:pt x="7" y="131"/>
                  </a:cubicBezTo>
                  <a:cubicBezTo>
                    <a:pt x="12" y="134"/>
                    <a:pt x="18" y="138"/>
                    <a:pt x="21" y="144"/>
                  </a:cubicBezTo>
                  <a:cubicBezTo>
                    <a:pt x="24" y="150"/>
                    <a:pt x="25" y="156"/>
                    <a:pt x="25" y="162"/>
                  </a:cubicBezTo>
                  <a:cubicBezTo>
                    <a:pt x="25" y="165"/>
                    <a:pt x="26" y="170"/>
                    <a:pt x="26" y="172"/>
                  </a:cubicBezTo>
                  <a:cubicBezTo>
                    <a:pt x="27" y="172"/>
                    <a:pt x="32" y="172"/>
                    <a:pt x="35" y="173"/>
                  </a:cubicBezTo>
                  <a:cubicBezTo>
                    <a:pt x="41" y="173"/>
                    <a:pt x="48" y="173"/>
                    <a:pt x="54" y="177"/>
                  </a:cubicBezTo>
                  <a:cubicBezTo>
                    <a:pt x="60" y="180"/>
                    <a:pt x="63" y="186"/>
                    <a:pt x="67" y="191"/>
                  </a:cubicBezTo>
                  <a:cubicBezTo>
                    <a:pt x="68" y="193"/>
                    <a:pt x="71" y="197"/>
                    <a:pt x="72" y="198"/>
                  </a:cubicBezTo>
                  <a:cubicBezTo>
                    <a:pt x="73" y="198"/>
                    <a:pt x="78" y="196"/>
                    <a:pt x="80" y="194"/>
                  </a:cubicBezTo>
                  <a:cubicBezTo>
                    <a:pt x="86" y="192"/>
                    <a:pt x="92" y="189"/>
                    <a:pt x="99" y="189"/>
                  </a:cubicBezTo>
                  <a:cubicBezTo>
                    <a:pt x="106" y="189"/>
                    <a:pt x="112" y="190"/>
                    <a:pt x="117" y="193"/>
                  </a:cubicBezTo>
                  <a:cubicBezTo>
                    <a:pt x="120" y="194"/>
                    <a:pt x="124" y="195"/>
                    <a:pt x="125" y="195"/>
                  </a:cubicBezTo>
                  <a:cubicBezTo>
                    <a:pt x="125" y="195"/>
                    <a:pt x="125" y="195"/>
                    <a:pt x="125" y="195"/>
                  </a:cubicBezTo>
                  <a:cubicBezTo>
                    <a:pt x="126" y="195"/>
                    <a:pt x="129" y="192"/>
                    <a:pt x="131" y="189"/>
                  </a:cubicBezTo>
                  <a:cubicBezTo>
                    <a:pt x="134" y="184"/>
                    <a:pt x="138" y="179"/>
                    <a:pt x="143" y="176"/>
                  </a:cubicBezTo>
                  <a:cubicBezTo>
                    <a:pt x="149" y="172"/>
                    <a:pt x="156" y="172"/>
                    <a:pt x="162" y="172"/>
                  </a:cubicBezTo>
                  <a:cubicBezTo>
                    <a:pt x="165" y="172"/>
                    <a:pt x="170" y="172"/>
                    <a:pt x="171" y="171"/>
                  </a:cubicBezTo>
                  <a:cubicBezTo>
                    <a:pt x="172" y="170"/>
                    <a:pt x="172" y="165"/>
                    <a:pt x="172" y="162"/>
                  </a:cubicBezTo>
                  <a:cubicBezTo>
                    <a:pt x="173" y="156"/>
                    <a:pt x="173" y="150"/>
                    <a:pt x="176" y="144"/>
                  </a:cubicBezTo>
                  <a:cubicBezTo>
                    <a:pt x="180" y="138"/>
                    <a:pt x="185" y="134"/>
                    <a:pt x="190" y="131"/>
                  </a:cubicBezTo>
                  <a:cubicBezTo>
                    <a:pt x="193" y="129"/>
                    <a:pt x="197" y="127"/>
                    <a:pt x="198" y="125"/>
                  </a:cubicBezTo>
                  <a:cubicBezTo>
                    <a:pt x="198" y="124"/>
                    <a:pt x="195" y="120"/>
                    <a:pt x="194" y="117"/>
                  </a:cubicBezTo>
                  <a:cubicBezTo>
                    <a:pt x="191" y="112"/>
                    <a:pt x="188" y="106"/>
                    <a:pt x="188" y="99"/>
                  </a:cubicBezTo>
                  <a:close/>
                  <a:moveTo>
                    <a:pt x="99" y="152"/>
                  </a:moveTo>
                  <a:cubicBezTo>
                    <a:pt x="69" y="152"/>
                    <a:pt x="45" y="128"/>
                    <a:pt x="45" y="99"/>
                  </a:cubicBezTo>
                  <a:cubicBezTo>
                    <a:pt x="45" y="70"/>
                    <a:pt x="69" y="46"/>
                    <a:pt x="99" y="46"/>
                  </a:cubicBezTo>
                  <a:cubicBezTo>
                    <a:pt x="128" y="46"/>
                    <a:pt x="152" y="70"/>
                    <a:pt x="152" y="99"/>
                  </a:cubicBezTo>
                  <a:cubicBezTo>
                    <a:pt x="152" y="128"/>
                    <a:pt x="128" y="152"/>
                    <a:pt x="99" y="15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48" name="Oval 684">
              <a:extLst>
                <a:ext uri="{FF2B5EF4-FFF2-40B4-BE49-F238E27FC236}">
                  <a16:creationId xmlns:a16="http://schemas.microsoft.com/office/drawing/2014/main" id="{C9E7FFE7-454D-4C48-9A63-17E4162B797E}"/>
                </a:ext>
              </a:extLst>
            </p:cNvPr>
            <p:cNvSpPr>
              <a:spLocks noChangeArrowheads="1"/>
            </p:cNvSpPr>
            <p:nvPr/>
          </p:nvSpPr>
          <p:spPr bwMode="auto">
            <a:xfrm>
              <a:off x="6359" y="2816"/>
              <a:ext cx="42" cy="43"/>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sp>
          <p:nvSpPr>
            <p:cNvPr id="149" name="Freeform 685">
              <a:extLst>
                <a:ext uri="{FF2B5EF4-FFF2-40B4-BE49-F238E27FC236}">
                  <a16:creationId xmlns:a16="http://schemas.microsoft.com/office/drawing/2014/main" id="{E2C910B8-2C3B-4016-BD83-076DD317A2B0}"/>
                </a:ext>
              </a:extLst>
            </p:cNvPr>
            <p:cNvSpPr>
              <a:spLocks noEditPoints="1"/>
            </p:cNvSpPr>
            <p:nvPr/>
          </p:nvSpPr>
          <p:spPr bwMode="auto">
            <a:xfrm>
              <a:off x="6210" y="2696"/>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75 w 512"/>
                <a:gd name="T11" fmla="*/ 245 h 512"/>
                <a:gd name="T12" fmla="*/ 359 w 512"/>
                <a:gd name="T13" fmla="*/ 263 h 512"/>
                <a:gd name="T14" fmla="*/ 352 w 512"/>
                <a:gd name="T15" fmla="*/ 268 h 512"/>
                <a:gd name="T16" fmla="*/ 351 w 512"/>
                <a:gd name="T17" fmla="*/ 278 h 512"/>
                <a:gd name="T18" fmla="*/ 343 w 512"/>
                <a:gd name="T19" fmla="*/ 300 h 512"/>
                <a:gd name="T20" fmla="*/ 320 w 512"/>
                <a:gd name="T21" fmla="*/ 308 h 512"/>
                <a:gd name="T22" fmla="*/ 320 w 512"/>
                <a:gd name="T23" fmla="*/ 308 h 512"/>
                <a:gd name="T24" fmla="*/ 320 w 512"/>
                <a:gd name="T25" fmla="*/ 416 h 512"/>
                <a:gd name="T26" fmla="*/ 314 w 512"/>
                <a:gd name="T27" fmla="*/ 425 h 512"/>
                <a:gd name="T28" fmla="*/ 309 w 512"/>
                <a:gd name="T29" fmla="*/ 426 h 512"/>
                <a:gd name="T30" fmla="*/ 304 w 512"/>
                <a:gd name="T31" fmla="*/ 425 h 512"/>
                <a:gd name="T32" fmla="*/ 256 w 512"/>
                <a:gd name="T33" fmla="*/ 396 h 512"/>
                <a:gd name="T34" fmla="*/ 208 w 512"/>
                <a:gd name="T35" fmla="*/ 425 h 512"/>
                <a:gd name="T36" fmla="*/ 197 w 512"/>
                <a:gd name="T37" fmla="*/ 425 h 512"/>
                <a:gd name="T38" fmla="*/ 192 w 512"/>
                <a:gd name="T39" fmla="*/ 416 h 512"/>
                <a:gd name="T40" fmla="*/ 192 w 512"/>
                <a:gd name="T41" fmla="*/ 308 h 512"/>
                <a:gd name="T42" fmla="*/ 191 w 512"/>
                <a:gd name="T43" fmla="*/ 308 h 512"/>
                <a:gd name="T44" fmla="*/ 168 w 512"/>
                <a:gd name="T45" fmla="*/ 300 h 512"/>
                <a:gd name="T46" fmla="*/ 161 w 512"/>
                <a:gd name="T47" fmla="*/ 278 h 512"/>
                <a:gd name="T48" fmla="*/ 160 w 512"/>
                <a:gd name="T49" fmla="*/ 268 h 512"/>
                <a:gd name="T50" fmla="*/ 152 w 512"/>
                <a:gd name="T51" fmla="*/ 263 h 512"/>
                <a:gd name="T52" fmla="*/ 136 w 512"/>
                <a:gd name="T53" fmla="*/ 245 h 512"/>
                <a:gd name="T54" fmla="*/ 141 w 512"/>
                <a:gd name="T55" fmla="*/ 222 h 512"/>
                <a:gd name="T56" fmla="*/ 145 w 512"/>
                <a:gd name="T57" fmla="*/ 213 h 512"/>
                <a:gd name="T58" fmla="*/ 141 w 512"/>
                <a:gd name="T59" fmla="*/ 204 h 512"/>
                <a:gd name="T60" fmla="*/ 136 w 512"/>
                <a:gd name="T61" fmla="*/ 181 h 512"/>
                <a:gd name="T62" fmla="*/ 152 w 512"/>
                <a:gd name="T63" fmla="*/ 163 h 512"/>
                <a:gd name="T64" fmla="*/ 160 w 512"/>
                <a:gd name="T65" fmla="*/ 158 h 512"/>
                <a:gd name="T66" fmla="*/ 161 w 512"/>
                <a:gd name="T67" fmla="*/ 148 h 512"/>
                <a:gd name="T68" fmla="*/ 168 w 512"/>
                <a:gd name="T69" fmla="*/ 126 h 512"/>
                <a:gd name="T70" fmla="*/ 191 w 512"/>
                <a:gd name="T71" fmla="*/ 118 h 512"/>
                <a:gd name="T72" fmla="*/ 200 w 512"/>
                <a:gd name="T73" fmla="*/ 117 h 512"/>
                <a:gd name="T74" fmla="*/ 206 w 512"/>
                <a:gd name="T75" fmla="*/ 110 h 512"/>
                <a:gd name="T76" fmla="*/ 224 w 512"/>
                <a:gd name="T77" fmla="*/ 93 h 512"/>
                <a:gd name="T78" fmla="*/ 247 w 512"/>
                <a:gd name="T79" fmla="*/ 99 h 512"/>
                <a:gd name="T80" fmla="*/ 256 w 512"/>
                <a:gd name="T81" fmla="*/ 102 h 512"/>
                <a:gd name="T82" fmla="*/ 264 w 512"/>
                <a:gd name="T83" fmla="*/ 99 h 512"/>
                <a:gd name="T84" fmla="*/ 288 w 512"/>
                <a:gd name="T85" fmla="*/ 93 h 512"/>
                <a:gd name="T86" fmla="*/ 306 w 512"/>
                <a:gd name="T87" fmla="*/ 110 h 512"/>
                <a:gd name="T88" fmla="*/ 311 w 512"/>
                <a:gd name="T89" fmla="*/ 117 h 512"/>
                <a:gd name="T90" fmla="*/ 320 w 512"/>
                <a:gd name="T91" fmla="*/ 118 h 512"/>
                <a:gd name="T92" fmla="*/ 343 w 512"/>
                <a:gd name="T93" fmla="*/ 126 h 512"/>
                <a:gd name="T94" fmla="*/ 351 w 512"/>
                <a:gd name="T95" fmla="*/ 148 h 512"/>
                <a:gd name="T96" fmla="*/ 352 w 512"/>
                <a:gd name="T97" fmla="*/ 158 h 512"/>
                <a:gd name="T98" fmla="*/ 359 w 512"/>
                <a:gd name="T99" fmla="*/ 163 h 512"/>
                <a:gd name="T100" fmla="*/ 375 w 512"/>
                <a:gd name="T101" fmla="*/ 181 h 512"/>
                <a:gd name="T102" fmla="*/ 370 w 512"/>
                <a:gd name="T103" fmla="*/ 204 h 512"/>
                <a:gd name="T104" fmla="*/ 367 w 512"/>
                <a:gd name="T105" fmla="*/ 213 h 512"/>
                <a:gd name="T106" fmla="*/ 370 w 512"/>
                <a:gd name="T107" fmla="*/ 222 h 512"/>
                <a:gd name="T108" fmla="*/ 375 w 512"/>
                <a:gd name="T109" fmla="*/ 24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5" y="245"/>
                  </a:moveTo>
                  <a:cubicBezTo>
                    <a:pt x="373" y="254"/>
                    <a:pt x="365" y="259"/>
                    <a:pt x="359" y="263"/>
                  </a:cubicBezTo>
                  <a:cubicBezTo>
                    <a:pt x="356" y="265"/>
                    <a:pt x="353" y="267"/>
                    <a:pt x="352" y="268"/>
                  </a:cubicBezTo>
                  <a:cubicBezTo>
                    <a:pt x="351" y="270"/>
                    <a:pt x="351" y="274"/>
                    <a:pt x="351" y="278"/>
                  </a:cubicBezTo>
                  <a:cubicBezTo>
                    <a:pt x="350" y="285"/>
                    <a:pt x="350" y="294"/>
                    <a:pt x="343" y="300"/>
                  </a:cubicBezTo>
                  <a:cubicBezTo>
                    <a:pt x="337" y="307"/>
                    <a:pt x="328" y="307"/>
                    <a:pt x="320" y="308"/>
                  </a:cubicBezTo>
                  <a:cubicBezTo>
                    <a:pt x="320" y="308"/>
                    <a:pt x="320" y="308"/>
                    <a:pt x="320" y="308"/>
                  </a:cubicBezTo>
                  <a:cubicBezTo>
                    <a:pt x="320" y="416"/>
                    <a:pt x="320" y="416"/>
                    <a:pt x="320" y="416"/>
                  </a:cubicBezTo>
                  <a:cubicBezTo>
                    <a:pt x="320" y="420"/>
                    <a:pt x="318" y="423"/>
                    <a:pt x="314" y="425"/>
                  </a:cubicBezTo>
                  <a:cubicBezTo>
                    <a:pt x="313" y="426"/>
                    <a:pt x="311" y="426"/>
                    <a:pt x="309" y="426"/>
                  </a:cubicBezTo>
                  <a:cubicBezTo>
                    <a:pt x="307" y="426"/>
                    <a:pt x="305" y="426"/>
                    <a:pt x="304" y="425"/>
                  </a:cubicBezTo>
                  <a:cubicBezTo>
                    <a:pt x="256" y="396"/>
                    <a:pt x="256" y="396"/>
                    <a:pt x="256" y="396"/>
                  </a:cubicBezTo>
                  <a:cubicBezTo>
                    <a:pt x="208" y="425"/>
                    <a:pt x="208" y="425"/>
                    <a:pt x="208" y="425"/>
                  </a:cubicBezTo>
                  <a:cubicBezTo>
                    <a:pt x="205" y="427"/>
                    <a:pt x="200" y="427"/>
                    <a:pt x="197" y="425"/>
                  </a:cubicBezTo>
                  <a:cubicBezTo>
                    <a:pt x="194" y="423"/>
                    <a:pt x="192" y="420"/>
                    <a:pt x="192" y="416"/>
                  </a:cubicBezTo>
                  <a:cubicBezTo>
                    <a:pt x="192" y="308"/>
                    <a:pt x="192" y="308"/>
                    <a:pt x="192" y="308"/>
                  </a:cubicBezTo>
                  <a:cubicBezTo>
                    <a:pt x="191" y="308"/>
                    <a:pt x="191" y="308"/>
                    <a:pt x="191" y="308"/>
                  </a:cubicBezTo>
                  <a:cubicBezTo>
                    <a:pt x="184" y="307"/>
                    <a:pt x="175" y="307"/>
                    <a:pt x="168" y="300"/>
                  </a:cubicBezTo>
                  <a:cubicBezTo>
                    <a:pt x="162" y="294"/>
                    <a:pt x="161" y="285"/>
                    <a:pt x="161" y="278"/>
                  </a:cubicBezTo>
                  <a:cubicBezTo>
                    <a:pt x="161" y="274"/>
                    <a:pt x="160" y="270"/>
                    <a:pt x="160" y="268"/>
                  </a:cubicBezTo>
                  <a:cubicBezTo>
                    <a:pt x="159" y="267"/>
                    <a:pt x="155" y="265"/>
                    <a:pt x="152" y="263"/>
                  </a:cubicBezTo>
                  <a:cubicBezTo>
                    <a:pt x="146" y="259"/>
                    <a:pt x="139" y="254"/>
                    <a:pt x="136" y="245"/>
                  </a:cubicBezTo>
                  <a:cubicBezTo>
                    <a:pt x="134" y="236"/>
                    <a:pt x="138" y="228"/>
                    <a:pt x="141" y="222"/>
                  </a:cubicBezTo>
                  <a:cubicBezTo>
                    <a:pt x="143" y="219"/>
                    <a:pt x="145" y="215"/>
                    <a:pt x="145" y="213"/>
                  </a:cubicBezTo>
                  <a:cubicBezTo>
                    <a:pt x="145" y="211"/>
                    <a:pt x="143" y="207"/>
                    <a:pt x="141" y="204"/>
                  </a:cubicBezTo>
                  <a:cubicBezTo>
                    <a:pt x="138" y="198"/>
                    <a:pt x="134" y="190"/>
                    <a:pt x="136" y="181"/>
                  </a:cubicBezTo>
                  <a:cubicBezTo>
                    <a:pt x="139" y="172"/>
                    <a:pt x="146" y="167"/>
                    <a:pt x="152" y="163"/>
                  </a:cubicBezTo>
                  <a:cubicBezTo>
                    <a:pt x="155" y="161"/>
                    <a:pt x="159" y="159"/>
                    <a:pt x="160" y="158"/>
                  </a:cubicBezTo>
                  <a:cubicBezTo>
                    <a:pt x="160" y="156"/>
                    <a:pt x="161" y="152"/>
                    <a:pt x="161" y="148"/>
                  </a:cubicBezTo>
                  <a:cubicBezTo>
                    <a:pt x="161" y="141"/>
                    <a:pt x="162" y="132"/>
                    <a:pt x="168" y="126"/>
                  </a:cubicBezTo>
                  <a:cubicBezTo>
                    <a:pt x="175" y="119"/>
                    <a:pt x="184" y="119"/>
                    <a:pt x="191" y="118"/>
                  </a:cubicBezTo>
                  <a:cubicBezTo>
                    <a:pt x="194" y="118"/>
                    <a:pt x="199" y="118"/>
                    <a:pt x="200" y="117"/>
                  </a:cubicBezTo>
                  <a:cubicBezTo>
                    <a:pt x="202" y="116"/>
                    <a:pt x="204" y="112"/>
                    <a:pt x="206" y="110"/>
                  </a:cubicBezTo>
                  <a:cubicBezTo>
                    <a:pt x="210" y="104"/>
                    <a:pt x="215" y="96"/>
                    <a:pt x="224" y="93"/>
                  </a:cubicBezTo>
                  <a:cubicBezTo>
                    <a:pt x="232" y="91"/>
                    <a:pt x="240" y="95"/>
                    <a:pt x="247" y="99"/>
                  </a:cubicBezTo>
                  <a:cubicBezTo>
                    <a:pt x="250" y="100"/>
                    <a:pt x="254" y="102"/>
                    <a:pt x="256" y="102"/>
                  </a:cubicBezTo>
                  <a:cubicBezTo>
                    <a:pt x="257" y="102"/>
                    <a:pt x="262" y="100"/>
                    <a:pt x="264" y="99"/>
                  </a:cubicBezTo>
                  <a:cubicBezTo>
                    <a:pt x="271" y="95"/>
                    <a:pt x="279" y="91"/>
                    <a:pt x="288" y="93"/>
                  </a:cubicBezTo>
                  <a:cubicBezTo>
                    <a:pt x="297" y="96"/>
                    <a:pt x="302" y="104"/>
                    <a:pt x="306" y="110"/>
                  </a:cubicBezTo>
                  <a:cubicBezTo>
                    <a:pt x="307" y="112"/>
                    <a:pt x="310" y="116"/>
                    <a:pt x="311" y="117"/>
                  </a:cubicBezTo>
                  <a:cubicBezTo>
                    <a:pt x="313" y="118"/>
                    <a:pt x="317" y="118"/>
                    <a:pt x="320" y="118"/>
                  </a:cubicBezTo>
                  <a:cubicBezTo>
                    <a:pt x="328" y="119"/>
                    <a:pt x="337" y="119"/>
                    <a:pt x="343" y="126"/>
                  </a:cubicBezTo>
                  <a:cubicBezTo>
                    <a:pt x="350" y="132"/>
                    <a:pt x="350" y="141"/>
                    <a:pt x="351" y="148"/>
                  </a:cubicBezTo>
                  <a:cubicBezTo>
                    <a:pt x="351" y="152"/>
                    <a:pt x="351" y="156"/>
                    <a:pt x="352" y="158"/>
                  </a:cubicBezTo>
                  <a:cubicBezTo>
                    <a:pt x="353" y="159"/>
                    <a:pt x="356" y="161"/>
                    <a:pt x="359" y="163"/>
                  </a:cubicBezTo>
                  <a:cubicBezTo>
                    <a:pt x="365" y="167"/>
                    <a:pt x="373" y="172"/>
                    <a:pt x="375" y="181"/>
                  </a:cubicBezTo>
                  <a:cubicBezTo>
                    <a:pt x="378" y="190"/>
                    <a:pt x="373" y="198"/>
                    <a:pt x="370" y="204"/>
                  </a:cubicBezTo>
                  <a:cubicBezTo>
                    <a:pt x="369" y="207"/>
                    <a:pt x="367" y="211"/>
                    <a:pt x="367" y="213"/>
                  </a:cubicBezTo>
                  <a:cubicBezTo>
                    <a:pt x="367" y="215"/>
                    <a:pt x="369" y="219"/>
                    <a:pt x="370" y="222"/>
                  </a:cubicBezTo>
                  <a:cubicBezTo>
                    <a:pt x="373" y="228"/>
                    <a:pt x="378" y="236"/>
                    <a:pt x="375" y="24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dirty="0">
                <a:solidFill>
                  <a:prstClr val="black"/>
                </a:solidFill>
                <a:latin typeface="Aptos" panose="020B0004020202020204" pitchFamily="34" charset="0"/>
              </a:endParaRPr>
            </a:p>
          </p:txBody>
        </p:sp>
      </p:grpSp>
    </p:spTree>
    <p:extLst>
      <p:ext uri="{BB962C8B-B14F-4D97-AF65-F5344CB8AC3E}">
        <p14:creationId xmlns:p14="http://schemas.microsoft.com/office/powerpoint/2010/main" val="1309460732"/>
      </p:ext>
    </p:extLst>
  </p:cSld>
  <p:clrMapOvr>
    <a:masterClrMapping/>
  </p:clrMapOvr>
  <p:transition>
    <p:fade/>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28A1096-0B37-47D1-B4BD-4ED33225060B}"/>
              </a:ext>
            </a:extLst>
          </p:cNvPr>
          <p:cNvSpPr>
            <a:spLocks noGrp="1"/>
          </p:cNvSpPr>
          <p:nvPr>
            <p:ph type="title"/>
          </p:nvPr>
        </p:nvSpPr>
        <p:spPr/>
        <p:txBody>
          <a:bodyPr/>
          <a:lstStyle/>
          <a:p>
            <a:r>
              <a:rPr lang="en-US" dirty="0"/>
              <a:t>Hexagonal structure</a:t>
            </a:r>
          </a:p>
        </p:txBody>
      </p:sp>
      <p:grpSp>
        <p:nvGrpSpPr>
          <p:cNvPr id="26" name="Group 25">
            <a:extLst>
              <a:ext uri="{FF2B5EF4-FFF2-40B4-BE49-F238E27FC236}">
                <a16:creationId xmlns:a16="http://schemas.microsoft.com/office/drawing/2014/main" id="{43DA6FDD-8C17-4130-87D3-493A34741553}"/>
              </a:ext>
            </a:extLst>
          </p:cNvPr>
          <p:cNvGrpSpPr/>
          <p:nvPr/>
        </p:nvGrpSpPr>
        <p:grpSpPr>
          <a:xfrm>
            <a:off x="1884892" y="1817894"/>
            <a:ext cx="5888566" cy="3772380"/>
            <a:chOff x="738589" y="1620840"/>
            <a:chExt cx="6915283" cy="4687378"/>
          </a:xfrm>
        </p:grpSpPr>
        <p:sp>
          <p:nvSpPr>
            <p:cNvPr id="5" name="Freeform 10">
              <a:extLst>
                <a:ext uri="{FF2B5EF4-FFF2-40B4-BE49-F238E27FC236}">
                  <a16:creationId xmlns:a16="http://schemas.microsoft.com/office/drawing/2014/main" id="{0A4C45EE-21BE-4256-AFB2-6A70F91A7437}"/>
                </a:ext>
              </a:extLst>
            </p:cNvPr>
            <p:cNvSpPr>
              <a:spLocks/>
            </p:cNvSpPr>
            <p:nvPr/>
          </p:nvSpPr>
          <p:spPr bwMode="auto">
            <a:xfrm>
              <a:off x="1493304" y="2040582"/>
              <a:ext cx="2433482" cy="1678974"/>
            </a:xfrm>
            <a:custGeom>
              <a:avLst/>
              <a:gdLst/>
              <a:ahLst/>
              <a:cxnLst/>
              <a:rect l="l" t="t" r="r" b="b"/>
              <a:pathLst>
                <a:path w="3000377" h="2070100">
                  <a:moveTo>
                    <a:pt x="303213" y="0"/>
                  </a:moveTo>
                  <a:lnTo>
                    <a:pt x="900113" y="0"/>
                  </a:lnTo>
                  <a:lnTo>
                    <a:pt x="1203325" y="517525"/>
                  </a:lnTo>
                  <a:lnTo>
                    <a:pt x="1797052" y="517525"/>
                  </a:lnTo>
                  <a:lnTo>
                    <a:pt x="2100265" y="0"/>
                  </a:lnTo>
                  <a:lnTo>
                    <a:pt x="2697165" y="0"/>
                  </a:lnTo>
                  <a:lnTo>
                    <a:pt x="3000377" y="517525"/>
                  </a:lnTo>
                  <a:lnTo>
                    <a:pt x="2697165" y="1035050"/>
                  </a:lnTo>
                  <a:lnTo>
                    <a:pt x="3000377" y="1552575"/>
                  </a:lnTo>
                  <a:lnTo>
                    <a:pt x="2697165" y="2070100"/>
                  </a:lnTo>
                  <a:lnTo>
                    <a:pt x="2100265" y="2070100"/>
                  </a:lnTo>
                  <a:lnTo>
                    <a:pt x="1797052" y="1552575"/>
                  </a:lnTo>
                  <a:lnTo>
                    <a:pt x="1203325" y="1552575"/>
                  </a:lnTo>
                  <a:lnTo>
                    <a:pt x="900113" y="2070100"/>
                  </a:lnTo>
                  <a:lnTo>
                    <a:pt x="303213" y="2070100"/>
                  </a:lnTo>
                  <a:lnTo>
                    <a:pt x="0" y="1552575"/>
                  </a:lnTo>
                  <a:lnTo>
                    <a:pt x="303213" y="1035050"/>
                  </a:lnTo>
                  <a:lnTo>
                    <a:pt x="0" y="517525"/>
                  </a:lnTo>
                  <a:close/>
                </a:path>
              </a:pathLst>
            </a:custGeom>
            <a:solidFill>
              <a:schemeClr val="accent1">
                <a:lumMod val="20000"/>
                <a:lumOff val="80000"/>
                <a:alpha val="50000"/>
              </a:schemeClr>
            </a:solidFill>
            <a:ln w="11113" cap="flat">
              <a:noFill/>
              <a:prstDash val="solid"/>
              <a:miter lim="800000"/>
              <a:headEnd/>
              <a:tailEnd/>
            </a:ln>
          </p:spPr>
          <p:txBody>
            <a:bodyPr vert="horz" wrap="square" lIns="74238" tIns="37119" rIns="74238" bIns="37119" numCol="1" anchor="t" anchorCtr="0" compatLnSpc="1">
              <a:prstTxWarp prst="textNoShape">
                <a:avLst/>
              </a:prstTxWarp>
            </a:bodyPr>
            <a:lstStyle/>
            <a:p>
              <a:pPr defTabSz="742389">
                <a:defRPr/>
              </a:pPr>
              <a:endParaRPr lang="en-US" sz="1000" dirty="0">
                <a:solidFill>
                  <a:prstClr val="black"/>
                </a:solidFill>
                <a:latin typeface="Aptos" panose="020B0004020202020204" pitchFamily="34" charset="0"/>
              </a:endParaRPr>
            </a:p>
          </p:txBody>
        </p:sp>
        <p:sp>
          <p:nvSpPr>
            <p:cNvPr id="6" name="Freeform 11">
              <a:extLst>
                <a:ext uri="{FF2B5EF4-FFF2-40B4-BE49-F238E27FC236}">
                  <a16:creationId xmlns:a16="http://schemas.microsoft.com/office/drawing/2014/main" id="{F532E6D2-A0B8-4BC2-9E8D-E62B71DAB6CB}"/>
                </a:ext>
              </a:extLst>
            </p:cNvPr>
            <p:cNvSpPr>
              <a:spLocks/>
            </p:cNvSpPr>
            <p:nvPr/>
          </p:nvSpPr>
          <p:spPr bwMode="auto">
            <a:xfrm>
              <a:off x="2222061" y="1620840"/>
              <a:ext cx="975968" cy="839487"/>
            </a:xfrm>
            <a:custGeom>
              <a:avLst/>
              <a:gdLst>
                <a:gd name="T0" fmla="*/ 191 w 758"/>
                <a:gd name="T1" fmla="*/ 652 h 652"/>
                <a:gd name="T2" fmla="*/ 0 w 758"/>
                <a:gd name="T3" fmla="*/ 326 h 652"/>
                <a:gd name="T4" fmla="*/ 191 w 758"/>
                <a:gd name="T5" fmla="*/ 0 h 652"/>
                <a:gd name="T6" fmla="*/ 567 w 758"/>
                <a:gd name="T7" fmla="*/ 0 h 652"/>
                <a:gd name="T8" fmla="*/ 758 w 758"/>
                <a:gd name="T9" fmla="*/ 326 h 652"/>
                <a:gd name="T10" fmla="*/ 567 w 758"/>
                <a:gd name="T11" fmla="*/ 652 h 652"/>
                <a:gd name="T12" fmla="*/ 191 w 758"/>
                <a:gd name="T13" fmla="*/ 652 h 652"/>
              </a:gdLst>
              <a:ahLst/>
              <a:cxnLst>
                <a:cxn ang="0">
                  <a:pos x="T0" y="T1"/>
                </a:cxn>
                <a:cxn ang="0">
                  <a:pos x="T2" y="T3"/>
                </a:cxn>
                <a:cxn ang="0">
                  <a:pos x="T4" y="T5"/>
                </a:cxn>
                <a:cxn ang="0">
                  <a:pos x="T6" y="T7"/>
                </a:cxn>
                <a:cxn ang="0">
                  <a:pos x="T8" y="T9"/>
                </a:cxn>
                <a:cxn ang="0">
                  <a:pos x="T10" y="T11"/>
                </a:cxn>
                <a:cxn ang="0">
                  <a:pos x="T12" y="T13"/>
                </a:cxn>
              </a:cxnLst>
              <a:rect l="0" t="0" r="r" b="b"/>
              <a:pathLst>
                <a:path w="758" h="652">
                  <a:moveTo>
                    <a:pt x="191" y="652"/>
                  </a:moveTo>
                  <a:lnTo>
                    <a:pt x="0" y="326"/>
                  </a:lnTo>
                  <a:lnTo>
                    <a:pt x="191" y="0"/>
                  </a:lnTo>
                  <a:lnTo>
                    <a:pt x="567" y="0"/>
                  </a:lnTo>
                  <a:lnTo>
                    <a:pt x="758" y="326"/>
                  </a:lnTo>
                  <a:lnTo>
                    <a:pt x="567" y="652"/>
                  </a:lnTo>
                  <a:lnTo>
                    <a:pt x="191" y="652"/>
                  </a:lnTo>
                  <a:close/>
                </a:path>
              </a:pathLst>
            </a:custGeom>
            <a:solidFill>
              <a:schemeClr val="accent3">
                <a:lumMod val="75000"/>
              </a:schemeClr>
            </a:solidFill>
            <a:ln w="12700" cap="flat">
              <a:solidFill>
                <a:schemeClr val="bg1"/>
              </a:solidFill>
              <a:prstDash val="solid"/>
              <a:miter lim="800000"/>
              <a:headEnd/>
              <a:tailEnd/>
            </a:ln>
          </p:spPr>
          <p:txBody>
            <a:bodyPr vert="horz" wrap="square" lIns="74238" tIns="37119" rIns="74238" bIns="37119" numCol="1" anchor="ctr" anchorCtr="0" compatLnSpc="1">
              <a:prstTxWarp prst="textNoShape">
                <a:avLst/>
              </a:prstTxWarp>
            </a:bodyPr>
            <a:lstStyle/>
            <a:p>
              <a:pPr algn="ctr" defTabSz="742389">
                <a:defRPr/>
              </a:pPr>
              <a:r>
                <a:rPr lang="en-US" sz="1000" b="1" dirty="0">
                  <a:solidFill>
                    <a:prstClr val="white"/>
                  </a:solidFill>
                  <a:latin typeface="Aptos" panose="020B0004020202020204" pitchFamily="34" charset="0"/>
                </a:rPr>
                <a:t>xxx</a:t>
              </a:r>
            </a:p>
          </p:txBody>
        </p:sp>
        <p:sp>
          <p:nvSpPr>
            <p:cNvPr id="7" name="Freeform 12">
              <a:extLst>
                <a:ext uri="{FF2B5EF4-FFF2-40B4-BE49-F238E27FC236}">
                  <a16:creationId xmlns:a16="http://schemas.microsoft.com/office/drawing/2014/main" id="{63277764-4B68-47C3-A533-F132F63E2A7E}"/>
                </a:ext>
              </a:extLst>
            </p:cNvPr>
            <p:cNvSpPr>
              <a:spLocks/>
            </p:cNvSpPr>
            <p:nvPr/>
          </p:nvSpPr>
          <p:spPr bwMode="auto">
            <a:xfrm>
              <a:off x="2222061" y="3299813"/>
              <a:ext cx="975968" cy="839487"/>
            </a:xfrm>
            <a:custGeom>
              <a:avLst/>
              <a:gdLst>
                <a:gd name="T0" fmla="*/ 191 w 758"/>
                <a:gd name="T1" fmla="*/ 652 h 652"/>
                <a:gd name="T2" fmla="*/ 0 w 758"/>
                <a:gd name="T3" fmla="*/ 326 h 652"/>
                <a:gd name="T4" fmla="*/ 191 w 758"/>
                <a:gd name="T5" fmla="*/ 0 h 652"/>
                <a:gd name="T6" fmla="*/ 567 w 758"/>
                <a:gd name="T7" fmla="*/ 0 h 652"/>
                <a:gd name="T8" fmla="*/ 758 w 758"/>
                <a:gd name="T9" fmla="*/ 326 h 652"/>
                <a:gd name="T10" fmla="*/ 567 w 758"/>
                <a:gd name="T11" fmla="*/ 652 h 652"/>
                <a:gd name="T12" fmla="*/ 191 w 758"/>
                <a:gd name="T13" fmla="*/ 652 h 652"/>
              </a:gdLst>
              <a:ahLst/>
              <a:cxnLst>
                <a:cxn ang="0">
                  <a:pos x="T0" y="T1"/>
                </a:cxn>
                <a:cxn ang="0">
                  <a:pos x="T2" y="T3"/>
                </a:cxn>
                <a:cxn ang="0">
                  <a:pos x="T4" y="T5"/>
                </a:cxn>
                <a:cxn ang="0">
                  <a:pos x="T6" y="T7"/>
                </a:cxn>
                <a:cxn ang="0">
                  <a:pos x="T8" y="T9"/>
                </a:cxn>
                <a:cxn ang="0">
                  <a:pos x="T10" y="T11"/>
                </a:cxn>
                <a:cxn ang="0">
                  <a:pos x="T12" y="T13"/>
                </a:cxn>
              </a:cxnLst>
              <a:rect l="0" t="0" r="r" b="b"/>
              <a:pathLst>
                <a:path w="758" h="652">
                  <a:moveTo>
                    <a:pt x="191" y="652"/>
                  </a:moveTo>
                  <a:lnTo>
                    <a:pt x="0" y="326"/>
                  </a:lnTo>
                  <a:lnTo>
                    <a:pt x="191" y="0"/>
                  </a:lnTo>
                  <a:lnTo>
                    <a:pt x="567" y="0"/>
                  </a:lnTo>
                  <a:lnTo>
                    <a:pt x="758" y="326"/>
                  </a:lnTo>
                  <a:lnTo>
                    <a:pt x="567" y="652"/>
                  </a:lnTo>
                  <a:lnTo>
                    <a:pt x="191" y="652"/>
                  </a:lnTo>
                  <a:close/>
                </a:path>
              </a:pathLst>
            </a:custGeom>
            <a:solidFill>
              <a:schemeClr val="accent1"/>
            </a:solidFill>
            <a:ln w="12700" cap="flat">
              <a:solidFill>
                <a:schemeClr val="bg1"/>
              </a:solidFill>
              <a:prstDash val="solid"/>
              <a:miter lim="800000"/>
              <a:headEnd/>
              <a:tailEnd/>
            </a:ln>
          </p:spPr>
          <p:txBody>
            <a:bodyPr vert="horz" wrap="square" lIns="74238" tIns="37119" rIns="74238" bIns="37119" numCol="1" anchor="ctr" anchorCtr="0" compatLnSpc="1">
              <a:prstTxWarp prst="textNoShape">
                <a:avLst/>
              </a:prstTxWarp>
            </a:bodyPr>
            <a:lstStyle/>
            <a:p>
              <a:pPr algn="ctr" defTabSz="742389">
                <a:defRPr/>
              </a:pPr>
              <a:r>
                <a:rPr lang="en-US" sz="1000" b="1" dirty="0">
                  <a:latin typeface="Aptos" panose="020B0004020202020204" pitchFamily="34" charset="0"/>
                </a:rPr>
                <a:t>xxx</a:t>
              </a:r>
            </a:p>
          </p:txBody>
        </p:sp>
        <p:sp>
          <p:nvSpPr>
            <p:cNvPr id="8" name="Freeform 11">
              <a:extLst>
                <a:ext uri="{FF2B5EF4-FFF2-40B4-BE49-F238E27FC236}">
                  <a16:creationId xmlns:a16="http://schemas.microsoft.com/office/drawing/2014/main" id="{E12F535A-3024-4A66-9055-2B6672163D85}"/>
                </a:ext>
              </a:extLst>
            </p:cNvPr>
            <p:cNvSpPr>
              <a:spLocks/>
            </p:cNvSpPr>
            <p:nvPr/>
          </p:nvSpPr>
          <p:spPr bwMode="auto">
            <a:xfrm flipV="1">
              <a:off x="2974232" y="3763277"/>
              <a:ext cx="2433482" cy="2098718"/>
            </a:xfrm>
            <a:custGeom>
              <a:avLst/>
              <a:gdLst/>
              <a:ahLst/>
              <a:cxnLst/>
              <a:rect l="l" t="t" r="r" b="b"/>
              <a:pathLst>
                <a:path w="2067202" h="1782825">
                  <a:moveTo>
                    <a:pt x="827975" y="0"/>
                  </a:moveTo>
                  <a:lnTo>
                    <a:pt x="1239227" y="0"/>
                  </a:lnTo>
                  <a:lnTo>
                    <a:pt x="1448135" y="356565"/>
                  </a:lnTo>
                  <a:lnTo>
                    <a:pt x="1858295" y="356565"/>
                  </a:lnTo>
                  <a:lnTo>
                    <a:pt x="2067202" y="713130"/>
                  </a:lnTo>
                  <a:lnTo>
                    <a:pt x="1858295" y="1069695"/>
                  </a:lnTo>
                  <a:lnTo>
                    <a:pt x="2067202" y="1426260"/>
                  </a:lnTo>
                  <a:lnTo>
                    <a:pt x="1858295" y="1782825"/>
                  </a:lnTo>
                  <a:lnTo>
                    <a:pt x="1447042" y="1782825"/>
                  </a:lnTo>
                  <a:lnTo>
                    <a:pt x="1238134" y="1426260"/>
                  </a:lnTo>
                  <a:lnTo>
                    <a:pt x="829068" y="1426260"/>
                  </a:lnTo>
                  <a:lnTo>
                    <a:pt x="620161" y="1782825"/>
                  </a:lnTo>
                  <a:lnTo>
                    <a:pt x="208908" y="1782825"/>
                  </a:lnTo>
                  <a:lnTo>
                    <a:pt x="0" y="1426260"/>
                  </a:lnTo>
                  <a:lnTo>
                    <a:pt x="208908" y="1069695"/>
                  </a:lnTo>
                  <a:lnTo>
                    <a:pt x="0" y="713130"/>
                  </a:lnTo>
                  <a:lnTo>
                    <a:pt x="208908" y="356565"/>
                  </a:lnTo>
                  <a:lnTo>
                    <a:pt x="619067" y="356565"/>
                  </a:lnTo>
                  <a:close/>
                </a:path>
              </a:pathLst>
            </a:custGeom>
            <a:solidFill>
              <a:schemeClr val="accent4">
                <a:lumMod val="20000"/>
                <a:lumOff val="80000"/>
                <a:alpha val="50000"/>
              </a:schemeClr>
            </a:solidFill>
            <a:ln w="11113" cap="flat">
              <a:noFill/>
              <a:prstDash val="solid"/>
              <a:miter lim="800000"/>
              <a:headEnd/>
              <a:tailEnd/>
            </a:ln>
          </p:spPr>
          <p:txBody>
            <a:bodyPr vert="horz" wrap="square" lIns="74238" tIns="37119" rIns="74238" bIns="37119" numCol="1" anchor="t" anchorCtr="0" compatLnSpc="1">
              <a:prstTxWarp prst="textNoShape">
                <a:avLst/>
              </a:prstTxWarp>
            </a:bodyPr>
            <a:lstStyle/>
            <a:p>
              <a:pPr defTabSz="742389">
                <a:defRPr/>
              </a:pPr>
              <a:endParaRPr lang="en-US" sz="1000" dirty="0">
                <a:solidFill>
                  <a:prstClr val="black"/>
                </a:solidFill>
                <a:latin typeface="Aptos" panose="020B0004020202020204" pitchFamily="34" charset="0"/>
              </a:endParaRPr>
            </a:p>
          </p:txBody>
        </p:sp>
        <p:sp>
          <p:nvSpPr>
            <p:cNvPr id="9" name="Freeform 12">
              <a:extLst>
                <a:ext uri="{FF2B5EF4-FFF2-40B4-BE49-F238E27FC236}">
                  <a16:creationId xmlns:a16="http://schemas.microsoft.com/office/drawing/2014/main" id="{012FDA0E-BDDF-4AE2-8DFA-438082FC8993}"/>
                </a:ext>
              </a:extLst>
            </p:cNvPr>
            <p:cNvSpPr>
              <a:spLocks/>
            </p:cNvSpPr>
            <p:nvPr/>
          </p:nvSpPr>
          <p:spPr bwMode="auto">
            <a:xfrm>
              <a:off x="3702989" y="3343535"/>
              <a:ext cx="975968" cy="839487"/>
            </a:xfrm>
            <a:custGeom>
              <a:avLst/>
              <a:gdLst>
                <a:gd name="T0" fmla="*/ 191 w 758"/>
                <a:gd name="T1" fmla="*/ 652 h 652"/>
                <a:gd name="T2" fmla="*/ 0 w 758"/>
                <a:gd name="T3" fmla="*/ 326 h 652"/>
                <a:gd name="T4" fmla="*/ 191 w 758"/>
                <a:gd name="T5" fmla="*/ 0 h 652"/>
                <a:gd name="T6" fmla="*/ 567 w 758"/>
                <a:gd name="T7" fmla="*/ 0 h 652"/>
                <a:gd name="T8" fmla="*/ 758 w 758"/>
                <a:gd name="T9" fmla="*/ 326 h 652"/>
                <a:gd name="T10" fmla="*/ 567 w 758"/>
                <a:gd name="T11" fmla="*/ 652 h 652"/>
                <a:gd name="T12" fmla="*/ 191 w 758"/>
                <a:gd name="T13" fmla="*/ 652 h 652"/>
              </a:gdLst>
              <a:ahLst/>
              <a:cxnLst>
                <a:cxn ang="0">
                  <a:pos x="T0" y="T1"/>
                </a:cxn>
                <a:cxn ang="0">
                  <a:pos x="T2" y="T3"/>
                </a:cxn>
                <a:cxn ang="0">
                  <a:pos x="T4" y="T5"/>
                </a:cxn>
                <a:cxn ang="0">
                  <a:pos x="T6" y="T7"/>
                </a:cxn>
                <a:cxn ang="0">
                  <a:pos x="T8" y="T9"/>
                </a:cxn>
                <a:cxn ang="0">
                  <a:pos x="T10" y="T11"/>
                </a:cxn>
                <a:cxn ang="0">
                  <a:pos x="T12" y="T13"/>
                </a:cxn>
              </a:cxnLst>
              <a:rect l="0" t="0" r="r" b="b"/>
              <a:pathLst>
                <a:path w="758" h="652">
                  <a:moveTo>
                    <a:pt x="191" y="652"/>
                  </a:moveTo>
                  <a:lnTo>
                    <a:pt x="0" y="326"/>
                  </a:lnTo>
                  <a:lnTo>
                    <a:pt x="191" y="0"/>
                  </a:lnTo>
                  <a:lnTo>
                    <a:pt x="567" y="0"/>
                  </a:lnTo>
                  <a:lnTo>
                    <a:pt x="758" y="326"/>
                  </a:lnTo>
                  <a:lnTo>
                    <a:pt x="567" y="652"/>
                  </a:lnTo>
                  <a:lnTo>
                    <a:pt x="191" y="652"/>
                  </a:lnTo>
                  <a:close/>
                </a:path>
              </a:pathLst>
            </a:custGeom>
            <a:solidFill>
              <a:schemeClr val="accent4"/>
            </a:solidFill>
            <a:ln w="12700" cap="flat">
              <a:solidFill>
                <a:schemeClr val="bg1"/>
              </a:solidFill>
              <a:prstDash val="solid"/>
              <a:miter lim="800000"/>
              <a:headEnd/>
              <a:tailEnd/>
            </a:ln>
          </p:spPr>
          <p:txBody>
            <a:bodyPr vert="horz" wrap="square" lIns="74238" tIns="37119" rIns="74238" bIns="37119" numCol="1" anchor="ctr" anchorCtr="0" compatLnSpc="1">
              <a:prstTxWarp prst="textNoShape">
                <a:avLst/>
              </a:prstTxWarp>
            </a:bodyPr>
            <a:lstStyle/>
            <a:p>
              <a:pPr algn="ctr" defTabSz="742389">
                <a:defRPr/>
              </a:pPr>
              <a:r>
                <a:rPr lang="en-US" sz="1000" b="1" dirty="0">
                  <a:solidFill>
                    <a:prstClr val="white"/>
                  </a:solidFill>
                  <a:latin typeface="Aptos" panose="020B0004020202020204" pitchFamily="34" charset="0"/>
                </a:rPr>
                <a:t>xx%</a:t>
              </a:r>
            </a:p>
          </p:txBody>
        </p:sp>
        <p:sp>
          <p:nvSpPr>
            <p:cNvPr id="10" name="Freeform 10">
              <a:extLst>
                <a:ext uri="{FF2B5EF4-FFF2-40B4-BE49-F238E27FC236}">
                  <a16:creationId xmlns:a16="http://schemas.microsoft.com/office/drawing/2014/main" id="{55DAA7C2-9BD2-40E0-8F96-E3F690839B5E}"/>
                </a:ext>
              </a:extLst>
            </p:cNvPr>
            <p:cNvSpPr>
              <a:spLocks/>
            </p:cNvSpPr>
            <p:nvPr/>
          </p:nvSpPr>
          <p:spPr bwMode="auto">
            <a:xfrm>
              <a:off x="4451944" y="2037733"/>
              <a:ext cx="2433482" cy="1678974"/>
            </a:xfrm>
            <a:custGeom>
              <a:avLst/>
              <a:gdLst/>
              <a:ahLst/>
              <a:cxnLst/>
              <a:rect l="l" t="t" r="r" b="b"/>
              <a:pathLst>
                <a:path w="3000377" h="2070100">
                  <a:moveTo>
                    <a:pt x="303213" y="0"/>
                  </a:moveTo>
                  <a:lnTo>
                    <a:pt x="900113" y="0"/>
                  </a:lnTo>
                  <a:lnTo>
                    <a:pt x="1203325" y="517525"/>
                  </a:lnTo>
                  <a:lnTo>
                    <a:pt x="1797052" y="517525"/>
                  </a:lnTo>
                  <a:lnTo>
                    <a:pt x="2100265" y="0"/>
                  </a:lnTo>
                  <a:lnTo>
                    <a:pt x="2697165" y="0"/>
                  </a:lnTo>
                  <a:lnTo>
                    <a:pt x="3000377" y="517525"/>
                  </a:lnTo>
                  <a:lnTo>
                    <a:pt x="2697165" y="1035050"/>
                  </a:lnTo>
                  <a:lnTo>
                    <a:pt x="3000377" y="1552575"/>
                  </a:lnTo>
                  <a:lnTo>
                    <a:pt x="2697165" y="2070100"/>
                  </a:lnTo>
                  <a:lnTo>
                    <a:pt x="2100265" y="2070100"/>
                  </a:lnTo>
                  <a:lnTo>
                    <a:pt x="1797052" y="1552575"/>
                  </a:lnTo>
                  <a:lnTo>
                    <a:pt x="1203325" y="1552575"/>
                  </a:lnTo>
                  <a:lnTo>
                    <a:pt x="900113" y="2070100"/>
                  </a:lnTo>
                  <a:lnTo>
                    <a:pt x="303213" y="2070100"/>
                  </a:lnTo>
                  <a:lnTo>
                    <a:pt x="0" y="1552575"/>
                  </a:lnTo>
                  <a:lnTo>
                    <a:pt x="303213" y="1035050"/>
                  </a:lnTo>
                  <a:lnTo>
                    <a:pt x="0" y="517525"/>
                  </a:lnTo>
                  <a:close/>
                </a:path>
              </a:pathLst>
            </a:custGeom>
            <a:solidFill>
              <a:schemeClr val="accent2">
                <a:lumMod val="20000"/>
                <a:lumOff val="80000"/>
                <a:alpha val="50000"/>
              </a:schemeClr>
            </a:solidFill>
            <a:ln w="11113" cap="flat">
              <a:noFill/>
              <a:prstDash val="solid"/>
              <a:miter lim="800000"/>
              <a:headEnd/>
              <a:tailEnd/>
            </a:ln>
          </p:spPr>
          <p:txBody>
            <a:bodyPr vert="horz" wrap="square" lIns="74238" tIns="37119" rIns="74238" bIns="37119" numCol="1" anchor="t" anchorCtr="0" compatLnSpc="1">
              <a:prstTxWarp prst="textNoShape">
                <a:avLst/>
              </a:prstTxWarp>
            </a:bodyPr>
            <a:lstStyle/>
            <a:p>
              <a:pPr defTabSz="742389">
                <a:defRPr/>
              </a:pPr>
              <a:endParaRPr lang="en-US" sz="1000" dirty="0">
                <a:solidFill>
                  <a:prstClr val="black"/>
                </a:solidFill>
                <a:latin typeface="Aptos" panose="020B0004020202020204" pitchFamily="34" charset="0"/>
              </a:endParaRPr>
            </a:p>
          </p:txBody>
        </p:sp>
        <p:sp>
          <p:nvSpPr>
            <p:cNvPr id="11" name="Freeform 11">
              <a:extLst>
                <a:ext uri="{FF2B5EF4-FFF2-40B4-BE49-F238E27FC236}">
                  <a16:creationId xmlns:a16="http://schemas.microsoft.com/office/drawing/2014/main" id="{4074D7C7-4FB2-4C88-8585-A63528776055}"/>
                </a:ext>
              </a:extLst>
            </p:cNvPr>
            <p:cNvSpPr>
              <a:spLocks/>
            </p:cNvSpPr>
            <p:nvPr/>
          </p:nvSpPr>
          <p:spPr bwMode="auto">
            <a:xfrm>
              <a:off x="5191814" y="1629509"/>
              <a:ext cx="975968" cy="839487"/>
            </a:xfrm>
            <a:custGeom>
              <a:avLst/>
              <a:gdLst>
                <a:gd name="T0" fmla="*/ 191 w 758"/>
                <a:gd name="T1" fmla="*/ 652 h 652"/>
                <a:gd name="T2" fmla="*/ 0 w 758"/>
                <a:gd name="T3" fmla="*/ 326 h 652"/>
                <a:gd name="T4" fmla="*/ 191 w 758"/>
                <a:gd name="T5" fmla="*/ 0 h 652"/>
                <a:gd name="T6" fmla="*/ 567 w 758"/>
                <a:gd name="T7" fmla="*/ 0 h 652"/>
                <a:gd name="T8" fmla="*/ 758 w 758"/>
                <a:gd name="T9" fmla="*/ 326 h 652"/>
                <a:gd name="T10" fmla="*/ 567 w 758"/>
                <a:gd name="T11" fmla="*/ 652 h 652"/>
                <a:gd name="T12" fmla="*/ 191 w 758"/>
                <a:gd name="T13" fmla="*/ 652 h 652"/>
              </a:gdLst>
              <a:ahLst/>
              <a:cxnLst>
                <a:cxn ang="0">
                  <a:pos x="T0" y="T1"/>
                </a:cxn>
                <a:cxn ang="0">
                  <a:pos x="T2" y="T3"/>
                </a:cxn>
                <a:cxn ang="0">
                  <a:pos x="T4" y="T5"/>
                </a:cxn>
                <a:cxn ang="0">
                  <a:pos x="T6" y="T7"/>
                </a:cxn>
                <a:cxn ang="0">
                  <a:pos x="T8" y="T9"/>
                </a:cxn>
                <a:cxn ang="0">
                  <a:pos x="T10" y="T11"/>
                </a:cxn>
                <a:cxn ang="0">
                  <a:pos x="T12" y="T13"/>
                </a:cxn>
              </a:cxnLst>
              <a:rect l="0" t="0" r="r" b="b"/>
              <a:pathLst>
                <a:path w="758" h="652">
                  <a:moveTo>
                    <a:pt x="191" y="652"/>
                  </a:moveTo>
                  <a:lnTo>
                    <a:pt x="0" y="326"/>
                  </a:lnTo>
                  <a:lnTo>
                    <a:pt x="191" y="0"/>
                  </a:lnTo>
                  <a:lnTo>
                    <a:pt x="567" y="0"/>
                  </a:lnTo>
                  <a:lnTo>
                    <a:pt x="758" y="326"/>
                  </a:lnTo>
                  <a:lnTo>
                    <a:pt x="567" y="652"/>
                  </a:lnTo>
                  <a:lnTo>
                    <a:pt x="191" y="652"/>
                  </a:lnTo>
                  <a:close/>
                </a:path>
              </a:pathLst>
            </a:custGeom>
            <a:solidFill>
              <a:schemeClr val="accent4">
                <a:lumMod val="75000"/>
              </a:schemeClr>
            </a:solidFill>
            <a:ln w="12700" cap="flat">
              <a:solidFill>
                <a:schemeClr val="bg1"/>
              </a:solidFill>
              <a:prstDash val="solid"/>
              <a:miter lim="800000"/>
              <a:headEnd/>
              <a:tailEnd/>
            </a:ln>
          </p:spPr>
          <p:txBody>
            <a:bodyPr vert="horz" wrap="square" lIns="74238" tIns="37119" rIns="74238" bIns="37119" numCol="1" anchor="ctr" anchorCtr="0" compatLnSpc="1">
              <a:prstTxWarp prst="textNoShape">
                <a:avLst/>
              </a:prstTxWarp>
            </a:bodyPr>
            <a:lstStyle/>
            <a:p>
              <a:pPr algn="ctr" defTabSz="742389">
                <a:defRPr/>
              </a:pPr>
              <a:r>
                <a:rPr lang="en-US" sz="1000" b="1" dirty="0">
                  <a:solidFill>
                    <a:prstClr val="white"/>
                  </a:solidFill>
                  <a:latin typeface="Aptos" panose="020B0004020202020204" pitchFamily="34" charset="0"/>
                </a:rPr>
                <a:t>xxx</a:t>
              </a:r>
            </a:p>
          </p:txBody>
        </p:sp>
        <p:sp>
          <p:nvSpPr>
            <p:cNvPr id="12" name="Freeform 12">
              <a:extLst>
                <a:ext uri="{FF2B5EF4-FFF2-40B4-BE49-F238E27FC236}">
                  <a16:creationId xmlns:a16="http://schemas.microsoft.com/office/drawing/2014/main" id="{D5E0DAFE-3303-4371-8E3C-1AE887919D4F}"/>
                </a:ext>
              </a:extLst>
            </p:cNvPr>
            <p:cNvSpPr>
              <a:spLocks/>
            </p:cNvSpPr>
            <p:nvPr/>
          </p:nvSpPr>
          <p:spPr bwMode="auto">
            <a:xfrm>
              <a:off x="5180701" y="3296964"/>
              <a:ext cx="975968" cy="839487"/>
            </a:xfrm>
            <a:custGeom>
              <a:avLst/>
              <a:gdLst>
                <a:gd name="T0" fmla="*/ 191 w 758"/>
                <a:gd name="T1" fmla="*/ 652 h 652"/>
                <a:gd name="T2" fmla="*/ 0 w 758"/>
                <a:gd name="T3" fmla="*/ 326 h 652"/>
                <a:gd name="T4" fmla="*/ 191 w 758"/>
                <a:gd name="T5" fmla="*/ 0 h 652"/>
                <a:gd name="T6" fmla="*/ 567 w 758"/>
                <a:gd name="T7" fmla="*/ 0 h 652"/>
                <a:gd name="T8" fmla="*/ 758 w 758"/>
                <a:gd name="T9" fmla="*/ 326 h 652"/>
                <a:gd name="T10" fmla="*/ 567 w 758"/>
                <a:gd name="T11" fmla="*/ 652 h 652"/>
                <a:gd name="T12" fmla="*/ 191 w 758"/>
                <a:gd name="T13" fmla="*/ 652 h 652"/>
              </a:gdLst>
              <a:ahLst/>
              <a:cxnLst>
                <a:cxn ang="0">
                  <a:pos x="T0" y="T1"/>
                </a:cxn>
                <a:cxn ang="0">
                  <a:pos x="T2" y="T3"/>
                </a:cxn>
                <a:cxn ang="0">
                  <a:pos x="T4" y="T5"/>
                </a:cxn>
                <a:cxn ang="0">
                  <a:pos x="T6" y="T7"/>
                </a:cxn>
                <a:cxn ang="0">
                  <a:pos x="T8" y="T9"/>
                </a:cxn>
                <a:cxn ang="0">
                  <a:pos x="T10" y="T11"/>
                </a:cxn>
                <a:cxn ang="0">
                  <a:pos x="T12" y="T13"/>
                </a:cxn>
              </a:cxnLst>
              <a:rect l="0" t="0" r="r" b="b"/>
              <a:pathLst>
                <a:path w="758" h="652">
                  <a:moveTo>
                    <a:pt x="191" y="652"/>
                  </a:moveTo>
                  <a:lnTo>
                    <a:pt x="0" y="326"/>
                  </a:lnTo>
                  <a:lnTo>
                    <a:pt x="191" y="0"/>
                  </a:lnTo>
                  <a:lnTo>
                    <a:pt x="567" y="0"/>
                  </a:lnTo>
                  <a:lnTo>
                    <a:pt x="758" y="326"/>
                  </a:lnTo>
                  <a:lnTo>
                    <a:pt x="567" y="652"/>
                  </a:lnTo>
                  <a:lnTo>
                    <a:pt x="191" y="652"/>
                  </a:lnTo>
                  <a:close/>
                </a:path>
              </a:pathLst>
            </a:custGeom>
            <a:solidFill>
              <a:schemeClr val="accent2"/>
            </a:solidFill>
            <a:ln w="12700" cap="flat">
              <a:solidFill>
                <a:schemeClr val="bg1"/>
              </a:solidFill>
              <a:prstDash val="solid"/>
              <a:miter lim="800000"/>
              <a:headEnd/>
              <a:tailEnd/>
            </a:ln>
          </p:spPr>
          <p:txBody>
            <a:bodyPr vert="horz" wrap="square" lIns="74238" tIns="37119" rIns="74238" bIns="37119" numCol="1" anchor="ctr" anchorCtr="0" compatLnSpc="1">
              <a:prstTxWarp prst="textNoShape">
                <a:avLst/>
              </a:prstTxWarp>
            </a:bodyPr>
            <a:lstStyle/>
            <a:p>
              <a:pPr algn="ctr" defTabSz="742389">
                <a:defRPr/>
              </a:pPr>
              <a:r>
                <a:rPr lang="en-US" sz="1000" b="1" dirty="0">
                  <a:latin typeface="Aptos" panose="020B0004020202020204" pitchFamily="34" charset="0"/>
                </a:rPr>
                <a:t>xxx</a:t>
              </a:r>
            </a:p>
          </p:txBody>
        </p:sp>
        <p:sp>
          <p:nvSpPr>
            <p:cNvPr id="13" name="Freeform 11">
              <a:extLst>
                <a:ext uri="{FF2B5EF4-FFF2-40B4-BE49-F238E27FC236}">
                  <a16:creationId xmlns:a16="http://schemas.microsoft.com/office/drawing/2014/main" id="{31067325-1C68-4E7B-B3B1-6EB228998E15}"/>
                </a:ext>
              </a:extLst>
            </p:cNvPr>
            <p:cNvSpPr>
              <a:spLocks/>
            </p:cNvSpPr>
            <p:nvPr/>
          </p:nvSpPr>
          <p:spPr bwMode="auto">
            <a:xfrm flipV="1">
              <a:off x="5199750" y="4176264"/>
              <a:ext cx="2433482" cy="2098718"/>
            </a:xfrm>
            <a:custGeom>
              <a:avLst/>
              <a:gdLst/>
              <a:ahLst/>
              <a:cxnLst/>
              <a:rect l="l" t="t" r="r" b="b"/>
              <a:pathLst>
                <a:path w="2067202" h="1782825">
                  <a:moveTo>
                    <a:pt x="827975" y="0"/>
                  </a:moveTo>
                  <a:lnTo>
                    <a:pt x="1239227" y="0"/>
                  </a:lnTo>
                  <a:lnTo>
                    <a:pt x="1448135" y="356565"/>
                  </a:lnTo>
                  <a:lnTo>
                    <a:pt x="1858295" y="356565"/>
                  </a:lnTo>
                  <a:lnTo>
                    <a:pt x="2067202" y="713130"/>
                  </a:lnTo>
                  <a:lnTo>
                    <a:pt x="1858295" y="1069695"/>
                  </a:lnTo>
                  <a:lnTo>
                    <a:pt x="2067202" y="1426260"/>
                  </a:lnTo>
                  <a:lnTo>
                    <a:pt x="1858295" y="1782825"/>
                  </a:lnTo>
                  <a:lnTo>
                    <a:pt x="1447042" y="1782825"/>
                  </a:lnTo>
                  <a:lnTo>
                    <a:pt x="1238134" y="1426260"/>
                  </a:lnTo>
                  <a:lnTo>
                    <a:pt x="829068" y="1426260"/>
                  </a:lnTo>
                  <a:lnTo>
                    <a:pt x="620161" y="1782825"/>
                  </a:lnTo>
                  <a:lnTo>
                    <a:pt x="208908" y="1782825"/>
                  </a:lnTo>
                  <a:lnTo>
                    <a:pt x="0" y="1426260"/>
                  </a:lnTo>
                  <a:lnTo>
                    <a:pt x="208908" y="1069695"/>
                  </a:lnTo>
                  <a:lnTo>
                    <a:pt x="0" y="713130"/>
                  </a:lnTo>
                  <a:lnTo>
                    <a:pt x="208908" y="356565"/>
                  </a:lnTo>
                  <a:lnTo>
                    <a:pt x="619067" y="356565"/>
                  </a:lnTo>
                  <a:close/>
                </a:path>
              </a:pathLst>
            </a:custGeom>
            <a:solidFill>
              <a:schemeClr val="accent3">
                <a:lumMod val="20000"/>
                <a:lumOff val="80000"/>
                <a:alpha val="50000"/>
              </a:schemeClr>
            </a:solidFill>
            <a:ln w="11113" cap="flat">
              <a:noFill/>
              <a:prstDash val="solid"/>
              <a:miter lim="800000"/>
              <a:headEnd/>
              <a:tailEnd/>
            </a:ln>
          </p:spPr>
          <p:txBody>
            <a:bodyPr vert="horz" wrap="square" lIns="74238" tIns="37119" rIns="74238" bIns="37119" numCol="1" anchor="t" anchorCtr="0" compatLnSpc="1">
              <a:prstTxWarp prst="textNoShape">
                <a:avLst/>
              </a:prstTxWarp>
            </a:bodyPr>
            <a:lstStyle/>
            <a:p>
              <a:pPr defTabSz="742389">
                <a:defRPr/>
              </a:pPr>
              <a:endParaRPr lang="en-US" sz="1000" dirty="0">
                <a:solidFill>
                  <a:prstClr val="black"/>
                </a:solidFill>
                <a:latin typeface="Aptos" panose="020B0004020202020204" pitchFamily="34" charset="0"/>
              </a:endParaRPr>
            </a:p>
          </p:txBody>
        </p:sp>
        <p:sp>
          <p:nvSpPr>
            <p:cNvPr id="14" name="Freeform 12">
              <a:extLst>
                <a:ext uri="{FF2B5EF4-FFF2-40B4-BE49-F238E27FC236}">
                  <a16:creationId xmlns:a16="http://schemas.microsoft.com/office/drawing/2014/main" id="{9F2F81E4-A0E4-4251-92E4-DAEDAD284305}"/>
                </a:ext>
              </a:extLst>
            </p:cNvPr>
            <p:cNvSpPr>
              <a:spLocks/>
            </p:cNvSpPr>
            <p:nvPr/>
          </p:nvSpPr>
          <p:spPr bwMode="auto">
            <a:xfrm>
              <a:off x="5928507" y="3756521"/>
              <a:ext cx="975968" cy="839487"/>
            </a:xfrm>
            <a:custGeom>
              <a:avLst/>
              <a:gdLst>
                <a:gd name="T0" fmla="*/ 191 w 758"/>
                <a:gd name="T1" fmla="*/ 652 h 652"/>
                <a:gd name="T2" fmla="*/ 0 w 758"/>
                <a:gd name="T3" fmla="*/ 326 h 652"/>
                <a:gd name="T4" fmla="*/ 191 w 758"/>
                <a:gd name="T5" fmla="*/ 0 h 652"/>
                <a:gd name="T6" fmla="*/ 567 w 758"/>
                <a:gd name="T7" fmla="*/ 0 h 652"/>
                <a:gd name="T8" fmla="*/ 758 w 758"/>
                <a:gd name="T9" fmla="*/ 326 h 652"/>
                <a:gd name="T10" fmla="*/ 567 w 758"/>
                <a:gd name="T11" fmla="*/ 652 h 652"/>
                <a:gd name="T12" fmla="*/ 191 w 758"/>
                <a:gd name="T13" fmla="*/ 652 h 652"/>
              </a:gdLst>
              <a:ahLst/>
              <a:cxnLst>
                <a:cxn ang="0">
                  <a:pos x="T0" y="T1"/>
                </a:cxn>
                <a:cxn ang="0">
                  <a:pos x="T2" y="T3"/>
                </a:cxn>
                <a:cxn ang="0">
                  <a:pos x="T4" y="T5"/>
                </a:cxn>
                <a:cxn ang="0">
                  <a:pos x="T6" y="T7"/>
                </a:cxn>
                <a:cxn ang="0">
                  <a:pos x="T8" y="T9"/>
                </a:cxn>
                <a:cxn ang="0">
                  <a:pos x="T10" y="T11"/>
                </a:cxn>
                <a:cxn ang="0">
                  <a:pos x="T12" y="T13"/>
                </a:cxn>
              </a:cxnLst>
              <a:rect l="0" t="0" r="r" b="b"/>
              <a:pathLst>
                <a:path w="758" h="652">
                  <a:moveTo>
                    <a:pt x="191" y="652"/>
                  </a:moveTo>
                  <a:lnTo>
                    <a:pt x="0" y="326"/>
                  </a:lnTo>
                  <a:lnTo>
                    <a:pt x="191" y="0"/>
                  </a:lnTo>
                  <a:lnTo>
                    <a:pt x="567" y="0"/>
                  </a:lnTo>
                  <a:lnTo>
                    <a:pt x="758" y="326"/>
                  </a:lnTo>
                  <a:lnTo>
                    <a:pt x="567" y="652"/>
                  </a:lnTo>
                  <a:lnTo>
                    <a:pt x="191" y="652"/>
                  </a:lnTo>
                  <a:close/>
                </a:path>
              </a:pathLst>
            </a:custGeom>
            <a:solidFill>
              <a:schemeClr val="accent3"/>
            </a:solidFill>
            <a:ln w="12700" cap="flat">
              <a:solidFill>
                <a:schemeClr val="bg1"/>
              </a:solidFill>
              <a:prstDash val="solid"/>
              <a:miter lim="800000"/>
              <a:headEnd/>
              <a:tailEnd/>
            </a:ln>
          </p:spPr>
          <p:txBody>
            <a:bodyPr vert="horz" wrap="square" lIns="74238" tIns="37119" rIns="74238" bIns="37119" numCol="1" anchor="ctr" anchorCtr="0" compatLnSpc="1">
              <a:prstTxWarp prst="textNoShape">
                <a:avLst/>
              </a:prstTxWarp>
            </a:bodyPr>
            <a:lstStyle/>
            <a:p>
              <a:pPr algn="ctr" defTabSz="742389">
                <a:defRPr/>
              </a:pPr>
              <a:r>
                <a:rPr lang="en-US" sz="1000" b="1" dirty="0">
                  <a:solidFill>
                    <a:prstClr val="white"/>
                  </a:solidFill>
                  <a:latin typeface="Aptos" panose="020B0004020202020204" pitchFamily="34" charset="0"/>
                </a:rPr>
                <a:t>xx%</a:t>
              </a:r>
            </a:p>
          </p:txBody>
        </p:sp>
        <p:sp>
          <p:nvSpPr>
            <p:cNvPr id="15" name="Rectangle 14">
              <a:extLst>
                <a:ext uri="{FF2B5EF4-FFF2-40B4-BE49-F238E27FC236}">
                  <a16:creationId xmlns:a16="http://schemas.microsoft.com/office/drawing/2014/main" id="{A2C98346-4A78-4908-BA8C-BF504D5F6FC6}"/>
                </a:ext>
              </a:extLst>
            </p:cNvPr>
            <p:cNvSpPr/>
            <p:nvPr/>
          </p:nvSpPr>
          <p:spPr>
            <a:xfrm>
              <a:off x="2268599" y="2695401"/>
              <a:ext cx="882893" cy="382429"/>
            </a:xfrm>
            <a:prstGeom prst="rect">
              <a:avLst/>
            </a:prstGeom>
          </p:spPr>
          <p:txBody>
            <a:bodyPr wrap="none" lIns="0" tIns="0" rIns="0" bIns="0">
              <a:spAutoFit/>
            </a:bodyPr>
            <a:lstStyle/>
            <a:p>
              <a:pPr algn="ctr" defTabSz="742389">
                <a:spcBef>
                  <a:spcPts val="488"/>
                </a:spcBef>
              </a:pPr>
              <a:r>
                <a:rPr lang="en-US" sz="1000" dirty="0">
                  <a:solidFill>
                    <a:srgbClr val="313131"/>
                  </a:solidFill>
                  <a:latin typeface="Aptos" panose="020B0004020202020204" pitchFamily="34" charset="0"/>
                </a:rPr>
                <a:t>Lorem ipsum </a:t>
              </a:r>
              <a:br>
                <a:rPr lang="en-US" sz="1000" dirty="0">
                  <a:solidFill>
                    <a:srgbClr val="313131"/>
                  </a:solidFill>
                  <a:latin typeface="Aptos" panose="020B0004020202020204" pitchFamily="34" charset="0"/>
                </a:rPr>
              </a:br>
              <a:r>
                <a:rPr lang="en-US" sz="1000" dirty="0">
                  <a:solidFill>
                    <a:srgbClr val="313131"/>
                  </a:solidFill>
                  <a:latin typeface="Aptos" panose="020B0004020202020204" pitchFamily="34" charset="0"/>
                </a:rPr>
                <a:t>Lorem ipsum </a:t>
              </a:r>
            </a:p>
          </p:txBody>
        </p:sp>
        <p:sp>
          <p:nvSpPr>
            <p:cNvPr id="16" name="Rectangle 15">
              <a:extLst>
                <a:ext uri="{FF2B5EF4-FFF2-40B4-BE49-F238E27FC236}">
                  <a16:creationId xmlns:a16="http://schemas.microsoft.com/office/drawing/2014/main" id="{667E0C57-820D-4259-A2B6-6A199905A459}"/>
                </a:ext>
              </a:extLst>
            </p:cNvPr>
            <p:cNvSpPr/>
            <p:nvPr/>
          </p:nvSpPr>
          <p:spPr>
            <a:xfrm>
              <a:off x="5238356" y="2704073"/>
              <a:ext cx="882893" cy="382429"/>
            </a:xfrm>
            <a:prstGeom prst="rect">
              <a:avLst/>
            </a:prstGeom>
          </p:spPr>
          <p:txBody>
            <a:bodyPr wrap="none" lIns="0" tIns="0" rIns="0" bIns="0">
              <a:spAutoFit/>
            </a:bodyPr>
            <a:lstStyle/>
            <a:p>
              <a:pPr algn="ctr" defTabSz="742389">
                <a:spcBef>
                  <a:spcPts val="488"/>
                </a:spcBef>
              </a:pPr>
              <a:r>
                <a:rPr lang="en-US" sz="1000" dirty="0">
                  <a:solidFill>
                    <a:srgbClr val="313131"/>
                  </a:solidFill>
                  <a:latin typeface="Aptos" panose="020B0004020202020204" pitchFamily="34" charset="0"/>
                </a:rPr>
                <a:t>Lorem ipsum </a:t>
              </a:r>
              <a:br>
                <a:rPr lang="en-US" sz="1000" dirty="0">
                  <a:solidFill>
                    <a:srgbClr val="313131"/>
                  </a:solidFill>
                  <a:latin typeface="Aptos" panose="020B0004020202020204" pitchFamily="34" charset="0"/>
                </a:rPr>
              </a:br>
              <a:r>
                <a:rPr lang="en-US" sz="1000" dirty="0">
                  <a:solidFill>
                    <a:srgbClr val="313131"/>
                  </a:solidFill>
                  <a:latin typeface="Aptos" panose="020B0004020202020204" pitchFamily="34" charset="0"/>
                </a:rPr>
                <a:t>Lorem ipsum </a:t>
              </a:r>
            </a:p>
          </p:txBody>
        </p:sp>
        <p:sp>
          <p:nvSpPr>
            <p:cNvPr id="17" name="Rectangle 16">
              <a:extLst>
                <a:ext uri="{FF2B5EF4-FFF2-40B4-BE49-F238E27FC236}">
                  <a16:creationId xmlns:a16="http://schemas.microsoft.com/office/drawing/2014/main" id="{AC1941A0-5F7C-4ECD-BA8B-E854E1ECE92B}"/>
                </a:ext>
              </a:extLst>
            </p:cNvPr>
            <p:cNvSpPr/>
            <p:nvPr/>
          </p:nvSpPr>
          <p:spPr>
            <a:xfrm>
              <a:off x="3749526" y="4325765"/>
              <a:ext cx="882893" cy="382429"/>
            </a:xfrm>
            <a:prstGeom prst="rect">
              <a:avLst/>
            </a:prstGeom>
          </p:spPr>
          <p:txBody>
            <a:bodyPr wrap="none" lIns="0" tIns="0" rIns="0" bIns="0">
              <a:spAutoFit/>
            </a:bodyPr>
            <a:lstStyle/>
            <a:p>
              <a:pPr algn="ctr" defTabSz="742389">
                <a:spcBef>
                  <a:spcPts val="488"/>
                </a:spcBef>
              </a:pPr>
              <a:r>
                <a:rPr lang="en-US" sz="1000" dirty="0">
                  <a:solidFill>
                    <a:srgbClr val="313131"/>
                  </a:solidFill>
                  <a:latin typeface="Aptos" panose="020B0004020202020204" pitchFamily="34" charset="0"/>
                </a:rPr>
                <a:t>Lorem ipsum </a:t>
              </a:r>
              <a:br>
                <a:rPr lang="en-US" sz="1000" dirty="0">
                  <a:solidFill>
                    <a:srgbClr val="313131"/>
                  </a:solidFill>
                  <a:latin typeface="Aptos" panose="020B0004020202020204" pitchFamily="34" charset="0"/>
                </a:rPr>
              </a:br>
              <a:r>
                <a:rPr lang="en-US" sz="1000" dirty="0">
                  <a:solidFill>
                    <a:srgbClr val="313131"/>
                  </a:solidFill>
                  <a:latin typeface="Aptos" panose="020B0004020202020204" pitchFamily="34" charset="0"/>
                </a:rPr>
                <a:t>Lorem ipsum </a:t>
              </a:r>
            </a:p>
          </p:txBody>
        </p:sp>
        <p:sp>
          <p:nvSpPr>
            <p:cNvPr id="18" name="Rectangle 17">
              <a:extLst>
                <a:ext uri="{FF2B5EF4-FFF2-40B4-BE49-F238E27FC236}">
                  <a16:creationId xmlns:a16="http://schemas.microsoft.com/office/drawing/2014/main" id="{C0D24236-DA6F-4F03-B018-672C587C3701}"/>
                </a:ext>
              </a:extLst>
            </p:cNvPr>
            <p:cNvSpPr/>
            <p:nvPr/>
          </p:nvSpPr>
          <p:spPr>
            <a:xfrm>
              <a:off x="5992512" y="4745508"/>
              <a:ext cx="882893" cy="382429"/>
            </a:xfrm>
            <a:prstGeom prst="rect">
              <a:avLst/>
            </a:prstGeom>
          </p:spPr>
          <p:txBody>
            <a:bodyPr wrap="none" lIns="0" tIns="0" rIns="0" bIns="0">
              <a:spAutoFit/>
            </a:bodyPr>
            <a:lstStyle/>
            <a:p>
              <a:pPr algn="ctr" defTabSz="742389">
                <a:spcBef>
                  <a:spcPts val="488"/>
                </a:spcBef>
              </a:pPr>
              <a:r>
                <a:rPr lang="en-US" sz="1000" dirty="0">
                  <a:solidFill>
                    <a:srgbClr val="313131"/>
                  </a:solidFill>
                  <a:latin typeface="Aptos" panose="020B0004020202020204" pitchFamily="34" charset="0"/>
                </a:rPr>
                <a:t>Lorem ipsum </a:t>
              </a:r>
              <a:br>
                <a:rPr lang="en-US" sz="1000" dirty="0">
                  <a:solidFill>
                    <a:srgbClr val="313131"/>
                  </a:solidFill>
                  <a:latin typeface="Aptos" panose="020B0004020202020204" pitchFamily="34" charset="0"/>
                </a:rPr>
              </a:br>
              <a:r>
                <a:rPr lang="en-US" sz="1000" dirty="0">
                  <a:solidFill>
                    <a:srgbClr val="313131"/>
                  </a:solidFill>
                  <a:latin typeface="Aptos" panose="020B0004020202020204" pitchFamily="34" charset="0"/>
                </a:rPr>
                <a:t>Lorem ipsum </a:t>
              </a:r>
            </a:p>
          </p:txBody>
        </p:sp>
        <p:sp>
          <p:nvSpPr>
            <p:cNvPr id="19" name="Freeform 12">
              <a:extLst>
                <a:ext uri="{FF2B5EF4-FFF2-40B4-BE49-F238E27FC236}">
                  <a16:creationId xmlns:a16="http://schemas.microsoft.com/office/drawing/2014/main" id="{5C05A681-CC92-418B-9B23-881129FEE57B}"/>
                </a:ext>
              </a:extLst>
            </p:cNvPr>
            <p:cNvSpPr>
              <a:spLocks/>
            </p:cNvSpPr>
            <p:nvPr/>
          </p:nvSpPr>
          <p:spPr bwMode="auto">
            <a:xfrm>
              <a:off x="738589" y="2460327"/>
              <a:ext cx="975968" cy="839487"/>
            </a:xfrm>
            <a:custGeom>
              <a:avLst/>
              <a:gdLst>
                <a:gd name="T0" fmla="*/ 191 w 758"/>
                <a:gd name="T1" fmla="*/ 652 h 652"/>
                <a:gd name="T2" fmla="*/ 0 w 758"/>
                <a:gd name="T3" fmla="*/ 326 h 652"/>
                <a:gd name="T4" fmla="*/ 191 w 758"/>
                <a:gd name="T5" fmla="*/ 0 h 652"/>
                <a:gd name="T6" fmla="*/ 567 w 758"/>
                <a:gd name="T7" fmla="*/ 0 h 652"/>
                <a:gd name="T8" fmla="*/ 758 w 758"/>
                <a:gd name="T9" fmla="*/ 326 h 652"/>
                <a:gd name="T10" fmla="*/ 567 w 758"/>
                <a:gd name="T11" fmla="*/ 652 h 652"/>
                <a:gd name="T12" fmla="*/ 191 w 758"/>
                <a:gd name="T13" fmla="*/ 652 h 652"/>
              </a:gdLst>
              <a:ahLst/>
              <a:cxnLst>
                <a:cxn ang="0">
                  <a:pos x="T0" y="T1"/>
                </a:cxn>
                <a:cxn ang="0">
                  <a:pos x="T2" y="T3"/>
                </a:cxn>
                <a:cxn ang="0">
                  <a:pos x="T4" y="T5"/>
                </a:cxn>
                <a:cxn ang="0">
                  <a:pos x="T6" y="T7"/>
                </a:cxn>
                <a:cxn ang="0">
                  <a:pos x="T8" y="T9"/>
                </a:cxn>
                <a:cxn ang="0">
                  <a:pos x="T10" y="T11"/>
                </a:cxn>
                <a:cxn ang="0">
                  <a:pos x="T12" y="T13"/>
                </a:cxn>
              </a:cxnLst>
              <a:rect l="0" t="0" r="r" b="b"/>
              <a:pathLst>
                <a:path w="758" h="652">
                  <a:moveTo>
                    <a:pt x="191" y="652"/>
                  </a:moveTo>
                  <a:lnTo>
                    <a:pt x="0" y="326"/>
                  </a:lnTo>
                  <a:lnTo>
                    <a:pt x="191" y="0"/>
                  </a:lnTo>
                  <a:lnTo>
                    <a:pt x="567" y="0"/>
                  </a:lnTo>
                  <a:lnTo>
                    <a:pt x="758" y="326"/>
                  </a:lnTo>
                  <a:lnTo>
                    <a:pt x="567" y="652"/>
                  </a:lnTo>
                  <a:lnTo>
                    <a:pt x="191" y="652"/>
                  </a:lnTo>
                  <a:close/>
                </a:path>
              </a:pathLst>
            </a:custGeom>
            <a:solidFill>
              <a:schemeClr val="bg2"/>
            </a:solidFill>
            <a:ln w="12700" cap="flat">
              <a:solidFill>
                <a:schemeClr val="bg1"/>
              </a:solidFill>
              <a:prstDash val="solid"/>
              <a:miter lim="800000"/>
              <a:headEnd/>
              <a:tailEnd/>
            </a:ln>
          </p:spPr>
          <p:txBody>
            <a:bodyPr vert="horz" wrap="square" lIns="74238" tIns="37119" rIns="74238" bIns="37119" numCol="1" anchor="ctr" anchorCtr="0" compatLnSpc="1">
              <a:prstTxWarp prst="textNoShape">
                <a:avLst/>
              </a:prstTxWarp>
            </a:bodyPr>
            <a:lstStyle/>
            <a:p>
              <a:pPr algn="ctr" defTabSz="742389">
                <a:defRPr/>
              </a:pPr>
              <a:endParaRPr lang="en-US" sz="1000" b="1" dirty="0">
                <a:solidFill>
                  <a:prstClr val="white"/>
                </a:solidFill>
                <a:latin typeface="Aptos" panose="020B0004020202020204" pitchFamily="34" charset="0"/>
              </a:endParaRPr>
            </a:p>
          </p:txBody>
        </p:sp>
        <p:sp>
          <p:nvSpPr>
            <p:cNvPr id="20" name="Freeform 12">
              <a:extLst>
                <a:ext uri="{FF2B5EF4-FFF2-40B4-BE49-F238E27FC236}">
                  <a16:creationId xmlns:a16="http://schemas.microsoft.com/office/drawing/2014/main" id="{771CBC0F-E07D-4E65-9D2F-EF06E463EB01}"/>
                </a:ext>
              </a:extLst>
            </p:cNvPr>
            <p:cNvSpPr>
              <a:spLocks/>
            </p:cNvSpPr>
            <p:nvPr/>
          </p:nvSpPr>
          <p:spPr bwMode="auto">
            <a:xfrm>
              <a:off x="6677904" y="2462645"/>
              <a:ext cx="975968" cy="839487"/>
            </a:xfrm>
            <a:custGeom>
              <a:avLst/>
              <a:gdLst>
                <a:gd name="T0" fmla="*/ 191 w 758"/>
                <a:gd name="T1" fmla="*/ 652 h 652"/>
                <a:gd name="T2" fmla="*/ 0 w 758"/>
                <a:gd name="T3" fmla="*/ 326 h 652"/>
                <a:gd name="T4" fmla="*/ 191 w 758"/>
                <a:gd name="T5" fmla="*/ 0 h 652"/>
                <a:gd name="T6" fmla="*/ 567 w 758"/>
                <a:gd name="T7" fmla="*/ 0 h 652"/>
                <a:gd name="T8" fmla="*/ 758 w 758"/>
                <a:gd name="T9" fmla="*/ 326 h 652"/>
                <a:gd name="T10" fmla="*/ 567 w 758"/>
                <a:gd name="T11" fmla="*/ 652 h 652"/>
                <a:gd name="T12" fmla="*/ 191 w 758"/>
                <a:gd name="T13" fmla="*/ 652 h 652"/>
              </a:gdLst>
              <a:ahLst/>
              <a:cxnLst>
                <a:cxn ang="0">
                  <a:pos x="T0" y="T1"/>
                </a:cxn>
                <a:cxn ang="0">
                  <a:pos x="T2" y="T3"/>
                </a:cxn>
                <a:cxn ang="0">
                  <a:pos x="T4" y="T5"/>
                </a:cxn>
                <a:cxn ang="0">
                  <a:pos x="T6" y="T7"/>
                </a:cxn>
                <a:cxn ang="0">
                  <a:pos x="T8" y="T9"/>
                </a:cxn>
                <a:cxn ang="0">
                  <a:pos x="T10" y="T11"/>
                </a:cxn>
                <a:cxn ang="0">
                  <a:pos x="T12" y="T13"/>
                </a:cxn>
              </a:cxnLst>
              <a:rect l="0" t="0" r="r" b="b"/>
              <a:pathLst>
                <a:path w="758" h="652">
                  <a:moveTo>
                    <a:pt x="191" y="652"/>
                  </a:moveTo>
                  <a:lnTo>
                    <a:pt x="0" y="326"/>
                  </a:lnTo>
                  <a:lnTo>
                    <a:pt x="191" y="0"/>
                  </a:lnTo>
                  <a:lnTo>
                    <a:pt x="567" y="0"/>
                  </a:lnTo>
                  <a:lnTo>
                    <a:pt x="758" y="326"/>
                  </a:lnTo>
                  <a:lnTo>
                    <a:pt x="567" y="652"/>
                  </a:lnTo>
                  <a:lnTo>
                    <a:pt x="191" y="652"/>
                  </a:lnTo>
                  <a:close/>
                </a:path>
              </a:pathLst>
            </a:custGeom>
            <a:solidFill>
              <a:schemeClr val="bg2"/>
            </a:solidFill>
            <a:ln w="12700" cap="flat">
              <a:solidFill>
                <a:schemeClr val="bg1"/>
              </a:solidFill>
              <a:prstDash val="solid"/>
              <a:miter lim="800000"/>
              <a:headEnd/>
              <a:tailEnd/>
            </a:ln>
          </p:spPr>
          <p:txBody>
            <a:bodyPr vert="horz" wrap="square" lIns="74238" tIns="37119" rIns="74238" bIns="37119" numCol="1" anchor="ctr" anchorCtr="0" compatLnSpc="1">
              <a:prstTxWarp prst="textNoShape">
                <a:avLst/>
              </a:prstTxWarp>
            </a:bodyPr>
            <a:lstStyle/>
            <a:p>
              <a:pPr algn="ctr" defTabSz="742389">
                <a:defRPr/>
              </a:pPr>
              <a:endParaRPr lang="en-US" sz="1000" b="1" dirty="0">
                <a:solidFill>
                  <a:prstClr val="white"/>
                </a:solidFill>
                <a:latin typeface="Aptos" panose="020B0004020202020204" pitchFamily="34" charset="0"/>
              </a:endParaRPr>
            </a:p>
          </p:txBody>
        </p:sp>
        <p:sp>
          <p:nvSpPr>
            <p:cNvPr id="21" name="Freeform 12">
              <a:extLst>
                <a:ext uri="{FF2B5EF4-FFF2-40B4-BE49-F238E27FC236}">
                  <a16:creationId xmlns:a16="http://schemas.microsoft.com/office/drawing/2014/main" id="{DC919930-61F7-4FA4-817B-4FA8BD229982}"/>
                </a:ext>
              </a:extLst>
            </p:cNvPr>
            <p:cNvSpPr>
              <a:spLocks/>
            </p:cNvSpPr>
            <p:nvPr/>
          </p:nvSpPr>
          <p:spPr bwMode="auto">
            <a:xfrm>
              <a:off x="4447979" y="5468731"/>
              <a:ext cx="975968" cy="839487"/>
            </a:xfrm>
            <a:custGeom>
              <a:avLst/>
              <a:gdLst>
                <a:gd name="T0" fmla="*/ 191 w 758"/>
                <a:gd name="T1" fmla="*/ 652 h 652"/>
                <a:gd name="T2" fmla="*/ 0 w 758"/>
                <a:gd name="T3" fmla="*/ 326 h 652"/>
                <a:gd name="T4" fmla="*/ 191 w 758"/>
                <a:gd name="T5" fmla="*/ 0 h 652"/>
                <a:gd name="T6" fmla="*/ 567 w 758"/>
                <a:gd name="T7" fmla="*/ 0 h 652"/>
                <a:gd name="T8" fmla="*/ 758 w 758"/>
                <a:gd name="T9" fmla="*/ 326 h 652"/>
                <a:gd name="T10" fmla="*/ 567 w 758"/>
                <a:gd name="T11" fmla="*/ 652 h 652"/>
                <a:gd name="T12" fmla="*/ 191 w 758"/>
                <a:gd name="T13" fmla="*/ 652 h 652"/>
              </a:gdLst>
              <a:ahLst/>
              <a:cxnLst>
                <a:cxn ang="0">
                  <a:pos x="T0" y="T1"/>
                </a:cxn>
                <a:cxn ang="0">
                  <a:pos x="T2" y="T3"/>
                </a:cxn>
                <a:cxn ang="0">
                  <a:pos x="T4" y="T5"/>
                </a:cxn>
                <a:cxn ang="0">
                  <a:pos x="T6" y="T7"/>
                </a:cxn>
                <a:cxn ang="0">
                  <a:pos x="T8" y="T9"/>
                </a:cxn>
                <a:cxn ang="0">
                  <a:pos x="T10" y="T11"/>
                </a:cxn>
                <a:cxn ang="0">
                  <a:pos x="T12" y="T13"/>
                </a:cxn>
              </a:cxnLst>
              <a:rect l="0" t="0" r="r" b="b"/>
              <a:pathLst>
                <a:path w="758" h="652">
                  <a:moveTo>
                    <a:pt x="191" y="652"/>
                  </a:moveTo>
                  <a:lnTo>
                    <a:pt x="0" y="326"/>
                  </a:lnTo>
                  <a:lnTo>
                    <a:pt x="191" y="0"/>
                  </a:lnTo>
                  <a:lnTo>
                    <a:pt x="567" y="0"/>
                  </a:lnTo>
                  <a:lnTo>
                    <a:pt x="758" y="326"/>
                  </a:lnTo>
                  <a:lnTo>
                    <a:pt x="567" y="652"/>
                  </a:lnTo>
                  <a:lnTo>
                    <a:pt x="191" y="652"/>
                  </a:lnTo>
                  <a:close/>
                </a:path>
              </a:pathLst>
            </a:custGeom>
            <a:solidFill>
              <a:schemeClr val="bg2"/>
            </a:solidFill>
            <a:ln w="12700" cap="flat">
              <a:solidFill>
                <a:schemeClr val="bg1"/>
              </a:solidFill>
              <a:prstDash val="solid"/>
              <a:miter lim="800000"/>
              <a:headEnd/>
              <a:tailEnd/>
            </a:ln>
          </p:spPr>
          <p:txBody>
            <a:bodyPr vert="horz" wrap="square" lIns="74238" tIns="37119" rIns="74238" bIns="37119" numCol="1" anchor="ctr" anchorCtr="0" compatLnSpc="1">
              <a:prstTxWarp prst="textNoShape">
                <a:avLst/>
              </a:prstTxWarp>
            </a:bodyPr>
            <a:lstStyle/>
            <a:p>
              <a:pPr algn="ctr" defTabSz="742389">
                <a:defRPr/>
              </a:pPr>
              <a:endParaRPr lang="en-US" sz="1000" b="1" dirty="0">
                <a:solidFill>
                  <a:prstClr val="white"/>
                </a:solidFill>
                <a:latin typeface="Aptos" panose="020B0004020202020204" pitchFamily="34" charset="0"/>
              </a:endParaRPr>
            </a:p>
          </p:txBody>
        </p:sp>
        <p:sp>
          <p:nvSpPr>
            <p:cNvPr id="22" name="Freeform 32">
              <a:extLst>
                <a:ext uri="{FF2B5EF4-FFF2-40B4-BE49-F238E27FC236}">
                  <a16:creationId xmlns:a16="http://schemas.microsoft.com/office/drawing/2014/main" id="{776B9A9D-1E19-4C73-BA31-B3F6CE9DF7DB}"/>
                </a:ext>
              </a:extLst>
            </p:cNvPr>
            <p:cNvSpPr>
              <a:spLocks noChangeAspect="1" noEditPoints="1"/>
            </p:cNvSpPr>
            <p:nvPr/>
          </p:nvSpPr>
          <p:spPr bwMode="auto">
            <a:xfrm>
              <a:off x="6983303" y="2718879"/>
              <a:ext cx="346118" cy="365120"/>
            </a:xfrm>
            <a:custGeom>
              <a:avLst/>
              <a:gdLst>
                <a:gd name="T0" fmla="*/ 2352 w 3206"/>
                <a:gd name="T1" fmla="*/ 346 h 3382"/>
                <a:gd name="T2" fmla="*/ 2289 w 3206"/>
                <a:gd name="T3" fmla="*/ 507 h 3382"/>
                <a:gd name="T4" fmla="*/ 2382 w 3206"/>
                <a:gd name="T5" fmla="*/ 650 h 3382"/>
                <a:gd name="T6" fmla="*/ 2553 w 3206"/>
                <a:gd name="T7" fmla="*/ 660 h 3382"/>
                <a:gd name="T8" fmla="*/ 2661 w 3206"/>
                <a:gd name="T9" fmla="*/ 524 h 3382"/>
                <a:gd name="T10" fmla="*/ 2617 w 3206"/>
                <a:gd name="T11" fmla="*/ 361 h 3382"/>
                <a:gd name="T12" fmla="*/ 2489 w 3206"/>
                <a:gd name="T13" fmla="*/ 0 h 3382"/>
                <a:gd name="T14" fmla="*/ 2762 w 3206"/>
                <a:gd name="T15" fmla="*/ 92 h 3382"/>
                <a:gd name="T16" fmla="*/ 2933 w 3206"/>
                <a:gd name="T17" fmla="*/ 316 h 3382"/>
                <a:gd name="T18" fmla="*/ 2952 w 3206"/>
                <a:gd name="T19" fmla="*/ 594 h 3382"/>
                <a:gd name="T20" fmla="*/ 2803 w 3206"/>
                <a:gd name="T21" fmla="*/ 848 h 3382"/>
                <a:gd name="T22" fmla="*/ 2537 w 3206"/>
                <a:gd name="T23" fmla="*/ 970 h 3382"/>
                <a:gd name="T24" fmla="*/ 2718 w 3206"/>
                <a:gd name="T25" fmla="*/ 1311 h 3382"/>
                <a:gd name="T26" fmla="*/ 2913 w 3206"/>
                <a:gd name="T27" fmla="*/ 1361 h 3382"/>
                <a:gd name="T28" fmla="*/ 3005 w 3206"/>
                <a:gd name="T29" fmla="*/ 1542 h 3382"/>
                <a:gd name="T30" fmla="*/ 2928 w 3206"/>
                <a:gd name="T31" fmla="*/ 1734 h 3382"/>
                <a:gd name="T32" fmla="*/ 2737 w 3206"/>
                <a:gd name="T33" fmla="*/ 1799 h 3382"/>
                <a:gd name="T34" fmla="*/ 2564 w 3206"/>
                <a:gd name="T35" fmla="*/ 1705 h 3382"/>
                <a:gd name="T36" fmla="*/ 1414 w 3206"/>
                <a:gd name="T37" fmla="*/ 2869 h 3382"/>
                <a:gd name="T38" fmla="*/ 1810 w 3206"/>
                <a:gd name="T39" fmla="*/ 2953 h 3382"/>
                <a:gd name="T40" fmla="*/ 2221 w 3206"/>
                <a:gd name="T41" fmla="*/ 2949 h 3382"/>
                <a:gd name="T42" fmla="*/ 2508 w 3206"/>
                <a:gd name="T43" fmla="*/ 2835 h 3382"/>
                <a:gd name="T44" fmla="*/ 2436 w 3206"/>
                <a:gd name="T45" fmla="*/ 2733 h 3382"/>
                <a:gd name="T46" fmla="*/ 2510 w 3206"/>
                <a:gd name="T47" fmla="*/ 2640 h 3382"/>
                <a:gd name="T48" fmla="*/ 2703 w 3206"/>
                <a:gd name="T49" fmla="*/ 2582 h 3382"/>
                <a:gd name="T50" fmla="*/ 3135 w 3206"/>
                <a:gd name="T51" fmla="*/ 2513 h 3382"/>
                <a:gd name="T52" fmla="*/ 2983 w 3206"/>
                <a:gd name="T53" fmla="*/ 2995 h 3382"/>
                <a:gd name="T54" fmla="*/ 2852 w 3206"/>
                <a:gd name="T55" fmla="*/ 3158 h 3382"/>
                <a:gd name="T56" fmla="*/ 2728 w 3206"/>
                <a:gd name="T57" fmla="*/ 3178 h 3382"/>
                <a:gd name="T58" fmla="*/ 2607 w 3206"/>
                <a:gd name="T59" fmla="*/ 3146 h 3382"/>
                <a:gd name="T60" fmla="*/ 2118 w 3206"/>
                <a:gd name="T61" fmla="*/ 3349 h 3382"/>
                <a:gd name="T62" fmla="*/ 1501 w 3206"/>
                <a:gd name="T63" fmla="*/ 3368 h 3382"/>
                <a:gd name="T64" fmla="*/ 875 w 3206"/>
                <a:gd name="T65" fmla="*/ 3294 h 3382"/>
                <a:gd name="T66" fmla="*/ 534 w 3206"/>
                <a:gd name="T67" fmla="*/ 2838 h 3382"/>
                <a:gd name="T68" fmla="*/ 236 w 3206"/>
                <a:gd name="T69" fmla="*/ 2330 h 3382"/>
                <a:gd name="T70" fmla="*/ 133 w 3206"/>
                <a:gd name="T71" fmla="*/ 1810 h 3382"/>
                <a:gd name="T72" fmla="*/ 67 w 3206"/>
                <a:gd name="T73" fmla="*/ 1637 h 3382"/>
                <a:gd name="T74" fmla="*/ 0 w 3206"/>
                <a:gd name="T75" fmla="*/ 1546 h 3382"/>
                <a:gd name="T76" fmla="*/ 30 w 3206"/>
                <a:gd name="T77" fmla="*/ 1425 h 3382"/>
                <a:gd name="T78" fmla="*/ 299 w 3206"/>
                <a:gd name="T79" fmla="*/ 933 h 3382"/>
                <a:gd name="T80" fmla="*/ 563 w 3206"/>
                <a:gd name="T81" fmla="*/ 1315 h 3382"/>
                <a:gd name="T82" fmla="*/ 624 w 3206"/>
                <a:gd name="T83" fmla="*/ 1551 h 3382"/>
                <a:gd name="T84" fmla="*/ 580 w 3206"/>
                <a:gd name="T85" fmla="*/ 1661 h 3382"/>
                <a:gd name="T86" fmla="*/ 455 w 3206"/>
                <a:gd name="T87" fmla="*/ 1651 h 3382"/>
                <a:gd name="T88" fmla="*/ 522 w 3206"/>
                <a:gd name="T89" fmla="*/ 2011 h 3382"/>
                <a:gd name="T90" fmla="*/ 787 w 3206"/>
                <a:gd name="T91" fmla="*/ 2419 h 3382"/>
                <a:gd name="T92" fmla="*/ 1486 w 3206"/>
                <a:gd name="T93" fmla="*/ 1022 h 3382"/>
                <a:gd name="T94" fmla="*/ 1271 w 3206"/>
                <a:gd name="T95" fmla="*/ 976 h 3382"/>
                <a:gd name="T96" fmla="*/ 1177 w 3206"/>
                <a:gd name="T97" fmla="*/ 796 h 3382"/>
                <a:gd name="T98" fmla="*/ 1255 w 3206"/>
                <a:gd name="T99" fmla="*/ 603 h 3382"/>
                <a:gd name="T100" fmla="*/ 1445 w 3206"/>
                <a:gd name="T101" fmla="*/ 538 h 3382"/>
                <a:gd name="T102" fmla="*/ 1622 w 3206"/>
                <a:gd name="T103" fmla="*/ 638 h 3382"/>
                <a:gd name="T104" fmla="*/ 2083 w 3206"/>
                <a:gd name="T105" fmla="*/ 773 h 3382"/>
                <a:gd name="T106" fmla="*/ 1990 w 3206"/>
                <a:gd name="T107" fmla="*/ 488 h 3382"/>
                <a:gd name="T108" fmla="*/ 2082 w 3206"/>
                <a:gd name="T109" fmla="*/ 201 h 3382"/>
                <a:gd name="T110" fmla="*/ 2305 w 3206"/>
                <a:gd name="T111" fmla="*/ 31 h 3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6" h="3382">
                  <a:moveTo>
                    <a:pt x="2485" y="299"/>
                  </a:moveTo>
                  <a:lnTo>
                    <a:pt x="2456" y="300"/>
                  </a:lnTo>
                  <a:lnTo>
                    <a:pt x="2428" y="305"/>
                  </a:lnTo>
                  <a:lnTo>
                    <a:pt x="2401" y="314"/>
                  </a:lnTo>
                  <a:lnTo>
                    <a:pt x="2375" y="328"/>
                  </a:lnTo>
                  <a:lnTo>
                    <a:pt x="2352" y="346"/>
                  </a:lnTo>
                  <a:lnTo>
                    <a:pt x="2331" y="367"/>
                  </a:lnTo>
                  <a:lnTo>
                    <a:pt x="2314" y="393"/>
                  </a:lnTo>
                  <a:lnTo>
                    <a:pt x="2300" y="421"/>
                  </a:lnTo>
                  <a:lnTo>
                    <a:pt x="2292" y="449"/>
                  </a:lnTo>
                  <a:lnTo>
                    <a:pt x="2288" y="478"/>
                  </a:lnTo>
                  <a:lnTo>
                    <a:pt x="2289" y="507"/>
                  </a:lnTo>
                  <a:lnTo>
                    <a:pt x="2294" y="536"/>
                  </a:lnTo>
                  <a:lnTo>
                    <a:pt x="2304" y="563"/>
                  </a:lnTo>
                  <a:lnTo>
                    <a:pt x="2318" y="589"/>
                  </a:lnTo>
                  <a:lnTo>
                    <a:pt x="2335" y="611"/>
                  </a:lnTo>
                  <a:lnTo>
                    <a:pt x="2357" y="633"/>
                  </a:lnTo>
                  <a:lnTo>
                    <a:pt x="2382" y="650"/>
                  </a:lnTo>
                  <a:lnTo>
                    <a:pt x="2410" y="663"/>
                  </a:lnTo>
                  <a:lnTo>
                    <a:pt x="2439" y="672"/>
                  </a:lnTo>
                  <a:lnTo>
                    <a:pt x="2468" y="675"/>
                  </a:lnTo>
                  <a:lnTo>
                    <a:pt x="2497" y="674"/>
                  </a:lnTo>
                  <a:lnTo>
                    <a:pt x="2525" y="669"/>
                  </a:lnTo>
                  <a:lnTo>
                    <a:pt x="2553" y="660"/>
                  </a:lnTo>
                  <a:lnTo>
                    <a:pt x="2578" y="645"/>
                  </a:lnTo>
                  <a:lnTo>
                    <a:pt x="2602" y="628"/>
                  </a:lnTo>
                  <a:lnTo>
                    <a:pt x="2622" y="606"/>
                  </a:lnTo>
                  <a:lnTo>
                    <a:pt x="2640" y="581"/>
                  </a:lnTo>
                  <a:lnTo>
                    <a:pt x="2653" y="553"/>
                  </a:lnTo>
                  <a:lnTo>
                    <a:pt x="2661" y="524"/>
                  </a:lnTo>
                  <a:lnTo>
                    <a:pt x="2664" y="495"/>
                  </a:lnTo>
                  <a:lnTo>
                    <a:pt x="2663" y="467"/>
                  </a:lnTo>
                  <a:lnTo>
                    <a:pt x="2658" y="438"/>
                  </a:lnTo>
                  <a:lnTo>
                    <a:pt x="2649" y="410"/>
                  </a:lnTo>
                  <a:lnTo>
                    <a:pt x="2636" y="385"/>
                  </a:lnTo>
                  <a:lnTo>
                    <a:pt x="2617" y="361"/>
                  </a:lnTo>
                  <a:lnTo>
                    <a:pt x="2596" y="341"/>
                  </a:lnTo>
                  <a:lnTo>
                    <a:pt x="2571" y="323"/>
                  </a:lnTo>
                  <a:lnTo>
                    <a:pt x="2543" y="310"/>
                  </a:lnTo>
                  <a:lnTo>
                    <a:pt x="2515" y="302"/>
                  </a:lnTo>
                  <a:lnTo>
                    <a:pt x="2485" y="299"/>
                  </a:lnTo>
                  <a:close/>
                  <a:moveTo>
                    <a:pt x="2489" y="0"/>
                  </a:moveTo>
                  <a:lnTo>
                    <a:pt x="2536" y="3"/>
                  </a:lnTo>
                  <a:lnTo>
                    <a:pt x="2583" y="11"/>
                  </a:lnTo>
                  <a:lnTo>
                    <a:pt x="2630" y="25"/>
                  </a:lnTo>
                  <a:lnTo>
                    <a:pt x="2676" y="42"/>
                  </a:lnTo>
                  <a:lnTo>
                    <a:pt x="2720" y="65"/>
                  </a:lnTo>
                  <a:lnTo>
                    <a:pt x="2762" y="92"/>
                  </a:lnTo>
                  <a:lnTo>
                    <a:pt x="2800" y="122"/>
                  </a:lnTo>
                  <a:lnTo>
                    <a:pt x="2835" y="156"/>
                  </a:lnTo>
                  <a:lnTo>
                    <a:pt x="2865" y="193"/>
                  </a:lnTo>
                  <a:lnTo>
                    <a:pt x="2891" y="232"/>
                  </a:lnTo>
                  <a:lnTo>
                    <a:pt x="2915" y="273"/>
                  </a:lnTo>
                  <a:lnTo>
                    <a:pt x="2933" y="316"/>
                  </a:lnTo>
                  <a:lnTo>
                    <a:pt x="2946" y="360"/>
                  </a:lnTo>
                  <a:lnTo>
                    <a:pt x="2957" y="406"/>
                  </a:lnTo>
                  <a:lnTo>
                    <a:pt x="2962" y="452"/>
                  </a:lnTo>
                  <a:lnTo>
                    <a:pt x="2963" y="500"/>
                  </a:lnTo>
                  <a:lnTo>
                    <a:pt x="2960" y="547"/>
                  </a:lnTo>
                  <a:lnTo>
                    <a:pt x="2952" y="594"/>
                  </a:lnTo>
                  <a:lnTo>
                    <a:pt x="2938" y="640"/>
                  </a:lnTo>
                  <a:lnTo>
                    <a:pt x="2921" y="686"/>
                  </a:lnTo>
                  <a:lnTo>
                    <a:pt x="2898" y="730"/>
                  </a:lnTo>
                  <a:lnTo>
                    <a:pt x="2871" y="773"/>
                  </a:lnTo>
                  <a:lnTo>
                    <a:pt x="2839" y="812"/>
                  </a:lnTo>
                  <a:lnTo>
                    <a:pt x="2803" y="848"/>
                  </a:lnTo>
                  <a:lnTo>
                    <a:pt x="2765" y="879"/>
                  </a:lnTo>
                  <a:lnTo>
                    <a:pt x="2723" y="907"/>
                  </a:lnTo>
                  <a:lnTo>
                    <a:pt x="2680" y="929"/>
                  </a:lnTo>
                  <a:lnTo>
                    <a:pt x="2634" y="948"/>
                  </a:lnTo>
                  <a:lnTo>
                    <a:pt x="2587" y="961"/>
                  </a:lnTo>
                  <a:lnTo>
                    <a:pt x="2537" y="970"/>
                  </a:lnTo>
                  <a:lnTo>
                    <a:pt x="2487" y="974"/>
                  </a:lnTo>
                  <a:lnTo>
                    <a:pt x="2437" y="972"/>
                  </a:lnTo>
                  <a:lnTo>
                    <a:pt x="2335" y="1148"/>
                  </a:lnTo>
                  <a:lnTo>
                    <a:pt x="2653" y="1331"/>
                  </a:lnTo>
                  <a:lnTo>
                    <a:pt x="2685" y="1319"/>
                  </a:lnTo>
                  <a:lnTo>
                    <a:pt x="2718" y="1311"/>
                  </a:lnTo>
                  <a:lnTo>
                    <a:pt x="2752" y="1308"/>
                  </a:lnTo>
                  <a:lnTo>
                    <a:pt x="2785" y="1309"/>
                  </a:lnTo>
                  <a:lnTo>
                    <a:pt x="2818" y="1315"/>
                  </a:lnTo>
                  <a:lnTo>
                    <a:pt x="2851" y="1325"/>
                  </a:lnTo>
                  <a:lnTo>
                    <a:pt x="2882" y="1341"/>
                  </a:lnTo>
                  <a:lnTo>
                    <a:pt x="2913" y="1361"/>
                  </a:lnTo>
                  <a:lnTo>
                    <a:pt x="2938" y="1386"/>
                  </a:lnTo>
                  <a:lnTo>
                    <a:pt x="2961" y="1413"/>
                  </a:lnTo>
                  <a:lnTo>
                    <a:pt x="2978" y="1442"/>
                  </a:lnTo>
                  <a:lnTo>
                    <a:pt x="2992" y="1474"/>
                  </a:lnTo>
                  <a:lnTo>
                    <a:pt x="3001" y="1507"/>
                  </a:lnTo>
                  <a:lnTo>
                    <a:pt x="3005" y="1542"/>
                  </a:lnTo>
                  <a:lnTo>
                    <a:pt x="3004" y="1576"/>
                  </a:lnTo>
                  <a:lnTo>
                    <a:pt x="2999" y="1611"/>
                  </a:lnTo>
                  <a:lnTo>
                    <a:pt x="2989" y="1644"/>
                  </a:lnTo>
                  <a:lnTo>
                    <a:pt x="2972" y="1677"/>
                  </a:lnTo>
                  <a:lnTo>
                    <a:pt x="2952" y="1708"/>
                  </a:lnTo>
                  <a:lnTo>
                    <a:pt x="2928" y="1734"/>
                  </a:lnTo>
                  <a:lnTo>
                    <a:pt x="2900" y="1756"/>
                  </a:lnTo>
                  <a:lnTo>
                    <a:pt x="2871" y="1774"/>
                  </a:lnTo>
                  <a:lnTo>
                    <a:pt x="2839" y="1787"/>
                  </a:lnTo>
                  <a:lnTo>
                    <a:pt x="2806" y="1796"/>
                  </a:lnTo>
                  <a:lnTo>
                    <a:pt x="2772" y="1800"/>
                  </a:lnTo>
                  <a:lnTo>
                    <a:pt x="2737" y="1799"/>
                  </a:lnTo>
                  <a:lnTo>
                    <a:pt x="2702" y="1794"/>
                  </a:lnTo>
                  <a:lnTo>
                    <a:pt x="2669" y="1784"/>
                  </a:lnTo>
                  <a:lnTo>
                    <a:pt x="2636" y="1767"/>
                  </a:lnTo>
                  <a:lnTo>
                    <a:pt x="2609" y="1750"/>
                  </a:lnTo>
                  <a:lnTo>
                    <a:pt x="2584" y="1728"/>
                  </a:lnTo>
                  <a:lnTo>
                    <a:pt x="2564" y="1705"/>
                  </a:lnTo>
                  <a:lnTo>
                    <a:pt x="2547" y="1678"/>
                  </a:lnTo>
                  <a:lnTo>
                    <a:pt x="2532" y="1649"/>
                  </a:lnTo>
                  <a:lnTo>
                    <a:pt x="2522" y="1620"/>
                  </a:lnTo>
                  <a:lnTo>
                    <a:pt x="2178" y="1421"/>
                  </a:lnTo>
                  <a:lnTo>
                    <a:pt x="1354" y="2850"/>
                  </a:lnTo>
                  <a:lnTo>
                    <a:pt x="1414" y="2869"/>
                  </a:lnTo>
                  <a:lnTo>
                    <a:pt x="1476" y="2887"/>
                  </a:lnTo>
                  <a:lnTo>
                    <a:pt x="1540" y="2904"/>
                  </a:lnTo>
                  <a:lnTo>
                    <a:pt x="1606" y="2919"/>
                  </a:lnTo>
                  <a:lnTo>
                    <a:pt x="1674" y="2933"/>
                  </a:lnTo>
                  <a:lnTo>
                    <a:pt x="1741" y="2944"/>
                  </a:lnTo>
                  <a:lnTo>
                    <a:pt x="1810" y="2953"/>
                  </a:lnTo>
                  <a:lnTo>
                    <a:pt x="1880" y="2959"/>
                  </a:lnTo>
                  <a:lnTo>
                    <a:pt x="1950" y="2963"/>
                  </a:lnTo>
                  <a:lnTo>
                    <a:pt x="2018" y="2966"/>
                  </a:lnTo>
                  <a:lnTo>
                    <a:pt x="2087" y="2963"/>
                  </a:lnTo>
                  <a:lnTo>
                    <a:pt x="2155" y="2958"/>
                  </a:lnTo>
                  <a:lnTo>
                    <a:pt x="2221" y="2949"/>
                  </a:lnTo>
                  <a:lnTo>
                    <a:pt x="2287" y="2937"/>
                  </a:lnTo>
                  <a:lnTo>
                    <a:pt x="2351" y="2921"/>
                  </a:lnTo>
                  <a:lnTo>
                    <a:pt x="2413" y="2901"/>
                  </a:lnTo>
                  <a:lnTo>
                    <a:pt x="2473" y="2876"/>
                  </a:lnTo>
                  <a:lnTo>
                    <a:pt x="2530" y="2847"/>
                  </a:lnTo>
                  <a:lnTo>
                    <a:pt x="2508" y="2835"/>
                  </a:lnTo>
                  <a:lnTo>
                    <a:pt x="2487" y="2823"/>
                  </a:lnTo>
                  <a:lnTo>
                    <a:pt x="2470" y="2809"/>
                  </a:lnTo>
                  <a:lnTo>
                    <a:pt x="2454" y="2792"/>
                  </a:lnTo>
                  <a:lnTo>
                    <a:pt x="2443" y="2775"/>
                  </a:lnTo>
                  <a:lnTo>
                    <a:pt x="2437" y="2754"/>
                  </a:lnTo>
                  <a:lnTo>
                    <a:pt x="2436" y="2733"/>
                  </a:lnTo>
                  <a:lnTo>
                    <a:pt x="2439" y="2711"/>
                  </a:lnTo>
                  <a:lnTo>
                    <a:pt x="2447" y="2693"/>
                  </a:lnTo>
                  <a:lnTo>
                    <a:pt x="2459" y="2677"/>
                  </a:lnTo>
                  <a:lnTo>
                    <a:pt x="2474" y="2663"/>
                  </a:lnTo>
                  <a:lnTo>
                    <a:pt x="2491" y="2651"/>
                  </a:lnTo>
                  <a:lnTo>
                    <a:pt x="2510" y="2640"/>
                  </a:lnTo>
                  <a:lnTo>
                    <a:pt x="2529" y="2631"/>
                  </a:lnTo>
                  <a:lnTo>
                    <a:pt x="2550" y="2623"/>
                  </a:lnTo>
                  <a:lnTo>
                    <a:pt x="2569" y="2617"/>
                  </a:lnTo>
                  <a:lnTo>
                    <a:pt x="2588" y="2611"/>
                  </a:lnTo>
                  <a:lnTo>
                    <a:pt x="2645" y="2595"/>
                  </a:lnTo>
                  <a:lnTo>
                    <a:pt x="2703" y="2582"/>
                  </a:lnTo>
                  <a:lnTo>
                    <a:pt x="2763" y="2571"/>
                  </a:lnTo>
                  <a:lnTo>
                    <a:pt x="2821" y="2561"/>
                  </a:lnTo>
                  <a:lnTo>
                    <a:pt x="2916" y="2546"/>
                  </a:lnTo>
                  <a:lnTo>
                    <a:pt x="3010" y="2533"/>
                  </a:lnTo>
                  <a:lnTo>
                    <a:pt x="3073" y="2523"/>
                  </a:lnTo>
                  <a:lnTo>
                    <a:pt x="3135" y="2513"/>
                  </a:lnTo>
                  <a:lnTo>
                    <a:pt x="3206" y="2612"/>
                  </a:lnTo>
                  <a:lnTo>
                    <a:pt x="3153" y="2706"/>
                  </a:lnTo>
                  <a:lnTo>
                    <a:pt x="3099" y="2800"/>
                  </a:lnTo>
                  <a:lnTo>
                    <a:pt x="3046" y="2895"/>
                  </a:lnTo>
                  <a:lnTo>
                    <a:pt x="3015" y="2945"/>
                  </a:lnTo>
                  <a:lnTo>
                    <a:pt x="2983" y="2995"/>
                  </a:lnTo>
                  <a:lnTo>
                    <a:pt x="2950" y="3045"/>
                  </a:lnTo>
                  <a:lnTo>
                    <a:pt x="2915" y="3092"/>
                  </a:lnTo>
                  <a:lnTo>
                    <a:pt x="2901" y="3108"/>
                  </a:lnTo>
                  <a:lnTo>
                    <a:pt x="2887" y="3126"/>
                  </a:lnTo>
                  <a:lnTo>
                    <a:pt x="2871" y="3143"/>
                  </a:lnTo>
                  <a:lnTo>
                    <a:pt x="2852" y="3158"/>
                  </a:lnTo>
                  <a:lnTo>
                    <a:pt x="2834" y="3173"/>
                  </a:lnTo>
                  <a:lnTo>
                    <a:pt x="2813" y="3183"/>
                  </a:lnTo>
                  <a:lnTo>
                    <a:pt x="2793" y="3190"/>
                  </a:lnTo>
                  <a:lnTo>
                    <a:pt x="2770" y="3191"/>
                  </a:lnTo>
                  <a:lnTo>
                    <a:pt x="2748" y="3187"/>
                  </a:lnTo>
                  <a:lnTo>
                    <a:pt x="2728" y="3178"/>
                  </a:lnTo>
                  <a:lnTo>
                    <a:pt x="2714" y="3166"/>
                  </a:lnTo>
                  <a:lnTo>
                    <a:pt x="2701" y="3150"/>
                  </a:lnTo>
                  <a:lnTo>
                    <a:pt x="2692" y="3133"/>
                  </a:lnTo>
                  <a:lnTo>
                    <a:pt x="2686" y="3113"/>
                  </a:lnTo>
                  <a:lnTo>
                    <a:pt x="2682" y="3094"/>
                  </a:lnTo>
                  <a:lnTo>
                    <a:pt x="2607" y="3146"/>
                  </a:lnTo>
                  <a:lnTo>
                    <a:pt x="2531" y="3193"/>
                  </a:lnTo>
                  <a:lnTo>
                    <a:pt x="2452" y="3235"/>
                  </a:lnTo>
                  <a:lnTo>
                    <a:pt x="2372" y="3271"/>
                  </a:lnTo>
                  <a:lnTo>
                    <a:pt x="2289" y="3303"/>
                  </a:lnTo>
                  <a:lnTo>
                    <a:pt x="2205" y="3329"/>
                  </a:lnTo>
                  <a:lnTo>
                    <a:pt x="2118" y="3349"/>
                  </a:lnTo>
                  <a:lnTo>
                    <a:pt x="2029" y="3365"/>
                  </a:lnTo>
                  <a:lnTo>
                    <a:pt x="1936" y="3375"/>
                  </a:lnTo>
                  <a:lnTo>
                    <a:pt x="1842" y="3381"/>
                  </a:lnTo>
                  <a:lnTo>
                    <a:pt x="1727" y="3382"/>
                  </a:lnTo>
                  <a:lnTo>
                    <a:pt x="1614" y="3377"/>
                  </a:lnTo>
                  <a:lnTo>
                    <a:pt x="1501" y="3368"/>
                  </a:lnTo>
                  <a:lnTo>
                    <a:pt x="1390" y="3355"/>
                  </a:lnTo>
                  <a:lnTo>
                    <a:pt x="1277" y="3341"/>
                  </a:lnTo>
                  <a:lnTo>
                    <a:pt x="1165" y="3326"/>
                  </a:lnTo>
                  <a:lnTo>
                    <a:pt x="1053" y="3312"/>
                  </a:lnTo>
                  <a:lnTo>
                    <a:pt x="939" y="3300"/>
                  </a:lnTo>
                  <a:lnTo>
                    <a:pt x="875" y="3294"/>
                  </a:lnTo>
                  <a:lnTo>
                    <a:pt x="837" y="3240"/>
                  </a:lnTo>
                  <a:lnTo>
                    <a:pt x="777" y="3158"/>
                  </a:lnTo>
                  <a:lnTo>
                    <a:pt x="717" y="3078"/>
                  </a:lnTo>
                  <a:lnTo>
                    <a:pt x="655" y="2998"/>
                  </a:lnTo>
                  <a:lnTo>
                    <a:pt x="595" y="2918"/>
                  </a:lnTo>
                  <a:lnTo>
                    <a:pt x="534" y="2838"/>
                  </a:lnTo>
                  <a:lnTo>
                    <a:pt x="476" y="2757"/>
                  </a:lnTo>
                  <a:lnTo>
                    <a:pt x="419" y="2674"/>
                  </a:lnTo>
                  <a:lnTo>
                    <a:pt x="366" y="2588"/>
                  </a:lnTo>
                  <a:lnTo>
                    <a:pt x="316" y="2500"/>
                  </a:lnTo>
                  <a:lnTo>
                    <a:pt x="273" y="2415"/>
                  </a:lnTo>
                  <a:lnTo>
                    <a:pt x="236" y="2330"/>
                  </a:lnTo>
                  <a:lnTo>
                    <a:pt x="205" y="2244"/>
                  </a:lnTo>
                  <a:lnTo>
                    <a:pt x="179" y="2159"/>
                  </a:lnTo>
                  <a:lnTo>
                    <a:pt x="159" y="2072"/>
                  </a:lnTo>
                  <a:lnTo>
                    <a:pt x="145" y="1986"/>
                  </a:lnTo>
                  <a:lnTo>
                    <a:pt x="136" y="1898"/>
                  </a:lnTo>
                  <a:lnTo>
                    <a:pt x="133" y="1810"/>
                  </a:lnTo>
                  <a:lnTo>
                    <a:pt x="135" y="1719"/>
                  </a:lnTo>
                  <a:lnTo>
                    <a:pt x="144" y="1628"/>
                  </a:lnTo>
                  <a:lnTo>
                    <a:pt x="125" y="1634"/>
                  </a:lnTo>
                  <a:lnTo>
                    <a:pt x="106" y="1638"/>
                  </a:lnTo>
                  <a:lnTo>
                    <a:pt x="86" y="1639"/>
                  </a:lnTo>
                  <a:lnTo>
                    <a:pt x="67" y="1637"/>
                  </a:lnTo>
                  <a:lnTo>
                    <a:pt x="48" y="1630"/>
                  </a:lnTo>
                  <a:lnTo>
                    <a:pt x="31" y="1618"/>
                  </a:lnTo>
                  <a:lnTo>
                    <a:pt x="16" y="1602"/>
                  </a:lnTo>
                  <a:lnTo>
                    <a:pt x="7" y="1585"/>
                  </a:lnTo>
                  <a:lnTo>
                    <a:pt x="2" y="1565"/>
                  </a:lnTo>
                  <a:lnTo>
                    <a:pt x="0" y="1546"/>
                  </a:lnTo>
                  <a:lnTo>
                    <a:pt x="1" y="1524"/>
                  </a:lnTo>
                  <a:lnTo>
                    <a:pt x="4" y="1504"/>
                  </a:lnTo>
                  <a:lnTo>
                    <a:pt x="9" y="1482"/>
                  </a:lnTo>
                  <a:lnTo>
                    <a:pt x="15" y="1463"/>
                  </a:lnTo>
                  <a:lnTo>
                    <a:pt x="23" y="1443"/>
                  </a:lnTo>
                  <a:lnTo>
                    <a:pt x="30" y="1425"/>
                  </a:lnTo>
                  <a:lnTo>
                    <a:pt x="62" y="1353"/>
                  </a:lnTo>
                  <a:lnTo>
                    <a:pt x="97" y="1282"/>
                  </a:lnTo>
                  <a:lnTo>
                    <a:pt x="134" y="1214"/>
                  </a:lnTo>
                  <a:lnTo>
                    <a:pt x="189" y="1120"/>
                  </a:lnTo>
                  <a:lnTo>
                    <a:pt x="245" y="1027"/>
                  </a:lnTo>
                  <a:lnTo>
                    <a:pt x="299" y="933"/>
                  </a:lnTo>
                  <a:lnTo>
                    <a:pt x="419" y="945"/>
                  </a:lnTo>
                  <a:lnTo>
                    <a:pt x="442" y="1004"/>
                  </a:lnTo>
                  <a:lnTo>
                    <a:pt x="466" y="1064"/>
                  </a:lnTo>
                  <a:lnTo>
                    <a:pt x="502" y="1152"/>
                  </a:lnTo>
                  <a:lnTo>
                    <a:pt x="535" y="1241"/>
                  </a:lnTo>
                  <a:lnTo>
                    <a:pt x="563" y="1315"/>
                  </a:lnTo>
                  <a:lnTo>
                    <a:pt x="589" y="1392"/>
                  </a:lnTo>
                  <a:lnTo>
                    <a:pt x="609" y="1469"/>
                  </a:lnTo>
                  <a:lnTo>
                    <a:pt x="614" y="1487"/>
                  </a:lnTo>
                  <a:lnTo>
                    <a:pt x="618" y="1508"/>
                  </a:lnTo>
                  <a:lnTo>
                    <a:pt x="621" y="1528"/>
                  </a:lnTo>
                  <a:lnTo>
                    <a:pt x="624" y="1551"/>
                  </a:lnTo>
                  <a:lnTo>
                    <a:pt x="624" y="1573"/>
                  </a:lnTo>
                  <a:lnTo>
                    <a:pt x="621" y="1593"/>
                  </a:lnTo>
                  <a:lnTo>
                    <a:pt x="616" y="1613"/>
                  </a:lnTo>
                  <a:lnTo>
                    <a:pt x="608" y="1631"/>
                  </a:lnTo>
                  <a:lnTo>
                    <a:pt x="597" y="1647"/>
                  </a:lnTo>
                  <a:lnTo>
                    <a:pt x="580" y="1661"/>
                  </a:lnTo>
                  <a:lnTo>
                    <a:pt x="560" y="1671"/>
                  </a:lnTo>
                  <a:lnTo>
                    <a:pt x="539" y="1675"/>
                  </a:lnTo>
                  <a:lnTo>
                    <a:pt x="519" y="1675"/>
                  </a:lnTo>
                  <a:lnTo>
                    <a:pt x="497" y="1670"/>
                  </a:lnTo>
                  <a:lnTo>
                    <a:pt x="476" y="1662"/>
                  </a:lnTo>
                  <a:lnTo>
                    <a:pt x="455" y="1651"/>
                  </a:lnTo>
                  <a:lnTo>
                    <a:pt x="434" y="1636"/>
                  </a:lnTo>
                  <a:lnTo>
                    <a:pt x="439" y="1712"/>
                  </a:lnTo>
                  <a:lnTo>
                    <a:pt x="450" y="1788"/>
                  </a:lnTo>
                  <a:lnTo>
                    <a:pt x="468" y="1863"/>
                  </a:lnTo>
                  <a:lnTo>
                    <a:pt x="492" y="1937"/>
                  </a:lnTo>
                  <a:lnTo>
                    <a:pt x="522" y="2011"/>
                  </a:lnTo>
                  <a:lnTo>
                    <a:pt x="557" y="2083"/>
                  </a:lnTo>
                  <a:lnTo>
                    <a:pt x="596" y="2154"/>
                  </a:lnTo>
                  <a:lnTo>
                    <a:pt x="639" y="2223"/>
                  </a:lnTo>
                  <a:lnTo>
                    <a:pt x="686" y="2291"/>
                  </a:lnTo>
                  <a:lnTo>
                    <a:pt x="735" y="2356"/>
                  </a:lnTo>
                  <a:lnTo>
                    <a:pt x="787" y="2419"/>
                  </a:lnTo>
                  <a:lnTo>
                    <a:pt x="840" y="2479"/>
                  </a:lnTo>
                  <a:lnTo>
                    <a:pt x="894" y="2537"/>
                  </a:lnTo>
                  <a:lnTo>
                    <a:pt x="949" y="2591"/>
                  </a:lnTo>
                  <a:lnTo>
                    <a:pt x="1004" y="2642"/>
                  </a:lnTo>
                  <a:lnTo>
                    <a:pt x="1826" y="1218"/>
                  </a:lnTo>
                  <a:lnTo>
                    <a:pt x="1486" y="1022"/>
                  </a:lnTo>
                  <a:lnTo>
                    <a:pt x="1448" y="1028"/>
                  </a:lnTo>
                  <a:lnTo>
                    <a:pt x="1410" y="1029"/>
                  </a:lnTo>
                  <a:lnTo>
                    <a:pt x="1372" y="1024"/>
                  </a:lnTo>
                  <a:lnTo>
                    <a:pt x="1335" y="1014"/>
                  </a:lnTo>
                  <a:lnTo>
                    <a:pt x="1300" y="996"/>
                  </a:lnTo>
                  <a:lnTo>
                    <a:pt x="1271" y="976"/>
                  </a:lnTo>
                  <a:lnTo>
                    <a:pt x="1244" y="952"/>
                  </a:lnTo>
                  <a:lnTo>
                    <a:pt x="1221" y="924"/>
                  </a:lnTo>
                  <a:lnTo>
                    <a:pt x="1204" y="896"/>
                  </a:lnTo>
                  <a:lnTo>
                    <a:pt x="1191" y="864"/>
                  </a:lnTo>
                  <a:lnTo>
                    <a:pt x="1181" y="830"/>
                  </a:lnTo>
                  <a:lnTo>
                    <a:pt x="1177" y="796"/>
                  </a:lnTo>
                  <a:lnTo>
                    <a:pt x="1178" y="761"/>
                  </a:lnTo>
                  <a:lnTo>
                    <a:pt x="1184" y="727"/>
                  </a:lnTo>
                  <a:lnTo>
                    <a:pt x="1195" y="692"/>
                  </a:lnTo>
                  <a:lnTo>
                    <a:pt x="1210" y="660"/>
                  </a:lnTo>
                  <a:lnTo>
                    <a:pt x="1231" y="630"/>
                  </a:lnTo>
                  <a:lnTo>
                    <a:pt x="1255" y="603"/>
                  </a:lnTo>
                  <a:lnTo>
                    <a:pt x="1282" y="582"/>
                  </a:lnTo>
                  <a:lnTo>
                    <a:pt x="1312" y="564"/>
                  </a:lnTo>
                  <a:lnTo>
                    <a:pt x="1344" y="550"/>
                  </a:lnTo>
                  <a:lnTo>
                    <a:pt x="1376" y="542"/>
                  </a:lnTo>
                  <a:lnTo>
                    <a:pt x="1411" y="538"/>
                  </a:lnTo>
                  <a:lnTo>
                    <a:pt x="1445" y="538"/>
                  </a:lnTo>
                  <a:lnTo>
                    <a:pt x="1480" y="544"/>
                  </a:lnTo>
                  <a:lnTo>
                    <a:pt x="1514" y="554"/>
                  </a:lnTo>
                  <a:lnTo>
                    <a:pt x="1547" y="570"/>
                  </a:lnTo>
                  <a:lnTo>
                    <a:pt x="1575" y="589"/>
                  </a:lnTo>
                  <a:lnTo>
                    <a:pt x="1601" y="612"/>
                  </a:lnTo>
                  <a:lnTo>
                    <a:pt x="1622" y="638"/>
                  </a:lnTo>
                  <a:lnTo>
                    <a:pt x="1641" y="667"/>
                  </a:lnTo>
                  <a:lnTo>
                    <a:pt x="1654" y="698"/>
                  </a:lnTo>
                  <a:lnTo>
                    <a:pt x="1663" y="729"/>
                  </a:lnTo>
                  <a:lnTo>
                    <a:pt x="1669" y="763"/>
                  </a:lnTo>
                  <a:lnTo>
                    <a:pt x="1983" y="945"/>
                  </a:lnTo>
                  <a:lnTo>
                    <a:pt x="2083" y="773"/>
                  </a:lnTo>
                  <a:lnTo>
                    <a:pt x="2054" y="730"/>
                  </a:lnTo>
                  <a:lnTo>
                    <a:pt x="2032" y="684"/>
                  </a:lnTo>
                  <a:lnTo>
                    <a:pt x="2013" y="637"/>
                  </a:lnTo>
                  <a:lnTo>
                    <a:pt x="2000" y="588"/>
                  </a:lnTo>
                  <a:lnTo>
                    <a:pt x="1993" y="539"/>
                  </a:lnTo>
                  <a:lnTo>
                    <a:pt x="1990" y="488"/>
                  </a:lnTo>
                  <a:lnTo>
                    <a:pt x="1992" y="438"/>
                  </a:lnTo>
                  <a:lnTo>
                    <a:pt x="2000" y="388"/>
                  </a:lnTo>
                  <a:lnTo>
                    <a:pt x="2012" y="339"/>
                  </a:lnTo>
                  <a:lnTo>
                    <a:pt x="2031" y="290"/>
                  </a:lnTo>
                  <a:lnTo>
                    <a:pt x="2054" y="243"/>
                  </a:lnTo>
                  <a:lnTo>
                    <a:pt x="2082" y="201"/>
                  </a:lnTo>
                  <a:lnTo>
                    <a:pt x="2113" y="163"/>
                  </a:lnTo>
                  <a:lnTo>
                    <a:pt x="2147" y="128"/>
                  </a:lnTo>
                  <a:lnTo>
                    <a:pt x="2182" y="99"/>
                  </a:lnTo>
                  <a:lnTo>
                    <a:pt x="2221" y="72"/>
                  </a:lnTo>
                  <a:lnTo>
                    <a:pt x="2262" y="49"/>
                  </a:lnTo>
                  <a:lnTo>
                    <a:pt x="2305" y="31"/>
                  </a:lnTo>
                  <a:lnTo>
                    <a:pt x="2351" y="16"/>
                  </a:lnTo>
                  <a:lnTo>
                    <a:pt x="2396" y="6"/>
                  </a:lnTo>
                  <a:lnTo>
                    <a:pt x="2443" y="1"/>
                  </a:lnTo>
                  <a:lnTo>
                    <a:pt x="2489" y="0"/>
                  </a:lnTo>
                  <a:close/>
                </a:path>
              </a:pathLst>
            </a:custGeom>
            <a:solidFill>
              <a:schemeClr val="bg1"/>
            </a:solidFill>
            <a:ln w="0">
              <a:noFill/>
              <a:prstDash val="solid"/>
              <a:round/>
              <a:headEnd/>
              <a:tailEnd/>
            </a:ln>
          </p:spPr>
          <p:txBody>
            <a:bodyPr vert="horz" wrap="square" lIns="74238" tIns="37119" rIns="74238" bIns="37119" numCol="1" anchor="t" anchorCtr="0" compatLnSpc="1">
              <a:prstTxWarp prst="textNoShape">
                <a:avLst/>
              </a:prstTxWarp>
            </a:bodyPr>
            <a:lstStyle/>
            <a:p>
              <a:pPr defTabSz="742389">
                <a:defRPr/>
              </a:pPr>
              <a:endParaRPr lang="en-US" sz="1000" dirty="0">
                <a:solidFill>
                  <a:srgbClr val="000000"/>
                </a:solidFill>
                <a:latin typeface="Aptos" panose="020B0004020202020204" pitchFamily="34" charset="0"/>
              </a:endParaRPr>
            </a:p>
          </p:txBody>
        </p:sp>
        <p:sp>
          <p:nvSpPr>
            <p:cNvPr id="23" name="Freeform 37">
              <a:extLst>
                <a:ext uri="{FF2B5EF4-FFF2-40B4-BE49-F238E27FC236}">
                  <a16:creationId xmlns:a16="http://schemas.microsoft.com/office/drawing/2014/main" id="{6C805AAB-A126-498B-B11A-E071A328562B}"/>
                </a:ext>
              </a:extLst>
            </p:cNvPr>
            <p:cNvSpPr>
              <a:spLocks noChangeAspect="1" noEditPoints="1"/>
            </p:cNvSpPr>
            <p:nvPr/>
          </p:nvSpPr>
          <p:spPr bwMode="auto">
            <a:xfrm>
              <a:off x="4755930" y="5737597"/>
              <a:ext cx="360066" cy="301752"/>
            </a:xfrm>
            <a:custGeom>
              <a:avLst/>
              <a:gdLst>
                <a:gd name="T0" fmla="*/ 0 w 184"/>
                <a:gd name="T1" fmla="*/ 54 h 154"/>
                <a:gd name="T2" fmla="*/ 0 w 184"/>
                <a:gd name="T3" fmla="*/ 135 h 154"/>
                <a:gd name="T4" fmla="*/ 18 w 184"/>
                <a:gd name="T5" fmla="*/ 153 h 154"/>
                <a:gd name="T6" fmla="*/ 28 w 184"/>
                <a:gd name="T7" fmla="*/ 153 h 154"/>
                <a:gd name="T8" fmla="*/ 28 w 184"/>
                <a:gd name="T9" fmla="*/ 38 h 154"/>
                <a:gd name="T10" fmla="*/ 19 w 184"/>
                <a:gd name="T11" fmla="*/ 38 h 154"/>
                <a:gd name="T12" fmla="*/ 0 w 184"/>
                <a:gd name="T13" fmla="*/ 54 h 154"/>
                <a:gd name="T14" fmla="*/ 164 w 184"/>
                <a:gd name="T15" fmla="*/ 38 h 154"/>
                <a:gd name="T16" fmla="*/ 156 w 184"/>
                <a:gd name="T17" fmla="*/ 38 h 154"/>
                <a:gd name="T18" fmla="*/ 156 w 184"/>
                <a:gd name="T19" fmla="*/ 154 h 154"/>
                <a:gd name="T20" fmla="*/ 166 w 184"/>
                <a:gd name="T21" fmla="*/ 154 h 154"/>
                <a:gd name="T22" fmla="*/ 184 w 184"/>
                <a:gd name="T23" fmla="*/ 135 h 154"/>
                <a:gd name="T24" fmla="*/ 184 w 184"/>
                <a:gd name="T25" fmla="*/ 54 h 154"/>
                <a:gd name="T26" fmla="*/ 164 w 184"/>
                <a:gd name="T27" fmla="*/ 38 h 154"/>
                <a:gd name="T28" fmla="*/ 36 w 184"/>
                <a:gd name="T29" fmla="*/ 153 h 154"/>
                <a:gd name="T30" fmla="*/ 148 w 184"/>
                <a:gd name="T31" fmla="*/ 154 h 154"/>
                <a:gd name="T32" fmla="*/ 148 w 184"/>
                <a:gd name="T33" fmla="*/ 38 h 154"/>
                <a:gd name="T34" fmla="*/ 36 w 184"/>
                <a:gd name="T35" fmla="*/ 38 h 154"/>
                <a:gd name="T36" fmla="*/ 36 w 184"/>
                <a:gd name="T37" fmla="*/ 153 h 154"/>
                <a:gd name="T38" fmla="*/ 58 w 184"/>
                <a:gd name="T39" fmla="*/ 31 h 154"/>
                <a:gd name="T40" fmla="*/ 62 w 184"/>
                <a:gd name="T41" fmla="*/ 28 h 154"/>
                <a:gd name="T42" fmla="*/ 62 w 184"/>
                <a:gd name="T43" fmla="*/ 14 h 154"/>
                <a:gd name="T44" fmla="*/ 66 w 184"/>
                <a:gd name="T45" fmla="*/ 9 h 154"/>
                <a:gd name="T46" fmla="*/ 119 w 184"/>
                <a:gd name="T47" fmla="*/ 9 h 154"/>
                <a:gd name="T48" fmla="*/ 123 w 184"/>
                <a:gd name="T49" fmla="*/ 15 h 154"/>
                <a:gd name="T50" fmla="*/ 123 w 184"/>
                <a:gd name="T51" fmla="*/ 27 h 154"/>
                <a:gd name="T52" fmla="*/ 127 w 184"/>
                <a:gd name="T53" fmla="*/ 31 h 154"/>
                <a:gd name="T54" fmla="*/ 131 w 184"/>
                <a:gd name="T55" fmla="*/ 27 h 154"/>
                <a:gd name="T56" fmla="*/ 131 w 184"/>
                <a:gd name="T57" fmla="*/ 6 h 154"/>
                <a:gd name="T58" fmla="*/ 125 w 184"/>
                <a:gd name="T59" fmla="*/ 0 h 154"/>
                <a:gd name="T60" fmla="*/ 60 w 184"/>
                <a:gd name="T61" fmla="*/ 0 h 154"/>
                <a:gd name="T62" fmla="*/ 54 w 184"/>
                <a:gd name="T63" fmla="*/ 7 h 154"/>
                <a:gd name="T64" fmla="*/ 54 w 184"/>
                <a:gd name="T65" fmla="*/ 27 h 154"/>
                <a:gd name="T66" fmla="*/ 58 w 184"/>
                <a:gd name="T67" fmla="*/ 3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4" h="154">
                  <a:moveTo>
                    <a:pt x="0" y="54"/>
                  </a:moveTo>
                  <a:cubicBezTo>
                    <a:pt x="0" y="135"/>
                    <a:pt x="0" y="135"/>
                    <a:pt x="0" y="135"/>
                  </a:cubicBezTo>
                  <a:cubicBezTo>
                    <a:pt x="0" y="147"/>
                    <a:pt x="6" y="153"/>
                    <a:pt x="18" y="153"/>
                  </a:cubicBezTo>
                  <a:cubicBezTo>
                    <a:pt x="28" y="153"/>
                    <a:pt x="28" y="153"/>
                    <a:pt x="28" y="153"/>
                  </a:cubicBezTo>
                  <a:cubicBezTo>
                    <a:pt x="28" y="38"/>
                    <a:pt x="28" y="38"/>
                    <a:pt x="28" y="38"/>
                  </a:cubicBezTo>
                  <a:cubicBezTo>
                    <a:pt x="19" y="38"/>
                    <a:pt x="19" y="38"/>
                    <a:pt x="19" y="38"/>
                  </a:cubicBezTo>
                  <a:cubicBezTo>
                    <a:pt x="7" y="38"/>
                    <a:pt x="0" y="42"/>
                    <a:pt x="0" y="54"/>
                  </a:cubicBezTo>
                  <a:close/>
                  <a:moveTo>
                    <a:pt x="164" y="38"/>
                  </a:moveTo>
                  <a:cubicBezTo>
                    <a:pt x="156" y="38"/>
                    <a:pt x="156" y="38"/>
                    <a:pt x="156" y="38"/>
                  </a:cubicBezTo>
                  <a:cubicBezTo>
                    <a:pt x="156" y="154"/>
                    <a:pt x="156" y="154"/>
                    <a:pt x="156" y="154"/>
                  </a:cubicBezTo>
                  <a:cubicBezTo>
                    <a:pt x="166" y="154"/>
                    <a:pt x="166" y="154"/>
                    <a:pt x="166" y="154"/>
                  </a:cubicBezTo>
                  <a:cubicBezTo>
                    <a:pt x="178" y="154"/>
                    <a:pt x="184" y="147"/>
                    <a:pt x="184" y="135"/>
                  </a:cubicBezTo>
                  <a:cubicBezTo>
                    <a:pt x="184" y="54"/>
                    <a:pt x="184" y="54"/>
                    <a:pt x="184" y="54"/>
                  </a:cubicBezTo>
                  <a:cubicBezTo>
                    <a:pt x="184" y="42"/>
                    <a:pt x="176" y="38"/>
                    <a:pt x="164" y="38"/>
                  </a:cubicBezTo>
                  <a:close/>
                  <a:moveTo>
                    <a:pt x="36" y="153"/>
                  </a:moveTo>
                  <a:cubicBezTo>
                    <a:pt x="148" y="154"/>
                    <a:pt x="148" y="154"/>
                    <a:pt x="148" y="154"/>
                  </a:cubicBezTo>
                  <a:cubicBezTo>
                    <a:pt x="148" y="38"/>
                    <a:pt x="148" y="38"/>
                    <a:pt x="148" y="38"/>
                  </a:cubicBezTo>
                  <a:cubicBezTo>
                    <a:pt x="36" y="38"/>
                    <a:pt x="36" y="38"/>
                    <a:pt x="36" y="38"/>
                  </a:cubicBezTo>
                  <a:lnTo>
                    <a:pt x="36" y="153"/>
                  </a:lnTo>
                  <a:close/>
                  <a:moveTo>
                    <a:pt x="58" y="31"/>
                  </a:moveTo>
                  <a:cubicBezTo>
                    <a:pt x="62" y="31"/>
                    <a:pt x="62" y="30"/>
                    <a:pt x="62" y="28"/>
                  </a:cubicBezTo>
                  <a:cubicBezTo>
                    <a:pt x="62" y="14"/>
                    <a:pt x="62" y="14"/>
                    <a:pt x="62" y="14"/>
                  </a:cubicBezTo>
                  <a:cubicBezTo>
                    <a:pt x="62" y="12"/>
                    <a:pt x="62" y="9"/>
                    <a:pt x="66" y="9"/>
                  </a:cubicBezTo>
                  <a:cubicBezTo>
                    <a:pt x="119" y="9"/>
                    <a:pt x="119" y="9"/>
                    <a:pt x="119" y="9"/>
                  </a:cubicBezTo>
                  <a:cubicBezTo>
                    <a:pt x="123" y="9"/>
                    <a:pt x="123" y="11"/>
                    <a:pt x="123" y="15"/>
                  </a:cubicBezTo>
                  <a:cubicBezTo>
                    <a:pt x="123" y="27"/>
                    <a:pt x="123" y="27"/>
                    <a:pt x="123" y="27"/>
                  </a:cubicBezTo>
                  <a:cubicBezTo>
                    <a:pt x="123" y="30"/>
                    <a:pt x="124" y="31"/>
                    <a:pt x="127" y="31"/>
                  </a:cubicBezTo>
                  <a:cubicBezTo>
                    <a:pt x="131" y="31"/>
                    <a:pt x="131" y="30"/>
                    <a:pt x="131" y="27"/>
                  </a:cubicBezTo>
                  <a:cubicBezTo>
                    <a:pt x="131" y="6"/>
                    <a:pt x="131" y="6"/>
                    <a:pt x="131" y="6"/>
                  </a:cubicBezTo>
                  <a:cubicBezTo>
                    <a:pt x="131" y="3"/>
                    <a:pt x="130" y="0"/>
                    <a:pt x="125" y="0"/>
                  </a:cubicBezTo>
                  <a:cubicBezTo>
                    <a:pt x="60" y="0"/>
                    <a:pt x="60" y="0"/>
                    <a:pt x="60" y="0"/>
                  </a:cubicBezTo>
                  <a:cubicBezTo>
                    <a:pt x="55" y="0"/>
                    <a:pt x="54" y="3"/>
                    <a:pt x="54" y="7"/>
                  </a:cubicBezTo>
                  <a:cubicBezTo>
                    <a:pt x="54" y="27"/>
                    <a:pt x="54" y="27"/>
                    <a:pt x="54" y="27"/>
                  </a:cubicBezTo>
                  <a:cubicBezTo>
                    <a:pt x="54" y="30"/>
                    <a:pt x="55" y="31"/>
                    <a:pt x="58" y="31"/>
                  </a:cubicBezTo>
                  <a:close/>
                </a:path>
              </a:pathLst>
            </a:custGeom>
            <a:solidFill>
              <a:schemeClr val="bg1"/>
            </a:solidFill>
            <a:ln>
              <a:noFill/>
            </a:ln>
          </p:spPr>
          <p:txBody>
            <a:bodyPr vert="horz" wrap="square" lIns="74238" tIns="37119" rIns="74238" bIns="37119" numCol="1" anchor="t" anchorCtr="0" compatLnSpc="1">
              <a:prstTxWarp prst="textNoShape">
                <a:avLst/>
              </a:prstTxWarp>
            </a:bodyPr>
            <a:lstStyle/>
            <a:p>
              <a:pPr defTabSz="742389">
                <a:defRPr/>
              </a:pPr>
              <a:endParaRPr lang="en-US" sz="1000" dirty="0">
                <a:solidFill>
                  <a:prstClr val="black"/>
                </a:solidFill>
                <a:latin typeface="Aptos" panose="020B0004020202020204" pitchFamily="34" charset="0"/>
              </a:endParaRPr>
            </a:p>
          </p:txBody>
        </p:sp>
        <p:sp>
          <p:nvSpPr>
            <p:cNvPr id="24" name="Freeform 93">
              <a:extLst>
                <a:ext uri="{FF2B5EF4-FFF2-40B4-BE49-F238E27FC236}">
                  <a16:creationId xmlns:a16="http://schemas.microsoft.com/office/drawing/2014/main" id="{9EAADB3F-9105-40F6-8113-FBE9BE859745}"/>
                </a:ext>
              </a:extLst>
            </p:cNvPr>
            <p:cNvSpPr>
              <a:spLocks noChangeAspect="1"/>
            </p:cNvSpPr>
            <p:nvPr/>
          </p:nvSpPr>
          <p:spPr bwMode="auto">
            <a:xfrm rot="2789299">
              <a:off x="1002493" y="2568002"/>
              <a:ext cx="275164" cy="301752"/>
            </a:xfrm>
            <a:custGeom>
              <a:avLst/>
              <a:gdLst>
                <a:gd name="T0" fmla="*/ 88 w 88"/>
                <a:gd name="T1" fmla="*/ 68 h 96"/>
                <a:gd name="T2" fmla="*/ 88 w 88"/>
                <a:gd name="T3" fmla="*/ 60 h 96"/>
                <a:gd name="T4" fmla="*/ 52 w 88"/>
                <a:gd name="T5" fmla="*/ 36 h 96"/>
                <a:gd name="T6" fmla="*/ 52 w 88"/>
                <a:gd name="T7" fmla="*/ 8 h 96"/>
                <a:gd name="T8" fmla="*/ 44 w 88"/>
                <a:gd name="T9" fmla="*/ 0 h 96"/>
                <a:gd name="T10" fmla="*/ 36 w 88"/>
                <a:gd name="T11" fmla="*/ 8 h 96"/>
                <a:gd name="T12" fmla="*/ 36 w 88"/>
                <a:gd name="T13" fmla="*/ 36 h 96"/>
                <a:gd name="T14" fmla="*/ 0 w 88"/>
                <a:gd name="T15" fmla="*/ 60 h 96"/>
                <a:gd name="T16" fmla="*/ 0 w 88"/>
                <a:gd name="T17" fmla="*/ 68 h 96"/>
                <a:gd name="T18" fmla="*/ 36 w 88"/>
                <a:gd name="T19" fmla="*/ 56 h 96"/>
                <a:gd name="T20" fmla="*/ 36 w 88"/>
                <a:gd name="T21" fmla="*/ 78 h 96"/>
                <a:gd name="T22" fmla="*/ 24 w 88"/>
                <a:gd name="T23" fmla="*/ 88 h 96"/>
                <a:gd name="T24" fmla="*/ 24 w 88"/>
                <a:gd name="T25" fmla="*/ 96 h 96"/>
                <a:gd name="T26" fmla="*/ 44 w 88"/>
                <a:gd name="T27" fmla="*/ 88 h 96"/>
                <a:gd name="T28" fmla="*/ 64 w 88"/>
                <a:gd name="T29" fmla="*/ 96 h 96"/>
                <a:gd name="T30" fmla="*/ 64 w 88"/>
                <a:gd name="T31" fmla="*/ 88 h 96"/>
                <a:gd name="T32" fmla="*/ 52 w 88"/>
                <a:gd name="T33" fmla="*/ 78 h 96"/>
                <a:gd name="T34" fmla="*/ 52 w 88"/>
                <a:gd name="T35" fmla="*/ 56 h 96"/>
                <a:gd name="T36" fmla="*/ 88 w 88"/>
                <a:gd name="T37" fmla="*/ 6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96">
                  <a:moveTo>
                    <a:pt x="88" y="68"/>
                  </a:moveTo>
                  <a:cubicBezTo>
                    <a:pt x="88" y="60"/>
                    <a:pt x="88" y="60"/>
                    <a:pt x="88" y="60"/>
                  </a:cubicBezTo>
                  <a:cubicBezTo>
                    <a:pt x="52" y="36"/>
                    <a:pt x="52" y="36"/>
                    <a:pt x="52" y="36"/>
                  </a:cubicBezTo>
                  <a:cubicBezTo>
                    <a:pt x="52" y="8"/>
                    <a:pt x="52" y="8"/>
                    <a:pt x="52" y="8"/>
                  </a:cubicBezTo>
                  <a:cubicBezTo>
                    <a:pt x="52" y="8"/>
                    <a:pt x="52" y="0"/>
                    <a:pt x="44" y="0"/>
                  </a:cubicBezTo>
                  <a:cubicBezTo>
                    <a:pt x="36" y="0"/>
                    <a:pt x="36" y="8"/>
                    <a:pt x="36" y="8"/>
                  </a:cubicBezTo>
                  <a:cubicBezTo>
                    <a:pt x="36" y="36"/>
                    <a:pt x="36" y="36"/>
                    <a:pt x="36" y="36"/>
                  </a:cubicBezTo>
                  <a:cubicBezTo>
                    <a:pt x="0" y="60"/>
                    <a:pt x="0" y="60"/>
                    <a:pt x="0" y="60"/>
                  </a:cubicBezTo>
                  <a:cubicBezTo>
                    <a:pt x="0" y="68"/>
                    <a:pt x="0" y="68"/>
                    <a:pt x="0" y="68"/>
                  </a:cubicBezTo>
                  <a:cubicBezTo>
                    <a:pt x="36" y="56"/>
                    <a:pt x="36" y="56"/>
                    <a:pt x="36" y="56"/>
                  </a:cubicBezTo>
                  <a:cubicBezTo>
                    <a:pt x="36" y="78"/>
                    <a:pt x="36" y="78"/>
                    <a:pt x="36" y="78"/>
                  </a:cubicBezTo>
                  <a:cubicBezTo>
                    <a:pt x="24" y="88"/>
                    <a:pt x="24" y="88"/>
                    <a:pt x="24" y="88"/>
                  </a:cubicBezTo>
                  <a:cubicBezTo>
                    <a:pt x="24" y="96"/>
                    <a:pt x="24" y="96"/>
                    <a:pt x="24" y="96"/>
                  </a:cubicBezTo>
                  <a:cubicBezTo>
                    <a:pt x="44" y="88"/>
                    <a:pt x="44" y="88"/>
                    <a:pt x="44" y="88"/>
                  </a:cubicBezTo>
                  <a:cubicBezTo>
                    <a:pt x="64" y="96"/>
                    <a:pt x="64" y="96"/>
                    <a:pt x="64" y="96"/>
                  </a:cubicBezTo>
                  <a:cubicBezTo>
                    <a:pt x="64" y="88"/>
                    <a:pt x="64" y="88"/>
                    <a:pt x="64" y="88"/>
                  </a:cubicBezTo>
                  <a:cubicBezTo>
                    <a:pt x="52" y="78"/>
                    <a:pt x="52" y="78"/>
                    <a:pt x="52" y="78"/>
                  </a:cubicBezTo>
                  <a:cubicBezTo>
                    <a:pt x="52" y="56"/>
                    <a:pt x="52" y="56"/>
                    <a:pt x="52" y="56"/>
                  </a:cubicBezTo>
                  <a:lnTo>
                    <a:pt x="88" y="68"/>
                  </a:lnTo>
                  <a:close/>
                </a:path>
              </a:pathLst>
            </a:custGeom>
            <a:solidFill>
              <a:schemeClr val="bg1"/>
            </a:solidFill>
            <a:ln>
              <a:noFill/>
            </a:ln>
          </p:spPr>
          <p:txBody>
            <a:bodyPr vert="horz" wrap="square" lIns="74238" tIns="37119" rIns="74238" bIns="37119" numCol="1" anchor="t" anchorCtr="0" compatLnSpc="1">
              <a:prstTxWarp prst="textNoShape">
                <a:avLst/>
              </a:prstTxWarp>
            </a:bodyPr>
            <a:lstStyle/>
            <a:p>
              <a:pPr defTabSz="742389">
                <a:defRPr/>
              </a:pPr>
              <a:endParaRPr lang="en-US" sz="1000" dirty="0">
                <a:solidFill>
                  <a:srgbClr val="000000"/>
                </a:solidFill>
                <a:latin typeface="Aptos" panose="020B0004020202020204" pitchFamily="34" charset="0"/>
              </a:endParaRPr>
            </a:p>
          </p:txBody>
        </p:sp>
        <p:sp>
          <p:nvSpPr>
            <p:cNvPr id="25" name="Freeform 19">
              <a:extLst>
                <a:ext uri="{FF2B5EF4-FFF2-40B4-BE49-F238E27FC236}">
                  <a16:creationId xmlns:a16="http://schemas.microsoft.com/office/drawing/2014/main" id="{0259F660-C77B-460F-83DE-197090029349}"/>
                </a:ext>
              </a:extLst>
            </p:cNvPr>
            <p:cNvSpPr>
              <a:spLocks noEditPoints="1"/>
            </p:cNvSpPr>
            <p:nvPr/>
          </p:nvSpPr>
          <p:spPr bwMode="auto">
            <a:xfrm>
              <a:off x="1064648" y="2877227"/>
              <a:ext cx="323850" cy="327025"/>
            </a:xfrm>
            <a:custGeom>
              <a:avLst/>
              <a:gdLst>
                <a:gd name="T0" fmla="*/ 70 w 141"/>
                <a:gd name="T1" fmla="*/ 0 h 142"/>
                <a:gd name="T2" fmla="*/ 95 w 141"/>
                <a:gd name="T3" fmla="*/ 45 h 142"/>
                <a:gd name="T4" fmla="*/ 91 w 141"/>
                <a:gd name="T5" fmla="*/ 38 h 142"/>
                <a:gd name="T6" fmla="*/ 88 w 141"/>
                <a:gd name="T7" fmla="*/ 42 h 142"/>
                <a:gd name="T8" fmla="*/ 65 w 141"/>
                <a:gd name="T9" fmla="*/ 110 h 142"/>
                <a:gd name="T10" fmla="*/ 53 w 141"/>
                <a:gd name="T11" fmla="*/ 123 h 142"/>
                <a:gd name="T12" fmla="*/ 46 w 141"/>
                <a:gd name="T13" fmla="*/ 131 h 142"/>
                <a:gd name="T14" fmla="*/ 43 w 141"/>
                <a:gd name="T15" fmla="*/ 115 h 142"/>
                <a:gd name="T16" fmla="*/ 36 w 141"/>
                <a:gd name="T17" fmla="*/ 86 h 142"/>
                <a:gd name="T18" fmla="*/ 25 w 141"/>
                <a:gd name="T19" fmla="*/ 80 h 142"/>
                <a:gd name="T20" fmla="*/ 10 w 141"/>
                <a:gd name="T21" fmla="*/ 64 h 142"/>
                <a:gd name="T22" fmla="*/ 25 w 141"/>
                <a:gd name="T23" fmla="*/ 26 h 142"/>
                <a:gd name="T24" fmla="*/ 39 w 141"/>
                <a:gd name="T25" fmla="*/ 25 h 142"/>
                <a:gd name="T26" fmla="*/ 49 w 141"/>
                <a:gd name="T27" fmla="*/ 25 h 142"/>
                <a:gd name="T28" fmla="*/ 51 w 141"/>
                <a:gd name="T29" fmla="*/ 32 h 142"/>
                <a:gd name="T30" fmla="*/ 45 w 141"/>
                <a:gd name="T31" fmla="*/ 28 h 142"/>
                <a:gd name="T32" fmla="*/ 37 w 141"/>
                <a:gd name="T33" fmla="*/ 42 h 142"/>
                <a:gd name="T34" fmla="*/ 51 w 141"/>
                <a:gd name="T35" fmla="*/ 38 h 142"/>
                <a:gd name="T36" fmla="*/ 46 w 141"/>
                <a:gd name="T37" fmla="*/ 50 h 142"/>
                <a:gd name="T38" fmla="*/ 42 w 141"/>
                <a:gd name="T39" fmla="*/ 58 h 142"/>
                <a:gd name="T40" fmla="*/ 35 w 141"/>
                <a:gd name="T41" fmla="*/ 70 h 142"/>
                <a:gd name="T42" fmla="*/ 23 w 141"/>
                <a:gd name="T43" fmla="*/ 68 h 142"/>
                <a:gd name="T44" fmla="*/ 30 w 141"/>
                <a:gd name="T45" fmla="*/ 75 h 142"/>
                <a:gd name="T46" fmla="*/ 37 w 141"/>
                <a:gd name="T47" fmla="*/ 84 h 142"/>
                <a:gd name="T48" fmla="*/ 50 w 141"/>
                <a:gd name="T49" fmla="*/ 82 h 142"/>
                <a:gd name="T50" fmla="*/ 69 w 141"/>
                <a:gd name="T51" fmla="*/ 95 h 142"/>
                <a:gd name="T52" fmla="*/ 63 w 141"/>
                <a:gd name="T53" fmla="*/ 31 h 142"/>
                <a:gd name="T54" fmla="*/ 53 w 141"/>
                <a:gd name="T55" fmla="*/ 13 h 142"/>
                <a:gd name="T56" fmla="*/ 43 w 141"/>
                <a:gd name="T57" fmla="*/ 20 h 142"/>
                <a:gd name="T58" fmla="*/ 35 w 141"/>
                <a:gd name="T59" fmla="*/ 21 h 142"/>
                <a:gd name="T60" fmla="*/ 54 w 141"/>
                <a:gd name="T61" fmla="*/ 8 h 142"/>
                <a:gd name="T62" fmla="*/ 75 w 141"/>
                <a:gd name="T63" fmla="*/ 9 h 142"/>
                <a:gd name="T64" fmla="*/ 86 w 141"/>
                <a:gd name="T65" fmla="*/ 12 h 142"/>
                <a:gd name="T66" fmla="*/ 75 w 141"/>
                <a:gd name="T67" fmla="*/ 27 h 142"/>
                <a:gd name="T68" fmla="*/ 87 w 141"/>
                <a:gd name="T69" fmla="*/ 31 h 142"/>
                <a:gd name="T70" fmla="*/ 80 w 141"/>
                <a:gd name="T71" fmla="*/ 31 h 142"/>
                <a:gd name="T72" fmla="*/ 126 w 141"/>
                <a:gd name="T73" fmla="*/ 106 h 142"/>
                <a:gd name="T74" fmla="*/ 126 w 141"/>
                <a:gd name="T75" fmla="*/ 102 h 142"/>
                <a:gd name="T76" fmla="*/ 128 w 141"/>
                <a:gd name="T77" fmla="*/ 101 h 142"/>
                <a:gd name="T78" fmla="*/ 116 w 141"/>
                <a:gd name="T79" fmla="*/ 110 h 142"/>
                <a:gd name="T80" fmla="*/ 111 w 141"/>
                <a:gd name="T81" fmla="*/ 118 h 142"/>
                <a:gd name="T82" fmla="*/ 98 w 141"/>
                <a:gd name="T83" fmla="*/ 108 h 142"/>
                <a:gd name="T84" fmla="*/ 88 w 141"/>
                <a:gd name="T85" fmla="*/ 88 h 142"/>
                <a:gd name="T86" fmla="*/ 82 w 141"/>
                <a:gd name="T87" fmla="*/ 70 h 142"/>
                <a:gd name="T88" fmla="*/ 96 w 141"/>
                <a:gd name="T89" fmla="*/ 61 h 142"/>
                <a:gd name="T90" fmla="*/ 110 w 141"/>
                <a:gd name="T91" fmla="*/ 65 h 142"/>
                <a:gd name="T92" fmla="*/ 117 w 141"/>
                <a:gd name="T93" fmla="*/ 74 h 142"/>
                <a:gd name="T94" fmla="*/ 133 w 141"/>
                <a:gd name="T95" fmla="*/ 68 h 142"/>
                <a:gd name="T96" fmla="*/ 134 w 141"/>
                <a:gd name="T97" fmla="*/ 72 h 142"/>
                <a:gd name="T98" fmla="*/ 126 w 141"/>
                <a:gd name="T99" fmla="*/ 78 h 142"/>
                <a:gd name="T100" fmla="*/ 119 w 141"/>
                <a:gd name="T101" fmla="*/ 66 h 142"/>
                <a:gd name="T102" fmla="*/ 114 w 141"/>
                <a:gd name="T103" fmla="*/ 56 h 142"/>
                <a:gd name="T104" fmla="*/ 120 w 141"/>
                <a:gd name="T105" fmla="*/ 52 h 142"/>
                <a:gd name="T106" fmla="*/ 110 w 141"/>
                <a:gd name="T107" fmla="*/ 53 h 142"/>
                <a:gd name="T108" fmla="*/ 107 w 141"/>
                <a:gd name="T109" fmla="*/ 57 h 142"/>
                <a:gd name="T110" fmla="*/ 100 w 141"/>
                <a:gd name="T111" fmla="*/ 52 h 142"/>
                <a:gd name="T112" fmla="*/ 91 w 141"/>
                <a:gd name="T113" fmla="*/ 51 h 142"/>
                <a:gd name="T114" fmla="*/ 107 w 141"/>
                <a:gd name="T115" fmla="*/ 41 h 142"/>
                <a:gd name="T116" fmla="*/ 107 w 141"/>
                <a:gd name="T117" fmla="*/ 33 h 142"/>
                <a:gd name="T118" fmla="*/ 109 w 141"/>
                <a:gd name="T119" fmla="*/ 26 h 142"/>
                <a:gd name="T120" fmla="*/ 136 w 141"/>
                <a:gd name="T12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1" h="142">
                  <a:moveTo>
                    <a:pt x="70" y="0"/>
                  </a:moveTo>
                  <a:cubicBezTo>
                    <a:pt x="31" y="0"/>
                    <a:pt x="0" y="32"/>
                    <a:pt x="0" y="71"/>
                  </a:cubicBezTo>
                  <a:cubicBezTo>
                    <a:pt x="0" y="110"/>
                    <a:pt x="31" y="142"/>
                    <a:pt x="70" y="142"/>
                  </a:cubicBezTo>
                  <a:cubicBezTo>
                    <a:pt x="110" y="142"/>
                    <a:pt x="141" y="110"/>
                    <a:pt x="141" y="71"/>
                  </a:cubicBezTo>
                  <a:cubicBezTo>
                    <a:pt x="141" y="32"/>
                    <a:pt x="110" y="0"/>
                    <a:pt x="70" y="0"/>
                  </a:cubicBezTo>
                  <a:close/>
                  <a:moveTo>
                    <a:pt x="91" y="38"/>
                  </a:moveTo>
                  <a:cubicBezTo>
                    <a:pt x="92" y="38"/>
                    <a:pt x="92" y="39"/>
                    <a:pt x="93" y="39"/>
                  </a:cubicBezTo>
                  <a:cubicBezTo>
                    <a:pt x="95" y="38"/>
                    <a:pt x="94" y="42"/>
                    <a:pt x="95" y="43"/>
                  </a:cubicBezTo>
                  <a:cubicBezTo>
                    <a:pt x="95" y="43"/>
                    <a:pt x="95" y="43"/>
                    <a:pt x="96" y="44"/>
                  </a:cubicBezTo>
                  <a:cubicBezTo>
                    <a:pt x="96" y="44"/>
                    <a:pt x="96" y="45"/>
                    <a:pt x="95" y="45"/>
                  </a:cubicBezTo>
                  <a:cubicBezTo>
                    <a:pt x="95" y="46"/>
                    <a:pt x="94" y="46"/>
                    <a:pt x="93" y="46"/>
                  </a:cubicBezTo>
                  <a:cubicBezTo>
                    <a:pt x="92" y="46"/>
                    <a:pt x="92" y="46"/>
                    <a:pt x="91" y="46"/>
                  </a:cubicBezTo>
                  <a:cubicBezTo>
                    <a:pt x="91" y="45"/>
                    <a:pt x="91" y="45"/>
                    <a:pt x="91" y="44"/>
                  </a:cubicBezTo>
                  <a:cubicBezTo>
                    <a:pt x="92" y="42"/>
                    <a:pt x="92" y="42"/>
                    <a:pt x="91" y="41"/>
                  </a:cubicBezTo>
                  <a:cubicBezTo>
                    <a:pt x="91" y="40"/>
                    <a:pt x="90" y="39"/>
                    <a:pt x="91" y="38"/>
                  </a:cubicBezTo>
                  <a:close/>
                  <a:moveTo>
                    <a:pt x="90" y="42"/>
                  </a:moveTo>
                  <a:cubicBezTo>
                    <a:pt x="91" y="42"/>
                    <a:pt x="90" y="43"/>
                    <a:pt x="90" y="44"/>
                  </a:cubicBezTo>
                  <a:cubicBezTo>
                    <a:pt x="90" y="46"/>
                    <a:pt x="88" y="45"/>
                    <a:pt x="86" y="45"/>
                  </a:cubicBezTo>
                  <a:cubicBezTo>
                    <a:pt x="86" y="45"/>
                    <a:pt x="88" y="44"/>
                    <a:pt x="88" y="44"/>
                  </a:cubicBezTo>
                  <a:cubicBezTo>
                    <a:pt x="88" y="43"/>
                    <a:pt x="88" y="42"/>
                    <a:pt x="88" y="42"/>
                  </a:cubicBezTo>
                  <a:cubicBezTo>
                    <a:pt x="89" y="41"/>
                    <a:pt x="89" y="41"/>
                    <a:pt x="89" y="41"/>
                  </a:cubicBezTo>
                  <a:cubicBezTo>
                    <a:pt x="89" y="41"/>
                    <a:pt x="90" y="41"/>
                    <a:pt x="90" y="42"/>
                  </a:cubicBezTo>
                  <a:close/>
                  <a:moveTo>
                    <a:pt x="71" y="99"/>
                  </a:moveTo>
                  <a:cubicBezTo>
                    <a:pt x="70" y="101"/>
                    <a:pt x="68" y="102"/>
                    <a:pt x="68" y="104"/>
                  </a:cubicBezTo>
                  <a:cubicBezTo>
                    <a:pt x="67" y="106"/>
                    <a:pt x="67" y="108"/>
                    <a:pt x="65" y="110"/>
                  </a:cubicBezTo>
                  <a:cubicBezTo>
                    <a:pt x="64" y="111"/>
                    <a:pt x="63" y="111"/>
                    <a:pt x="61" y="112"/>
                  </a:cubicBezTo>
                  <a:cubicBezTo>
                    <a:pt x="61" y="112"/>
                    <a:pt x="59" y="113"/>
                    <a:pt x="59" y="114"/>
                  </a:cubicBezTo>
                  <a:cubicBezTo>
                    <a:pt x="58" y="115"/>
                    <a:pt x="59" y="116"/>
                    <a:pt x="58" y="118"/>
                  </a:cubicBezTo>
                  <a:cubicBezTo>
                    <a:pt x="58" y="119"/>
                    <a:pt x="56" y="120"/>
                    <a:pt x="56" y="120"/>
                  </a:cubicBezTo>
                  <a:cubicBezTo>
                    <a:pt x="55" y="121"/>
                    <a:pt x="54" y="122"/>
                    <a:pt x="53" y="123"/>
                  </a:cubicBezTo>
                  <a:cubicBezTo>
                    <a:pt x="52" y="123"/>
                    <a:pt x="50" y="123"/>
                    <a:pt x="49" y="124"/>
                  </a:cubicBezTo>
                  <a:cubicBezTo>
                    <a:pt x="48" y="125"/>
                    <a:pt x="49" y="126"/>
                    <a:pt x="48" y="127"/>
                  </a:cubicBezTo>
                  <a:cubicBezTo>
                    <a:pt x="48" y="128"/>
                    <a:pt x="47" y="127"/>
                    <a:pt x="47" y="128"/>
                  </a:cubicBezTo>
                  <a:cubicBezTo>
                    <a:pt x="47" y="129"/>
                    <a:pt x="47" y="129"/>
                    <a:pt x="47" y="130"/>
                  </a:cubicBezTo>
                  <a:cubicBezTo>
                    <a:pt x="47" y="130"/>
                    <a:pt x="46" y="130"/>
                    <a:pt x="46" y="131"/>
                  </a:cubicBezTo>
                  <a:cubicBezTo>
                    <a:pt x="45" y="132"/>
                    <a:pt x="46" y="133"/>
                    <a:pt x="47" y="133"/>
                  </a:cubicBezTo>
                  <a:cubicBezTo>
                    <a:pt x="48" y="133"/>
                    <a:pt x="48" y="133"/>
                    <a:pt x="48" y="133"/>
                  </a:cubicBezTo>
                  <a:cubicBezTo>
                    <a:pt x="47" y="136"/>
                    <a:pt x="44" y="132"/>
                    <a:pt x="43" y="132"/>
                  </a:cubicBezTo>
                  <a:cubicBezTo>
                    <a:pt x="42" y="130"/>
                    <a:pt x="42" y="128"/>
                    <a:pt x="42" y="126"/>
                  </a:cubicBezTo>
                  <a:cubicBezTo>
                    <a:pt x="42" y="122"/>
                    <a:pt x="43" y="120"/>
                    <a:pt x="43" y="115"/>
                  </a:cubicBezTo>
                  <a:cubicBezTo>
                    <a:pt x="43" y="113"/>
                    <a:pt x="43" y="110"/>
                    <a:pt x="41" y="109"/>
                  </a:cubicBezTo>
                  <a:cubicBezTo>
                    <a:pt x="40" y="107"/>
                    <a:pt x="37" y="106"/>
                    <a:pt x="36" y="103"/>
                  </a:cubicBezTo>
                  <a:cubicBezTo>
                    <a:pt x="35" y="101"/>
                    <a:pt x="33" y="98"/>
                    <a:pt x="33" y="96"/>
                  </a:cubicBezTo>
                  <a:cubicBezTo>
                    <a:pt x="33" y="95"/>
                    <a:pt x="34" y="93"/>
                    <a:pt x="34" y="92"/>
                  </a:cubicBezTo>
                  <a:cubicBezTo>
                    <a:pt x="34" y="89"/>
                    <a:pt x="36" y="87"/>
                    <a:pt x="36" y="86"/>
                  </a:cubicBezTo>
                  <a:cubicBezTo>
                    <a:pt x="34" y="85"/>
                    <a:pt x="34" y="85"/>
                    <a:pt x="34" y="85"/>
                  </a:cubicBezTo>
                  <a:cubicBezTo>
                    <a:pt x="32" y="85"/>
                    <a:pt x="31" y="86"/>
                    <a:pt x="30" y="84"/>
                  </a:cubicBezTo>
                  <a:cubicBezTo>
                    <a:pt x="29" y="83"/>
                    <a:pt x="29" y="82"/>
                    <a:pt x="27" y="81"/>
                  </a:cubicBezTo>
                  <a:cubicBezTo>
                    <a:pt x="27" y="81"/>
                    <a:pt x="27" y="81"/>
                    <a:pt x="27" y="81"/>
                  </a:cubicBezTo>
                  <a:cubicBezTo>
                    <a:pt x="26" y="81"/>
                    <a:pt x="25" y="80"/>
                    <a:pt x="25" y="80"/>
                  </a:cubicBezTo>
                  <a:cubicBezTo>
                    <a:pt x="24" y="79"/>
                    <a:pt x="24" y="79"/>
                    <a:pt x="23" y="79"/>
                  </a:cubicBezTo>
                  <a:cubicBezTo>
                    <a:pt x="23" y="78"/>
                    <a:pt x="22" y="78"/>
                    <a:pt x="21" y="78"/>
                  </a:cubicBezTo>
                  <a:cubicBezTo>
                    <a:pt x="20" y="78"/>
                    <a:pt x="18" y="76"/>
                    <a:pt x="17" y="75"/>
                  </a:cubicBezTo>
                  <a:cubicBezTo>
                    <a:pt x="17" y="74"/>
                    <a:pt x="14" y="70"/>
                    <a:pt x="14" y="69"/>
                  </a:cubicBezTo>
                  <a:cubicBezTo>
                    <a:pt x="10" y="64"/>
                    <a:pt x="10" y="64"/>
                    <a:pt x="10" y="64"/>
                  </a:cubicBezTo>
                  <a:cubicBezTo>
                    <a:pt x="10" y="63"/>
                    <a:pt x="10" y="62"/>
                    <a:pt x="10" y="61"/>
                  </a:cubicBezTo>
                  <a:cubicBezTo>
                    <a:pt x="9" y="60"/>
                    <a:pt x="10" y="55"/>
                    <a:pt x="10" y="53"/>
                  </a:cubicBezTo>
                  <a:cubicBezTo>
                    <a:pt x="10" y="51"/>
                    <a:pt x="11" y="48"/>
                    <a:pt x="11" y="47"/>
                  </a:cubicBezTo>
                  <a:cubicBezTo>
                    <a:pt x="12" y="45"/>
                    <a:pt x="15" y="39"/>
                    <a:pt x="15" y="39"/>
                  </a:cubicBezTo>
                  <a:cubicBezTo>
                    <a:pt x="17" y="35"/>
                    <a:pt x="22" y="29"/>
                    <a:pt x="25" y="26"/>
                  </a:cubicBezTo>
                  <a:cubicBezTo>
                    <a:pt x="28" y="24"/>
                    <a:pt x="29" y="23"/>
                    <a:pt x="31" y="23"/>
                  </a:cubicBezTo>
                  <a:cubicBezTo>
                    <a:pt x="32" y="23"/>
                    <a:pt x="31" y="25"/>
                    <a:pt x="32" y="26"/>
                  </a:cubicBezTo>
                  <a:cubicBezTo>
                    <a:pt x="32" y="27"/>
                    <a:pt x="32" y="25"/>
                    <a:pt x="33" y="26"/>
                  </a:cubicBezTo>
                  <a:cubicBezTo>
                    <a:pt x="36" y="26"/>
                    <a:pt x="36" y="26"/>
                    <a:pt x="36" y="26"/>
                  </a:cubicBezTo>
                  <a:cubicBezTo>
                    <a:pt x="37" y="25"/>
                    <a:pt x="38" y="25"/>
                    <a:pt x="39" y="25"/>
                  </a:cubicBezTo>
                  <a:cubicBezTo>
                    <a:pt x="39" y="26"/>
                    <a:pt x="39" y="26"/>
                    <a:pt x="39" y="27"/>
                  </a:cubicBezTo>
                  <a:cubicBezTo>
                    <a:pt x="40" y="28"/>
                    <a:pt x="40" y="28"/>
                    <a:pt x="40" y="28"/>
                  </a:cubicBezTo>
                  <a:cubicBezTo>
                    <a:pt x="42" y="29"/>
                    <a:pt x="40" y="24"/>
                    <a:pt x="42" y="23"/>
                  </a:cubicBezTo>
                  <a:cubicBezTo>
                    <a:pt x="45" y="24"/>
                    <a:pt x="45" y="24"/>
                    <a:pt x="45" y="24"/>
                  </a:cubicBezTo>
                  <a:cubicBezTo>
                    <a:pt x="46" y="24"/>
                    <a:pt x="48" y="25"/>
                    <a:pt x="49" y="25"/>
                  </a:cubicBezTo>
                  <a:cubicBezTo>
                    <a:pt x="49" y="25"/>
                    <a:pt x="49" y="25"/>
                    <a:pt x="50" y="26"/>
                  </a:cubicBezTo>
                  <a:cubicBezTo>
                    <a:pt x="51" y="27"/>
                    <a:pt x="51" y="27"/>
                    <a:pt x="51" y="27"/>
                  </a:cubicBezTo>
                  <a:cubicBezTo>
                    <a:pt x="51" y="28"/>
                    <a:pt x="50" y="28"/>
                    <a:pt x="51" y="29"/>
                  </a:cubicBezTo>
                  <a:cubicBezTo>
                    <a:pt x="51" y="29"/>
                    <a:pt x="54" y="29"/>
                    <a:pt x="54" y="30"/>
                  </a:cubicBezTo>
                  <a:cubicBezTo>
                    <a:pt x="54" y="32"/>
                    <a:pt x="51" y="32"/>
                    <a:pt x="51" y="32"/>
                  </a:cubicBezTo>
                  <a:cubicBezTo>
                    <a:pt x="51" y="33"/>
                    <a:pt x="52" y="34"/>
                    <a:pt x="50" y="35"/>
                  </a:cubicBezTo>
                  <a:cubicBezTo>
                    <a:pt x="49" y="35"/>
                    <a:pt x="44" y="33"/>
                    <a:pt x="45" y="32"/>
                  </a:cubicBezTo>
                  <a:cubicBezTo>
                    <a:pt x="45" y="31"/>
                    <a:pt x="47" y="31"/>
                    <a:pt x="47" y="31"/>
                  </a:cubicBezTo>
                  <a:cubicBezTo>
                    <a:pt x="48" y="30"/>
                    <a:pt x="47" y="30"/>
                    <a:pt x="47" y="30"/>
                  </a:cubicBezTo>
                  <a:cubicBezTo>
                    <a:pt x="46" y="29"/>
                    <a:pt x="47" y="29"/>
                    <a:pt x="45" y="28"/>
                  </a:cubicBezTo>
                  <a:cubicBezTo>
                    <a:pt x="44" y="29"/>
                    <a:pt x="45" y="29"/>
                    <a:pt x="44" y="30"/>
                  </a:cubicBezTo>
                  <a:cubicBezTo>
                    <a:pt x="43" y="30"/>
                    <a:pt x="43" y="31"/>
                    <a:pt x="42" y="32"/>
                  </a:cubicBezTo>
                  <a:cubicBezTo>
                    <a:pt x="41" y="32"/>
                    <a:pt x="33" y="32"/>
                    <a:pt x="34" y="33"/>
                  </a:cubicBezTo>
                  <a:cubicBezTo>
                    <a:pt x="34" y="33"/>
                    <a:pt x="30" y="36"/>
                    <a:pt x="32" y="39"/>
                  </a:cubicBezTo>
                  <a:cubicBezTo>
                    <a:pt x="34" y="41"/>
                    <a:pt x="34" y="40"/>
                    <a:pt x="37" y="42"/>
                  </a:cubicBezTo>
                  <a:cubicBezTo>
                    <a:pt x="38" y="43"/>
                    <a:pt x="42" y="43"/>
                    <a:pt x="42" y="41"/>
                  </a:cubicBezTo>
                  <a:cubicBezTo>
                    <a:pt x="42" y="39"/>
                    <a:pt x="41" y="38"/>
                    <a:pt x="41" y="38"/>
                  </a:cubicBezTo>
                  <a:cubicBezTo>
                    <a:pt x="42" y="37"/>
                    <a:pt x="43" y="34"/>
                    <a:pt x="43" y="35"/>
                  </a:cubicBezTo>
                  <a:cubicBezTo>
                    <a:pt x="44" y="35"/>
                    <a:pt x="46" y="35"/>
                    <a:pt x="47" y="36"/>
                  </a:cubicBezTo>
                  <a:cubicBezTo>
                    <a:pt x="48" y="38"/>
                    <a:pt x="49" y="40"/>
                    <a:pt x="51" y="38"/>
                  </a:cubicBezTo>
                  <a:cubicBezTo>
                    <a:pt x="51" y="37"/>
                    <a:pt x="52" y="39"/>
                    <a:pt x="52" y="41"/>
                  </a:cubicBezTo>
                  <a:cubicBezTo>
                    <a:pt x="52" y="42"/>
                    <a:pt x="53" y="44"/>
                    <a:pt x="54" y="44"/>
                  </a:cubicBezTo>
                  <a:cubicBezTo>
                    <a:pt x="54" y="44"/>
                    <a:pt x="58" y="50"/>
                    <a:pt x="56" y="51"/>
                  </a:cubicBezTo>
                  <a:cubicBezTo>
                    <a:pt x="54" y="52"/>
                    <a:pt x="52" y="47"/>
                    <a:pt x="48" y="47"/>
                  </a:cubicBezTo>
                  <a:cubicBezTo>
                    <a:pt x="47" y="47"/>
                    <a:pt x="47" y="49"/>
                    <a:pt x="46" y="50"/>
                  </a:cubicBezTo>
                  <a:cubicBezTo>
                    <a:pt x="47" y="50"/>
                    <a:pt x="48" y="50"/>
                    <a:pt x="48" y="51"/>
                  </a:cubicBezTo>
                  <a:cubicBezTo>
                    <a:pt x="49" y="50"/>
                    <a:pt x="49" y="51"/>
                    <a:pt x="50" y="51"/>
                  </a:cubicBezTo>
                  <a:cubicBezTo>
                    <a:pt x="50" y="52"/>
                    <a:pt x="50" y="53"/>
                    <a:pt x="50" y="53"/>
                  </a:cubicBezTo>
                  <a:cubicBezTo>
                    <a:pt x="50" y="54"/>
                    <a:pt x="43" y="56"/>
                    <a:pt x="43" y="56"/>
                  </a:cubicBezTo>
                  <a:cubicBezTo>
                    <a:pt x="42" y="57"/>
                    <a:pt x="42" y="57"/>
                    <a:pt x="42" y="58"/>
                  </a:cubicBezTo>
                  <a:cubicBezTo>
                    <a:pt x="41" y="58"/>
                    <a:pt x="40" y="59"/>
                    <a:pt x="40" y="59"/>
                  </a:cubicBezTo>
                  <a:cubicBezTo>
                    <a:pt x="40" y="60"/>
                    <a:pt x="39" y="60"/>
                    <a:pt x="38" y="63"/>
                  </a:cubicBezTo>
                  <a:cubicBezTo>
                    <a:pt x="38" y="64"/>
                    <a:pt x="38" y="64"/>
                    <a:pt x="37" y="65"/>
                  </a:cubicBezTo>
                  <a:cubicBezTo>
                    <a:pt x="36" y="65"/>
                    <a:pt x="36" y="65"/>
                    <a:pt x="36" y="65"/>
                  </a:cubicBezTo>
                  <a:cubicBezTo>
                    <a:pt x="35" y="66"/>
                    <a:pt x="35" y="69"/>
                    <a:pt x="35" y="70"/>
                  </a:cubicBezTo>
                  <a:cubicBezTo>
                    <a:pt x="36" y="71"/>
                    <a:pt x="36" y="72"/>
                    <a:pt x="35" y="73"/>
                  </a:cubicBezTo>
                  <a:cubicBezTo>
                    <a:pt x="34" y="73"/>
                    <a:pt x="34" y="72"/>
                    <a:pt x="34" y="71"/>
                  </a:cubicBezTo>
                  <a:cubicBezTo>
                    <a:pt x="33" y="71"/>
                    <a:pt x="33" y="68"/>
                    <a:pt x="33" y="68"/>
                  </a:cubicBezTo>
                  <a:cubicBezTo>
                    <a:pt x="32" y="67"/>
                    <a:pt x="31" y="67"/>
                    <a:pt x="30" y="66"/>
                  </a:cubicBezTo>
                  <a:cubicBezTo>
                    <a:pt x="28" y="66"/>
                    <a:pt x="24" y="67"/>
                    <a:pt x="23" y="68"/>
                  </a:cubicBezTo>
                  <a:cubicBezTo>
                    <a:pt x="23" y="70"/>
                    <a:pt x="23" y="69"/>
                    <a:pt x="23" y="71"/>
                  </a:cubicBezTo>
                  <a:cubicBezTo>
                    <a:pt x="23" y="72"/>
                    <a:pt x="23" y="73"/>
                    <a:pt x="25" y="75"/>
                  </a:cubicBezTo>
                  <a:cubicBezTo>
                    <a:pt x="25" y="75"/>
                    <a:pt x="26" y="75"/>
                    <a:pt x="26" y="75"/>
                  </a:cubicBezTo>
                  <a:cubicBezTo>
                    <a:pt x="27" y="75"/>
                    <a:pt x="28" y="72"/>
                    <a:pt x="31" y="73"/>
                  </a:cubicBezTo>
                  <a:cubicBezTo>
                    <a:pt x="32" y="74"/>
                    <a:pt x="30" y="75"/>
                    <a:pt x="30" y="75"/>
                  </a:cubicBezTo>
                  <a:cubicBezTo>
                    <a:pt x="30" y="77"/>
                    <a:pt x="30" y="76"/>
                    <a:pt x="30" y="77"/>
                  </a:cubicBezTo>
                  <a:cubicBezTo>
                    <a:pt x="30" y="77"/>
                    <a:pt x="29" y="77"/>
                    <a:pt x="30" y="78"/>
                  </a:cubicBezTo>
                  <a:cubicBezTo>
                    <a:pt x="31" y="78"/>
                    <a:pt x="31" y="77"/>
                    <a:pt x="33" y="78"/>
                  </a:cubicBezTo>
                  <a:cubicBezTo>
                    <a:pt x="33" y="80"/>
                    <a:pt x="32" y="80"/>
                    <a:pt x="33" y="82"/>
                  </a:cubicBezTo>
                  <a:cubicBezTo>
                    <a:pt x="33" y="83"/>
                    <a:pt x="35" y="83"/>
                    <a:pt x="37" y="84"/>
                  </a:cubicBezTo>
                  <a:cubicBezTo>
                    <a:pt x="38" y="83"/>
                    <a:pt x="38" y="83"/>
                    <a:pt x="38" y="83"/>
                  </a:cubicBezTo>
                  <a:cubicBezTo>
                    <a:pt x="38" y="82"/>
                    <a:pt x="38" y="82"/>
                    <a:pt x="39" y="82"/>
                  </a:cubicBezTo>
                  <a:cubicBezTo>
                    <a:pt x="40" y="80"/>
                    <a:pt x="41" y="80"/>
                    <a:pt x="43" y="81"/>
                  </a:cubicBezTo>
                  <a:cubicBezTo>
                    <a:pt x="44" y="82"/>
                    <a:pt x="44" y="83"/>
                    <a:pt x="46" y="82"/>
                  </a:cubicBezTo>
                  <a:cubicBezTo>
                    <a:pt x="47" y="82"/>
                    <a:pt x="48" y="82"/>
                    <a:pt x="50" y="82"/>
                  </a:cubicBezTo>
                  <a:cubicBezTo>
                    <a:pt x="51" y="83"/>
                    <a:pt x="51" y="84"/>
                    <a:pt x="52" y="85"/>
                  </a:cubicBezTo>
                  <a:cubicBezTo>
                    <a:pt x="53" y="86"/>
                    <a:pt x="54" y="86"/>
                    <a:pt x="55" y="86"/>
                  </a:cubicBezTo>
                  <a:cubicBezTo>
                    <a:pt x="57" y="86"/>
                    <a:pt x="57" y="86"/>
                    <a:pt x="59" y="87"/>
                  </a:cubicBezTo>
                  <a:cubicBezTo>
                    <a:pt x="61" y="89"/>
                    <a:pt x="61" y="91"/>
                    <a:pt x="63" y="92"/>
                  </a:cubicBezTo>
                  <a:cubicBezTo>
                    <a:pt x="65" y="94"/>
                    <a:pt x="67" y="94"/>
                    <a:pt x="69" y="95"/>
                  </a:cubicBezTo>
                  <a:cubicBezTo>
                    <a:pt x="71" y="96"/>
                    <a:pt x="72" y="97"/>
                    <a:pt x="71" y="99"/>
                  </a:cubicBezTo>
                  <a:close/>
                  <a:moveTo>
                    <a:pt x="71" y="28"/>
                  </a:moveTo>
                  <a:cubicBezTo>
                    <a:pt x="70" y="28"/>
                    <a:pt x="69" y="29"/>
                    <a:pt x="69" y="30"/>
                  </a:cubicBezTo>
                  <a:cubicBezTo>
                    <a:pt x="68" y="31"/>
                    <a:pt x="68" y="35"/>
                    <a:pt x="66" y="35"/>
                  </a:cubicBezTo>
                  <a:cubicBezTo>
                    <a:pt x="65" y="35"/>
                    <a:pt x="63" y="31"/>
                    <a:pt x="63" y="31"/>
                  </a:cubicBezTo>
                  <a:cubicBezTo>
                    <a:pt x="62" y="29"/>
                    <a:pt x="62" y="27"/>
                    <a:pt x="62" y="25"/>
                  </a:cubicBezTo>
                  <a:cubicBezTo>
                    <a:pt x="62" y="23"/>
                    <a:pt x="62" y="20"/>
                    <a:pt x="61" y="19"/>
                  </a:cubicBezTo>
                  <a:cubicBezTo>
                    <a:pt x="60" y="17"/>
                    <a:pt x="59" y="17"/>
                    <a:pt x="57" y="17"/>
                  </a:cubicBezTo>
                  <a:cubicBezTo>
                    <a:pt x="56" y="17"/>
                    <a:pt x="54" y="17"/>
                    <a:pt x="54" y="16"/>
                  </a:cubicBezTo>
                  <a:cubicBezTo>
                    <a:pt x="53" y="15"/>
                    <a:pt x="54" y="14"/>
                    <a:pt x="53" y="13"/>
                  </a:cubicBezTo>
                  <a:cubicBezTo>
                    <a:pt x="52" y="13"/>
                    <a:pt x="52" y="14"/>
                    <a:pt x="51" y="15"/>
                  </a:cubicBezTo>
                  <a:cubicBezTo>
                    <a:pt x="51" y="15"/>
                    <a:pt x="49" y="16"/>
                    <a:pt x="49" y="16"/>
                  </a:cubicBezTo>
                  <a:cubicBezTo>
                    <a:pt x="48" y="17"/>
                    <a:pt x="48" y="17"/>
                    <a:pt x="48" y="18"/>
                  </a:cubicBezTo>
                  <a:cubicBezTo>
                    <a:pt x="48" y="19"/>
                    <a:pt x="47" y="19"/>
                    <a:pt x="46" y="19"/>
                  </a:cubicBezTo>
                  <a:cubicBezTo>
                    <a:pt x="45" y="19"/>
                    <a:pt x="45" y="21"/>
                    <a:pt x="43" y="20"/>
                  </a:cubicBezTo>
                  <a:cubicBezTo>
                    <a:pt x="42" y="19"/>
                    <a:pt x="42" y="19"/>
                    <a:pt x="41" y="19"/>
                  </a:cubicBezTo>
                  <a:cubicBezTo>
                    <a:pt x="40" y="19"/>
                    <a:pt x="41" y="20"/>
                    <a:pt x="40" y="21"/>
                  </a:cubicBezTo>
                  <a:cubicBezTo>
                    <a:pt x="40" y="22"/>
                    <a:pt x="39" y="21"/>
                    <a:pt x="39" y="21"/>
                  </a:cubicBezTo>
                  <a:cubicBezTo>
                    <a:pt x="38" y="21"/>
                    <a:pt x="38" y="21"/>
                    <a:pt x="37" y="22"/>
                  </a:cubicBezTo>
                  <a:cubicBezTo>
                    <a:pt x="36" y="22"/>
                    <a:pt x="35" y="22"/>
                    <a:pt x="35" y="21"/>
                  </a:cubicBezTo>
                  <a:cubicBezTo>
                    <a:pt x="35" y="19"/>
                    <a:pt x="35" y="19"/>
                    <a:pt x="36" y="18"/>
                  </a:cubicBezTo>
                  <a:cubicBezTo>
                    <a:pt x="37" y="16"/>
                    <a:pt x="38" y="15"/>
                    <a:pt x="39" y="15"/>
                  </a:cubicBezTo>
                  <a:cubicBezTo>
                    <a:pt x="40" y="14"/>
                    <a:pt x="41" y="13"/>
                    <a:pt x="42" y="12"/>
                  </a:cubicBezTo>
                  <a:cubicBezTo>
                    <a:pt x="44" y="12"/>
                    <a:pt x="45" y="11"/>
                    <a:pt x="47" y="10"/>
                  </a:cubicBezTo>
                  <a:cubicBezTo>
                    <a:pt x="49" y="9"/>
                    <a:pt x="52" y="9"/>
                    <a:pt x="54" y="8"/>
                  </a:cubicBezTo>
                  <a:cubicBezTo>
                    <a:pt x="56" y="8"/>
                    <a:pt x="58" y="7"/>
                    <a:pt x="60" y="8"/>
                  </a:cubicBezTo>
                  <a:cubicBezTo>
                    <a:pt x="61" y="9"/>
                    <a:pt x="61" y="9"/>
                    <a:pt x="61" y="9"/>
                  </a:cubicBezTo>
                  <a:cubicBezTo>
                    <a:pt x="62" y="9"/>
                    <a:pt x="62" y="9"/>
                    <a:pt x="63" y="9"/>
                  </a:cubicBezTo>
                  <a:cubicBezTo>
                    <a:pt x="65" y="9"/>
                    <a:pt x="67" y="9"/>
                    <a:pt x="69" y="9"/>
                  </a:cubicBezTo>
                  <a:cubicBezTo>
                    <a:pt x="71" y="9"/>
                    <a:pt x="73" y="9"/>
                    <a:pt x="75" y="9"/>
                  </a:cubicBezTo>
                  <a:cubicBezTo>
                    <a:pt x="77" y="9"/>
                    <a:pt x="79" y="8"/>
                    <a:pt x="80" y="9"/>
                  </a:cubicBezTo>
                  <a:cubicBezTo>
                    <a:pt x="81" y="9"/>
                    <a:pt x="81" y="10"/>
                    <a:pt x="82" y="11"/>
                  </a:cubicBezTo>
                  <a:cubicBezTo>
                    <a:pt x="82" y="11"/>
                    <a:pt x="84" y="10"/>
                    <a:pt x="84" y="10"/>
                  </a:cubicBezTo>
                  <a:cubicBezTo>
                    <a:pt x="85" y="10"/>
                    <a:pt x="89" y="9"/>
                    <a:pt x="88" y="11"/>
                  </a:cubicBezTo>
                  <a:cubicBezTo>
                    <a:pt x="88" y="11"/>
                    <a:pt x="87" y="12"/>
                    <a:pt x="86" y="12"/>
                  </a:cubicBezTo>
                  <a:cubicBezTo>
                    <a:pt x="85" y="13"/>
                    <a:pt x="84" y="13"/>
                    <a:pt x="84" y="14"/>
                  </a:cubicBezTo>
                  <a:cubicBezTo>
                    <a:pt x="84" y="15"/>
                    <a:pt x="85" y="16"/>
                    <a:pt x="85" y="17"/>
                  </a:cubicBezTo>
                  <a:cubicBezTo>
                    <a:pt x="85" y="19"/>
                    <a:pt x="84" y="18"/>
                    <a:pt x="83" y="19"/>
                  </a:cubicBezTo>
                  <a:cubicBezTo>
                    <a:pt x="83" y="21"/>
                    <a:pt x="83" y="23"/>
                    <a:pt x="81" y="24"/>
                  </a:cubicBezTo>
                  <a:cubicBezTo>
                    <a:pt x="79" y="26"/>
                    <a:pt x="77" y="27"/>
                    <a:pt x="75" y="27"/>
                  </a:cubicBezTo>
                  <a:cubicBezTo>
                    <a:pt x="74" y="27"/>
                    <a:pt x="72" y="27"/>
                    <a:pt x="71" y="28"/>
                  </a:cubicBezTo>
                  <a:close/>
                  <a:moveTo>
                    <a:pt x="79" y="30"/>
                  </a:moveTo>
                  <a:cubicBezTo>
                    <a:pt x="78" y="29"/>
                    <a:pt x="82" y="29"/>
                    <a:pt x="83" y="29"/>
                  </a:cubicBezTo>
                  <a:cubicBezTo>
                    <a:pt x="84" y="29"/>
                    <a:pt x="86" y="29"/>
                    <a:pt x="87" y="30"/>
                  </a:cubicBezTo>
                  <a:cubicBezTo>
                    <a:pt x="87" y="31"/>
                    <a:pt x="87" y="31"/>
                    <a:pt x="87" y="31"/>
                  </a:cubicBezTo>
                  <a:cubicBezTo>
                    <a:pt x="87" y="31"/>
                    <a:pt x="87" y="32"/>
                    <a:pt x="87" y="32"/>
                  </a:cubicBezTo>
                  <a:cubicBezTo>
                    <a:pt x="86" y="32"/>
                    <a:pt x="85" y="32"/>
                    <a:pt x="85" y="33"/>
                  </a:cubicBezTo>
                  <a:cubicBezTo>
                    <a:pt x="84" y="33"/>
                    <a:pt x="82" y="34"/>
                    <a:pt x="81" y="33"/>
                  </a:cubicBezTo>
                  <a:cubicBezTo>
                    <a:pt x="81" y="33"/>
                    <a:pt x="81" y="32"/>
                    <a:pt x="81" y="32"/>
                  </a:cubicBezTo>
                  <a:cubicBezTo>
                    <a:pt x="80" y="31"/>
                    <a:pt x="80" y="32"/>
                    <a:pt x="80" y="31"/>
                  </a:cubicBezTo>
                  <a:cubicBezTo>
                    <a:pt x="79" y="31"/>
                    <a:pt x="79" y="31"/>
                    <a:pt x="79" y="30"/>
                  </a:cubicBezTo>
                  <a:close/>
                  <a:moveTo>
                    <a:pt x="127" y="102"/>
                  </a:moveTo>
                  <a:cubicBezTo>
                    <a:pt x="127" y="103"/>
                    <a:pt x="127" y="103"/>
                    <a:pt x="127" y="103"/>
                  </a:cubicBezTo>
                  <a:cubicBezTo>
                    <a:pt x="126" y="104"/>
                    <a:pt x="126" y="104"/>
                    <a:pt x="126" y="104"/>
                  </a:cubicBezTo>
                  <a:cubicBezTo>
                    <a:pt x="126" y="105"/>
                    <a:pt x="126" y="106"/>
                    <a:pt x="126" y="106"/>
                  </a:cubicBezTo>
                  <a:cubicBezTo>
                    <a:pt x="125" y="107"/>
                    <a:pt x="124" y="109"/>
                    <a:pt x="123" y="110"/>
                  </a:cubicBezTo>
                  <a:cubicBezTo>
                    <a:pt x="122" y="110"/>
                    <a:pt x="121" y="109"/>
                    <a:pt x="121" y="108"/>
                  </a:cubicBezTo>
                  <a:cubicBezTo>
                    <a:pt x="121" y="108"/>
                    <a:pt x="122" y="107"/>
                    <a:pt x="122" y="107"/>
                  </a:cubicBezTo>
                  <a:cubicBezTo>
                    <a:pt x="123" y="106"/>
                    <a:pt x="123" y="104"/>
                    <a:pt x="124" y="103"/>
                  </a:cubicBezTo>
                  <a:cubicBezTo>
                    <a:pt x="125" y="103"/>
                    <a:pt x="125" y="103"/>
                    <a:pt x="126" y="102"/>
                  </a:cubicBezTo>
                  <a:cubicBezTo>
                    <a:pt x="126" y="102"/>
                    <a:pt x="126" y="102"/>
                    <a:pt x="126" y="102"/>
                  </a:cubicBezTo>
                  <a:cubicBezTo>
                    <a:pt x="126" y="102"/>
                    <a:pt x="126" y="102"/>
                    <a:pt x="126" y="101"/>
                  </a:cubicBezTo>
                  <a:cubicBezTo>
                    <a:pt x="127" y="101"/>
                    <a:pt x="127" y="101"/>
                    <a:pt x="127" y="101"/>
                  </a:cubicBezTo>
                  <a:cubicBezTo>
                    <a:pt x="127" y="101"/>
                    <a:pt x="127" y="101"/>
                    <a:pt x="127" y="101"/>
                  </a:cubicBezTo>
                  <a:cubicBezTo>
                    <a:pt x="127" y="101"/>
                    <a:pt x="127" y="101"/>
                    <a:pt x="128" y="101"/>
                  </a:cubicBezTo>
                  <a:cubicBezTo>
                    <a:pt x="128" y="102"/>
                    <a:pt x="127" y="102"/>
                    <a:pt x="127" y="102"/>
                  </a:cubicBezTo>
                  <a:close/>
                  <a:moveTo>
                    <a:pt x="120" y="98"/>
                  </a:moveTo>
                  <a:cubicBezTo>
                    <a:pt x="120" y="100"/>
                    <a:pt x="121" y="104"/>
                    <a:pt x="120" y="105"/>
                  </a:cubicBezTo>
                  <a:cubicBezTo>
                    <a:pt x="119" y="105"/>
                    <a:pt x="116" y="108"/>
                    <a:pt x="116" y="108"/>
                  </a:cubicBezTo>
                  <a:cubicBezTo>
                    <a:pt x="116" y="110"/>
                    <a:pt x="116" y="109"/>
                    <a:pt x="116" y="110"/>
                  </a:cubicBezTo>
                  <a:cubicBezTo>
                    <a:pt x="116" y="111"/>
                    <a:pt x="116" y="112"/>
                    <a:pt x="116" y="112"/>
                  </a:cubicBezTo>
                  <a:cubicBezTo>
                    <a:pt x="115" y="113"/>
                    <a:pt x="115" y="113"/>
                    <a:pt x="114" y="113"/>
                  </a:cubicBezTo>
                  <a:cubicBezTo>
                    <a:pt x="113" y="113"/>
                    <a:pt x="113" y="113"/>
                    <a:pt x="113" y="114"/>
                  </a:cubicBezTo>
                  <a:cubicBezTo>
                    <a:pt x="113" y="115"/>
                    <a:pt x="113" y="116"/>
                    <a:pt x="112" y="116"/>
                  </a:cubicBezTo>
                  <a:cubicBezTo>
                    <a:pt x="112" y="117"/>
                    <a:pt x="111" y="117"/>
                    <a:pt x="111" y="118"/>
                  </a:cubicBezTo>
                  <a:cubicBezTo>
                    <a:pt x="110" y="118"/>
                    <a:pt x="109" y="119"/>
                    <a:pt x="108" y="119"/>
                  </a:cubicBezTo>
                  <a:cubicBezTo>
                    <a:pt x="106" y="120"/>
                    <a:pt x="103" y="121"/>
                    <a:pt x="101" y="119"/>
                  </a:cubicBezTo>
                  <a:cubicBezTo>
                    <a:pt x="101" y="118"/>
                    <a:pt x="101" y="119"/>
                    <a:pt x="100" y="118"/>
                  </a:cubicBezTo>
                  <a:cubicBezTo>
                    <a:pt x="99" y="116"/>
                    <a:pt x="98" y="116"/>
                    <a:pt x="98" y="114"/>
                  </a:cubicBezTo>
                  <a:cubicBezTo>
                    <a:pt x="98" y="112"/>
                    <a:pt x="98" y="110"/>
                    <a:pt x="98" y="108"/>
                  </a:cubicBezTo>
                  <a:cubicBezTo>
                    <a:pt x="97" y="108"/>
                    <a:pt x="97" y="94"/>
                    <a:pt x="97" y="94"/>
                  </a:cubicBezTo>
                  <a:cubicBezTo>
                    <a:pt x="96" y="93"/>
                    <a:pt x="95" y="92"/>
                    <a:pt x="95" y="90"/>
                  </a:cubicBezTo>
                  <a:cubicBezTo>
                    <a:pt x="95" y="90"/>
                    <a:pt x="95" y="89"/>
                    <a:pt x="95" y="88"/>
                  </a:cubicBezTo>
                  <a:cubicBezTo>
                    <a:pt x="94" y="88"/>
                    <a:pt x="94" y="87"/>
                    <a:pt x="93" y="87"/>
                  </a:cubicBezTo>
                  <a:cubicBezTo>
                    <a:pt x="92" y="86"/>
                    <a:pt x="90" y="88"/>
                    <a:pt x="88" y="88"/>
                  </a:cubicBezTo>
                  <a:cubicBezTo>
                    <a:pt x="87" y="88"/>
                    <a:pt x="84" y="87"/>
                    <a:pt x="83" y="86"/>
                  </a:cubicBezTo>
                  <a:cubicBezTo>
                    <a:pt x="82" y="85"/>
                    <a:pt x="81" y="84"/>
                    <a:pt x="81" y="82"/>
                  </a:cubicBezTo>
                  <a:cubicBezTo>
                    <a:pt x="80" y="81"/>
                    <a:pt x="80" y="79"/>
                    <a:pt x="80" y="78"/>
                  </a:cubicBezTo>
                  <a:cubicBezTo>
                    <a:pt x="81" y="77"/>
                    <a:pt x="81" y="75"/>
                    <a:pt x="81" y="74"/>
                  </a:cubicBezTo>
                  <a:cubicBezTo>
                    <a:pt x="81" y="73"/>
                    <a:pt x="82" y="72"/>
                    <a:pt x="82" y="70"/>
                  </a:cubicBezTo>
                  <a:cubicBezTo>
                    <a:pt x="83" y="69"/>
                    <a:pt x="84" y="69"/>
                    <a:pt x="85" y="67"/>
                  </a:cubicBezTo>
                  <a:cubicBezTo>
                    <a:pt x="85" y="67"/>
                    <a:pt x="86" y="66"/>
                    <a:pt x="86" y="66"/>
                  </a:cubicBezTo>
                  <a:cubicBezTo>
                    <a:pt x="87" y="65"/>
                    <a:pt x="87" y="64"/>
                    <a:pt x="89" y="63"/>
                  </a:cubicBezTo>
                  <a:cubicBezTo>
                    <a:pt x="91" y="61"/>
                    <a:pt x="90" y="63"/>
                    <a:pt x="93" y="62"/>
                  </a:cubicBezTo>
                  <a:cubicBezTo>
                    <a:pt x="93" y="61"/>
                    <a:pt x="96" y="61"/>
                    <a:pt x="96" y="61"/>
                  </a:cubicBezTo>
                  <a:cubicBezTo>
                    <a:pt x="96" y="61"/>
                    <a:pt x="100" y="60"/>
                    <a:pt x="100" y="60"/>
                  </a:cubicBezTo>
                  <a:cubicBezTo>
                    <a:pt x="102" y="61"/>
                    <a:pt x="101" y="62"/>
                    <a:pt x="101" y="63"/>
                  </a:cubicBezTo>
                  <a:cubicBezTo>
                    <a:pt x="102" y="64"/>
                    <a:pt x="102" y="65"/>
                    <a:pt x="104" y="65"/>
                  </a:cubicBezTo>
                  <a:cubicBezTo>
                    <a:pt x="105" y="66"/>
                    <a:pt x="105" y="67"/>
                    <a:pt x="106" y="67"/>
                  </a:cubicBezTo>
                  <a:cubicBezTo>
                    <a:pt x="107" y="67"/>
                    <a:pt x="108" y="64"/>
                    <a:pt x="110" y="65"/>
                  </a:cubicBezTo>
                  <a:cubicBezTo>
                    <a:pt x="111" y="66"/>
                    <a:pt x="111" y="66"/>
                    <a:pt x="111" y="66"/>
                  </a:cubicBezTo>
                  <a:cubicBezTo>
                    <a:pt x="111" y="66"/>
                    <a:pt x="112" y="66"/>
                    <a:pt x="113" y="66"/>
                  </a:cubicBezTo>
                  <a:cubicBezTo>
                    <a:pt x="114" y="67"/>
                    <a:pt x="114" y="68"/>
                    <a:pt x="115" y="68"/>
                  </a:cubicBezTo>
                  <a:cubicBezTo>
                    <a:pt x="115" y="69"/>
                    <a:pt x="115" y="69"/>
                    <a:pt x="115" y="70"/>
                  </a:cubicBezTo>
                  <a:cubicBezTo>
                    <a:pt x="116" y="71"/>
                    <a:pt x="116" y="73"/>
                    <a:pt x="117" y="74"/>
                  </a:cubicBezTo>
                  <a:cubicBezTo>
                    <a:pt x="118" y="75"/>
                    <a:pt x="118" y="76"/>
                    <a:pt x="119" y="78"/>
                  </a:cubicBezTo>
                  <a:cubicBezTo>
                    <a:pt x="119" y="79"/>
                    <a:pt x="121" y="80"/>
                    <a:pt x="121" y="83"/>
                  </a:cubicBezTo>
                  <a:cubicBezTo>
                    <a:pt x="122" y="84"/>
                    <a:pt x="127" y="82"/>
                    <a:pt x="128" y="83"/>
                  </a:cubicBezTo>
                  <a:cubicBezTo>
                    <a:pt x="128" y="87"/>
                    <a:pt x="119" y="96"/>
                    <a:pt x="120" y="98"/>
                  </a:cubicBezTo>
                  <a:close/>
                  <a:moveTo>
                    <a:pt x="133" y="68"/>
                  </a:moveTo>
                  <a:cubicBezTo>
                    <a:pt x="132" y="68"/>
                    <a:pt x="132" y="67"/>
                    <a:pt x="131" y="66"/>
                  </a:cubicBezTo>
                  <a:cubicBezTo>
                    <a:pt x="130" y="66"/>
                    <a:pt x="129" y="65"/>
                    <a:pt x="129" y="65"/>
                  </a:cubicBezTo>
                  <a:cubicBezTo>
                    <a:pt x="128" y="66"/>
                    <a:pt x="129" y="67"/>
                    <a:pt x="129" y="68"/>
                  </a:cubicBezTo>
                  <a:cubicBezTo>
                    <a:pt x="130" y="70"/>
                    <a:pt x="130" y="71"/>
                    <a:pt x="131" y="71"/>
                  </a:cubicBezTo>
                  <a:cubicBezTo>
                    <a:pt x="132" y="71"/>
                    <a:pt x="134" y="71"/>
                    <a:pt x="134" y="72"/>
                  </a:cubicBezTo>
                  <a:cubicBezTo>
                    <a:pt x="135" y="72"/>
                    <a:pt x="135" y="74"/>
                    <a:pt x="135" y="75"/>
                  </a:cubicBezTo>
                  <a:cubicBezTo>
                    <a:pt x="134" y="75"/>
                    <a:pt x="133" y="76"/>
                    <a:pt x="133" y="76"/>
                  </a:cubicBezTo>
                  <a:cubicBezTo>
                    <a:pt x="132" y="77"/>
                    <a:pt x="131" y="78"/>
                    <a:pt x="130" y="78"/>
                  </a:cubicBezTo>
                  <a:cubicBezTo>
                    <a:pt x="129" y="78"/>
                    <a:pt x="129" y="78"/>
                    <a:pt x="128" y="79"/>
                  </a:cubicBezTo>
                  <a:cubicBezTo>
                    <a:pt x="127" y="80"/>
                    <a:pt x="127" y="79"/>
                    <a:pt x="126" y="78"/>
                  </a:cubicBezTo>
                  <a:cubicBezTo>
                    <a:pt x="126" y="78"/>
                    <a:pt x="126" y="77"/>
                    <a:pt x="126" y="76"/>
                  </a:cubicBezTo>
                  <a:cubicBezTo>
                    <a:pt x="126" y="75"/>
                    <a:pt x="125" y="75"/>
                    <a:pt x="125" y="74"/>
                  </a:cubicBezTo>
                  <a:cubicBezTo>
                    <a:pt x="124" y="72"/>
                    <a:pt x="124" y="71"/>
                    <a:pt x="123" y="69"/>
                  </a:cubicBezTo>
                  <a:cubicBezTo>
                    <a:pt x="122" y="68"/>
                    <a:pt x="122" y="66"/>
                    <a:pt x="120" y="66"/>
                  </a:cubicBezTo>
                  <a:cubicBezTo>
                    <a:pt x="120" y="66"/>
                    <a:pt x="119" y="66"/>
                    <a:pt x="119" y="66"/>
                  </a:cubicBezTo>
                  <a:cubicBezTo>
                    <a:pt x="119" y="66"/>
                    <a:pt x="119" y="66"/>
                    <a:pt x="119" y="66"/>
                  </a:cubicBezTo>
                  <a:cubicBezTo>
                    <a:pt x="119" y="65"/>
                    <a:pt x="118" y="65"/>
                    <a:pt x="119" y="64"/>
                  </a:cubicBezTo>
                  <a:cubicBezTo>
                    <a:pt x="120" y="64"/>
                    <a:pt x="121" y="63"/>
                    <a:pt x="121" y="62"/>
                  </a:cubicBezTo>
                  <a:cubicBezTo>
                    <a:pt x="121" y="60"/>
                    <a:pt x="121" y="58"/>
                    <a:pt x="120" y="59"/>
                  </a:cubicBezTo>
                  <a:cubicBezTo>
                    <a:pt x="118" y="59"/>
                    <a:pt x="114" y="59"/>
                    <a:pt x="114" y="56"/>
                  </a:cubicBezTo>
                  <a:cubicBezTo>
                    <a:pt x="115" y="56"/>
                    <a:pt x="117" y="56"/>
                    <a:pt x="118" y="56"/>
                  </a:cubicBezTo>
                  <a:cubicBezTo>
                    <a:pt x="118" y="56"/>
                    <a:pt x="119" y="56"/>
                    <a:pt x="120" y="56"/>
                  </a:cubicBezTo>
                  <a:cubicBezTo>
                    <a:pt x="121" y="56"/>
                    <a:pt x="123" y="57"/>
                    <a:pt x="124" y="56"/>
                  </a:cubicBezTo>
                  <a:cubicBezTo>
                    <a:pt x="125" y="55"/>
                    <a:pt x="124" y="56"/>
                    <a:pt x="122" y="53"/>
                  </a:cubicBezTo>
                  <a:cubicBezTo>
                    <a:pt x="121" y="52"/>
                    <a:pt x="120" y="52"/>
                    <a:pt x="120" y="52"/>
                  </a:cubicBezTo>
                  <a:cubicBezTo>
                    <a:pt x="119" y="52"/>
                    <a:pt x="119" y="51"/>
                    <a:pt x="118" y="51"/>
                  </a:cubicBezTo>
                  <a:cubicBezTo>
                    <a:pt x="117" y="51"/>
                    <a:pt x="117" y="52"/>
                    <a:pt x="116" y="53"/>
                  </a:cubicBezTo>
                  <a:cubicBezTo>
                    <a:pt x="115" y="54"/>
                    <a:pt x="115" y="54"/>
                    <a:pt x="115" y="55"/>
                  </a:cubicBezTo>
                  <a:cubicBezTo>
                    <a:pt x="113" y="55"/>
                    <a:pt x="113" y="55"/>
                    <a:pt x="111" y="55"/>
                  </a:cubicBezTo>
                  <a:cubicBezTo>
                    <a:pt x="110" y="55"/>
                    <a:pt x="110" y="54"/>
                    <a:pt x="110" y="53"/>
                  </a:cubicBezTo>
                  <a:cubicBezTo>
                    <a:pt x="110" y="52"/>
                    <a:pt x="109" y="51"/>
                    <a:pt x="108" y="51"/>
                  </a:cubicBezTo>
                  <a:cubicBezTo>
                    <a:pt x="107" y="50"/>
                    <a:pt x="104" y="50"/>
                    <a:pt x="105" y="52"/>
                  </a:cubicBezTo>
                  <a:cubicBezTo>
                    <a:pt x="105" y="52"/>
                    <a:pt x="106" y="53"/>
                    <a:pt x="107" y="53"/>
                  </a:cubicBezTo>
                  <a:cubicBezTo>
                    <a:pt x="107" y="54"/>
                    <a:pt x="109" y="57"/>
                    <a:pt x="109" y="58"/>
                  </a:cubicBezTo>
                  <a:cubicBezTo>
                    <a:pt x="109" y="57"/>
                    <a:pt x="107" y="57"/>
                    <a:pt x="107" y="57"/>
                  </a:cubicBezTo>
                  <a:cubicBezTo>
                    <a:pt x="107" y="57"/>
                    <a:pt x="106" y="60"/>
                    <a:pt x="106" y="60"/>
                  </a:cubicBezTo>
                  <a:cubicBezTo>
                    <a:pt x="106" y="59"/>
                    <a:pt x="105" y="55"/>
                    <a:pt x="104" y="54"/>
                  </a:cubicBezTo>
                  <a:cubicBezTo>
                    <a:pt x="104" y="54"/>
                    <a:pt x="104" y="54"/>
                    <a:pt x="103" y="53"/>
                  </a:cubicBezTo>
                  <a:cubicBezTo>
                    <a:pt x="103" y="53"/>
                    <a:pt x="102" y="53"/>
                    <a:pt x="102" y="52"/>
                  </a:cubicBezTo>
                  <a:cubicBezTo>
                    <a:pt x="101" y="52"/>
                    <a:pt x="101" y="52"/>
                    <a:pt x="100" y="52"/>
                  </a:cubicBezTo>
                  <a:cubicBezTo>
                    <a:pt x="99" y="52"/>
                    <a:pt x="99" y="53"/>
                    <a:pt x="98" y="53"/>
                  </a:cubicBezTo>
                  <a:cubicBezTo>
                    <a:pt x="98" y="54"/>
                    <a:pt x="97" y="55"/>
                    <a:pt x="96" y="55"/>
                  </a:cubicBezTo>
                  <a:cubicBezTo>
                    <a:pt x="95" y="56"/>
                    <a:pt x="95" y="59"/>
                    <a:pt x="94" y="59"/>
                  </a:cubicBezTo>
                  <a:cubicBezTo>
                    <a:pt x="93" y="59"/>
                    <a:pt x="89" y="59"/>
                    <a:pt x="89" y="58"/>
                  </a:cubicBezTo>
                  <a:cubicBezTo>
                    <a:pt x="90" y="53"/>
                    <a:pt x="91" y="51"/>
                    <a:pt x="91" y="51"/>
                  </a:cubicBezTo>
                  <a:cubicBezTo>
                    <a:pt x="92" y="51"/>
                    <a:pt x="94" y="52"/>
                    <a:pt x="95" y="51"/>
                  </a:cubicBezTo>
                  <a:cubicBezTo>
                    <a:pt x="95" y="50"/>
                    <a:pt x="94" y="50"/>
                    <a:pt x="94" y="49"/>
                  </a:cubicBezTo>
                  <a:cubicBezTo>
                    <a:pt x="94" y="48"/>
                    <a:pt x="97" y="47"/>
                    <a:pt x="99" y="45"/>
                  </a:cubicBezTo>
                  <a:cubicBezTo>
                    <a:pt x="101" y="44"/>
                    <a:pt x="102" y="42"/>
                    <a:pt x="103" y="42"/>
                  </a:cubicBezTo>
                  <a:cubicBezTo>
                    <a:pt x="104" y="41"/>
                    <a:pt x="106" y="41"/>
                    <a:pt x="107" y="41"/>
                  </a:cubicBezTo>
                  <a:cubicBezTo>
                    <a:pt x="109" y="41"/>
                    <a:pt x="109" y="42"/>
                    <a:pt x="110" y="40"/>
                  </a:cubicBezTo>
                  <a:cubicBezTo>
                    <a:pt x="110" y="40"/>
                    <a:pt x="113" y="38"/>
                    <a:pt x="113" y="38"/>
                  </a:cubicBezTo>
                  <a:cubicBezTo>
                    <a:pt x="113" y="37"/>
                    <a:pt x="110" y="37"/>
                    <a:pt x="110" y="36"/>
                  </a:cubicBezTo>
                  <a:cubicBezTo>
                    <a:pt x="110" y="32"/>
                    <a:pt x="110" y="32"/>
                    <a:pt x="110" y="32"/>
                  </a:cubicBezTo>
                  <a:cubicBezTo>
                    <a:pt x="109" y="32"/>
                    <a:pt x="108" y="33"/>
                    <a:pt x="107" y="33"/>
                  </a:cubicBezTo>
                  <a:cubicBezTo>
                    <a:pt x="107" y="38"/>
                    <a:pt x="107" y="40"/>
                    <a:pt x="105" y="40"/>
                  </a:cubicBezTo>
                  <a:cubicBezTo>
                    <a:pt x="104" y="40"/>
                    <a:pt x="103" y="39"/>
                    <a:pt x="103" y="39"/>
                  </a:cubicBezTo>
                  <a:cubicBezTo>
                    <a:pt x="102" y="39"/>
                    <a:pt x="101" y="39"/>
                    <a:pt x="100" y="39"/>
                  </a:cubicBezTo>
                  <a:cubicBezTo>
                    <a:pt x="96" y="36"/>
                    <a:pt x="103" y="32"/>
                    <a:pt x="103" y="31"/>
                  </a:cubicBezTo>
                  <a:cubicBezTo>
                    <a:pt x="105" y="28"/>
                    <a:pt x="107" y="26"/>
                    <a:pt x="109" y="26"/>
                  </a:cubicBezTo>
                  <a:cubicBezTo>
                    <a:pt x="112" y="25"/>
                    <a:pt x="113" y="24"/>
                    <a:pt x="115" y="25"/>
                  </a:cubicBezTo>
                  <a:cubicBezTo>
                    <a:pt x="120" y="31"/>
                    <a:pt x="120" y="31"/>
                    <a:pt x="120" y="31"/>
                  </a:cubicBezTo>
                  <a:cubicBezTo>
                    <a:pt x="122" y="33"/>
                    <a:pt x="125" y="36"/>
                    <a:pt x="126" y="38"/>
                  </a:cubicBezTo>
                  <a:cubicBezTo>
                    <a:pt x="128" y="41"/>
                    <a:pt x="131" y="48"/>
                    <a:pt x="132" y="52"/>
                  </a:cubicBezTo>
                  <a:cubicBezTo>
                    <a:pt x="134" y="59"/>
                    <a:pt x="136" y="62"/>
                    <a:pt x="136" y="68"/>
                  </a:cubicBezTo>
                  <a:cubicBezTo>
                    <a:pt x="136" y="70"/>
                    <a:pt x="134" y="69"/>
                    <a:pt x="133" y="68"/>
                  </a:cubicBezTo>
                  <a:close/>
                </a:path>
              </a:pathLst>
            </a:custGeom>
            <a:solidFill>
              <a:schemeClr val="bg1"/>
            </a:solidFill>
            <a:ln>
              <a:noFill/>
            </a:ln>
          </p:spPr>
          <p:txBody>
            <a:bodyPr vert="horz" wrap="square" lIns="74238" tIns="37119" rIns="74238" bIns="37119" numCol="1" anchor="t" anchorCtr="0" compatLnSpc="1">
              <a:prstTxWarp prst="textNoShape">
                <a:avLst/>
              </a:prstTxWarp>
            </a:bodyPr>
            <a:lstStyle/>
            <a:p>
              <a:pPr defTabSz="742389">
                <a:defRPr/>
              </a:pPr>
              <a:endParaRPr lang="en-US" sz="1000" dirty="0">
                <a:solidFill>
                  <a:prstClr val="black"/>
                </a:solidFill>
                <a:latin typeface="Aptos" panose="020B0004020202020204" pitchFamily="34" charset="0"/>
              </a:endParaRPr>
            </a:p>
          </p:txBody>
        </p:sp>
      </p:grpSp>
    </p:spTree>
    <p:extLst>
      <p:ext uri="{BB962C8B-B14F-4D97-AF65-F5344CB8AC3E}">
        <p14:creationId xmlns:p14="http://schemas.microsoft.com/office/powerpoint/2010/main" val="2497655519"/>
      </p:ext>
    </p:extLst>
  </p:cSld>
  <p:clrMapOvr>
    <a:masterClrMapping/>
  </p:clrMapOvr>
  <p:transition>
    <p:fade/>
  </p:transition>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t>Masked pie charts</a:t>
            </a:r>
          </a:p>
        </p:txBody>
      </p:sp>
      <p:graphicFrame>
        <p:nvGraphicFramePr>
          <p:cNvPr id="6" name="Chart 5"/>
          <p:cNvGraphicFramePr/>
          <p:nvPr>
            <p:extLst>
              <p:ext uri="{D42A27DB-BD31-4B8C-83A1-F6EECF244321}">
                <p14:modId xmlns:p14="http://schemas.microsoft.com/office/powerpoint/2010/main" val="1919385196"/>
              </p:ext>
            </p:extLst>
          </p:nvPr>
        </p:nvGraphicFramePr>
        <p:xfrm>
          <a:off x="675879" y="2662833"/>
          <a:ext cx="2593876" cy="17292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7" name="Chart 26"/>
          <p:cNvGraphicFramePr/>
          <p:nvPr>
            <p:extLst>
              <p:ext uri="{D42A27DB-BD31-4B8C-83A1-F6EECF244321}">
                <p14:modId xmlns:p14="http://schemas.microsoft.com/office/powerpoint/2010/main" val="844499724"/>
              </p:ext>
            </p:extLst>
          </p:nvPr>
        </p:nvGraphicFramePr>
        <p:xfrm>
          <a:off x="3656064" y="2662835"/>
          <a:ext cx="2593876" cy="172925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8" name="Chart 27"/>
          <p:cNvGraphicFramePr/>
          <p:nvPr>
            <p:extLst>
              <p:ext uri="{D42A27DB-BD31-4B8C-83A1-F6EECF244321}">
                <p14:modId xmlns:p14="http://schemas.microsoft.com/office/powerpoint/2010/main" val="3848125928"/>
              </p:ext>
            </p:extLst>
          </p:nvPr>
        </p:nvGraphicFramePr>
        <p:xfrm>
          <a:off x="6636248" y="2662835"/>
          <a:ext cx="2593876" cy="1729251"/>
        </p:xfrm>
        <a:graphic>
          <a:graphicData uri="http://schemas.openxmlformats.org/drawingml/2006/chart">
            <c:chart xmlns:c="http://schemas.openxmlformats.org/drawingml/2006/chart" xmlns:r="http://schemas.openxmlformats.org/officeDocument/2006/relationships" r:id="rId5"/>
          </a:graphicData>
        </a:graphic>
      </p:graphicFrame>
      <p:sp>
        <p:nvSpPr>
          <p:cNvPr id="13" name="Freeform 12">
            <a:extLst>
              <a:ext uri="{FF2B5EF4-FFF2-40B4-BE49-F238E27FC236}">
                <a16:creationId xmlns:a16="http://schemas.microsoft.com/office/drawing/2014/main" id="{98338D72-7DCA-374B-BACC-DC6FA0D393B3}"/>
              </a:ext>
            </a:extLst>
          </p:cNvPr>
          <p:cNvSpPr/>
          <p:nvPr/>
        </p:nvSpPr>
        <p:spPr bwMode="gray">
          <a:xfrm>
            <a:off x="1182786" y="2622933"/>
            <a:ext cx="1580059" cy="1580059"/>
          </a:xfrm>
          <a:custGeom>
            <a:avLst/>
            <a:gdLst>
              <a:gd name="connsiteX0" fmla="*/ 495299 w 1944688"/>
              <a:gd name="connsiteY0" fmla="*/ 474557 h 1944688"/>
              <a:gd name="connsiteX1" fmla="*/ 495299 w 1944688"/>
              <a:gd name="connsiteY1" fmla="*/ 1428645 h 1944688"/>
              <a:gd name="connsiteX2" fmla="*/ 1449389 w 1944688"/>
              <a:gd name="connsiteY2" fmla="*/ 1428645 h 1944688"/>
              <a:gd name="connsiteX3" fmla="*/ 1449389 w 1944688"/>
              <a:gd name="connsiteY3" fmla="*/ 474557 h 1944688"/>
              <a:gd name="connsiteX4" fmla="*/ 972344 w 1944688"/>
              <a:gd name="connsiteY4" fmla="*/ 0 h 1944688"/>
              <a:gd name="connsiteX5" fmla="*/ 1944688 w 1944688"/>
              <a:gd name="connsiteY5" fmla="*/ 972344 h 1944688"/>
              <a:gd name="connsiteX6" fmla="*/ 972344 w 1944688"/>
              <a:gd name="connsiteY6" fmla="*/ 1944688 h 1944688"/>
              <a:gd name="connsiteX7" fmla="*/ 0 w 1944688"/>
              <a:gd name="connsiteY7" fmla="*/ 972344 h 1944688"/>
              <a:gd name="connsiteX8" fmla="*/ 972344 w 1944688"/>
              <a:gd name="connsiteY8" fmla="*/ 0 h 19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688" h="1944688">
                <a:moveTo>
                  <a:pt x="495299" y="474557"/>
                </a:moveTo>
                <a:lnTo>
                  <a:pt x="495299" y="1428645"/>
                </a:lnTo>
                <a:lnTo>
                  <a:pt x="1449389" y="1428645"/>
                </a:lnTo>
                <a:lnTo>
                  <a:pt x="1449389" y="474557"/>
                </a:lnTo>
                <a:close/>
                <a:moveTo>
                  <a:pt x="972344" y="0"/>
                </a:moveTo>
                <a:cubicBezTo>
                  <a:pt x="1509355" y="0"/>
                  <a:pt x="1944688" y="435333"/>
                  <a:pt x="1944688" y="972344"/>
                </a:cubicBezTo>
                <a:cubicBezTo>
                  <a:pt x="1944688" y="1509355"/>
                  <a:pt x="1509355" y="1944688"/>
                  <a:pt x="972344" y="1944688"/>
                </a:cubicBezTo>
                <a:cubicBezTo>
                  <a:pt x="435333" y="1944688"/>
                  <a:pt x="0" y="1509355"/>
                  <a:pt x="0" y="972344"/>
                </a:cubicBezTo>
                <a:cubicBezTo>
                  <a:pt x="0" y="435333"/>
                  <a:pt x="435333" y="0"/>
                  <a:pt x="972344" y="0"/>
                </a:cubicBezTo>
                <a:close/>
              </a:path>
            </a:pathLst>
          </a:custGeom>
          <a:solidFill>
            <a:schemeClr val="bg1"/>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Calibri Light"/>
            </a:endParaRPr>
          </a:p>
        </p:txBody>
      </p:sp>
      <p:sp>
        <p:nvSpPr>
          <p:cNvPr id="14" name="Freeform 13">
            <a:extLst>
              <a:ext uri="{FF2B5EF4-FFF2-40B4-BE49-F238E27FC236}">
                <a16:creationId xmlns:a16="http://schemas.microsoft.com/office/drawing/2014/main" id="{20A45835-6D41-1E46-A575-205001DE5BE8}"/>
              </a:ext>
            </a:extLst>
          </p:cNvPr>
          <p:cNvSpPr/>
          <p:nvPr/>
        </p:nvSpPr>
        <p:spPr bwMode="gray">
          <a:xfrm>
            <a:off x="4162971" y="2622933"/>
            <a:ext cx="1580059" cy="1580059"/>
          </a:xfrm>
          <a:custGeom>
            <a:avLst/>
            <a:gdLst>
              <a:gd name="connsiteX0" fmla="*/ 495299 w 1944688"/>
              <a:gd name="connsiteY0" fmla="*/ 474557 h 1944688"/>
              <a:gd name="connsiteX1" fmla="*/ 495299 w 1944688"/>
              <a:gd name="connsiteY1" fmla="*/ 1428645 h 1944688"/>
              <a:gd name="connsiteX2" fmla="*/ 1449389 w 1944688"/>
              <a:gd name="connsiteY2" fmla="*/ 1428645 h 1944688"/>
              <a:gd name="connsiteX3" fmla="*/ 1449389 w 1944688"/>
              <a:gd name="connsiteY3" fmla="*/ 474557 h 1944688"/>
              <a:gd name="connsiteX4" fmla="*/ 972344 w 1944688"/>
              <a:gd name="connsiteY4" fmla="*/ 0 h 1944688"/>
              <a:gd name="connsiteX5" fmla="*/ 1944688 w 1944688"/>
              <a:gd name="connsiteY5" fmla="*/ 972344 h 1944688"/>
              <a:gd name="connsiteX6" fmla="*/ 972344 w 1944688"/>
              <a:gd name="connsiteY6" fmla="*/ 1944688 h 1944688"/>
              <a:gd name="connsiteX7" fmla="*/ 0 w 1944688"/>
              <a:gd name="connsiteY7" fmla="*/ 972344 h 1944688"/>
              <a:gd name="connsiteX8" fmla="*/ 972344 w 1944688"/>
              <a:gd name="connsiteY8" fmla="*/ 0 h 19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688" h="1944688">
                <a:moveTo>
                  <a:pt x="495299" y="474557"/>
                </a:moveTo>
                <a:lnTo>
                  <a:pt x="495299" y="1428645"/>
                </a:lnTo>
                <a:lnTo>
                  <a:pt x="1449389" y="1428645"/>
                </a:lnTo>
                <a:lnTo>
                  <a:pt x="1449389" y="474557"/>
                </a:lnTo>
                <a:close/>
                <a:moveTo>
                  <a:pt x="972344" y="0"/>
                </a:moveTo>
                <a:cubicBezTo>
                  <a:pt x="1509355" y="0"/>
                  <a:pt x="1944688" y="435333"/>
                  <a:pt x="1944688" y="972344"/>
                </a:cubicBezTo>
                <a:cubicBezTo>
                  <a:pt x="1944688" y="1509355"/>
                  <a:pt x="1509355" y="1944688"/>
                  <a:pt x="972344" y="1944688"/>
                </a:cubicBezTo>
                <a:cubicBezTo>
                  <a:pt x="435333" y="1944688"/>
                  <a:pt x="0" y="1509355"/>
                  <a:pt x="0" y="972344"/>
                </a:cubicBezTo>
                <a:cubicBezTo>
                  <a:pt x="0" y="435333"/>
                  <a:pt x="435333" y="0"/>
                  <a:pt x="972344" y="0"/>
                </a:cubicBezTo>
                <a:close/>
              </a:path>
            </a:pathLst>
          </a:custGeom>
          <a:solidFill>
            <a:schemeClr val="bg1"/>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Calibri Light"/>
            </a:endParaRPr>
          </a:p>
        </p:txBody>
      </p:sp>
      <p:sp>
        <p:nvSpPr>
          <p:cNvPr id="15" name="Freeform 14">
            <a:extLst>
              <a:ext uri="{FF2B5EF4-FFF2-40B4-BE49-F238E27FC236}">
                <a16:creationId xmlns:a16="http://schemas.microsoft.com/office/drawing/2014/main" id="{F655F154-1A92-5149-9FA2-BBA75B37418A}"/>
              </a:ext>
            </a:extLst>
          </p:cNvPr>
          <p:cNvSpPr/>
          <p:nvPr/>
        </p:nvSpPr>
        <p:spPr bwMode="gray">
          <a:xfrm>
            <a:off x="7143155" y="2622933"/>
            <a:ext cx="1580059" cy="1580059"/>
          </a:xfrm>
          <a:custGeom>
            <a:avLst/>
            <a:gdLst>
              <a:gd name="connsiteX0" fmla="*/ 495299 w 1944688"/>
              <a:gd name="connsiteY0" fmla="*/ 474557 h 1944688"/>
              <a:gd name="connsiteX1" fmla="*/ 495299 w 1944688"/>
              <a:gd name="connsiteY1" fmla="*/ 1428645 h 1944688"/>
              <a:gd name="connsiteX2" fmla="*/ 1449389 w 1944688"/>
              <a:gd name="connsiteY2" fmla="*/ 1428645 h 1944688"/>
              <a:gd name="connsiteX3" fmla="*/ 1449389 w 1944688"/>
              <a:gd name="connsiteY3" fmla="*/ 474557 h 1944688"/>
              <a:gd name="connsiteX4" fmla="*/ 972344 w 1944688"/>
              <a:gd name="connsiteY4" fmla="*/ 0 h 1944688"/>
              <a:gd name="connsiteX5" fmla="*/ 1944688 w 1944688"/>
              <a:gd name="connsiteY5" fmla="*/ 972344 h 1944688"/>
              <a:gd name="connsiteX6" fmla="*/ 972344 w 1944688"/>
              <a:gd name="connsiteY6" fmla="*/ 1944688 h 1944688"/>
              <a:gd name="connsiteX7" fmla="*/ 0 w 1944688"/>
              <a:gd name="connsiteY7" fmla="*/ 972344 h 1944688"/>
              <a:gd name="connsiteX8" fmla="*/ 972344 w 1944688"/>
              <a:gd name="connsiteY8" fmla="*/ 0 h 19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688" h="1944688">
                <a:moveTo>
                  <a:pt x="495299" y="474557"/>
                </a:moveTo>
                <a:lnTo>
                  <a:pt x="495299" y="1428645"/>
                </a:lnTo>
                <a:lnTo>
                  <a:pt x="1449389" y="1428645"/>
                </a:lnTo>
                <a:lnTo>
                  <a:pt x="1449389" y="474557"/>
                </a:lnTo>
                <a:close/>
                <a:moveTo>
                  <a:pt x="972344" y="0"/>
                </a:moveTo>
                <a:cubicBezTo>
                  <a:pt x="1509355" y="0"/>
                  <a:pt x="1944688" y="435333"/>
                  <a:pt x="1944688" y="972344"/>
                </a:cubicBezTo>
                <a:cubicBezTo>
                  <a:pt x="1944688" y="1509355"/>
                  <a:pt x="1509355" y="1944688"/>
                  <a:pt x="972344" y="1944688"/>
                </a:cubicBezTo>
                <a:cubicBezTo>
                  <a:pt x="435333" y="1944688"/>
                  <a:pt x="0" y="1509355"/>
                  <a:pt x="0" y="972344"/>
                </a:cubicBezTo>
                <a:cubicBezTo>
                  <a:pt x="0" y="435333"/>
                  <a:pt x="435333" y="0"/>
                  <a:pt x="972344" y="0"/>
                </a:cubicBezTo>
                <a:close/>
              </a:path>
            </a:pathLst>
          </a:custGeom>
          <a:solidFill>
            <a:schemeClr val="bg1"/>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dirty="0">
              <a:solidFill>
                <a:prstClr val="white"/>
              </a:solidFill>
              <a:latin typeface="Calibri Light"/>
            </a:endParaRPr>
          </a:p>
        </p:txBody>
      </p:sp>
      <p:sp>
        <p:nvSpPr>
          <p:cNvPr id="2" name="Rectangle 1">
            <a:extLst>
              <a:ext uri="{FF2B5EF4-FFF2-40B4-BE49-F238E27FC236}">
                <a16:creationId xmlns:a16="http://schemas.microsoft.com/office/drawing/2014/main" id="{38AF6C79-9AB5-2FB4-AD94-CFFAAFED9669}"/>
              </a:ext>
            </a:extLst>
          </p:cNvPr>
          <p:cNvSpPr>
            <a:spLocks noChangeArrowheads="1"/>
          </p:cNvSpPr>
          <p:nvPr/>
        </p:nvSpPr>
        <p:spPr bwMode="auto">
          <a:xfrm>
            <a:off x="6775505" y="335966"/>
            <a:ext cx="2771553" cy="645102"/>
          </a:xfrm>
          <a:prstGeom prst="rect">
            <a:avLst/>
          </a:prstGeom>
          <a:solidFill>
            <a:schemeClr val="bg1"/>
          </a:solidFill>
          <a:ln w="6350" algn="ctr">
            <a:solidFill>
              <a:srgbClr val="00A3E0"/>
            </a:solidFill>
            <a:miter lim="800000"/>
            <a:headEnd/>
            <a:tailEnd/>
          </a:ln>
        </p:spPr>
        <p:txBody>
          <a:bodyPr tIns="91440" bIns="9144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solidFill>
                  <a:prstClr val="black"/>
                </a:solidFill>
                <a:latin typeface="Aptos" panose="020B0004020202020204" pitchFamily="34" charset="0"/>
                <a:ea typeface="ＭＳ Ｐゴシック" charset="-128"/>
              </a:rPr>
              <a:t>Note: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Aptos" panose="020B0004020202020204" pitchFamily="34" charset="0"/>
                <a:ea typeface="ＭＳ Ｐゴシック" charset="-128"/>
              </a:rPr>
              <a:t>To modify the pie chart, move the white mask that lies over it, then replace when done.</a:t>
            </a:r>
          </a:p>
        </p:txBody>
      </p:sp>
    </p:spTree>
    <p:extLst>
      <p:ext uri="{BB962C8B-B14F-4D97-AF65-F5344CB8AC3E}">
        <p14:creationId xmlns:p14="http://schemas.microsoft.com/office/powerpoint/2010/main" val="2317797134"/>
      </p:ext>
    </p:extLst>
  </p:cSld>
  <p:clrMapOvr>
    <a:masterClrMapping/>
  </p:clrMapOvr>
  <p:transition>
    <p:fade/>
  </p:transition>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C4E7F53-6842-DC44-9BF3-4E56521260CA}"/>
              </a:ext>
            </a:extLst>
          </p:cNvPr>
          <p:cNvSpPr>
            <a:spLocks noGrp="1"/>
          </p:cNvSpPr>
          <p:nvPr>
            <p:ph type="title"/>
          </p:nvPr>
        </p:nvSpPr>
        <p:spPr/>
        <p:txBody>
          <a:bodyPr/>
          <a:lstStyle/>
          <a:p>
            <a:r>
              <a:rPr lang="en-US" dirty="0"/>
              <a:t>Target chart</a:t>
            </a:r>
          </a:p>
        </p:txBody>
      </p:sp>
      <p:graphicFrame>
        <p:nvGraphicFramePr>
          <p:cNvPr id="4" name="图表 6"/>
          <p:cNvGraphicFramePr/>
          <p:nvPr>
            <p:extLst>
              <p:ext uri="{D42A27DB-BD31-4B8C-83A1-F6EECF244321}">
                <p14:modId xmlns:p14="http://schemas.microsoft.com/office/powerpoint/2010/main" val="2884307301"/>
              </p:ext>
            </p:extLst>
          </p:nvPr>
        </p:nvGraphicFramePr>
        <p:xfrm>
          <a:off x="2877303" y="1698806"/>
          <a:ext cx="4250454" cy="4000084"/>
        </p:xfrm>
        <a:graphic>
          <a:graphicData uri="http://schemas.openxmlformats.org/drawingml/2006/chart">
            <c:chart xmlns:c="http://schemas.openxmlformats.org/drawingml/2006/chart" xmlns:r="http://schemas.openxmlformats.org/officeDocument/2006/relationships" r:id="rId3"/>
          </a:graphicData>
        </a:graphic>
      </p:graphicFrame>
      <p:sp>
        <p:nvSpPr>
          <p:cNvPr id="5" name="文本框 52"/>
          <p:cNvSpPr txBox="1"/>
          <p:nvPr/>
        </p:nvSpPr>
        <p:spPr>
          <a:xfrm>
            <a:off x="3748627" y="2086207"/>
            <a:ext cx="1410526" cy="342401"/>
          </a:xfrm>
          <a:prstGeom prst="rect">
            <a:avLst/>
          </a:prstGeom>
          <a:noFill/>
        </p:spPr>
        <p:txBody>
          <a:bodyPr wrap="square" rtlCol="0">
            <a:spAutoFit/>
          </a:bodyPr>
          <a:lstStyle>
            <a:defPPr>
              <a:defRPr lang="zh-CN"/>
            </a:defPPr>
            <a:lvl1pPr marL="0" algn="l" defTabSz="914150" rtl="0" eaLnBrk="1" latinLnBrk="0" hangingPunct="1">
              <a:defRPr sz="1900" kern="1200">
                <a:solidFill>
                  <a:schemeClr val="tx1"/>
                </a:solidFill>
                <a:latin typeface="+mn-lt"/>
                <a:ea typeface="+mn-ea"/>
                <a:cs typeface="+mn-cs"/>
              </a:defRPr>
            </a:lvl1pPr>
            <a:lvl2pPr marL="457071" algn="l" defTabSz="914150" rtl="0" eaLnBrk="1" latinLnBrk="0" hangingPunct="1">
              <a:defRPr sz="1900" kern="1200">
                <a:solidFill>
                  <a:schemeClr val="tx1"/>
                </a:solidFill>
                <a:latin typeface="+mn-lt"/>
                <a:ea typeface="+mn-ea"/>
                <a:cs typeface="+mn-cs"/>
              </a:defRPr>
            </a:lvl2pPr>
            <a:lvl3pPr marL="914150" algn="l" defTabSz="914150" rtl="0" eaLnBrk="1" latinLnBrk="0" hangingPunct="1">
              <a:defRPr sz="1900" kern="1200">
                <a:solidFill>
                  <a:schemeClr val="tx1"/>
                </a:solidFill>
                <a:latin typeface="+mn-lt"/>
                <a:ea typeface="+mn-ea"/>
                <a:cs typeface="+mn-cs"/>
              </a:defRPr>
            </a:lvl3pPr>
            <a:lvl4pPr marL="1371226" algn="l" defTabSz="914150" rtl="0" eaLnBrk="1" latinLnBrk="0" hangingPunct="1">
              <a:defRPr sz="1900" kern="1200">
                <a:solidFill>
                  <a:schemeClr val="tx1"/>
                </a:solidFill>
                <a:latin typeface="+mn-lt"/>
                <a:ea typeface="+mn-ea"/>
                <a:cs typeface="+mn-cs"/>
              </a:defRPr>
            </a:lvl4pPr>
            <a:lvl5pPr marL="1828301" algn="l" defTabSz="914150" rtl="0" eaLnBrk="1" latinLnBrk="0" hangingPunct="1">
              <a:defRPr sz="1900" kern="1200">
                <a:solidFill>
                  <a:schemeClr val="tx1"/>
                </a:solidFill>
                <a:latin typeface="+mn-lt"/>
                <a:ea typeface="+mn-ea"/>
                <a:cs typeface="+mn-cs"/>
              </a:defRPr>
            </a:lvl5pPr>
            <a:lvl6pPr marL="2285382" algn="l" defTabSz="914150" rtl="0" eaLnBrk="1" latinLnBrk="0" hangingPunct="1">
              <a:defRPr sz="1900" kern="1200">
                <a:solidFill>
                  <a:schemeClr val="tx1"/>
                </a:solidFill>
                <a:latin typeface="+mn-lt"/>
                <a:ea typeface="+mn-ea"/>
                <a:cs typeface="+mn-cs"/>
              </a:defRPr>
            </a:lvl6pPr>
            <a:lvl7pPr marL="2742450" algn="l" defTabSz="914150" rtl="0" eaLnBrk="1" latinLnBrk="0" hangingPunct="1">
              <a:defRPr sz="1900" kern="1200">
                <a:solidFill>
                  <a:schemeClr val="tx1"/>
                </a:solidFill>
                <a:latin typeface="+mn-lt"/>
                <a:ea typeface="+mn-ea"/>
                <a:cs typeface="+mn-cs"/>
              </a:defRPr>
            </a:lvl7pPr>
            <a:lvl8pPr marL="3199520" algn="l" defTabSz="914150" rtl="0" eaLnBrk="1" latinLnBrk="0" hangingPunct="1">
              <a:defRPr sz="1900" kern="1200">
                <a:solidFill>
                  <a:schemeClr val="tx1"/>
                </a:solidFill>
                <a:latin typeface="+mn-lt"/>
                <a:ea typeface="+mn-ea"/>
                <a:cs typeface="+mn-cs"/>
              </a:defRPr>
            </a:lvl8pPr>
            <a:lvl9pPr marL="3656591" algn="l" defTabSz="914150" rtl="0" eaLnBrk="1" latinLnBrk="0" hangingPunct="1">
              <a:defRPr sz="1900" kern="1200">
                <a:solidFill>
                  <a:schemeClr val="tx1"/>
                </a:solidFill>
                <a:latin typeface="+mn-lt"/>
                <a:ea typeface="+mn-ea"/>
                <a:cs typeface="+mn-cs"/>
              </a:defRPr>
            </a:lvl9pPr>
          </a:lstStyle>
          <a:p>
            <a:pPr algn="ctr" defTabSz="742766">
              <a:defRPr/>
            </a:pPr>
            <a:r>
              <a:rPr lang="en-US" altLang="zh-CN" sz="1600" dirty="0">
                <a:solidFill>
                  <a:prstClr val="black"/>
                </a:solidFill>
                <a:latin typeface="Aptos" panose="020B0004020202020204" pitchFamily="34" charset="0"/>
              </a:rPr>
              <a:t>00%</a:t>
            </a:r>
            <a:endParaRPr lang="zh-CN" altLang="en-US" sz="1600" dirty="0">
              <a:solidFill>
                <a:prstClr val="black"/>
              </a:solidFill>
              <a:latin typeface="Aptos" panose="020B0004020202020204" pitchFamily="34" charset="0"/>
            </a:endParaRPr>
          </a:p>
        </p:txBody>
      </p:sp>
      <p:sp>
        <p:nvSpPr>
          <p:cNvPr id="6" name="文本框 10"/>
          <p:cNvSpPr txBox="1"/>
          <p:nvPr/>
        </p:nvSpPr>
        <p:spPr>
          <a:xfrm>
            <a:off x="3748627" y="2890652"/>
            <a:ext cx="1410526" cy="342401"/>
          </a:xfrm>
          <a:prstGeom prst="rect">
            <a:avLst/>
          </a:prstGeom>
          <a:noFill/>
        </p:spPr>
        <p:txBody>
          <a:bodyPr wrap="square" rtlCol="0">
            <a:spAutoFit/>
          </a:bodyPr>
          <a:lstStyle>
            <a:defPPr>
              <a:defRPr lang="zh-CN"/>
            </a:defPPr>
            <a:lvl1pPr marL="0" algn="l" defTabSz="914150" rtl="0" eaLnBrk="1" latinLnBrk="0" hangingPunct="1">
              <a:defRPr sz="1900" kern="1200">
                <a:solidFill>
                  <a:schemeClr val="tx1"/>
                </a:solidFill>
                <a:latin typeface="+mn-lt"/>
                <a:ea typeface="+mn-ea"/>
                <a:cs typeface="+mn-cs"/>
              </a:defRPr>
            </a:lvl1pPr>
            <a:lvl2pPr marL="457071" algn="l" defTabSz="914150" rtl="0" eaLnBrk="1" latinLnBrk="0" hangingPunct="1">
              <a:defRPr sz="1900" kern="1200">
                <a:solidFill>
                  <a:schemeClr val="tx1"/>
                </a:solidFill>
                <a:latin typeface="+mn-lt"/>
                <a:ea typeface="+mn-ea"/>
                <a:cs typeface="+mn-cs"/>
              </a:defRPr>
            </a:lvl2pPr>
            <a:lvl3pPr marL="914150" algn="l" defTabSz="914150" rtl="0" eaLnBrk="1" latinLnBrk="0" hangingPunct="1">
              <a:defRPr sz="1900" kern="1200">
                <a:solidFill>
                  <a:schemeClr val="tx1"/>
                </a:solidFill>
                <a:latin typeface="+mn-lt"/>
                <a:ea typeface="+mn-ea"/>
                <a:cs typeface="+mn-cs"/>
              </a:defRPr>
            </a:lvl3pPr>
            <a:lvl4pPr marL="1371226" algn="l" defTabSz="914150" rtl="0" eaLnBrk="1" latinLnBrk="0" hangingPunct="1">
              <a:defRPr sz="1900" kern="1200">
                <a:solidFill>
                  <a:schemeClr val="tx1"/>
                </a:solidFill>
                <a:latin typeface="+mn-lt"/>
                <a:ea typeface="+mn-ea"/>
                <a:cs typeface="+mn-cs"/>
              </a:defRPr>
            </a:lvl4pPr>
            <a:lvl5pPr marL="1828301" algn="l" defTabSz="914150" rtl="0" eaLnBrk="1" latinLnBrk="0" hangingPunct="1">
              <a:defRPr sz="1900" kern="1200">
                <a:solidFill>
                  <a:schemeClr val="tx1"/>
                </a:solidFill>
                <a:latin typeface="+mn-lt"/>
                <a:ea typeface="+mn-ea"/>
                <a:cs typeface="+mn-cs"/>
              </a:defRPr>
            </a:lvl5pPr>
            <a:lvl6pPr marL="2285382" algn="l" defTabSz="914150" rtl="0" eaLnBrk="1" latinLnBrk="0" hangingPunct="1">
              <a:defRPr sz="1900" kern="1200">
                <a:solidFill>
                  <a:schemeClr val="tx1"/>
                </a:solidFill>
                <a:latin typeface="+mn-lt"/>
                <a:ea typeface="+mn-ea"/>
                <a:cs typeface="+mn-cs"/>
              </a:defRPr>
            </a:lvl6pPr>
            <a:lvl7pPr marL="2742450" algn="l" defTabSz="914150" rtl="0" eaLnBrk="1" latinLnBrk="0" hangingPunct="1">
              <a:defRPr sz="1900" kern="1200">
                <a:solidFill>
                  <a:schemeClr val="tx1"/>
                </a:solidFill>
                <a:latin typeface="+mn-lt"/>
                <a:ea typeface="+mn-ea"/>
                <a:cs typeface="+mn-cs"/>
              </a:defRPr>
            </a:lvl7pPr>
            <a:lvl8pPr marL="3199520" algn="l" defTabSz="914150" rtl="0" eaLnBrk="1" latinLnBrk="0" hangingPunct="1">
              <a:defRPr sz="1900" kern="1200">
                <a:solidFill>
                  <a:schemeClr val="tx1"/>
                </a:solidFill>
                <a:latin typeface="+mn-lt"/>
                <a:ea typeface="+mn-ea"/>
                <a:cs typeface="+mn-cs"/>
              </a:defRPr>
            </a:lvl8pPr>
            <a:lvl9pPr marL="3656591" algn="l" defTabSz="914150" rtl="0" eaLnBrk="1" latinLnBrk="0" hangingPunct="1">
              <a:defRPr sz="1900" kern="1200">
                <a:solidFill>
                  <a:schemeClr val="tx1"/>
                </a:solidFill>
                <a:latin typeface="+mn-lt"/>
                <a:ea typeface="+mn-ea"/>
                <a:cs typeface="+mn-cs"/>
              </a:defRPr>
            </a:lvl9pPr>
          </a:lstStyle>
          <a:p>
            <a:pPr algn="ctr" defTabSz="742766">
              <a:defRPr/>
            </a:pPr>
            <a:r>
              <a:rPr lang="en-US" altLang="zh-CN" sz="1600" dirty="0">
                <a:solidFill>
                  <a:prstClr val="black"/>
                </a:solidFill>
                <a:latin typeface="Aptos" panose="020B0004020202020204" pitchFamily="34" charset="0"/>
              </a:rPr>
              <a:t>00%</a:t>
            </a:r>
            <a:endParaRPr lang="zh-CN" altLang="en-US" sz="1600" dirty="0">
              <a:solidFill>
                <a:prstClr val="black"/>
              </a:solidFill>
              <a:latin typeface="Aptos" panose="020B0004020202020204" pitchFamily="34" charset="0"/>
            </a:endParaRPr>
          </a:p>
        </p:txBody>
      </p:sp>
      <p:sp>
        <p:nvSpPr>
          <p:cNvPr id="7" name="文本框 11"/>
          <p:cNvSpPr txBox="1"/>
          <p:nvPr/>
        </p:nvSpPr>
        <p:spPr>
          <a:xfrm>
            <a:off x="3748627" y="2488428"/>
            <a:ext cx="1410526" cy="342401"/>
          </a:xfrm>
          <a:prstGeom prst="rect">
            <a:avLst/>
          </a:prstGeom>
          <a:noFill/>
        </p:spPr>
        <p:txBody>
          <a:bodyPr wrap="square" rtlCol="0">
            <a:spAutoFit/>
          </a:bodyPr>
          <a:lstStyle>
            <a:defPPr>
              <a:defRPr lang="zh-CN"/>
            </a:defPPr>
            <a:lvl1pPr marL="0" algn="l" defTabSz="914150" rtl="0" eaLnBrk="1" latinLnBrk="0" hangingPunct="1">
              <a:defRPr sz="1900" kern="1200">
                <a:solidFill>
                  <a:schemeClr val="tx1"/>
                </a:solidFill>
                <a:latin typeface="+mn-lt"/>
                <a:ea typeface="+mn-ea"/>
                <a:cs typeface="+mn-cs"/>
              </a:defRPr>
            </a:lvl1pPr>
            <a:lvl2pPr marL="457071" algn="l" defTabSz="914150" rtl="0" eaLnBrk="1" latinLnBrk="0" hangingPunct="1">
              <a:defRPr sz="1900" kern="1200">
                <a:solidFill>
                  <a:schemeClr val="tx1"/>
                </a:solidFill>
                <a:latin typeface="+mn-lt"/>
                <a:ea typeface="+mn-ea"/>
                <a:cs typeface="+mn-cs"/>
              </a:defRPr>
            </a:lvl2pPr>
            <a:lvl3pPr marL="914150" algn="l" defTabSz="914150" rtl="0" eaLnBrk="1" latinLnBrk="0" hangingPunct="1">
              <a:defRPr sz="1900" kern="1200">
                <a:solidFill>
                  <a:schemeClr val="tx1"/>
                </a:solidFill>
                <a:latin typeface="+mn-lt"/>
                <a:ea typeface="+mn-ea"/>
                <a:cs typeface="+mn-cs"/>
              </a:defRPr>
            </a:lvl3pPr>
            <a:lvl4pPr marL="1371226" algn="l" defTabSz="914150" rtl="0" eaLnBrk="1" latinLnBrk="0" hangingPunct="1">
              <a:defRPr sz="1900" kern="1200">
                <a:solidFill>
                  <a:schemeClr val="tx1"/>
                </a:solidFill>
                <a:latin typeface="+mn-lt"/>
                <a:ea typeface="+mn-ea"/>
                <a:cs typeface="+mn-cs"/>
              </a:defRPr>
            </a:lvl4pPr>
            <a:lvl5pPr marL="1828301" algn="l" defTabSz="914150" rtl="0" eaLnBrk="1" latinLnBrk="0" hangingPunct="1">
              <a:defRPr sz="1900" kern="1200">
                <a:solidFill>
                  <a:schemeClr val="tx1"/>
                </a:solidFill>
                <a:latin typeface="+mn-lt"/>
                <a:ea typeface="+mn-ea"/>
                <a:cs typeface="+mn-cs"/>
              </a:defRPr>
            </a:lvl5pPr>
            <a:lvl6pPr marL="2285382" algn="l" defTabSz="914150" rtl="0" eaLnBrk="1" latinLnBrk="0" hangingPunct="1">
              <a:defRPr sz="1900" kern="1200">
                <a:solidFill>
                  <a:schemeClr val="tx1"/>
                </a:solidFill>
                <a:latin typeface="+mn-lt"/>
                <a:ea typeface="+mn-ea"/>
                <a:cs typeface="+mn-cs"/>
              </a:defRPr>
            </a:lvl6pPr>
            <a:lvl7pPr marL="2742450" algn="l" defTabSz="914150" rtl="0" eaLnBrk="1" latinLnBrk="0" hangingPunct="1">
              <a:defRPr sz="1900" kern="1200">
                <a:solidFill>
                  <a:schemeClr val="tx1"/>
                </a:solidFill>
                <a:latin typeface="+mn-lt"/>
                <a:ea typeface="+mn-ea"/>
                <a:cs typeface="+mn-cs"/>
              </a:defRPr>
            </a:lvl7pPr>
            <a:lvl8pPr marL="3199520" algn="l" defTabSz="914150" rtl="0" eaLnBrk="1" latinLnBrk="0" hangingPunct="1">
              <a:defRPr sz="1900" kern="1200">
                <a:solidFill>
                  <a:schemeClr val="tx1"/>
                </a:solidFill>
                <a:latin typeface="+mn-lt"/>
                <a:ea typeface="+mn-ea"/>
                <a:cs typeface="+mn-cs"/>
              </a:defRPr>
            </a:lvl8pPr>
            <a:lvl9pPr marL="3656591" algn="l" defTabSz="914150" rtl="0" eaLnBrk="1" latinLnBrk="0" hangingPunct="1">
              <a:defRPr sz="1900" kern="1200">
                <a:solidFill>
                  <a:schemeClr val="tx1"/>
                </a:solidFill>
                <a:latin typeface="+mn-lt"/>
                <a:ea typeface="+mn-ea"/>
                <a:cs typeface="+mn-cs"/>
              </a:defRPr>
            </a:lvl9pPr>
          </a:lstStyle>
          <a:p>
            <a:pPr algn="ctr" defTabSz="742766">
              <a:defRPr/>
            </a:pPr>
            <a:r>
              <a:rPr lang="en-US" altLang="zh-CN" sz="1600" dirty="0">
                <a:solidFill>
                  <a:prstClr val="black"/>
                </a:solidFill>
                <a:latin typeface="Aptos" panose="020B0004020202020204" pitchFamily="34" charset="0"/>
              </a:rPr>
              <a:t>00%</a:t>
            </a:r>
            <a:endParaRPr lang="zh-CN" altLang="en-US" sz="1600" dirty="0">
              <a:solidFill>
                <a:prstClr val="black"/>
              </a:solidFill>
              <a:latin typeface="Aptos" panose="020B0004020202020204" pitchFamily="34" charset="0"/>
            </a:endParaRPr>
          </a:p>
        </p:txBody>
      </p:sp>
      <p:sp>
        <p:nvSpPr>
          <p:cNvPr id="8" name="椭圆 14"/>
          <p:cNvSpPr/>
          <p:nvPr/>
        </p:nvSpPr>
        <p:spPr>
          <a:xfrm>
            <a:off x="4732086" y="3488927"/>
            <a:ext cx="488850" cy="488850"/>
          </a:xfrm>
          <a:prstGeom prst="ellipse">
            <a:avLst/>
          </a:prstGeom>
          <a:solidFill>
            <a:srgbClr val="D0D0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150" rtl="0" eaLnBrk="1" latinLnBrk="0" hangingPunct="1">
              <a:defRPr sz="1900" kern="1200">
                <a:solidFill>
                  <a:schemeClr val="lt1"/>
                </a:solidFill>
                <a:latin typeface="+mn-lt"/>
                <a:ea typeface="+mn-ea"/>
                <a:cs typeface="+mn-cs"/>
              </a:defRPr>
            </a:lvl1pPr>
            <a:lvl2pPr marL="457071" algn="l" defTabSz="914150" rtl="0" eaLnBrk="1" latinLnBrk="0" hangingPunct="1">
              <a:defRPr sz="1900" kern="1200">
                <a:solidFill>
                  <a:schemeClr val="lt1"/>
                </a:solidFill>
                <a:latin typeface="+mn-lt"/>
                <a:ea typeface="+mn-ea"/>
                <a:cs typeface="+mn-cs"/>
              </a:defRPr>
            </a:lvl2pPr>
            <a:lvl3pPr marL="914150" algn="l" defTabSz="914150" rtl="0" eaLnBrk="1" latinLnBrk="0" hangingPunct="1">
              <a:defRPr sz="1900" kern="1200">
                <a:solidFill>
                  <a:schemeClr val="lt1"/>
                </a:solidFill>
                <a:latin typeface="+mn-lt"/>
                <a:ea typeface="+mn-ea"/>
                <a:cs typeface="+mn-cs"/>
              </a:defRPr>
            </a:lvl3pPr>
            <a:lvl4pPr marL="1371226" algn="l" defTabSz="914150" rtl="0" eaLnBrk="1" latinLnBrk="0" hangingPunct="1">
              <a:defRPr sz="1900" kern="1200">
                <a:solidFill>
                  <a:schemeClr val="lt1"/>
                </a:solidFill>
                <a:latin typeface="+mn-lt"/>
                <a:ea typeface="+mn-ea"/>
                <a:cs typeface="+mn-cs"/>
              </a:defRPr>
            </a:lvl4pPr>
            <a:lvl5pPr marL="1828301" algn="l" defTabSz="914150" rtl="0" eaLnBrk="1" latinLnBrk="0" hangingPunct="1">
              <a:defRPr sz="1900" kern="1200">
                <a:solidFill>
                  <a:schemeClr val="lt1"/>
                </a:solidFill>
                <a:latin typeface="+mn-lt"/>
                <a:ea typeface="+mn-ea"/>
                <a:cs typeface="+mn-cs"/>
              </a:defRPr>
            </a:lvl5pPr>
            <a:lvl6pPr marL="2285382" algn="l" defTabSz="914150" rtl="0" eaLnBrk="1" latinLnBrk="0" hangingPunct="1">
              <a:defRPr sz="1900" kern="1200">
                <a:solidFill>
                  <a:schemeClr val="lt1"/>
                </a:solidFill>
                <a:latin typeface="+mn-lt"/>
                <a:ea typeface="+mn-ea"/>
                <a:cs typeface="+mn-cs"/>
              </a:defRPr>
            </a:lvl6pPr>
            <a:lvl7pPr marL="2742450" algn="l" defTabSz="914150" rtl="0" eaLnBrk="1" latinLnBrk="0" hangingPunct="1">
              <a:defRPr sz="1900" kern="1200">
                <a:solidFill>
                  <a:schemeClr val="lt1"/>
                </a:solidFill>
                <a:latin typeface="+mn-lt"/>
                <a:ea typeface="+mn-ea"/>
                <a:cs typeface="+mn-cs"/>
              </a:defRPr>
            </a:lvl7pPr>
            <a:lvl8pPr marL="3199520" algn="l" defTabSz="914150" rtl="0" eaLnBrk="1" latinLnBrk="0" hangingPunct="1">
              <a:defRPr sz="1900" kern="1200">
                <a:solidFill>
                  <a:schemeClr val="lt1"/>
                </a:solidFill>
                <a:latin typeface="+mn-lt"/>
                <a:ea typeface="+mn-ea"/>
                <a:cs typeface="+mn-cs"/>
              </a:defRPr>
            </a:lvl8pPr>
            <a:lvl9pPr marL="3656591" algn="l" defTabSz="914150" rtl="0" eaLnBrk="1" latinLnBrk="0" hangingPunct="1">
              <a:defRPr sz="1900" kern="1200">
                <a:solidFill>
                  <a:schemeClr val="lt1"/>
                </a:solidFill>
                <a:latin typeface="+mn-lt"/>
                <a:ea typeface="+mn-ea"/>
                <a:cs typeface="+mn-cs"/>
              </a:defRPr>
            </a:lvl9pPr>
          </a:lstStyle>
          <a:p>
            <a:pPr algn="ctr" defTabSz="742766">
              <a:defRPr/>
            </a:pPr>
            <a:endParaRPr lang="zh-CN" altLang="en-US" sz="1600">
              <a:solidFill>
                <a:prstClr val="white"/>
              </a:solidFill>
              <a:latin typeface="Aptos" panose="020B0004020202020204" pitchFamily="34" charset="0"/>
            </a:endParaRPr>
          </a:p>
        </p:txBody>
      </p:sp>
    </p:spTree>
    <p:extLst>
      <p:ext uri="{BB962C8B-B14F-4D97-AF65-F5344CB8AC3E}">
        <p14:creationId xmlns:p14="http://schemas.microsoft.com/office/powerpoint/2010/main" val="1957749698"/>
      </p:ext>
    </p:extLst>
  </p:cSld>
  <p:clrMapOvr>
    <a:masterClrMapping/>
  </p:clrMapOvr>
  <p:transition>
    <p:fade/>
  </p:transition>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FE9F8D-85E7-EF47-BC28-99D686AC9585}"/>
              </a:ext>
            </a:extLst>
          </p:cNvPr>
          <p:cNvSpPr>
            <a:spLocks noGrp="1"/>
          </p:cNvSpPr>
          <p:nvPr>
            <p:ph type="title"/>
          </p:nvPr>
        </p:nvSpPr>
        <p:spPr/>
        <p:txBody>
          <a:bodyPr/>
          <a:lstStyle/>
          <a:p>
            <a:r>
              <a:rPr lang="en-US" dirty="0"/>
              <a:t>Dynamic tree</a:t>
            </a:r>
          </a:p>
        </p:txBody>
      </p:sp>
      <p:grpSp>
        <p:nvGrpSpPr>
          <p:cNvPr id="4" name="组合 2">
            <a:extLst>
              <a:ext uri="{FF2B5EF4-FFF2-40B4-BE49-F238E27FC236}">
                <a16:creationId xmlns:a16="http://schemas.microsoft.com/office/drawing/2014/main" id="{50987BEC-1EC0-F346-964E-29263F4F3DB3}"/>
              </a:ext>
            </a:extLst>
          </p:cNvPr>
          <p:cNvGrpSpPr/>
          <p:nvPr/>
        </p:nvGrpSpPr>
        <p:grpSpPr>
          <a:xfrm>
            <a:off x="2732280" y="1366673"/>
            <a:ext cx="3901562" cy="4124655"/>
            <a:chOff x="469900" y="1700212"/>
            <a:chExt cx="4346410" cy="4594938"/>
          </a:xfrm>
        </p:grpSpPr>
        <p:grpSp>
          <p:nvGrpSpPr>
            <p:cNvPr id="5" name="Group 59">
              <a:extLst>
                <a:ext uri="{FF2B5EF4-FFF2-40B4-BE49-F238E27FC236}">
                  <a16:creationId xmlns:a16="http://schemas.microsoft.com/office/drawing/2014/main" id="{A96ED933-240F-A942-A7BA-D21484C36F85}"/>
                </a:ext>
              </a:extLst>
            </p:cNvPr>
            <p:cNvGrpSpPr/>
            <p:nvPr/>
          </p:nvGrpSpPr>
          <p:grpSpPr>
            <a:xfrm>
              <a:off x="469900" y="1700212"/>
              <a:ext cx="4346410" cy="4594938"/>
              <a:chOff x="382397" y="1253727"/>
              <a:chExt cx="4346410" cy="4594938"/>
            </a:xfrm>
          </p:grpSpPr>
          <p:grpSp>
            <p:nvGrpSpPr>
              <p:cNvPr id="10" name="Group 37">
                <a:extLst>
                  <a:ext uri="{FF2B5EF4-FFF2-40B4-BE49-F238E27FC236}">
                    <a16:creationId xmlns:a16="http://schemas.microsoft.com/office/drawing/2014/main" id="{9D0E33E2-8733-B84A-B703-265E9AA10D25}"/>
                  </a:ext>
                </a:extLst>
              </p:cNvPr>
              <p:cNvGrpSpPr/>
              <p:nvPr/>
            </p:nvGrpSpPr>
            <p:grpSpPr>
              <a:xfrm flipH="1">
                <a:off x="382397" y="1253727"/>
                <a:ext cx="4346410" cy="4461479"/>
                <a:chOff x="7231737" y="942428"/>
                <a:chExt cx="4763462" cy="4889572"/>
              </a:xfrm>
            </p:grpSpPr>
            <p:grpSp>
              <p:nvGrpSpPr>
                <p:cNvPr id="13" name="Group 34">
                  <a:extLst>
                    <a:ext uri="{FF2B5EF4-FFF2-40B4-BE49-F238E27FC236}">
                      <a16:creationId xmlns:a16="http://schemas.microsoft.com/office/drawing/2014/main" id="{410A49CA-6B08-EB46-8DE9-B7F3EAC89EA5}"/>
                    </a:ext>
                  </a:extLst>
                </p:cNvPr>
                <p:cNvGrpSpPr/>
                <p:nvPr/>
              </p:nvGrpSpPr>
              <p:grpSpPr>
                <a:xfrm>
                  <a:off x="7231737" y="942428"/>
                  <a:ext cx="4763462" cy="4889572"/>
                  <a:chOff x="7231737" y="942428"/>
                  <a:chExt cx="4763462" cy="4889572"/>
                </a:xfrm>
              </p:grpSpPr>
              <p:sp>
                <p:nvSpPr>
                  <p:cNvPr id="29" name="Freeform 20">
                    <a:extLst>
                      <a:ext uri="{FF2B5EF4-FFF2-40B4-BE49-F238E27FC236}">
                        <a16:creationId xmlns:a16="http://schemas.microsoft.com/office/drawing/2014/main" id="{8C0F6492-4358-9241-A356-B4033A88F2F3}"/>
                      </a:ext>
                    </a:extLst>
                  </p:cNvPr>
                  <p:cNvSpPr>
                    <a:spLocks/>
                  </p:cNvSpPr>
                  <p:nvPr/>
                </p:nvSpPr>
                <p:spPr bwMode="auto">
                  <a:xfrm flipH="1">
                    <a:off x="7231737" y="2656358"/>
                    <a:ext cx="226422" cy="1123512"/>
                  </a:xfrm>
                  <a:custGeom>
                    <a:avLst/>
                    <a:gdLst>
                      <a:gd name="T0" fmla="*/ 33 w 33"/>
                      <a:gd name="T1" fmla="*/ 86 h 165"/>
                      <a:gd name="T2" fmla="*/ 12 w 33"/>
                      <a:gd name="T3" fmla="*/ 11 h 165"/>
                      <a:gd name="T4" fmla="*/ 13 w 33"/>
                      <a:gd name="T5" fmla="*/ 7 h 165"/>
                      <a:gd name="T6" fmla="*/ 7 w 33"/>
                      <a:gd name="T7" fmla="*/ 0 h 165"/>
                      <a:gd name="T8" fmla="*/ 0 w 33"/>
                      <a:gd name="T9" fmla="*/ 7 h 165"/>
                      <a:gd name="T10" fmla="*/ 7 w 33"/>
                      <a:gd name="T11" fmla="*/ 14 h 165"/>
                      <a:gd name="T12" fmla="*/ 9 w 33"/>
                      <a:gd name="T13" fmla="*/ 13 h 165"/>
                      <a:gd name="T14" fmla="*/ 30 w 33"/>
                      <a:gd name="T15" fmla="*/ 86 h 165"/>
                      <a:gd name="T16" fmla="*/ 13 w 33"/>
                      <a:gd name="T17" fmla="*/ 152 h 165"/>
                      <a:gd name="T18" fmla="*/ 12 w 33"/>
                      <a:gd name="T19" fmla="*/ 152 h 165"/>
                      <a:gd name="T20" fmla="*/ 5 w 33"/>
                      <a:gd name="T21" fmla="*/ 159 h 165"/>
                      <a:gd name="T22" fmla="*/ 12 w 33"/>
                      <a:gd name="T23" fmla="*/ 165 h 165"/>
                      <a:gd name="T24" fmla="*/ 18 w 33"/>
                      <a:gd name="T25" fmla="*/ 159 h 165"/>
                      <a:gd name="T26" fmla="*/ 16 w 33"/>
                      <a:gd name="T27" fmla="*/ 154 h 165"/>
                      <a:gd name="T28" fmla="*/ 33 w 33"/>
                      <a:gd name="T29" fmla="*/ 8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165">
                        <a:moveTo>
                          <a:pt x="33" y="86"/>
                        </a:moveTo>
                        <a:cubicBezTo>
                          <a:pt x="33" y="59"/>
                          <a:pt x="25" y="33"/>
                          <a:pt x="12" y="11"/>
                        </a:cubicBezTo>
                        <a:cubicBezTo>
                          <a:pt x="13" y="10"/>
                          <a:pt x="13" y="9"/>
                          <a:pt x="13" y="7"/>
                        </a:cubicBezTo>
                        <a:cubicBezTo>
                          <a:pt x="13" y="3"/>
                          <a:pt x="10" y="0"/>
                          <a:pt x="7" y="0"/>
                        </a:cubicBezTo>
                        <a:cubicBezTo>
                          <a:pt x="3" y="0"/>
                          <a:pt x="0" y="3"/>
                          <a:pt x="0" y="7"/>
                        </a:cubicBezTo>
                        <a:cubicBezTo>
                          <a:pt x="0" y="11"/>
                          <a:pt x="3" y="14"/>
                          <a:pt x="7" y="14"/>
                        </a:cubicBezTo>
                        <a:cubicBezTo>
                          <a:pt x="8" y="14"/>
                          <a:pt x="8" y="13"/>
                          <a:pt x="9" y="13"/>
                        </a:cubicBezTo>
                        <a:cubicBezTo>
                          <a:pt x="22" y="34"/>
                          <a:pt x="30" y="59"/>
                          <a:pt x="30" y="86"/>
                        </a:cubicBezTo>
                        <a:cubicBezTo>
                          <a:pt x="30" y="110"/>
                          <a:pt x="24" y="133"/>
                          <a:pt x="13" y="152"/>
                        </a:cubicBezTo>
                        <a:cubicBezTo>
                          <a:pt x="13" y="152"/>
                          <a:pt x="12" y="152"/>
                          <a:pt x="12" y="152"/>
                        </a:cubicBezTo>
                        <a:cubicBezTo>
                          <a:pt x="8" y="152"/>
                          <a:pt x="5" y="155"/>
                          <a:pt x="5" y="159"/>
                        </a:cubicBezTo>
                        <a:cubicBezTo>
                          <a:pt x="5" y="162"/>
                          <a:pt x="8" y="165"/>
                          <a:pt x="12" y="165"/>
                        </a:cubicBezTo>
                        <a:cubicBezTo>
                          <a:pt x="15" y="165"/>
                          <a:pt x="18" y="162"/>
                          <a:pt x="18" y="159"/>
                        </a:cubicBezTo>
                        <a:cubicBezTo>
                          <a:pt x="18" y="157"/>
                          <a:pt x="17" y="155"/>
                          <a:pt x="16" y="154"/>
                        </a:cubicBezTo>
                        <a:cubicBezTo>
                          <a:pt x="27" y="134"/>
                          <a:pt x="33" y="111"/>
                          <a:pt x="33" y="86"/>
                        </a:cubicBezTo>
                        <a:close/>
                      </a:path>
                    </a:pathLst>
                  </a:custGeom>
                  <a:solidFill>
                    <a:schemeClr val="bg2"/>
                  </a:solidFill>
                  <a:ln>
                    <a:noFill/>
                  </a:ln>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30" name="Freeform 21">
                    <a:extLst>
                      <a:ext uri="{FF2B5EF4-FFF2-40B4-BE49-F238E27FC236}">
                        <a16:creationId xmlns:a16="http://schemas.microsoft.com/office/drawing/2014/main" id="{E575BBBE-7A17-3145-8BC6-10C811BAA2FC}"/>
                      </a:ext>
                    </a:extLst>
                  </p:cNvPr>
                  <p:cNvSpPr>
                    <a:spLocks noEditPoints="1"/>
                  </p:cNvSpPr>
                  <p:nvPr/>
                </p:nvSpPr>
                <p:spPr bwMode="auto">
                  <a:xfrm flipH="1">
                    <a:off x="7483953" y="942428"/>
                    <a:ext cx="4373673" cy="4889572"/>
                  </a:xfrm>
                  <a:custGeom>
                    <a:avLst/>
                    <a:gdLst>
                      <a:gd name="T0" fmla="*/ 405 w 643"/>
                      <a:gd name="T1" fmla="*/ 344 h 719"/>
                      <a:gd name="T2" fmla="*/ 292 w 643"/>
                      <a:gd name="T3" fmla="*/ 257 h 719"/>
                      <a:gd name="T4" fmla="*/ 331 w 643"/>
                      <a:gd name="T5" fmla="*/ 306 h 719"/>
                      <a:gd name="T6" fmla="*/ 329 w 643"/>
                      <a:gd name="T7" fmla="*/ 223 h 719"/>
                      <a:gd name="T8" fmla="*/ 388 w 643"/>
                      <a:gd name="T9" fmla="*/ 258 h 719"/>
                      <a:gd name="T10" fmla="*/ 360 w 643"/>
                      <a:gd name="T11" fmla="*/ 204 h 719"/>
                      <a:gd name="T12" fmla="*/ 352 w 643"/>
                      <a:gd name="T13" fmla="*/ 194 h 719"/>
                      <a:gd name="T14" fmla="*/ 321 w 643"/>
                      <a:gd name="T15" fmla="*/ 36 h 719"/>
                      <a:gd name="T16" fmla="*/ 319 w 643"/>
                      <a:gd name="T17" fmla="*/ 34 h 719"/>
                      <a:gd name="T18" fmla="*/ 165 w 643"/>
                      <a:gd name="T19" fmla="*/ 176 h 719"/>
                      <a:gd name="T20" fmla="*/ 299 w 643"/>
                      <a:gd name="T21" fmla="*/ 244 h 719"/>
                      <a:gd name="T22" fmla="*/ 161 w 643"/>
                      <a:gd name="T23" fmla="*/ 196 h 719"/>
                      <a:gd name="T24" fmla="*/ 226 w 643"/>
                      <a:gd name="T25" fmla="*/ 505 h 719"/>
                      <a:gd name="T26" fmla="*/ 122 w 643"/>
                      <a:gd name="T27" fmla="*/ 531 h 719"/>
                      <a:gd name="T28" fmla="*/ 161 w 643"/>
                      <a:gd name="T29" fmla="*/ 538 h 719"/>
                      <a:gd name="T30" fmla="*/ 206 w 643"/>
                      <a:gd name="T31" fmla="*/ 699 h 719"/>
                      <a:gd name="T32" fmla="*/ 193 w 643"/>
                      <a:gd name="T33" fmla="*/ 635 h 719"/>
                      <a:gd name="T34" fmla="*/ 214 w 643"/>
                      <a:gd name="T35" fmla="*/ 635 h 719"/>
                      <a:gd name="T36" fmla="*/ 367 w 643"/>
                      <a:gd name="T37" fmla="*/ 585 h 719"/>
                      <a:gd name="T38" fmla="*/ 297 w 643"/>
                      <a:gd name="T39" fmla="*/ 716 h 719"/>
                      <a:gd name="T40" fmla="*/ 268 w 643"/>
                      <a:gd name="T41" fmla="*/ 560 h 719"/>
                      <a:gd name="T42" fmla="*/ 333 w 643"/>
                      <a:gd name="T43" fmla="*/ 558 h 719"/>
                      <a:gd name="T44" fmla="*/ 261 w 643"/>
                      <a:gd name="T45" fmla="*/ 554 h 719"/>
                      <a:gd name="T46" fmla="*/ 327 w 643"/>
                      <a:gd name="T47" fmla="*/ 539 h 719"/>
                      <a:gd name="T48" fmla="*/ 367 w 643"/>
                      <a:gd name="T49" fmla="*/ 708 h 719"/>
                      <a:gd name="T50" fmla="*/ 334 w 643"/>
                      <a:gd name="T51" fmla="*/ 534 h 719"/>
                      <a:gd name="T52" fmla="*/ 344 w 643"/>
                      <a:gd name="T53" fmla="*/ 469 h 719"/>
                      <a:gd name="T54" fmla="*/ 427 w 643"/>
                      <a:gd name="T55" fmla="*/ 431 h 719"/>
                      <a:gd name="T56" fmla="*/ 418 w 643"/>
                      <a:gd name="T57" fmla="*/ 406 h 719"/>
                      <a:gd name="T58" fmla="*/ 541 w 643"/>
                      <a:gd name="T59" fmla="*/ 443 h 719"/>
                      <a:gd name="T60" fmla="*/ 538 w 643"/>
                      <a:gd name="T61" fmla="*/ 472 h 719"/>
                      <a:gd name="T62" fmla="*/ 578 w 643"/>
                      <a:gd name="T63" fmla="*/ 526 h 719"/>
                      <a:gd name="T64" fmla="*/ 460 w 643"/>
                      <a:gd name="T65" fmla="*/ 653 h 719"/>
                      <a:gd name="T66" fmla="*/ 629 w 643"/>
                      <a:gd name="T67" fmla="*/ 450 h 719"/>
                      <a:gd name="T68" fmla="*/ 552 w 643"/>
                      <a:gd name="T69" fmla="*/ 445 h 719"/>
                      <a:gd name="T70" fmla="*/ 568 w 643"/>
                      <a:gd name="T71" fmla="*/ 122 h 719"/>
                      <a:gd name="T72" fmla="*/ 354 w 643"/>
                      <a:gd name="T73" fmla="*/ 192 h 719"/>
                      <a:gd name="T74" fmla="*/ 161 w 643"/>
                      <a:gd name="T75" fmla="*/ 515 h 719"/>
                      <a:gd name="T76" fmla="*/ 285 w 643"/>
                      <a:gd name="T77" fmla="*/ 264 h 719"/>
                      <a:gd name="T78" fmla="*/ 293 w 643"/>
                      <a:gd name="T79" fmla="*/ 437 h 719"/>
                      <a:gd name="T80" fmla="*/ 238 w 643"/>
                      <a:gd name="T81" fmla="*/ 500 h 719"/>
                      <a:gd name="T82" fmla="*/ 304 w 643"/>
                      <a:gd name="T83" fmla="*/ 441 h 719"/>
                      <a:gd name="T84" fmla="*/ 326 w 643"/>
                      <a:gd name="T85" fmla="*/ 526 h 719"/>
                      <a:gd name="T86" fmla="*/ 289 w 643"/>
                      <a:gd name="T87" fmla="*/ 485 h 719"/>
                      <a:gd name="T88" fmla="*/ 326 w 643"/>
                      <a:gd name="T89" fmla="*/ 526 h 719"/>
                      <a:gd name="T90" fmla="*/ 338 w 643"/>
                      <a:gd name="T91" fmla="*/ 395 h 719"/>
                      <a:gd name="T92" fmla="*/ 316 w 643"/>
                      <a:gd name="T93" fmla="*/ 445 h 719"/>
                      <a:gd name="T94" fmla="*/ 322 w 643"/>
                      <a:gd name="T95" fmla="*/ 351 h 719"/>
                      <a:gd name="T96" fmla="*/ 449 w 643"/>
                      <a:gd name="T97" fmla="*/ 398 h 719"/>
                      <a:gd name="T98" fmla="*/ 435 w 643"/>
                      <a:gd name="T99" fmla="*/ 350 h 719"/>
                      <a:gd name="T100" fmla="*/ 539 w 643"/>
                      <a:gd name="T101" fmla="*/ 440 h 719"/>
                      <a:gd name="T102" fmla="*/ 438 w 643"/>
                      <a:gd name="T103" fmla="*/ 349 h 719"/>
                      <a:gd name="T104" fmla="*/ 553 w 643"/>
                      <a:gd name="T105" fmla="*/ 43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43" h="719">
                        <a:moveTo>
                          <a:pt x="643" y="338"/>
                        </a:moveTo>
                        <a:cubicBezTo>
                          <a:pt x="643" y="281"/>
                          <a:pt x="596" y="234"/>
                          <a:pt x="539" y="234"/>
                        </a:cubicBezTo>
                        <a:cubicBezTo>
                          <a:pt x="481" y="234"/>
                          <a:pt x="435" y="280"/>
                          <a:pt x="434" y="337"/>
                        </a:cubicBezTo>
                        <a:cubicBezTo>
                          <a:pt x="431" y="337"/>
                          <a:pt x="429" y="340"/>
                          <a:pt x="429" y="342"/>
                        </a:cubicBezTo>
                        <a:cubicBezTo>
                          <a:pt x="405" y="344"/>
                          <a:pt x="405" y="344"/>
                          <a:pt x="405" y="344"/>
                        </a:cubicBezTo>
                        <a:cubicBezTo>
                          <a:pt x="404" y="341"/>
                          <a:pt x="402" y="339"/>
                          <a:pt x="399" y="339"/>
                        </a:cubicBezTo>
                        <a:cubicBezTo>
                          <a:pt x="395" y="339"/>
                          <a:pt x="393" y="341"/>
                          <a:pt x="392" y="344"/>
                        </a:cubicBezTo>
                        <a:cubicBezTo>
                          <a:pt x="322" y="348"/>
                          <a:pt x="322" y="348"/>
                          <a:pt x="322" y="348"/>
                        </a:cubicBezTo>
                        <a:cubicBezTo>
                          <a:pt x="320" y="316"/>
                          <a:pt x="309" y="286"/>
                          <a:pt x="290" y="261"/>
                        </a:cubicBezTo>
                        <a:cubicBezTo>
                          <a:pt x="291" y="260"/>
                          <a:pt x="292" y="259"/>
                          <a:pt x="292" y="257"/>
                        </a:cubicBezTo>
                        <a:cubicBezTo>
                          <a:pt x="292" y="256"/>
                          <a:pt x="291" y="255"/>
                          <a:pt x="291" y="254"/>
                        </a:cubicBezTo>
                        <a:cubicBezTo>
                          <a:pt x="300" y="246"/>
                          <a:pt x="300" y="246"/>
                          <a:pt x="300" y="246"/>
                        </a:cubicBezTo>
                        <a:cubicBezTo>
                          <a:pt x="312" y="261"/>
                          <a:pt x="321" y="277"/>
                          <a:pt x="328" y="294"/>
                        </a:cubicBezTo>
                        <a:cubicBezTo>
                          <a:pt x="326" y="295"/>
                          <a:pt x="325" y="297"/>
                          <a:pt x="325" y="300"/>
                        </a:cubicBezTo>
                        <a:cubicBezTo>
                          <a:pt x="325" y="303"/>
                          <a:pt x="327" y="306"/>
                          <a:pt x="331" y="306"/>
                        </a:cubicBezTo>
                        <a:cubicBezTo>
                          <a:pt x="335" y="306"/>
                          <a:pt x="338" y="303"/>
                          <a:pt x="338" y="300"/>
                        </a:cubicBezTo>
                        <a:cubicBezTo>
                          <a:pt x="338" y="296"/>
                          <a:pt x="335" y="293"/>
                          <a:pt x="331" y="293"/>
                        </a:cubicBezTo>
                        <a:cubicBezTo>
                          <a:pt x="331" y="293"/>
                          <a:pt x="331" y="293"/>
                          <a:pt x="330" y="293"/>
                        </a:cubicBezTo>
                        <a:cubicBezTo>
                          <a:pt x="324" y="276"/>
                          <a:pt x="315" y="259"/>
                          <a:pt x="303" y="245"/>
                        </a:cubicBezTo>
                        <a:cubicBezTo>
                          <a:pt x="329" y="223"/>
                          <a:pt x="329" y="223"/>
                          <a:pt x="329" y="223"/>
                        </a:cubicBezTo>
                        <a:cubicBezTo>
                          <a:pt x="343" y="240"/>
                          <a:pt x="361" y="254"/>
                          <a:pt x="381" y="264"/>
                        </a:cubicBezTo>
                        <a:cubicBezTo>
                          <a:pt x="381" y="264"/>
                          <a:pt x="381" y="265"/>
                          <a:pt x="381" y="265"/>
                        </a:cubicBezTo>
                        <a:cubicBezTo>
                          <a:pt x="381" y="269"/>
                          <a:pt x="384" y="272"/>
                          <a:pt x="388" y="272"/>
                        </a:cubicBezTo>
                        <a:cubicBezTo>
                          <a:pt x="391" y="272"/>
                          <a:pt x="394" y="269"/>
                          <a:pt x="394" y="265"/>
                        </a:cubicBezTo>
                        <a:cubicBezTo>
                          <a:pt x="394" y="261"/>
                          <a:pt x="391" y="258"/>
                          <a:pt x="388" y="258"/>
                        </a:cubicBezTo>
                        <a:cubicBezTo>
                          <a:pt x="386" y="258"/>
                          <a:pt x="384" y="259"/>
                          <a:pt x="383" y="261"/>
                        </a:cubicBezTo>
                        <a:cubicBezTo>
                          <a:pt x="363" y="251"/>
                          <a:pt x="345" y="238"/>
                          <a:pt x="331" y="221"/>
                        </a:cubicBezTo>
                        <a:cubicBezTo>
                          <a:pt x="353" y="203"/>
                          <a:pt x="353" y="203"/>
                          <a:pt x="353" y="203"/>
                        </a:cubicBezTo>
                        <a:cubicBezTo>
                          <a:pt x="354" y="204"/>
                          <a:pt x="355" y="205"/>
                          <a:pt x="357" y="205"/>
                        </a:cubicBezTo>
                        <a:cubicBezTo>
                          <a:pt x="358" y="205"/>
                          <a:pt x="359" y="204"/>
                          <a:pt x="360" y="204"/>
                        </a:cubicBezTo>
                        <a:cubicBezTo>
                          <a:pt x="382" y="228"/>
                          <a:pt x="414" y="243"/>
                          <a:pt x="450" y="243"/>
                        </a:cubicBezTo>
                        <a:cubicBezTo>
                          <a:pt x="517" y="243"/>
                          <a:pt x="571" y="189"/>
                          <a:pt x="571" y="122"/>
                        </a:cubicBezTo>
                        <a:cubicBezTo>
                          <a:pt x="571" y="55"/>
                          <a:pt x="517" y="0"/>
                          <a:pt x="450" y="0"/>
                        </a:cubicBezTo>
                        <a:cubicBezTo>
                          <a:pt x="383" y="0"/>
                          <a:pt x="328" y="55"/>
                          <a:pt x="328" y="122"/>
                        </a:cubicBezTo>
                        <a:cubicBezTo>
                          <a:pt x="328" y="149"/>
                          <a:pt x="337" y="174"/>
                          <a:pt x="352" y="194"/>
                        </a:cubicBezTo>
                        <a:cubicBezTo>
                          <a:pt x="351" y="195"/>
                          <a:pt x="350" y="197"/>
                          <a:pt x="350" y="198"/>
                        </a:cubicBezTo>
                        <a:cubicBezTo>
                          <a:pt x="350" y="199"/>
                          <a:pt x="351" y="200"/>
                          <a:pt x="351" y="201"/>
                        </a:cubicBezTo>
                        <a:cubicBezTo>
                          <a:pt x="329" y="219"/>
                          <a:pt x="329" y="219"/>
                          <a:pt x="329" y="219"/>
                        </a:cubicBezTo>
                        <a:cubicBezTo>
                          <a:pt x="308" y="192"/>
                          <a:pt x="295" y="159"/>
                          <a:pt x="295" y="122"/>
                        </a:cubicBezTo>
                        <a:cubicBezTo>
                          <a:pt x="295" y="90"/>
                          <a:pt x="305" y="60"/>
                          <a:pt x="321" y="36"/>
                        </a:cubicBezTo>
                        <a:cubicBezTo>
                          <a:pt x="322" y="36"/>
                          <a:pt x="323" y="36"/>
                          <a:pt x="324" y="36"/>
                        </a:cubicBezTo>
                        <a:cubicBezTo>
                          <a:pt x="327" y="36"/>
                          <a:pt x="330" y="33"/>
                          <a:pt x="330" y="30"/>
                        </a:cubicBezTo>
                        <a:cubicBezTo>
                          <a:pt x="330" y="26"/>
                          <a:pt x="327" y="23"/>
                          <a:pt x="324" y="23"/>
                        </a:cubicBezTo>
                        <a:cubicBezTo>
                          <a:pt x="320" y="23"/>
                          <a:pt x="317" y="26"/>
                          <a:pt x="317" y="30"/>
                        </a:cubicBezTo>
                        <a:cubicBezTo>
                          <a:pt x="317" y="31"/>
                          <a:pt x="318" y="33"/>
                          <a:pt x="319" y="34"/>
                        </a:cubicBezTo>
                        <a:cubicBezTo>
                          <a:pt x="302" y="59"/>
                          <a:pt x="292" y="89"/>
                          <a:pt x="292" y="122"/>
                        </a:cubicBezTo>
                        <a:cubicBezTo>
                          <a:pt x="292" y="159"/>
                          <a:pt x="305" y="194"/>
                          <a:pt x="327" y="221"/>
                        </a:cubicBezTo>
                        <a:cubicBezTo>
                          <a:pt x="301" y="242"/>
                          <a:pt x="301" y="242"/>
                          <a:pt x="301" y="242"/>
                        </a:cubicBezTo>
                        <a:cubicBezTo>
                          <a:pt x="297" y="238"/>
                          <a:pt x="293" y="233"/>
                          <a:pt x="289" y="229"/>
                        </a:cubicBezTo>
                        <a:cubicBezTo>
                          <a:pt x="256" y="196"/>
                          <a:pt x="212" y="177"/>
                          <a:pt x="165" y="176"/>
                        </a:cubicBezTo>
                        <a:cubicBezTo>
                          <a:pt x="165" y="173"/>
                          <a:pt x="162" y="171"/>
                          <a:pt x="159" y="171"/>
                        </a:cubicBezTo>
                        <a:cubicBezTo>
                          <a:pt x="155" y="171"/>
                          <a:pt x="152" y="174"/>
                          <a:pt x="152" y="178"/>
                        </a:cubicBezTo>
                        <a:cubicBezTo>
                          <a:pt x="152" y="181"/>
                          <a:pt x="155" y="184"/>
                          <a:pt x="159" y="184"/>
                        </a:cubicBezTo>
                        <a:cubicBezTo>
                          <a:pt x="162" y="184"/>
                          <a:pt x="165" y="182"/>
                          <a:pt x="165" y="179"/>
                        </a:cubicBezTo>
                        <a:cubicBezTo>
                          <a:pt x="219" y="180"/>
                          <a:pt x="267" y="206"/>
                          <a:pt x="299" y="244"/>
                        </a:cubicBezTo>
                        <a:cubicBezTo>
                          <a:pt x="289" y="252"/>
                          <a:pt x="289" y="252"/>
                          <a:pt x="289" y="252"/>
                        </a:cubicBezTo>
                        <a:cubicBezTo>
                          <a:pt x="288" y="251"/>
                          <a:pt x="287" y="251"/>
                          <a:pt x="285" y="251"/>
                        </a:cubicBezTo>
                        <a:cubicBezTo>
                          <a:pt x="284" y="251"/>
                          <a:pt x="283" y="251"/>
                          <a:pt x="282" y="251"/>
                        </a:cubicBezTo>
                        <a:cubicBezTo>
                          <a:pt x="280" y="249"/>
                          <a:pt x="277" y="246"/>
                          <a:pt x="275" y="244"/>
                        </a:cubicBezTo>
                        <a:cubicBezTo>
                          <a:pt x="244" y="213"/>
                          <a:pt x="204" y="196"/>
                          <a:pt x="161" y="196"/>
                        </a:cubicBezTo>
                        <a:cubicBezTo>
                          <a:pt x="118" y="196"/>
                          <a:pt x="78" y="213"/>
                          <a:pt x="47" y="244"/>
                        </a:cubicBezTo>
                        <a:cubicBezTo>
                          <a:pt x="17" y="274"/>
                          <a:pt x="0" y="314"/>
                          <a:pt x="0" y="357"/>
                        </a:cubicBezTo>
                        <a:cubicBezTo>
                          <a:pt x="0" y="400"/>
                          <a:pt x="17" y="441"/>
                          <a:pt x="47" y="471"/>
                        </a:cubicBezTo>
                        <a:cubicBezTo>
                          <a:pt x="78" y="502"/>
                          <a:pt x="118" y="518"/>
                          <a:pt x="161" y="518"/>
                        </a:cubicBezTo>
                        <a:cubicBezTo>
                          <a:pt x="184" y="518"/>
                          <a:pt x="206" y="514"/>
                          <a:pt x="226" y="505"/>
                        </a:cubicBezTo>
                        <a:cubicBezTo>
                          <a:pt x="227" y="506"/>
                          <a:pt x="229" y="507"/>
                          <a:pt x="231" y="507"/>
                        </a:cubicBezTo>
                        <a:cubicBezTo>
                          <a:pt x="232" y="507"/>
                          <a:pt x="232" y="507"/>
                          <a:pt x="233" y="507"/>
                        </a:cubicBezTo>
                        <a:cubicBezTo>
                          <a:pt x="238" y="518"/>
                          <a:pt x="238" y="518"/>
                          <a:pt x="238" y="518"/>
                        </a:cubicBezTo>
                        <a:cubicBezTo>
                          <a:pt x="215" y="529"/>
                          <a:pt x="189" y="536"/>
                          <a:pt x="161" y="536"/>
                        </a:cubicBezTo>
                        <a:cubicBezTo>
                          <a:pt x="148" y="536"/>
                          <a:pt x="135" y="534"/>
                          <a:pt x="122" y="531"/>
                        </a:cubicBezTo>
                        <a:cubicBezTo>
                          <a:pt x="122" y="528"/>
                          <a:pt x="119" y="525"/>
                          <a:pt x="116" y="525"/>
                        </a:cubicBezTo>
                        <a:cubicBezTo>
                          <a:pt x="112" y="525"/>
                          <a:pt x="109" y="528"/>
                          <a:pt x="109" y="531"/>
                        </a:cubicBezTo>
                        <a:cubicBezTo>
                          <a:pt x="109" y="535"/>
                          <a:pt x="112" y="538"/>
                          <a:pt x="116" y="538"/>
                        </a:cubicBezTo>
                        <a:cubicBezTo>
                          <a:pt x="118" y="538"/>
                          <a:pt x="120" y="536"/>
                          <a:pt x="122" y="534"/>
                        </a:cubicBezTo>
                        <a:cubicBezTo>
                          <a:pt x="134" y="537"/>
                          <a:pt x="148" y="538"/>
                          <a:pt x="161" y="538"/>
                        </a:cubicBezTo>
                        <a:cubicBezTo>
                          <a:pt x="189" y="538"/>
                          <a:pt x="215" y="532"/>
                          <a:pt x="240" y="521"/>
                        </a:cubicBezTo>
                        <a:cubicBezTo>
                          <a:pt x="249" y="539"/>
                          <a:pt x="249" y="539"/>
                          <a:pt x="249" y="539"/>
                        </a:cubicBezTo>
                        <a:cubicBezTo>
                          <a:pt x="214" y="557"/>
                          <a:pt x="190" y="593"/>
                          <a:pt x="190" y="635"/>
                        </a:cubicBezTo>
                        <a:cubicBezTo>
                          <a:pt x="190" y="657"/>
                          <a:pt x="196" y="677"/>
                          <a:pt x="208" y="694"/>
                        </a:cubicBezTo>
                        <a:cubicBezTo>
                          <a:pt x="207" y="696"/>
                          <a:pt x="206" y="697"/>
                          <a:pt x="206" y="699"/>
                        </a:cubicBezTo>
                        <a:cubicBezTo>
                          <a:pt x="206" y="702"/>
                          <a:pt x="209" y="705"/>
                          <a:pt x="213" y="705"/>
                        </a:cubicBezTo>
                        <a:cubicBezTo>
                          <a:pt x="216" y="705"/>
                          <a:pt x="219" y="702"/>
                          <a:pt x="219" y="699"/>
                        </a:cubicBezTo>
                        <a:cubicBezTo>
                          <a:pt x="219" y="695"/>
                          <a:pt x="216" y="692"/>
                          <a:pt x="213" y="692"/>
                        </a:cubicBezTo>
                        <a:cubicBezTo>
                          <a:pt x="212" y="692"/>
                          <a:pt x="211" y="692"/>
                          <a:pt x="210" y="693"/>
                        </a:cubicBezTo>
                        <a:cubicBezTo>
                          <a:pt x="199" y="676"/>
                          <a:pt x="193" y="656"/>
                          <a:pt x="193" y="635"/>
                        </a:cubicBezTo>
                        <a:cubicBezTo>
                          <a:pt x="193" y="594"/>
                          <a:pt x="216" y="559"/>
                          <a:pt x="250" y="542"/>
                        </a:cubicBezTo>
                        <a:cubicBezTo>
                          <a:pt x="257" y="556"/>
                          <a:pt x="257" y="556"/>
                          <a:pt x="257" y="556"/>
                        </a:cubicBezTo>
                        <a:cubicBezTo>
                          <a:pt x="255" y="557"/>
                          <a:pt x="255" y="559"/>
                          <a:pt x="255" y="561"/>
                        </a:cubicBezTo>
                        <a:cubicBezTo>
                          <a:pt x="255" y="562"/>
                          <a:pt x="255" y="562"/>
                          <a:pt x="255" y="563"/>
                        </a:cubicBezTo>
                        <a:cubicBezTo>
                          <a:pt x="230" y="577"/>
                          <a:pt x="214" y="604"/>
                          <a:pt x="214" y="635"/>
                        </a:cubicBezTo>
                        <a:cubicBezTo>
                          <a:pt x="214" y="681"/>
                          <a:pt x="251" y="719"/>
                          <a:pt x="297" y="719"/>
                        </a:cubicBezTo>
                        <a:cubicBezTo>
                          <a:pt x="344" y="719"/>
                          <a:pt x="381" y="681"/>
                          <a:pt x="381" y="635"/>
                        </a:cubicBezTo>
                        <a:cubicBezTo>
                          <a:pt x="381" y="621"/>
                          <a:pt x="378" y="608"/>
                          <a:pt x="371" y="596"/>
                        </a:cubicBezTo>
                        <a:cubicBezTo>
                          <a:pt x="373" y="595"/>
                          <a:pt x="373" y="593"/>
                          <a:pt x="373" y="591"/>
                        </a:cubicBezTo>
                        <a:cubicBezTo>
                          <a:pt x="373" y="587"/>
                          <a:pt x="371" y="585"/>
                          <a:pt x="367" y="585"/>
                        </a:cubicBezTo>
                        <a:cubicBezTo>
                          <a:pt x="363" y="585"/>
                          <a:pt x="360" y="587"/>
                          <a:pt x="360" y="591"/>
                        </a:cubicBezTo>
                        <a:cubicBezTo>
                          <a:pt x="360" y="595"/>
                          <a:pt x="363" y="598"/>
                          <a:pt x="367" y="598"/>
                        </a:cubicBezTo>
                        <a:cubicBezTo>
                          <a:pt x="368" y="598"/>
                          <a:pt x="368" y="598"/>
                          <a:pt x="369" y="597"/>
                        </a:cubicBezTo>
                        <a:cubicBezTo>
                          <a:pt x="375" y="609"/>
                          <a:pt x="378" y="621"/>
                          <a:pt x="378" y="635"/>
                        </a:cubicBezTo>
                        <a:cubicBezTo>
                          <a:pt x="378" y="680"/>
                          <a:pt x="342" y="716"/>
                          <a:pt x="297" y="716"/>
                        </a:cubicBezTo>
                        <a:cubicBezTo>
                          <a:pt x="253" y="716"/>
                          <a:pt x="217" y="680"/>
                          <a:pt x="217" y="635"/>
                        </a:cubicBezTo>
                        <a:cubicBezTo>
                          <a:pt x="217" y="605"/>
                          <a:pt x="233" y="579"/>
                          <a:pt x="256" y="565"/>
                        </a:cubicBezTo>
                        <a:cubicBezTo>
                          <a:pt x="258" y="567"/>
                          <a:pt x="259" y="568"/>
                          <a:pt x="261" y="568"/>
                        </a:cubicBezTo>
                        <a:cubicBezTo>
                          <a:pt x="265" y="568"/>
                          <a:pt x="268" y="565"/>
                          <a:pt x="268" y="561"/>
                        </a:cubicBezTo>
                        <a:cubicBezTo>
                          <a:pt x="268" y="561"/>
                          <a:pt x="268" y="560"/>
                          <a:pt x="268" y="560"/>
                        </a:cubicBezTo>
                        <a:cubicBezTo>
                          <a:pt x="277" y="556"/>
                          <a:pt x="287" y="554"/>
                          <a:pt x="297" y="554"/>
                        </a:cubicBezTo>
                        <a:cubicBezTo>
                          <a:pt x="305" y="554"/>
                          <a:pt x="313" y="555"/>
                          <a:pt x="320" y="557"/>
                        </a:cubicBezTo>
                        <a:cubicBezTo>
                          <a:pt x="320" y="558"/>
                          <a:pt x="320" y="558"/>
                          <a:pt x="320" y="558"/>
                        </a:cubicBezTo>
                        <a:cubicBezTo>
                          <a:pt x="320" y="562"/>
                          <a:pt x="323" y="565"/>
                          <a:pt x="327" y="565"/>
                        </a:cubicBezTo>
                        <a:cubicBezTo>
                          <a:pt x="330" y="565"/>
                          <a:pt x="333" y="562"/>
                          <a:pt x="333" y="558"/>
                        </a:cubicBezTo>
                        <a:cubicBezTo>
                          <a:pt x="333" y="555"/>
                          <a:pt x="330" y="552"/>
                          <a:pt x="327" y="552"/>
                        </a:cubicBezTo>
                        <a:cubicBezTo>
                          <a:pt x="324" y="552"/>
                          <a:pt x="322" y="553"/>
                          <a:pt x="321" y="555"/>
                        </a:cubicBezTo>
                        <a:cubicBezTo>
                          <a:pt x="314" y="552"/>
                          <a:pt x="306" y="551"/>
                          <a:pt x="297" y="551"/>
                        </a:cubicBezTo>
                        <a:cubicBezTo>
                          <a:pt x="286" y="551"/>
                          <a:pt x="276" y="553"/>
                          <a:pt x="266" y="557"/>
                        </a:cubicBezTo>
                        <a:cubicBezTo>
                          <a:pt x="265" y="555"/>
                          <a:pt x="263" y="554"/>
                          <a:pt x="261" y="554"/>
                        </a:cubicBezTo>
                        <a:cubicBezTo>
                          <a:pt x="261" y="554"/>
                          <a:pt x="260" y="554"/>
                          <a:pt x="260" y="555"/>
                        </a:cubicBezTo>
                        <a:cubicBezTo>
                          <a:pt x="253" y="540"/>
                          <a:pt x="253" y="540"/>
                          <a:pt x="253" y="540"/>
                        </a:cubicBezTo>
                        <a:cubicBezTo>
                          <a:pt x="266" y="534"/>
                          <a:pt x="281" y="530"/>
                          <a:pt x="297" y="530"/>
                        </a:cubicBezTo>
                        <a:cubicBezTo>
                          <a:pt x="305" y="530"/>
                          <a:pt x="313" y="531"/>
                          <a:pt x="321" y="533"/>
                        </a:cubicBezTo>
                        <a:cubicBezTo>
                          <a:pt x="321" y="536"/>
                          <a:pt x="324" y="539"/>
                          <a:pt x="327" y="539"/>
                        </a:cubicBezTo>
                        <a:cubicBezTo>
                          <a:pt x="329" y="539"/>
                          <a:pt x="331" y="538"/>
                          <a:pt x="332" y="536"/>
                        </a:cubicBezTo>
                        <a:cubicBezTo>
                          <a:pt x="373" y="551"/>
                          <a:pt x="402" y="590"/>
                          <a:pt x="402" y="635"/>
                        </a:cubicBezTo>
                        <a:cubicBezTo>
                          <a:pt x="402" y="661"/>
                          <a:pt x="393" y="684"/>
                          <a:pt x="377" y="703"/>
                        </a:cubicBezTo>
                        <a:cubicBezTo>
                          <a:pt x="376" y="702"/>
                          <a:pt x="375" y="702"/>
                          <a:pt x="373" y="702"/>
                        </a:cubicBezTo>
                        <a:cubicBezTo>
                          <a:pt x="370" y="702"/>
                          <a:pt x="367" y="705"/>
                          <a:pt x="367" y="708"/>
                        </a:cubicBezTo>
                        <a:cubicBezTo>
                          <a:pt x="367" y="712"/>
                          <a:pt x="370" y="715"/>
                          <a:pt x="373" y="715"/>
                        </a:cubicBezTo>
                        <a:cubicBezTo>
                          <a:pt x="377" y="715"/>
                          <a:pt x="380" y="712"/>
                          <a:pt x="380" y="708"/>
                        </a:cubicBezTo>
                        <a:cubicBezTo>
                          <a:pt x="380" y="707"/>
                          <a:pt x="380" y="706"/>
                          <a:pt x="379" y="705"/>
                        </a:cubicBezTo>
                        <a:cubicBezTo>
                          <a:pt x="395" y="686"/>
                          <a:pt x="405" y="662"/>
                          <a:pt x="405" y="635"/>
                        </a:cubicBezTo>
                        <a:cubicBezTo>
                          <a:pt x="405" y="588"/>
                          <a:pt x="375" y="549"/>
                          <a:pt x="334" y="534"/>
                        </a:cubicBezTo>
                        <a:cubicBezTo>
                          <a:pt x="334" y="533"/>
                          <a:pt x="334" y="533"/>
                          <a:pt x="334" y="532"/>
                        </a:cubicBezTo>
                        <a:cubicBezTo>
                          <a:pt x="334" y="529"/>
                          <a:pt x="332" y="526"/>
                          <a:pt x="329" y="526"/>
                        </a:cubicBezTo>
                        <a:cubicBezTo>
                          <a:pt x="329" y="526"/>
                          <a:pt x="329" y="526"/>
                          <a:pt x="329" y="526"/>
                        </a:cubicBezTo>
                        <a:cubicBezTo>
                          <a:pt x="329" y="505"/>
                          <a:pt x="333" y="486"/>
                          <a:pt x="342" y="469"/>
                        </a:cubicBezTo>
                        <a:cubicBezTo>
                          <a:pt x="343" y="469"/>
                          <a:pt x="343" y="469"/>
                          <a:pt x="344" y="469"/>
                        </a:cubicBezTo>
                        <a:cubicBezTo>
                          <a:pt x="347" y="469"/>
                          <a:pt x="350" y="466"/>
                          <a:pt x="350" y="463"/>
                        </a:cubicBezTo>
                        <a:cubicBezTo>
                          <a:pt x="350" y="461"/>
                          <a:pt x="350" y="459"/>
                          <a:pt x="348" y="458"/>
                        </a:cubicBezTo>
                        <a:cubicBezTo>
                          <a:pt x="364" y="434"/>
                          <a:pt x="387" y="416"/>
                          <a:pt x="415" y="407"/>
                        </a:cubicBezTo>
                        <a:cubicBezTo>
                          <a:pt x="419" y="414"/>
                          <a:pt x="423" y="421"/>
                          <a:pt x="428" y="427"/>
                        </a:cubicBezTo>
                        <a:cubicBezTo>
                          <a:pt x="427" y="428"/>
                          <a:pt x="427" y="430"/>
                          <a:pt x="427" y="431"/>
                        </a:cubicBezTo>
                        <a:cubicBezTo>
                          <a:pt x="427" y="435"/>
                          <a:pt x="430" y="438"/>
                          <a:pt x="433" y="438"/>
                        </a:cubicBezTo>
                        <a:cubicBezTo>
                          <a:pt x="437" y="438"/>
                          <a:pt x="440" y="435"/>
                          <a:pt x="440" y="431"/>
                        </a:cubicBezTo>
                        <a:cubicBezTo>
                          <a:pt x="440" y="427"/>
                          <a:pt x="437" y="424"/>
                          <a:pt x="433" y="424"/>
                        </a:cubicBezTo>
                        <a:cubicBezTo>
                          <a:pt x="432" y="424"/>
                          <a:pt x="431" y="425"/>
                          <a:pt x="430" y="425"/>
                        </a:cubicBezTo>
                        <a:cubicBezTo>
                          <a:pt x="426" y="419"/>
                          <a:pt x="421" y="413"/>
                          <a:pt x="418" y="406"/>
                        </a:cubicBezTo>
                        <a:cubicBezTo>
                          <a:pt x="428" y="403"/>
                          <a:pt x="438" y="402"/>
                          <a:pt x="449" y="401"/>
                        </a:cubicBezTo>
                        <a:cubicBezTo>
                          <a:pt x="449" y="404"/>
                          <a:pt x="452" y="406"/>
                          <a:pt x="455" y="406"/>
                        </a:cubicBezTo>
                        <a:cubicBezTo>
                          <a:pt x="456" y="406"/>
                          <a:pt x="457" y="406"/>
                          <a:pt x="458" y="405"/>
                        </a:cubicBezTo>
                        <a:cubicBezTo>
                          <a:pt x="478" y="428"/>
                          <a:pt x="506" y="443"/>
                          <a:pt x="539" y="443"/>
                        </a:cubicBezTo>
                        <a:cubicBezTo>
                          <a:pt x="539" y="443"/>
                          <a:pt x="540" y="443"/>
                          <a:pt x="541" y="443"/>
                        </a:cubicBezTo>
                        <a:cubicBezTo>
                          <a:pt x="542" y="446"/>
                          <a:pt x="544" y="447"/>
                          <a:pt x="547" y="447"/>
                        </a:cubicBezTo>
                        <a:cubicBezTo>
                          <a:pt x="548" y="447"/>
                          <a:pt x="549" y="447"/>
                          <a:pt x="550" y="447"/>
                        </a:cubicBezTo>
                        <a:cubicBezTo>
                          <a:pt x="556" y="455"/>
                          <a:pt x="562" y="464"/>
                          <a:pt x="567" y="474"/>
                        </a:cubicBezTo>
                        <a:cubicBezTo>
                          <a:pt x="559" y="476"/>
                          <a:pt x="552" y="477"/>
                          <a:pt x="544" y="477"/>
                        </a:cubicBezTo>
                        <a:cubicBezTo>
                          <a:pt x="543" y="474"/>
                          <a:pt x="541" y="472"/>
                          <a:pt x="538" y="472"/>
                        </a:cubicBezTo>
                        <a:cubicBezTo>
                          <a:pt x="534" y="472"/>
                          <a:pt x="531" y="475"/>
                          <a:pt x="531" y="478"/>
                        </a:cubicBezTo>
                        <a:cubicBezTo>
                          <a:pt x="531" y="482"/>
                          <a:pt x="534" y="485"/>
                          <a:pt x="538" y="485"/>
                        </a:cubicBezTo>
                        <a:cubicBezTo>
                          <a:pt x="541" y="485"/>
                          <a:pt x="543" y="483"/>
                          <a:pt x="544" y="480"/>
                        </a:cubicBezTo>
                        <a:cubicBezTo>
                          <a:pt x="552" y="480"/>
                          <a:pt x="560" y="479"/>
                          <a:pt x="568" y="477"/>
                        </a:cubicBezTo>
                        <a:cubicBezTo>
                          <a:pt x="574" y="492"/>
                          <a:pt x="578" y="508"/>
                          <a:pt x="578" y="526"/>
                        </a:cubicBezTo>
                        <a:cubicBezTo>
                          <a:pt x="578" y="592"/>
                          <a:pt x="526" y="646"/>
                          <a:pt x="460" y="650"/>
                        </a:cubicBezTo>
                        <a:cubicBezTo>
                          <a:pt x="460" y="647"/>
                          <a:pt x="457" y="645"/>
                          <a:pt x="454" y="645"/>
                        </a:cubicBezTo>
                        <a:cubicBezTo>
                          <a:pt x="450" y="645"/>
                          <a:pt x="447" y="648"/>
                          <a:pt x="447" y="651"/>
                        </a:cubicBezTo>
                        <a:cubicBezTo>
                          <a:pt x="447" y="655"/>
                          <a:pt x="450" y="658"/>
                          <a:pt x="454" y="658"/>
                        </a:cubicBezTo>
                        <a:cubicBezTo>
                          <a:pt x="457" y="658"/>
                          <a:pt x="459" y="656"/>
                          <a:pt x="460" y="653"/>
                        </a:cubicBezTo>
                        <a:cubicBezTo>
                          <a:pt x="527" y="649"/>
                          <a:pt x="581" y="594"/>
                          <a:pt x="581" y="526"/>
                        </a:cubicBezTo>
                        <a:cubicBezTo>
                          <a:pt x="581" y="508"/>
                          <a:pt x="577" y="491"/>
                          <a:pt x="571" y="476"/>
                        </a:cubicBezTo>
                        <a:cubicBezTo>
                          <a:pt x="588" y="472"/>
                          <a:pt x="604" y="465"/>
                          <a:pt x="619" y="455"/>
                        </a:cubicBezTo>
                        <a:cubicBezTo>
                          <a:pt x="620" y="456"/>
                          <a:pt x="621" y="457"/>
                          <a:pt x="623" y="457"/>
                        </a:cubicBezTo>
                        <a:cubicBezTo>
                          <a:pt x="626" y="457"/>
                          <a:pt x="629" y="454"/>
                          <a:pt x="629" y="450"/>
                        </a:cubicBezTo>
                        <a:cubicBezTo>
                          <a:pt x="629" y="446"/>
                          <a:pt x="626" y="443"/>
                          <a:pt x="623" y="443"/>
                        </a:cubicBezTo>
                        <a:cubicBezTo>
                          <a:pt x="619" y="443"/>
                          <a:pt x="616" y="446"/>
                          <a:pt x="616" y="450"/>
                        </a:cubicBezTo>
                        <a:cubicBezTo>
                          <a:pt x="616" y="451"/>
                          <a:pt x="616" y="452"/>
                          <a:pt x="617" y="453"/>
                        </a:cubicBezTo>
                        <a:cubicBezTo>
                          <a:pt x="603" y="462"/>
                          <a:pt x="587" y="470"/>
                          <a:pt x="570" y="474"/>
                        </a:cubicBezTo>
                        <a:cubicBezTo>
                          <a:pt x="565" y="463"/>
                          <a:pt x="559" y="454"/>
                          <a:pt x="552" y="445"/>
                        </a:cubicBezTo>
                        <a:cubicBezTo>
                          <a:pt x="553" y="444"/>
                          <a:pt x="553" y="443"/>
                          <a:pt x="554" y="442"/>
                        </a:cubicBezTo>
                        <a:cubicBezTo>
                          <a:pt x="604" y="434"/>
                          <a:pt x="643" y="391"/>
                          <a:pt x="643" y="338"/>
                        </a:cubicBezTo>
                        <a:close/>
                        <a:moveTo>
                          <a:pt x="331" y="122"/>
                        </a:moveTo>
                        <a:cubicBezTo>
                          <a:pt x="331" y="56"/>
                          <a:pt x="384" y="3"/>
                          <a:pt x="450" y="3"/>
                        </a:cubicBezTo>
                        <a:cubicBezTo>
                          <a:pt x="515" y="3"/>
                          <a:pt x="568" y="56"/>
                          <a:pt x="568" y="122"/>
                        </a:cubicBezTo>
                        <a:cubicBezTo>
                          <a:pt x="568" y="187"/>
                          <a:pt x="515" y="240"/>
                          <a:pt x="450" y="240"/>
                        </a:cubicBezTo>
                        <a:cubicBezTo>
                          <a:pt x="415" y="240"/>
                          <a:pt x="384" y="226"/>
                          <a:pt x="362" y="202"/>
                        </a:cubicBezTo>
                        <a:cubicBezTo>
                          <a:pt x="363" y="201"/>
                          <a:pt x="363" y="200"/>
                          <a:pt x="363" y="198"/>
                        </a:cubicBezTo>
                        <a:cubicBezTo>
                          <a:pt x="363" y="195"/>
                          <a:pt x="361" y="192"/>
                          <a:pt x="357" y="192"/>
                        </a:cubicBezTo>
                        <a:cubicBezTo>
                          <a:pt x="356" y="192"/>
                          <a:pt x="355" y="192"/>
                          <a:pt x="354" y="192"/>
                        </a:cubicBezTo>
                        <a:cubicBezTo>
                          <a:pt x="340" y="172"/>
                          <a:pt x="331" y="148"/>
                          <a:pt x="331" y="122"/>
                        </a:cubicBezTo>
                        <a:close/>
                        <a:moveTo>
                          <a:pt x="231" y="494"/>
                        </a:moveTo>
                        <a:cubicBezTo>
                          <a:pt x="228" y="494"/>
                          <a:pt x="225" y="497"/>
                          <a:pt x="225" y="500"/>
                        </a:cubicBezTo>
                        <a:cubicBezTo>
                          <a:pt x="225" y="501"/>
                          <a:pt x="225" y="501"/>
                          <a:pt x="225" y="502"/>
                        </a:cubicBezTo>
                        <a:cubicBezTo>
                          <a:pt x="205" y="510"/>
                          <a:pt x="184" y="515"/>
                          <a:pt x="161" y="515"/>
                        </a:cubicBezTo>
                        <a:cubicBezTo>
                          <a:pt x="74" y="515"/>
                          <a:pt x="3" y="444"/>
                          <a:pt x="3" y="357"/>
                        </a:cubicBezTo>
                        <a:cubicBezTo>
                          <a:pt x="3" y="270"/>
                          <a:pt x="74" y="199"/>
                          <a:pt x="161" y="199"/>
                        </a:cubicBezTo>
                        <a:cubicBezTo>
                          <a:pt x="208" y="199"/>
                          <a:pt x="251" y="220"/>
                          <a:pt x="280" y="253"/>
                        </a:cubicBezTo>
                        <a:cubicBezTo>
                          <a:pt x="279" y="254"/>
                          <a:pt x="278" y="256"/>
                          <a:pt x="278" y="257"/>
                        </a:cubicBezTo>
                        <a:cubicBezTo>
                          <a:pt x="278" y="261"/>
                          <a:pt x="281" y="264"/>
                          <a:pt x="285" y="264"/>
                        </a:cubicBezTo>
                        <a:cubicBezTo>
                          <a:pt x="286" y="264"/>
                          <a:pt x="287" y="263"/>
                          <a:pt x="288" y="263"/>
                        </a:cubicBezTo>
                        <a:cubicBezTo>
                          <a:pt x="307" y="289"/>
                          <a:pt x="319" y="322"/>
                          <a:pt x="319" y="357"/>
                        </a:cubicBezTo>
                        <a:cubicBezTo>
                          <a:pt x="319" y="384"/>
                          <a:pt x="312" y="409"/>
                          <a:pt x="301" y="431"/>
                        </a:cubicBezTo>
                        <a:cubicBezTo>
                          <a:pt x="300" y="430"/>
                          <a:pt x="300" y="430"/>
                          <a:pt x="299" y="430"/>
                        </a:cubicBezTo>
                        <a:cubicBezTo>
                          <a:pt x="296" y="430"/>
                          <a:pt x="293" y="433"/>
                          <a:pt x="293" y="437"/>
                        </a:cubicBezTo>
                        <a:cubicBezTo>
                          <a:pt x="293" y="439"/>
                          <a:pt x="293" y="440"/>
                          <a:pt x="295" y="442"/>
                        </a:cubicBezTo>
                        <a:cubicBezTo>
                          <a:pt x="280" y="464"/>
                          <a:pt x="260" y="483"/>
                          <a:pt x="236" y="496"/>
                        </a:cubicBezTo>
                        <a:cubicBezTo>
                          <a:pt x="235" y="495"/>
                          <a:pt x="233" y="494"/>
                          <a:pt x="231" y="494"/>
                        </a:cubicBezTo>
                        <a:close/>
                        <a:moveTo>
                          <a:pt x="235" y="506"/>
                        </a:moveTo>
                        <a:cubicBezTo>
                          <a:pt x="237" y="504"/>
                          <a:pt x="238" y="503"/>
                          <a:pt x="238" y="500"/>
                        </a:cubicBezTo>
                        <a:cubicBezTo>
                          <a:pt x="238" y="500"/>
                          <a:pt x="238" y="499"/>
                          <a:pt x="238" y="499"/>
                        </a:cubicBezTo>
                        <a:cubicBezTo>
                          <a:pt x="251" y="492"/>
                          <a:pt x="264" y="482"/>
                          <a:pt x="275" y="471"/>
                        </a:cubicBezTo>
                        <a:cubicBezTo>
                          <a:pt x="283" y="463"/>
                          <a:pt x="291" y="453"/>
                          <a:pt x="297" y="443"/>
                        </a:cubicBezTo>
                        <a:cubicBezTo>
                          <a:pt x="298" y="443"/>
                          <a:pt x="298" y="443"/>
                          <a:pt x="299" y="443"/>
                        </a:cubicBezTo>
                        <a:cubicBezTo>
                          <a:pt x="301" y="443"/>
                          <a:pt x="303" y="443"/>
                          <a:pt x="304" y="441"/>
                        </a:cubicBezTo>
                        <a:cubicBezTo>
                          <a:pt x="315" y="448"/>
                          <a:pt x="315" y="448"/>
                          <a:pt x="315" y="448"/>
                        </a:cubicBezTo>
                        <a:cubicBezTo>
                          <a:pt x="297" y="477"/>
                          <a:pt x="272" y="501"/>
                          <a:pt x="241" y="517"/>
                        </a:cubicBezTo>
                        <a:lnTo>
                          <a:pt x="235" y="506"/>
                        </a:lnTo>
                        <a:close/>
                        <a:moveTo>
                          <a:pt x="326" y="526"/>
                        </a:moveTo>
                        <a:cubicBezTo>
                          <a:pt x="326" y="526"/>
                          <a:pt x="326" y="526"/>
                          <a:pt x="326" y="526"/>
                        </a:cubicBezTo>
                        <a:cubicBezTo>
                          <a:pt x="323" y="526"/>
                          <a:pt x="322" y="528"/>
                          <a:pt x="321" y="530"/>
                        </a:cubicBezTo>
                        <a:cubicBezTo>
                          <a:pt x="313" y="528"/>
                          <a:pt x="305" y="527"/>
                          <a:pt x="297" y="527"/>
                        </a:cubicBezTo>
                        <a:cubicBezTo>
                          <a:pt x="281" y="527"/>
                          <a:pt x="265" y="531"/>
                          <a:pt x="251" y="538"/>
                        </a:cubicBezTo>
                        <a:cubicBezTo>
                          <a:pt x="242" y="519"/>
                          <a:pt x="242" y="519"/>
                          <a:pt x="242" y="519"/>
                        </a:cubicBezTo>
                        <a:cubicBezTo>
                          <a:pt x="259" y="511"/>
                          <a:pt x="275" y="499"/>
                          <a:pt x="289" y="485"/>
                        </a:cubicBezTo>
                        <a:cubicBezTo>
                          <a:pt x="300" y="474"/>
                          <a:pt x="310" y="462"/>
                          <a:pt x="317" y="449"/>
                        </a:cubicBezTo>
                        <a:cubicBezTo>
                          <a:pt x="338" y="461"/>
                          <a:pt x="338" y="461"/>
                          <a:pt x="338" y="461"/>
                        </a:cubicBezTo>
                        <a:cubicBezTo>
                          <a:pt x="337" y="461"/>
                          <a:pt x="337" y="462"/>
                          <a:pt x="337" y="463"/>
                        </a:cubicBezTo>
                        <a:cubicBezTo>
                          <a:pt x="337" y="465"/>
                          <a:pt x="338" y="467"/>
                          <a:pt x="340" y="468"/>
                        </a:cubicBezTo>
                        <a:cubicBezTo>
                          <a:pt x="331" y="485"/>
                          <a:pt x="326" y="505"/>
                          <a:pt x="326" y="526"/>
                        </a:cubicBezTo>
                        <a:close/>
                        <a:moveTo>
                          <a:pt x="346" y="457"/>
                        </a:moveTo>
                        <a:cubicBezTo>
                          <a:pt x="345" y="456"/>
                          <a:pt x="345" y="456"/>
                          <a:pt x="344" y="456"/>
                        </a:cubicBezTo>
                        <a:cubicBezTo>
                          <a:pt x="342" y="456"/>
                          <a:pt x="340" y="457"/>
                          <a:pt x="339" y="458"/>
                        </a:cubicBezTo>
                        <a:cubicBezTo>
                          <a:pt x="319" y="447"/>
                          <a:pt x="319" y="447"/>
                          <a:pt x="319" y="447"/>
                        </a:cubicBezTo>
                        <a:cubicBezTo>
                          <a:pt x="328" y="431"/>
                          <a:pt x="334" y="413"/>
                          <a:pt x="338" y="395"/>
                        </a:cubicBezTo>
                        <a:cubicBezTo>
                          <a:pt x="342" y="395"/>
                          <a:pt x="344" y="392"/>
                          <a:pt x="344" y="389"/>
                        </a:cubicBezTo>
                        <a:cubicBezTo>
                          <a:pt x="344" y="385"/>
                          <a:pt x="342" y="382"/>
                          <a:pt x="338" y="382"/>
                        </a:cubicBezTo>
                        <a:cubicBezTo>
                          <a:pt x="334" y="382"/>
                          <a:pt x="331" y="385"/>
                          <a:pt x="331" y="389"/>
                        </a:cubicBezTo>
                        <a:cubicBezTo>
                          <a:pt x="331" y="391"/>
                          <a:pt x="333" y="394"/>
                          <a:pt x="335" y="395"/>
                        </a:cubicBezTo>
                        <a:cubicBezTo>
                          <a:pt x="331" y="413"/>
                          <a:pt x="325" y="429"/>
                          <a:pt x="316" y="445"/>
                        </a:cubicBezTo>
                        <a:cubicBezTo>
                          <a:pt x="305" y="439"/>
                          <a:pt x="305" y="439"/>
                          <a:pt x="305" y="439"/>
                        </a:cubicBezTo>
                        <a:cubicBezTo>
                          <a:pt x="306" y="438"/>
                          <a:pt x="306" y="438"/>
                          <a:pt x="306" y="437"/>
                        </a:cubicBezTo>
                        <a:cubicBezTo>
                          <a:pt x="306" y="435"/>
                          <a:pt x="305" y="433"/>
                          <a:pt x="304" y="432"/>
                        </a:cubicBezTo>
                        <a:cubicBezTo>
                          <a:pt x="316" y="409"/>
                          <a:pt x="322" y="384"/>
                          <a:pt x="322" y="357"/>
                        </a:cubicBezTo>
                        <a:cubicBezTo>
                          <a:pt x="322" y="355"/>
                          <a:pt x="322" y="353"/>
                          <a:pt x="322" y="351"/>
                        </a:cubicBezTo>
                        <a:cubicBezTo>
                          <a:pt x="392" y="347"/>
                          <a:pt x="392" y="347"/>
                          <a:pt x="392" y="347"/>
                        </a:cubicBezTo>
                        <a:cubicBezTo>
                          <a:pt x="393" y="350"/>
                          <a:pt x="395" y="352"/>
                          <a:pt x="398" y="352"/>
                        </a:cubicBezTo>
                        <a:cubicBezTo>
                          <a:pt x="399" y="371"/>
                          <a:pt x="405" y="389"/>
                          <a:pt x="413" y="405"/>
                        </a:cubicBezTo>
                        <a:cubicBezTo>
                          <a:pt x="385" y="414"/>
                          <a:pt x="362" y="432"/>
                          <a:pt x="346" y="457"/>
                        </a:cubicBezTo>
                        <a:close/>
                        <a:moveTo>
                          <a:pt x="449" y="398"/>
                        </a:moveTo>
                        <a:cubicBezTo>
                          <a:pt x="438" y="399"/>
                          <a:pt x="427" y="400"/>
                          <a:pt x="416" y="404"/>
                        </a:cubicBezTo>
                        <a:cubicBezTo>
                          <a:pt x="408" y="388"/>
                          <a:pt x="402" y="370"/>
                          <a:pt x="401" y="352"/>
                        </a:cubicBezTo>
                        <a:cubicBezTo>
                          <a:pt x="403" y="351"/>
                          <a:pt x="405" y="349"/>
                          <a:pt x="405" y="347"/>
                        </a:cubicBezTo>
                        <a:cubicBezTo>
                          <a:pt x="429" y="345"/>
                          <a:pt x="429" y="345"/>
                          <a:pt x="429" y="345"/>
                        </a:cubicBezTo>
                        <a:cubicBezTo>
                          <a:pt x="430" y="348"/>
                          <a:pt x="432" y="349"/>
                          <a:pt x="435" y="350"/>
                        </a:cubicBezTo>
                        <a:cubicBezTo>
                          <a:pt x="436" y="366"/>
                          <a:pt x="442" y="382"/>
                          <a:pt x="451" y="395"/>
                        </a:cubicBezTo>
                        <a:cubicBezTo>
                          <a:pt x="450" y="396"/>
                          <a:pt x="449" y="397"/>
                          <a:pt x="449" y="398"/>
                        </a:cubicBezTo>
                        <a:close/>
                        <a:moveTo>
                          <a:pt x="547" y="434"/>
                        </a:moveTo>
                        <a:cubicBezTo>
                          <a:pt x="544" y="434"/>
                          <a:pt x="541" y="437"/>
                          <a:pt x="541" y="440"/>
                        </a:cubicBezTo>
                        <a:cubicBezTo>
                          <a:pt x="540" y="440"/>
                          <a:pt x="539" y="440"/>
                          <a:pt x="539" y="440"/>
                        </a:cubicBezTo>
                        <a:cubicBezTo>
                          <a:pt x="507" y="440"/>
                          <a:pt x="479" y="426"/>
                          <a:pt x="461" y="403"/>
                        </a:cubicBezTo>
                        <a:cubicBezTo>
                          <a:pt x="461" y="402"/>
                          <a:pt x="462" y="401"/>
                          <a:pt x="462" y="400"/>
                        </a:cubicBezTo>
                        <a:cubicBezTo>
                          <a:pt x="462" y="396"/>
                          <a:pt x="459" y="393"/>
                          <a:pt x="455" y="393"/>
                        </a:cubicBezTo>
                        <a:cubicBezTo>
                          <a:pt x="455" y="393"/>
                          <a:pt x="454" y="393"/>
                          <a:pt x="453" y="393"/>
                        </a:cubicBezTo>
                        <a:cubicBezTo>
                          <a:pt x="445" y="380"/>
                          <a:pt x="439" y="365"/>
                          <a:pt x="438" y="349"/>
                        </a:cubicBezTo>
                        <a:cubicBezTo>
                          <a:pt x="440" y="349"/>
                          <a:pt x="442" y="346"/>
                          <a:pt x="442" y="343"/>
                        </a:cubicBezTo>
                        <a:cubicBezTo>
                          <a:pt x="442" y="340"/>
                          <a:pt x="440" y="337"/>
                          <a:pt x="437" y="337"/>
                        </a:cubicBezTo>
                        <a:cubicBezTo>
                          <a:pt x="438" y="281"/>
                          <a:pt x="483" y="237"/>
                          <a:pt x="539" y="237"/>
                        </a:cubicBezTo>
                        <a:cubicBezTo>
                          <a:pt x="595" y="237"/>
                          <a:pt x="640" y="282"/>
                          <a:pt x="640" y="338"/>
                        </a:cubicBezTo>
                        <a:cubicBezTo>
                          <a:pt x="640" y="389"/>
                          <a:pt x="602" y="432"/>
                          <a:pt x="553" y="439"/>
                        </a:cubicBezTo>
                        <a:cubicBezTo>
                          <a:pt x="552" y="436"/>
                          <a:pt x="550" y="434"/>
                          <a:pt x="547" y="434"/>
                        </a:cubicBezTo>
                        <a:close/>
                      </a:path>
                    </a:pathLst>
                  </a:custGeom>
                  <a:solidFill>
                    <a:schemeClr val="bg2"/>
                  </a:solidFill>
                  <a:ln>
                    <a:noFill/>
                  </a:ln>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31" name="Freeform 22">
                    <a:extLst>
                      <a:ext uri="{FF2B5EF4-FFF2-40B4-BE49-F238E27FC236}">
                        <a16:creationId xmlns:a16="http://schemas.microsoft.com/office/drawing/2014/main" id="{8C26DD7B-C39D-7944-A964-1F9FFD049F03}"/>
                      </a:ext>
                    </a:extLst>
                  </p:cNvPr>
                  <p:cNvSpPr>
                    <a:spLocks/>
                  </p:cNvSpPr>
                  <p:nvPr/>
                </p:nvSpPr>
                <p:spPr bwMode="auto">
                  <a:xfrm flipH="1">
                    <a:off x="11619740" y="2507321"/>
                    <a:ext cx="375459" cy="1673804"/>
                  </a:xfrm>
                  <a:custGeom>
                    <a:avLst/>
                    <a:gdLst>
                      <a:gd name="T0" fmla="*/ 40 w 55"/>
                      <a:gd name="T1" fmla="*/ 233 h 246"/>
                      <a:gd name="T2" fmla="*/ 38 w 55"/>
                      <a:gd name="T3" fmla="*/ 233 h 246"/>
                      <a:gd name="T4" fmla="*/ 3 w 55"/>
                      <a:gd name="T5" fmla="*/ 127 h 246"/>
                      <a:gd name="T6" fmla="*/ 45 w 55"/>
                      <a:gd name="T7" fmla="*/ 12 h 246"/>
                      <a:gd name="T8" fmla="*/ 48 w 55"/>
                      <a:gd name="T9" fmla="*/ 13 h 246"/>
                      <a:gd name="T10" fmla="*/ 55 w 55"/>
                      <a:gd name="T11" fmla="*/ 6 h 246"/>
                      <a:gd name="T12" fmla="*/ 48 w 55"/>
                      <a:gd name="T13" fmla="*/ 0 h 246"/>
                      <a:gd name="T14" fmla="*/ 42 w 55"/>
                      <a:gd name="T15" fmla="*/ 6 h 246"/>
                      <a:gd name="T16" fmla="*/ 43 w 55"/>
                      <a:gd name="T17" fmla="*/ 10 h 246"/>
                      <a:gd name="T18" fmla="*/ 0 w 55"/>
                      <a:gd name="T19" fmla="*/ 127 h 246"/>
                      <a:gd name="T20" fmla="*/ 35 w 55"/>
                      <a:gd name="T21" fmla="*/ 235 h 246"/>
                      <a:gd name="T22" fmla="*/ 34 w 55"/>
                      <a:gd name="T23" fmla="*/ 239 h 246"/>
                      <a:gd name="T24" fmla="*/ 40 w 55"/>
                      <a:gd name="T25" fmla="*/ 246 h 246"/>
                      <a:gd name="T26" fmla="*/ 47 w 55"/>
                      <a:gd name="T27" fmla="*/ 239 h 246"/>
                      <a:gd name="T28" fmla="*/ 40 w 55"/>
                      <a:gd name="T29" fmla="*/ 23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 h="246">
                        <a:moveTo>
                          <a:pt x="40" y="233"/>
                        </a:moveTo>
                        <a:cubicBezTo>
                          <a:pt x="40" y="233"/>
                          <a:pt x="39" y="233"/>
                          <a:pt x="38" y="233"/>
                        </a:cubicBezTo>
                        <a:cubicBezTo>
                          <a:pt x="16" y="204"/>
                          <a:pt x="3" y="167"/>
                          <a:pt x="3" y="127"/>
                        </a:cubicBezTo>
                        <a:cubicBezTo>
                          <a:pt x="3" y="83"/>
                          <a:pt x="19" y="43"/>
                          <a:pt x="45" y="12"/>
                        </a:cubicBezTo>
                        <a:cubicBezTo>
                          <a:pt x="46" y="13"/>
                          <a:pt x="47" y="13"/>
                          <a:pt x="48" y="13"/>
                        </a:cubicBezTo>
                        <a:cubicBezTo>
                          <a:pt x="52" y="13"/>
                          <a:pt x="55" y="10"/>
                          <a:pt x="55" y="6"/>
                        </a:cubicBezTo>
                        <a:cubicBezTo>
                          <a:pt x="55" y="3"/>
                          <a:pt x="52" y="0"/>
                          <a:pt x="48" y="0"/>
                        </a:cubicBezTo>
                        <a:cubicBezTo>
                          <a:pt x="45" y="0"/>
                          <a:pt x="42" y="3"/>
                          <a:pt x="42" y="6"/>
                        </a:cubicBezTo>
                        <a:cubicBezTo>
                          <a:pt x="42" y="8"/>
                          <a:pt x="42" y="9"/>
                          <a:pt x="43" y="10"/>
                        </a:cubicBezTo>
                        <a:cubicBezTo>
                          <a:pt x="15" y="43"/>
                          <a:pt x="0" y="84"/>
                          <a:pt x="0" y="127"/>
                        </a:cubicBezTo>
                        <a:cubicBezTo>
                          <a:pt x="0" y="167"/>
                          <a:pt x="12" y="204"/>
                          <a:pt x="35" y="235"/>
                        </a:cubicBezTo>
                        <a:cubicBezTo>
                          <a:pt x="34" y="236"/>
                          <a:pt x="34" y="238"/>
                          <a:pt x="34" y="239"/>
                        </a:cubicBezTo>
                        <a:cubicBezTo>
                          <a:pt x="34" y="243"/>
                          <a:pt x="37" y="246"/>
                          <a:pt x="40" y="246"/>
                        </a:cubicBezTo>
                        <a:cubicBezTo>
                          <a:pt x="44" y="246"/>
                          <a:pt x="47" y="243"/>
                          <a:pt x="47" y="239"/>
                        </a:cubicBezTo>
                        <a:cubicBezTo>
                          <a:pt x="47" y="236"/>
                          <a:pt x="44" y="233"/>
                          <a:pt x="40" y="233"/>
                        </a:cubicBezTo>
                        <a:close/>
                      </a:path>
                    </a:pathLst>
                  </a:custGeom>
                  <a:solidFill>
                    <a:schemeClr val="bg2"/>
                  </a:solidFill>
                  <a:ln>
                    <a:noFill/>
                  </a:ln>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32" name="Freeform 23">
                    <a:extLst>
                      <a:ext uri="{FF2B5EF4-FFF2-40B4-BE49-F238E27FC236}">
                        <a16:creationId xmlns:a16="http://schemas.microsoft.com/office/drawing/2014/main" id="{3A9582C2-8C4D-BD44-A5AA-36670219B78C}"/>
                      </a:ext>
                    </a:extLst>
                  </p:cNvPr>
                  <p:cNvSpPr>
                    <a:spLocks/>
                  </p:cNvSpPr>
                  <p:nvPr/>
                </p:nvSpPr>
                <p:spPr bwMode="auto">
                  <a:xfrm flipH="1">
                    <a:off x="7730439" y="1154521"/>
                    <a:ext cx="217824" cy="1094851"/>
                  </a:xfrm>
                  <a:custGeom>
                    <a:avLst/>
                    <a:gdLst>
                      <a:gd name="T0" fmla="*/ 6 w 32"/>
                      <a:gd name="T1" fmla="*/ 13 h 161"/>
                      <a:gd name="T2" fmla="*/ 8 w 32"/>
                      <a:gd name="T3" fmla="*/ 12 h 161"/>
                      <a:gd name="T4" fmla="*/ 29 w 32"/>
                      <a:gd name="T5" fmla="*/ 91 h 161"/>
                      <a:gd name="T6" fmla="*/ 18 w 32"/>
                      <a:gd name="T7" fmla="*/ 148 h 161"/>
                      <a:gd name="T8" fmla="*/ 17 w 32"/>
                      <a:gd name="T9" fmla="*/ 148 h 161"/>
                      <a:gd name="T10" fmla="*/ 10 w 32"/>
                      <a:gd name="T11" fmla="*/ 155 h 161"/>
                      <a:gd name="T12" fmla="*/ 17 w 32"/>
                      <a:gd name="T13" fmla="*/ 161 h 161"/>
                      <a:gd name="T14" fmla="*/ 24 w 32"/>
                      <a:gd name="T15" fmla="*/ 155 h 161"/>
                      <a:gd name="T16" fmla="*/ 21 w 32"/>
                      <a:gd name="T17" fmla="*/ 149 h 161"/>
                      <a:gd name="T18" fmla="*/ 32 w 32"/>
                      <a:gd name="T19" fmla="*/ 91 h 161"/>
                      <a:gd name="T20" fmla="*/ 11 w 32"/>
                      <a:gd name="T21" fmla="*/ 11 h 161"/>
                      <a:gd name="T22" fmla="*/ 13 w 32"/>
                      <a:gd name="T23" fmla="*/ 6 h 161"/>
                      <a:gd name="T24" fmla="*/ 6 w 32"/>
                      <a:gd name="T25" fmla="*/ 0 h 161"/>
                      <a:gd name="T26" fmla="*/ 0 w 32"/>
                      <a:gd name="T27" fmla="*/ 6 h 161"/>
                      <a:gd name="T28" fmla="*/ 6 w 32"/>
                      <a:gd name="T29" fmla="*/ 1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61">
                        <a:moveTo>
                          <a:pt x="6" y="13"/>
                        </a:moveTo>
                        <a:cubicBezTo>
                          <a:pt x="7" y="13"/>
                          <a:pt x="7" y="13"/>
                          <a:pt x="8" y="12"/>
                        </a:cubicBezTo>
                        <a:cubicBezTo>
                          <a:pt x="22" y="35"/>
                          <a:pt x="29" y="62"/>
                          <a:pt x="29" y="91"/>
                        </a:cubicBezTo>
                        <a:cubicBezTo>
                          <a:pt x="29" y="111"/>
                          <a:pt x="26" y="130"/>
                          <a:pt x="18" y="148"/>
                        </a:cubicBezTo>
                        <a:cubicBezTo>
                          <a:pt x="18" y="148"/>
                          <a:pt x="18" y="148"/>
                          <a:pt x="17" y="148"/>
                        </a:cubicBezTo>
                        <a:cubicBezTo>
                          <a:pt x="13" y="148"/>
                          <a:pt x="10" y="151"/>
                          <a:pt x="10" y="155"/>
                        </a:cubicBezTo>
                        <a:cubicBezTo>
                          <a:pt x="10" y="158"/>
                          <a:pt x="13" y="161"/>
                          <a:pt x="17" y="161"/>
                        </a:cubicBezTo>
                        <a:cubicBezTo>
                          <a:pt x="21" y="161"/>
                          <a:pt x="24" y="158"/>
                          <a:pt x="24" y="155"/>
                        </a:cubicBezTo>
                        <a:cubicBezTo>
                          <a:pt x="24" y="153"/>
                          <a:pt x="23" y="151"/>
                          <a:pt x="21" y="149"/>
                        </a:cubicBezTo>
                        <a:cubicBezTo>
                          <a:pt x="28" y="131"/>
                          <a:pt x="32" y="112"/>
                          <a:pt x="32" y="91"/>
                        </a:cubicBezTo>
                        <a:cubicBezTo>
                          <a:pt x="32" y="62"/>
                          <a:pt x="24" y="34"/>
                          <a:pt x="11" y="11"/>
                        </a:cubicBezTo>
                        <a:cubicBezTo>
                          <a:pt x="12" y="10"/>
                          <a:pt x="13" y="8"/>
                          <a:pt x="13" y="6"/>
                        </a:cubicBezTo>
                        <a:cubicBezTo>
                          <a:pt x="13" y="3"/>
                          <a:pt x="10" y="0"/>
                          <a:pt x="6" y="0"/>
                        </a:cubicBezTo>
                        <a:cubicBezTo>
                          <a:pt x="3" y="0"/>
                          <a:pt x="0" y="3"/>
                          <a:pt x="0" y="6"/>
                        </a:cubicBezTo>
                        <a:cubicBezTo>
                          <a:pt x="0" y="10"/>
                          <a:pt x="3" y="13"/>
                          <a:pt x="6" y="13"/>
                        </a:cubicBezTo>
                        <a:close/>
                      </a:path>
                    </a:pathLst>
                  </a:custGeom>
                  <a:solidFill>
                    <a:schemeClr val="bg2"/>
                  </a:solidFill>
                  <a:ln>
                    <a:noFill/>
                  </a:ln>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grpSp>
            <p:sp>
              <p:nvSpPr>
                <p:cNvPr id="14" name="Oval 5">
                  <a:extLst>
                    <a:ext uri="{FF2B5EF4-FFF2-40B4-BE49-F238E27FC236}">
                      <a16:creationId xmlns:a16="http://schemas.microsoft.com/office/drawing/2014/main" id="{B8C3F290-2AD0-CA48-99F5-368A639AA69E}"/>
                    </a:ext>
                  </a:extLst>
                </p:cNvPr>
                <p:cNvSpPr>
                  <a:spLocks noChangeArrowheads="1"/>
                </p:cNvSpPr>
                <p:nvPr/>
              </p:nvSpPr>
              <p:spPr bwMode="auto">
                <a:xfrm flipH="1">
                  <a:off x="9837024" y="2452865"/>
                  <a:ext cx="1845770" cy="1842904"/>
                </a:xfrm>
                <a:prstGeom prst="ellipse">
                  <a:avLst/>
                </a:prstGeom>
                <a:solidFill>
                  <a:srgbClr val="D0D0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15" name="Oval 6">
                  <a:extLst>
                    <a:ext uri="{FF2B5EF4-FFF2-40B4-BE49-F238E27FC236}">
                      <a16:creationId xmlns:a16="http://schemas.microsoft.com/office/drawing/2014/main" id="{CC97045D-3FFE-F046-8AE2-F9BF46573FE3}"/>
                    </a:ext>
                  </a:extLst>
                </p:cNvPr>
                <p:cNvSpPr>
                  <a:spLocks noChangeArrowheads="1"/>
                </p:cNvSpPr>
                <p:nvPr/>
              </p:nvSpPr>
              <p:spPr bwMode="auto">
                <a:xfrm flipH="1">
                  <a:off x="9865685" y="2472928"/>
                  <a:ext cx="1794180" cy="1794179"/>
                </a:xfrm>
                <a:prstGeom prst="ellipse">
                  <a:avLst/>
                </a:prstGeom>
                <a:solidFill>
                  <a:srgbClr val="E8E8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16" name="Oval 7">
                  <a:extLst>
                    <a:ext uri="{FF2B5EF4-FFF2-40B4-BE49-F238E27FC236}">
                      <a16:creationId xmlns:a16="http://schemas.microsoft.com/office/drawing/2014/main" id="{9E7B7CC6-2517-EE46-B576-D488AA62D442}"/>
                    </a:ext>
                  </a:extLst>
                </p:cNvPr>
                <p:cNvSpPr>
                  <a:spLocks noChangeArrowheads="1"/>
                </p:cNvSpPr>
                <p:nvPr/>
              </p:nvSpPr>
              <p:spPr bwMode="auto">
                <a:xfrm flipH="1">
                  <a:off x="8131693" y="1100065"/>
                  <a:ext cx="1338470" cy="1338470"/>
                </a:xfrm>
                <a:prstGeom prst="ellipse">
                  <a:avLst/>
                </a:prstGeom>
                <a:solidFill>
                  <a:srgbClr val="D0D0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17" name="Oval 8">
                  <a:extLst>
                    <a:ext uri="{FF2B5EF4-FFF2-40B4-BE49-F238E27FC236}">
                      <a16:creationId xmlns:a16="http://schemas.microsoft.com/office/drawing/2014/main" id="{A41E0FCD-DC67-DB45-B32F-D42C84858505}"/>
                    </a:ext>
                  </a:extLst>
                </p:cNvPr>
                <p:cNvSpPr>
                  <a:spLocks noChangeArrowheads="1"/>
                </p:cNvSpPr>
                <p:nvPr/>
              </p:nvSpPr>
              <p:spPr bwMode="auto">
                <a:xfrm flipH="1">
                  <a:off x="8143158" y="1120127"/>
                  <a:ext cx="1306943" cy="1306943"/>
                </a:xfrm>
                <a:prstGeom prst="ellipse">
                  <a:avLst/>
                </a:prstGeom>
                <a:solidFill>
                  <a:srgbClr val="E8E8E7"/>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18" name="Oval 9">
                  <a:extLst>
                    <a:ext uri="{FF2B5EF4-FFF2-40B4-BE49-F238E27FC236}">
                      <a16:creationId xmlns:a16="http://schemas.microsoft.com/office/drawing/2014/main" id="{C4A05EE0-443C-8946-8540-E037CC5C5023}"/>
                    </a:ext>
                  </a:extLst>
                </p:cNvPr>
                <p:cNvSpPr>
                  <a:spLocks noChangeArrowheads="1"/>
                </p:cNvSpPr>
                <p:nvPr/>
              </p:nvSpPr>
              <p:spPr bwMode="auto">
                <a:xfrm flipH="1">
                  <a:off x="7607196" y="2656358"/>
                  <a:ext cx="1175102" cy="1177968"/>
                </a:xfrm>
                <a:prstGeom prst="ellipse">
                  <a:avLst/>
                </a:prstGeom>
                <a:solidFill>
                  <a:srgbClr val="D0D0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19" name="Oval 10">
                  <a:extLst>
                    <a:ext uri="{FF2B5EF4-FFF2-40B4-BE49-F238E27FC236}">
                      <a16:creationId xmlns:a16="http://schemas.microsoft.com/office/drawing/2014/main" id="{891C0EAA-31AC-5141-BD60-2EAD4B14E2F6}"/>
                    </a:ext>
                  </a:extLst>
                </p:cNvPr>
                <p:cNvSpPr>
                  <a:spLocks noChangeArrowheads="1"/>
                </p:cNvSpPr>
                <p:nvPr/>
              </p:nvSpPr>
              <p:spPr bwMode="auto">
                <a:xfrm flipH="1">
                  <a:off x="7621527" y="2670689"/>
                  <a:ext cx="1149307" cy="1149307"/>
                </a:xfrm>
                <a:prstGeom prst="ellipse">
                  <a:avLst/>
                </a:prstGeom>
                <a:solidFill>
                  <a:srgbClr val="E8E8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20" name="Oval 11">
                  <a:extLst>
                    <a:ext uri="{FF2B5EF4-FFF2-40B4-BE49-F238E27FC236}">
                      <a16:creationId xmlns:a16="http://schemas.microsoft.com/office/drawing/2014/main" id="{98F575C4-2613-FE48-89E9-AB3D6869F71D}"/>
                    </a:ext>
                  </a:extLst>
                </p:cNvPr>
                <p:cNvSpPr>
                  <a:spLocks noChangeArrowheads="1"/>
                </p:cNvSpPr>
                <p:nvPr/>
              </p:nvSpPr>
              <p:spPr bwMode="auto">
                <a:xfrm flipH="1">
                  <a:off x="8260668" y="4003427"/>
                  <a:ext cx="1026065" cy="1026065"/>
                </a:xfrm>
                <a:prstGeom prst="ellipse">
                  <a:avLst/>
                </a:prstGeom>
                <a:solidFill>
                  <a:srgbClr val="D0D0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21" name="Oval 12">
                  <a:extLst>
                    <a:ext uri="{FF2B5EF4-FFF2-40B4-BE49-F238E27FC236}">
                      <a16:creationId xmlns:a16="http://schemas.microsoft.com/office/drawing/2014/main" id="{E18074D4-EF8A-BF48-BCE0-8C55AB3292C0}"/>
                    </a:ext>
                  </a:extLst>
                </p:cNvPr>
                <p:cNvSpPr>
                  <a:spLocks noChangeArrowheads="1"/>
                </p:cNvSpPr>
                <p:nvPr/>
              </p:nvSpPr>
              <p:spPr bwMode="auto">
                <a:xfrm flipH="1">
                  <a:off x="8272132" y="4017757"/>
                  <a:ext cx="1000270" cy="997404"/>
                </a:xfrm>
                <a:prstGeom prst="ellipse">
                  <a:avLst/>
                </a:prstGeom>
                <a:solidFill>
                  <a:srgbClr val="E8E8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22" name="Oval 13">
                  <a:extLst>
                    <a:ext uri="{FF2B5EF4-FFF2-40B4-BE49-F238E27FC236}">
                      <a16:creationId xmlns:a16="http://schemas.microsoft.com/office/drawing/2014/main" id="{49D972A6-857E-E848-B907-AC4CD6A178BF}"/>
                    </a:ext>
                  </a:extLst>
                </p:cNvPr>
                <p:cNvSpPr>
                  <a:spLocks noChangeArrowheads="1"/>
                </p:cNvSpPr>
                <p:nvPr/>
              </p:nvSpPr>
              <p:spPr bwMode="auto">
                <a:xfrm flipH="1">
                  <a:off x="9409975" y="4831730"/>
                  <a:ext cx="856965" cy="856965"/>
                </a:xfrm>
                <a:prstGeom prst="ellipse">
                  <a:avLst/>
                </a:prstGeom>
                <a:solidFill>
                  <a:srgbClr val="D0D0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23" name="Oval 14">
                  <a:extLst>
                    <a:ext uri="{FF2B5EF4-FFF2-40B4-BE49-F238E27FC236}">
                      <a16:creationId xmlns:a16="http://schemas.microsoft.com/office/drawing/2014/main" id="{432772F0-6299-964F-AD22-3F123EADDEF0}"/>
                    </a:ext>
                  </a:extLst>
                </p:cNvPr>
                <p:cNvSpPr>
                  <a:spLocks noChangeArrowheads="1"/>
                </p:cNvSpPr>
                <p:nvPr/>
              </p:nvSpPr>
              <p:spPr bwMode="auto">
                <a:xfrm flipH="1">
                  <a:off x="9415707" y="4846061"/>
                  <a:ext cx="836902" cy="828304"/>
                </a:xfrm>
                <a:prstGeom prst="ellipse">
                  <a:avLst/>
                </a:prstGeom>
                <a:solidFill>
                  <a:srgbClr val="E8E8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24" name="Freeform 15">
                  <a:extLst>
                    <a:ext uri="{FF2B5EF4-FFF2-40B4-BE49-F238E27FC236}">
                      <a16:creationId xmlns:a16="http://schemas.microsoft.com/office/drawing/2014/main" id="{1C2C7BB5-494F-1641-84CD-3CF8617C7916}"/>
                    </a:ext>
                  </a:extLst>
                </p:cNvPr>
                <p:cNvSpPr>
                  <a:spLocks/>
                </p:cNvSpPr>
                <p:nvPr/>
              </p:nvSpPr>
              <p:spPr bwMode="auto">
                <a:xfrm flipH="1">
                  <a:off x="9994660" y="2601902"/>
                  <a:ext cx="1536231" cy="1536231"/>
                </a:xfrm>
                <a:custGeom>
                  <a:avLst/>
                  <a:gdLst>
                    <a:gd name="T0" fmla="*/ 224 w 226"/>
                    <a:gd name="T1" fmla="*/ 117 h 226"/>
                    <a:gd name="T2" fmla="*/ 117 w 226"/>
                    <a:gd name="T3" fmla="*/ 2 h 226"/>
                    <a:gd name="T4" fmla="*/ 2 w 226"/>
                    <a:gd name="T5" fmla="*/ 110 h 226"/>
                    <a:gd name="T6" fmla="*/ 109 w 226"/>
                    <a:gd name="T7" fmla="*/ 224 h 226"/>
                    <a:gd name="T8" fmla="*/ 224 w 226"/>
                    <a:gd name="T9" fmla="*/ 117 h 226"/>
                  </a:gdLst>
                  <a:ahLst/>
                  <a:cxnLst>
                    <a:cxn ang="0">
                      <a:pos x="T0" y="T1"/>
                    </a:cxn>
                    <a:cxn ang="0">
                      <a:pos x="T2" y="T3"/>
                    </a:cxn>
                    <a:cxn ang="0">
                      <a:pos x="T4" y="T5"/>
                    </a:cxn>
                    <a:cxn ang="0">
                      <a:pos x="T6" y="T7"/>
                    </a:cxn>
                    <a:cxn ang="0">
                      <a:pos x="T8" y="T9"/>
                    </a:cxn>
                  </a:cxnLst>
                  <a:rect l="0" t="0" r="r" b="b"/>
                  <a:pathLst>
                    <a:path w="226" h="226">
                      <a:moveTo>
                        <a:pt x="224" y="117"/>
                      </a:moveTo>
                      <a:cubicBezTo>
                        <a:pt x="226" y="56"/>
                        <a:pt x="178" y="4"/>
                        <a:pt x="117" y="2"/>
                      </a:cubicBezTo>
                      <a:cubicBezTo>
                        <a:pt x="55" y="0"/>
                        <a:pt x="4" y="48"/>
                        <a:pt x="2" y="110"/>
                      </a:cubicBezTo>
                      <a:cubicBezTo>
                        <a:pt x="0" y="171"/>
                        <a:pt x="48" y="222"/>
                        <a:pt x="109" y="224"/>
                      </a:cubicBezTo>
                      <a:cubicBezTo>
                        <a:pt x="171" y="226"/>
                        <a:pt x="222" y="178"/>
                        <a:pt x="224" y="117"/>
                      </a:cubicBezTo>
                      <a:close/>
                    </a:path>
                  </a:pathLst>
                </a:custGeom>
                <a:solidFill>
                  <a:srgbClr val="86BC25"/>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25" name="Freeform 16">
                  <a:extLst>
                    <a:ext uri="{FF2B5EF4-FFF2-40B4-BE49-F238E27FC236}">
                      <a16:creationId xmlns:a16="http://schemas.microsoft.com/office/drawing/2014/main" id="{4BAEABA5-990E-D645-89D9-CB2015CEB7DE}"/>
                    </a:ext>
                  </a:extLst>
                </p:cNvPr>
                <p:cNvSpPr>
                  <a:spLocks/>
                </p:cNvSpPr>
                <p:nvPr/>
              </p:nvSpPr>
              <p:spPr bwMode="auto">
                <a:xfrm flipH="1">
                  <a:off x="8236896" y="1219566"/>
                  <a:ext cx="1100583" cy="1100582"/>
                </a:xfrm>
                <a:custGeom>
                  <a:avLst/>
                  <a:gdLst>
                    <a:gd name="T0" fmla="*/ 160 w 162"/>
                    <a:gd name="T1" fmla="*/ 83 h 162"/>
                    <a:gd name="T2" fmla="*/ 83 w 162"/>
                    <a:gd name="T3" fmla="*/ 1 h 162"/>
                    <a:gd name="T4" fmla="*/ 1 w 162"/>
                    <a:gd name="T5" fmla="*/ 78 h 162"/>
                    <a:gd name="T6" fmla="*/ 78 w 162"/>
                    <a:gd name="T7" fmla="*/ 160 h 162"/>
                    <a:gd name="T8" fmla="*/ 160 w 162"/>
                    <a:gd name="T9" fmla="*/ 83 h 162"/>
                  </a:gdLst>
                  <a:ahLst/>
                  <a:cxnLst>
                    <a:cxn ang="0">
                      <a:pos x="T0" y="T1"/>
                    </a:cxn>
                    <a:cxn ang="0">
                      <a:pos x="T2" y="T3"/>
                    </a:cxn>
                    <a:cxn ang="0">
                      <a:pos x="T4" y="T5"/>
                    </a:cxn>
                    <a:cxn ang="0">
                      <a:pos x="T6" y="T7"/>
                    </a:cxn>
                    <a:cxn ang="0">
                      <a:pos x="T8" y="T9"/>
                    </a:cxn>
                  </a:cxnLst>
                  <a:rect l="0" t="0" r="r" b="b"/>
                  <a:pathLst>
                    <a:path w="162" h="162">
                      <a:moveTo>
                        <a:pt x="160" y="83"/>
                      </a:moveTo>
                      <a:cubicBezTo>
                        <a:pt x="162" y="40"/>
                        <a:pt x="127" y="3"/>
                        <a:pt x="83" y="1"/>
                      </a:cubicBezTo>
                      <a:cubicBezTo>
                        <a:pt x="40" y="0"/>
                        <a:pt x="3" y="34"/>
                        <a:pt x="1" y="78"/>
                      </a:cubicBezTo>
                      <a:cubicBezTo>
                        <a:pt x="0" y="122"/>
                        <a:pt x="34" y="159"/>
                        <a:pt x="78" y="160"/>
                      </a:cubicBezTo>
                      <a:cubicBezTo>
                        <a:pt x="122" y="162"/>
                        <a:pt x="159" y="127"/>
                        <a:pt x="160" y="83"/>
                      </a:cubicBezTo>
                      <a:close/>
                    </a:path>
                  </a:pathLst>
                </a:custGeom>
                <a:solidFill>
                  <a:schemeClr val="accent2"/>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26" name="Freeform 17">
                  <a:extLst>
                    <a:ext uri="{FF2B5EF4-FFF2-40B4-BE49-F238E27FC236}">
                      <a16:creationId xmlns:a16="http://schemas.microsoft.com/office/drawing/2014/main" id="{282330DA-4AC4-7C4F-B79C-8FB9399C1CFA}"/>
                    </a:ext>
                  </a:extLst>
                </p:cNvPr>
                <p:cNvSpPr>
                  <a:spLocks/>
                </p:cNvSpPr>
                <p:nvPr/>
              </p:nvSpPr>
              <p:spPr bwMode="auto">
                <a:xfrm flipH="1">
                  <a:off x="7708891" y="2771415"/>
                  <a:ext cx="937848" cy="946632"/>
                </a:xfrm>
                <a:custGeom>
                  <a:avLst/>
                  <a:gdLst>
                    <a:gd name="T0" fmla="*/ 134 w 135"/>
                    <a:gd name="T1" fmla="*/ 70 h 135"/>
                    <a:gd name="T2" fmla="*/ 70 w 135"/>
                    <a:gd name="T3" fmla="*/ 1 h 135"/>
                    <a:gd name="T4" fmla="*/ 1 w 135"/>
                    <a:gd name="T5" fmla="*/ 65 h 135"/>
                    <a:gd name="T6" fmla="*/ 65 w 135"/>
                    <a:gd name="T7" fmla="*/ 134 h 135"/>
                    <a:gd name="T8" fmla="*/ 134 w 135"/>
                    <a:gd name="T9" fmla="*/ 70 h 135"/>
                  </a:gdLst>
                  <a:ahLst/>
                  <a:cxnLst>
                    <a:cxn ang="0">
                      <a:pos x="T0" y="T1"/>
                    </a:cxn>
                    <a:cxn ang="0">
                      <a:pos x="T2" y="T3"/>
                    </a:cxn>
                    <a:cxn ang="0">
                      <a:pos x="T4" y="T5"/>
                    </a:cxn>
                    <a:cxn ang="0">
                      <a:pos x="T6" y="T7"/>
                    </a:cxn>
                    <a:cxn ang="0">
                      <a:pos x="T8" y="T9"/>
                    </a:cxn>
                  </a:cxnLst>
                  <a:rect l="0" t="0" r="r" b="b"/>
                  <a:pathLst>
                    <a:path w="135" h="135">
                      <a:moveTo>
                        <a:pt x="134" y="70"/>
                      </a:moveTo>
                      <a:cubicBezTo>
                        <a:pt x="135" y="33"/>
                        <a:pt x="107" y="2"/>
                        <a:pt x="70" y="1"/>
                      </a:cubicBezTo>
                      <a:cubicBezTo>
                        <a:pt x="33" y="0"/>
                        <a:pt x="2" y="28"/>
                        <a:pt x="1" y="65"/>
                      </a:cubicBezTo>
                      <a:cubicBezTo>
                        <a:pt x="0" y="102"/>
                        <a:pt x="29" y="133"/>
                        <a:pt x="65" y="134"/>
                      </a:cubicBezTo>
                      <a:cubicBezTo>
                        <a:pt x="102" y="135"/>
                        <a:pt x="133" y="106"/>
                        <a:pt x="134" y="70"/>
                      </a:cubicBezTo>
                      <a:close/>
                    </a:path>
                  </a:pathLst>
                </a:custGeom>
                <a:solidFill>
                  <a:schemeClr val="accent3"/>
                </a:solidFill>
                <a:ln w="9525">
                  <a:noFill/>
                  <a:round/>
                  <a:headEnd/>
                  <a:tailEnd/>
                </a:ln>
                <a:effec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27" name="Freeform 18">
                  <a:extLst>
                    <a:ext uri="{FF2B5EF4-FFF2-40B4-BE49-F238E27FC236}">
                      <a16:creationId xmlns:a16="http://schemas.microsoft.com/office/drawing/2014/main" id="{734F729F-A64E-2440-BA14-F528E59DF953}"/>
                    </a:ext>
                  </a:extLst>
                </p:cNvPr>
                <p:cNvSpPr>
                  <a:spLocks/>
                </p:cNvSpPr>
                <p:nvPr/>
              </p:nvSpPr>
              <p:spPr bwMode="auto">
                <a:xfrm flipH="1">
                  <a:off x="8355661" y="4098419"/>
                  <a:ext cx="813973" cy="816839"/>
                </a:xfrm>
                <a:custGeom>
                  <a:avLst/>
                  <a:gdLst>
                    <a:gd name="T0" fmla="*/ 119 w 120"/>
                    <a:gd name="T1" fmla="*/ 62 h 120"/>
                    <a:gd name="T2" fmla="*/ 62 w 120"/>
                    <a:gd name="T3" fmla="*/ 1 h 120"/>
                    <a:gd name="T4" fmla="*/ 1 w 120"/>
                    <a:gd name="T5" fmla="*/ 58 h 120"/>
                    <a:gd name="T6" fmla="*/ 58 w 120"/>
                    <a:gd name="T7" fmla="*/ 119 h 120"/>
                    <a:gd name="T8" fmla="*/ 119 w 120"/>
                    <a:gd name="T9" fmla="*/ 62 h 120"/>
                  </a:gdLst>
                  <a:ahLst/>
                  <a:cxnLst>
                    <a:cxn ang="0">
                      <a:pos x="T0" y="T1"/>
                    </a:cxn>
                    <a:cxn ang="0">
                      <a:pos x="T2" y="T3"/>
                    </a:cxn>
                    <a:cxn ang="0">
                      <a:pos x="T4" y="T5"/>
                    </a:cxn>
                    <a:cxn ang="0">
                      <a:pos x="T6" y="T7"/>
                    </a:cxn>
                    <a:cxn ang="0">
                      <a:pos x="T8" y="T9"/>
                    </a:cxn>
                  </a:cxnLst>
                  <a:rect l="0" t="0" r="r" b="b"/>
                  <a:pathLst>
                    <a:path w="120" h="120">
                      <a:moveTo>
                        <a:pt x="119" y="62"/>
                      </a:moveTo>
                      <a:cubicBezTo>
                        <a:pt x="120" y="29"/>
                        <a:pt x="95" y="2"/>
                        <a:pt x="62" y="1"/>
                      </a:cubicBezTo>
                      <a:cubicBezTo>
                        <a:pt x="30" y="0"/>
                        <a:pt x="2" y="25"/>
                        <a:pt x="1" y="58"/>
                      </a:cubicBezTo>
                      <a:cubicBezTo>
                        <a:pt x="0" y="90"/>
                        <a:pt x="26" y="117"/>
                        <a:pt x="58" y="119"/>
                      </a:cubicBezTo>
                      <a:cubicBezTo>
                        <a:pt x="91" y="120"/>
                        <a:pt x="118" y="94"/>
                        <a:pt x="119" y="62"/>
                      </a:cubicBezTo>
                      <a:close/>
                    </a:path>
                  </a:pathLst>
                </a:custGeom>
                <a:solidFill>
                  <a:schemeClr val="accent4"/>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sp>
              <p:nvSpPr>
                <p:cNvPr id="28" name="Freeform 19">
                  <a:extLst>
                    <a:ext uri="{FF2B5EF4-FFF2-40B4-BE49-F238E27FC236}">
                      <a16:creationId xmlns:a16="http://schemas.microsoft.com/office/drawing/2014/main" id="{0A8C4A66-A468-7C4C-AC1A-A1D05389F8D2}"/>
                    </a:ext>
                  </a:extLst>
                </p:cNvPr>
                <p:cNvSpPr>
                  <a:spLocks/>
                </p:cNvSpPr>
                <p:nvPr/>
              </p:nvSpPr>
              <p:spPr bwMode="auto">
                <a:xfrm flipH="1">
                  <a:off x="9504969" y="4926723"/>
                  <a:ext cx="639141" cy="639141"/>
                </a:xfrm>
                <a:custGeom>
                  <a:avLst/>
                  <a:gdLst>
                    <a:gd name="T0" fmla="*/ 94 w 94"/>
                    <a:gd name="T1" fmla="*/ 49 h 94"/>
                    <a:gd name="T2" fmla="*/ 49 w 94"/>
                    <a:gd name="T3" fmla="*/ 1 h 94"/>
                    <a:gd name="T4" fmla="*/ 1 w 94"/>
                    <a:gd name="T5" fmla="*/ 45 h 94"/>
                    <a:gd name="T6" fmla="*/ 46 w 94"/>
                    <a:gd name="T7" fmla="*/ 93 h 94"/>
                    <a:gd name="T8" fmla="*/ 94 w 94"/>
                    <a:gd name="T9" fmla="*/ 49 h 94"/>
                  </a:gdLst>
                  <a:ahLst/>
                  <a:cxnLst>
                    <a:cxn ang="0">
                      <a:pos x="T0" y="T1"/>
                    </a:cxn>
                    <a:cxn ang="0">
                      <a:pos x="T2" y="T3"/>
                    </a:cxn>
                    <a:cxn ang="0">
                      <a:pos x="T4" y="T5"/>
                    </a:cxn>
                    <a:cxn ang="0">
                      <a:pos x="T6" y="T7"/>
                    </a:cxn>
                    <a:cxn ang="0">
                      <a:pos x="T8" y="T9"/>
                    </a:cxn>
                  </a:cxnLst>
                  <a:rect l="0" t="0" r="r" b="b"/>
                  <a:pathLst>
                    <a:path w="94" h="94">
                      <a:moveTo>
                        <a:pt x="94" y="49"/>
                      </a:moveTo>
                      <a:cubicBezTo>
                        <a:pt x="94" y="23"/>
                        <a:pt x="74" y="2"/>
                        <a:pt x="49" y="1"/>
                      </a:cubicBezTo>
                      <a:cubicBezTo>
                        <a:pt x="23" y="0"/>
                        <a:pt x="2" y="20"/>
                        <a:pt x="1" y="45"/>
                      </a:cubicBezTo>
                      <a:cubicBezTo>
                        <a:pt x="0" y="71"/>
                        <a:pt x="20" y="92"/>
                        <a:pt x="46" y="93"/>
                      </a:cubicBezTo>
                      <a:cubicBezTo>
                        <a:pt x="71" y="94"/>
                        <a:pt x="93" y="74"/>
                        <a:pt x="94" y="49"/>
                      </a:cubicBezTo>
                      <a:close/>
                    </a:path>
                  </a:pathLst>
                </a:custGeom>
                <a:solidFill>
                  <a:schemeClr val="accent6"/>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grpSp>
          <p:sp>
            <p:nvSpPr>
              <p:cNvPr id="11" name="Rectangle 2">
                <a:extLst>
                  <a:ext uri="{FF2B5EF4-FFF2-40B4-BE49-F238E27FC236}">
                    <a16:creationId xmlns:a16="http://schemas.microsoft.com/office/drawing/2014/main" id="{45D270B1-A19B-1742-A042-2806BA2245ED}"/>
                  </a:ext>
                </a:extLst>
              </p:cNvPr>
              <p:cNvSpPr/>
              <p:nvPr/>
            </p:nvSpPr>
            <p:spPr>
              <a:xfrm>
                <a:off x="810027" y="3243476"/>
                <a:ext cx="1349568" cy="514303"/>
              </a:xfrm>
              <a:prstGeom prst="rect">
                <a:avLst/>
              </a:prstGeom>
            </p:spPr>
            <p:txBody>
              <a:bodyPr wrap="square">
                <a:spAutoFit/>
              </a:bodyPr>
              <a:lstStyle/>
              <a:p>
                <a:pPr algn="ctr" defTabSz="742969">
                  <a:defRPr/>
                </a:pPr>
                <a:r>
                  <a:rPr lang="en-US" sz="1200" b="1" spc="-81" dirty="0">
                    <a:latin typeface="Aptos" panose="020B0004020202020204" pitchFamily="34" charset="0"/>
                  </a:rPr>
                  <a:t>XXXXXX</a:t>
                </a:r>
              </a:p>
              <a:p>
                <a:pPr algn="ctr" defTabSz="742969">
                  <a:defRPr/>
                </a:pPr>
                <a:r>
                  <a:rPr lang="en-US" sz="1200" b="1" spc="-81" dirty="0">
                    <a:latin typeface="Aptos" panose="020B0004020202020204" pitchFamily="34" charset="0"/>
                  </a:rPr>
                  <a:t>XXXX</a:t>
                </a:r>
              </a:p>
            </p:txBody>
          </p:sp>
          <p:sp>
            <p:nvSpPr>
              <p:cNvPr id="12" name="Freeform 20">
                <a:extLst>
                  <a:ext uri="{FF2B5EF4-FFF2-40B4-BE49-F238E27FC236}">
                    <a16:creationId xmlns:a16="http://schemas.microsoft.com/office/drawing/2014/main" id="{EA93E018-1BE0-E146-B01A-5C44028E3FE3}"/>
                  </a:ext>
                </a:extLst>
              </p:cNvPr>
              <p:cNvSpPr>
                <a:spLocks/>
              </p:cNvSpPr>
              <p:nvPr/>
            </p:nvSpPr>
            <p:spPr bwMode="auto">
              <a:xfrm rot="5225439">
                <a:off x="2310906" y="5232793"/>
                <a:ext cx="206598" cy="1025146"/>
              </a:xfrm>
              <a:custGeom>
                <a:avLst/>
                <a:gdLst>
                  <a:gd name="T0" fmla="*/ 33 w 33"/>
                  <a:gd name="T1" fmla="*/ 86 h 165"/>
                  <a:gd name="T2" fmla="*/ 12 w 33"/>
                  <a:gd name="T3" fmla="*/ 11 h 165"/>
                  <a:gd name="T4" fmla="*/ 13 w 33"/>
                  <a:gd name="T5" fmla="*/ 7 h 165"/>
                  <a:gd name="T6" fmla="*/ 7 w 33"/>
                  <a:gd name="T7" fmla="*/ 0 h 165"/>
                  <a:gd name="T8" fmla="*/ 0 w 33"/>
                  <a:gd name="T9" fmla="*/ 7 h 165"/>
                  <a:gd name="T10" fmla="*/ 7 w 33"/>
                  <a:gd name="T11" fmla="*/ 14 h 165"/>
                  <a:gd name="T12" fmla="*/ 9 w 33"/>
                  <a:gd name="T13" fmla="*/ 13 h 165"/>
                  <a:gd name="T14" fmla="*/ 30 w 33"/>
                  <a:gd name="T15" fmla="*/ 86 h 165"/>
                  <a:gd name="T16" fmla="*/ 13 w 33"/>
                  <a:gd name="T17" fmla="*/ 152 h 165"/>
                  <a:gd name="T18" fmla="*/ 12 w 33"/>
                  <a:gd name="T19" fmla="*/ 152 h 165"/>
                  <a:gd name="T20" fmla="*/ 5 w 33"/>
                  <a:gd name="T21" fmla="*/ 159 h 165"/>
                  <a:gd name="T22" fmla="*/ 12 w 33"/>
                  <a:gd name="T23" fmla="*/ 165 h 165"/>
                  <a:gd name="T24" fmla="*/ 18 w 33"/>
                  <a:gd name="T25" fmla="*/ 159 h 165"/>
                  <a:gd name="T26" fmla="*/ 16 w 33"/>
                  <a:gd name="T27" fmla="*/ 154 h 165"/>
                  <a:gd name="T28" fmla="*/ 33 w 33"/>
                  <a:gd name="T29" fmla="*/ 8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165">
                    <a:moveTo>
                      <a:pt x="33" y="86"/>
                    </a:moveTo>
                    <a:cubicBezTo>
                      <a:pt x="33" y="59"/>
                      <a:pt x="25" y="33"/>
                      <a:pt x="12" y="11"/>
                    </a:cubicBezTo>
                    <a:cubicBezTo>
                      <a:pt x="13" y="10"/>
                      <a:pt x="13" y="9"/>
                      <a:pt x="13" y="7"/>
                    </a:cubicBezTo>
                    <a:cubicBezTo>
                      <a:pt x="13" y="3"/>
                      <a:pt x="10" y="0"/>
                      <a:pt x="7" y="0"/>
                    </a:cubicBezTo>
                    <a:cubicBezTo>
                      <a:pt x="3" y="0"/>
                      <a:pt x="0" y="3"/>
                      <a:pt x="0" y="7"/>
                    </a:cubicBezTo>
                    <a:cubicBezTo>
                      <a:pt x="0" y="11"/>
                      <a:pt x="3" y="14"/>
                      <a:pt x="7" y="14"/>
                    </a:cubicBezTo>
                    <a:cubicBezTo>
                      <a:pt x="8" y="14"/>
                      <a:pt x="8" y="13"/>
                      <a:pt x="9" y="13"/>
                    </a:cubicBezTo>
                    <a:cubicBezTo>
                      <a:pt x="22" y="34"/>
                      <a:pt x="30" y="59"/>
                      <a:pt x="30" y="86"/>
                    </a:cubicBezTo>
                    <a:cubicBezTo>
                      <a:pt x="30" y="110"/>
                      <a:pt x="24" y="133"/>
                      <a:pt x="13" y="152"/>
                    </a:cubicBezTo>
                    <a:cubicBezTo>
                      <a:pt x="13" y="152"/>
                      <a:pt x="12" y="152"/>
                      <a:pt x="12" y="152"/>
                    </a:cubicBezTo>
                    <a:cubicBezTo>
                      <a:pt x="8" y="152"/>
                      <a:pt x="5" y="155"/>
                      <a:pt x="5" y="159"/>
                    </a:cubicBezTo>
                    <a:cubicBezTo>
                      <a:pt x="5" y="162"/>
                      <a:pt x="8" y="165"/>
                      <a:pt x="12" y="165"/>
                    </a:cubicBezTo>
                    <a:cubicBezTo>
                      <a:pt x="15" y="165"/>
                      <a:pt x="18" y="162"/>
                      <a:pt x="18" y="159"/>
                    </a:cubicBezTo>
                    <a:cubicBezTo>
                      <a:pt x="18" y="157"/>
                      <a:pt x="17" y="155"/>
                      <a:pt x="16" y="154"/>
                    </a:cubicBezTo>
                    <a:cubicBezTo>
                      <a:pt x="27" y="134"/>
                      <a:pt x="33" y="111"/>
                      <a:pt x="33" y="86"/>
                    </a:cubicBezTo>
                    <a:close/>
                  </a:path>
                </a:pathLst>
              </a:custGeom>
              <a:solidFill>
                <a:schemeClr val="bg2"/>
              </a:solidFill>
              <a:ln>
                <a:noFill/>
              </a:ln>
            </p:spPr>
            <p:txBody>
              <a:bodyPr vert="horz" wrap="square" lIns="74295" tIns="37148" rIns="74295" bIns="37148" numCol="1" anchor="t" anchorCtr="0" compatLnSpc="1">
                <a:prstTxWarp prst="textNoShape">
                  <a:avLst/>
                </a:prstTxWarp>
              </a:bodyPr>
              <a:lstStyle/>
              <a:p>
                <a:pPr defTabSz="742969">
                  <a:defRPr/>
                </a:pPr>
                <a:endParaRPr lang="en-US" sz="1200" dirty="0">
                  <a:solidFill>
                    <a:prstClr val="black"/>
                  </a:solidFill>
                  <a:latin typeface="Aptos" panose="020B0004020202020204" pitchFamily="34" charset="0"/>
                </a:endParaRPr>
              </a:p>
            </p:txBody>
          </p:sp>
        </p:grpSp>
        <p:sp>
          <p:nvSpPr>
            <p:cNvPr id="6" name="Freeform 690">
              <a:extLst>
                <a:ext uri="{FF2B5EF4-FFF2-40B4-BE49-F238E27FC236}">
                  <a16:creationId xmlns:a16="http://schemas.microsoft.com/office/drawing/2014/main" id="{B0C3E7EE-FACE-8341-BB8A-DD07D576D410}"/>
                </a:ext>
              </a:extLst>
            </p:cNvPr>
            <p:cNvSpPr>
              <a:spLocks noEditPoints="1"/>
            </p:cNvSpPr>
            <p:nvPr/>
          </p:nvSpPr>
          <p:spPr bwMode="auto">
            <a:xfrm>
              <a:off x="3204339" y="4758575"/>
              <a:ext cx="385409" cy="405506"/>
            </a:xfrm>
            <a:custGeom>
              <a:avLst/>
              <a:gdLst>
                <a:gd name="T0" fmla="*/ 166 w 302"/>
                <a:gd name="T1" fmla="*/ 311 h 311"/>
                <a:gd name="T2" fmla="*/ 158 w 302"/>
                <a:gd name="T3" fmla="*/ 308 h 311"/>
                <a:gd name="T4" fmla="*/ 113 w 302"/>
                <a:gd name="T5" fmla="*/ 263 h 311"/>
                <a:gd name="T6" fmla="*/ 92 w 302"/>
                <a:gd name="T7" fmla="*/ 268 h 311"/>
                <a:gd name="T8" fmla="*/ 55 w 302"/>
                <a:gd name="T9" fmla="*/ 257 h 311"/>
                <a:gd name="T10" fmla="*/ 49 w 302"/>
                <a:gd name="T11" fmla="*/ 198 h 311"/>
                <a:gd name="T12" fmla="*/ 4 w 302"/>
                <a:gd name="T13" fmla="*/ 153 h 311"/>
                <a:gd name="T14" fmla="*/ 2 w 302"/>
                <a:gd name="T15" fmla="*/ 140 h 311"/>
                <a:gd name="T16" fmla="*/ 97 w 302"/>
                <a:gd name="T17" fmla="*/ 95 h 311"/>
                <a:gd name="T18" fmla="*/ 280 w 302"/>
                <a:gd name="T19" fmla="*/ 25 h 311"/>
                <a:gd name="T20" fmla="*/ 287 w 302"/>
                <a:gd name="T21" fmla="*/ 33 h 311"/>
                <a:gd name="T22" fmla="*/ 216 w 302"/>
                <a:gd name="T23" fmla="*/ 216 h 311"/>
                <a:gd name="T24" fmla="*/ 172 w 302"/>
                <a:gd name="T25" fmla="*/ 309 h 311"/>
                <a:gd name="T26" fmla="*/ 166 w 302"/>
                <a:gd name="T27" fmla="*/ 311 h 311"/>
                <a:gd name="T28" fmla="*/ 115 w 302"/>
                <a:gd name="T29" fmla="*/ 239 h 311"/>
                <a:gd name="T30" fmla="*/ 122 w 302"/>
                <a:gd name="T31" fmla="*/ 242 h 311"/>
                <a:gd name="T32" fmla="*/ 167 w 302"/>
                <a:gd name="T33" fmla="*/ 286 h 311"/>
                <a:gd name="T34" fmla="*/ 194 w 302"/>
                <a:gd name="T35" fmla="*/ 216 h 311"/>
                <a:gd name="T36" fmla="*/ 197 w 302"/>
                <a:gd name="T37" fmla="*/ 205 h 311"/>
                <a:gd name="T38" fmla="*/ 267 w 302"/>
                <a:gd name="T39" fmla="*/ 44 h 311"/>
                <a:gd name="T40" fmla="*/ 107 w 302"/>
                <a:gd name="T41" fmla="*/ 114 h 311"/>
                <a:gd name="T42" fmla="*/ 96 w 302"/>
                <a:gd name="T43" fmla="*/ 116 h 311"/>
                <a:gd name="T44" fmla="*/ 25 w 302"/>
                <a:gd name="T45" fmla="*/ 144 h 311"/>
                <a:gd name="T46" fmla="*/ 70 w 302"/>
                <a:gd name="T47" fmla="*/ 189 h 311"/>
                <a:gd name="T48" fmla="*/ 70 w 302"/>
                <a:gd name="T49" fmla="*/ 204 h 311"/>
                <a:gd name="T50" fmla="*/ 70 w 302"/>
                <a:gd name="T51" fmla="*/ 242 h 311"/>
                <a:gd name="T52" fmla="*/ 107 w 302"/>
                <a:gd name="T53" fmla="*/ 242 h 311"/>
                <a:gd name="T54" fmla="*/ 115 w 302"/>
                <a:gd name="T55" fmla="*/ 239 h 311"/>
                <a:gd name="T56" fmla="*/ 145 w 302"/>
                <a:gd name="T57" fmla="*/ 209 h 311"/>
                <a:gd name="T58" fmla="*/ 112 w 302"/>
                <a:gd name="T59" fmla="*/ 196 h 311"/>
                <a:gd name="T60" fmla="*/ 112 w 302"/>
                <a:gd name="T61" fmla="*/ 131 h 311"/>
                <a:gd name="T62" fmla="*/ 145 w 302"/>
                <a:gd name="T63" fmla="*/ 117 h 311"/>
                <a:gd name="T64" fmla="*/ 177 w 302"/>
                <a:gd name="T65" fmla="*/ 131 h 311"/>
                <a:gd name="T66" fmla="*/ 177 w 302"/>
                <a:gd name="T67" fmla="*/ 196 h 311"/>
                <a:gd name="T68" fmla="*/ 177 w 302"/>
                <a:gd name="T69" fmla="*/ 196 h 311"/>
                <a:gd name="T70" fmla="*/ 145 w 302"/>
                <a:gd name="T71" fmla="*/ 209 h 311"/>
                <a:gd name="T72" fmla="*/ 145 w 302"/>
                <a:gd name="T73" fmla="*/ 139 h 311"/>
                <a:gd name="T74" fmla="*/ 128 w 302"/>
                <a:gd name="T75" fmla="*/ 146 h 311"/>
                <a:gd name="T76" fmla="*/ 128 w 302"/>
                <a:gd name="T77" fmla="*/ 181 h 311"/>
                <a:gd name="T78" fmla="*/ 162 w 302"/>
                <a:gd name="T79" fmla="*/ 181 h 311"/>
                <a:gd name="T80" fmla="*/ 162 w 302"/>
                <a:gd name="T81" fmla="*/ 181 h 311"/>
                <a:gd name="T82" fmla="*/ 162 w 302"/>
                <a:gd name="T83" fmla="*/ 146 h 311"/>
                <a:gd name="T84" fmla="*/ 145 w 302"/>
                <a:gd name="T85" fmla="*/ 139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2" h="311">
                  <a:moveTo>
                    <a:pt x="166" y="311"/>
                  </a:moveTo>
                  <a:cubicBezTo>
                    <a:pt x="163" y="311"/>
                    <a:pt x="160" y="310"/>
                    <a:pt x="158" y="308"/>
                  </a:cubicBezTo>
                  <a:cubicBezTo>
                    <a:pt x="113" y="263"/>
                    <a:pt x="113" y="263"/>
                    <a:pt x="113" y="263"/>
                  </a:cubicBezTo>
                  <a:cubicBezTo>
                    <a:pt x="107" y="266"/>
                    <a:pt x="100" y="268"/>
                    <a:pt x="92" y="268"/>
                  </a:cubicBezTo>
                  <a:cubicBezTo>
                    <a:pt x="77" y="270"/>
                    <a:pt x="63" y="266"/>
                    <a:pt x="55" y="257"/>
                  </a:cubicBezTo>
                  <a:cubicBezTo>
                    <a:pt x="39" y="242"/>
                    <a:pt x="41" y="214"/>
                    <a:pt x="49" y="198"/>
                  </a:cubicBezTo>
                  <a:cubicBezTo>
                    <a:pt x="4" y="153"/>
                    <a:pt x="4" y="153"/>
                    <a:pt x="4" y="153"/>
                  </a:cubicBezTo>
                  <a:cubicBezTo>
                    <a:pt x="0" y="150"/>
                    <a:pt x="0" y="145"/>
                    <a:pt x="2" y="140"/>
                  </a:cubicBezTo>
                  <a:cubicBezTo>
                    <a:pt x="35" y="87"/>
                    <a:pt x="79" y="91"/>
                    <a:pt x="97" y="95"/>
                  </a:cubicBezTo>
                  <a:cubicBezTo>
                    <a:pt x="194" y="0"/>
                    <a:pt x="276" y="24"/>
                    <a:pt x="280" y="25"/>
                  </a:cubicBezTo>
                  <a:cubicBezTo>
                    <a:pt x="284" y="26"/>
                    <a:pt x="286" y="29"/>
                    <a:pt x="287" y="33"/>
                  </a:cubicBezTo>
                  <a:cubicBezTo>
                    <a:pt x="288" y="37"/>
                    <a:pt x="302" y="127"/>
                    <a:pt x="216" y="216"/>
                  </a:cubicBezTo>
                  <a:cubicBezTo>
                    <a:pt x="219" y="232"/>
                    <a:pt x="220" y="273"/>
                    <a:pt x="172" y="309"/>
                  </a:cubicBezTo>
                  <a:cubicBezTo>
                    <a:pt x="170" y="310"/>
                    <a:pt x="168" y="311"/>
                    <a:pt x="166" y="311"/>
                  </a:cubicBezTo>
                  <a:close/>
                  <a:moveTo>
                    <a:pt x="115" y="239"/>
                  </a:moveTo>
                  <a:cubicBezTo>
                    <a:pt x="118" y="239"/>
                    <a:pt x="120" y="240"/>
                    <a:pt x="122" y="242"/>
                  </a:cubicBezTo>
                  <a:cubicBezTo>
                    <a:pt x="167" y="286"/>
                    <a:pt x="167" y="286"/>
                    <a:pt x="167" y="286"/>
                  </a:cubicBezTo>
                  <a:cubicBezTo>
                    <a:pt x="206" y="252"/>
                    <a:pt x="195" y="216"/>
                    <a:pt x="194" y="216"/>
                  </a:cubicBezTo>
                  <a:cubicBezTo>
                    <a:pt x="193" y="212"/>
                    <a:pt x="194" y="208"/>
                    <a:pt x="197" y="205"/>
                  </a:cubicBezTo>
                  <a:cubicBezTo>
                    <a:pt x="266" y="136"/>
                    <a:pt x="268" y="66"/>
                    <a:pt x="267" y="44"/>
                  </a:cubicBezTo>
                  <a:cubicBezTo>
                    <a:pt x="246" y="41"/>
                    <a:pt x="183" y="39"/>
                    <a:pt x="107" y="114"/>
                  </a:cubicBezTo>
                  <a:cubicBezTo>
                    <a:pt x="104" y="117"/>
                    <a:pt x="100" y="118"/>
                    <a:pt x="96" y="116"/>
                  </a:cubicBezTo>
                  <a:cubicBezTo>
                    <a:pt x="94" y="116"/>
                    <a:pt x="55" y="102"/>
                    <a:pt x="25" y="144"/>
                  </a:cubicBezTo>
                  <a:cubicBezTo>
                    <a:pt x="70" y="189"/>
                    <a:pt x="70" y="189"/>
                    <a:pt x="70" y="189"/>
                  </a:cubicBezTo>
                  <a:cubicBezTo>
                    <a:pt x="74" y="193"/>
                    <a:pt x="74" y="200"/>
                    <a:pt x="70" y="204"/>
                  </a:cubicBezTo>
                  <a:cubicBezTo>
                    <a:pt x="66" y="209"/>
                    <a:pt x="60" y="232"/>
                    <a:pt x="70" y="242"/>
                  </a:cubicBezTo>
                  <a:cubicBezTo>
                    <a:pt x="79" y="252"/>
                    <a:pt x="103" y="246"/>
                    <a:pt x="107" y="242"/>
                  </a:cubicBezTo>
                  <a:cubicBezTo>
                    <a:pt x="109" y="240"/>
                    <a:pt x="112" y="239"/>
                    <a:pt x="115" y="239"/>
                  </a:cubicBezTo>
                  <a:close/>
                  <a:moveTo>
                    <a:pt x="145" y="209"/>
                  </a:moveTo>
                  <a:cubicBezTo>
                    <a:pt x="133" y="209"/>
                    <a:pt x="121" y="205"/>
                    <a:pt x="112" y="196"/>
                  </a:cubicBezTo>
                  <a:cubicBezTo>
                    <a:pt x="95" y="178"/>
                    <a:pt x="95" y="149"/>
                    <a:pt x="112" y="131"/>
                  </a:cubicBezTo>
                  <a:cubicBezTo>
                    <a:pt x="121" y="122"/>
                    <a:pt x="133" y="117"/>
                    <a:pt x="145" y="117"/>
                  </a:cubicBezTo>
                  <a:cubicBezTo>
                    <a:pt x="157" y="117"/>
                    <a:pt x="169" y="122"/>
                    <a:pt x="177" y="131"/>
                  </a:cubicBezTo>
                  <a:cubicBezTo>
                    <a:pt x="195" y="149"/>
                    <a:pt x="195" y="178"/>
                    <a:pt x="177" y="196"/>
                  </a:cubicBezTo>
                  <a:cubicBezTo>
                    <a:pt x="177" y="196"/>
                    <a:pt x="177" y="196"/>
                    <a:pt x="177" y="196"/>
                  </a:cubicBezTo>
                  <a:cubicBezTo>
                    <a:pt x="168" y="205"/>
                    <a:pt x="157" y="209"/>
                    <a:pt x="145" y="209"/>
                  </a:cubicBezTo>
                  <a:close/>
                  <a:moveTo>
                    <a:pt x="145" y="139"/>
                  </a:moveTo>
                  <a:cubicBezTo>
                    <a:pt x="138" y="139"/>
                    <a:pt x="132" y="141"/>
                    <a:pt x="128" y="146"/>
                  </a:cubicBezTo>
                  <a:cubicBezTo>
                    <a:pt x="118" y="156"/>
                    <a:pt x="118" y="171"/>
                    <a:pt x="128" y="181"/>
                  </a:cubicBezTo>
                  <a:cubicBezTo>
                    <a:pt x="137" y="190"/>
                    <a:pt x="153" y="190"/>
                    <a:pt x="162" y="181"/>
                  </a:cubicBezTo>
                  <a:cubicBezTo>
                    <a:pt x="162" y="181"/>
                    <a:pt x="162" y="181"/>
                    <a:pt x="162" y="181"/>
                  </a:cubicBezTo>
                  <a:cubicBezTo>
                    <a:pt x="172" y="171"/>
                    <a:pt x="172" y="156"/>
                    <a:pt x="162" y="146"/>
                  </a:cubicBezTo>
                  <a:cubicBezTo>
                    <a:pt x="158" y="141"/>
                    <a:pt x="151" y="139"/>
                    <a:pt x="145" y="139"/>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dirty="0">
                <a:solidFill>
                  <a:prstClr val="black"/>
                </a:solidFill>
                <a:latin typeface="Aptos" panose="020B0004020202020204" pitchFamily="34" charset="0"/>
              </a:endParaRPr>
            </a:p>
          </p:txBody>
        </p:sp>
        <p:sp>
          <p:nvSpPr>
            <p:cNvPr id="7" name="Freeform 426">
              <a:extLst>
                <a:ext uri="{FF2B5EF4-FFF2-40B4-BE49-F238E27FC236}">
                  <a16:creationId xmlns:a16="http://schemas.microsoft.com/office/drawing/2014/main" id="{021EB073-2C87-8343-A2B4-4C37E935CC60}"/>
                </a:ext>
              </a:extLst>
            </p:cNvPr>
            <p:cNvSpPr>
              <a:spLocks/>
            </p:cNvSpPr>
            <p:nvPr/>
          </p:nvSpPr>
          <p:spPr bwMode="auto">
            <a:xfrm>
              <a:off x="2275394" y="5547779"/>
              <a:ext cx="327456" cy="183782"/>
            </a:xfrm>
            <a:custGeom>
              <a:avLst/>
              <a:gdLst>
                <a:gd name="T0" fmla="*/ 319 w 319"/>
                <a:gd name="T1" fmla="*/ 85 h 171"/>
                <a:gd name="T2" fmla="*/ 245 w 319"/>
                <a:gd name="T3" fmla="*/ 159 h 171"/>
                <a:gd name="T4" fmla="*/ 202 w 319"/>
                <a:gd name="T5" fmla="*/ 145 h 171"/>
                <a:gd name="T6" fmla="*/ 202 w 319"/>
                <a:gd name="T7" fmla="*/ 160 h 171"/>
                <a:gd name="T8" fmla="*/ 192 w 319"/>
                <a:gd name="T9" fmla="*/ 171 h 171"/>
                <a:gd name="T10" fmla="*/ 181 w 319"/>
                <a:gd name="T11" fmla="*/ 160 h 171"/>
                <a:gd name="T12" fmla="*/ 181 w 319"/>
                <a:gd name="T13" fmla="*/ 118 h 171"/>
                <a:gd name="T14" fmla="*/ 192 w 319"/>
                <a:gd name="T15" fmla="*/ 107 h 171"/>
                <a:gd name="T16" fmla="*/ 234 w 319"/>
                <a:gd name="T17" fmla="*/ 107 h 171"/>
                <a:gd name="T18" fmla="*/ 245 w 319"/>
                <a:gd name="T19" fmla="*/ 118 h 171"/>
                <a:gd name="T20" fmla="*/ 234 w 319"/>
                <a:gd name="T21" fmla="*/ 128 h 171"/>
                <a:gd name="T22" fmla="*/ 215 w 319"/>
                <a:gd name="T23" fmla="*/ 128 h 171"/>
                <a:gd name="T24" fmla="*/ 245 w 319"/>
                <a:gd name="T25" fmla="*/ 138 h 171"/>
                <a:gd name="T26" fmla="*/ 298 w 319"/>
                <a:gd name="T27" fmla="*/ 85 h 171"/>
                <a:gd name="T28" fmla="*/ 245 w 319"/>
                <a:gd name="T29" fmla="*/ 32 h 171"/>
                <a:gd name="T30" fmla="*/ 207 w 319"/>
                <a:gd name="T31" fmla="*/ 48 h 171"/>
                <a:gd name="T32" fmla="*/ 128 w 319"/>
                <a:gd name="T33" fmla="*/ 138 h 171"/>
                <a:gd name="T34" fmla="*/ 74 w 319"/>
                <a:gd name="T35" fmla="*/ 160 h 171"/>
                <a:gd name="T36" fmla="*/ 0 w 319"/>
                <a:gd name="T37" fmla="*/ 86 h 171"/>
                <a:gd name="T38" fmla="*/ 74 w 319"/>
                <a:gd name="T39" fmla="*/ 11 h 171"/>
                <a:gd name="T40" fmla="*/ 117 w 319"/>
                <a:gd name="T41" fmla="*/ 24 h 171"/>
                <a:gd name="T42" fmla="*/ 117 w 319"/>
                <a:gd name="T43" fmla="*/ 11 h 171"/>
                <a:gd name="T44" fmla="*/ 128 w 319"/>
                <a:gd name="T45" fmla="*/ 0 h 171"/>
                <a:gd name="T46" fmla="*/ 138 w 319"/>
                <a:gd name="T47" fmla="*/ 11 h 171"/>
                <a:gd name="T48" fmla="*/ 138 w 319"/>
                <a:gd name="T49" fmla="*/ 54 h 171"/>
                <a:gd name="T50" fmla="*/ 128 w 319"/>
                <a:gd name="T51" fmla="*/ 64 h 171"/>
                <a:gd name="T52" fmla="*/ 85 w 319"/>
                <a:gd name="T53" fmla="*/ 64 h 171"/>
                <a:gd name="T54" fmla="*/ 74 w 319"/>
                <a:gd name="T55" fmla="*/ 54 h 171"/>
                <a:gd name="T56" fmla="*/ 85 w 319"/>
                <a:gd name="T57" fmla="*/ 43 h 171"/>
                <a:gd name="T58" fmla="*/ 106 w 319"/>
                <a:gd name="T59" fmla="*/ 43 h 171"/>
                <a:gd name="T60" fmla="*/ 74 w 319"/>
                <a:gd name="T61" fmla="*/ 32 h 171"/>
                <a:gd name="T62" fmla="*/ 21 w 319"/>
                <a:gd name="T63" fmla="*/ 86 h 171"/>
                <a:gd name="T64" fmla="*/ 74 w 319"/>
                <a:gd name="T65" fmla="*/ 139 h 171"/>
                <a:gd name="T66" fmla="*/ 112 w 319"/>
                <a:gd name="T67" fmla="*/ 123 h 171"/>
                <a:gd name="T68" fmla="*/ 192 w 319"/>
                <a:gd name="T69" fmla="*/ 33 h 171"/>
                <a:gd name="T70" fmla="*/ 245 w 319"/>
                <a:gd name="T71" fmla="*/ 11 h 171"/>
                <a:gd name="T72" fmla="*/ 319 w 319"/>
                <a:gd name="T73" fmla="*/ 8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9" h="171">
                  <a:moveTo>
                    <a:pt x="319" y="85"/>
                  </a:moveTo>
                  <a:cubicBezTo>
                    <a:pt x="319" y="126"/>
                    <a:pt x="286" y="159"/>
                    <a:pt x="245" y="159"/>
                  </a:cubicBezTo>
                  <a:cubicBezTo>
                    <a:pt x="229" y="159"/>
                    <a:pt x="215" y="154"/>
                    <a:pt x="202" y="145"/>
                  </a:cubicBezTo>
                  <a:cubicBezTo>
                    <a:pt x="202" y="160"/>
                    <a:pt x="202" y="160"/>
                    <a:pt x="202" y="160"/>
                  </a:cubicBezTo>
                  <a:cubicBezTo>
                    <a:pt x="202" y="166"/>
                    <a:pt x="198" y="171"/>
                    <a:pt x="192" y="171"/>
                  </a:cubicBezTo>
                  <a:cubicBezTo>
                    <a:pt x="186" y="171"/>
                    <a:pt x="181" y="166"/>
                    <a:pt x="181" y="160"/>
                  </a:cubicBezTo>
                  <a:cubicBezTo>
                    <a:pt x="181" y="118"/>
                    <a:pt x="181" y="118"/>
                    <a:pt x="181" y="118"/>
                  </a:cubicBezTo>
                  <a:cubicBezTo>
                    <a:pt x="181" y="112"/>
                    <a:pt x="186" y="107"/>
                    <a:pt x="192" y="107"/>
                  </a:cubicBezTo>
                  <a:cubicBezTo>
                    <a:pt x="234" y="107"/>
                    <a:pt x="234" y="107"/>
                    <a:pt x="234" y="107"/>
                  </a:cubicBezTo>
                  <a:cubicBezTo>
                    <a:pt x="240" y="107"/>
                    <a:pt x="245" y="112"/>
                    <a:pt x="245" y="118"/>
                  </a:cubicBezTo>
                  <a:cubicBezTo>
                    <a:pt x="245" y="124"/>
                    <a:pt x="240" y="128"/>
                    <a:pt x="234" y="128"/>
                  </a:cubicBezTo>
                  <a:cubicBezTo>
                    <a:pt x="215" y="128"/>
                    <a:pt x="215" y="128"/>
                    <a:pt x="215" y="128"/>
                  </a:cubicBezTo>
                  <a:cubicBezTo>
                    <a:pt x="224" y="134"/>
                    <a:pt x="234" y="138"/>
                    <a:pt x="245" y="138"/>
                  </a:cubicBezTo>
                  <a:cubicBezTo>
                    <a:pt x="274" y="138"/>
                    <a:pt x="298" y="114"/>
                    <a:pt x="298" y="85"/>
                  </a:cubicBezTo>
                  <a:cubicBezTo>
                    <a:pt x="298" y="56"/>
                    <a:pt x="274" y="32"/>
                    <a:pt x="245" y="32"/>
                  </a:cubicBezTo>
                  <a:cubicBezTo>
                    <a:pt x="231" y="32"/>
                    <a:pt x="217" y="38"/>
                    <a:pt x="207" y="48"/>
                  </a:cubicBezTo>
                  <a:cubicBezTo>
                    <a:pt x="128" y="138"/>
                    <a:pt x="128" y="138"/>
                    <a:pt x="128" y="138"/>
                  </a:cubicBezTo>
                  <a:cubicBezTo>
                    <a:pt x="113" y="153"/>
                    <a:pt x="94" y="160"/>
                    <a:pt x="74" y="160"/>
                  </a:cubicBezTo>
                  <a:cubicBezTo>
                    <a:pt x="33" y="160"/>
                    <a:pt x="0" y="127"/>
                    <a:pt x="0" y="86"/>
                  </a:cubicBezTo>
                  <a:cubicBezTo>
                    <a:pt x="0" y="44"/>
                    <a:pt x="33" y="11"/>
                    <a:pt x="74" y="11"/>
                  </a:cubicBezTo>
                  <a:cubicBezTo>
                    <a:pt x="90" y="11"/>
                    <a:pt x="105" y="16"/>
                    <a:pt x="117" y="24"/>
                  </a:cubicBezTo>
                  <a:cubicBezTo>
                    <a:pt x="117" y="11"/>
                    <a:pt x="117" y="11"/>
                    <a:pt x="117" y="11"/>
                  </a:cubicBezTo>
                  <a:cubicBezTo>
                    <a:pt x="117" y="5"/>
                    <a:pt x="122" y="0"/>
                    <a:pt x="128" y="0"/>
                  </a:cubicBezTo>
                  <a:cubicBezTo>
                    <a:pt x="134" y="0"/>
                    <a:pt x="138" y="5"/>
                    <a:pt x="138" y="11"/>
                  </a:cubicBezTo>
                  <a:cubicBezTo>
                    <a:pt x="138" y="54"/>
                    <a:pt x="138" y="54"/>
                    <a:pt x="138" y="54"/>
                  </a:cubicBezTo>
                  <a:cubicBezTo>
                    <a:pt x="138" y="60"/>
                    <a:pt x="134" y="64"/>
                    <a:pt x="128" y="64"/>
                  </a:cubicBezTo>
                  <a:cubicBezTo>
                    <a:pt x="85" y="64"/>
                    <a:pt x="85" y="64"/>
                    <a:pt x="85" y="64"/>
                  </a:cubicBezTo>
                  <a:cubicBezTo>
                    <a:pt x="79" y="64"/>
                    <a:pt x="74" y="60"/>
                    <a:pt x="74" y="54"/>
                  </a:cubicBezTo>
                  <a:cubicBezTo>
                    <a:pt x="74" y="48"/>
                    <a:pt x="79" y="43"/>
                    <a:pt x="85" y="43"/>
                  </a:cubicBezTo>
                  <a:cubicBezTo>
                    <a:pt x="106" y="43"/>
                    <a:pt x="106" y="43"/>
                    <a:pt x="106" y="43"/>
                  </a:cubicBezTo>
                  <a:cubicBezTo>
                    <a:pt x="97" y="36"/>
                    <a:pt x="86" y="32"/>
                    <a:pt x="74" y="32"/>
                  </a:cubicBezTo>
                  <a:cubicBezTo>
                    <a:pt x="45" y="32"/>
                    <a:pt x="21" y="56"/>
                    <a:pt x="21" y="86"/>
                  </a:cubicBezTo>
                  <a:cubicBezTo>
                    <a:pt x="21" y="115"/>
                    <a:pt x="45" y="139"/>
                    <a:pt x="74" y="139"/>
                  </a:cubicBezTo>
                  <a:cubicBezTo>
                    <a:pt x="89" y="139"/>
                    <a:pt x="102" y="133"/>
                    <a:pt x="112" y="123"/>
                  </a:cubicBezTo>
                  <a:cubicBezTo>
                    <a:pt x="192" y="33"/>
                    <a:pt x="192" y="33"/>
                    <a:pt x="192" y="33"/>
                  </a:cubicBezTo>
                  <a:cubicBezTo>
                    <a:pt x="206" y="19"/>
                    <a:pt x="225" y="11"/>
                    <a:pt x="245" y="11"/>
                  </a:cubicBezTo>
                  <a:cubicBezTo>
                    <a:pt x="286" y="11"/>
                    <a:pt x="319" y="44"/>
                    <a:pt x="319" y="85"/>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dirty="0">
                <a:solidFill>
                  <a:prstClr val="black"/>
                </a:solidFill>
                <a:latin typeface="Aptos" panose="020B0004020202020204" pitchFamily="34" charset="0"/>
              </a:endParaRPr>
            </a:p>
          </p:txBody>
        </p:sp>
        <p:sp>
          <p:nvSpPr>
            <p:cNvPr id="8" name="Freeform 501">
              <a:extLst>
                <a:ext uri="{FF2B5EF4-FFF2-40B4-BE49-F238E27FC236}">
                  <a16:creationId xmlns:a16="http://schemas.microsoft.com/office/drawing/2014/main" id="{82722D91-7D6F-2749-9285-509153922B73}"/>
                </a:ext>
              </a:extLst>
            </p:cNvPr>
            <p:cNvSpPr>
              <a:spLocks noEditPoints="1"/>
            </p:cNvSpPr>
            <p:nvPr/>
          </p:nvSpPr>
          <p:spPr bwMode="auto">
            <a:xfrm>
              <a:off x="3160887" y="2209935"/>
              <a:ext cx="472312" cy="489509"/>
            </a:xfrm>
            <a:custGeom>
              <a:avLst/>
              <a:gdLst>
                <a:gd name="T0" fmla="*/ 227 w 242"/>
                <a:gd name="T1" fmla="*/ 9 h 241"/>
                <a:gd name="T2" fmla="*/ 221 w 242"/>
                <a:gd name="T3" fmla="*/ 1 h 241"/>
                <a:gd name="T4" fmla="*/ 210 w 242"/>
                <a:gd name="T5" fmla="*/ 3 h 241"/>
                <a:gd name="T6" fmla="*/ 113 w 242"/>
                <a:gd name="T7" fmla="*/ 35 h 241"/>
                <a:gd name="T8" fmla="*/ 42 w 242"/>
                <a:gd name="T9" fmla="*/ 54 h 241"/>
                <a:gd name="T10" fmla="*/ 4 w 242"/>
                <a:gd name="T11" fmla="*/ 121 h 241"/>
                <a:gd name="T12" fmla="*/ 24 w 242"/>
                <a:gd name="T13" fmla="*/ 188 h 241"/>
                <a:gd name="T14" fmla="*/ 0 w 242"/>
                <a:gd name="T15" fmla="*/ 230 h 241"/>
                <a:gd name="T16" fmla="*/ 11 w 242"/>
                <a:gd name="T17" fmla="*/ 241 h 241"/>
                <a:gd name="T18" fmla="*/ 11 w 242"/>
                <a:gd name="T19" fmla="*/ 241 h 241"/>
                <a:gd name="T20" fmla="*/ 21 w 242"/>
                <a:gd name="T21" fmla="*/ 230 h 241"/>
                <a:gd name="T22" fmla="*/ 39 w 242"/>
                <a:gd name="T23" fmla="*/ 203 h 241"/>
                <a:gd name="T24" fmla="*/ 100 w 242"/>
                <a:gd name="T25" fmla="*/ 225 h 241"/>
                <a:gd name="T26" fmla="*/ 174 w 242"/>
                <a:gd name="T27" fmla="*/ 193 h 241"/>
                <a:gd name="T28" fmla="*/ 227 w 242"/>
                <a:gd name="T29" fmla="*/ 9 h 241"/>
                <a:gd name="T30" fmla="*/ 159 w 242"/>
                <a:gd name="T31" fmla="*/ 178 h 241"/>
                <a:gd name="T32" fmla="*/ 47 w 242"/>
                <a:gd name="T33" fmla="*/ 181 h 241"/>
                <a:gd name="T34" fmla="*/ 25 w 242"/>
                <a:gd name="T35" fmla="*/ 123 h 241"/>
                <a:gd name="T36" fmla="*/ 55 w 242"/>
                <a:gd name="T37" fmla="*/ 71 h 241"/>
                <a:gd name="T38" fmla="*/ 114 w 242"/>
                <a:gd name="T39" fmla="*/ 56 h 241"/>
                <a:gd name="T40" fmla="*/ 209 w 242"/>
                <a:gd name="T41" fmla="*/ 30 h 241"/>
                <a:gd name="T42" fmla="*/ 159 w 242"/>
                <a:gd name="T43" fmla="*/ 178 h 241"/>
                <a:gd name="T44" fmla="*/ 160 w 242"/>
                <a:gd name="T45" fmla="*/ 90 h 241"/>
                <a:gd name="T46" fmla="*/ 151 w 242"/>
                <a:gd name="T47" fmla="*/ 102 h 241"/>
                <a:gd name="T48" fmla="*/ 76 w 242"/>
                <a:gd name="T49" fmla="*/ 163 h 241"/>
                <a:gd name="T50" fmla="*/ 66 w 242"/>
                <a:gd name="T51" fmla="*/ 170 h 241"/>
                <a:gd name="T52" fmla="*/ 62 w 242"/>
                <a:gd name="T53" fmla="*/ 169 h 241"/>
                <a:gd name="T54" fmla="*/ 56 w 242"/>
                <a:gd name="T55" fmla="*/ 156 h 241"/>
                <a:gd name="T56" fmla="*/ 148 w 242"/>
                <a:gd name="T57" fmla="*/ 81 h 241"/>
                <a:gd name="T58" fmla="*/ 160 w 242"/>
                <a:gd name="T59" fmla="*/ 9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2" h="241">
                  <a:moveTo>
                    <a:pt x="227" y="9"/>
                  </a:moveTo>
                  <a:cubicBezTo>
                    <a:pt x="226" y="5"/>
                    <a:pt x="224" y="2"/>
                    <a:pt x="221" y="1"/>
                  </a:cubicBezTo>
                  <a:cubicBezTo>
                    <a:pt x="217" y="0"/>
                    <a:pt x="213" y="0"/>
                    <a:pt x="210" y="3"/>
                  </a:cubicBezTo>
                  <a:cubicBezTo>
                    <a:pt x="171" y="33"/>
                    <a:pt x="141" y="34"/>
                    <a:pt x="113" y="35"/>
                  </a:cubicBezTo>
                  <a:cubicBezTo>
                    <a:pt x="90" y="36"/>
                    <a:pt x="67" y="37"/>
                    <a:pt x="42" y="54"/>
                  </a:cubicBezTo>
                  <a:cubicBezTo>
                    <a:pt x="20" y="69"/>
                    <a:pt x="6" y="94"/>
                    <a:pt x="4" y="121"/>
                  </a:cubicBezTo>
                  <a:cubicBezTo>
                    <a:pt x="2" y="145"/>
                    <a:pt x="9" y="169"/>
                    <a:pt x="24" y="188"/>
                  </a:cubicBezTo>
                  <a:cubicBezTo>
                    <a:pt x="1" y="209"/>
                    <a:pt x="0" y="228"/>
                    <a:pt x="0" y="230"/>
                  </a:cubicBezTo>
                  <a:cubicBezTo>
                    <a:pt x="0" y="236"/>
                    <a:pt x="5" y="241"/>
                    <a:pt x="11" y="241"/>
                  </a:cubicBezTo>
                  <a:cubicBezTo>
                    <a:pt x="11" y="241"/>
                    <a:pt x="11" y="241"/>
                    <a:pt x="11" y="241"/>
                  </a:cubicBezTo>
                  <a:cubicBezTo>
                    <a:pt x="17" y="241"/>
                    <a:pt x="21" y="236"/>
                    <a:pt x="21" y="230"/>
                  </a:cubicBezTo>
                  <a:cubicBezTo>
                    <a:pt x="22" y="230"/>
                    <a:pt x="22" y="218"/>
                    <a:pt x="39" y="203"/>
                  </a:cubicBezTo>
                  <a:cubicBezTo>
                    <a:pt x="57" y="218"/>
                    <a:pt x="78" y="225"/>
                    <a:pt x="100" y="225"/>
                  </a:cubicBezTo>
                  <a:cubicBezTo>
                    <a:pt x="127" y="225"/>
                    <a:pt x="153" y="214"/>
                    <a:pt x="174" y="193"/>
                  </a:cubicBezTo>
                  <a:cubicBezTo>
                    <a:pt x="212" y="156"/>
                    <a:pt x="242" y="80"/>
                    <a:pt x="227" y="9"/>
                  </a:cubicBezTo>
                  <a:close/>
                  <a:moveTo>
                    <a:pt x="159" y="178"/>
                  </a:moveTo>
                  <a:cubicBezTo>
                    <a:pt x="126" y="211"/>
                    <a:pt x="78" y="213"/>
                    <a:pt x="47" y="181"/>
                  </a:cubicBezTo>
                  <a:cubicBezTo>
                    <a:pt x="31" y="166"/>
                    <a:pt x="24" y="145"/>
                    <a:pt x="25" y="123"/>
                  </a:cubicBezTo>
                  <a:cubicBezTo>
                    <a:pt x="27" y="102"/>
                    <a:pt x="38" y="83"/>
                    <a:pt x="55" y="71"/>
                  </a:cubicBezTo>
                  <a:cubicBezTo>
                    <a:pt x="74" y="58"/>
                    <a:pt x="91" y="57"/>
                    <a:pt x="114" y="56"/>
                  </a:cubicBezTo>
                  <a:cubicBezTo>
                    <a:pt x="141" y="56"/>
                    <a:pt x="171" y="54"/>
                    <a:pt x="209" y="30"/>
                  </a:cubicBezTo>
                  <a:cubicBezTo>
                    <a:pt x="215" y="89"/>
                    <a:pt x="190" y="148"/>
                    <a:pt x="159" y="178"/>
                  </a:cubicBezTo>
                  <a:close/>
                  <a:moveTo>
                    <a:pt x="160" y="90"/>
                  </a:moveTo>
                  <a:cubicBezTo>
                    <a:pt x="161" y="95"/>
                    <a:pt x="157" y="101"/>
                    <a:pt x="151" y="102"/>
                  </a:cubicBezTo>
                  <a:cubicBezTo>
                    <a:pt x="97" y="112"/>
                    <a:pt x="76" y="163"/>
                    <a:pt x="76" y="163"/>
                  </a:cubicBezTo>
                  <a:cubicBezTo>
                    <a:pt x="75" y="168"/>
                    <a:pt x="71" y="170"/>
                    <a:pt x="66" y="170"/>
                  </a:cubicBezTo>
                  <a:cubicBezTo>
                    <a:pt x="65" y="170"/>
                    <a:pt x="64" y="170"/>
                    <a:pt x="62" y="169"/>
                  </a:cubicBezTo>
                  <a:cubicBezTo>
                    <a:pt x="57" y="167"/>
                    <a:pt x="54" y="161"/>
                    <a:pt x="56" y="156"/>
                  </a:cubicBezTo>
                  <a:cubicBezTo>
                    <a:pt x="57" y="153"/>
                    <a:pt x="81" y="93"/>
                    <a:pt x="148" y="81"/>
                  </a:cubicBezTo>
                  <a:cubicBezTo>
                    <a:pt x="154" y="80"/>
                    <a:pt x="159" y="84"/>
                    <a:pt x="160" y="90"/>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dirty="0">
                <a:solidFill>
                  <a:prstClr val="black"/>
                </a:solidFill>
                <a:latin typeface="Aptos" panose="020B0004020202020204" pitchFamily="34" charset="0"/>
              </a:endParaRPr>
            </a:p>
          </p:txBody>
        </p:sp>
        <p:sp>
          <p:nvSpPr>
            <p:cNvPr id="9" name="Freeform 70">
              <a:extLst>
                <a:ext uri="{FF2B5EF4-FFF2-40B4-BE49-F238E27FC236}">
                  <a16:creationId xmlns:a16="http://schemas.microsoft.com/office/drawing/2014/main" id="{42A1AC64-FE18-814C-B613-65C9633708D8}"/>
                </a:ext>
              </a:extLst>
            </p:cNvPr>
            <p:cNvSpPr>
              <a:spLocks noEditPoints="1"/>
            </p:cNvSpPr>
            <p:nvPr/>
          </p:nvSpPr>
          <p:spPr bwMode="auto">
            <a:xfrm>
              <a:off x="3714633" y="3559769"/>
              <a:ext cx="481058" cy="478374"/>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170 w 320"/>
                <a:gd name="T11" fmla="*/ 298 h 320"/>
                <a:gd name="T12" fmla="*/ 170 w 320"/>
                <a:gd name="T13" fmla="*/ 288 h 320"/>
                <a:gd name="T14" fmla="*/ 160 w 320"/>
                <a:gd name="T15" fmla="*/ 277 h 320"/>
                <a:gd name="T16" fmla="*/ 149 w 320"/>
                <a:gd name="T17" fmla="*/ 288 h 320"/>
                <a:gd name="T18" fmla="*/ 149 w 320"/>
                <a:gd name="T19" fmla="*/ 298 h 320"/>
                <a:gd name="T20" fmla="*/ 22 w 320"/>
                <a:gd name="T21" fmla="*/ 170 h 320"/>
                <a:gd name="T22" fmla="*/ 32 w 320"/>
                <a:gd name="T23" fmla="*/ 170 h 320"/>
                <a:gd name="T24" fmla="*/ 42 w 320"/>
                <a:gd name="T25" fmla="*/ 160 h 320"/>
                <a:gd name="T26" fmla="*/ 32 w 320"/>
                <a:gd name="T27" fmla="*/ 149 h 320"/>
                <a:gd name="T28" fmla="*/ 22 w 320"/>
                <a:gd name="T29" fmla="*/ 149 h 320"/>
                <a:gd name="T30" fmla="*/ 149 w 320"/>
                <a:gd name="T31" fmla="*/ 22 h 320"/>
                <a:gd name="T32" fmla="*/ 149 w 320"/>
                <a:gd name="T33" fmla="*/ 32 h 320"/>
                <a:gd name="T34" fmla="*/ 160 w 320"/>
                <a:gd name="T35" fmla="*/ 42 h 320"/>
                <a:gd name="T36" fmla="*/ 170 w 320"/>
                <a:gd name="T37" fmla="*/ 32 h 320"/>
                <a:gd name="T38" fmla="*/ 170 w 320"/>
                <a:gd name="T39" fmla="*/ 22 h 320"/>
                <a:gd name="T40" fmla="*/ 298 w 320"/>
                <a:gd name="T41" fmla="*/ 149 h 320"/>
                <a:gd name="T42" fmla="*/ 288 w 320"/>
                <a:gd name="T43" fmla="*/ 149 h 320"/>
                <a:gd name="T44" fmla="*/ 277 w 320"/>
                <a:gd name="T45" fmla="*/ 160 h 320"/>
                <a:gd name="T46" fmla="*/ 288 w 320"/>
                <a:gd name="T47" fmla="*/ 170 h 320"/>
                <a:gd name="T48" fmla="*/ 298 w 320"/>
                <a:gd name="T49" fmla="*/ 170 h 320"/>
                <a:gd name="T50" fmla="*/ 170 w 320"/>
                <a:gd name="T51" fmla="*/ 298 h 320"/>
                <a:gd name="T52" fmla="*/ 216 w 320"/>
                <a:gd name="T53" fmla="*/ 90 h 320"/>
                <a:gd name="T54" fmla="*/ 133 w 320"/>
                <a:gd name="T55" fmla="*/ 127 h 320"/>
                <a:gd name="T56" fmla="*/ 127 w 320"/>
                <a:gd name="T57" fmla="*/ 133 h 320"/>
                <a:gd name="T58" fmla="*/ 90 w 320"/>
                <a:gd name="T59" fmla="*/ 216 h 320"/>
                <a:gd name="T60" fmla="*/ 92 w 320"/>
                <a:gd name="T61" fmla="*/ 228 h 320"/>
                <a:gd name="T62" fmla="*/ 99 w 320"/>
                <a:gd name="T63" fmla="*/ 231 h 320"/>
                <a:gd name="T64" fmla="*/ 104 w 320"/>
                <a:gd name="T65" fmla="*/ 230 h 320"/>
                <a:gd name="T66" fmla="*/ 187 w 320"/>
                <a:gd name="T67" fmla="*/ 192 h 320"/>
                <a:gd name="T68" fmla="*/ 192 w 320"/>
                <a:gd name="T69" fmla="*/ 187 h 320"/>
                <a:gd name="T70" fmla="*/ 230 w 320"/>
                <a:gd name="T71" fmla="*/ 104 h 320"/>
                <a:gd name="T72" fmla="*/ 228 w 320"/>
                <a:gd name="T73" fmla="*/ 92 h 320"/>
                <a:gd name="T74" fmla="*/ 216 w 320"/>
                <a:gd name="T75" fmla="*/ 90 h 320"/>
                <a:gd name="T76" fmla="*/ 140 w 320"/>
                <a:gd name="T77" fmla="*/ 155 h 320"/>
                <a:gd name="T78" fmla="*/ 164 w 320"/>
                <a:gd name="T79" fmla="*/ 179 h 320"/>
                <a:gd name="T80" fmla="*/ 121 w 320"/>
                <a:gd name="T81" fmla="*/ 199 h 320"/>
                <a:gd name="T82" fmla="*/ 140 w 320"/>
                <a:gd name="T83" fmla="*/ 155 h 320"/>
                <a:gd name="T84" fmla="*/ 179 w 320"/>
                <a:gd name="T85" fmla="*/ 164 h 320"/>
                <a:gd name="T86" fmla="*/ 155 w 320"/>
                <a:gd name="T87" fmla="*/ 140 h 320"/>
                <a:gd name="T88" fmla="*/ 199 w 320"/>
                <a:gd name="T89" fmla="*/ 121 h 320"/>
                <a:gd name="T90" fmla="*/ 179 w 320"/>
                <a:gd name="T91" fmla="*/ 1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170" y="298"/>
                  </a:moveTo>
                  <a:cubicBezTo>
                    <a:pt x="170" y="288"/>
                    <a:pt x="170" y="288"/>
                    <a:pt x="170" y="288"/>
                  </a:cubicBezTo>
                  <a:cubicBezTo>
                    <a:pt x="170" y="282"/>
                    <a:pt x="166" y="277"/>
                    <a:pt x="160" y="277"/>
                  </a:cubicBezTo>
                  <a:cubicBezTo>
                    <a:pt x="154" y="277"/>
                    <a:pt x="149" y="282"/>
                    <a:pt x="149" y="288"/>
                  </a:cubicBezTo>
                  <a:cubicBezTo>
                    <a:pt x="149" y="298"/>
                    <a:pt x="149" y="298"/>
                    <a:pt x="149" y="298"/>
                  </a:cubicBezTo>
                  <a:cubicBezTo>
                    <a:pt x="81" y="293"/>
                    <a:pt x="27" y="238"/>
                    <a:pt x="22" y="170"/>
                  </a:cubicBezTo>
                  <a:cubicBezTo>
                    <a:pt x="32" y="170"/>
                    <a:pt x="32" y="170"/>
                    <a:pt x="32" y="170"/>
                  </a:cubicBezTo>
                  <a:cubicBezTo>
                    <a:pt x="38" y="170"/>
                    <a:pt x="42" y="166"/>
                    <a:pt x="42" y="160"/>
                  </a:cubicBezTo>
                  <a:cubicBezTo>
                    <a:pt x="42" y="154"/>
                    <a:pt x="38" y="149"/>
                    <a:pt x="32" y="149"/>
                  </a:cubicBezTo>
                  <a:cubicBezTo>
                    <a:pt x="22" y="149"/>
                    <a:pt x="22" y="149"/>
                    <a:pt x="22" y="149"/>
                  </a:cubicBezTo>
                  <a:cubicBezTo>
                    <a:pt x="27" y="81"/>
                    <a:pt x="81" y="27"/>
                    <a:pt x="149" y="22"/>
                  </a:cubicBezTo>
                  <a:cubicBezTo>
                    <a:pt x="149" y="32"/>
                    <a:pt x="149" y="32"/>
                    <a:pt x="149" y="32"/>
                  </a:cubicBezTo>
                  <a:cubicBezTo>
                    <a:pt x="149" y="38"/>
                    <a:pt x="154" y="42"/>
                    <a:pt x="160" y="42"/>
                  </a:cubicBezTo>
                  <a:cubicBezTo>
                    <a:pt x="166" y="42"/>
                    <a:pt x="170" y="38"/>
                    <a:pt x="170" y="32"/>
                  </a:cubicBezTo>
                  <a:cubicBezTo>
                    <a:pt x="170" y="22"/>
                    <a:pt x="170" y="22"/>
                    <a:pt x="170" y="22"/>
                  </a:cubicBezTo>
                  <a:cubicBezTo>
                    <a:pt x="238" y="27"/>
                    <a:pt x="293" y="81"/>
                    <a:pt x="298" y="149"/>
                  </a:cubicBezTo>
                  <a:cubicBezTo>
                    <a:pt x="288" y="149"/>
                    <a:pt x="288" y="149"/>
                    <a:pt x="288" y="149"/>
                  </a:cubicBezTo>
                  <a:cubicBezTo>
                    <a:pt x="282" y="149"/>
                    <a:pt x="277" y="154"/>
                    <a:pt x="277" y="160"/>
                  </a:cubicBezTo>
                  <a:cubicBezTo>
                    <a:pt x="277" y="166"/>
                    <a:pt x="282" y="170"/>
                    <a:pt x="288" y="170"/>
                  </a:cubicBezTo>
                  <a:cubicBezTo>
                    <a:pt x="298" y="170"/>
                    <a:pt x="298" y="170"/>
                    <a:pt x="298" y="170"/>
                  </a:cubicBezTo>
                  <a:cubicBezTo>
                    <a:pt x="293" y="238"/>
                    <a:pt x="238" y="293"/>
                    <a:pt x="170" y="298"/>
                  </a:cubicBezTo>
                  <a:close/>
                  <a:moveTo>
                    <a:pt x="216" y="90"/>
                  </a:moveTo>
                  <a:cubicBezTo>
                    <a:pt x="133" y="127"/>
                    <a:pt x="133" y="127"/>
                    <a:pt x="133" y="127"/>
                  </a:cubicBezTo>
                  <a:cubicBezTo>
                    <a:pt x="130" y="128"/>
                    <a:pt x="128" y="130"/>
                    <a:pt x="127" y="133"/>
                  </a:cubicBezTo>
                  <a:cubicBezTo>
                    <a:pt x="90" y="216"/>
                    <a:pt x="90" y="216"/>
                    <a:pt x="90" y="216"/>
                  </a:cubicBezTo>
                  <a:cubicBezTo>
                    <a:pt x="88" y="220"/>
                    <a:pt x="89" y="224"/>
                    <a:pt x="92" y="228"/>
                  </a:cubicBezTo>
                  <a:cubicBezTo>
                    <a:pt x="94" y="230"/>
                    <a:pt x="97" y="231"/>
                    <a:pt x="99" y="231"/>
                  </a:cubicBezTo>
                  <a:cubicBezTo>
                    <a:pt x="101" y="231"/>
                    <a:pt x="102" y="230"/>
                    <a:pt x="104" y="230"/>
                  </a:cubicBezTo>
                  <a:cubicBezTo>
                    <a:pt x="187" y="192"/>
                    <a:pt x="187" y="192"/>
                    <a:pt x="187" y="192"/>
                  </a:cubicBezTo>
                  <a:cubicBezTo>
                    <a:pt x="189" y="191"/>
                    <a:pt x="191" y="189"/>
                    <a:pt x="192" y="187"/>
                  </a:cubicBezTo>
                  <a:cubicBezTo>
                    <a:pt x="230" y="104"/>
                    <a:pt x="230" y="104"/>
                    <a:pt x="230" y="104"/>
                  </a:cubicBezTo>
                  <a:cubicBezTo>
                    <a:pt x="232" y="100"/>
                    <a:pt x="231" y="95"/>
                    <a:pt x="228" y="92"/>
                  </a:cubicBezTo>
                  <a:cubicBezTo>
                    <a:pt x="224" y="89"/>
                    <a:pt x="220" y="88"/>
                    <a:pt x="216" y="90"/>
                  </a:cubicBezTo>
                  <a:close/>
                  <a:moveTo>
                    <a:pt x="140" y="155"/>
                  </a:moveTo>
                  <a:cubicBezTo>
                    <a:pt x="164" y="179"/>
                    <a:pt x="164" y="179"/>
                    <a:pt x="164" y="179"/>
                  </a:cubicBezTo>
                  <a:cubicBezTo>
                    <a:pt x="121" y="199"/>
                    <a:pt x="121" y="199"/>
                    <a:pt x="121" y="199"/>
                  </a:cubicBezTo>
                  <a:lnTo>
                    <a:pt x="140" y="155"/>
                  </a:lnTo>
                  <a:close/>
                  <a:moveTo>
                    <a:pt x="179" y="164"/>
                  </a:moveTo>
                  <a:cubicBezTo>
                    <a:pt x="155" y="140"/>
                    <a:pt x="155" y="140"/>
                    <a:pt x="155" y="140"/>
                  </a:cubicBezTo>
                  <a:cubicBezTo>
                    <a:pt x="199" y="121"/>
                    <a:pt x="199" y="121"/>
                    <a:pt x="199" y="121"/>
                  </a:cubicBezTo>
                  <a:lnTo>
                    <a:pt x="179" y="164"/>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200" dirty="0">
                <a:solidFill>
                  <a:prstClr val="black"/>
                </a:solidFill>
                <a:latin typeface="Aptos" panose="020B0004020202020204" pitchFamily="34" charset="0"/>
              </a:endParaRPr>
            </a:p>
          </p:txBody>
        </p:sp>
      </p:grpSp>
    </p:spTree>
    <p:extLst>
      <p:ext uri="{BB962C8B-B14F-4D97-AF65-F5344CB8AC3E}">
        <p14:creationId xmlns:p14="http://schemas.microsoft.com/office/powerpoint/2010/main" val="1815700417"/>
      </p:ext>
    </p:extLst>
  </p:cSld>
  <p:clrMapOvr>
    <a:masterClrMapping/>
  </p:clrMapOvr>
  <p:transition>
    <p:fade/>
  </p:transition>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502B6-DA16-2C47-AAA1-15051C568ABF}"/>
              </a:ext>
            </a:extLst>
          </p:cNvPr>
          <p:cNvSpPr>
            <a:spLocks noGrp="1"/>
          </p:cNvSpPr>
          <p:nvPr>
            <p:ph type="title"/>
          </p:nvPr>
        </p:nvSpPr>
        <p:spPr/>
        <p:txBody>
          <a:bodyPr/>
          <a:lstStyle/>
          <a:p>
            <a:r>
              <a:rPr lang="en-US" dirty="0"/>
              <a:t>Tools</a:t>
            </a:r>
          </a:p>
        </p:txBody>
      </p:sp>
      <p:sp>
        <p:nvSpPr>
          <p:cNvPr id="4" name="Back gear">
            <a:extLst>
              <a:ext uri="{FF2B5EF4-FFF2-40B4-BE49-F238E27FC236}">
                <a16:creationId xmlns:a16="http://schemas.microsoft.com/office/drawing/2014/main" id="{98623500-F16A-5B45-A74A-D274F3288A8F}"/>
              </a:ext>
            </a:extLst>
          </p:cNvPr>
          <p:cNvSpPr>
            <a:spLocks noEditPoints="1"/>
          </p:cNvSpPr>
          <p:nvPr/>
        </p:nvSpPr>
        <p:spPr bwMode="auto">
          <a:xfrm>
            <a:off x="3247829" y="2443560"/>
            <a:ext cx="1721942" cy="1732261"/>
          </a:xfrm>
          <a:custGeom>
            <a:avLst/>
            <a:gdLst/>
            <a:ahLst/>
            <a:cxnLst>
              <a:cxn ang="0">
                <a:pos x="1600" y="838"/>
              </a:cxn>
              <a:cxn ang="0">
                <a:pos x="1762" y="690"/>
              </a:cxn>
              <a:cxn ang="0">
                <a:pos x="1538" y="599"/>
              </a:cxn>
              <a:cxn ang="0">
                <a:pos x="1640" y="404"/>
              </a:cxn>
              <a:cxn ang="0">
                <a:pos x="1398" y="395"/>
              </a:cxn>
              <a:cxn ang="0">
                <a:pos x="1427" y="178"/>
              </a:cxn>
              <a:cxn ang="0">
                <a:pos x="1196" y="251"/>
              </a:cxn>
              <a:cxn ang="0">
                <a:pos x="1149" y="37"/>
              </a:cxn>
              <a:cxn ang="0">
                <a:pos x="957" y="185"/>
              </a:cxn>
              <a:cxn ang="0">
                <a:pos x="840" y="0"/>
              </a:cxn>
              <a:cxn ang="0">
                <a:pos x="711" y="205"/>
              </a:cxn>
              <a:cxn ang="0">
                <a:pos x="537" y="71"/>
              </a:cxn>
              <a:cxn ang="0">
                <a:pos x="486" y="308"/>
              </a:cxn>
              <a:cxn ang="0">
                <a:pos x="277" y="242"/>
              </a:cxn>
              <a:cxn ang="0">
                <a:pos x="309" y="482"/>
              </a:cxn>
              <a:cxn ang="0">
                <a:pos x="90" y="491"/>
              </a:cxn>
              <a:cxn ang="0">
                <a:pos x="203" y="705"/>
              </a:cxn>
              <a:cxn ang="0">
                <a:pos x="0" y="789"/>
              </a:cxn>
              <a:cxn ang="0">
                <a:pos x="177" y="895"/>
              </a:cxn>
              <a:cxn ang="0">
                <a:pos x="0" y="1001"/>
              </a:cxn>
              <a:cxn ang="0">
                <a:pos x="203" y="1085"/>
              </a:cxn>
              <a:cxn ang="0">
                <a:pos x="90" y="1299"/>
              </a:cxn>
              <a:cxn ang="0">
                <a:pos x="309" y="1308"/>
              </a:cxn>
              <a:cxn ang="0">
                <a:pos x="277" y="1548"/>
              </a:cxn>
              <a:cxn ang="0">
                <a:pos x="485" y="1482"/>
              </a:cxn>
              <a:cxn ang="0">
                <a:pos x="537" y="1719"/>
              </a:cxn>
              <a:cxn ang="0">
                <a:pos x="711" y="1585"/>
              </a:cxn>
              <a:cxn ang="0">
                <a:pos x="840" y="1790"/>
              </a:cxn>
              <a:cxn ang="0">
                <a:pos x="957" y="1605"/>
              </a:cxn>
              <a:cxn ang="0">
                <a:pos x="1149" y="1753"/>
              </a:cxn>
              <a:cxn ang="0">
                <a:pos x="1196" y="1539"/>
              </a:cxn>
              <a:cxn ang="0">
                <a:pos x="1427" y="1612"/>
              </a:cxn>
              <a:cxn ang="0">
                <a:pos x="1398" y="1395"/>
              </a:cxn>
              <a:cxn ang="0">
                <a:pos x="1640" y="1386"/>
              </a:cxn>
              <a:cxn ang="0">
                <a:pos x="1538" y="1191"/>
              </a:cxn>
              <a:cxn ang="0">
                <a:pos x="1762" y="1100"/>
              </a:cxn>
              <a:cxn ang="0">
                <a:pos x="1600" y="952"/>
              </a:cxn>
              <a:cxn ang="0">
                <a:pos x="894" y="1176"/>
              </a:cxn>
              <a:cxn ang="0">
                <a:pos x="894" y="615"/>
              </a:cxn>
              <a:cxn ang="0">
                <a:pos x="894" y="1176"/>
              </a:cxn>
            </a:cxnLst>
            <a:rect l="0" t="0" r="r" b="b"/>
            <a:pathLst>
              <a:path w="1780" h="1790">
                <a:moveTo>
                  <a:pt x="1603" y="895"/>
                </a:moveTo>
                <a:cubicBezTo>
                  <a:pt x="1603" y="876"/>
                  <a:pt x="1602" y="857"/>
                  <a:pt x="1600" y="838"/>
                </a:cubicBezTo>
                <a:cubicBezTo>
                  <a:pt x="1780" y="789"/>
                  <a:pt x="1780" y="789"/>
                  <a:pt x="1780" y="789"/>
                </a:cubicBezTo>
                <a:cubicBezTo>
                  <a:pt x="1762" y="690"/>
                  <a:pt x="1762" y="690"/>
                  <a:pt x="1762" y="690"/>
                </a:cubicBezTo>
                <a:cubicBezTo>
                  <a:pt x="1577" y="705"/>
                  <a:pt x="1577" y="705"/>
                  <a:pt x="1577" y="705"/>
                </a:cubicBezTo>
                <a:cubicBezTo>
                  <a:pt x="1567" y="668"/>
                  <a:pt x="1554" y="633"/>
                  <a:pt x="1538" y="599"/>
                </a:cubicBezTo>
                <a:cubicBezTo>
                  <a:pt x="1690" y="491"/>
                  <a:pt x="1690" y="491"/>
                  <a:pt x="1690" y="491"/>
                </a:cubicBezTo>
                <a:cubicBezTo>
                  <a:pt x="1640" y="404"/>
                  <a:pt x="1640" y="404"/>
                  <a:pt x="1640" y="404"/>
                </a:cubicBezTo>
                <a:cubicBezTo>
                  <a:pt x="1471" y="482"/>
                  <a:pt x="1471" y="482"/>
                  <a:pt x="1471" y="482"/>
                </a:cubicBezTo>
                <a:cubicBezTo>
                  <a:pt x="1449" y="451"/>
                  <a:pt x="1424" y="422"/>
                  <a:pt x="1398" y="395"/>
                </a:cubicBezTo>
                <a:cubicBezTo>
                  <a:pt x="1503" y="242"/>
                  <a:pt x="1503" y="242"/>
                  <a:pt x="1503" y="242"/>
                </a:cubicBezTo>
                <a:cubicBezTo>
                  <a:pt x="1427" y="178"/>
                  <a:pt x="1427" y="178"/>
                  <a:pt x="1427" y="178"/>
                </a:cubicBezTo>
                <a:cubicBezTo>
                  <a:pt x="1294" y="308"/>
                  <a:pt x="1294" y="308"/>
                  <a:pt x="1294" y="308"/>
                </a:cubicBezTo>
                <a:cubicBezTo>
                  <a:pt x="1263" y="287"/>
                  <a:pt x="1231" y="267"/>
                  <a:pt x="1196" y="251"/>
                </a:cubicBezTo>
                <a:cubicBezTo>
                  <a:pt x="1243" y="71"/>
                  <a:pt x="1243" y="71"/>
                  <a:pt x="1243" y="71"/>
                </a:cubicBezTo>
                <a:cubicBezTo>
                  <a:pt x="1149" y="37"/>
                  <a:pt x="1149" y="37"/>
                  <a:pt x="1149" y="37"/>
                </a:cubicBezTo>
                <a:cubicBezTo>
                  <a:pt x="1069" y="205"/>
                  <a:pt x="1069" y="205"/>
                  <a:pt x="1069" y="205"/>
                </a:cubicBezTo>
                <a:cubicBezTo>
                  <a:pt x="1033" y="195"/>
                  <a:pt x="996" y="189"/>
                  <a:pt x="957" y="185"/>
                </a:cubicBezTo>
                <a:cubicBezTo>
                  <a:pt x="940" y="0"/>
                  <a:pt x="940" y="0"/>
                  <a:pt x="940" y="0"/>
                </a:cubicBezTo>
                <a:cubicBezTo>
                  <a:pt x="840" y="0"/>
                  <a:pt x="840" y="0"/>
                  <a:pt x="840" y="0"/>
                </a:cubicBezTo>
                <a:cubicBezTo>
                  <a:pt x="822" y="185"/>
                  <a:pt x="822" y="185"/>
                  <a:pt x="822" y="185"/>
                </a:cubicBezTo>
                <a:cubicBezTo>
                  <a:pt x="784" y="189"/>
                  <a:pt x="747" y="195"/>
                  <a:pt x="711" y="205"/>
                </a:cubicBezTo>
                <a:cubicBezTo>
                  <a:pt x="631" y="37"/>
                  <a:pt x="631" y="37"/>
                  <a:pt x="631" y="37"/>
                </a:cubicBezTo>
                <a:cubicBezTo>
                  <a:pt x="537" y="71"/>
                  <a:pt x="537" y="71"/>
                  <a:pt x="537" y="71"/>
                </a:cubicBezTo>
                <a:cubicBezTo>
                  <a:pt x="584" y="251"/>
                  <a:pt x="584" y="251"/>
                  <a:pt x="584" y="251"/>
                </a:cubicBezTo>
                <a:cubicBezTo>
                  <a:pt x="549" y="267"/>
                  <a:pt x="517" y="287"/>
                  <a:pt x="486" y="308"/>
                </a:cubicBezTo>
                <a:cubicBezTo>
                  <a:pt x="353" y="178"/>
                  <a:pt x="353" y="178"/>
                  <a:pt x="353" y="178"/>
                </a:cubicBezTo>
                <a:cubicBezTo>
                  <a:pt x="277" y="242"/>
                  <a:pt x="277" y="242"/>
                  <a:pt x="277" y="242"/>
                </a:cubicBezTo>
                <a:cubicBezTo>
                  <a:pt x="382" y="395"/>
                  <a:pt x="382" y="395"/>
                  <a:pt x="382" y="395"/>
                </a:cubicBezTo>
                <a:cubicBezTo>
                  <a:pt x="356" y="422"/>
                  <a:pt x="331" y="451"/>
                  <a:pt x="309" y="482"/>
                </a:cubicBezTo>
                <a:cubicBezTo>
                  <a:pt x="140" y="404"/>
                  <a:pt x="140" y="404"/>
                  <a:pt x="140" y="404"/>
                </a:cubicBezTo>
                <a:cubicBezTo>
                  <a:pt x="90" y="491"/>
                  <a:pt x="90" y="491"/>
                  <a:pt x="90" y="491"/>
                </a:cubicBezTo>
                <a:cubicBezTo>
                  <a:pt x="242" y="599"/>
                  <a:pt x="242" y="599"/>
                  <a:pt x="242" y="599"/>
                </a:cubicBezTo>
                <a:cubicBezTo>
                  <a:pt x="226" y="633"/>
                  <a:pt x="213" y="668"/>
                  <a:pt x="203" y="705"/>
                </a:cubicBezTo>
                <a:cubicBezTo>
                  <a:pt x="18" y="690"/>
                  <a:pt x="18" y="690"/>
                  <a:pt x="18" y="690"/>
                </a:cubicBezTo>
                <a:cubicBezTo>
                  <a:pt x="0" y="789"/>
                  <a:pt x="0" y="789"/>
                  <a:pt x="0" y="789"/>
                </a:cubicBezTo>
                <a:cubicBezTo>
                  <a:pt x="179" y="838"/>
                  <a:pt x="179" y="838"/>
                  <a:pt x="179" y="838"/>
                </a:cubicBezTo>
                <a:cubicBezTo>
                  <a:pt x="178" y="857"/>
                  <a:pt x="177" y="876"/>
                  <a:pt x="177" y="895"/>
                </a:cubicBezTo>
                <a:cubicBezTo>
                  <a:pt x="177" y="914"/>
                  <a:pt x="178" y="933"/>
                  <a:pt x="179" y="952"/>
                </a:cubicBezTo>
                <a:cubicBezTo>
                  <a:pt x="0" y="1001"/>
                  <a:pt x="0" y="1001"/>
                  <a:pt x="0" y="1001"/>
                </a:cubicBezTo>
                <a:cubicBezTo>
                  <a:pt x="18" y="1100"/>
                  <a:pt x="18" y="1100"/>
                  <a:pt x="18" y="1100"/>
                </a:cubicBezTo>
                <a:cubicBezTo>
                  <a:pt x="203" y="1085"/>
                  <a:pt x="203" y="1085"/>
                  <a:pt x="203" y="1085"/>
                </a:cubicBezTo>
                <a:cubicBezTo>
                  <a:pt x="213" y="1122"/>
                  <a:pt x="226" y="1157"/>
                  <a:pt x="242" y="1191"/>
                </a:cubicBezTo>
                <a:cubicBezTo>
                  <a:pt x="90" y="1299"/>
                  <a:pt x="90" y="1299"/>
                  <a:pt x="90" y="1299"/>
                </a:cubicBezTo>
                <a:cubicBezTo>
                  <a:pt x="140" y="1386"/>
                  <a:pt x="140" y="1386"/>
                  <a:pt x="140" y="1386"/>
                </a:cubicBezTo>
                <a:cubicBezTo>
                  <a:pt x="309" y="1308"/>
                  <a:pt x="309" y="1308"/>
                  <a:pt x="309" y="1308"/>
                </a:cubicBezTo>
                <a:cubicBezTo>
                  <a:pt x="331" y="1339"/>
                  <a:pt x="356" y="1368"/>
                  <a:pt x="382" y="1395"/>
                </a:cubicBezTo>
                <a:cubicBezTo>
                  <a:pt x="277" y="1548"/>
                  <a:pt x="277" y="1548"/>
                  <a:pt x="277" y="1548"/>
                </a:cubicBezTo>
                <a:cubicBezTo>
                  <a:pt x="353" y="1612"/>
                  <a:pt x="353" y="1612"/>
                  <a:pt x="353" y="1612"/>
                </a:cubicBezTo>
                <a:cubicBezTo>
                  <a:pt x="485" y="1482"/>
                  <a:pt x="485" y="1482"/>
                  <a:pt x="485" y="1482"/>
                </a:cubicBezTo>
                <a:cubicBezTo>
                  <a:pt x="517" y="1503"/>
                  <a:pt x="549" y="1523"/>
                  <a:pt x="584" y="1539"/>
                </a:cubicBezTo>
                <a:cubicBezTo>
                  <a:pt x="537" y="1719"/>
                  <a:pt x="537" y="1719"/>
                  <a:pt x="537" y="1719"/>
                </a:cubicBezTo>
                <a:cubicBezTo>
                  <a:pt x="631" y="1753"/>
                  <a:pt x="631" y="1753"/>
                  <a:pt x="631" y="1753"/>
                </a:cubicBezTo>
                <a:cubicBezTo>
                  <a:pt x="711" y="1585"/>
                  <a:pt x="711" y="1585"/>
                  <a:pt x="711" y="1585"/>
                </a:cubicBezTo>
                <a:cubicBezTo>
                  <a:pt x="747" y="1595"/>
                  <a:pt x="784" y="1601"/>
                  <a:pt x="822" y="1605"/>
                </a:cubicBezTo>
                <a:cubicBezTo>
                  <a:pt x="840" y="1790"/>
                  <a:pt x="840" y="1790"/>
                  <a:pt x="840" y="1790"/>
                </a:cubicBezTo>
                <a:cubicBezTo>
                  <a:pt x="940" y="1790"/>
                  <a:pt x="940" y="1790"/>
                  <a:pt x="940" y="1790"/>
                </a:cubicBezTo>
                <a:cubicBezTo>
                  <a:pt x="957" y="1605"/>
                  <a:pt x="957" y="1605"/>
                  <a:pt x="957" y="1605"/>
                </a:cubicBezTo>
                <a:cubicBezTo>
                  <a:pt x="996" y="1601"/>
                  <a:pt x="1033" y="1595"/>
                  <a:pt x="1069" y="1585"/>
                </a:cubicBezTo>
                <a:cubicBezTo>
                  <a:pt x="1149" y="1753"/>
                  <a:pt x="1149" y="1753"/>
                  <a:pt x="1149" y="1753"/>
                </a:cubicBezTo>
                <a:cubicBezTo>
                  <a:pt x="1243" y="1719"/>
                  <a:pt x="1243" y="1719"/>
                  <a:pt x="1243" y="1719"/>
                </a:cubicBezTo>
                <a:cubicBezTo>
                  <a:pt x="1196" y="1539"/>
                  <a:pt x="1196" y="1539"/>
                  <a:pt x="1196" y="1539"/>
                </a:cubicBezTo>
                <a:cubicBezTo>
                  <a:pt x="1231" y="1523"/>
                  <a:pt x="1263" y="1503"/>
                  <a:pt x="1294" y="1482"/>
                </a:cubicBezTo>
                <a:cubicBezTo>
                  <a:pt x="1427" y="1612"/>
                  <a:pt x="1427" y="1612"/>
                  <a:pt x="1427" y="1612"/>
                </a:cubicBezTo>
                <a:cubicBezTo>
                  <a:pt x="1503" y="1548"/>
                  <a:pt x="1503" y="1548"/>
                  <a:pt x="1503" y="1548"/>
                </a:cubicBezTo>
                <a:cubicBezTo>
                  <a:pt x="1398" y="1395"/>
                  <a:pt x="1398" y="1395"/>
                  <a:pt x="1398" y="1395"/>
                </a:cubicBezTo>
                <a:cubicBezTo>
                  <a:pt x="1424" y="1368"/>
                  <a:pt x="1449" y="1339"/>
                  <a:pt x="1471" y="1308"/>
                </a:cubicBezTo>
                <a:cubicBezTo>
                  <a:pt x="1640" y="1386"/>
                  <a:pt x="1640" y="1386"/>
                  <a:pt x="1640" y="1386"/>
                </a:cubicBezTo>
                <a:cubicBezTo>
                  <a:pt x="1690" y="1299"/>
                  <a:pt x="1690" y="1299"/>
                  <a:pt x="1690" y="1299"/>
                </a:cubicBezTo>
                <a:cubicBezTo>
                  <a:pt x="1538" y="1191"/>
                  <a:pt x="1538" y="1191"/>
                  <a:pt x="1538" y="1191"/>
                </a:cubicBezTo>
                <a:cubicBezTo>
                  <a:pt x="1554" y="1157"/>
                  <a:pt x="1567" y="1122"/>
                  <a:pt x="1577" y="1085"/>
                </a:cubicBezTo>
                <a:cubicBezTo>
                  <a:pt x="1762" y="1100"/>
                  <a:pt x="1762" y="1100"/>
                  <a:pt x="1762" y="1100"/>
                </a:cubicBezTo>
                <a:cubicBezTo>
                  <a:pt x="1780" y="1001"/>
                  <a:pt x="1780" y="1001"/>
                  <a:pt x="1780" y="1001"/>
                </a:cubicBezTo>
                <a:cubicBezTo>
                  <a:pt x="1600" y="952"/>
                  <a:pt x="1600" y="952"/>
                  <a:pt x="1600" y="952"/>
                </a:cubicBezTo>
                <a:cubicBezTo>
                  <a:pt x="1602" y="933"/>
                  <a:pt x="1603" y="914"/>
                  <a:pt x="1603" y="895"/>
                </a:cubicBezTo>
                <a:close/>
                <a:moveTo>
                  <a:pt x="894" y="1176"/>
                </a:moveTo>
                <a:cubicBezTo>
                  <a:pt x="739" y="1176"/>
                  <a:pt x="614" y="1050"/>
                  <a:pt x="614" y="895"/>
                </a:cubicBezTo>
                <a:cubicBezTo>
                  <a:pt x="614" y="740"/>
                  <a:pt x="739" y="615"/>
                  <a:pt x="894" y="615"/>
                </a:cubicBezTo>
                <a:cubicBezTo>
                  <a:pt x="1049" y="615"/>
                  <a:pt x="1175" y="740"/>
                  <a:pt x="1175" y="895"/>
                </a:cubicBezTo>
                <a:cubicBezTo>
                  <a:pt x="1175" y="1050"/>
                  <a:pt x="1049" y="1176"/>
                  <a:pt x="894" y="1176"/>
                </a:cubicBezTo>
                <a:close/>
              </a:path>
            </a:pathLst>
          </a:custGeom>
          <a:solidFill>
            <a:schemeClr val="bg1">
              <a:lumMod val="95000"/>
            </a:schemeClr>
          </a:solidFill>
          <a:ln w="9525">
            <a:noFill/>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5" name="Back gear">
            <a:extLst>
              <a:ext uri="{FF2B5EF4-FFF2-40B4-BE49-F238E27FC236}">
                <a16:creationId xmlns:a16="http://schemas.microsoft.com/office/drawing/2014/main" id="{0CC37C8C-25F6-1F4A-A6AA-AD41E7EE9CF1}"/>
              </a:ext>
            </a:extLst>
          </p:cNvPr>
          <p:cNvSpPr>
            <a:spLocks noEditPoints="1"/>
          </p:cNvSpPr>
          <p:nvPr/>
        </p:nvSpPr>
        <p:spPr bwMode="auto">
          <a:xfrm>
            <a:off x="4630542" y="3827562"/>
            <a:ext cx="1206004" cy="1212453"/>
          </a:xfrm>
          <a:custGeom>
            <a:avLst/>
            <a:gdLst/>
            <a:ahLst/>
            <a:cxnLst>
              <a:cxn ang="0">
                <a:pos x="1120" y="587"/>
              </a:cxn>
              <a:cxn ang="0">
                <a:pos x="1234" y="483"/>
              </a:cxn>
              <a:cxn ang="0">
                <a:pos x="1077" y="419"/>
              </a:cxn>
              <a:cxn ang="0">
                <a:pos x="1148" y="283"/>
              </a:cxn>
              <a:cxn ang="0">
                <a:pos x="978" y="276"/>
              </a:cxn>
              <a:cxn ang="0">
                <a:pos x="999" y="124"/>
              </a:cxn>
              <a:cxn ang="0">
                <a:pos x="837" y="175"/>
              </a:cxn>
              <a:cxn ang="0">
                <a:pos x="804" y="26"/>
              </a:cxn>
              <a:cxn ang="0">
                <a:pos x="670" y="129"/>
              </a:cxn>
              <a:cxn ang="0">
                <a:pos x="588" y="0"/>
              </a:cxn>
              <a:cxn ang="0">
                <a:pos x="497" y="143"/>
              </a:cxn>
              <a:cxn ang="0">
                <a:pos x="375" y="49"/>
              </a:cxn>
              <a:cxn ang="0">
                <a:pos x="339" y="215"/>
              </a:cxn>
              <a:cxn ang="0">
                <a:pos x="193" y="169"/>
              </a:cxn>
              <a:cxn ang="0">
                <a:pos x="216" y="337"/>
              </a:cxn>
              <a:cxn ang="0">
                <a:pos x="63" y="343"/>
              </a:cxn>
              <a:cxn ang="0">
                <a:pos x="141" y="493"/>
              </a:cxn>
              <a:cxn ang="0">
                <a:pos x="0" y="552"/>
              </a:cxn>
              <a:cxn ang="0">
                <a:pos x="123" y="626"/>
              </a:cxn>
              <a:cxn ang="0">
                <a:pos x="0" y="701"/>
              </a:cxn>
              <a:cxn ang="0">
                <a:pos x="141" y="759"/>
              </a:cxn>
              <a:cxn ang="0">
                <a:pos x="63" y="909"/>
              </a:cxn>
              <a:cxn ang="0">
                <a:pos x="216" y="916"/>
              </a:cxn>
              <a:cxn ang="0">
                <a:pos x="193" y="1084"/>
              </a:cxn>
              <a:cxn ang="0">
                <a:pos x="339" y="1037"/>
              </a:cxn>
              <a:cxn ang="0">
                <a:pos x="375" y="1203"/>
              </a:cxn>
              <a:cxn ang="0">
                <a:pos x="497" y="1110"/>
              </a:cxn>
              <a:cxn ang="0">
                <a:pos x="588" y="1253"/>
              </a:cxn>
              <a:cxn ang="0">
                <a:pos x="670" y="1123"/>
              </a:cxn>
              <a:cxn ang="0">
                <a:pos x="804" y="1227"/>
              </a:cxn>
              <a:cxn ang="0">
                <a:pos x="837" y="1077"/>
              </a:cxn>
              <a:cxn ang="0">
                <a:pos x="999" y="1129"/>
              </a:cxn>
              <a:cxn ang="0">
                <a:pos x="978" y="977"/>
              </a:cxn>
              <a:cxn ang="0">
                <a:pos x="1148" y="970"/>
              </a:cxn>
              <a:cxn ang="0">
                <a:pos x="1077" y="834"/>
              </a:cxn>
              <a:cxn ang="0">
                <a:pos x="1234" y="770"/>
              </a:cxn>
              <a:cxn ang="0">
                <a:pos x="1120" y="666"/>
              </a:cxn>
              <a:cxn ang="0">
                <a:pos x="626" y="823"/>
              </a:cxn>
              <a:cxn ang="0">
                <a:pos x="626" y="430"/>
              </a:cxn>
              <a:cxn ang="0">
                <a:pos x="626" y="823"/>
              </a:cxn>
            </a:cxnLst>
            <a:rect l="0" t="0" r="r" b="b"/>
            <a:pathLst>
              <a:path w="1246" h="1253">
                <a:moveTo>
                  <a:pt x="1122" y="626"/>
                </a:moveTo>
                <a:cubicBezTo>
                  <a:pt x="1122" y="613"/>
                  <a:pt x="1121" y="600"/>
                  <a:pt x="1120" y="587"/>
                </a:cubicBezTo>
                <a:cubicBezTo>
                  <a:pt x="1246" y="552"/>
                  <a:pt x="1246" y="552"/>
                  <a:pt x="1246" y="552"/>
                </a:cubicBezTo>
                <a:cubicBezTo>
                  <a:pt x="1234" y="483"/>
                  <a:pt x="1234" y="483"/>
                  <a:pt x="1234" y="483"/>
                </a:cubicBezTo>
                <a:cubicBezTo>
                  <a:pt x="1104" y="493"/>
                  <a:pt x="1104" y="493"/>
                  <a:pt x="1104" y="493"/>
                </a:cubicBezTo>
                <a:cubicBezTo>
                  <a:pt x="1097" y="468"/>
                  <a:pt x="1088" y="443"/>
                  <a:pt x="1077" y="419"/>
                </a:cubicBezTo>
                <a:cubicBezTo>
                  <a:pt x="1183" y="343"/>
                  <a:pt x="1183" y="343"/>
                  <a:pt x="1183" y="343"/>
                </a:cubicBezTo>
                <a:cubicBezTo>
                  <a:pt x="1148" y="283"/>
                  <a:pt x="1148" y="283"/>
                  <a:pt x="1148" y="283"/>
                </a:cubicBezTo>
                <a:cubicBezTo>
                  <a:pt x="1029" y="337"/>
                  <a:pt x="1029" y="337"/>
                  <a:pt x="1029" y="337"/>
                </a:cubicBezTo>
                <a:cubicBezTo>
                  <a:pt x="1014" y="315"/>
                  <a:pt x="997" y="295"/>
                  <a:pt x="978" y="276"/>
                </a:cubicBezTo>
                <a:cubicBezTo>
                  <a:pt x="1052" y="169"/>
                  <a:pt x="1052" y="169"/>
                  <a:pt x="1052" y="169"/>
                </a:cubicBezTo>
                <a:cubicBezTo>
                  <a:pt x="999" y="124"/>
                  <a:pt x="999" y="124"/>
                  <a:pt x="999" y="124"/>
                </a:cubicBezTo>
                <a:cubicBezTo>
                  <a:pt x="906" y="215"/>
                  <a:pt x="906" y="215"/>
                  <a:pt x="906" y="215"/>
                </a:cubicBezTo>
                <a:cubicBezTo>
                  <a:pt x="884" y="200"/>
                  <a:pt x="861" y="187"/>
                  <a:pt x="837" y="175"/>
                </a:cubicBezTo>
                <a:cubicBezTo>
                  <a:pt x="870" y="49"/>
                  <a:pt x="870" y="49"/>
                  <a:pt x="870" y="49"/>
                </a:cubicBezTo>
                <a:cubicBezTo>
                  <a:pt x="804" y="26"/>
                  <a:pt x="804" y="26"/>
                  <a:pt x="804" y="26"/>
                </a:cubicBezTo>
                <a:cubicBezTo>
                  <a:pt x="748" y="143"/>
                  <a:pt x="748" y="143"/>
                  <a:pt x="748" y="143"/>
                </a:cubicBezTo>
                <a:cubicBezTo>
                  <a:pt x="723" y="136"/>
                  <a:pt x="697" y="132"/>
                  <a:pt x="670" y="129"/>
                </a:cubicBezTo>
                <a:cubicBezTo>
                  <a:pt x="658" y="0"/>
                  <a:pt x="658" y="0"/>
                  <a:pt x="658" y="0"/>
                </a:cubicBezTo>
                <a:cubicBezTo>
                  <a:pt x="588" y="0"/>
                  <a:pt x="588" y="0"/>
                  <a:pt x="588" y="0"/>
                </a:cubicBezTo>
                <a:cubicBezTo>
                  <a:pt x="575" y="129"/>
                  <a:pt x="575" y="129"/>
                  <a:pt x="575" y="129"/>
                </a:cubicBezTo>
                <a:cubicBezTo>
                  <a:pt x="549" y="132"/>
                  <a:pt x="522" y="136"/>
                  <a:pt x="497" y="143"/>
                </a:cubicBezTo>
                <a:cubicBezTo>
                  <a:pt x="441" y="26"/>
                  <a:pt x="441" y="26"/>
                  <a:pt x="441" y="26"/>
                </a:cubicBezTo>
                <a:cubicBezTo>
                  <a:pt x="375" y="49"/>
                  <a:pt x="375" y="49"/>
                  <a:pt x="375" y="49"/>
                </a:cubicBezTo>
                <a:cubicBezTo>
                  <a:pt x="408" y="175"/>
                  <a:pt x="408" y="175"/>
                  <a:pt x="408" y="175"/>
                </a:cubicBezTo>
                <a:cubicBezTo>
                  <a:pt x="384" y="187"/>
                  <a:pt x="361" y="200"/>
                  <a:pt x="339" y="215"/>
                </a:cubicBezTo>
                <a:cubicBezTo>
                  <a:pt x="247" y="124"/>
                  <a:pt x="247" y="124"/>
                  <a:pt x="247" y="124"/>
                </a:cubicBezTo>
                <a:cubicBezTo>
                  <a:pt x="193" y="169"/>
                  <a:pt x="193" y="169"/>
                  <a:pt x="193" y="169"/>
                </a:cubicBezTo>
                <a:cubicBezTo>
                  <a:pt x="267" y="276"/>
                  <a:pt x="267" y="276"/>
                  <a:pt x="267" y="276"/>
                </a:cubicBezTo>
                <a:cubicBezTo>
                  <a:pt x="248" y="295"/>
                  <a:pt x="231" y="315"/>
                  <a:pt x="216" y="337"/>
                </a:cubicBezTo>
                <a:cubicBezTo>
                  <a:pt x="98" y="283"/>
                  <a:pt x="98" y="283"/>
                  <a:pt x="98" y="283"/>
                </a:cubicBezTo>
                <a:cubicBezTo>
                  <a:pt x="63" y="343"/>
                  <a:pt x="63" y="343"/>
                  <a:pt x="63" y="343"/>
                </a:cubicBezTo>
                <a:cubicBezTo>
                  <a:pt x="169" y="419"/>
                  <a:pt x="169" y="419"/>
                  <a:pt x="169" y="419"/>
                </a:cubicBezTo>
                <a:cubicBezTo>
                  <a:pt x="158" y="443"/>
                  <a:pt x="148" y="468"/>
                  <a:pt x="141" y="493"/>
                </a:cubicBezTo>
                <a:cubicBezTo>
                  <a:pt x="12" y="483"/>
                  <a:pt x="12" y="483"/>
                  <a:pt x="12" y="483"/>
                </a:cubicBezTo>
                <a:cubicBezTo>
                  <a:pt x="0" y="552"/>
                  <a:pt x="0" y="552"/>
                  <a:pt x="0" y="552"/>
                </a:cubicBezTo>
                <a:cubicBezTo>
                  <a:pt x="125" y="587"/>
                  <a:pt x="125" y="587"/>
                  <a:pt x="125" y="587"/>
                </a:cubicBezTo>
                <a:cubicBezTo>
                  <a:pt x="124" y="600"/>
                  <a:pt x="123" y="613"/>
                  <a:pt x="123" y="626"/>
                </a:cubicBezTo>
                <a:cubicBezTo>
                  <a:pt x="123" y="640"/>
                  <a:pt x="124" y="653"/>
                  <a:pt x="125" y="666"/>
                </a:cubicBezTo>
                <a:cubicBezTo>
                  <a:pt x="0" y="701"/>
                  <a:pt x="0" y="701"/>
                  <a:pt x="0" y="701"/>
                </a:cubicBezTo>
                <a:cubicBezTo>
                  <a:pt x="12" y="770"/>
                  <a:pt x="12" y="770"/>
                  <a:pt x="12" y="770"/>
                </a:cubicBezTo>
                <a:cubicBezTo>
                  <a:pt x="141" y="759"/>
                  <a:pt x="141" y="759"/>
                  <a:pt x="141" y="759"/>
                </a:cubicBezTo>
                <a:cubicBezTo>
                  <a:pt x="148" y="785"/>
                  <a:pt x="158" y="810"/>
                  <a:pt x="169" y="834"/>
                </a:cubicBezTo>
                <a:cubicBezTo>
                  <a:pt x="63" y="909"/>
                  <a:pt x="63" y="909"/>
                  <a:pt x="63" y="909"/>
                </a:cubicBezTo>
                <a:cubicBezTo>
                  <a:pt x="98" y="970"/>
                  <a:pt x="98" y="970"/>
                  <a:pt x="98" y="970"/>
                </a:cubicBezTo>
                <a:cubicBezTo>
                  <a:pt x="216" y="916"/>
                  <a:pt x="216" y="916"/>
                  <a:pt x="216" y="916"/>
                </a:cubicBezTo>
                <a:cubicBezTo>
                  <a:pt x="231" y="937"/>
                  <a:pt x="248" y="958"/>
                  <a:pt x="267" y="977"/>
                </a:cubicBezTo>
                <a:cubicBezTo>
                  <a:pt x="193" y="1084"/>
                  <a:pt x="193" y="1084"/>
                  <a:pt x="193" y="1084"/>
                </a:cubicBezTo>
                <a:cubicBezTo>
                  <a:pt x="247" y="1129"/>
                  <a:pt x="247" y="1129"/>
                  <a:pt x="247" y="1129"/>
                </a:cubicBezTo>
                <a:cubicBezTo>
                  <a:pt x="339" y="1037"/>
                  <a:pt x="339" y="1037"/>
                  <a:pt x="339" y="1037"/>
                </a:cubicBezTo>
                <a:cubicBezTo>
                  <a:pt x="361" y="1052"/>
                  <a:pt x="384" y="1066"/>
                  <a:pt x="408" y="1077"/>
                </a:cubicBezTo>
                <a:cubicBezTo>
                  <a:pt x="375" y="1203"/>
                  <a:pt x="375" y="1203"/>
                  <a:pt x="375" y="1203"/>
                </a:cubicBezTo>
                <a:cubicBezTo>
                  <a:pt x="441" y="1227"/>
                  <a:pt x="441" y="1227"/>
                  <a:pt x="441" y="1227"/>
                </a:cubicBezTo>
                <a:cubicBezTo>
                  <a:pt x="497" y="1110"/>
                  <a:pt x="497" y="1110"/>
                  <a:pt x="497" y="1110"/>
                </a:cubicBezTo>
                <a:cubicBezTo>
                  <a:pt x="522" y="1116"/>
                  <a:pt x="549" y="1121"/>
                  <a:pt x="575" y="1123"/>
                </a:cubicBezTo>
                <a:cubicBezTo>
                  <a:pt x="588" y="1253"/>
                  <a:pt x="588" y="1253"/>
                  <a:pt x="588" y="1253"/>
                </a:cubicBezTo>
                <a:cubicBezTo>
                  <a:pt x="658" y="1253"/>
                  <a:pt x="658" y="1253"/>
                  <a:pt x="658" y="1253"/>
                </a:cubicBezTo>
                <a:cubicBezTo>
                  <a:pt x="670" y="1123"/>
                  <a:pt x="670" y="1123"/>
                  <a:pt x="670" y="1123"/>
                </a:cubicBezTo>
                <a:cubicBezTo>
                  <a:pt x="697" y="1121"/>
                  <a:pt x="723" y="1116"/>
                  <a:pt x="748" y="1110"/>
                </a:cubicBezTo>
                <a:cubicBezTo>
                  <a:pt x="804" y="1227"/>
                  <a:pt x="804" y="1227"/>
                  <a:pt x="804" y="1227"/>
                </a:cubicBezTo>
                <a:cubicBezTo>
                  <a:pt x="870" y="1203"/>
                  <a:pt x="870" y="1203"/>
                  <a:pt x="870" y="1203"/>
                </a:cubicBezTo>
                <a:cubicBezTo>
                  <a:pt x="837" y="1077"/>
                  <a:pt x="837" y="1077"/>
                  <a:pt x="837" y="1077"/>
                </a:cubicBezTo>
                <a:cubicBezTo>
                  <a:pt x="861" y="1066"/>
                  <a:pt x="884" y="1052"/>
                  <a:pt x="906" y="1037"/>
                </a:cubicBezTo>
                <a:cubicBezTo>
                  <a:pt x="999" y="1129"/>
                  <a:pt x="999" y="1129"/>
                  <a:pt x="999" y="1129"/>
                </a:cubicBezTo>
                <a:cubicBezTo>
                  <a:pt x="1052" y="1084"/>
                  <a:pt x="1052" y="1084"/>
                  <a:pt x="1052" y="1084"/>
                </a:cubicBezTo>
                <a:cubicBezTo>
                  <a:pt x="978" y="977"/>
                  <a:pt x="978" y="977"/>
                  <a:pt x="978" y="977"/>
                </a:cubicBezTo>
                <a:cubicBezTo>
                  <a:pt x="997" y="958"/>
                  <a:pt x="1014" y="937"/>
                  <a:pt x="1029" y="916"/>
                </a:cubicBezTo>
                <a:cubicBezTo>
                  <a:pt x="1148" y="970"/>
                  <a:pt x="1148" y="970"/>
                  <a:pt x="1148" y="970"/>
                </a:cubicBezTo>
                <a:cubicBezTo>
                  <a:pt x="1183" y="909"/>
                  <a:pt x="1183" y="909"/>
                  <a:pt x="1183" y="909"/>
                </a:cubicBezTo>
                <a:cubicBezTo>
                  <a:pt x="1077" y="834"/>
                  <a:pt x="1077" y="834"/>
                  <a:pt x="1077" y="834"/>
                </a:cubicBezTo>
                <a:cubicBezTo>
                  <a:pt x="1088" y="810"/>
                  <a:pt x="1097" y="785"/>
                  <a:pt x="1104" y="759"/>
                </a:cubicBezTo>
                <a:cubicBezTo>
                  <a:pt x="1234" y="770"/>
                  <a:pt x="1234" y="770"/>
                  <a:pt x="1234" y="770"/>
                </a:cubicBezTo>
                <a:cubicBezTo>
                  <a:pt x="1246" y="701"/>
                  <a:pt x="1246" y="701"/>
                  <a:pt x="1246" y="701"/>
                </a:cubicBezTo>
                <a:cubicBezTo>
                  <a:pt x="1120" y="666"/>
                  <a:pt x="1120" y="666"/>
                  <a:pt x="1120" y="666"/>
                </a:cubicBezTo>
                <a:cubicBezTo>
                  <a:pt x="1121" y="653"/>
                  <a:pt x="1122" y="640"/>
                  <a:pt x="1122" y="626"/>
                </a:cubicBezTo>
                <a:close/>
                <a:moveTo>
                  <a:pt x="626" y="823"/>
                </a:moveTo>
                <a:cubicBezTo>
                  <a:pt x="517" y="823"/>
                  <a:pt x="429" y="735"/>
                  <a:pt x="429" y="626"/>
                </a:cubicBezTo>
                <a:cubicBezTo>
                  <a:pt x="429" y="518"/>
                  <a:pt x="517" y="430"/>
                  <a:pt x="626" y="430"/>
                </a:cubicBezTo>
                <a:cubicBezTo>
                  <a:pt x="734" y="430"/>
                  <a:pt x="822" y="518"/>
                  <a:pt x="822" y="626"/>
                </a:cubicBezTo>
                <a:cubicBezTo>
                  <a:pt x="822" y="735"/>
                  <a:pt x="734" y="823"/>
                  <a:pt x="626" y="823"/>
                </a:cubicBezTo>
                <a:close/>
              </a:path>
            </a:pathLst>
          </a:custGeom>
          <a:solidFill>
            <a:schemeClr val="bg1">
              <a:lumMod val="95000"/>
            </a:schemeClr>
          </a:solidFill>
          <a:ln w="9525">
            <a:noFill/>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6" name="Wrench">
            <a:extLst>
              <a:ext uri="{FF2B5EF4-FFF2-40B4-BE49-F238E27FC236}">
                <a16:creationId xmlns:a16="http://schemas.microsoft.com/office/drawing/2014/main" id="{736770C2-E570-1648-97B5-6BEBBF06D820}"/>
              </a:ext>
            </a:extLst>
          </p:cNvPr>
          <p:cNvSpPr>
            <a:spLocks/>
          </p:cNvSpPr>
          <p:nvPr/>
        </p:nvSpPr>
        <p:spPr bwMode="auto">
          <a:xfrm>
            <a:off x="3185914" y="4454427"/>
            <a:ext cx="660400" cy="838398"/>
          </a:xfrm>
          <a:custGeom>
            <a:avLst/>
            <a:gdLst/>
            <a:ahLst/>
            <a:cxnLst>
              <a:cxn ang="0">
                <a:pos x="683" y="53"/>
              </a:cxn>
              <a:cxn ang="0">
                <a:pos x="191" y="174"/>
              </a:cxn>
              <a:cxn ang="0">
                <a:pos x="191" y="867"/>
              </a:cxn>
            </a:cxnLst>
            <a:rect l="0" t="0" r="r" b="b"/>
            <a:pathLst>
              <a:path w="683" h="867">
                <a:moveTo>
                  <a:pt x="683" y="53"/>
                </a:moveTo>
                <a:cubicBezTo>
                  <a:pt x="515" y="0"/>
                  <a:pt x="324" y="41"/>
                  <a:pt x="191" y="174"/>
                </a:cubicBezTo>
                <a:cubicBezTo>
                  <a:pt x="0" y="365"/>
                  <a:pt x="0" y="675"/>
                  <a:pt x="191" y="867"/>
                </a:cubicBezTo>
              </a:path>
            </a:pathLst>
          </a:custGeom>
          <a:noFill/>
          <a:ln w="104775" cap="rnd">
            <a:solidFill>
              <a:srgbClr val="62B5E5"/>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7" name="Wrench">
            <a:extLst>
              <a:ext uri="{FF2B5EF4-FFF2-40B4-BE49-F238E27FC236}">
                <a16:creationId xmlns:a16="http://schemas.microsoft.com/office/drawing/2014/main" id="{CB9D983D-A7A4-EE40-85DA-B17E71E8729A}"/>
              </a:ext>
            </a:extLst>
          </p:cNvPr>
          <p:cNvSpPr>
            <a:spLocks noChangeShapeType="1"/>
          </p:cNvSpPr>
          <p:nvPr/>
        </p:nvSpPr>
        <p:spPr bwMode="auto">
          <a:xfrm flipH="1">
            <a:off x="3846315" y="2813745"/>
            <a:ext cx="1692275" cy="1690986"/>
          </a:xfrm>
          <a:prstGeom prst="line">
            <a:avLst/>
          </a:prstGeom>
          <a:noFill/>
          <a:ln w="104775" cap="rnd">
            <a:solidFill>
              <a:srgbClr val="005587">
                <a:alpha val="69804"/>
              </a:srgbClr>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8" name="Wrench">
            <a:extLst>
              <a:ext uri="{FF2B5EF4-FFF2-40B4-BE49-F238E27FC236}">
                <a16:creationId xmlns:a16="http://schemas.microsoft.com/office/drawing/2014/main" id="{FC347772-62F6-A347-8FCB-7661B53B42BD}"/>
              </a:ext>
            </a:extLst>
          </p:cNvPr>
          <p:cNvSpPr>
            <a:spLocks/>
          </p:cNvSpPr>
          <p:nvPr/>
        </p:nvSpPr>
        <p:spPr bwMode="auto">
          <a:xfrm>
            <a:off x="5459908" y="2024361"/>
            <a:ext cx="764878" cy="789384"/>
          </a:xfrm>
          <a:custGeom>
            <a:avLst/>
            <a:gdLst/>
            <a:ahLst/>
            <a:cxnLst>
              <a:cxn ang="0">
                <a:pos x="791" y="66"/>
              </a:cxn>
              <a:cxn ang="0">
                <a:pos x="208" y="204"/>
              </a:cxn>
              <a:cxn ang="0">
                <a:pos x="81" y="816"/>
              </a:cxn>
            </a:cxnLst>
            <a:rect l="0" t="0" r="r" b="b"/>
            <a:pathLst>
              <a:path w="791" h="816">
                <a:moveTo>
                  <a:pt x="791" y="66"/>
                </a:moveTo>
                <a:cubicBezTo>
                  <a:pt x="593" y="0"/>
                  <a:pt x="366" y="46"/>
                  <a:pt x="208" y="204"/>
                </a:cubicBezTo>
                <a:cubicBezTo>
                  <a:pt x="43" y="369"/>
                  <a:pt x="0" y="611"/>
                  <a:pt x="81" y="816"/>
                </a:cubicBezTo>
              </a:path>
            </a:pathLst>
          </a:custGeom>
          <a:noFill/>
          <a:ln w="104775" cap="rnd">
            <a:solidFill>
              <a:srgbClr val="0076A8">
                <a:alpha val="69804"/>
              </a:srgbClr>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9" name="Wrench">
            <a:extLst>
              <a:ext uri="{FF2B5EF4-FFF2-40B4-BE49-F238E27FC236}">
                <a16:creationId xmlns:a16="http://schemas.microsoft.com/office/drawing/2014/main" id="{A269EF5E-9459-6E4F-AB54-E252788F2821}"/>
              </a:ext>
            </a:extLst>
          </p:cNvPr>
          <p:cNvSpPr>
            <a:spLocks/>
          </p:cNvSpPr>
          <p:nvPr/>
        </p:nvSpPr>
        <p:spPr bwMode="auto">
          <a:xfrm>
            <a:off x="3370362" y="4816872"/>
            <a:ext cx="838398" cy="660400"/>
          </a:xfrm>
          <a:custGeom>
            <a:avLst/>
            <a:gdLst/>
            <a:ahLst/>
            <a:cxnLst>
              <a:cxn ang="0">
                <a:pos x="0" y="492"/>
              </a:cxn>
              <a:cxn ang="0">
                <a:pos x="693" y="492"/>
              </a:cxn>
              <a:cxn ang="0">
                <a:pos x="814" y="0"/>
              </a:cxn>
            </a:cxnLst>
            <a:rect l="0" t="0" r="r" b="b"/>
            <a:pathLst>
              <a:path w="866" h="683">
                <a:moveTo>
                  <a:pt x="0" y="492"/>
                </a:moveTo>
                <a:cubicBezTo>
                  <a:pt x="191" y="683"/>
                  <a:pt x="501" y="683"/>
                  <a:pt x="693" y="492"/>
                </a:cubicBezTo>
                <a:cubicBezTo>
                  <a:pt x="826" y="359"/>
                  <a:pt x="866" y="168"/>
                  <a:pt x="814" y="0"/>
                </a:cubicBezTo>
              </a:path>
            </a:pathLst>
          </a:custGeom>
          <a:noFill/>
          <a:ln w="104775" cap="rnd">
            <a:solidFill>
              <a:srgbClr val="86BC25">
                <a:alpha val="69804"/>
              </a:srgbClr>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10" name="Wrench">
            <a:extLst>
              <a:ext uri="{FF2B5EF4-FFF2-40B4-BE49-F238E27FC236}">
                <a16:creationId xmlns:a16="http://schemas.microsoft.com/office/drawing/2014/main" id="{439BA700-52F4-E145-AE4E-D8869198BC84}"/>
              </a:ext>
            </a:extLst>
          </p:cNvPr>
          <p:cNvSpPr>
            <a:spLocks noChangeShapeType="1"/>
          </p:cNvSpPr>
          <p:nvPr/>
        </p:nvSpPr>
        <p:spPr bwMode="auto">
          <a:xfrm flipV="1">
            <a:off x="4158456" y="3125887"/>
            <a:ext cx="1690986" cy="1690986"/>
          </a:xfrm>
          <a:prstGeom prst="line">
            <a:avLst/>
          </a:prstGeom>
          <a:noFill/>
          <a:ln w="104775" cap="rnd">
            <a:solidFill>
              <a:srgbClr val="009A44">
                <a:alpha val="69804"/>
              </a:srgbClr>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11" name="Wrench">
            <a:extLst>
              <a:ext uri="{FF2B5EF4-FFF2-40B4-BE49-F238E27FC236}">
                <a16:creationId xmlns:a16="http://schemas.microsoft.com/office/drawing/2014/main" id="{A2B752DD-BE9A-534F-840A-DFBB60ACEECC}"/>
              </a:ext>
            </a:extLst>
          </p:cNvPr>
          <p:cNvSpPr>
            <a:spLocks/>
          </p:cNvSpPr>
          <p:nvPr/>
        </p:nvSpPr>
        <p:spPr bwMode="auto">
          <a:xfrm>
            <a:off x="5849444" y="3002062"/>
            <a:ext cx="592039" cy="201216"/>
          </a:xfrm>
          <a:custGeom>
            <a:avLst/>
            <a:gdLst/>
            <a:ahLst/>
            <a:cxnLst>
              <a:cxn ang="0">
                <a:pos x="0" y="127"/>
              </a:cxn>
              <a:cxn ang="0">
                <a:pos x="612" y="0"/>
              </a:cxn>
            </a:cxnLst>
            <a:rect l="0" t="0" r="r" b="b"/>
            <a:pathLst>
              <a:path w="612" h="207">
                <a:moveTo>
                  <a:pt x="0" y="127"/>
                </a:moveTo>
                <a:cubicBezTo>
                  <a:pt x="205" y="207"/>
                  <a:pt x="446" y="165"/>
                  <a:pt x="612" y="0"/>
                </a:cubicBezTo>
              </a:path>
            </a:pathLst>
          </a:custGeom>
          <a:noFill/>
          <a:ln w="104775" cap="rnd">
            <a:solidFill>
              <a:srgbClr val="86BC25">
                <a:alpha val="69804"/>
              </a:srgbClr>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12" name="Wrench">
            <a:extLst>
              <a:ext uri="{FF2B5EF4-FFF2-40B4-BE49-F238E27FC236}">
                <a16:creationId xmlns:a16="http://schemas.microsoft.com/office/drawing/2014/main" id="{368F628D-4C3C-D643-8E78-44598378C036}"/>
              </a:ext>
            </a:extLst>
          </p:cNvPr>
          <p:cNvSpPr>
            <a:spLocks/>
          </p:cNvSpPr>
          <p:nvPr/>
        </p:nvSpPr>
        <p:spPr bwMode="auto">
          <a:xfrm>
            <a:off x="6441480" y="2438400"/>
            <a:ext cx="196056" cy="563662"/>
          </a:xfrm>
          <a:custGeom>
            <a:avLst/>
            <a:gdLst/>
            <a:ahLst/>
            <a:cxnLst>
              <a:cxn ang="0">
                <a:pos x="0" y="583"/>
              </a:cxn>
              <a:cxn ang="0">
                <a:pos x="138" y="0"/>
              </a:cxn>
            </a:cxnLst>
            <a:rect l="0" t="0" r="r" b="b"/>
            <a:pathLst>
              <a:path w="203" h="583">
                <a:moveTo>
                  <a:pt x="0" y="583"/>
                </a:moveTo>
                <a:cubicBezTo>
                  <a:pt x="158" y="425"/>
                  <a:pt x="203" y="198"/>
                  <a:pt x="138" y="0"/>
                </a:cubicBezTo>
              </a:path>
            </a:pathLst>
          </a:custGeom>
          <a:noFill/>
          <a:ln w="104775" cap="rnd">
            <a:solidFill>
              <a:srgbClr val="046A38">
                <a:alpha val="69804"/>
              </a:srgbClr>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13" name="Wrench">
            <a:extLst>
              <a:ext uri="{FF2B5EF4-FFF2-40B4-BE49-F238E27FC236}">
                <a16:creationId xmlns:a16="http://schemas.microsoft.com/office/drawing/2014/main" id="{FEADEAD2-21A1-6D43-A709-FF0EC35CE994}"/>
              </a:ext>
            </a:extLst>
          </p:cNvPr>
          <p:cNvSpPr>
            <a:spLocks/>
          </p:cNvSpPr>
          <p:nvPr/>
        </p:nvSpPr>
        <p:spPr bwMode="auto">
          <a:xfrm>
            <a:off x="5797850" y="2087562"/>
            <a:ext cx="777776" cy="779066"/>
          </a:xfrm>
          <a:custGeom>
            <a:avLst/>
            <a:gdLst/>
            <a:ahLst/>
            <a:cxnLst>
              <a:cxn ang="0">
                <a:pos x="804" y="362"/>
              </a:cxn>
              <a:cxn ang="0">
                <a:pos x="416" y="749"/>
              </a:cxn>
              <a:cxn ang="0">
                <a:pos x="219" y="749"/>
              </a:cxn>
              <a:cxn ang="0">
                <a:pos x="54" y="585"/>
              </a:cxn>
              <a:cxn ang="0">
                <a:pos x="54" y="388"/>
              </a:cxn>
              <a:cxn ang="0">
                <a:pos x="442" y="0"/>
              </a:cxn>
            </a:cxnLst>
            <a:rect l="0" t="0" r="r" b="b"/>
            <a:pathLst>
              <a:path w="804" h="804">
                <a:moveTo>
                  <a:pt x="804" y="362"/>
                </a:moveTo>
                <a:cubicBezTo>
                  <a:pt x="416" y="749"/>
                  <a:pt x="416" y="749"/>
                  <a:pt x="416" y="749"/>
                </a:cubicBezTo>
                <a:cubicBezTo>
                  <a:pt x="362" y="804"/>
                  <a:pt x="273" y="804"/>
                  <a:pt x="219" y="749"/>
                </a:cubicBezTo>
                <a:cubicBezTo>
                  <a:pt x="54" y="585"/>
                  <a:pt x="54" y="585"/>
                  <a:pt x="54" y="585"/>
                </a:cubicBezTo>
                <a:cubicBezTo>
                  <a:pt x="0" y="531"/>
                  <a:pt x="0" y="442"/>
                  <a:pt x="54" y="388"/>
                </a:cubicBezTo>
                <a:cubicBezTo>
                  <a:pt x="442" y="0"/>
                  <a:pt x="442" y="0"/>
                  <a:pt x="442" y="0"/>
                </a:cubicBezTo>
              </a:path>
            </a:pathLst>
          </a:custGeom>
          <a:noFill/>
          <a:ln w="104775" cap="rnd">
            <a:solidFill>
              <a:srgbClr val="00A3E0">
                <a:alpha val="69804"/>
              </a:srgbClr>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14" name="Wrench">
            <a:extLst>
              <a:ext uri="{FF2B5EF4-FFF2-40B4-BE49-F238E27FC236}">
                <a16:creationId xmlns:a16="http://schemas.microsoft.com/office/drawing/2014/main" id="{13750B40-82E5-3A48-8D57-30836B6F5361}"/>
              </a:ext>
            </a:extLst>
          </p:cNvPr>
          <p:cNvSpPr>
            <a:spLocks/>
          </p:cNvSpPr>
          <p:nvPr/>
        </p:nvSpPr>
        <p:spPr bwMode="auto">
          <a:xfrm>
            <a:off x="3505795" y="4757539"/>
            <a:ext cx="398562" cy="252809"/>
          </a:xfrm>
          <a:custGeom>
            <a:avLst/>
            <a:gdLst/>
            <a:ahLst/>
            <a:cxnLst>
              <a:cxn ang="0">
                <a:pos x="0" y="196"/>
              </a:cxn>
              <a:cxn ang="0">
                <a:pos x="42" y="42"/>
              </a:cxn>
              <a:cxn ang="0">
                <a:pos x="197" y="0"/>
              </a:cxn>
              <a:cxn ang="0">
                <a:pos x="309" y="114"/>
              </a:cxn>
            </a:cxnLst>
            <a:rect l="0" t="0" r="r" b="b"/>
            <a:pathLst>
              <a:path w="309" h="196">
                <a:moveTo>
                  <a:pt x="0" y="196"/>
                </a:moveTo>
                <a:lnTo>
                  <a:pt x="42" y="42"/>
                </a:lnTo>
                <a:lnTo>
                  <a:pt x="197" y="0"/>
                </a:lnTo>
                <a:lnTo>
                  <a:pt x="309" y="114"/>
                </a:lnTo>
              </a:path>
            </a:pathLst>
          </a:custGeom>
          <a:noFill/>
          <a:ln w="104775" cap="rnd">
            <a:solidFill>
              <a:srgbClr val="96A3A0"/>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15" name="Wrench">
            <a:extLst>
              <a:ext uri="{FF2B5EF4-FFF2-40B4-BE49-F238E27FC236}">
                <a16:creationId xmlns:a16="http://schemas.microsoft.com/office/drawing/2014/main" id="{A4A2248F-D54D-FD43-90CB-28533BDE1109}"/>
              </a:ext>
            </a:extLst>
          </p:cNvPr>
          <p:cNvSpPr>
            <a:spLocks/>
          </p:cNvSpPr>
          <p:nvPr/>
        </p:nvSpPr>
        <p:spPr bwMode="auto">
          <a:xfrm>
            <a:off x="3505795" y="4904584"/>
            <a:ext cx="398562" cy="251520"/>
          </a:xfrm>
          <a:custGeom>
            <a:avLst/>
            <a:gdLst/>
            <a:ahLst/>
            <a:cxnLst>
              <a:cxn ang="0">
                <a:pos x="309" y="0"/>
              </a:cxn>
              <a:cxn ang="0">
                <a:pos x="268" y="154"/>
              </a:cxn>
              <a:cxn ang="0">
                <a:pos x="114" y="195"/>
              </a:cxn>
              <a:cxn ang="0">
                <a:pos x="0" y="82"/>
              </a:cxn>
            </a:cxnLst>
            <a:rect l="0" t="0" r="r" b="b"/>
            <a:pathLst>
              <a:path w="309" h="195">
                <a:moveTo>
                  <a:pt x="309" y="0"/>
                </a:moveTo>
                <a:lnTo>
                  <a:pt x="268" y="154"/>
                </a:lnTo>
                <a:lnTo>
                  <a:pt x="114" y="195"/>
                </a:lnTo>
                <a:lnTo>
                  <a:pt x="0" y="82"/>
                </a:lnTo>
              </a:path>
            </a:pathLst>
          </a:custGeom>
          <a:noFill/>
          <a:ln w="104775" cap="rnd">
            <a:solidFill>
              <a:srgbClr val="383E3D">
                <a:alpha val="69804"/>
              </a:srgbClr>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16" name="Wrench">
            <a:extLst>
              <a:ext uri="{FF2B5EF4-FFF2-40B4-BE49-F238E27FC236}">
                <a16:creationId xmlns:a16="http://schemas.microsoft.com/office/drawing/2014/main" id="{228797E1-752F-B141-A054-5D74643F35CF}"/>
              </a:ext>
            </a:extLst>
          </p:cNvPr>
          <p:cNvSpPr>
            <a:spLocks noChangeShapeType="1"/>
          </p:cNvSpPr>
          <p:nvPr/>
        </p:nvSpPr>
        <p:spPr bwMode="auto">
          <a:xfrm flipV="1">
            <a:off x="4002387" y="4032649"/>
            <a:ext cx="628154" cy="628154"/>
          </a:xfrm>
          <a:prstGeom prst="line">
            <a:avLst/>
          </a:prstGeom>
          <a:noFill/>
          <a:ln w="180975" cap="rnd">
            <a:solidFill>
              <a:srgbClr val="ABC4C1"/>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17" name="Wrench">
            <a:extLst>
              <a:ext uri="{FF2B5EF4-FFF2-40B4-BE49-F238E27FC236}">
                <a16:creationId xmlns:a16="http://schemas.microsoft.com/office/drawing/2014/main" id="{3F5684F7-EE65-B04C-BFDB-F40A8D20631A}"/>
              </a:ext>
            </a:extLst>
          </p:cNvPr>
          <p:cNvSpPr>
            <a:spLocks noChangeShapeType="1"/>
          </p:cNvSpPr>
          <p:nvPr/>
        </p:nvSpPr>
        <p:spPr bwMode="auto">
          <a:xfrm flipV="1">
            <a:off x="4630542" y="3462539"/>
            <a:ext cx="570111" cy="570111"/>
          </a:xfrm>
          <a:prstGeom prst="line">
            <a:avLst/>
          </a:prstGeom>
          <a:noFill/>
          <a:ln w="180975" cap="rnd">
            <a:solidFill>
              <a:srgbClr val="6D8986">
                <a:alpha val="69804"/>
              </a:srgbClr>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sp>
        <p:nvSpPr>
          <p:cNvPr id="18" name="Wrench">
            <a:extLst>
              <a:ext uri="{FF2B5EF4-FFF2-40B4-BE49-F238E27FC236}">
                <a16:creationId xmlns:a16="http://schemas.microsoft.com/office/drawing/2014/main" id="{0B50BD68-00FF-3341-98BF-AFD201A94DB0}"/>
              </a:ext>
            </a:extLst>
          </p:cNvPr>
          <p:cNvSpPr>
            <a:spLocks noChangeShapeType="1"/>
          </p:cNvSpPr>
          <p:nvPr/>
        </p:nvSpPr>
        <p:spPr bwMode="auto">
          <a:xfrm flipV="1">
            <a:off x="5200653" y="2969818"/>
            <a:ext cx="492720" cy="492720"/>
          </a:xfrm>
          <a:prstGeom prst="line">
            <a:avLst/>
          </a:prstGeom>
          <a:noFill/>
          <a:ln w="180975" cap="rnd">
            <a:solidFill>
              <a:srgbClr val="414948">
                <a:alpha val="80000"/>
              </a:srgbClr>
            </a:solidFill>
            <a:prstDash val="solid"/>
            <a:round/>
            <a:headEnd/>
            <a:tailEnd/>
          </a:ln>
        </p:spPr>
        <p:txBody>
          <a:bodyPr vert="horz" wrap="square" lIns="74295" tIns="37148" rIns="74295" bIns="37148" numCol="1" anchor="t" anchorCtr="0" compatLnSpc="1">
            <a:prstTxWarp prst="textNoShape">
              <a:avLst/>
            </a:prstTxWarp>
          </a:bodyPr>
          <a:lstStyle/>
          <a:p>
            <a:pPr defTabSz="742969">
              <a:defRPr/>
            </a:pPr>
            <a:endParaRPr lang="ru-RU" sz="1463">
              <a:solidFill>
                <a:prstClr val="black"/>
              </a:solidFill>
              <a:latin typeface="Aptos" panose="020B0004020202020204" pitchFamily="34" charset="0"/>
            </a:endParaRPr>
          </a:p>
        </p:txBody>
      </p:sp>
      <p:grpSp>
        <p:nvGrpSpPr>
          <p:cNvPr id="19" name="Text">
            <a:extLst>
              <a:ext uri="{FF2B5EF4-FFF2-40B4-BE49-F238E27FC236}">
                <a16:creationId xmlns:a16="http://schemas.microsoft.com/office/drawing/2014/main" id="{C893A31D-9182-B443-B3DB-59CC67D6A5D3}"/>
              </a:ext>
            </a:extLst>
          </p:cNvPr>
          <p:cNvGrpSpPr/>
          <p:nvPr/>
        </p:nvGrpSpPr>
        <p:grpSpPr>
          <a:xfrm>
            <a:off x="3738362" y="3204036"/>
            <a:ext cx="2340639" cy="2046321"/>
            <a:chOff x="3116415" y="1863554"/>
            <a:chExt cx="2880784" cy="2518550"/>
          </a:xfrm>
        </p:grpSpPr>
        <p:sp>
          <p:nvSpPr>
            <p:cNvPr id="20" name="Rectangle 14">
              <a:extLst>
                <a:ext uri="{FF2B5EF4-FFF2-40B4-BE49-F238E27FC236}">
                  <a16:creationId xmlns:a16="http://schemas.microsoft.com/office/drawing/2014/main" id="{5D306B8D-6B80-784C-9AEA-DDB38908B189}"/>
                </a:ext>
              </a:extLst>
            </p:cNvPr>
            <p:cNvSpPr>
              <a:spLocks noChangeArrowheads="1"/>
            </p:cNvSpPr>
            <p:nvPr/>
          </p:nvSpPr>
          <p:spPr bwMode="auto">
            <a:xfrm rot="2700000">
              <a:off x="4794637" y="3470533"/>
              <a:ext cx="1361399" cy="4617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en-US" sz="2438" b="1" dirty="0">
                  <a:solidFill>
                    <a:srgbClr val="97999B"/>
                  </a:solidFill>
                  <a:latin typeface="Aptos" panose="020B0004020202020204" pitchFamily="34" charset="0"/>
                  <a:cs typeface="Arial" pitchFamily="34" charset="0"/>
                </a:rPr>
                <a:t>content</a:t>
              </a:r>
            </a:p>
          </p:txBody>
        </p:sp>
        <p:sp>
          <p:nvSpPr>
            <p:cNvPr id="21" name="Rectangle 15">
              <a:extLst>
                <a:ext uri="{FF2B5EF4-FFF2-40B4-BE49-F238E27FC236}">
                  <a16:creationId xmlns:a16="http://schemas.microsoft.com/office/drawing/2014/main" id="{0F8DEFDA-FBDF-CB4F-AB9C-320E9D8687FF}"/>
                </a:ext>
              </a:extLst>
            </p:cNvPr>
            <p:cNvSpPr>
              <a:spLocks noChangeArrowheads="1"/>
            </p:cNvSpPr>
            <p:nvPr/>
          </p:nvSpPr>
          <p:spPr bwMode="auto">
            <a:xfrm rot="18900000">
              <a:off x="3931635" y="3570752"/>
              <a:ext cx="776227" cy="27707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en-US" sz="1463" dirty="0">
                  <a:solidFill>
                    <a:srgbClr val="43B02A"/>
                  </a:solidFill>
                  <a:latin typeface="Aptos" panose="020B0004020202020204" pitchFamily="34" charset="0"/>
                  <a:cs typeface="Arial" pitchFamily="34" charset="0"/>
                </a:rPr>
                <a:t>content</a:t>
              </a:r>
            </a:p>
          </p:txBody>
        </p:sp>
        <p:sp>
          <p:nvSpPr>
            <p:cNvPr id="22" name="Rectangle 18">
              <a:extLst>
                <a:ext uri="{FF2B5EF4-FFF2-40B4-BE49-F238E27FC236}">
                  <a16:creationId xmlns:a16="http://schemas.microsoft.com/office/drawing/2014/main" id="{AC7045C9-4BF0-9F4B-9B7E-75735935D9A1}"/>
                </a:ext>
              </a:extLst>
            </p:cNvPr>
            <p:cNvSpPr>
              <a:spLocks noChangeArrowheads="1"/>
            </p:cNvSpPr>
            <p:nvPr/>
          </p:nvSpPr>
          <p:spPr bwMode="auto">
            <a:xfrm rot="2700000">
              <a:off x="4818629" y="3556671"/>
              <a:ext cx="51493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en-US" sz="975" dirty="0">
                  <a:solidFill>
                    <a:srgbClr val="97999B"/>
                  </a:solidFill>
                  <a:latin typeface="Aptos" panose="020B0004020202020204" pitchFamily="34" charset="0"/>
                  <a:cs typeface="Arial" pitchFamily="34" charset="0"/>
                </a:rPr>
                <a:t>content</a:t>
              </a:r>
            </a:p>
          </p:txBody>
        </p:sp>
        <p:sp>
          <p:nvSpPr>
            <p:cNvPr id="23" name="Rectangle 21">
              <a:extLst>
                <a:ext uri="{FF2B5EF4-FFF2-40B4-BE49-F238E27FC236}">
                  <a16:creationId xmlns:a16="http://schemas.microsoft.com/office/drawing/2014/main" id="{2F84A3F3-1D6F-1444-86D2-9CCD44F8E2E7}"/>
                </a:ext>
              </a:extLst>
            </p:cNvPr>
            <p:cNvSpPr>
              <a:spLocks noChangeArrowheads="1"/>
            </p:cNvSpPr>
            <p:nvPr/>
          </p:nvSpPr>
          <p:spPr bwMode="auto">
            <a:xfrm rot="18900000">
              <a:off x="4861341" y="2395285"/>
              <a:ext cx="687524" cy="24622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en-US" sz="1300" dirty="0">
                  <a:solidFill>
                    <a:srgbClr val="43B02A"/>
                  </a:solidFill>
                  <a:latin typeface="Aptos" panose="020B0004020202020204" pitchFamily="34" charset="0"/>
                  <a:cs typeface="Arial" pitchFamily="34" charset="0"/>
                </a:rPr>
                <a:t>content</a:t>
              </a:r>
            </a:p>
          </p:txBody>
        </p:sp>
        <p:sp>
          <p:nvSpPr>
            <p:cNvPr id="24" name="Rectangle 27">
              <a:extLst>
                <a:ext uri="{FF2B5EF4-FFF2-40B4-BE49-F238E27FC236}">
                  <a16:creationId xmlns:a16="http://schemas.microsoft.com/office/drawing/2014/main" id="{B48D52B8-0DE5-F040-B76D-05746C17CFA8}"/>
                </a:ext>
              </a:extLst>
            </p:cNvPr>
            <p:cNvSpPr>
              <a:spLocks noChangeArrowheads="1"/>
            </p:cNvSpPr>
            <p:nvPr/>
          </p:nvSpPr>
          <p:spPr bwMode="auto">
            <a:xfrm rot="18900000">
              <a:off x="3116415" y="2962277"/>
              <a:ext cx="599769" cy="215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742969">
                <a:defRPr/>
              </a:pPr>
              <a:r>
                <a:rPr lang="en-US" altLang="ru-RU" sz="1138" dirty="0">
                  <a:solidFill>
                    <a:srgbClr val="00A3E0"/>
                  </a:solidFill>
                  <a:latin typeface="Aptos" panose="020B0004020202020204" pitchFamily="34" charset="0"/>
                  <a:cs typeface="Arial" pitchFamily="34" charset="0"/>
                </a:rPr>
                <a:t>content</a:t>
              </a:r>
            </a:p>
          </p:txBody>
        </p:sp>
        <p:sp>
          <p:nvSpPr>
            <p:cNvPr id="25" name="Rectangle 35">
              <a:extLst>
                <a:ext uri="{FF2B5EF4-FFF2-40B4-BE49-F238E27FC236}">
                  <a16:creationId xmlns:a16="http://schemas.microsoft.com/office/drawing/2014/main" id="{2A0BE2C1-62DA-FD4C-80E4-09675D8F526E}"/>
                </a:ext>
              </a:extLst>
            </p:cNvPr>
            <p:cNvSpPr>
              <a:spLocks noChangeArrowheads="1"/>
            </p:cNvSpPr>
            <p:nvPr/>
          </p:nvSpPr>
          <p:spPr bwMode="auto">
            <a:xfrm rot="18900000">
              <a:off x="3864002" y="3344437"/>
              <a:ext cx="819633" cy="27707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en-US" sz="1463" b="1" dirty="0">
                  <a:solidFill>
                    <a:srgbClr val="43B02A"/>
                  </a:solidFill>
                  <a:latin typeface="Aptos" panose="020B0004020202020204" pitchFamily="34" charset="0"/>
                  <a:cs typeface="Arial" pitchFamily="34" charset="0"/>
                </a:rPr>
                <a:t>content</a:t>
              </a:r>
            </a:p>
          </p:txBody>
        </p:sp>
        <p:sp>
          <p:nvSpPr>
            <p:cNvPr id="26" name="Rectangle 28">
              <a:extLst>
                <a:ext uri="{FF2B5EF4-FFF2-40B4-BE49-F238E27FC236}">
                  <a16:creationId xmlns:a16="http://schemas.microsoft.com/office/drawing/2014/main" id="{B202DE11-7392-5247-8ACB-8467E5D31224}"/>
                </a:ext>
              </a:extLst>
            </p:cNvPr>
            <p:cNvSpPr>
              <a:spLocks noChangeArrowheads="1"/>
            </p:cNvSpPr>
            <p:nvPr/>
          </p:nvSpPr>
          <p:spPr bwMode="auto">
            <a:xfrm rot="18900000">
              <a:off x="5090917" y="2273795"/>
              <a:ext cx="906282" cy="30777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en-US" sz="1625" b="1" dirty="0">
                  <a:solidFill>
                    <a:srgbClr val="00A3E0"/>
                  </a:solidFill>
                  <a:latin typeface="Aptos" panose="020B0004020202020204" pitchFamily="34" charset="0"/>
                  <a:cs typeface="Arial" pitchFamily="34" charset="0"/>
                </a:rPr>
                <a:t>content</a:t>
              </a:r>
            </a:p>
          </p:txBody>
        </p:sp>
        <p:sp>
          <p:nvSpPr>
            <p:cNvPr id="27" name="Rectangle 18">
              <a:extLst>
                <a:ext uri="{FF2B5EF4-FFF2-40B4-BE49-F238E27FC236}">
                  <a16:creationId xmlns:a16="http://schemas.microsoft.com/office/drawing/2014/main" id="{F6116714-E8F0-274F-87EA-2DB3CAA3A721}"/>
                </a:ext>
              </a:extLst>
            </p:cNvPr>
            <p:cNvSpPr>
              <a:spLocks noChangeArrowheads="1"/>
            </p:cNvSpPr>
            <p:nvPr/>
          </p:nvSpPr>
          <p:spPr bwMode="auto">
            <a:xfrm rot="2700000">
              <a:off x="4975158" y="3107848"/>
              <a:ext cx="637256" cy="21552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en-US" sz="1138" b="1" dirty="0">
                  <a:solidFill>
                    <a:srgbClr val="00A3E0"/>
                  </a:solidFill>
                  <a:latin typeface="Aptos" panose="020B0004020202020204" pitchFamily="34" charset="0"/>
                  <a:cs typeface="Arial" pitchFamily="34" charset="0"/>
                </a:rPr>
                <a:t>content</a:t>
              </a:r>
            </a:p>
          </p:txBody>
        </p:sp>
        <p:sp>
          <p:nvSpPr>
            <p:cNvPr id="28" name="Rectangle 14">
              <a:extLst>
                <a:ext uri="{FF2B5EF4-FFF2-40B4-BE49-F238E27FC236}">
                  <a16:creationId xmlns:a16="http://schemas.microsoft.com/office/drawing/2014/main" id="{2A519AE8-8FE2-B74F-9326-C40DCA1CC8C4}"/>
                </a:ext>
              </a:extLst>
            </p:cNvPr>
            <p:cNvSpPr>
              <a:spLocks noChangeArrowheads="1"/>
            </p:cNvSpPr>
            <p:nvPr/>
          </p:nvSpPr>
          <p:spPr bwMode="auto">
            <a:xfrm rot="2700000">
              <a:off x="2960730" y="2179775"/>
              <a:ext cx="955528" cy="32308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defTabSz="742969" fontAlgn="base">
                <a:spcBef>
                  <a:spcPct val="0"/>
                </a:spcBef>
                <a:spcAft>
                  <a:spcPct val="0"/>
                </a:spcAft>
                <a:defRPr/>
              </a:pPr>
              <a:r>
                <a:rPr lang="en-US" altLang="zh-CN" sz="1706" b="1" dirty="0">
                  <a:solidFill>
                    <a:srgbClr val="97999B"/>
                  </a:solidFill>
                  <a:latin typeface="Aptos" panose="020B0004020202020204" pitchFamily="34" charset="0"/>
                  <a:cs typeface="Arial" pitchFamily="34" charset="0"/>
                </a:rPr>
                <a:t>content</a:t>
              </a:r>
              <a:endParaRPr lang="ru-RU" sz="1706" dirty="0">
                <a:solidFill>
                  <a:srgbClr val="97999B"/>
                </a:solidFill>
                <a:latin typeface="Aptos" panose="020B0004020202020204" pitchFamily="34" charset="0"/>
                <a:cs typeface="Arial" pitchFamily="34" charset="0"/>
              </a:endParaRPr>
            </a:p>
          </p:txBody>
        </p:sp>
      </p:grpSp>
      <p:sp>
        <p:nvSpPr>
          <p:cNvPr id="29" name="文本框 46">
            <a:extLst>
              <a:ext uri="{FF2B5EF4-FFF2-40B4-BE49-F238E27FC236}">
                <a16:creationId xmlns:a16="http://schemas.microsoft.com/office/drawing/2014/main" id="{AA1375DF-CB8D-2A4D-96B9-CD3FCB08CE4F}"/>
              </a:ext>
            </a:extLst>
          </p:cNvPr>
          <p:cNvSpPr txBox="1"/>
          <p:nvPr/>
        </p:nvSpPr>
        <p:spPr>
          <a:xfrm>
            <a:off x="515292" y="2625751"/>
            <a:ext cx="1325960" cy="1025922"/>
          </a:xfrm>
          <a:prstGeom prst="rect">
            <a:avLst/>
          </a:prstGeom>
          <a:noFill/>
        </p:spPr>
        <p:txBody>
          <a:bodyPr wrap="square" lIns="0" tIns="0" rIns="0" bIns="0" rtlCol="0">
            <a:spAutoFit/>
          </a:bodyPr>
          <a:lstStyle/>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en-US" sz="1000" dirty="0">
              <a:solidFill>
                <a:prstClr val="black"/>
              </a:solidFill>
              <a:latin typeface="Aptos" panose="020B0004020202020204" pitchFamily="34" charset="0"/>
            </a:endParaRPr>
          </a:p>
        </p:txBody>
      </p:sp>
      <p:sp>
        <p:nvSpPr>
          <p:cNvPr id="30" name="文本框 48">
            <a:extLst>
              <a:ext uri="{FF2B5EF4-FFF2-40B4-BE49-F238E27FC236}">
                <a16:creationId xmlns:a16="http://schemas.microsoft.com/office/drawing/2014/main" id="{566129F7-0A74-8742-B463-BC318B31C36E}"/>
              </a:ext>
            </a:extLst>
          </p:cNvPr>
          <p:cNvSpPr txBox="1"/>
          <p:nvPr/>
        </p:nvSpPr>
        <p:spPr>
          <a:xfrm>
            <a:off x="8124729" y="2477096"/>
            <a:ext cx="1325960" cy="1025922"/>
          </a:xfrm>
          <a:prstGeom prst="rect">
            <a:avLst/>
          </a:prstGeom>
          <a:noFill/>
        </p:spPr>
        <p:txBody>
          <a:bodyPr wrap="square" lIns="0" tIns="0" rIns="0" bIns="0" rtlCol="0">
            <a:spAutoFit/>
          </a:bodyPr>
          <a:lstStyle/>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en-US" sz="1000" dirty="0">
              <a:solidFill>
                <a:prstClr val="black"/>
              </a:solidFill>
              <a:latin typeface="Aptos" panose="020B0004020202020204" pitchFamily="34" charset="0"/>
            </a:endParaRPr>
          </a:p>
        </p:txBody>
      </p:sp>
      <p:cxnSp>
        <p:nvCxnSpPr>
          <p:cNvPr id="31" name="肘形连接符 49">
            <a:extLst>
              <a:ext uri="{FF2B5EF4-FFF2-40B4-BE49-F238E27FC236}">
                <a16:creationId xmlns:a16="http://schemas.microsoft.com/office/drawing/2014/main" id="{6CDCEC62-9307-6340-942D-FD952E343FBE}"/>
              </a:ext>
            </a:extLst>
          </p:cNvPr>
          <p:cNvCxnSpPr/>
          <p:nvPr/>
        </p:nvCxnSpPr>
        <p:spPr>
          <a:xfrm flipV="1">
            <a:off x="6186735" y="2543831"/>
            <a:ext cx="1670069" cy="862956"/>
          </a:xfrm>
          <a:prstGeom prst="bentConnector3">
            <a:avLst>
              <a:gd name="adj1" fmla="val 50000"/>
            </a:avLst>
          </a:prstGeom>
          <a:ln w="19050">
            <a:solidFill>
              <a:srgbClr val="D0D0CE"/>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2" name="肘形连接符 51">
            <a:extLst>
              <a:ext uri="{FF2B5EF4-FFF2-40B4-BE49-F238E27FC236}">
                <a16:creationId xmlns:a16="http://schemas.microsoft.com/office/drawing/2014/main" id="{AED7D854-A040-E044-88C0-3E8A2182D171}"/>
              </a:ext>
            </a:extLst>
          </p:cNvPr>
          <p:cNvCxnSpPr/>
          <p:nvPr/>
        </p:nvCxnSpPr>
        <p:spPr>
          <a:xfrm rot="10800000">
            <a:off x="1390277" y="2686376"/>
            <a:ext cx="2185395" cy="625252"/>
          </a:xfrm>
          <a:prstGeom prst="bentConnector3">
            <a:avLst/>
          </a:prstGeom>
          <a:ln w="19050">
            <a:solidFill>
              <a:srgbClr val="D0D0CE"/>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3" name="文本框 54">
            <a:extLst>
              <a:ext uri="{FF2B5EF4-FFF2-40B4-BE49-F238E27FC236}">
                <a16:creationId xmlns:a16="http://schemas.microsoft.com/office/drawing/2014/main" id="{A580D5CB-165C-5D4B-A5E1-3F65298917BD}"/>
              </a:ext>
            </a:extLst>
          </p:cNvPr>
          <p:cNvSpPr txBox="1"/>
          <p:nvPr/>
        </p:nvSpPr>
        <p:spPr>
          <a:xfrm>
            <a:off x="8052194" y="4852677"/>
            <a:ext cx="1325960" cy="1025922"/>
          </a:xfrm>
          <a:prstGeom prst="rect">
            <a:avLst/>
          </a:prstGeom>
          <a:noFill/>
        </p:spPr>
        <p:txBody>
          <a:bodyPr wrap="square" lIns="0" tIns="0" rIns="0" bIns="0" rtlCol="0">
            <a:spAutoFit/>
          </a:bodyPr>
          <a:lstStyle/>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en-US" sz="1000" dirty="0">
              <a:solidFill>
                <a:prstClr val="black"/>
              </a:solidFill>
              <a:latin typeface="Aptos" panose="020B0004020202020204" pitchFamily="34" charset="0"/>
            </a:endParaRPr>
          </a:p>
        </p:txBody>
      </p:sp>
      <p:cxnSp>
        <p:nvCxnSpPr>
          <p:cNvPr id="34" name="肘形连接符 55">
            <a:extLst>
              <a:ext uri="{FF2B5EF4-FFF2-40B4-BE49-F238E27FC236}">
                <a16:creationId xmlns:a16="http://schemas.microsoft.com/office/drawing/2014/main" id="{AF8671F0-0B0D-CB4A-824B-FB1F217F8C97}"/>
              </a:ext>
            </a:extLst>
          </p:cNvPr>
          <p:cNvCxnSpPr/>
          <p:nvPr/>
        </p:nvCxnSpPr>
        <p:spPr>
          <a:xfrm>
            <a:off x="6114203" y="4853029"/>
            <a:ext cx="1613725" cy="505887"/>
          </a:xfrm>
          <a:prstGeom prst="bentConnector3">
            <a:avLst>
              <a:gd name="adj1" fmla="val 50000"/>
            </a:avLst>
          </a:prstGeom>
          <a:ln w="19050">
            <a:solidFill>
              <a:srgbClr val="D0D0CE"/>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0370611"/>
      </p:ext>
    </p:extLst>
  </p:cSld>
  <p:clrMapOvr>
    <a:masterClrMapping/>
  </p:clrMapOvr>
  <p:transition>
    <p:fade/>
  </p:transition>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Title 38">
            <a:extLst>
              <a:ext uri="{FF2B5EF4-FFF2-40B4-BE49-F238E27FC236}">
                <a16:creationId xmlns:a16="http://schemas.microsoft.com/office/drawing/2014/main" id="{840C6DCE-648C-7940-B386-1E1A952E865F}"/>
              </a:ext>
            </a:extLst>
          </p:cNvPr>
          <p:cNvSpPr>
            <a:spLocks noGrp="1"/>
          </p:cNvSpPr>
          <p:nvPr>
            <p:ph type="title"/>
          </p:nvPr>
        </p:nvSpPr>
        <p:spPr/>
        <p:txBody>
          <a:bodyPr/>
          <a:lstStyle/>
          <a:p>
            <a:r>
              <a:rPr lang="en-US" dirty="0"/>
              <a:t>Pipeline</a:t>
            </a:r>
          </a:p>
        </p:txBody>
      </p:sp>
      <p:pic>
        <p:nvPicPr>
          <p:cNvPr id="4" name="图片 38">
            <a:extLst>
              <a:ext uri="{FF2B5EF4-FFF2-40B4-BE49-F238E27FC236}">
                <a16:creationId xmlns:a16="http://schemas.microsoft.com/office/drawing/2014/main" id="{C098A15C-5BCD-7B4A-B546-2E07703568D5}"/>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246455" y="1371211"/>
            <a:ext cx="9061788" cy="4498000"/>
          </a:xfrm>
          <a:prstGeom prst="rect">
            <a:avLst/>
          </a:prstGeom>
        </p:spPr>
      </p:pic>
      <p:pic>
        <p:nvPicPr>
          <p:cNvPr id="5" name="图片 39">
            <a:extLst>
              <a:ext uri="{FF2B5EF4-FFF2-40B4-BE49-F238E27FC236}">
                <a16:creationId xmlns:a16="http://schemas.microsoft.com/office/drawing/2014/main" id="{1B5A203F-96B5-CE4C-8877-20D51756417A}"/>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900549" y="2458544"/>
            <a:ext cx="6246749" cy="2005358"/>
          </a:xfrm>
          <a:prstGeom prst="rect">
            <a:avLst/>
          </a:prstGeom>
        </p:spPr>
      </p:pic>
      <p:sp>
        <p:nvSpPr>
          <p:cNvPr id="6" name="Rectangle 54">
            <a:extLst>
              <a:ext uri="{FF2B5EF4-FFF2-40B4-BE49-F238E27FC236}">
                <a16:creationId xmlns:a16="http://schemas.microsoft.com/office/drawing/2014/main" id="{CDF6F675-2E33-DC47-95A4-B748A088CF8C}"/>
              </a:ext>
            </a:extLst>
          </p:cNvPr>
          <p:cNvSpPr/>
          <p:nvPr/>
        </p:nvSpPr>
        <p:spPr>
          <a:xfrm>
            <a:off x="381794" y="2023849"/>
            <a:ext cx="1400770" cy="634982"/>
          </a:xfrm>
          <a:prstGeom prst="rect">
            <a:avLst/>
          </a:prstGeom>
        </p:spPr>
        <p:txBody>
          <a:bodyPr wrap="square" lIns="0" tIns="0" rIns="0" bIns="0">
            <a:spAutoFit/>
          </a:bodyPr>
          <a:lstStyle/>
          <a:p>
            <a:pPr algn="r" defTabSz="742969">
              <a:defRPr/>
            </a:pPr>
            <a:r>
              <a:rPr lang="en-US" altLang="zh-CN" sz="1200" b="1" kern="0" dirty="0" err="1">
                <a:solidFill>
                  <a:schemeClr val="accent3"/>
                </a:solidFill>
                <a:latin typeface="Aptos" panose="020B0004020202020204" pitchFamily="34" charset="0"/>
                <a:ea typeface="华文细黑" panose="02010600040101010101" pitchFamily="2" charset="-122"/>
              </a:rPr>
              <a:t>Xxxxxx</a:t>
            </a:r>
            <a:endParaRPr lang="en-US" altLang="zh-CN" sz="1200" b="1" kern="0" dirty="0">
              <a:solidFill>
                <a:schemeClr val="accent3"/>
              </a:solidFill>
              <a:latin typeface="Aptos" panose="020B0004020202020204" pitchFamily="34" charset="0"/>
              <a:ea typeface="华文细黑" panose="02010600040101010101" pitchFamily="2" charset="-122"/>
            </a:endParaRPr>
          </a:p>
          <a:p>
            <a:pPr algn="r" defTabSz="742969">
              <a:defRPr/>
            </a:pPr>
            <a:endParaRPr lang="en-US" altLang="zh-CN" sz="1138" b="1" kern="0" dirty="0">
              <a:solidFill>
                <a:srgbClr val="86BC25"/>
              </a:solidFill>
              <a:latin typeface="Aptos" panose="020B0004020202020204" pitchFamily="34" charset="0"/>
              <a:ea typeface="华文细黑" panose="02010600040101010101" pitchFamily="2" charset="-122"/>
            </a:endParaRPr>
          </a:p>
          <a:p>
            <a:pPr algn="r" defTabSz="742969">
              <a:defRPr/>
            </a:pPr>
            <a:r>
              <a:rPr lang="en-US" altLang="zh-CN" sz="900" kern="0" dirty="0" err="1">
                <a:solidFill>
                  <a:prstClr val="black"/>
                </a:solidFill>
                <a:latin typeface="Aptos" panose="020B0004020202020204" pitchFamily="34" charset="0"/>
                <a:ea typeface="华文细黑" panose="02010600040101010101" pitchFamily="2" charset="-122"/>
              </a:rPr>
              <a:t>Xxxxxxxxxxx</a:t>
            </a:r>
            <a:endParaRPr lang="en-US" altLang="zh-CN" sz="900" kern="0" dirty="0">
              <a:solidFill>
                <a:prstClr val="black"/>
              </a:solidFill>
              <a:latin typeface="Aptos" panose="020B0004020202020204" pitchFamily="34" charset="0"/>
              <a:ea typeface="华文细黑" panose="02010600040101010101" pitchFamily="2" charset="-122"/>
            </a:endParaRPr>
          </a:p>
          <a:p>
            <a:pPr algn="r" defTabSz="742969">
              <a:defRPr/>
            </a:pPr>
            <a:r>
              <a:rPr lang="en-US" sz="900" b="1" kern="0" dirty="0" err="1">
                <a:solidFill>
                  <a:srgbClr val="75787B"/>
                </a:solidFill>
                <a:latin typeface="Aptos" panose="020B0004020202020204" pitchFamily="34" charset="0"/>
                <a:ea typeface="华文细黑" panose="02010600040101010101" pitchFamily="2" charset="-122"/>
              </a:rPr>
              <a:t>xxxxxxxx</a:t>
            </a:r>
            <a:endParaRPr lang="en-US" sz="900" b="1" kern="0" dirty="0">
              <a:solidFill>
                <a:srgbClr val="75787B"/>
              </a:solidFill>
              <a:latin typeface="Aptos" panose="020B0004020202020204" pitchFamily="34" charset="0"/>
              <a:ea typeface="华文细黑" panose="02010600040101010101" pitchFamily="2" charset="-122"/>
            </a:endParaRPr>
          </a:p>
        </p:txBody>
      </p:sp>
      <p:cxnSp>
        <p:nvCxnSpPr>
          <p:cNvPr id="7" name="直接连接符 41">
            <a:extLst>
              <a:ext uri="{FF2B5EF4-FFF2-40B4-BE49-F238E27FC236}">
                <a16:creationId xmlns:a16="http://schemas.microsoft.com/office/drawing/2014/main" id="{5C1CCA70-9853-4144-A5A5-ECFDBCDED1ED}"/>
              </a:ext>
            </a:extLst>
          </p:cNvPr>
          <p:cNvCxnSpPr/>
          <p:nvPr/>
        </p:nvCxnSpPr>
        <p:spPr>
          <a:xfrm>
            <a:off x="715109" y="2292967"/>
            <a:ext cx="1067457"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grpSp>
        <p:nvGrpSpPr>
          <p:cNvPr id="8" name="Group 932">
            <a:extLst>
              <a:ext uri="{FF2B5EF4-FFF2-40B4-BE49-F238E27FC236}">
                <a16:creationId xmlns:a16="http://schemas.microsoft.com/office/drawing/2014/main" id="{AFE2519C-FC67-8F4F-8459-EA859271AB04}"/>
              </a:ext>
            </a:extLst>
          </p:cNvPr>
          <p:cNvGrpSpPr>
            <a:grpSpLocks noChangeAspect="1"/>
          </p:cNvGrpSpPr>
          <p:nvPr/>
        </p:nvGrpSpPr>
        <p:grpSpPr bwMode="auto">
          <a:xfrm>
            <a:off x="3157888" y="2035191"/>
            <a:ext cx="441308" cy="436647"/>
            <a:chOff x="5795" y="3560"/>
            <a:chExt cx="340" cy="340"/>
          </a:xfrm>
          <a:solidFill>
            <a:srgbClr val="6FC2B4"/>
          </a:solidFill>
        </p:grpSpPr>
        <p:sp>
          <p:nvSpPr>
            <p:cNvPr id="9" name="Freeform 933">
              <a:extLst>
                <a:ext uri="{FF2B5EF4-FFF2-40B4-BE49-F238E27FC236}">
                  <a16:creationId xmlns:a16="http://schemas.microsoft.com/office/drawing/2014/main" id="{0EFFD9BD-4865-1844-A762-0A5C8712A6AC}"/>
                </a:ext>
              </a:extLst>
            </p:cNvPr>
            <p:cNvSpPr>
              <a:spLocks noEditPoints="1"/>
            </p:cNvSpPr>
            <p:nvPr/>
          </p:nvSpPr>
          <p:spPr bwMode="auto">
            <a:xfrm>
              <a:off x="5859" y="3652"/>
              <a:ext cx="212" cy="148"/>
            </a:xfrm>
            <a:custGeom>
              <a:avLst/>
              <a:gdLst>
                <a:gd name="T0" fmla="*/ 313 w 320"/>
                <a:gd name="T1" fmla="*/ 54 h 224"/>
                <a:gd name="T2" fmla="*/ 163 w 320"/>
                <a:gd name="T3" fmla="*/ 1 h 224"/>
                <a:gd name="T4" fmla="*/ 156 w 320"/>
                <a:gd name="T5" fmla="*/ 1 h 224"/>
                <a:gd name="T6" fmla="*/ 7 w 320"/>
                <a:gd name="T7" fmla="*/ 54 h 224"/>
                <a:gd name="T8" fmla="*/ 0 w 320"/>
                <a:gd name="T9" fmla="*/ 64 h 224"/>
                <a:gd name="T10" fmla="*/ 6 w 320"/>
                <a:gd name="T11" fmla="*/ 74 h 224"/>
                <a:gd name="T12" fmla="*/ 63 w 320"/>
                <a:gd name="T13" fmla="*/ 98 h 224"/>
                <a:gd name="T14" fmla="*/ 53 w 320"/>
                <a:gd name="T15" fmla="*/ 170 h 224"/>
                <a:gd name="T16" fmla="*/ 54 w 320"/>
                <a:gd name="T17" fmla="*/ 176 h 224"/>
                <a:gd name="T18" fmla="*/ 160 w 320"/>
                <a:gd name="T19" fmla="*/ 224 h 224"/>
                <a:gd name="T20" fmla="*/ 264 w 320"/>
                <a:gd name="T21" fmla="*/ 178 h 224"/>
                <a:gd name="T22" fmla="*/ 266 w 320"/>
                <a:gd name="T23" fmla="*/ 170 h 224"/>
                <a:gd name="T24" fmla="*/ 257 w 320"/>
                <a:gd name="T25" fmla="*/ 98 h 224"/>
                <a:gd name="T26" fmla="*/ 288 w 320"/>
                <a:gd name="T27" fmla="*/ 85 h 224"/>
                <a:gd name="T28" fmla="*/ 288 w 320"/>
                <a:gd name="T29" fmla="*/ 214 h 224"/>
                <a:gd name="T30" fmla="*/ 298 w 320"/>
                <a:gd name="T31" fmla="*/ 224 h 224"/>
                <a:gd name="T32" fmla="*/ 309 w 320"/>
                <a:gd name="T33" fmla="*/ 214 h 224"/>
                <a:gd name="T34" fmla="*/ 309 w 320"/>
                <a:gd name="T35" fmla="*/ 76 h 224"/>
                <a:gd name="T36" fmla="*/ 313 w 320"/>
                <a:gd name="T37" fmla="*/ 74 h 224"/>
                <a:gd name="T38" fmla="*/ 320 w 320"/>
                <a:gd name="T39" fmla="*/ 64 h 224"/>
                <a:gd name="T40" fmla="*/ 313 w 320"/>
                <a:gd name="T41" fmla="*/ 54 h 224"/>
                <a:gd name="T42" fmla="*/ 244 w 320"/>
                <a:gd name="T43" fmla="*/ 167 h 224"/>
                <a:gd name="T44" fmla="*/ 160 w 320"/>
                <a:gd name="T45" fmla="*/ 203 h 224"/>
                <a:gd name="T46" fmla="*/ 75 w 320"/>
                <a:gd name="T47" fmla="*/ 168 h 224"/>
                <a:gd name="T48" fmla="*/ 83 w 320"/>
                <a:gd name="T49" fmla="*/ 107 h 224"/>
                <a:gd name="T50" fmla="*/ 155 w 320"/>
                <a:gd name="T51" fmla="*/ 138 h 224"/>
                <a:gd name="T52" fmla="*/ 160 w 320"/>
                <a:gd name="T53" fmla="*/ 139 h 224"/>
                <a:gd name="T54" fmla="*/ 164 w 320"/>
                <a:gd name="T55" fmla="*/ 138 h 224"/>
                <a:gd name="T56" fmla="*/ 236 w 320"/>
                <a:gd name="T57" fmla="*/ 107 h 224"/>
                <a:gd name="T58" fmla="*/ 244 w 320"/>
                <a:gd name="T59" fmla="*/ 167 h 224"/>
                <a:gd name="T60" fmla="*/ 160 w 320"/>
                <a:gd name="T61" fmla="*/ 117 h 224"/>
                <a:gd name="T62" fmla="*/ 40 w 320"/>
                <a:gd name="T63" fmla="*/ 65 h 224"/>
                <a:gd name="T64" fmla="*/ 160 w 320"/>
                <a:gd name="T65" fmla="*/ 22 h 224"/>
                <a:gd name="T66" fmla="*/ 280 w 320"/>
                <a:gd name="T67" fmla="*/ 65 h 224"/>
                <a:gd name="T68" fmla="*/ 160 w 320"/>
                <a:gd name="T69" fmla="*/ 11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24">
                  <a:moveTo>
                    <a:pt x="313" y="54"/>
                  </a:moveTo>
                  <a:cubicBezTo>
                    <a:pt x="163" y="1"/>
                    <a:pt x="163" y="1"/>
                    <a:pt x="163" y="1"/>
                  </a:cubicBezTo>
                  <a:cubicBezTo>
                    <a:pt x="161" y="0"/>
                    <a:pt x="158" y="0"/>
                    <a:pt x="156" y="1"/>
                  </a:cubicBezTo>
                  <a:cubicBezTo>
                    <a:pt x="7" y="54"/>
                    <a:pt x="7" y="54"/>
                    <a:pt x="7" y="54"/>
                  </a:cubicBezTo>
                  <a:cubicBezTo>
                    <a:pt x="3" y="56"/>
                    <a:pt x="0" y="60"/>
                    <a:pt x="0" y="64"/>
                  </a:cubicBezTo>
                  <a:cubicBezTo>
                    <a:pt x="0" y="68"/>
                    <a:pt x="2" y="72"/>
                    <a:pt x="6" y="74"/>
                  </a:cubicBezTo>
                  <a:cubicBezTo>
                    <a:pt x="63" y="98"/>
                    <a:pt x="63" y="98"/>
                    <a:pt x="63" y="98"/>
                  </a:cubicBezTo>
                  <a:cubicBezTo>
                    <a:pt x="53" y="170"/>
                    <a:pt x="53" y="170"/>
                    <a:pt x="53" y="170"/>
                  </a:cubicBezTo>
                  <a:cubicBezTo>
                    <a:pt x="53" y="172"/>
                    <a:pt x="53" y="174"/>
                    <a:pt x="54" y="176"/>
                  </a:cubicBezTo>
                  <a:cubicBezTo>
                    <a:pt x="56" y="178"/>
                    <a:pt x="83" y="224"/>
                    <a:pt x="160" y="224"/>
                  </a:cubicBezTo>
                  <a:cubicBezTo>
                    <a:pt x="223" y="224"/>
                    <a:pt x="262" y="180"/>
                    <a:pt x="264" y="178"/>
                  </a:cubicBezTo>
                  <a:cubicBezTo>
                    <a:pt x="266" y="176"/>
                    <a:pt x="267" y="173"/>
                    <a:pt x="266" y="170"/>
                  </a:cubicBezTo>
                  <a:cubicBezTo>
                    <a:pt x="257" y="98"/>
                    <a:pt x="257" y="98"/>
                    <a:pt x="257" y="98"/>
                  </a:cubicBezTo>
                  <a:cubicBezTo>
                    <a:pt x="288" y="85"/>
                    <a:pt x="288" y="85"/>
                    <a:pt x="288" y="85"/>
                  </a:cubicBezTo>
                  <a:cubicBezTo>
                    <a:pt x="288" y="214"/>
                    <a:pt x="288" y="214"/>
                    <a:pt x="288" y="214"/>
                  </a:cubicBezTo>
                  <a:cubicBezTo>
                    <a:pt x="288" y="220"/>
                    <a:pt x="292" y="224"/>
                    <a:pt x="298" y="224"/>
                  </a:cubicBezTo>
                  <a:cubicBezTo>
                    <a:pt x="304" y="224"/>
                    <a:pt x="309" y="220"/>
                    <a:pt x="309" y="214"/>
                  </a:cubicBezTo>
                  <a:cubicBezTo>
                    <a:pt x="309" y="76"/>
                    <a:pt x="309" y="76"/>
                    <a:pt x="309" y="76"/>
                  </a:cubicBezTo>
                  <a:cubicBezTo>
                    <a:pt x="313" y="74"/>
                    <a:pt x="313" y="74"/>
                    <a:pt x="313" y="74"/>
                  </a:cubicBezTo>
                  <a:cubicBezTo>
                    <a:pt x="317" y="72"/>
                    <a:pt x="320" y="68"/>
                    <a:pt x="320" y="64"/>
                  </a:cubicBezTo>
                  <a:cubicBezTo>
                    <a:pt x="320" y="60"/>
                    <a:pt x="317" y="56"/>
                    <a:pt x="313" y="54"/>
                  </a:cubicBezTo>
                  <a:close/>
                  <a:moveTo>
                    <a:pt x="244" y="167"/>
                  </a:moveTo>
                  <a:cubicBezTo>
                    <a:pt x="235" y="177"/>
                    <a:pt x="203" y="203"/>
                    <a:pt x="160" y="203"/>
                  </a:cubicBezTo>
                  <a:cubicBezTo>
                    <a:pt x="105" y="203"/>
                    <a:pt x="81" y="177"/>
                    <a:pt x="75" y="168"/>
                  </a:cubicBezTo>
                  <a:cubicBezTo>
                    <a:pt x="83" y="107"/>
                    <a:pt x="83" y="107"/>
                    <a:pt x="83" y="107"/>
                  </a:cubicBezTo>
                  <a:cubicBezTo>
                    <a:pt x="155" y="138"/>
                    <a:pt x="155" y="138"/>
                    <a:pt x="155" y="138"/>
                  </a:cubicBezTo>
                  <a:cubicBezTo>
                    <a:pt x="157" y="139"/>
                    <a:pt x="158" y="139"/>
                    <a:pt x="160" y="139"/>
                  </a:cubicBezTo>
                  <a:cubicBezTo>
                    <a:pt x="161" y="139"/>
                    <a:pt x="163" y="139"/>
                    <a:pt x="164" y="138"/>
                  </a:cubicBezTo>
                  <a:cubicBezTo>
                    <a:pt x="236" y="107"/>
                    <a:pt x="236" y="107"/>
                    <a:pt x="236" y="107"/>
                  </a:cubicBezTo>
                  <a:lnTo>
                    <a:pt x="244" y="167"/>
                  </a:lnTo>
                  <a:close/>
                  <a:moveTo>
                    <a:pt x="160" y="117"/>
                  </a:moveTo>
                  <a:cubicBezTo>
                    <a:pt x="40" y="65"/>
                    <a:pt x="40" y="65"/>
                    <a:pt x="40" y="65"/>
                  </a:cubicBezTo>
                  <a:cubicBezTo>
                    <a:pt x="160" y="22"/>
                    <a:pt x="160" y="22"/>
                    <a:pt x="160" y="22"/>
                  </a:cubicBezTo>
                  <a:cubicBezTo>
                    <a:pt x="280" y="65"/>
                    <a:pt x="280" y="65"/>
                    <a:pt x="280" y="65"/>
                  </a:cubicBezTo>
                  <a:lnTo>
                    <a:pt x="160" y="11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sp>
          <p:nvSpPr>
            <p:cNvPr id="10" name="Freeform 934">
              <a:extLst>
                <a:ext uri="{FF2B5EF4-FFF2-40B4-BE49-F238E27FC236}">
                  <a16:creationId xmlns:a16="http://schemas.microsoft.com/office/drawing/2014/main" id="{83BC4511-B12A-E44B-AB08-F6CCFD023C4B}"/>
                </a:ext>
              </a:extLst>
            </p:cNvPr>
            <p:cNvSpPr>
              <a:spLocks noEditPoints="1"/>
            </p:cNvSpPr>
            <p:nvPr/>
          </p:nvSpPr>
          <p:spPr bwMode="auto">
            <a:xfrm>
              <a:off x="5795" y="35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grpSp>
      <p:grpSp>
        <p:nvGrpSpPr>
          <p:cNvPr id="11" name="Group 519">
            <a:extLst>
              <a:ext uri="{FF2B5EF4-FFF2-40B4-BE49-F238E27FC236}">
                <a16:creationId xmlns:a16="http://schemas.microsoft.com/office/drawing/2014/main" id="{C8B0511E-F9F3-BF47-A1FC-DDD1DE55C73C}"/>
              </a:ext>
            </a:extLst>
          </p:cNvPr>
          <p:cNvGrpSpPr>
            <a:grpSpLocks noChangeAspect="1"/>
          </p:cNvGrpSpPr>
          <p:nvPr/>
        </p:nvGrpSpPr>
        <p:grpSpPr bwMode="auto">
          <a:xfrm>
            <a:off x="1900549" y="2021895"/>
            <a:ext cx="440640" cy="435986"/>
            <a:chOff x="4190" y="2983"/>
            <a:chExt cx="340" cy="340"/>
          </a:xfrm>
          <a:solidFill>
            <a:srgbClr val="86BC25"/>
          </a:solidFill>
        </p:grpSpPr>
        <p:sp>
          <p:nvSpPr>
            <p:cNvPr id="12" name="Freeform 520">
              <a:extLst>
                <a:ext uri="{FF2B5EF4-FFF2-40B4-BE49-F238E27FC236}">
                  <a16:creationId xmlns:a16="http://schemas.microsoft.com/office/drawing/2014/main" id="{037A5BE7-14EE-9145-ACF2-850B2F54A1B4}"/>
                </a:ext>
              </a:extLst>
            </p:cNvPr>
            <p:cNvSpPr>
              <a:spLocks noEditPoints="1"/>
            </p:cNvSpPr>
            <p:nvPr/>
          </p:nvSpPr>
          <p:spPr bwMode="auto">
            <a:xfrm>
              <a:off x="4268" y="3061"/>
              <a:ext cx="184" cy="184"/>
            </a:xfrm>
            <a:custGeom>
              <a:avLst/>
              <a:gdLst>
                <a:gd name="T0" fmla="*/ 267 w 278"/>
                <a:gd name="T1" fmla="*/ 96 h 277"/>
                <a:gd name="T2" fmla="*/ 277 w 278"/>
                <a:gd name="T3" fmla="*/ 13 h 277"/>
                <a:gd name="T4" fmla="*/ 267 w 278"/>
                <a:gd name="T5" fmla="*/ 0 h 277"/>
                <a:gd name="T6" fmla="*/ 163 w 278"/>
                <a:gd name="T7" fmla="*/ 4 h 277"/>
                <a:gd name="T8" fmla="*/ 169 w 278"/>
                <a:gd name="T9" fmla="*/ 96 h 277"/>
                <a:gd name="T10" fmla="*/ 149 w 278"/>
                <a:gd name="T11" fmla="*/ 107 h 277"/>
                <a:gd name="T12" fmla="*/ 128 w 278"/>
                <a:gd name="T13" fmla="*/ 128 h 277"/>
                <a:gd name="T14" fmla="*/ 117 w 278"/>
                <a:gd name="T15" fmla="*/ 96 h 277"/>
                <a:gd name="T16" fmla="*/ 117 w 278"/>
                <a:gd name="T17" fmla="*/ 12 h 277"/>
                <a:gd name="T18" fmla="*/ 107 w 278"/>
                <a:gd name="T19" fmla="*/ 0 h 277"/>
                <a:gd name="T20" fmla="*/ 2 w 278"/>
                <a:gd name="T21" fmla="*/ 4 h 277"/>
                <a:gd name="T22" fmla="*/ 19 w 278"/>
                <a:gd name="T23" fmla="*/ 96 h 277"/>
                <a:gd name="T24" fmla="*/ 3 w 278"/>
                <a:gd name="T25" fmla="*/ 100 h 277"/>
                <a:gd name="T26" fmla="*/ 12 w 278"/>
                <a:gd name="T27" fmla="*/ 225 h 277"/>
                <a:gd name="T28" fmla="*/ 32 w 278"/>
                <a:gd name="T29" fmla="*/ 235 h 277"/>
                <a:gd name="T30" fmla="*/ 43 w 278"/>
                <a:gd name="T31" fmla="*/ 277 h 277"/>
                <a:gd name="T32" fmla="*/ 117 w 278"/>
                <a:gd name="T33" fmla="*/ 267 h 277"/>
                <a:gd name="T34" fmla="*/ 128 w 278"/>
                <a:gd name="T35" fmla="*/ 224 h 277"/>
                <a:gd name="T36" fmla="*/ 149 w 278"/>
                <a:gd name="T37" fmla="*/ 213 h 277"/>
                <a:gd name="T38" fmla="*/ 160 w 278"/>
                <a:gd name="T39" fmla="*/ 235 h 277"/>
                <a:gd name="T40" fmla="*/ 171 w 278"/>
                <a:gd name="T41" fmla="*/ 277 h 277"/>
                <a:gd name="T42" fmla="*/ 245 w 278"/>
                <a:gd name="T43" fmla="*/ 267 h 277"/>
                <a:gd name="T44" fmla="*/ 255 w 278"/>
                <a:gd name="T45" fmla="*/ 235 h 277"/>
                <a:gd name="T46" fmla="*/ 277 w 278"/>
                <a:gd name="T47" fmla="*/ 108 h 277"/>
                <a:gd name="T48" fmla="*/ 183 w 278"/>
                <a:gd name="T49" fmla="*/ 21 h 277"/>
                <a:gd name="T50" fmla="*/ 237 w 278"/>
                <a:gd name="T51" fmla="*/ 96 h 277"/>
                <a:gd name="T52" fmla="*/ 183 w 278"/>
                <a:gd name="T53" fmla="*/ 21 h 277"/>
                <a:gd name="T54" fmla="*/ 95 w 278"/>
                <a:gd name="T55" fmla="*/ 21 h 277"/>
                <a:gd name="T56" fmla="*/ 41 w 278"/>
                <a:gd name="T57" fmla="*/ 96 h 277"/>
                <a:gd name="T58" fmla="*/ 107 w 278"/>
                <a:gd name="T59" fmla="*/ 117 h 277"/>
                <a:gd name="T60" fmla="*/ 32 w 278"/>
                <a:gd name="T61" fmla="*/ 213 h 277"/>
                <a:gd name="T62" fmla="*/ 107 w 278"/>
                <a:gd name="T63" fmla="*/ 117 h 277"/>
                <a:gd name="T64" fmla="*/ 53 w 278"/>
                <a:gd name="T65" fmla="*/ 256 h 277"/>
                <a:gd name="T66" fmla="*/ 96 w 278"/>
                <a:gd name="T67" fmla="*/ 235 h 277"/>
                <a:gd name="T68" fmla="*/ 128 w 278"/>
                <a:gd name="T69" fmla="*/ 192 h 277"/>
                <a:gd name="T70" fmla="*/ 149 w 278"/>
                <a:gd name="T71" fmla="*/ 149 h 277"/>
                <a:gd name="T72" fmla="*/ 128 w 278"/>
                <a:gd name="T73" fmla="*/ 192 h 277"/>
                <a:gd name="T74" fmla="*/ 181 w 278"/>
                <a:gd name="T75" fmla="*/ 256 h 277"/>
                <a:gd name="T76" fmla="*/ 224 w 278"/>
                <a:gd name="T77" fmla="*/ 235 h 277"/>
                <a:gd name="T78" fmla="*/ 245 w 278"/>
                <a:gd name="T79" fmla="*/ 213 h 277"/>
                <a:gd name="T80" fmla="*/ 171 w 278"/>
                <a:gd name="T81" fmla="*/ 117 h 277"/>
                <a:gd name="T82" fmla="*/ 245 w 278"/>
                <a:gd name="T83" fmla="*/ 21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277">
                  <a:moveTo>
                    <a:pt x="275" y="100"/>
                  </a:moveTo>
                  <a:cubicBezTo>
                    <a:pt x="273" y="97"/>
                    <a:pt x="270" y="96"/>
                    <a:pt x="267" y="96"/>
                  </a:cubicBezTo>
                  <a:cubicBezTo>
                    <a:pt x="259" y="96"/>
                    <a:pt x="259" y="96"/>
                    <a:pt x="259" y="96"/>
                  </a:cubicBezTo>
                  <a:cubicBezTo>
                    <a:pt x="277" y="13"/>
                    <a:pt x="277" y="13"/>
                    <a:pt x="277" y="13"/>
                  </a:cubicBezTo>
                  <a:cubicBezTo>
                    <a:pt x="278" y="10"/>
                    <a:pt x="277" y="7"/>
                    <a:pt x="275" y="4"/>
                  </a:cubicBezTo>
                  <a:cubicBezTo>
                    <a:pt x="273" y="1"/>
                    <a:pt x="270" y="0"/>
                    <a:pt x="267" y="0"/>
                  </a:cubicBezTo>
                  <a:cubicBezTo>
                    <a:pt x="171" y="0"/>
                    <a:pt x="171" y="0"/>
                    <a:pt x="171" y="0"/>
                  </a:cubicBezTo>
                  <a:cubicBezTo>
                    <a:pt x="168" y="0"/>
                    <a:pt x="165" y="1"/>
                    <a:pt x="163" y="4"/>
                  </a:cubicBezTo>
                  <a:cubicBezTo>
                    <a:pt x="161" y="6"/>
                    <a:pt x="160" y="9"/>
                    <a:pt x="160" y="12"/>
                  </a:cubicBezTo>
                  <a:cubicBezTo>
                    <a:pt x="169" y="96"/>
                    <a:pt x="169" y="96"/>
                    <a:pt x="169" y="96"/>
                  </a:cubicBezTo>
                  <a:cubicBezTo>
                    <a:pt x="160" y="96"/>
                    <a:pt x="160" y="96"/>
                    <a:pt x="160" y="96"/>
                  </a:cubicBezTo>
                  <a:cubicBezTo>
                    <a:pt x="154" y="96"/>
                    <a:pt x="149" y="101"/>
                    <a:pt x="149" y="107"/>
                  </a:cubicBezTo>
                  <a:cubicBezTo>
                    <a:pt x="149" y="128"/>
                    <a:pt x="149" y="128"/>
                    <a:pt x="149" y="128"/>
                  </a:cubicBezTo>
                  <a:cubicBezTo>
                    <a:pt x="128" y="128"/>
                    <a:pt x="128" y="128"/>
                    <a:pt x="128" y="128"/>
                  </a:cubicBezTo>
                  <a:cubicBezTo>
                    <a:pt x="128" y="107"/>
                    <a:pt x="128" y="107"/>
                    <a:pt x="128" y="107"/>
                  </a:cubicBezTo>
                  <a:cubicBezTo>
                    <a:pt x="128" y="101"/>
                    <a:pt x="123" y="96"/>
                    <a:pt x="117" y="96"/>
                  </a:cubicBezTo>
                  <a:cubicBezTo>
                    <a:pt x="108" y="96"/>
                    <a:pt x="108" y="96"/>
                    <a:pt x="108" y="96"/>
                  </a:cubicBezTo>
                  <a:cubicBezTo>
                    <a:pt x="117" y="12"/>
                    <a:pt x="117" y="12"/>
                    <a:pt x="117" y="12"/>
                  </a:cubicBezTo>
                  <a:cubicBezTo>
                    <a:pt x="118" y="9"/>
                    <a:pt x="117" y="6"/>
                    <a:pt x="115" y="4"/>
                  </a:cubicBezTo>
                  <a:cubicBezTo>
                    <a:pt x="113" y="1"/>
                    <a:pt x="110" y="0"/>
                    <a:pt x="107" y="0"/>
                  </a:cubicBezTo>
                  <a:cubicBezTo>
                    <a:pt x="11" y="0"/>
                    <a:pt x="11" y="0"/>
                    <a:pt x="11" y="0"/>
                  </a:cubicBezTo>
                  <a:cubicBezTo>
                    <a:pt x="7" y="0"/>
                    <a:pt x="4" y="1"/>
                    <a:pt x="2" y="4"/>
                  </a:cubicBezTo>
                  <a:cubicBezTo>
                    <a:pt x="0" y="7"/>
                    <a:pt x="0" y="10"/>
                    <a:pt x="0" y="13"/>
                  </a:cubicBezTo>
                  <a:cubicBezTo>
                    <a:pt x="19" y="96"/>
                    <a:pt x="19" y="96"/>
                    <a:pt x="19" y="96"/>
                  </a:cubicBezTo>
                  <a:cubicBezTo>
                    <a:pt x="11" y="96"/>
                    <a:pt x="11" y="96"/>
                    <a:pt x="11" y="96"/>
                  </a:cubicBezTo>
                  <a:cubicBezTo>
                    <a:pt x="8" y="96"/>
                    <a:pt x="5" y="97"/>
                    <a:pt x="3" y="100"/>
                  </a:cubicBezTo>
                  <a:cubicBezTo>
                    <a:pt x="1" y="102"/>
                    <a:pt x="0" y="105"/>
                    <a:pt x="0" y="108"/>
                  </a:cubicBezTo>
                  <a:cubicBezTo>
                    <a:pt x="12" y="225"/>
                    <a:pt x="12" y="225"/>
                    <a:pt x="12" y="225"/>
                  </a:cubicBezTo>
                  <a:cubicBezTo>
                    <a:pt x="12" y="231"/>
                    <a:pt x="17" y="235"/>
                    <a:pt x="22" y="235"/>
                  </a:cubicBezTo>
                  <a:cubicBezTo>
                    <a:pt x="32" y="235"/>
                    <a:pt x="32" y="235"/>
                    <a:pt x="32" y="235"/>
                  </a:cubicBezTo>
                  <a:cubicBezTo>
                    <a:pt x="32" y="267"/>
                    <a:pt x="32" y="267"/>
                    <a:pt x="32" y="267"/>
                  </a:cubicBezTo>
                  <a:cubicBezTo>
                    <a:pt x="32" y="273"/>
                    <a:pt x="37" y="277"/>
                    <a:pt x="43" y="277"/>
                  </a:cubicBezTo>
                  <a:cubicBezTo>
                    <a:pt x="107" y="277"/>
                    <a:pt x="107" y="277"/>
                    <a:pt x="107" y="277"/>
                  </a:cubicBezTo>
                  <a:cubicBezTo>
                    <a:pt x="113" y="277"/>
                    <a:pt x="117" y="273"/>
                    <a:pt x="117" y="267"/>
                  </a:cubicBezTo>
                  <a:cubicBezTo>
                    <a:pt x="117" y="235"/>
                    <a:pt x="117" y="235"/>
                    <a:pt x="117" y="235"/>
                  </a:cubicBezTo>
                  <a:cubicBezTo>
                    <a:pt x="123" y="235"/>
                    <a:pt x="128" y="230"/>
                    <a:pt x="128" y="224"/>
                  </a:cubicBezTo>
                  <a:cubicBezTo>
                    <a:pt x="128" y="213"/>
                    <a:pt x="128" y="213"/>
                    <a:pt x="128" y="213"/>
                  </a:cubicBezTo>
                  <a:cubicBezTo>
                    <a:pt x="149" y="213"/>
                    <a:pt x="149" y="213"/>
                    <a:pt x="149" y="213"/>
                  </a:cubicBezTo>
                  <a:cubicBezTo>
                    <a:pt x="149" y="224"/>
                    <a:pt x="149" y="224"/>
                    <a:pt x="149" y="224"/>
                  </a:cubicBezTo>
                  <a:cubicBezTo>
                    <a:pt x="149" y="230"/>
                    <a:pt x="154" y="235"/>
                    <a:pt x="160" y="235"/>
                  </a:cubicBezTo>
                  <a:cubicBezTo>
                    <a:pt x="160" y="267"/>
                    <a:pt x="160" y="267"/>
                    <a:pt x="160" y="267"/>
                  </a:cubicBezTo>
                  <a:cubicBezTo>
                    <a:pt x="160" y="273"/>
                    <a:pt x="165" y="277"/>
                    <a:pt x="171" y="277"/>
                  </a:cubicBezTo>
                  <a:cubicBezTo>
                    <a:pt x="235" y="277"/>
                    <a:pt x="235" y="277"/>
                    <a:pt x="235" y="277"/>
                  </a:cubicBezTo>
                  <a:cubicBezTo>
                    <a:pt x="241" y="277"/>
                    <a:pt x="245" y="273"/>
                    <a:pt x="245" y="267"/>
                  </a:cubicBezTo>
                  <a:cubicBezTo>
                    <a:pt x="245" y="235"/>
                    <a:pt x="245" y="235"/>
                    <a:pt x="245" y="235"/>
                  </a:cubicBezTo>
                  <a:cubicBezTo>
                    <a:pt x="255" y="235"/>
                    <a:pt x="255" y="235"/>
                    <a:pt x="255" y="235"/>
                  </a:cubicBezTo>
                  <a:cubicBezTo>
                    <a:pt x="260" y="235"/>
                    <a:pt x="265" y="231"/>
                    <a:pt x="266" y="225"/>
                  </a:cubicBezTo>
                  <a:cubicBezTo>
                    <a:pt x="277" y="108"/>
                    <a:pt x="277" y="108"/>
                    <a:pt x="277" y="108"/>
                  </a:cubicBezTo>
                  <a:cubicBezTo>
                    <a:pt x="278" y="105"/>
                    <a:pt x="277" y="102"/>
                    <a:pt x="275" y="100"/>
                  </a:cubicBezTo>
                  <a:close/>
                  <a:moveTo>
                    <a:pt x="183" y="21"/>
                  </a:moveTo>
                  <a:cubicBezTo>
                    <a:pt x="253" y="21"/>
                    <a:pt x="253" y="21"/>
                    <a:pt x="253" y="21"/>
                  </a:cubicBezTo>
                  <a:cubicBezTo>
                    <a:pt x="237" y="96"/>
                    <a:pt x="237" y="96"/>
                    <a:pt x="237" y="96"/>
                  </a:cubicBezTo>
                  <a:cubicBezTo>
                    <a:pt x="191" y="96"/>
                    <a:pt x="191" y="96"/>
                    <a:pt x="191" y="96"/>
                  </a:cubicBezTo>
                  <a:lnTo>
                    <a:pt x="183" y="21"/>
                  </a:lnTo>
                  <a:close/>
                  <a:moveTo>
                    <a:pt x="24" y="21"/>
                  </a:moveTo>
                  <a:cubicBezTo>
                    <a:pt x="95" y="21"/>
                    <a:pt x="95" y="21"/>
                    <a:pt x="95" y="21"/>
                  </a:cubicBezTo>
                  <a:cubicBezTo>
                    <a:pt x="86" y="96"/>
                    <a:pt x="86" y="96"/>
                    <a:pt x="86" y="96"/>
                  </a:cubicBezTo>
                  <a:cubicBezTo>
                    <a:pt x="41" y="96"/>
                    <a:pt x="41" y="96"/>
                    <a:pt x="41" y="96"/>
                  </a:cubicBezTo>
                  <a:lnTo>
                    <a:pt x="24" y="21"/>
                  </a:lnTo>
                  <a:close/>
                  <a:moveTo>
                    <a:pt x="107" y="117"/>
                  </a:moveTo>
                  <a:cubicBezTo>
                    <a:pt x="107" y="213"/>
                    <a:pt x="107" y="213"/>
                    <a:pt x="107" y="213"/>
                  </a:cubicBezTo>
                  <a:cubicBezTo>
                    <a:pt x="32" y="213"/>
                    <a:pt x="32" y="213"/>
                    <a:pt x="32" y="213"/>
                  </a:cubicBezTo>
                  <a:cubicBezTo>
                    <a:pt x="22" y="117"/>
                    <a:pt x="22" y="117"/>
                    <a:pt x="22" y="117"/>
                  </a:cubicBezTo>
                  <a:lnTo>
                    <a:pt x="107" y="117"/>
                  </a:lnTo>
                  <a:close/>
                  <a:moveTo>
                    <a:pt x="96" y="256"/>
                  </a:moveTo>
                  <a:cubicBezTo>
                    <a:pt x="53" y="256"/>
                    <a:pt x="53" y="256"/>
                    <a:pt x="53" y="256"/>
                  </a:cubicBezTo>
                  <a:cubicBezTo>
                    <a:pt x="53" y="235"/>
                    <a:pt x="53" y="235"/>
                    <a:pt x="53" y="235"/>
                  </a:cubicBezTo>
                  <a:cubicBezTo>
                    <a:pt x="96" y="235"/>
                    <a:pt x="96" y="235"/>
                    <a:pt x="96" y="235"/>
                  </a:cubicBezTo>
                  <a:lnTo>
                    <a:pt x="96" y="256"/>
                  </a:lnTo>
                  <a:close/>
                  <a:moveTo>
                    <a:pt x="128" y="192"/>
                  </a:moveTo>
                  <a:cubicBezTo>
                    <a:pt x="128" y="149"/>
                    <a:pt x="128" y="149"/>
                    <a:pt x="128" y="149"/>
                  </a:cubicBezTo>
                  <a:cubicBezTo>
                    <a:pt x="149" y="149"/>
                    <a:pt x="149" y="149"/>
                    <a:pt x="149" y="149"/>
                  </a:cubicBezTo>
                  <a:cubicBezTo>
                    <a:pt x="149" y="192"/>
                    <a:pt x="149" y="192"/>
                    <a:pt x="149" y="192"/>
                  </a:cubicBezTo>
                  <a:lnTo>
                    <a:pt x="128" y="192"/>
                  </a:lnTo>
                  <a:close/>
                  <a:moveTo>
                    <a:pt x="224" y="256"/>
                  </a:moveTo>
                  <a:cubicBezTo>
                    <a:pt x="181" y="256"/>
                    <a:pt x="181" y="256"/>
                    <a:pt x="181" y="256"/>
                  </a:cubicBezTo>
                  <a:cubicBezTo>
                    <a:pt x="181" y="235"/>
                    <a:pt x="181" y="235"/>
                    <a:pt x="181" y="235"/>
                  </a:cubicBezTo>
                  <a:cubicBezTo>
                    <a:pt x="224" y="235"/>
                    <a:pt x="224" y="235"/>
                    <a:pt x="224" y="235"/>
                  </a:cubicBezTo>
                  <a:lnTo>
                    <a:pt x="224" y="256"/>
                  </a:lnTo>
                  <a:close/>
                  <a:moveTo>
                    <a:pt x="245" y="213"/>
                  </a:moveTo>
                  <a:cubicBezTo>
                    <a:pt x="171" y="213"/>
                    <a:pt x="171" y="213"/>
                    <a:pt x="171" y="213"/>
                  </a:cubicBezTo>
                  <a:cubicBezTo>
                    <a:pt x="171" y="117"/>
                    <a:pt x="171" y="117"/>
                    <a:pt x="171" y="117"/>
                  </a:cubicBezTo>
                  <a:cubicBezTo>
                    <a:pt x="255" y="117"/>
                    <a:pt x="255" y="117"/>
                    <a:pt x="255" y="117"/>
                  </a:cubicBezTo>
                  <a:lnTo>
                    <a:pt x="245" y="21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sp>
          <p:nvSpPr>
            <p:cNvPr id="13" name="Freeform 521">
              <a:extLst>
                <a:ext uri="{FF2B5EF4-FFF2-40B4-BE49-F238E27FC236}">
                  <a16:creationId xmlns:a16="http://schemas.microsoft.com/office/drawing/2014/main" id="{4C0098CB-D26F-454B-94A6-A56F65406D3A}"/>
                </a:ext>
              </a:extLst>
            </p:cNvPr>
            <p:cNvSpPr>
              <a:spLocks noEditPoints="1"/>
            </p:cNvSpPr>
            <p:nvPr/>
          </p:nvSpPr>
          <p:spPr bwMode="auto">
            <a:xfrm>
              <a:off x="4190" y="298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grpSp>
      <p:grpSp>
        <p:nvGrpSpPr>
          <p:cNvPr id="14" name="Group 31">
            <a:extLst>
              <a:ext uri="{FF2B5EF4-FFF2-40B4-BE49-F238E27FC236}">
                <a16:creationId xmlns:a16="http://schemas.microsoft.com/office/drawing/2014/main" id="{887724E1-D6EE-EE43-A4C9-91EF03A94C04}"/>
              </a:ext>
            </a:extLst>
          </p:cNvPr>
          <p:cNvGrpSpPr/>
          <p:nvPr/>
        </p:nvGrpSpPr>
        <p:grpSpPr>
          <a:xfrm>
            <a:off x="6423546" y="1931872"/>
            <a:ext cx="436647" cy="436647"/>
            <a:chOff x="3117537" y="2509536"/>
            <a:chExt cx="1193875" cy="1193875"/>
          </a:xfrm>
          <a:solidFill>
            <a:srgbClr val="00A3E0"/>
          </a:solidFill>
        </p:grpSpPr>
        <p:sp>
          <p:nvSpPr>
            <p:cNvPr id="15" name="Freeform 918">
              <a:extLst>
                <a:ext uri="{FF2B5EF4-FFF2-40B4-BE49-F238E27FC236}">
                  <a16:creationId xmlns:a16="http://schemas.microsoft.com/office/drawing/2014/main" id="{B66EE2F5-D8AE-8D47-9FAF-1ED38E6B36A5}"/>
                </a:ext>
              </a:extLst>
            </p:cNvPr>
            <p:cNvSpPr>
              <a:spLocks noEditPoints="1"/>
            </p:cNvSpPr>
            <p:nvPr/>
          </p:nvSpPr>
          <p:spPr bwMode="auto">
            <a:xfrm>
              <a:off x="3342266" y="2832585"/>
              <a:ext cx="744416" cy="547778"/>
            </a:xfrm>
            <a:custGeom>
              <a:avLst/>
              <a:gdLst>
                <a:gd name="T0" fmla="*/ 266 w 320"/>
                <a:gd name="T1" fmla="*/ 235 h 235"/>
                <a:gd name="T2" fmla="*/ 10 w 320"/>
                <a:gd name="T3" fmla="*/ 235 h 235"/>
                <a:gd name="T4" fmla="*/ 0 w 320"/>
                <a:gd name="T5" fmla="*/ 224 h 235"/>
                <a:gd name="T6" fmla="*/ 0 w 320"/>
                <a:gd name="T7" fmla="*/ 54 h 235"/>
                <a:gd name="T8" fmla="*/ 10 w 320"/>
                <a:gd name="T9" fmla="*/ 43 h 235"/>
                <a:gd name="T10" fmla="*/ 85 w 320"/>
                <a:gd name="T11" fmla="*/ 43 h 235"/>
                <a:gd name="T12" fmla="*/ 95 w 320"/>
                <a:gd name="T13" fmla="*/ 49 h 235"/>
                <a:gd name="T14" fmla="*/ 102 w 320"/>
                <a:gd name="T15" fmla="*/ 64 h 235"/>
                <a:gd name="T16" fmla="*/ 266 w 320"/>
                <a:gd name="T17" fmla="*/ 64 h 235"/>
                <a:gd name="T18" fmla="*/ 277 w 320"/>
                <a:gd name="T19" fmla="*/ 75 h 235"/>
                <a:gd name="T20" fmla="*/ 277 w 320"/>
                <a:gd name="T21" fmla="*/ 224 h 235"/>
                <a:gd name="T22" fmla="*/ 266 w 320"/>
                <a:gd name="T23" fmla="*/ 235 h 235"/>
                <a:gd name="T24" fmla="*/ 21 w 320"/>
                <a:gd name="T25" fmla="*/ 214 h 235"/>
                <a:gd name="T26" fmla="*/ 256 w 320"/>
                <a:gd name="T27" fmla="*/ 214 h 235"/>
                <a:gd name="T28" fmla="*/ 256 w 320"/>
                <a:gd name="T29" fmla="*/ 86 h 235"/>
                <a:gd name="T30" fmla="*/ 96 w 320"/>
                <a:gd name="T31" fmla="*/ 86 h 235"/>
                <a:gd name="T32" fmla="*/ 86 w 320"/>
                <a:gd name="T33" fmla="*/ 80 h 235"/>
                <a:gd name="T34" fmla="*/ 78 w 320"/>
                <a:gd name="T35" fmla="*/ 64 h 235"/>
                <a:gd name="T36" fmla="*/ 21 w 320"/>
                <a:gd name="T37" fmla="*/ 64 h 235"/>
                <a:gd name="T38" fmla="*/ 21 w 320"/>
                <a:gd name="T39" fmla="*/ 214 h 235"/>
                <a:gd name="T40" fmla="*/ 320 w 320"/>
                <a:gd name="T41" fmla="*/ 182 h 235"/>
                <a:gd name="T42" fmla="*/ 320 w 320"/>
                <a:gd name="T43" fmla="*/ 32 h 235"/>
                <a:gd name="T44" fmla="*/ 309 w 320"/>
                <a:gd name="T45" fmla="*/ 22 h 235"/>
                <a:gd name="T46" fmla="*/ 145 w 320"/>
                <a:gd name="T47" fmla="*/ 22 h 235"/>
                <a:gd name="T48" fmla="*/ 137 w 320"/>
                <a:gd name="T49" fmla="*/ 6 h 235"/>
                <a:gd name="T50" fmla="*/ 128 w 320"/>
                <a:gd name="T51" fmla="*/ 0 h 235"/>
                <a:gd name="T52" fmla="*/ 53 w 320"/>
                <a:gd name="T53" fmla="*/ 0 h 235"/>
                <a:gd name="T54" fmla="*/ 42 w 320"/>
                <a:gd name="T55" fmla="*/ 11 h 235"/>
                <a:gd name="T56" fmla="*/ 53 w 320"/>
                <a:gd name="T57" fmla="*/ 22 h 235"/>
                <a:gd name="T58" fmla="*/ 121 w 320"/>
                <a:gd name="T59" fmla="*/ 22 h 235"/>
                <a:gd name="T60" fmla="*/ 129 w 320"/>
                <a:gd name="T61" fmla="*/ 37 h 235"/>
                <a:gd name="T62" fmla="*/ 138 w 320"/>
                <a:gd name="T63" fmla="*/ 43 h 235"/>
                <a:gd name="T64" fmla="*/ 298 w 320"/>
                <a:gd name="T65" fmla="*/ 43 h 235"/>
                <a:gd name="T66" fmla="*/ 298 w 320"/>
                <a:gd name="T67" fmla="*/ 182 h 235"/>
                <a:gd name="T68" fmla="*/ 309 w 320"/>
                <a:gd name="T69" fmla="*/ 192 h 235"/>
                <a:gd name="T70" fmla="*/ 320 w 320"/>
                <a:gd name="T71" fmla="*/ 18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0" h="235">
                  <a:moveTo>
                    <a:pt x="266" y="235"/>
                  </a:moveTo>
                  <a:cubicBezTo>
                    <a:pt x="10" y="235"/>
                    <a:pt x="10" y="235"/>
                    <a:pt x="10" y="235"/>
                  </a:cubicBezTo>
                  <a:cubicBezTo>
                    <a:pt x="4" y="235"/>
                    <a:pt x="0" y="230"/>
                    <a:pt x="0" y="224"/>
                  </a:cubicBezTo>
                  <a:cubicBezTo>
                    <a:pt x="0" y="54"/>
                    <a:pt x="0" y="54"/>
                    <a:pt x="0" y="54"/>
                  </a:cubicBezTo>
                  <a:cubicBezTo>
                    <a:pt x="0" y="48"/>
                    <a:pt x="4" y="43"/>
                    <a:pt x="10" y="43"/>
                  </a:cubicBezTo>
                  <a:cubicBezTo>
                    <a:pt x="85" y="43"/>
                    <a:pt x="85" y="43"/>
                    <a:pt x="85" y="43"/>
                  </a:cubicBezTo>
                  <a:cubicBezTo>
                    <a:pt x="89" y="43"/>
                    <a:pt x="93" y="45"/>
                    <a:pt x="95" y="49"/>
                  </a:cubicBezTo>
                  <a:cubicBezTo>
                    <a:pt x="102" y="64"/>
                    <a:pt x="102" y="64"/>
                    <a:pt x="102" y="64"/>
                  </a:cubicBezTo>
                  <a:cubicBezTo>
                    <a:pt x="266" y="64"/>
                    <a:pt x="266" y="64"/>
                    <a:pt x="266" y="64"/>
                  </a:cubicBezTo>
                  <a:cubicBezTo>
                    <a:pt x="272" y="64"/>
                    <a:pt x="277" y="69"/>
                    <a:pt x="277" y="75"/>
                  </a:cubicBezTo>
                  <a:cubicBezTo>
                    <a:pt x="277" y="224"/>
                    <a:pt x="277" y="224"/>
                    <a:pt x="277" y="224"/>
                  </a:cubicBezTo>
                  <a:cubicBezTo>
                    <a:pt x="277" y="230"/>
                    <a:pt x="272" y="235"/>
                    <a:pt x="266" y="235"/>
                  </a:cubicBezTo>
                  <a:close/>
                  <a:moveTo>
                    <a:pt x="21" y="214"/>
                  </a:moveTo>
                  <a:cubicBezTo>
                    <a:pt x="256" y="214"/>
                    <a:pt x="256" y="214"/>
                    <a:pt x="256" y="214"/>
                  </a:cubicBezTo>
                  <a:cubicBezTo>
                    <a:pt x="256" y="86"/>
                    <a:pt x="256" y="86"/>
                    <a:pt x="256" y="86"/>
                  </a:cubicBezTo>
                  <a:cubicBezTo>
                    <a:pt x="96" y="86"/>
                    <a:pt x="96" y="86"/>
                    <a:pt x="96" y="86"/>
                  </a:cubicBezTo>
                  <a:cubicBezTo>
                    <a:pt x="92" y="86"/>
                    <a:pt x="88" y="83"/>
                    <a:pt x="86" y="80"/>
                  </a:cubicBezTo>
                  <a:cubicBezTo>
                    <a:pt x="78" y="64"/>
                    <a:pt x="78" y="64"/>
                    <a:pt x="78" y="64"/>
                  </a:cubicBezTo>
                  <a:cubicBezTo>
                    <a:pt x="21" y="64"/>
                    <a:pt x="21" y="64"/>
                    <a:pt x="21" y="64"/>
                  </a:cubicBezTo>
                  <a:lnTo>
                    <a:pt x="21" y="214"/>
                  </a:lnTo>
                  <a:close/>
                  <a:moveTo>
                    <a:pt x="320" y="182"/>
                  </a:moveTo>
                  <a:cubicBezTo>
                    <a:pt x="320" y="32"/>
                    <a:pt x="320" y="32"/>
                    <a:pt x="320" y="32"/>
                  </a:cubicBezTo>
                  <a:cubicBezTo>
                    <a:pt x="320" y="26"/>
                    <a:pt x="315" y="22"/>
                    <a:pt x="309" y="22"/>
                  </a:cubicBezTo>
                  <a:cubicBezTo>
                    <a:pt x="145" y="22"/>
                    <a:pt x="145" y="22"/>
                    <a:pt x="145" y="22"/>
                  </a:cubicBezTo>
                  <a:cubicBezTo>
                    <a:pt x="137" y="6"/>
                    <a:pt x="137" y="6"/>
                    <a:pt x="137" y="6"/>
                  </a:cubicBezTo>
                  <a:cubicBezTo>
                    <a:pt x="135" y="3"/>
                    <a:pt x="132" y="0"/>
                    <a:pt x="128" y="0"/>
                  </a:cubicBezTo>
                  <a:cubicBezTo>
                    <a:pt x="53" y="0"/>
                    <a:pt x="53" y="0"/>
                    <a:pt x="53" y="0"/>
                  </a:cubicBezTo>
                  <a:cubicBezTo>
                    <a:pt x="47" y="0"/>
                    <a:pt x="42" y="5"/>
                    <a:pt x="42" y="11"/>
                  </a:cubicBezTo>
                  <a:cubicBezTo>
                    <a:pt x="42" y="17"/>
                    <a:pt x="47" y="22"/>
                    <a:pt x="53" y="22"/>
                  </a:cubicBezTo>
                  <a:cubicBezTo>
                    <a:pt x="121" y="22"/>
                    <a:pt x="121" y="22"/>
                    <a:pt x="121" y="22"/>
                  </a:cubicBezTo>
                  <a:cubicBezTo>
                    <a:pt x="129" y="37"/>
                    <a:pt x="129" y="37"/>
                    <a:pt x="129" y="37"/>
                  </a:cubicBezTo>
                  <a:cubicBezTo>
                    <a:pt x="131" y="41"/>
                    <a:pt x="134" y="43"/>
                    <a:pt x="138" y="43"/>
                  </a:cubicBezTo>
                  <a:cubicBezTo>
                    <a:pt x="298" y="43"/>
                    <a:pt x="298" y="43"/>
                    <a:pt x="298" y="43"/>
                  </a:cubicBezTo>
                  <a:cubicBezTo>
                    <a:pt x="298" y="182"/>
                    <a:pt x="298" y="182"/>
                    <a:pt x="298" y="182"/>
                  </a:cubicBezTo>
                  <a:cubicBezTo>
                    <a:pt x="298" y="188"/>
                    <a:pt x="303" y="192"/>
                    <a:pt x="309" y="192"/>
                  </a:cubicBezTo>
                  <a:cubicBezTo>
                    <a:pt x="315" y="192"/>
                    <a:pt x="320" y="188"/>
                    <a:pt x="320" y="18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sp>
          <p:nvSpPr>
            <p:cNvPr id="16" name="Freeform 919">
              <a:extLst>
                <a:ext uri="{FF2B5EF4-FFF2-40B4-BE49-F238E27FC236}">
                  <a16:creationId xmlns:a16="http://schemas.microsoft.com/office/drawing/2014/main" id="{6B6E6BA2-24FA-DF41-AB77-A8F0D0A6E917}"/>
                </a:ext>
              </a:extLst>
            </p:cNvPr>
            <p:cNvSpPr>
              <a:spLocks noEditPoints="1"/>
            </p:cNvSpPr>
            <p:nvPr/>
          </p:nvSpPr>
          <p:spPr bwMode="auto">
            <a:xfrm>
              <a:off x="3117537" y="2509536"/>
              <a:ext cx="1193875" cy="119387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grpSp>
      <p:grpSp>
        <p:nvGrpSpPr>
          <p:cNvPr id="17" name="Group 892">
            <a:extLst>
              <a:ext uri="{FF2B5EF4-FFF2-40B4-BE49-F238E27FC236}">
                <a16:creationId xmlns:a16="http://schemas.microsoft.com/office/drawing/2014/main" id="{7CD189F5-B45B-C34F-8C6A-8AE3977240D4}"/>
              </a:ext>
            </a:extLst>
          </p:cNvPr>
          <p:cNvGrpSpPr>
            <a:grpSpLocks noChangeAspect="1"/>
          </p:cNvGrpSpPr>
          <p:nvPr/>
        </p:nvGrpSpPr>
        <p:grpSpPr bwMode="auto">
          <a:xfrm>
            <a:off x="3599196" y="4317496"/>
            <a:ext cx="440011" cy="436647"/>
            <a:chOff x="4270" y="3457"/>
            <a:chExt cx="340" cy="341"/>
          </a:xfrm>
          <a:solidFill>
            <a:srgbClr val="00A3E0"/>
          </a:solidFill>
        </p:grpSpPr>
        <p:sp>
          <p:nvSpPr>
            <p:cNvPr id="18" name="Freeform 893">
              <a:extLst>
                <a:ext uri="{FF2B5EF4-FFF2-40B4-BE49-F238E27FC236}">
                  <a16:creationId xmlns:a16="http://schemas.microsoft.com/office/drawing/2014/main" id="{50CA4D25-35FD-AC47-96D7-BDC2A36EA1CE}"/>
                </a:ext>
              </a:extLst>
            </p:cNvPr>
            <p:cNvSpPr>
              <a:spLocks noEditPoints="1"/>
            </p:cNvSpPr>
            <p:nvPr/>
          </p:nvSpPr>
          <p:spPr bwMode="auto">
            <a:xfrm>
              <a:off x="4334" y="3521"/>
              <a:ext cx="192" cy="192"/>
            </a:xfrm>
            <a:custGeom>
              <a:avLst/>
              <a:gdLst>
                <a:gd name="T0" fmla="*/ 285 w 289"/>
                <a:gd name="T1" fmla="*/ 269 h 288"/>
                <a:gd name="T2" fmla="*/ 189 w 289"/>
                <a:gd name="T3" fmla="*/ 174 h 288"/>
                <a:gd name="T4" fmla="*/ 213 w 289"/>
                <a:gd name="T5" fmla="*/ 106 h 288"/>
                <a:gd name="T6" fmla="*/ 106 w 289"/>
                <a:gd name="T7" fmla="*/ 0 h 288"/>
                <a:gd name="T8" fmla="*/ 0 w 289"/>
                <a:gd name="T9" fmla="*/ 106 h 288"/>
                <a:gd name="T10" fmla="*/ 106 w 289"/>
                <a:gd name="T11" fmla="*/ 213 h 288"/>
                <a:gd name="T12" fmla="*/ 174 w 289"/>
                <a:gd name="T13" fmla="*/ 189 h 288"/>
                <a:gd name="T14" fmla="*/ 269 w 289"/>
                <a:gd name="T15" fmla="*/ 285 h 288"/>
                <a:gd name="T16" fmla="*/ 277 w 289"/>
                <a:gd name="T17" fmla="*/ 288 h 288"/>
                <a:gd name="T18" fmla="*/ 285 w 289"/>
                <a:gd name="T19" fmla="*/ 285 h 288"/>
                <a:gd name="T20" fmla="*/ 285 w 289"/>
                <a:gd name="T21" fmla="*/ 269 h 288"/>
                <a:gd name="T22" fmla="*/ 106 w 289"/>
                <a:gd name="T23" fmla="*/ 192 h 288"/>
                <a:gd name="T24" fmla="*/ 21 w 289"/>
                <a:gd name="T25" fmla="*/ 106 h 288"/>
                <a:gd name="T26" fmla="*/ 106 w 289"/>
                <a:gd name="T27" fmla="*/ 21 h 288"/>
                <a:gd name="T28" fmla="*/ 192 w 289"/>
                <a:gd name="T29" fmla="*/ 106 h 288"/>
                <a:gd name="T30" fmla="*/ 106 w 289"/>
                <a:gd name="T31"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288">
                  <a:moveTo>
                    <a:pt x="285" y="269"/>
                  </a:moveTo>
                  <a:cubicBezTo>
                    <a:pt x="189" y="174"/>
                    <a:pt x="189" y="174"/>
                    <a:pt x="189" y="174"/>
                  </a:cubicBezTo>
                  <a:cubicBezTo>
                    <a:pt x="204" y="155"/>
                    <a:pt x="213" y="132"/>
                    <a:pt x="213" y="106"/>
                  </a:cubicBezTo>
                  <a:cubicBezTo>
                    <a:pt x="213" y="48"/>
                    <a:pt x="165" y="0"/>
                    <a:pt x="106" y="0"/>
                  </a:cubicBezTo>
                  <a:cubicBezTo>
                    <a:pt x="48" y="0"/>
                    <a:pt x="0" y="48"/>
                    <a:pt x="0" y="106"/>
                  </a:cubicBezTo>
                  <a:cubicBezTo>
                    <a:pt x="0" y="165"/>
                    <a:pt x="48" y="213"/>
                    <a:pt x="106" y="213"/>
                  </a:cubicBezTo>
                  <a:cubicBezTo>
                    <a:pt x="132" y="213"/>
                    <a:pt x="155" y="204"/>
                    <a:pt x="174" y="189"/>
                  </a:cubicBezTo>
                  <a:cubicBezTo>
                    <a:pt x="269" y="285"/>
                    <a:pt x="269" y="285"/>
                    <a:pt x="269" y="285"/>
                  </a:cubicBezTo>
                  <a:cubicBezTo>
                    <a:pt x="272" y="287"/>
                    <a:pt x="274" y="288"/>
                    <a:pt x="277" y="288"/>
                  </a:cubicBezTo>
                  <a:cubicBezTo>
                    <a:pt x="280" y="288"/>
                    <a:pt x="282" y="287"/>
                    <a:pt x="285" y="285"/>
                  </a:cubicBezTo>
                  <a:cubicBezTo>
                    <a:pt x="289" y="280"/>
                    <a:pt x="289" y="274"/>
                    <a:pt x="285" y="269"/>
                  </a:cubicBezTo>
                  <a:close/>
                  <a:moveTo>
                    <a:pt x="106" y="192"/>
                  </a:moveTo>
                  <a:cubicBezTo>
                    <a:pt x="59" y="192"/>
                    <a:pt x="21" y="153"/>
                    <a:pt x="21" y="106"/>
                  </a:cubicBezTo>
                  <a:cubicBezTo>
                    <a:pt x="21" y="59"/>
                    <a:pt x="59" y="21"/>
                    <a:pt x="106" y="21"/>
                  </a:cubicBezTo>
                  <a:cubicBezTo>
                    <a:pt x="153" y="21"/>
                    <a:pt x="192" y="59"/>
                    <a:pt x="192" y="106"/>
                  </a:cubicBezTo>
                  <a:cubicBezTo>
                    <a:pt x="192" y="153"/>
                    <a:pt x="153" y="192"/>
                    <a:pt x="106" y="19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sp>
          <p:nvSpPr>
            <p:cNvPr id="19" name="Freeform 894">
              <a:extLst>
                <a:ext uri="{FF2B5EF4-FFF2-40B4-BE49-F238E27FC236}">
                  <a16:creationId xmlns:a16="http://schemas.microsoft.com/office/drawing/2014/main" id="{31A97B4E-8500-164E-BBA3-705728ABF2EB}"/>
                </a:ext>
              </a:extLst>
            </p:cNvPr>
            <p:cNvSpPr>
              <a:spLocks noEditPoints="1"/>
            </p:cNvSpPr>
            <p:nvPr/>
          </p:nvSpPr>
          <p:spPr bwMode="auto">
            <a:xfrm>
              <a:off x="4270" y="3457"/>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grpSp>
      <p:grpSp>
        <p:nvGrpSpPr>
          <p:cNvPr id="20" name="Group 902">
            <a:extLst>
              <a:ext uri="{FF2B5EF4-FFF2-40B4-BE49-F238E27FC236}">
                <a16:creationId xmlns:a16="http://schemas.microsoft.com/office/drawing/2014/main" id="{23E5D8DA-6975-4642-BDF9-1070AB686F47}"/>
              </a:ext>
            </a:extLst>
          </p:cNvPr>
          <p:cNvGrpSpPr>
            <a:grpSpLocks noChangeAspect="1"/>
          </p:cNvGrpSpPr>
          <p:nvPr/>
        </p:nvGrpSpPr>
        <p:grpSpPr bwMode="auto">
          <a:xfrm>
            <a:off x="5581798" y="4317496"/>
            <a:ext cx="441308" cy="436647"/>
            <a:chOff x="4880" y="3759"/>
            <a:chExt cx="340" cy="340"/>
          </a:xfrm>
          <a:solidFill>
            <a:srgbClr val="86BC25"/>
          </a:solidFill>
        </p:grpSpPr>
        <p:sp>
          <p:nvSpPr>
            <p:cNvPr id="21" name="Freeform 903">
              <a:extLst>
                <a:ext uri="{FF2B5EF4-FFF2-40B4-BE49-F238E27FC236}">
                  <a16:creationId xmlns:a16="http://schemas.microsoft.com/office/drawing/2014/main" id="{92549BC2-BC47-5549-833E-987E2CCBF733}"/>
                </a:ext>
              </a:extLst>
            </p:cNvPr>
            <p:cNvSpPr>
              <a:spLocks noEditPoints="1"/>
            </p:cNvSpPr>
            <p:nvPr/>
          </p:nvSpPr>
          <p:spPr bwMode="auto">
            <a:xfrm>
              <a:off x="4880" y="375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sp>
          <p:nvSpPr>
            <p:cNvPr id="22" name="Freeform 904">
              <a:extLst>
                <a:ext uri="{FF2B5EF4-FFF2-40B4-BE49-F238E27FC236}">
                  <a16:creationId xmlns:a16="http://schemas.microsoft.com/office/drawing/2014/main" id="{CCA89572-C17D-CF42-8D7B-D5B8159F9EEF}"/>
                </a:ext>
              </a:extLst>
            </p:cNvPr>
            <p:cNvSpPr>
              <a:spLocks noEditPoints="1"/>
            </p:cNvSpPr>
            <p:nvPr/>
          </p:nvSpPr>
          <p:spPr bwMode="auto">
            <a:xfrm>
              <a:off x="4958" y="3851"/>
              <a:ext cx="199" cy="163"/>
            </a:xfrm>
            <a:custGeom>
              <a:avLst/>
              <a:gdLst>
                <a:gd name="T0" fmla="*/ 296 w 300"/>
                <a:gd name="T1" fmla="*/ 25 h 246"/>
                <a:gd name="T2" fmla="*/ 281 w 300"/>
                <a:gd name="T3" fmla="*/ 24 h 246"/>
                <a:gd name="T4" fmla="*/ 245 w 300"/>
                <a:gd name="T5" fmla="*/ 55 h 246"/>
                <a:gd name="T6" fmla="*/ 245 w 300"/>
                <a:gd name="T7" fmla="*/ 11 h 246"/>
                <a:gd name="T8" fmla="*/ 235 w 300"/>
                <a:gd name="T9" fmla="*/ 0 h 246"/>
                <a:gd name="T10" fmla="*/ 11 w 300"/>
                <a:gd name="T11" fmla="*/ 0 h 246"/>
                <a:gd name="T12" fmla="*/ 0 w 300"/>
                <a:gd name="T13" fmla="*/ 11 h 246"/>
                <a:gd name="T14" fmla="*/ 0 w 300"/>
                <a:gd name="T15" fmla="*/ 235 h 246"/>
                <a:gd name="T16" fmla="*/ 11 w 300"/>
                <a:gd name="T17" fmla="*/ 246 h 246"/>
                <a:gd name="T18" fmla="*/ 235 w 300"/>
                <a:gd name="T19" fmla="*/ 246 h 246"/>
                <a:gd name="T20" fmla="*/ 245 w 300"/>
                <a:gd name="T21" fmla="*/ 235 h 246"/>
                <a:gd name="T22" fmla="*/ 245 w 300"/>
                <a:gd name="T23" fmla="*/ 84 h 246"/>
                <a:gd name="T24" fmla="*/ 295 w 300"/>
                <a:gd name="T25" fmla="*/ 40 h 246"/>
                <a:gd name="T26" fmla="*/ 296 w 300"/>
                <a:gd name="T27" fmla="*/ 25 h 246"/>
                <a:gd name="T28" fmla="*/ 224 w 300"/>
                <a:gd name="T29" fmla="*/ 224 h 246"/>
                <a:gd name="T30" fmla="*/ 21 w 300"/>
                <a:gd name="T31" fmla="*/ 224 h 246"/>
                <a:gd name="T32" fmla="*/ 21 w 300"/>
                <a:gd name="T33" fmla="*/ 22 h 246"/>
                <a:gd name="T34" fmla="*/ 224 w 300"/>
                <a:gd name="T35" fmla="*/ 22 h 246"/>
                <a:gd name="T36" fmla="*/ 224 w 300"/>
                <a:gd name="T37" fmla="*/ 74 h 246"/>
                <a:gd name="T38" fmla="*/ 119 w 300"/>
                <a:gd name="T39" fmla="*/ 166 h 246"/>
                <a:gd name="T40" fmla="*/ 72 w 300"/>
                <a:gd name="T41" fmla="*/ 111 h 246"/>
                <a:gd name="T42" fmla="*/ 57 w 300"/>
                <a:gd name="T43" fmla="*/ 109 h 246"/>
                <a:gd name="T44" fmla="*/ 56 w 300"/>
                <a:gd name="T45" fmla="*/ 125 h 246"/>
                <a:gd name="T46" fmla="*/ 109 w 300"/>
                <a:gd name="T47" fmla="*/ 189 h 246"/>
                <a:gd name="T48" fmla="*/ 109 w 300"/>
                <a:gd name="T49" fmla="*/ 189 h 246"/>
                <a:gd name="T50" fmla="*/ 117 w 300"/>
                <a:gd name="T51" fmla="*/ 192 h 246"/>
                <a:gd name="T52" fmla="*/ 124 w 300"/>
                <a:gd name="T53" fmla="*/ 190 h 246"/>
                <a:gd name="T54" fmla="*/ 224 w 300"/>
                <a:gd name="T55" fmla="*/ 103 h 246"/>
                <a:gd name="T56" fmla="*/ 224 w 300"/>
                <a:gd name="T57" fmla="*/ 22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 h="246">
                  <a:moveTo>
                    <a:pt x="296" y="25"/>
                  </a:moveTo>
                  <a:cubicBezTo>
                    <a:pt x="292" y="21"/>
                    <a:pt x="285" y="20"/>
                    <a:pt x="281" y="24"/>
                  </a:cubicBezTo>
                  <a:cubicBezTo>
                    <a:pt x="245" y="55"/>
                    <a:pt x="245" y="55"/>
                    <a:pt x="245" y="55"/>
                  </a:cubicBezTo>
                  <a:cubicBezTo>
                    <a:pt x="245" y="11"/>
                    <a:pt x="245" y="11"/>
                    <a:pt x="245" y="11"/>
                  </a:cubicBezTo>
                  <a:cubicBezTo>
                    <a:pt x="245" y="5"/>
                    <a:pt x="241" y="0"/>
                    <a:pt x="235" y="0"/>
                  </a:cubicBezTo>
                  <a:cubicBezTo>
                    <a:pt x="11" y="0"/>
                    <a:pt x="11" y="0"/>
                    <a:pt x="11" y="0"/>
                  </a:cubicBezTo>
                  <a:cubicBezTo>
                    <a:pt x="5" y="0"/>
                    <a:pt x="0" y="5"/>
                    <a:pt x="0" y="11"/>
                  </a:cubicBezTo>
                  <a:cubicBezTo>
                    <a:pt x="0" y="235"/>
                    <a:pt x="0" y="235"/>
                    <a:pt x="0" y="235"/>
                  </a:cubicBezTo>
                  <a:cubicBezTo>
                    <a:pt x="0" y="241"/>
                    <a:pt x="5" y="246"/>
                    <a:pt x="11" y="246"/>
                  </a:cubicBezTo>
                  <a:cubicBezTo>
                    <a:pt x="235" y="246"/>
                    <a:pt x="235" y="246"/>
                    <a:pt x="235" y="246"/>
                  </a:cubicBezTo>
                  <a:cubicBezTo>
                    <a:pt x="241" y="246"/>
                    <a:pt x="245" y="241"/>
                    <a:pt x="245" y="235"/>
                  </a:cubicBezTo>
                  <a:cubicBezTo>
                    <a:pt x="245" y="84"/>
                    <a:pt x="245" y="84"/>
                    <a:pt x="245" y="84"/>
                  </a:cubicBezTo>
                  <a:cubicBezTo>
                    <a:pt x="295" y="40"/>
                    <a:pt x="295" y="40"/>
                    <a:pt x="295" y="40"/>
                  </a:cubicBezTo>
                  <a:cubicBezTo>
                    <a:pt x="299" y="36"/>
                    <a:pt x="300" y="30"/>
                    <a:pt x="296" y="25"/>
                  </a:cubicBezTo>
                  <a:close/>
                  <a:moveTo>
                    <a:pt x="224" y="224"/>
                  </a:moveTo>
                  <a:cubicBezTo>
                    <a:pt x="21" y="224"/>
                    <a:pt x="21" y="224"/>
                    <a:pt x="21" y="224"/>
                  </a:cubicBezTo>
                  <a:cubicBezTo>
                    <a:pt x="21" y="22"/>
                    <a:pt x="21" y="22"/>
                    <a:pt x="21" y="22"/>
                  </a:cubicBezTo>
                  <a:cubicBezTo>
                    <a:pt x="224" y="22"/>
                    <a:pt x="224" y="22"/>
                    <a:pt x="224" y="22"/>
                  </a:cubicBezTo>
                  <a:cubicBezTo>
                    <a:pt x="224" y="74"/>
                    <a:pt x="224" y="74"/>
                    <a:pt x="224" y="74"/>
                  </a:cubicBezTo>
                  <a:cubicBezTo>
                    <a:pt x="119" y="166"/>
                    <a:pt x="119" y="166"/>
                    <a:pt x="119" y="166"/>
                  </a:cubicBezTo>
                  <a:cubicBezTo>
                    <a:pt x="72" y="111"/>
                    <a:pt x="72" y="111"/>
                    <a:pt x="72" y="111"/>
                  </a:cubicBezTo>
                  <a:cubicBezTo>
                    <a:pt x="68" y="106"/>
                    <a:pt x="62" y="106"/>
                    <a:pt x="57" y="109"/>
                  </a:cubicBezTo>
                  <a:cubicBezTo>
                    <a:pt x="53" y="113"/>
                    <a:pt x="52" y="120"/>
                    <a:pt x="56" y="125"/>
                  </a:cubicBezTo>
                  <a:cubicBezTo>
                    <a:pt x="109" y="189"/>
                    <a:pt x="109" y="189"/>
                    <a:pt x="109" y="189"/>
                  </a:cubicBezTo>
                  <a:cubicBezTo>
                    <a:pt x="109" y="189"/>
                    <a:pt x="109" y="189"/>
                    <a:pt x="109" y="189"/>
                  </a:cubicBezTo>
                  <a:cubicBezTo>
                    <a:pt x="111" y="191"/>
                    <a:pt x="114" y="192"/>
                    <a:pt x="117" y="192"/>
                  </a:cubicBezTo>
                  <a:cubicBezTo>
                    <a:pt x="120" y="192"/>
                    <a:pt x="122" y="191"/>
                    <a:pt x="124" y="190"/>
                  </a:cubicBezTo>
                  <a:cubicBezTo>
                    <a:pt x="224" y="103"/>
                    <a:pt x="224" y="103"/>
                    <a:pt x="224" y="103"/>
                  </a:cubicBezTo>
                  <a:lnTo>
                    <a:pt x="224" y="22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grpSp>
      <p:grpSp>
        <p:nvGrpSpPr>
          <p:cNvPr id="23" name="Group 675">
            <a:extLst>
              <a:ext uri="{FF2B5EF4-FFF2-40B4-BE49-F238E27FC236}">
                <a16:creationId xmlns:a16="http://schemas.microsoft.com/office/drawing/2014/main" id="{8BA887F5-457D-1842-8A54-5C41769AEFB9}"/>
              </a:ext>
            </a:extLst>
          </p:cNvPr>
          <p:cNvGrpSpPr>
            <a:grpSpLocks noChangeAspect="1"/>
          </p:cNvGrpSpPr>
          <p:nvPr/>
        </p:nvGrpSpPr>
        <p:grpSpPr bwMode="auto">
          <a:xfrm>
            <a:off x="7767412" y="4522373"/>
            <a:ext cx="441308" cy="436647"/>
            <a:chOff x="6583" y="2681"/>
            <a:chExt cx="340" cy="340"/>
          </a:xfrm>
          <a:solidFill>
            <a:srgbClr val="6FC2B4"/>
          </a:solidFill>
        </p:grpSpPr>
        <p:sp>
          <p:nvSpPr>
            <p:cNvPr id="24" name="Freeform 676">
              <a:extLst>
                <a:ext uri="{FF2B5EF4-FFF2-40B4-BE49-F238E27FC236}">
                  <a16:creationId xmlns:a16="http://schemas.microsoft.com/office/drawing/2014/main" id="{A308C309-7B77-C442-9900-EE7154BF04C6}"/>
                </a:ext>
              </a:extLst>
            </p:cNvPr>
            <p:cNvSpPr>
              <a:spLocks noEditPoints="1"/>
            </p:cNvSpPr>
            <p:nvPr/>
          </p:nvSpPr>
          <p:spPr bwMode="auto">
            <a:xfrm>
              <a:off x="6583" y="268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sp>
          <p:nvSpPr>
            <p:cNvPr id="25" name="Freeform 677">
              <a:extLst>
                <a:ext uri="{FF2B5EF4-FFF2-40B4-BE49-F238E27FC236}">
                  <a16:creationId xmlns:a16="http://schemas.microsoft.com/office/drawing/2014/main" id="{66FF12AE-8585-F541-AF73-2940C0C3CC9B}"/>
                </a:ext>
              </a:extLst>
            </p:cNvPr>
            <p:cNvSpPr>
              <a:spLocks noEditPoints="1"/>
            </p:cNvSpPr>
            <p:nvPr/>
          </p:nvSpPr>
          <p:spPr bwMode="auto">
            <a:xfrm>
              <a:off x="6672" y="2741"/>
              <a:ext cx="162" cy="224"/>
            </a:xfrm>
            <a:custGeom>
              <a:avLst/>
              <a:gdLst>
                <a:gd name="T0" fmla="*/ 233 w 244"/>
                <a:gd name="T1" fmla="*/ 122 h 336"/>
                <a:gd name="T2" fmla="*/ 241 w 244"/>
                <a:gd name="T3" fmla="*/ 90 h 336"/>
                <a:gd name="T4" fmla="*/ 218 w 244"/>
                <a:gd name="T5" fmla="*/ 67 h 336"/>
                <a:gd name="T6" fmla="*/ 209 w 244"/>
                <a:gd name="T7" fmla="*/ 35 h 336"/>
                <a:gd name="T8" fmla="*/ 177 w 244"/>
                <a:gd name="T9" fmla="*/ 26 h 336"/>
                <a:gd name="T10" fmla="*/ 154 w 244"/>
                <a:gd name="T11" fmla="*/ 2 h 336"/>
                <a:gd name="T12" fmla="*/ 122 w 244"/>
                <a:gd name="T13" fmla="*/ 11 h 336"/>
                <a:gd name="T14" fmla="*/ 90 w 244"/>
                <a:gd name="T15" fmla="*/ 2 h 336"/>
                <a:gd name="T16" fmla="*/ 66 w 244"/>
                <a:gd name="T17" fmla="*/ 26 h 336"/>
                <a:gd name="T18" fmla="*/ 34 w 244"/>
                <a:gd name="T19" fmla="*/ 35 h 336"/>
                <a:gd name="T20" fmla="*/ 26 w 244"/>
                <a:gd name="T21" fmla="*/ 67 h 336"/>
                <a:gd name="T22" fmla="*/ 2 w 244"/>
                <a:gd name="T23" fmla="*/ 90 h 336"/>
                <a:gd name="T24" fmla="*/ 11 w 244"/>
                <a:gd name="T25" fmla="*/ 122 h 336"/>
                <a:gd name="T26" fmla="*/ 2 w 244"/>
                <a:gd name="T27" fmla="*/ 154 h 336"/>
                <a:gd name="T28" fmla="*/ 26 w 244"/>
                <a:gd name="T29" fmla="*/ 177 h 336"/>
                <a:gd name="T30" fmla="*/ 34 w 244"/>
                <a:gd name="T31" fmla="*/ 209 h 336"/>
                <a:gd name="T32" fmla="*/ 58 w 244"/>
                <a:gd name="T33" fmla="*/ 217 h 336"/>
                <a:gd name="T34" fmla="*/ 63 w 244"/>
                <a:gd name="T35" fmla="*/ 334 h 336"/>
                <a:gd name="T36" fmla="*/ 122 w 244"/>
                <a:gd name="T37" fmla="*/ 305 h 336"/>
                <a:gd name="T38" fmla="*/ 175 w 244"/>
                <a:gd name="T39" fmla="*/ 335 h 336"/>
                <a:gd name="T40" fmla="*/ 186 w 244"/>
                <a:gd name="T41" fmla="*/ 325 h 336"/>
                <a:gd name="T42" fmla="*/ 186 w 244"/>
                <a:gd name="T43" fmla="*/ 217 h 336"/>
                <a:gd name="T44" fmla="*/ 217 w 244"/>
                <a:gd name="T45" fmla="*/ 187 h 336"/>
                <a:gd name="T46" fmla="*/ 225 w 244"/>
                <a:gd name="T47" fmla="*/ 172 h 336"/>
                <a:gd name="T48" fmla="*/ 236 w 244"/>
                <a:gd name="T49" fmla="*/ 131 h 336"/>
                <a:gd name="T50" fmla="*/ 116 w 244"/>
                <a:gd name="T51" fmla="*/ 284 h 336"/>
                <a:gd name="T52" fmla="*/ 79 w 244"/>
                <a:gd name="T53" fmla="*/ 235 h 336"/>
                <a:gd name="T54" fmla="*/ 95 w 244"/>
                <a:gd name="T55" fmla="*/ 242 h 336"/>
                <a:gd name="T56" fmla="*/ 122 w 244"/>
                <a:gd name="T57" fmla="*/ 233 h 336"/>
                <a:gd name="T58" fmla="*/ 154 w 244"/>
                <a:gd name="T59" fmla="*/ 242 h 336"/>
                <a:gd name="T60" fmla="*/ 164 w 244"/>
                <a:gd name="T61" fmla="*/ 306 h 336"/>
                <a:gd name="T62" fmla="*/ 213 w 244"/>
                <a:gd name="T63" fmla="*/ 154 h 336"/>
                <a:gd name="T64" fmla="*/ 195 w 244"/>
                <a:gd name="T65" fmla="*/ 185 h 336"/>
                <a:gd name="T66" fmla="*/ 185 w 244"/>
                <a:gd name="T67" fmla="*/ 195 h 336"/>
                <a:gd name="T68" fmla="*/ 154 w 244"/>
                <a:gd name="T69" fmla="*/ 212 h 336"/>
                <a:gd name="T70" fmla="*/ 148 w 244"/>
                <a:gd name="T71" fmla="*/ 218 h 336"/>
                <a:gd name="T72" fmla="*/ 122 w 244"/>
                <a:gd name="T73" fmla="*/ 212 h 336"/>
                <a:gd name="T74" fmla="*/ 95 w 244"/>
                <a:gd name="T75" fmla="*/ 221 h 336"/>
                <a:gd name="T76" fmla="*/ 77 w 244"/>
                <a:gd name="T77" fmla="*/ 200 h 336"/>
                <a:gd name="T78" fmla="*/ 49 w 244"/>
                <a:gd name="T79" fmla="*/ 195 h 336"/>
                <a:gd name="T80" fmla="*/ 44 w 244"/>
                <a:gd name="T81" fmla="*/ 167 h 336"/>
                <a:gd name="T82" fmla="*/ 23 w 244"/>
                <a:gd name="T83" fmla="*/ 149 h 336"/>
                <a:gd name="T84" fmla="*/ 32 w 244"/>
                <a:gd name="T85" fmla="*/ 122 h 336"/>
                <a:gd name="T86" fmla="*/ 23 w 244"/>
                <a:gd name="T87" fmla="*/ 96 h 336"/>
                <a:gd name="T88" fmla="*/ 44 w 244"/>
                <a:gd name="T89" fmla="*/ 77 h 336"/>
                <a:gd name="T90" fmla="*/ 49 w 244"/>
                <a:gd name="T91" fmla="*/ 50 h 336"/>
                <a:gd name="T92" fmla="*/ 77 w 244"/>
                <a:gd name="T93" fmla="*/ 45 h 336"/>
                <a:gd name="T94" fmla="*/ 95 w 244"/>
                <a:gd name="T95" fmla="*/ 26 h 336"/>
                <a:gd name="T96" fmla="*/ 103 w 244"/>
                <a:gd name="T97" fmla="*/ 28 h 336"/>
                <a:gd name="T98" fmla="*/ 140 w 244"/>
                <a:gd name="T99" fmla="*/ 27 h 336"/>
                <a:gd name="T100" fmla="*/ 154 w 244"/>
                <a:gd name="T101" fmla="*/ 30 h 336"/>
                <a:gd name="T102" fmla="*/ 185 w 244"/>
                <a:gd name="T103" fmla="*/ 48 h 336"/>
                <a:gd name="T104" fmla="*/ 195 w 244"/>
                <a:gd name="T105" fmla="*/ 59 h 336"/>
                <a:gd name="T106" fmla="*/ 213 w 244"/>
                <a:gd name="T107" fmla="*/ 90 h 336"/>
                <a:gd name="T108" fmla="*/ 217 w 244"/>
                <a:gd name="T109" fmla="*/ 104 h 336"/>
                <a:gd name="T110" fmla="*/ 217 w 244"/>
                <a:gd name="T111" fmla="*/ 140 h 336"/>
                <a:gd name="T112" fmla="*/ 213 w 244"/>
                <a:gd name="T113" fmla="*/ 15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336">
                  <a:moveTo>
                    <a:pt x="236" y="131"/>
                  </a:moveTo>
                  <a:cubicBezTo>
                    <a:pt x="235" y="128"/>
                    <a:pt x="233" y="124"/>
                    <a:pt x="233" y="122"/>
                  </a:cubicBezTo>
                  <a:cubicBezTo>
                    <a:pt x="233" y="120"/>
                    <a:pt x="235" y="116"/>
                    <a:pt x="236" y="113"/>
                  </a:cubicBezTo>
                  <a:cubicBezTo>
                    <a:pt x="239" y="107"/>
                    <a:pt x="244" y="99"/>
                    <a:pt x="241" y="90"/>
                  </a:cubicBezTo>
                  <a:cubicBezTo>
                    <a:pt x="239" y="81"/>
                    <a:pt x="231" y="76"/>
                    <a:pt x="225" y="72"/>
                  </a:cubicBezTo>
                  <a:cubicBezTo>
                    <a:pt x="222" y="70"/>
                    <a:pt x="219" y="68"/>
                    <a:pt x="218" y="67"/>
                  </a:cubicBezTo>
                  <a:cubicBezTo>
                    <a:pt x="217" y="65"/>
                    <a:pt x="217" y="61"/>
                    <a:pt x="217" y="57"/>
                  </a:cubicBezTo>
                  <a:cubicBezTo>
                    <a:pt x="216" y="50"/>
                    <a:pt x="216" y="41"/>
                    <a:pt x="209" y="35"/>
                  </a:cubicBezTo>
                  <a:cubicBezTo>
                    <a:pt x="203" y="28"/>
                    <a:pt x="194" y="28"/>
                    <a:pt x="186" y="27"/>
                  </a:cubicBezTo>
                  <a:cubicBezTo>
                    <a:pt x="183" y="27"/>
                    <a:pt x="179" y="27"/>
                    <a:pt x="177" y="26"/>
                  </a:cubicBezTo>
                  <a:cubicBezTo>
                    <a:pt x="176" y="25"/>
                    <a:pt x="173" y="21"/>
                    <a:pt x="172" y="19"/>
                  </a:cubicBezTo>
                  <a:cubicBezTo>
                    <a:pt x="168" y="13"/>
                    <a:pt x="163" y="5"/>
                    <a:pt x="154" y="2"/>
                  </a:cubicBezTo>
                  <a:cubicBezTo>
                    <a:pt x="145" y="0"/>
                    <a:pt x="137" y="4"/>
                    <a:pt x="130" y="8"/>
                  </a:cubicBezTo>
                  <a:cubicBezTo>
                    <a:pt x="128" y="9"/>
                    <a:pt x="123" y="11"/>
                    <a:pt x="122" y="11"/>
                  </a:cubicBezTo>
                  <a:cubicBezTo>
                    <a:pt x="120" y="11"/>
                    <a:pt x="116" y="9"/>
                    <a:pt x="113" y="8"/>
                  </a:cubicBezTo>
                  <a:cubicBezTo>
                    <a:pt x="106" y="4"/>
                    <a:pt x="98" y="0"/>
                    <a:pt x="90" y="2"/>
                  </a:cubicBezTo>
                  <a:cubicBezTo>
                    <a:pt x="81" y="5"/>
                    <a:pt x="76" y="13"/>
                    <a:pt x="72" y="19"/>
                  </a:cubicBezTo>
                  <a:cubicBezTo>
                    <a:pt x="70" y="21"/>
                    <a:pt x="68" y="25"/>
                    <a:pt x="66" y="26"/>
                  </a:cubicBezTo>
                  <a:cubicBezTo>
                    <a:pt x="65" y="27"/>
                    <a:pt x="60" y="27"/>
                    <a:pt x="57" y="27"/>
                  </a:cubicBezTo>
                  <a:cubicBezTo>
                    <a:pt x="50" y="28"/>
                    <a:pt x="41" y="28"/>
                    <a:pt x="34" y="35"/>
                  </a:cubicBezTo>
                  <a:cubicBezTo>
                    <a:pt x="28" y="41"/>
                    <a:pt x="27" y="50"/>
                    <a:pt x="27" y="57"/>
                  </a:cubicBezTo>
                  <a:cubicBezTo>
                    <a:pt x="27" y="61"/>
                    <a:pt x="26" y="65"/>
                    <a:pt x="26" y="67"/>
                  </a:cubicBezTo>
                  <a:cubicBezTo>
                    <a:pt x="25" y="68"/>
                    <a:pt x="21" y="70"/>
                    <a:pt x="18" y="72"/>
                  </a:cubicBezTo>
                  <a:cubicBezTo>
                    <a:pt x="12" y="76"/>
                    <a:pt x="5" y="81"/>
                    <a:pt x="2" y="90"/>
                  </a:cubicBezTo>
                  <a:cubicBezTo>
                    <a:pt x="0" y="99"/>
                    <a:pt x="4" y="107"/>
                    <a:pt x="7" y="113"/>
                  </a:cubicBezTo>
                  <a:cubicBezTo>
                    <a:pt x="9" y="116"/>
                    <a:pt x="11" y="120"/>
                    <a:pt x="11" y="122"/>
                  </a:cubicBezTo>
                  <a:cubicBezTo>
                    <a:pt x="11" y="124"/>
                    <a:pt x="9" y="128"/>
                    <a:pt x="7" y="131"/>
                  </a:cubicBezTo>
                  <a:cubicBezTo>
                    <a:pt x="4" y="137"/>
                    <a:pt x="0" y="145"/>
                    <a:pt x="2" y="154"/>
                  </a:cubicBezTo>
                  <a:cubicBezTo>
                    <a:pt x="5" y="163"/>
                    <a:pt x="12" y="168"/>
                    <a:pt x="18" y="172"/>
                  </a:cubicBezTo>
                  <a:cubicBezTo>
                    <a:pt x="21" y="174"/>
                    <a:pt x="25" y="176"/>
                    <a:pt x="26" y="177"/>
                  </a:cubicBezTo>
                  <a:cubicBezTo>
                    <a:pt x="26" y="179"/>
                    <a:pt x="27" y="183"/>
                    <a:pt x="27" y="187"/>
                  </a:cubicBezTo>
                  <a:cubicBezTo>
                    <a:pt x="27" y="194"/>
                    <a:pt x="28" y="203"/>
                    <a:pt x="34" y="209"/>
                  </a:cubicBezTo>
                  <a:cubicBezTo>
                    <a:pt x="41" y="216"/>
                    <a:pt x="50" y="216"/>
                    <a:pt x="57" y="217"/>
                  </a:cubicBezTo>
                  <a:cubicBezTo>
                    <a:pt x="57" y="217"/>
                    <a:pt x="57" y="217"/>
                    <a:pt x="58" y="217"/>
                  </a:cubicBezTo>
                  <a:cubicBezTo>
                    <a:pt x="58" y="325"/>
                    <a:pt x="58" y="325"/>
                    <a:pt x="58" y="325"/>
                  </a:cubicBezTo>
                  <a:cubicBezTo>
                    <a:pt x="58" y="329"/>
                    <a:pt x="60" y="332"/>
                    <a:pt x="63" y="334"/>
                  </a:cubicBezTo>
                  <a:cubicBezTo>
                    <a:pt x="66" y="336"/>
                    <a:pt x="71" y="336"/>
                    <a:pt x="74" y="334"/>
                  </a:cubicBezTo>
                  <a:cubicBezTo>
                    <a:pt x="122" y="305"/>
                    <a:pt x="122" y="305"/>
                    <a:pt x="122" y="305"/>
                  </a:cubicBezTo>
                  <a:cubicBezTo>
                    <a:pt x="170" y="334"/>
                    <a:pt x="170" y="334"/>
                    <a:pt x="170" y="334"/>
                  </a:cubicBezTo>
                  <a:cubicBezTo>
                    <a:pt x="171" y="335"/>
                    <a:pt x="173" y="335"/>
                    <a:pt x="175" y="335"/>
                  </a:cubicBezTo>
                  <a:cubicBezTo>
                    <a:pt x="177" y="335"/>
                    <a:pt x="179" y="335"/>
                    <a:pt x="180" y="334"/>
                  </a:cubicBezTo>
                  <a:cubicBezTo>
                    <a:pt x="184" y="332"/>
                    <a:pt x="186" y="329"/>
                    <a:pt x="186" y="325"/>
                  </a:cubicBezTo>
                  <a:cubicBezTo>
                    <a:pt x="186" y="217"/>
                    <a:pt x="186" y="217"/>
                    <a:pt x="186" y="217"/>
                  </a:cubicBezTo>
                  <a:cubicBezTo>
                    <a:pt x="186" y="217"/>
                    <a:pt x="186" y="217"/>
                    <a:pt x="186" y="217"/>
                  </a:cubicBezTo>
                  <a:cubicBezTo>
                    <a:pt x="194" y="216"/>
                    <a:pt x="203" y="216"/>
                    <a:pt x="209" y="209"/>
                  </a:cubicBezTo>
                  <a:cubicBezTo>
                    <a:pt x="216" y="203"/>
                    <a:pt x="216" y="194"/>
                    <a:pt x="217" y="187"/>
                  </a:cubicBezTo>
                  <a:cubicBezTo>
                    <a:pt x="217" y="183"/>
                    <a:pt x="217" y="179"/>
                    <a:pt x="218" y="177"/>
                  </a:cubicBezTo>
                  <a:cubicBezTo>
                    <a:pt x="219" y="176"/>
                    <a:pt x="222" y="174"/>
                    <a:pt x="225" y="172"/>
                  </a:cubicBezTo>
                  <a:cubicBezTo>
                    <a:pt x="231" y="168"/>
                    <a:pt x="239" y="163"/>
                    <a:pt x="241" y="154"/>
                  </a:cubicBezTo>
                  <a:cubicBezTo>
                    <a:pt x="244" y="145"/>
                    <a:pt x="239" y="137"/>
                    <a:pt x="236" y="131"/>
                  </a:cubicBezTo>
                  <a:close/>
                  <a:moveTo>
                    <a:pt x="127" y="284"/>
                  </a:moveTo>
                  <a:cubicBezTo>
                    <a:pt x="124" y="282"/>
                    <a:pt x="120" y="282"/>
                    <a:pt x="116" y="284"/>
                  </a:cubicBezTo>
                  <a:cubicBezTo>
                    <a:pt x="79" y="306"/>
                    <a:pt x="79" y="306"/>
                    <a:pt x="79" y="306"/>
                  </a:cubicBezTo>
                  <a:cubicBezTo>
                    <a:pt x="79" y="235"/>
                    <a:pt x="79" y="235"/>
                    <a:pt x="79" y="235"/>
                  </a:cubicBezTo>
                  <a:cubicBezTo>
                    <a:pt x="82" y="238"/>
                    <a:pt x="85" y="240"/>
                    <a:pt x="90" y="242"/>
                  </a:cubicBezTo>
                  <a:cubicBezTo>
                    <a:pt x="91" y="242"/>
                    <a:pt x="93" y="242"/>
                    <a:pt x="95" y="242"/>
                  </a:cubicBezTo>
                  <a:cubicBezTo>
                    <a:pt x="102" y="242"/>
                    <a:pt x="108" y="239"/>
                    <a:pt x="113" y="236"/>
                  </a:cubicBezTo>
                  <a:cubicBezTo>
                    <a:pt x="116" y="235"/>
                    <a:pt x="120" y="233"/>
                    <a:pt x="122" y="233"/>
                  </a:cubicBezTo>
                  <a:cubicBezTo>
                    <a:pt x="123" y="233"/>
                    <a:pt x="128" y="235"/>
                    <a:pt x="130" y="236"/>
                  </a:cubicBezTo>
                  <a:cubicBezTo>
                    <a:pt x="137" y="240"/>
                    <a:pt x="145" y="244"/>
                    <a:pt x="154" y="242"/>
                  </a:cubicBezTo>
                  <a:cubicBezTo>
                    <a:pt x="158" y="240"/>
                    <a:pt x="161" y="238"/>
                    <a:pt x="164" y="235"/>
                  </a:cubicBezTo>
                  <a:cubicBezTo>
                    <a:pt x="164" y="306"/>
                    <a:pt x="164" y="306"/>
                    <a:pt x="164" y="306"/>
                  </a:cubicBezTo>
                  <a:lnTo>
                    <a:pt x="127" y="284"/>
                  </a:lnTo>
                  <a:close/>
                  <a:moveTo>
                    <a:pt x="213" y="154"/>
                  </a:moveTo>
                  <a:cubicBezTo>
                    <a:pt x="208" y="157"/>
                    <a:pt x="203" y="161"/>
                    <a:pt x="199" y="167"/>
                  </a:cubicBezTo>
                  <a:cubicBezTo>
                    <a:pt x="196" y="173"/>
                    <a:pt x="196" y="179"/>
                    <a:pt x="195" y="185"/>
                  </a:cubicBezTo>
                  <a:cubicBezTo>
                    <a:pt x="195" y="188"/>
                    <a:pt x="195" y="193"/>
                    <a:pt x="194" y="194"/>
                  </a:cubicBezTo>
                  <a:cubicBezTo>
                    <a:pt x="193" y="195"/>
                    <a:pt x="188" y="195"/>
                    <a:pt x="185" y="195"/>
                  </a:cubicBezTo>
                  <a:cubicBezTo>
                    <a:pt x="179" y="195"/>
                    <a:pt x="172" y="195"/>
                    <a:pt x="166" y="199"/>
                  </a:cubicBezTo>
                  <a:cubicBezTo>
                    <a:pt x="161" y="202"/>
                    <a:pt x="157" y="207"/>
                    <a:pt x="154" y="212"/>
                  </a:cubicBezTo>
                  <a:cubicBezTo>
                    <a:pt x="152" y="215"/>
                    <a:pt x="149" y="218"/>
                    <a:pt x="148" y="218"/>
                  </a:cubicBezTo>
                  <a:cubicBezTo>
                    <a:pt x="148" y="218"/>
                    <a:pt x="148" y="218"/>
                    <a:pt x="148" y="218"/>
                  </a:cubicBezTo>
                  <a:cubicBezTo>
                    <a:pt x="147" y="218"/>
                    <a:pt x="143" y="217"/>
                    <a:pt x="140" y="216"/>
                  </a:cubicBezTo>
                  <a:cubicBezTo>
                    <a:pt x="135" y="213"/>
                    <a:pt x="129" y="212"/>
                    <a:pt x="122" y="212"/>
                  </a:cubicBezTo>
                  <a:cubicBezTo>
                    <a:pt x="115" y="212"/>
                    <a:pt x="109" y="215"/>
                    <a:pt x="103" y="217"/>
                  </a:cubicBezTo>
                  <a:cubicBezTo>
                    <a:pt x="101" y="219"/>
                    <a:pt x="96" y="221"/>
                    <a:pt x="95" y="221"/>
                  </a:cubicBezTo>
                  <a:cubicBezTo>
                    <a:pt x="94" y="220"/>
                    <a:pt x="91" y="216"/>
                    <a:pt x="90" y="214"/>
                  </a:cubicBezTo>
                  <a:cubicBezTo>
                    <a:pt x="86" y="209"/>
                    <a:pt x="83" y="203"/>
                    <a:pt x="77" y="200"/>
                  </a:cubicBezTo>
                  <a:cubicBezTo>
                    <a:pt x="71" y="196"/>
                    <a:pt x="64" y="196"/>
                    <a:pt x="58" y="196"/>
                  </a:cubicBezTo>
                  <a:cubicBezTo>
                    <a:pt x="55" y="195"/>
                    <a:pt x="50" y="195"/>
                    <a:pt x="49" y="195"/>
                  </a:cubicBezTo>
                  <a:cubicBezTo>
                    <a:pt x="49" y="193"/>
                    <a:pt x="48" y="188"/>
                    <a:pt x="48" y="185"/>
                  </a:cubicBezTo>
                  <a:cubicBezTo>
                    <a:pt x="48" y="179"/>
                    <a:pt x="47" y="173"/>
                    <a:pt x="44" y="167"/>
                  </a:cubicBezTo>
                  <a:cubicBezTo>
                    <a:pt x="41" y="161"/>
                    <a:pt x="35" y="157"/>
                    <a:pt x="30" y="154"/>
                  </a:cubicBezTo>
                  <a:cubicBezTo>
                    <a:pt x="28" y="152"/>
                    <a:pt x="23" y="150"/>
                    <a:pt x="23" y="149"/>
                  </a:cubicBezTo>
                  <a:cubicBezTo>
                    <a:pt x="23" y="147"/>
                    <a:pt x="25" y="143"/>
                    <a:pt x="26" y="140"/>
                  </a:cubicBezTo>
                  <a:cubicBezTo>
                    <a:pt x="29" y="135"/>
                    <a:pt x="32" y="129"/>
                    <a:pt x="32" y="122"/>
                  </a:cubicBezTo>
                  <a:cubicBezTo>
                    <a:pt x="32" y="115"/>
                    <a:pt x="29" y="109"/>
                    <a:pt x="26" y="104"/>
                  </a:cubicBezTo>
                  <a:cubicBezTo>
                    <a:pt x="25" y="101"/>
                    <a:pt x="23" y="97"/>
                    <a:pt x="23" y="96"/>
                  </a:cubicBezTo>
                  <a:cubicBezTo>
                    <a:pt x="23" y="94"/>
                    <a:pt x="28" y="92"/>
                    <a:pt x="30" y="90"/>
                  </a:cubicBezTo>
                  <a:cubicBezTo>
                    <a:pt x="35" y="87"/>
                    <a:pt x="41" y="83"/>
                    <a:pt x="44" y="77"/>
                  </a:cubicBezTo>
                  <a:cubicBezTo>
                    <a:pt x="47" y="71"/>
                    <a:pt x="48" y="65"/>
                    <a:pt x="48" y="59"/>
                  </a:cubicBezTo>
                  <a:cubicBezTo>
                    <a:pt x="48" y="56"/>
                    <a:pt x="49" y="51"/>
                    <a:pt x="49" y="50"/>
                  </a:cubicBezTo>
                  <a:cubicBezTo>
                    <a:pt x="50" y="49"/>
                    <a:pt x="55" y="49"/>
                    <a:pt x="58" y="49"/>
                  </a:cubicBezTo>
                  <a:cubicBezTo>
                    <a:pt x="64" y="49"/>
                    <a:pt x="71" y="49"/>
                    <a:pt x="77" y="45"/>
                  </a:cubicBezTo>
                  <a:cubicBezTo>
                    <a:pt x="83" y="42"/>
                    <a:pt x="86" y="37"/>
                    <a:pt x="90" y="32"/>
                  </a:cubicBezTo>
                  <a:cubicBezTo>
                    <a:pt x="91" y="29"/>
                    <a:pt x="94" y="26"/>
                    <a:pt x="95" y="26"/>
                  </a:cubicBezTo>
                  <a:cubicBezTo>
                    <a:pt x="95" y="26"/>
                    <a:pt x="95" y="26"/>
                    <a:pt x="95" y="26"/>
                  </a:cubicBezTo>
                  <a:cubicBezTo>
                    <a:pt x="96" y="26"/>
                    <a:pt x="101" y="27"/>
                    <a:pt x="103" y="28"/>
                  </a:cubicBezTo>
                  <a:cubicBezTo>
                    <a:pt x="109" y="31"/>
                    <a:pt x="115" y="32"/>
                    <a:pt x="122" y="32"/>
                  </a:cubicBezTo>
                  <a:cubicBezTo>
                    <a:pt x="129" y="32"/>
                    <a:pt x="135" y="29"/>
                    <a:pt x="140" y="27"/>
                  </a:cubicBezTo>
                  <a:cubicBezTo>
                    <a:pt x="143" y="25"/>
                    <a:pt x="147" y="23"/>
                    <a:pt x="148" y="23"/>
                  </a:cubicBezTo>
                  <a:cubicBezTo>
                    <a:pt x="149" y="24"/>
                    <a:pt x="152" y="28"/>
                    <a:pt x="154" y="30"/>
                  </a:cubicBezTo>
                  <a:cubicBezTo>
                    <a:pt x="157" y="35"/>
                    <a:pt x="161" y="41"/>
                    <a:pt x="166" y="44"/>
                  </a:cubicBezTo>
                  <a:cubicBezTo>
                    <a:pt x="172" y="48"/>
                    <a:pt x="179" y="48"/>
                    <a:pt x="185" y="48"/>
                  </a:cubicBezTo>
                  <a:cubicBezTo>
                    <a:pt x="188" y="49"/>
                    <a:pt x="193" y="49"/>
                    <a:pt x="194" y="49"/>
                  </a:cubicBezTo>
                  <a:cubicBezTo>
                    <a:pt x="195" y="51"/>
                    <a:pt x="195" y="56"/>
                    <a:pt x="195" y="59"/>
                  </a:cubicBezTo>
                  <a:cubicBezTo>
                    <a:pt x="196" y="65"/>
                    <a:pt x="196" y="71"/>
                    <a:pt x="199" y="77"/>
                  </a:cubicBezTo>
                  <a:cubicBezTo>
                    <a:pt x="203" y="83"/>
                    <a:pt x="208" y="87"/>
                    <a:pt x="213" y="90"/>
                  </a:cubicBezTo>
                  <a:cubicBezTo>
                    <a:pt x="216" y="92"/>
                    <a:pt x="220" y="94"/>
                    <a:pt x="221" y="95"/>
                  </a:cubicBezTo>
                  <a:cubicBezTo>
                    <a:pt x="221" y="97"/>
                    <a:pt x="218" y="101"/>
                    <a:pt x="217" y="104"/>
                  </a:cubicBezTo>
                  <a:cubicBezTo>
                    <a:pt x="214" y="109"/>
                    <a:pt x="211" y="115"/>
                    <a:pt x="211" y="122"/>
                  </a:cubicBezTo>
                  <a:cubicBezTo>
                    <a:pt x="211" y="129"/>
                    <a:pt x="214" y="135"/>
                    <a:pt x="217" y="140"/>
                  </a:cubicBezTo>
                  <a:cubicBezTo>
                    <a:pt x="218" y="143"/>
                    <a:pt x="221" y="147"/>
                    <a:pt x="221" y="148"/>
                  </a:cubicBezTo>
                  <a:cubicBezTo>
                    <a:pt x="220" y="150"/>
                    <a:pt x="216" y="152"/>
                    <a:pt x="213" y="1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sp>
          <p:nvSpPr>
            <p:cNvPr id="26" name="Freeform 678">
              <a:extLst>
                <a:ext uri="{FF2B5EF4-FFF2-40B4-BE49-F238E27FC236}">
                  <a16:creationId xmlns:a16="http://schemas.microsoft.com/office/drawing/2014/main" id="{07111255-A7FC-BD47-9D59-1345F869B2AE}"/>
                </a:ext>
              </a:extLst>
            </p:cNvPr>
            <p:cNvSpPr>
              <a:spLocks noEditPoints="1"/>
            </p:cNvSpPr>
            <p:nvPr/>
          </p:nvSpPr>
          <p:spPr bwMode="auto">
            <a:xfrm>
              <a:off x="6717" y="2787"/>
              <a:ext cx="71" cy="71"/>
            </a:xfrm>
            <a:custGeom>
              <a:avLst/>
              <a:gdLst>
                <a:gd name="T0" fmla="*/ 54 w 107"/>
                <a:gd name="T1" fmla="*/ 0 h 106"/>
                <a:gd name="T2" fmla="*/ 0 w 107"/>
                <a:gd name="T3" fmla="*/ 53 h 106"/>
                <a:gd name="T4" fmla="*/ 54 w 107"/>
                <a:gd name="T5" fmla="*/ 106 h 106"/>
                <a:gd name="T6" fmla="*/ 107 w 107"/>
                <a:gd name="T7" fmla="*/ 53 h 106"/>
                <a:gd name="T8" fmla="*/ 54 w 107"/>
                <a:gd name="T9" fmla="*/ 0 h 106"/>
                <a:gd name="T10" fmla="*/ 54 w 107"/>
                <a:gd name="T11" fmla="*/ 85 h 106"/>
                <a:gd name="T12" fmla="*/ 22 w 107"/>
                <a:gd name="T13" fmla="*/ 53 h 106"/>
                <a:gd name="T14" fmla="*/ 54 w 107"/>
                <a:gd name="T15" fmla="*/ 21 h 106"/>
                <a:gd name="T16" fmla="*/ 86 w 107"/>
                <a:gd name="T17" fmla="*/ 53 h 106"/>
                <a:gd name="T18" fmla="*/ 54 w 107"/>
                <a:gd name="T19" fmla="*/ 8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4" y="0"/>
                  </a:moveTo>
                  <a:cubicBezTo>
                    <a:pt x="24" y="0"/>
                    <a:pt x="0" y="24"/>
                    <a:pt x="0" y="53"/>
                  </a:cubicBezTo>
                  <a:cubicBezTo>
                    <a:pt x="0" y="82"/>
                    <a:pt x="24" y="106"/>
                    <a:pt x="54" y="106"/>
                  </a:cubicBezTo>
                  <a:cubicBezTo>
                    <a:pt x="83" y="106"/>
                    <a:pt x="107" y="82"/>
                    <a:pt x="107" y="53"/>
                  </a:cubicBezTo>
                  <a:cubicBezTo>
                    <a:pt x="107" y="24"/>
                    <a:pt x="83" y="0"/>
                    <a:pt x="54" y="0"/>
                  </a:cubicBezTo>
                  <a:close/>
                  <a:moveTo>
                    <a:pt x="54" y="85"/>
                  </a:moveTo>
                  <a:cubicBezTo>
                    <a:pt x="36" y="85"/>
                    <a:pt x="22" y="71"/>
                    <a:pt x="22" y="53"/>
                  </a:cubicBezTo>
                  <a:cubicBezTo>
                    <a:pt x="22" y="35"/>
                    <a:pt x="36" y="21"/>
                    <a:pt x="54" y="21"/>
                  </a:cubicBezTo>
                  <a:cubicBezTo>
                    <a:pt x="71" y="21"/>
                    <a:pt x="86" y="35"/>
                    <a:pt x="86" y="53"/>
                  </a:cubicBezTo>
                  <a:cubicBezTo>
                    <a:pt x="86" y="71"/>
                    <a:pt x="71" y="85"/>
                    <a:pt x="54" y="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dirty="0">
                <a:solidFill>
                  <a:prstClr val="black"/>
                </a:solidFill>
                <a:latin typeface="Aptos" panose="020B0004020202020204" pitchFamily="34" charset="0"/>
              </a:endParaRPr>
            </a:p>
          </p:txBody>
        </p:sp>
      </p:grpSp>
      <p:sp>
        <p:nvSpPr>
          <p:cNvPr id="27" name="Rectangle 54">
            <a:extLst>
              <a:ext uri="{FF2B5EF4-FFF2-40B4-BE49-F238E27FC236}">
                <a16:creationId xmlns:a16="http://schemas.microsoft.com/office/drawing/2014/main" id="{94BFEA7B-AD01-3043-A696-8E56EDE20DD0}"/>
              </a:ext>
            </a:extLst>
          </p:cNvPr>
          <p:cNvSpPr/>
          <p:nvPr/>
        </p:nvSpPr>
        <p:spPr>
          <a:xfrm>
            <a:off x="3749753" y="2021898"/>
            <a:ext cx="1400770" cy="774379"/>
          </a:xfrm>
          <a:prstGeom prst="rect">
            <a:avLst/>
          </a:prstGeom>
        </p:spPr>
        <p:txBody>
          <a:bodyPr wrap="square" lIns="0" tIns="0" rIns="0" bIns="0">
            <a:spAutoFit/>
          </a:bodyPr>
          <a:lstStyle/>
          <a:p>
            <a:pPr defTabSz="742969">
              <a:defRPr/>
            </a:pPr>
            <a:r>
              <a:rPr lang="en-US" altLang="zh-CN" sz="1200" b="1" kern="0" dirty="0" err="1">
                <a:solidFill>
                  <a:srgbClr val="6FC2B4"/>
                </a:solidFill>
                <a:latin typeface="Aptos" panose="020B0004020202020204" pitchFamily="34" charset="0"/>
                <a:ea typeface="华文细黑" panose="02010600040101010101" pitchFamily="2" charset="-122"/>
              </a:rPr>
              <a:t>Xxxxxx</a:t>
            </a:r>
            <a:endParaRPr lang="en-US" altLang="zh-CN" sz="1200" b="1" kern="0" dirty="0">
              <a:solidFill>
                <a:srgbClr val="6FC2B4"/>
              </a:solidFill>
              <a:latin typeface="Aptos" panose="020B0004020202020204" pitchFamily="34" charset="0"/>
              <a:ea typeface="华文细黑" panose="02010600040101010101" pitchFamily="2" charset="-122"/>
            </a:endParaRPr>
          </a:p>
          <a:p>
            <a:pPr defTabSz="742969">
              <a:defRPr/>
            </a:pPr>
            <a:endParaRPr lang="zh-CN" altLang="en-US" sz="1138" b="1" strike="sngStrike" kern="0" dirty="0">
              <a:solidFill>
                <a:srgbClr val="26890D"/>
              </a:solidFill>
              <a:latin typeface="Aptos" panose="020B0004020202020204" pitchFamily="34" charset="0"/>
              <a:ea typeface="华文细黑" panose="02010600040101010101" pitchFamily="2" charset="-122"/>
            </a:endParaRPr>
          </a:p>
          <a:p>
            <a:pPr defTabSz="742969">
              <a:defRPr/>
            </a:pPr>
            <a:r>
              <a:rPr lang="en-US" altLang="zh-CN" sz="900" kern="0" dirty="0" err="1">
                <a:solidFill>
                  <a:prstClr val="black"/>
                </a:solidFill>
                <a:latin typeface="Aptos" panose="020B0004020202020204" pitchFamily="34" charset="0"/>
                <a:ea typeface="华文细黑" panose="02010600040101010101" pitchFamily="2" charset="-122"/>
              </a:rPr>
              <a:t>Xxxxxxxxxxx</a:t>
            </a:r>
            <a:endParaRPr lang="en-US" altLang="zh-CN" sz="900" kern="0" dirty="0">
              <a:solidFill>
                <a:prstClr val="black"/>
              </a:solidFill>
              <a:latin typeface="Aptos" panose="020B0004020202020204" pitchFamily="34" charset="0"/>
              <a:ea typeface="华文细黑" panose="02010600040101010101" pitchFamily="2" charset="-122"/>
            </a:endParaRPr>
          </a:p>
          <a:p>
            <a:pPr defTabSz="742969">
              <a:defRPr/>
            </a:pPr>
            <a:r>
              <a:rPr lang="en-US" altLang="zh-CN" sz="900" kern="0" dirty="0" err="1">
                <a:solidFill>
                  <a:prstClr val="black"/>
                </a:solidFill>
                <a:latin typeface="Aptos" panose="020B0004020202020204" pitchFamily="34" charset="0"/>
                <a:ea typeface="华文细黑" panose="02010600040101010101" pitchFamily="2" charset="-122"/>
              </a:rPr>
              <a:t>xxxxxxxx</a:t>
            </a:r>
            <a:endParaRPr lang="en-US" altLang="zh-CN" sz="900" kern="0" dirty="0">
              <a:solidFill>
                <a:prstClr val="black"/>
              </a:solidFill>
              <a:latin typeface="Aptos" panose="020B0004020202020204" pitchFamily="34" charset="0"/>
              <a:ea typeface="华文细黑" panose="02010600040101010101" pitchFamily="2" charset="-122"/>
            </a:endParaRPr>
          </a:p>
          <a:p>
            <a:pPr defTabSz="742969">
              <a:defRPr/>
            </a:pPr>
            <a:endParaRPr lang="en-US" sz="894" b="1" kern="0" dirty="0">
              <a:solidFill>
                <a:srgbClr val="75787B"/>
              </a:solidFill>
              <a:latin typeface="Aptos" panose="020B0004020202020204" pitchFamily="34" charset="0"/>
              <a:ea typeface="华文细黑" panose="02010600040101010101" pitchFamily="2" charset="-122"/>
            </a:endParaRPr>
          </a:p>
        </p:txBody>
      </p:sp>
      <p:sp>
        <p:nvSpPr>
          <p:cNvPr id="28" name="Rectangle 54">
            <a:extLst>
              <a:ext uri="{FF2B5EF4-FFF2-40B4-BE49-F238E27FC236}">
                <a16:creationId xmlns:a16="http://schemas.microsoft.com/office/drawing/2014/main" id="{B30853FE-2139-AF47-BAAF-72CD78005F49}"/>
              </a:ext>
            </a:extLst>
          </p:cNvPr>
          <p:cNvSpPr/>
          <p:nvPr/>
        </p:nvSpPr>
        <p:spPr>
          <a:xfrm>
            <a:off x="6710247" y="3465334"/>
            <a:ext cx="1400770" cy="137602"/>
          </a:xfrm>
          <a:prstGeom prst="rect">
            <a:avLst/>
          </a:prstGeom>
        </p:spPr>
        <p:txBody>
          <a:bodyPr wrap="square" lIns="0" tIns="0" rIns="0" bIns="0">
            <a:spAutoFit/>
          </a:bodyPr>
          <a:lstStyle/>
          <a:p>
            <a:pPr algn="ctr" defTabSz="742969">
              <a:defRPr/>
            </a:pPr>
            <a:endParaRPr lang="en-US" sz="894" b="1" kern="0" dirty="0">
              <a:solidFill>
                <a:srgbClr val="75787B"/>
              </a:solidFill>
              <a:latin typeface="Aptos" panose="020B0004020202020204" pitchFamily="34" charset="0"/>
              <a:ea typeface="华文细黑" panose="02010600040101010101" pitchFamily="2" charset="-122"/>
            </a:endParaRPr>
          </a:p>
        </p:txBody>
      </p:sp>
      <p:cxnSp>
        <p:nvCxnSpPr>
          <p:cNvPr id="29" name="直接连接符 98">
            <a:extLst>
              <a:ext uri="{FF2B5EF4-FFF2-40B4-BE49-F238E27FC236}">
                <a16:creationId xmlns:a16="http://schemas.microsoft.com/office/drawing/2014/main" id="{DD9B5293-D0D2-4141-B463-0D94FF3A7A44}"/>
              </a:ext>
            </a:extLst>
          </p:cNvPr>
          <p:cNvCxnSpPr/>
          <p:nvPr/>
        </p:nvCxnSpPr>
        <p:spPr>
          <a:xfrm>
            <a:off x="3749753" y="2301170"/>
            <a:ext cx="1067457" cy="0"/>
          </a:xfrm>
          <a:prstGeom prst="line">
            <a:avLst/>
          </a:prstGeom>
          <a:ln w="19050">
            <a:solidFill>
              <a:srgbClr val="6FC2B4"/>
            </a:solidFill>
          </a:ln>
        </p:spPr>
        <p:style>
          <a:lnRef idx="1">
            <a:schemeClr val="accent1"/>
          </a:lnRef>
          <a:fillRef idx="0">
            <a:schemeClr val="accent1"/>
          </a:fillRef>
          <a:effectRef idx="0">
            <a:schemeClr val="accent1"/>
          </a:effectRef>
          <a:fontRef idx="minor">
            <a:schemeClr val="tx1"/>
          </a:fontRef>
        </p:style>
      </p:cxnSp>
      <p:sp>
        <p:nvSpPr>
          <p:cNvPr id="30" name="Rectangle 54">
            <a:extLst>
              <a:ext uri="{FF2B5EF4-FFF2-40B4-BE49-F238E27FC236}">
                <a16:creationId xmlns:a16="http://schemas.microsoft.com/office/drawing/2014/main" id="{F183FBF7-0DDC-9E47-B63B-8B8D3368F555}"/>
              </a:ext>
            </a:extLst>
          </p:cNvPr>
          <p:cNvSpPr/>
          <p:nvPr/>
        </p:nvSpPr>
        <p:spPr>
          <a:xfrm>
            <a:off x="8259462" y="4241351"/>
            <a:ext cx="1400770" cy="634982"/>
          </a:xfrm>
          <a:prstGeom prst="rect">
            <a:avLst/>
          </a:prstGeom>
        </p:spPr>
        <p:txBody>
          <a:bodyPr wrap="square" lIns="0" tIns="0" rIns="0" bIns="0">
            <a:spAutoFit/>
          </a:bodyPr>
          <a:lstStyle/>
          <a:p>
            <a:pPr defTabSz="742969">
              <a:defRPr/>
            </a:pPr>
            <a:r>
              <a:rPr lang="en-US" altLang="zh-CN" sz="1200" b="1" kern="0" dirty="0" err="1">
                <a:solidFill>
                  <a:srgbClr val="6FC2B4"/>
                </a:solidFill>
                <a:latin typeface="Aptos" panose="020B0004020202020204" pitchFamily="34" charset="0"/>
                <a:ea typeface="华文细黑" panose="02010600040101010101" pitchFamily="2" charset="-122"/>
              </a:rPr>
              <a:t>Xxxxxx</a:t>
            </a:r>
            <a:endParaRPr lang="en-US" altLang="zh-CN" sz="1200" b="1" kern="0" dirty="0">
              <a:solidFill>
                <a:srgbClr val="6FC2B4"/>
              </a:solidFill>
              <a:latin typeface="Aptos" panose="020B0004020202020204" pitchFamily="34" charset="0"/>
              <a:ea typeface="华文细黑" panose="02010600040101010101" pitchFamily="2" charset="-122"/>
            </a:endParaRPr>
          </a:p>
          <a:p>
            <a:pPr defTabSz="742969">
              <a:defRPr/>
            </a:pPr>
            <a:endParaRPr lang="zh-CN" altLang="en-US" sz="1138" b="1" strike="sngStrike" kern="0" dirty="0">
              <a:solidFill>
                <a:srgbClr val="26890D"/>
              </a:solidFill>
              <a:latin typeface="Aptos" panose="020B0004020202020204" pitchFamily="34" charset="0"/>
              <a:ea typeface="华文细黑" panose="02010600040101010101" pitchFamily="2" charset="-122"/>
            </a:endParaRPr>
          </a:p>
          <a:p>
            <a:pPr defTabSz="742969">
              <a:defRPr/>
            </a:pPr>
            <a:r>
              <a:rPr lang="en-US" altLang="zh-CN" sz="900" kern="0" dirty="0" err="1">
                <a:solidFill>
                  <a:prstClr val="black"/>
                </a:solidFill>
                <a:latin typeface="Aptos" panose="020B0004020202020204" pitchFamily="34" charset="0"/>
                <a:ea typeface="华文细黑" panose="02010600040101010101" pitchFamily="2" charset="-122"/>
              </a:rPr>
              <a:t>Xxxxxxxxxxx</a:t>
            </a:r>
            <a:endParaRPr lang="en-US" altLang="zh-CN" sz="900" kern="0" dirty="0">
              <a:solidFill>
                <a:prstClr val="black"/>
              </a:solidFill>
              <a:latin typeface="Aptos" panose="020B0004020202020204" pitchFamily="34" charset="0"/>
              <a:ea typeface="华文细黑" panose="02010600040101010101" pitchFamily="2" charset="-122"/>
            </a:endParaRPr>
          </a:p>
          <a:p>
            <a:pPr defTabSz="742969">
              <a:defRPr/>
            </a:pPr>
            <a:r>
              <a:rPr lang="en-US" altLang="zh-CN" sz="900" kern="0" dirty="0" err="1">
                <a:solidFill>
                  <a:prstClr val="black"/>
                </a:solidFill>
                <a:latin typeface="Aptos" panose="020B0004020202020204" pitchFamily="34" charset="0"/>
                <a:ea typeface="华文细黑" panose="02010600040101010101" pitchFamily="2" charset="-122"/>
              </a:rPr>
              <a:t>xxxxxxxx</a:t>
            </a:r>
            <a:endParaRPr lang="en-US" altLang="zh-CN" sz="900" kern="0" dirty="0">
              <a:solidFill>
                <a:prstClr val="black"/>
              </a:solidFill>
              <a:latin typeface="Aptos" panose="020B0004020202020204" pitchFamily="34" charset="0"/>
              <a:ea typeface="华文细黑" panose="02010600040101010101" pitchFamily="2" charset="-122"/>
            </a:endParaRPr>
          </a:p>
        </p:txBody>
      </p:sp>
      <p:cxnSp>
        <p:nvCxnSpPr>
          <p:cNvPr id="31" name="直接连接符 100">
            <a:extLst>
              <a:ext uri="{FF2B5EF4-FFF2-40B4-BE49-F238E27FC236}">
                <a16:creationId xmlns:a16="http://schemas.microsoft.com/office/drawing/2014/main" id="{52C5B927-E8DD-7D4A-95D6-28B0DFDFAE17}"/>
              </a:ext>
            </a:extLst>
          </p:cNvPr>
          <p:cNvCxnSpPr/>
          <p:nvPr/>
        </p:nvCxnSpPr>
        <p:spPr>
          <a:xfrm>
            <a:off x="8259463" y="4520626"/>
            <a:ext cx="1067457" cy="0"/>
          </a:xfrm>
          <a:prstGeom prst="line">
            <a:avLst/>
          </a:prstGeom>
          <a:ln w="19050">
            <a:solidFill>
              <a:srgbClr val="6FC2B4"/>
            </a:solidFill>
          </a:ln>
        </p:spPr>
        <p:style>
          <a:lnRef idx="1">
            <a:schemeClr val="accent1"/>
          </a:lnRef>
          <a:fillRef idx="0">
            <a:schemeClr val="accent1"/>
          </a:fillRef>
          <a:effectRef idx="0">
            <a:schemeClr val="accent1"/>
          </a:effectRef>
          <a:fontRef idx="minor">
            <a:schemeClr val="tx1"/>
          </a:fontRef>
        </p:style>
      </p:cxnSp>
      <p:sp>
        <p:nvSpPr>
          <p:cNvPr id="32" name="Rectangle 54">
            <a:extLst>
              <a:ext uri="{FF2B5EF4-FFF2-40B4-BE49-F238E27FC236}">
                <a16:creationId xmlns:a16="http://schemas.microsoft.com/office/drawing/2014/main" id="{D9AD4FB0-BCD2-4F43-A12B-C12F0F7DE4F5}"/>
              </a:ext>
            </a:extLst>
          </p:cNvPr>
          <p:cNvSpPr/>
          <p:nvPr/>
        </p:nvSpPr>
        <p:spPr>
          <a:xfrm>
            <a:off x="6898748" y="1995984"/>
            <a:ext cx="1400770" cy="910186"/>
          </a:xfrm>
          <a:prstGeom prst="rect">
            <a:avLst/>
          </a:prstGeom>
        </p:spPr>
        <p:txBody>
          <a:bodyPr wrap="square" lIns="0" tIns="0" rIns="0" bIns="0">
            <a:spAutoFit/>
          </a:bodyPr>
          <a:lstStyle/>
          <a:p>
            <a:pPr defTabSz="742969">
              <a:defRPr/>
            </a:pPr>
            <a:r>
              <a:rPr lang="en-US" altLang="zh-TW" sz="1200" b="1" kern="0" dirty="0" err="1">
                <a:solidFill>
                  <a:srgbClr val="00A3E0"/>
                </a:solidFill>
                <a:latin typeface="Aptos" panose="020B0004020202020204" pitchFamily="34" charset="0"/>
                <a:ea typeface="华文细黑" panose="02010600040101010101" pitchFamily="2" charset="-122"/>
              </a:rPr>
              <a:t>Xxxxxx</a:t>
            </a:r>
            <a:endParaRPr lang="en-US" altLang="zh-TW" sz="1200" b="1" kern="0" dirty="0">
              <a:solidFill>
                <a:srgbClr val="00A3E0"/>
              </a:solidFill>
              <a:latin typeface="Aptos" panose="020B0004020202020204" pitchFamily="34" charset="0"/>
              <a:ea typeface="华文细黑" panose="02010600040101010101" pitchFamily="2" charset="-122"/>
            </a:endParaRPr>
          </a:p>
          <a:p>
            <a:pPr defTabSz="742969">
              <a:defRPr/>
            </a:pPr>
            <a:endParaRPr lang="zh-CN" altLang="en-US" sz="1138" b="1" strike="sngStrike" kern="0" dirty="0">
              <a:solidFill>
                <a:srgbClr val="26890D"/>
              </a:solidFill>
              <a:latin typeface="Aptos" panose="020B0004020202020204" pitchFamily="34" charset="0"/>
              <a:ea typeface="华文细黑" panose="02010600040101010101" pitchFamily="2" charset="-122"/>
            </a:endParaRPr>
          </a:p>
          <a:p>
            <a:pPr defTabSz="742969">
              <a:defRPr/>
            </a:pPr>
            <a:r>
              <a:rPr lang="en-US" altLang="zh-CN" sz="900" kern="0" dirty="0" err="1">
                <a:solidFill>
                  <a:prstClr val="black"/>
                </a:solidFill>
                <a:latin typeface="Aptos" panose="020B0004020202020204" pitchFamily="34" charset="0"/>
                <a:ea typeface="华文细黑" panose="02010600040101010101" pitchFamily="2" charset="-122"/>
              </a:rPr>
              <a:t>Xxxxxxxxxxx</a:t>
            </a:r>
            <a:endParaRPr lang="en-US" altLang="zh-CN" sz="900" kern="0" dirty="0">
              <a:solidFill>
                <a:prstClr val="black"/>
              </a:solidFill>
              <a:latin typeface="Aptos" panose="020B0004020202020204" pitchFamily="34" charset="0"/>
              <a:ea typeface="华文细黑" panose="02010600040101010101" pitchFamily="2" charset="-122"/>
            </a:endParaRPr>
          </a:p>
          <a:p>
            <a:pPr defTabSz="742969">
              <a:defRPr/>
            </a:pPr>
            <a:r>
              <a:rPr lang="en-US" altLang="zh-CN" sz="900" kern="0" dirty="0" err="1">
                <a:solidFill>
                  <a:prstClr val="black"/>
                </a:solidFill>
                <a:latin typeface="Aptos" panose="020B0004020202020204" pitchFamily="34" charset="0"/>
                <a:ea typeface="华文细黑" panose="02010600040101010101" pitchFamily="2" charset="-122"/>
              </a:rPr>
              <a:t>xxxxxxxx</a:t>
            </a:r>
            <a:endParaRPr lang="en-US" altLang="zh-CN" sz="900" kern="0" dirty="0">
              <a:solidFill>
                <a:prstClr val="black"/>
              </a:solidFill>
              <a:latin typeface="Aptos" panose="020B0004020202020204" pitchFamily="34" charset="0"/>
              <a:ea typeface="华文细黑" panose="02010600040101010101" pitchFamily="2" charset="-122"/>
            </a:endParaRPr>
          </a:p>
          <a:p>
            <a:pPr defTabSz="742969">
              <a:defRPr/>
            </a:pPr>
            <a:endParaRPr lang="en-US" sz="894" b="1" kern="0" dirty="0">
              <a:solidFill>
                <a:srgbClr val="75787B"/>
              </a:solidFill>
              <a:latin typeface="Aptos" panose="020B0004020202020204" pitchFamily="34" charset="0"/>
              <a:ea typeface="华文细黑" panose="02010600040101010101" pitchFamily="2" charset="-122"/>
            </a:endParaRPr>
          </a:p>
          <a:p>
            <a:pPr defTabSz="742969">
              <a:defRPr/>
            </a:pPr>
            <a:endParaRPr lang="en-US" sz="894" b="1" kern="0" dirty="0">
              <a:solidFill>
                <a:srgbClr val="75787B"/>
              </a:solidFill>
              <a:latin typeface="Aptos" panose="020B0004020202020204" pitchFamily="34" charset="0"/>
              <a:ea typeface="华文细黑" panose="02010600040101010101" pitchFamily="2" charset="-122"/>
            </a:endParaRPr>
          </a:p>
        </p:txBody>
      </p:sp>
      <p:cxnSp>
        <p:nvCxnSpPr>
          <p:cNvPr id="33" name="直接连接符 103">
            <a:extLst>
              <a:ext uri="{FF2B5EF4-FFF2-40B4-BE49-F238E27FC236}">
                <a16:creationId xmlns:a16="http://schemas.microsoft.com/office/drawing/2014/main" id="{CFDC824D-5049-1F49-A283-0C58FD16026A}"/>
              </a:ext>
            </a:extLst>
          </p:cNvPr>
          <p:cNvCxnSpPr/>
          <p:nvPr/>
        </p:nvCxnSpPr>
        <p:spPr>
          <a:xfrm>
            <a:off x="6898749" y="2275259"/>
            <a:ext cx="1067457" cy="0"/>
          </a:xfrm>
          <a:prstGeom prst="line">
            <a:avLst/>
          </a:prstGeom>
          <a:ln w="19050">
            <a:solidFill>
              <a:srgbClr val="00A3E0"/>
            </a:solidFill>
          </a:ln>
        </p:spPr>
        <p:style>
          <a:lnRef idx="1">
            <a:schemeClr val="accent1"/>
          </a:lnRef>
          <a:fillRef idx="0">
            <a:schemeClr val="accent1"/>
          </a:fillRef>
          <a:effectRef idx="0">
            <a:schemeClr val="accent1"/>
          </a:effectRef>
          <a:fontRef idx="minor">
            <a:schemeClr val="tx1"/>
          </a:fontRef>
        </p:style>
      </p:cxnSp>
      <p:sp>
        <p:nvSpPr>
          <p:cNvPr id="34" name="Rectangle 54">
            <a:extLst>
              <a:ext uri="{FF2B5EF4-FFF2-40B4-BE49-F238E27FC236}">
                <a16:creationId xmlns:a16="http://schemas.microsoft.com/office/drawing/2014/main" id="{0F1BB2BF-B220-1A46-86F5-E5BB14E6D360}"/>
              </a:ext>
            </a:extLst>
          </p:cNvPr>
          <p:cNvSpPr/>
          <p:nvPr/>
        </p:nvSpPr>
        <p:spPr>
          <a:xfrm>
            <a:off x="2056608" y="4326444"/>
            <a:ext cx="1400770" cy="1049326"/>
          </a:xfrm>
          <a:prstGeom prst="rect">
            <a:avLst/>
          </a:prstGeom>
        </p:spPr>
        <p:txBody>
          <a:bodyPr wrap="square" lIns="0" tIns="0" rIns="0" bIns="0">
            <a:spAutoFit/>
          </a:bodyPr>
          <a:lstStyle/>
          <a:p>
            <a:pPr algn="r" defTabSz="742969">
              <a:defRPr/>
            </a:pPr>
            <a:r>
              <a:rPr lang="en-US" altLang="zh-TW" sz="1200" b="1" kern="0" dirty="0" err="1">
                <a:solidFill>
                  <a:srgbClr val="00A3E0"/>
                </a:solidFill>
                <a:latin typeface="Aptos" panose="020B0004020202020204" pitchFamily="34" charset="0"/>
                <a:ea typeface="华文细黑" panose="02010600040101010101" pitchFamily="2" charset="-122"/>
              </a:rPr>
              <a:t>Xxxxxx</a:t>
            </a:r>
            <a:endParaRPr lang="en-US" altLang="zh-TW" sz="1200" b="1" kern="0" dirty="0">
              <a:solidFill>
                <a:srgbClr val="00A3E0"/>
              </a:solidFill>
              <a:latin typeface="Aptos" panose="020B0004020202020204" pitchFamily="34" charset="0"/>
              <a:ea typeface="华文细黑" panose="02010600040101010101" pitchFamily="2" charset="-122"/>
            </a:endParaRPr>
          </a:p>
          <a:p>
            <a:pPr algn="r" defTabSz="742969">
              <a:defRPr/>
            </a:pPr>
            <a:endParaRPr lang="zh-CN" altLang="en-US" sz="1138" b="1" strike="sngStrike" kern="0" dirty="0">
              <a:solidFill>
                <a:srgbClr val="26890D"/>
              </a:solidFill>
              <a:latin typeface="Aptos" panose="020B0004020202020204" pitchFamily="34" charset="0"/>
              <a:ea typeface="华文细黑" panose="02010600040101010101" pitchFamily="2" charset="-122"/>
            </a:endParaRPr>
          </a:p>
          <a:p>
            <a:pPr algn="r" defTabSz="742969">
              <a:defRPr/>
            </a:pPr>
            <a:r>
              <a:rPr lang="en-US" altLang="zh-CN" sz="899" kern="0" dirty="0" err="1">
                <a:solidFill>
                  <a:prstClr val="black"/>
                </a:solidFill>
                <a:latin typeface="Aptos" panose="020B0004020202020204" pitchFamily="34" charset="0"/>
                <a:ea typeface="华文细黑" panose="02010600040101010101" pitchFamily="2" charset="-122"/>
              </a:rPr>
              <a:t>Xxxxxxxxxxx</a:t>
            </a:r>
            <a:endParaRPr lang="en-US" altLang="zh-CN" sz="899" kern="0" dirty="0">
              <a:solidFill>
                <a:prstClr val="black"/>
              </a:solidFill>
              <a:latin typeface="Aptos" panose="020B0004020202020204" pitchFamily="34" charset="0"/>
              <a:ea typeface="华文细黑" panose="02010600040101010101" pitchFamily="2" charset="-122"/>
            </a:endParaRPr>
          </a:p>
          <a:p>
            <a:pPr algn="r" defTabSz="742969">
              <a:defRPr/>
            </a:pPr>
            <a:r>
              <a:rPr lang="en-US" altLang="zh-CN" sz="899" kern="0" dirty="0" err="1">
                <a:solidFill>
                  <a:prstClr val="black"/>
                </a:solidFill>
                <a:latin typeface="Aptos" panose="020B0004020202020204" pitchFamily="34" charset="0"/>
                <a:ea typeface="华文细黑" panose="02010600040101010101" pitchFamily="2" charset="-122"/>
              </a:rPr>
              <a:t>xxxxxxxx</a:t>
            </a:r>
            <a:endParaRPr lang="en-US" altLang="zh-CN" sz="899" kern="0" dirty="0">
              <a:solidFill>
                <a:prstClr val="black"/>
              </a:solidFill>
              <a:latin typeface="Aptos" panose="020B0004020202020204" pitchFamily="34" charset="0"/>
              <a:ea typeface="华文细黑" panose="02010600040101010101" pitchFamily="2" charset="-122"/>
            </a:endParaRPr>
          </a:p>
          <a:p>
            <a:pPr algn="r" defTabSz="742969">
              <a:defRPr/>
            </a:pPr>
            <a:endParaRPr lang="zh-CN" altLang="en-US" sz="894" kern="0" dirty="0">
              <a:solidFill>
                <a:prstClr val="black"/>
              </a:solidFill>
              <a:latin typeface="Aptos" panose="020B0004020202020204" pitchFamily="34" charset="0"/>
              <a:ea typeface="华文细黑" panose="02010600040101010101" pitchFamily="2" charset="-122"/>
            </a:endParaRPr>
          </a:p>
          <a:p>
            <a:pPr algn="r" defTabSz="742969">
              <a:defRPr/>
            </a:pPr>
            <a:endParaRPr lang="en-US" sz="894" b="1" kern="0" dirty="0">
              <a:solidFill>
                <a:srgbClr val="75787B"/>
              </a:solidFill>
              <a:latin typeface="Aptos" panose="020B0004020202020204" pitchFamily="34" charset="0"/>
              <a:ea typeface="华文细黑" panose="02010600040101010101" pitchFamily="2" charset="-122"/>
            </a:endParaRPr>
          </a:p>
          <a:p>
            <a:pPr algn="r" defTabSz="742969">
              <a:defRPr/>
            </a:pPr>
            <a:endParaRPr lang="en-US" sz="894" b="1" kern="0" dirty="0">
              <a:solidFill>
                <a:srgbClr val="75787B"/>
              </a:solidFill>
              <a:latin typeface="Aptos" panose="020B0004020202020204" pitchFamily="34" charset="0"/>
              <a:ea typeface="华文细黑" panose="02010600040101010101" pitchFamily="2" charset="-122"/>
            </a:endParaRPr>
          </a:p>
        </p:txBody>
      </p:sp>
      <p:cxnSp>
        <p:nvCxnSpPr>
          <p:cNvPr id="35" name="直接连接符 105">
            <a:extLst>
              <a:ext uri="{FF2B5EF4-FFF2-40B4-BE49-F238E27FC236}">
                <a16:creationId xmlns:a16="http://schemas.microsoft.com/office/drawing/2014/main" id="{55FA39AA-A797-1246-BB3A-6C91243448BF}"/>
              </a:ext>
            </a:extLst>
          </p:cNvPr>
          <p:cNvCxnSpPr/>
          <p:nvPr/>
        </p:nvCxnSpPr>
        <p:spPr>
          <a:xfrm>
            <a:off x="2389923" y="4605715"/>
            <a:ext cx="1067457" cy="0"/>
          </a:xfrm>
          <a:prstGeom prst="line">
            <a:avLst/>
          </a:prstGeom>
          <a:ln w="19050">
            <a:solidFill>
              <a:srgbClr val="00A3E0"/>
            </a:solidFill>
          </a:ln>
        </p:spPr>
        <p:style>
          <a:lnRef idx="1">
            <a:schemeClr val="accent1"/>
          </a:lnRef>
          <a:fillRef idx="0">
            <a:schemeClr val="accent1"/>
          </a:fillRef>
          <a:effectRef idx="0">
            <a:schemeClr val="accent1"/>
          </a:effectRef>
          <a:fontRef idx="minor">
            <a:schemeClr val="tx1"/>
          </a:fontRef>
        </p:style>
      </p:cxnSp>
      <p:sp>
        <p:nvSpPr>
          <p:cNvPr id="36" name="Rectangle 54">
            <a:extLst>
              <a:ext uri="{FF2B5EF4-FFF2-40B4-BE49-F238E27FC236}">
                <a16:creationId xmlns:a16="http://schemas.microsoft.com/office/drawing/2014/main" id="{9D684B95-DA32-4E4B-9796-4D2D323E0752}"/>
              </a:ext>
            </a:extLst>
          </p:cNvPr>
          <p:cNvSpPr/>
          <p:nvPr/>
        </p:nvSpPr>
        <p:spPr>
          <a:xfrm>
            <a:off x="6164928" y="4109671"/>
            <a:ext cx="1400770" cy="910186"/>
          </a:xfrm>
          <a:prstGeom prst="rect">
            <a:avLst/>
          </a:prstGeom>
        </p:spPr>
        <p:txBody>
          <a:bodyPr wrap="square" lIns="0" tIns="0" rIns="0" bIns="0">
            <a:spAutoFit/>
          </a:bodyPr>
          <a:lstStyle/>
          <a:p>
            <a:pPr defTabSz="742969">
              <a:defRPr/>
            </a:pPr>
            <a:r>
              <a:rPr lang="en-US" altLang="zh-CN" sz="1200" b="1" kern="0" dirty="0" err="1">
                <a:solidFill>
                  <a:schemeClr val="accent3"/>
                </a:solidFill>
                <a:latin typeface="Aptos" panose="020B0004020202020204" pitchFamily="34" charset="0"/>
                <a:ea typeface="华文细黑" panose="02010600040101010101" pitchFamily="2" charset="-122"/>
              </a:rPr>
              <a:t>Xxxxxx</a:t>
            </a:r>
            <a:endParaRPr lang="en-US" altLang="zh-CN" sz="1200" b="1" kern="0" dirty="0">
              <a:solidFill>
                <a:schemeClr val="accent3"/>
              </a:solidFill>
              <a:latin typeface="Aptos" panose="020B0004020202020204" pitchFamily="34" charset="0"/>
              <a:ea typeface="华文细黑" panose="02010600040101010101" pitchFamily="2" charset="-122"/>
            </a:endParaRPr>
          </a:p>
          <a:p>
            <a:pPr defTabSz="742969">
              <a:defRPr/>
            </a:pPr>
            <a:endParaRPr lang="en-US" altLang="zh-CN" sz="1138" b="1" kern="0" dirty="0">
              <a:solidFill>
                <a:srgbClr val="86BC25"/>
              </a:solidFill>
              <a:latin typeface="Aptos" panose="020B0004020202020204" pitchFamily="34" charset="0"/>
              <a:ea typeface="华文细黑" panose="02010600040101010101" pitchFamily="2" charset="-122"/>
            </a:endParaRPr>
          </a:p>
          <a:p>
            <a:pPr defTabSz="742969">
              <a:defRPr/>
            </a:pPr>
            <a:r>
              <a:rPr lang="en-US" altLang="zh-CN" sz="900" kern="0" dirty="0" err="1">
                <a:solidFill>
                  <a:prstClr val="black"/>
                </a:solidFill>
                <a:latin typeface="Aptos" panose="020B0004020202020204" pitchFamily="34" charset="0"/>
                <a:ea typeface="华文细黑" panose="02010600040101010101" pitchFamily="2" charset="-122"/>
              </a:rPr>
              <a:t>Xxxxxxxxxxx</a:t>
            </a:r>
            <a:endParaRPr lang="en-US" altLang="zh-CN" sz="900" kern="0" dirty="0">
              <a:solidFill>
                <a:prstClr val="black"/>
              </a:solidFill>
              <a:latin typeface="Aptos" panose="020B0004020202020204" pitchFamily="34" charset="0"/>
              <a:ea typeface="华文细黑" panose="02010600040101010101" pitchFamily="2" charset="-122"/>
            </a:endParaRPr>
          </a:p>
          <a:p>
            <a:pPr defTabSz="742969">
              <a:defRPr/>
            </a:pPr>
            <a:r>
              <a:rPr lang="en-US" altLang="zh-CN" sz="900" kern="0" dirty="0" err="1">
                <a:solidFill>
                  <a:prstClr val="black"/>
                </a:solidFill>
                <a:latin typeface="Aptos" panose="020B0004020202020204" pitchFamily="34" charset="0"/>
                <a:ea typeface="华文细黑" panose="02010600040101010101" pitchFamily="2" charset="-122"/>
              </a:rPr>
              <a:t>xxxxxxxx</a:t>
            </a:r>
            <a:endParaRPr lang="en-US" altLang="zh-CN" sz="900" kern="0" dirty="0">
              <a:solidFill>
                <a:prstClr val="black"/>
              </a:solidFill>
              <a:latin typeface="Aptos" panose="020B0004020202020204" pitchFamily="34" charset="0"/>
              <a:ea typeface="华文细黑" panose="02010600040101010101" pitchFamily="2" charset="-122"/>
            </a:endParaRPr>
          </a:p>
          <a:p>
            <a:pPr defTabSz="742969">
              <a:defRPr/>
            </a:pPr>
            <a:endParaRPr lang="zh-CN" altLang="en-US" sz="894" kern="0" dirty="0">
              <a:solidFill>
                <a:prstClr val="black"/>
              </a:solidFill>
              <a:latin typeface="Aptos" panose="020B0004020202020204" pitchFamily="34" charset="0"/>
              <a:ea typeface="华文细黑" panose="02010600040101010101" pitchFamily="2" charset="-122"/>
            </a:endParaRPr>
          </a:p>
          <a:p>
            <a:pPr defTabSz="742969">
              <a:defRPr/>
            </a:pPr>
            <a:endParaRPr lang="en-US" sz="894" b="1" kern="0" dirty="0">
              <a:solidFill>
                <a:srgbClr val="75787B"/>
              </a:solidFill>
              <a:latin typeface="Aptos" panose="020B0004020202020204" pitchFamily="34" charset="0"/>
              <a:ea typeface="华文细黑" panose="02010600040101010101" pitchFamily="2" charset="-122"/>
            </a:endParaRPr>
          </a:p>
        </p:txBody>
      </p:sp>
      <p:cxnSp>
        <p:nvCxnSpPr>
          <p:cNvPr id="37" name="直接连接符 107">
            <a:extLst>
              <a:ext uri="{FF2B5EF4-FFF2-40B4-BE49-F238E27FC236}">
                <a16:creationId xmlns:a16="http://schemas.microsoft.com/office/drawing/2014/main" id="{7AE32750-A0D4-4040-BD9A-FF6A3ECF5EFC}"/>
              </a:ext>
            </a:extLst>
          </p:cNvPr>
          <p:cNvCxnSpPr/>
          <p:nvPr/>
        </p:nvCxnSpPr>
        <p:spPr>
          <a:xfrm>
            <a:off x="6164929" y="4378788"/>
            <a:ext cx="1067457" cy="0"/>
          </a:xfrm>
          <a:prstGeom prst="line">
            <a:avLst/>
          </a:prstGeom>
          <a:ln w="19050">
            <a:solidFill>
              <a:srgbClr val="86BC2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9787783"/>
      </p:ext>
    </p:extLst>
  </p:cSld>
  <p:clrMapOvr>
    <a:masterClrMapping/>
  </p:clrMapOvr>
  <p:transition>
    <p:fade/>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itle 20">
            <a:extLst>
              <a:ext uri="{FF2B5EF4-FFF2-40B4-BE49-F238E27FC236}">
                <a16:creationId xmlns:a16="http://schemas.microsoft.com/office/drawing/2014/main" id="{DF33C333-68C4-8F4F-B771-F09DAB0DBC9A}"/>
              </a:ext>
            </a:extLst>
          </p:cNvPr>
          <p:cNvSpPr>
            <a:spLocks noGrp="1"/>
          </p:cNvSpPr>
          <p:nvPr>
            <p:ph type="title"/>
          </p:nvPr>
        </p:nvSpPr>
        <p:spPr/>
        <p:txBody>
          <a:bodyPr/>
          <a:lstStyle/>
          <a:p>
            <a:r>
              <a:rPr lang="en-US" dirty="0"/>
              <a:t>Helix molecule</a:t>
            </a:r>
          </a:p>
        </p:txBody>
      </p:sp>
      <p:sp>
        <p:nvSpPr>
          <p:cNvPr id="4" name="Freeform 28">
            <a:extLst>
              <a:ext uri="{FF2B5EF4-FFF2-40B4-BE49-F238E27FC236}">
                <a16:creationId xmlns:a16="http://schemas.microsoft.com/office/drawing/2014/main" id="{3197AF8E-5F3C-094A-B67B-7C800A06F320}"/>
              </a:ext>
            </a:extLst>
          </p:cNvPr>
          <p:cNvSpPr>
            <a:spLocks/>
          </p:cNvSpPr>
          <p:nvPr/>
        </p:nvSpPr>
        <p:spPr bwMode="auto">
          <a:xfrm>
            <a:off x="3737967" y="1603228"/>
            <a:ext cx="2574528" cy="3651548"/>
          </a:xfrm>
          <a:custGeom>
            <a:avLst/>
            <a:gdLst>
              <a:gd name="T0" fmla="*/ 818 w 1069"/>
              <a:gd name="T1" fmla="*/ 1484 h 1518"/>
              <a:gd name="T2" fmla="*/ 591 w 1069"/>
              <a:gd name="T3" fmla="*/ 1399 h 1518"/>
              <a:gd name="T4" fmla="*/ 56 w 1069"/>
              <a:gd name="T5" fmla="*/ 474 h 1518"/>
              <a:gd name="T6" fmla="*/ 494 w 1069"/>
              <a:gd name="T7" fmla="*/ 221 h 1518"/>
              <a:gd name="T8" fmla="*/ 1028 w 1069"/>
              <a:gd name="T9" fmla="*/ 1146 h 1518"/>
              <a:gd name="T10" fmla="*/ 995 w 1069"/>
              <a:gd name="T11" fmla="*/ 1372 h 1518"/>
              <a:gd name="T12" fmla="*/ 1022 w 1069"/>
              <a:gd name="T13" fmla="*/ 1392 h 1518"/>
              <a:gd name="T14" fmla="*/ 1062 w 1069"/>
              <a:gd name="T15" fmla="*/ 1144 h 1518"/>
              <a:gd name="T16" fmla="*/ 513 w 1069"/>
              <a:gd name="T17" fmla="*/ 193 h 1518"/>
              <a:gd name="T18" fmla="*/ 23 w 1069"/>
              <a:gd name="T19" fmla="*/ 476 h 1518"/>
              <a:gd name="T20" fmla="*/ 572 w 1069"/>
              <a:gd name="T21" fmla="*/ 1427 h 1518"/>
              <a:gd name="T22" fmla="*/ 825 w 1069"/>
              <a:gd name="T23" fmla="*/ 1517 h 1518"/>
              <a:gd name="T24" fmla="*/ 818 w 1069"/>
              <a:gd name="T25" fmla="*/ 1484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9" h="1518">
                <a:moveTo>
                  <a:pt x="818" y="1484"/>
                </a:moveTo>
                <a:cubicBezTo>
                  <a:pt x="753" y="1483"/>
                  <a:pt x="676" y="1456"/>
                  <a:pt x="591" y="1399"/>
                </a:cubicBezTo>
                <a:cubicBezTo>
                  <a:pt x="317" y="1217"/>
                  <a:pt x="77" y="802"/>
                  <a:pt x="56" y="474"/>
                </a:cubicBezTo>
                <a:cubicBezTo>
                  <a:pt x="36" y="155"/>
                  <a:pt x="228" y="44"/>
                  <a:pt x="494" y="221"/>
                </a:cubicBezTo>
                <a:cubicBezTo>
                  <a:pt x="767" y="403"/>
                  <a:pt x="1007" y="819"/>
                  <a:pt x="1028" y="1146"/>
                </a:cubicBezTo>
                <a:cubicBezTo>
                  <a:pt x="1034" y="1240"/>
                  <a:pt x="1022" y="1316"/>
                  <a:pt x="995" y="1372"/>
                </a:cubicBezTo>
                <a:cubicBezTo>
                  <a:pt x="1005" y="1378"/>
                  <a:pt x="1014" y="1384"/>
                  <a:pt x="1022" y="1392"/>
                </a:cubicBezTo>
                <a:cubicBezTo>
                  <a:pt x="1054" y="1331"/>
                  <a:pt x="1069" y="1247"/>
                  <a:pt x="1062" y="1144"/>
                </a:cubicBezTo>
                <a:cubicBezTo>
                  <a:pt x="1040" y="806"/>
                  <a:pt x="795" y="381"/>
                  <a:pt x="513" y="193"/>
                </a:cubicBezTo>
                <a:cubicBezTo>
                  <a:pt x="224" y="0"/>
                  <a:pt x="0" y="129"/>
                  <a:pt x="23" y="476"/>
                </a:cubicBezTo>
                <a:cubicBezTo>
                  <a:pt x="45" y="814"/>
                  <a:pt x="290" y="1239"/>
                  <a:pt x="572" y="1427"/>
                </a:cubicBezTo>
                <a:cubicBezTo>
                  <a:pt x="665" y="1489"/>
                  <a:pt x="751" y="1518"/>
                  <a:pt x="825" y="1517"/>
                </a:cubicBezTo>
                <a:cubicBezTo>
                  <a:pt x="821" y="1506"/>
                  <a:pt x="819" y="1495"/>
                  <a:pt x="818" y="1484"/>
                </a:cubicBezTo>
                <a:close/>
              </a:path>
            </a:pathLst>
          </a:custGeom>
          <a:solidFill>
            <a:srgbClr val="86BC25"/>
          </a:solidFill>
          <a:ln>
            <a:noFill/>
          </a:ln>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5" name="Oval 128">
            <a:extLst>
              <a:ext uri="{FF2B5EF4-FFF2-40B4-BE49-F238E27FC236}">
                <a16:creationId xmlns:a16="http://schemas.microsoft.com/office/drawing/2014/main" id="{C9EE2624-5FAE-314F-B382-8C108FD4464D}"/>
              </a:ext>
            </a:extLst>
          </p:cNvPr>
          <p:cNvSpPr>
            <a:spLocks noChangeArrowheads="1"/>
          </p:cNvSpPr>
          <p:nvPr/>
        </p:nvSpPr>
        <p:spPr bwMode="auto">
          <a:xfrm>
            <a:off x="6014544" y="2084338"/>
            <a:ext cx="394692" cy="39340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6" name="Freeform 129">
            <a:extLst>
              <a:ext uri="{FF2B5EF4-FFF2-40B4-BE49-F238E27FC236}">
                <a16:creationId xmlns:a16="http://schemas.microsoft.com/office/drawing/2014/main" id="{0672DB6A-5ED0-024A-81EC-BFA9E96D5ABE}"/>
              </a:ext>
            </a:extLst>
          </p:cNvPr>
          <p:cNvSpPr>
            <a:spLocks noEditPoints="1"/>
          </p:cNvSpPr>
          <p:nvPr/>
        </p:nvSpPr>
        <p:spPr bwMode="auto">
          <a:xfrm>
            <a:off x="5984875" y="2054671"/>
            <a:ext cx="452736" cy="452736"/>
          </a:xfrm>
          <a:custGeom>
            <a:avLst/>
            <a:gdLst>
              <a:gd name="T0" fmla="*/ 94 w 188"/>
              <a:gd name="T1" fmla="*/ 0 h 188"/>
              <a:gd name="T2" fmla="*/ 188 w 188"/>
              <a:gd name="T3" fmla="*/ 94 h 188"/>
              <a:gd name="T4" fmla="*/ 94 w 188"/>
              <a:gd name="T5" fmla="*/ 188 h 188"/>
              <a:gd name="T6" fmla="*/ 0 w 188"/>
              <a:gd name="T7" fmla="*/ 94 h 188"/>
              <a:gd name="T8" fmla="*/ 94 w 188"/>
              <a:gd name="T9" fmla="*/ 0 h 188"/>
              <a:gd name="T10" fmla="*/ 94 w 188"/>
              <a:gd name="T11" fmla="*/ 12 h 188"/>
              <a:gd name="T12" fmla="*/ 12 w 188"/>
              <a:gd name="T13" fmla="*/ 94 h 188"/>
              <a:gd name="T14" fmla="*/ 94 w 188"/>
              <a:gd name="T15" fmla="*/ 176 h 188"/>
              <a:gd name="T16" fmla="*/ 176 w 188"/>
              <a:gd name="T17" fmla="*/ 94 h 188"/>
              <a:gd name="T18" fmla="*/ 94 w 188"/>
              <a:gd name="T19" fmla="*/ 1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0"/>
                </a:moveTo>
                <a:cubicBezTo>
                  <a:pt x="146" y="0"/>
                  <a:pt x="188" y="42"/>
                  <a:pt x="188" y="94"/>
                </a:cubicBezTo>
                <a:cubicBezTo>
                  <a:pt x="188" y="146"/>
                  <a:pt x="146" y="188"/>
                  <a:pt x="94" y="188"/>
                </a:cubicBezTo>
                <a:cubicBezTo>
                  <a:pt x="42" y="188"/>
                  <a:pt x="0" y="146"/>
                  <a:pt x="0" y="94"/>
                </a:cubicBezTo>
                <a:cubicBezTo>
                  <a:pt x="0" y="42"/>
                  <a:pt x="42" y="0"/>
                  <a:pt x="94" y="0"/>
                </a:cubicBezTo>
                <a:close/>
                <a:moveTo>
                  <a:pt x="94" y="12"/>
                </a:moveTo>
                <a:cubicBezTo>
                  <a:pt x="49" y="12"/>
                  <a:pt x="12" y="49"/>
                  <a:pt x="12" y="94"/>
                </a:cubicBezTo>
                <a:cubicBezTo>
                  <a:pt x="12" y="140"/>
                  <a:pt x="49" y="176"/>
                  <a:pt x="94" y="176"/>
                </a:cubicBezTo>
                <a:cubicBezTo>
                  <a:pt x="139" y="176"/>
                  <a:pt x="176" y="140"/>
                  <a:pt x="176" y="94"/>
                </a:cubicBezTo>
                <a:cubicBezTo>
                  <a:pt x="176" y="49"/>
                  <a:pt x="139" y="12"/>
                  <a:pt x="94" y="12"/>
                </a:cubicBezTo>
                <a:close/>
              </a:path>
            </a:pathLst>
          </a:custGeom>
          <a:solidFill>
            <a:srgbClr val="00ABAB"/>
          </a:solidFill>
          <a:ln>
            <a:noFill/>
          </a:ln>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7" name="Oval 130">
            <a:extLst>
              <a:ext uri="{FF2B5EF4-FFF2-40B4-BE49-F238E27FC236}">
                <a16:creationId xmlns:a16="http://schemas.microsoft.com/office/drawing/2014/main" id="{FFEF4023-D2B0-5C43-8089-C09CF9F87312}"/>
              </a:ext>
            </a:extLst>
          </p:cNvPr>
          <p:cNvSpPr>
            <a:spLocks noChangeArrowheads="1"/>
          </p:cNvSpPr>
          <p:nvPr/>
        </p:nvSpPr>
        <p:spPr bwMode="auto">
          <a:xfrm>
            <a:off x="3044035" y="3397401"/>
            <a:ext cx="308273" cy="30827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8" name="Freeform 131">
            <a:extLst>
              <a:ext uri="{FF2B5EF4-FFF2-40B4-BE49-F238E27FC236}">
                <a16:creationId xmlns:a16="http://schemas.microsoft.com/office/drawing/2014/main" id="{1D9AF440-EF99-F240-B44A-CA6E18145442}"/>
              </a:ext>
            </a:extLst>
          </p:cNvPr>
          <p:cNvSpPr>
            <a:spLocks noEditPoints="1"/>
          </p:cNvSpPr>
          <p:nvPr/>
        </p:nvSpPr>
        <p:spPr bwMode="auto">
          <a:xfrm>
            <a:off x="3015655" y="3369024"/>
            <a:ext cx="367606" cy="365026"/>
          </a:xfrm>
          <a:custGeom>
            <a:avLst/>
            <a:gdLst>
              <a:gd name="T0" fmla="*/ 76 w 153"/>
              <a:gd name="T1" fmla="*/ 0 h 152"/>
              <a:gd name="T2" fmla="*/ 153 w 153"/>
              <a:gd name="T3" fmla="*/ 76 h 152"/>
              <a:gd name="T4" fmla="*/ 76 w 153"/>
              <a:gd name="T5" fmla="*/ 152 h 152"/>
              <a:gd name="T6" fmla="*/ 0 w 153"/>
              <a:gd name="T7" fmla="*/ 76 h 152"/>
              <a:gd name="T8" fmla="*/ 76 w 153"/>
              <a:gd name="T9" fmla="*/ 0 h 152"/>
              <a:gd name="T10" fmla="*/ 76 w 153"/>
              <a:gd name="T11" fmla="*/ 12 h 152"/>
              <a:gd name="T12" fmla="*/ 12 w 153"/>
              <a:gd name="T13" fmla="*/ 76 h 152"/>
              <a:gd name="T14" fmla="*/ 76 w 153"/>
              <a:gd name="T15" fmla="*/ 140 h 152"/>
              <a:gd name="T16" fmla="*/ 140 w 153"/>
              <a:gd name="T17" fmla="*/ 76 h 152"/>
              <a:gd name="T18" fmla="*/ 76 w 153"/>
              <a:gd name="T19" fmla="*/ 1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52">
                <a:moveTo>
                  <a:pt x="76" y="0"/>
                </a:moveTo>
                <a:cubicBezTo>
                  <a:pt x="118" y="0"/>
                  <a:pt x="153" y="34"/>
                  <a:pt x="153" y="76"/>
                </a:cubicBezTo>
                <a:cubicBezTo>
                  <a:pt x="153" y="118"/>
                  <a:pt x="118" y="152"/>
                  <a:pt x="76" y="152"/>
                </a:cubicBezTo>
                <a:cubicBezTo>
                  <a:pt x="34" y="152"/>
                  <a:pt x="0" y="118"/>
                  <a:pt x="0" y="76"/>
                </a:cubicBezTo>
                <a:cubicBezTo>
                  <a:pt x="0" y="34"/>
                  <a:pt x="34" y="0"/>
                  <a:pt x="76" y="0"/>
                </a:cubicBezTo>
                <a:close/>
                <a:moveTo>
                  <a:pt x="76" y="12"/>
                </a:moveTo>
                <a:cubicBezTo>
                  <a:pt x="41" y="12"/>
                  <a:pt x="12" y="41"/>
                  <a:pt x="12" y="76"/>
                </a:cubicBezTo>
                <a:cubicBezTo>
                  <a:pt x="12" y="112"/>
                  <a:pt x="41" y="140"/>
                  <a:pt x="76" y="140"/>
                </a:cubicBezTo>
                <a:cubicBezTo>
                  <a:pt x="112" y="140"/>
                  <a:pt x="140" y="112"/>
                  <a:pt x="140" y="76"/>
                </a:cubicBezTo>
                <a:cubicBezTo>
                  <a:pt x="140" y="41"/>
                  <a:pt x="112" y="12"/>
                  <a:pt x="76" y="12"/>
                </a:cubicBezTo>
                <a:close/>
              </a:path>
            </a:pathLst>
          </a:custGeom>
          <a:solidFill>
            <a:srgbClr val="0076A8"/>
          </a:solidFill>
          <a:ln>
            <a:noFill/>
          </a:ln>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9" name="Oval 132">
            <a:extLst>
              <a:ext uri="{FF2B5EF4-FFF2-40B4-BE49-F238E27FC236}">
                <a16:creationId xmlns:a16="http://schemas.microsoft.com/office/drawing/2014/main" id="{A26A43B3-C2B8-F447-888F-6487432FEF56}"/>
              </a:ext>
            </a:extLst>
          </p:cNvPr>
          <p:cNvSpPr>
            <a:spLocks noChangeArrowheads="1"/>
          </p:cNvSpPr>
          <p:nvPr/>
        </p:nvSpPr>
        <p:spPr bwMode="auto">
          <a:xfrm>
            <a:off x="5737225" y="4898776"/>
            <a:ext cx="517228" cy="51722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10" name="Freeform 133">
            <a:extLst>
              <a:ext uri="{FF2B5EF4-FFF2-40B4-BE49-F238E27FC236}">
                <a16:creationId xmlns:a16="http://schemas.microsoft.com/office/drawing/2014/main" id="{80AFFABD-6F86-6347-A962-1E6C519408FF}"/>
              </a:ext>
            </a:extLst>
          </p:cNvPr>
          <p:cNvSpPr>
            <a:spLocks noEditPoints="1"/>
          </p:cNvSpPr>
          <p:nvPr/>
        </p:nvSpPr>
        <p:spPr bwMode="auto">
          <a:xfrm>
            <a:off x="5707558" y="4870399"/>
            <a:ext cx="579140" cy="573981"/>
          </a:xfrm>
          <a:custGeom>
            <a:avLst/>
            <a:gdLst>
              <a:gd name="T0" fmla="*/ 120 w 240"/>
              <a:gd name="T1" fmla="*/ 0 h 239"/>
              <a:gd name="T2" fmla="*/ 240 w 240"/>
              <a:gd name="T3" fmla="*/ 119 h 239"/>
              <a:gd name="T4" fmla="*/ 120 w 240"/>
              <a:gd name="T5" fmla="*/ 239 h 239"/>
              <a:gd name="T6" fmla="*/ 0 w 240"/>
              <a:gd name="T7" fmla="*/ 119 h 239"/>
              <a:gd name="T8" fmla="*/ 120 w 240"/>
              <a:gd name="T9" fmla="*/ 0 h 239"/>
              <a:gd name="T10" fmla="*/ 120 w 240"/>
              <a:gd name="T11" fmla="*/ 12 h 239"/>
              <a:gd name="T12" fmla="*/ 12 w 240"/>
              <a:gd name="T13" fmla="*/ 119 h 239"/>
              <a:gd name="T14" fmla="*/ 120 w 240"/>
              <a:gd name="T15" fmla="*/ 227 h 239"/>
              <a:gd name="T16" fmla="*/ 227 w 240"/>
              <a:gd name="T17" fmla="*/ 119 h 239"/>
              <a:gd name="T18" fmla="*/ 120 w 240"/>
              <a:gd name="T19" fmla="*/ 12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239">
                <a:moveTo>
                  <a:pt x="120" y="0"/>
                </a:moveTo>
                <a:cubicBezTo>
                  <a:pt x="186" y="0"/>
                  <a:pt x="240" y="53"/>
                  <a:pt x="240" y="119"/>
                </a:cubicBezTo>
                <a:cubicBezTo>
                  <a:pt x="240" y="186"/>
                  <a:pt x="186" y="239"/>
                  <a:pt x="120" y="239"/>
                </a:cubicBezTo>
                <a:cubicBezTo>
                  <a:pt x="54" y="239"/>
                  <a:pt x="0" y="186"/>
                  <a:pt x="0" y="119"/>
                </a:cubicBezTo>
                <a:cubicBezTo>
                  <a:pt x="0" y="53"/>
                  <a:pt x="54" y="0"/>
                  <a:pt x="120" y="0"/>
                </a:cubicBezTo>
                <a:close/>
                <a:moveTo>
                  <a:pt x="120" y="12"/>
                </a:moveTo>
                <a:cubicBezTo>
                  <a:pt x="61" y="12"/>
                  <a:pt x="12" y="60"/>
                  <a:pt x="12" y="119"/>
                </a:cubicBezTo>
                <a:cubicBezTo>
                  <a:pt x="12" y="179"/>
                  <a:pt x="61" y="227"/>
                  <a:pt x="120" y="227"/>
                </a:cubicBezTo>
                <a:cubicBezTo>
                  <a:pt x="179" y="227"/>
                  <a:pt x="227" y="179"/>
                  <a:pt x="227" y="119"/>
                </a:cubicBezTo>
                <a:cubicBezTo>
                  <a:pt x="227" y="60"/>
                  <a:pt x="179" y="12"/>
                  <a:pt x="120" y="12"/>
                </a:cubicBezTo>
                <a:close/>
              </a:path>
            </a:pathLst>
          </a:custGeom>
          <a:solidFill>
            <a:srgbClr val="86BC25"/>
          </a:solidFill>
          <a:ln>
            <a:noFill/>
          </a:ln>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11" name="Freeform 134">
            <a:extLst>
              <a:ext uri="{FF2B5EF4-FFF2-40B4-BE49-F238E27FC236}">
                <a16:creationId xmlns:a16="http://schemas.microsoft.com/office/drawing/2014/main" id="{88E7D19B-238D-D440-A92C-0DB0EBF9176D}"/>
              </a:ext>
            </a:extLst>
          </p:cNvPr>
          <p:cNvSpPr>
            <a:spLocks/>
          </p:cNvSpPr>
          <p:nvPr/>
        </p:nvSpPr>
        <p:spPr bwMode="auto">
          <a:xfrm>
            <a:off x="6170612" y="2252020"/>
            <a:ext cx="1552972" cy="669429"/>
          </a:xfrm>
          <a:custGeom>
            <a:avLst/>
            <a:gdLst>
              <a:gd name="T0" fmla="*/ 16 w 645"/>
              <a:gd name="T1" fmla="*/ 31 h 278"/>
              <a:gd name="T2" fmla="*/ 31 w 645"/>
              <a:gd name="T3" fmla="*/ 17 h 278"/>
              <a:gd name="T4" fmla="*/ 387 w 645"/>
              <a:gd name="T5" fmla="*/ 17 h 278"/>
              <a:gd name="T6" fmla="*/ 387 w 645"/>
              <a:gd name="T7" fmla="*/ 266 h 278"/>
              <a:gd name="T8" fmla="*/ 614 w 645"/>
              <a:gd name="T9" fmla="*/ 266 h 278"/>
              <a:gd name="T10" fmla="*/ 630 w 645"/>
              <a:gd name="T11" fmla="*/ 278 h 278"/>
              <a:gd name="T12" fmla="*/ 645 w 645"/>
              <a:gd name="T13" fmla="*/ 263 h 278"/>
              <a:gd name="T14" fmla="*/ 630 w 645"/>
              <a:gd name="T15" fmla="*/ 247 h 278"/>
              <a:gd name="T16" fmla="*/ 614 w 645"/>
              <a:gd name="T17" fmla="*/ 259 h 278"/>
              <a:gd name="T18" fmla="*/ 393 w 645"/>
              <a:gd name="T19" fmla="*/ 259 h 278"/>
              <a:gd name="T20" fmla="*/ 393 w 645"/>
              <a:gd name="T21" fmla="*/ 10 h 278"/>
              <a:gd name="T22" fmla="*/ 30 w 645"/>
              <a:gd name="T23" fmla="*/ 10 h 278"/>
              <a:gd name="T24" fmla="*/ 16 w 645"/>
              <a:gd name="T25" fmla="*/ 0 h 278"/>
              <a:gd name="T26" fmla="*/ 0 w 645"/>
              <a:gd name="T27" fmla="*/ 15 h 278"/>
              <a:gd name="T28" fmla="*/ 16 w 645"/>
              <a:gd name="T29" fmla="*/ 31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5" h="278">
                <a:moveTo>
                  <a:pt x="16" y="31"/>
                </a:moveTo>
                <a:cubicBezTo>
                  <a:pt x="24" y="31"/>
                  <a:pt x="30" y="25"/>
                  <a:pt x="31" y="17"/>
                </a:cubicBezTo>
                <a:cubicBezTo>
                  <a:pt x="387" y="17"/>
                  <a:pt x="387" y="17"/>
                  <a:pt x="387" y="17"/>
                </a:cubicBezTo>
                <a:cubicBezTo>
                  <a:pt x="387" y="266"/>
                  <a:pt x="387" y="266"/>
                  <a:pt x="387" y="266"/>
                </a:cubicBezTo>
                <a:cubicBezTo>
                  <a:pt x="614" y="266"/>
                  <a:pt x="614" y="266"/>
                  <a:pt x="614" y="266"/>
                </a:cubicBezTo>
                <a:cubicBezTo>
                  <a:pt x="616" y="273"/>
                  <a:pt x="622" y="278"/>
                  <a:pt x="630" y="278"/>
                </a:cubicBezTo>
                <a:cubicBezTo>
                  <a:pt x="638" y="278"/>
                  <a:pt x="645" y="271"/>
                  <a:pt x="645" y="263"/>
                </a:cubicBezTo>
                <a:cubicBezTo>
                  <a:pt x="645" y="254"/>
                  <a:pt x="638" y="247"/>
                  <a:pt x="630" y="247"/>
                </a:cubicBezTo>
                <a:cubicBezTo>
                  <a:pt x="622" y="247"/>
                  <a:pt x="616" y="252"/>
                  <a:pt x="614" y="259"/>
                </a:cubicBezTo>
                <a:cubicBezTo>
                  <a:pt x="393" y="259"/>
                  <a:pt x="393" y="259"/>
                  <a:pt x="393" y="259"/>
                </a:cubicBezTo>
                <a:cubicBezTo>
                  <a:pt x="393" y="10"/>
                  <a:pt x="393" y="10"/>
                  <a:pt x="393" y="10"/>
                </a:cubicBezTo>
                <a:cubicBezTo>
                  <a:pt x="30" y="10"/>
                  <a:pt x="30" y="10"/>
                  <a:pt x="30" y="10"/>
                </a:cubicBezTo>
                <a:cubicBezTo>
                  <a:pt x="28" y="4"/>
                  <a:pt x="23" y="0"/>
                  <a:pt x="16" y="0"/>
                </a:cubicBezTo>
                <a:cubicBezTo>
                  <a:pt x="7" y="0"/>
                  <a:pt x="0" y="7"/>
                  <a:pt x="0" y="15"/>
                </a:cubicBezTo>
                <a:cubicBezTo>
                  <a:pt x="0" y="24"/>
                  <a:pt x="7" y="31"/>
                  <a:pt x="16" y="31"/>
                </a:cubicBezTo>
                <a:close/>
              </a:path>
            </a:pathLst>
          </a:custGeom>
          <a:solidFill>
            <a:srgbClr val="BBBCBC"/>
          </a:solidFill>
          <a:ln>
            <a:noFill/>
          </a:ln>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12" name="Freeform 176">
            <a:extLst>
              <a:ext uri="{FF2B5EF4-FFF2-40B4-BE49-F238E27FC236}">
                <a16:creationId xmlns:a16="http://schemas.microsoft.com/office/drawing/2014/main" id="{9B404E82-D985-3049-9E33-54620171669B}"/>
              </a:ext>
            </a:extLst>
          </p:cNvPr>
          <p:cNvSpPr>
            <a:spLocks/>
          </p:cNvSpPr>
          <p:nvPr/>
        </p:nvSpPr>
        <p:spPr bwMode="auto">
          <a:xfrm>
            <a:off x="5948759" y="4531174"/>
            <a:ext cx="1774825" cy="668139"/>
          </a:xfrm>
          <a:custGeom>
            <a:avLst/>
            <a:gdLst>
              <a:gd name="T0" fmla="*/ 15 w 737"/>
              <a:gd name="T1" fmla="*/ 247 h 278"/>
              <a:gd name="T2" fmla="*/ 31 w 737"/>
              <a:gd name="T3" fmla="*/ 261 h 278"/>
              <a:gd name="T4" fmla="*/ 479 w 737"/>
              <a:gd name="T5" fmla="*/ 261 h 278"/>
              <a:gd name="T6" fmla="*/ 479 w 737"/>
              <a:gd name="T7" fmla="*/ 13 h 278"/>
              <a:gd name="T8" fmla="*/ 706 w 737"/>
              <a:gd name="T9" fmla="*/ 13 h 278"/>
              <a:gd name="T10" fmla="*/ 722 w 737"/>
              <a:gd name="T11" fmla="*/ 0 h 278"/>
              <a:gd name="T12" fmla="*/ 737 w 737"/>
              <a:gd name="T13" fmla="*/ 16 h 278"/>
              <a:gd name="T14" fmla="*/ 722 w 737"/>
              <a:gd name="T15" fmla="*/ 31 h 278"/>
              <a:gd name="T16" fmla="*/ 706 w 737"/>
              <a:gd name="T17" fmla="*/ 19 h 278"/>
              <a:gd name="T18" fmla="*/ 485 w 737"/>
              <a:gd name="T19" fmla="*/ 19 h 278"/>
              <a:gd name="T20" fmla="*/ 485 w 737"/>
              <a:gd name="T21" fmla="*/ 268 h 278"/>
              <a:gd name="T22" fmla="*/ 30 w 737"/>
              <a:gd name="T23" fmla="*/ 268 h 278"/>
              <a:gd name="T24" fmla="*/ 15 w 737"/>
              <a:gd name="T25" fmla="*/ 278 h 278"/>
              <a:gd name="T26" fmla="*/ 0 w 737"/>
              <a:gd name="T27" fmla="*/ 263 h 278"/>
              <a:gd name="T28" fmla="*/ 15 w 737"/>
              <a:gd name="T29" fmla="*/ 24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7" h="278">
                <a:moveTo>
                  <a:pt x="15" y="247"/>
                </a:moveTo>
                <a:cubicBezTo>
                  <a:pt x="24" y="247"/>
                  <a:pt x="30" y="253"/>
                  <a:pt x="31" y="261"/>
                </a:cubicBezTo>
                <a:cubicBezTo>
                  <a:pt x="479" y="261"/>
                  <a:pt x="479" y="261"/>
                  <a:pt x="479" y="261"/>
                </a:cubicBezTo>
                <a:cubicBezTo>
                  <a:pt x="479" y="13"/>
                  <a:pt x="479" y="13"/>
                  <a:pt x="479" y="13"/>
                </a:cubicBezTo>
                <a:cubicBezTo>
                  <a:pt x="706" y="13"/>
                  <a:pt x="706" y="13"/>
                  <a:pt x="706" y="13"/>
                </a:cubicBezTo>
                <a:cubicBezTo>
                  <a:pt x="708" y="5"/>
                  <a:pt x="714" y="0"/>
                  <a:pt x="722" y="0"/>
                </a:cubicBezTo>
                <a:cubicBezTo>
                  <a:pt x="730" y="0"/>
                  <a:pt x="737" y="7"/>
                  <a:pt x="737" y="16"/>
                </a:cubicBezTo>
                <a:cubicBezTo>
                  <a:pt x="737" y="24"/>
                  <a:pt x="730" y="31"/>
                  <a:pt x="722" y="31"/>
                </a:cubicBezTo>
                <a:cubicBezTo>
                  <a:pt x="714" y="31"/>
                  <a:pt x="708" y="26"/>
                  <a:pt x="706" y="19"/>
                </a:cubicBezTo>
                <a:cubicBezTo>
                  <a:pt x="485" y="19"/>
                  <a:pt x="485" y="19"/>
                  <a:pt x="485" y="19"/>
                </a:cubicBezTo>
                <a:cubicBezTo>
                  <a:pt x="485" y="268"/>
                  <a:pt x="485" y="268"/>
                  <a:pt x="485" y="268"/>
                </a:cubicBezTo>
                <a:cubicBezTo>
                  <a:pt x="30" y="268"/>
                  <a:pt x="30" y="268"/>
                  <a:pt x="30" y="268"/>
                </a:cubicBezTo>
                <a:cubicBezTo>
                  <a:pt x="28" y="274"/>
                  <a:pt x="23" y="278"/>
                  <a:pt x="15" y="278"/>
                </a:cubicBezTo>
                <a:cubicBezTo>
                  <a:pt x="8" y="278"/>
                  <a:pt x="0" y="271"/>
                  <a:pt x="0" y="263"/>
                </a:cubicBezTo>
                <a:cubicBezTo>
                  <a:pt x="0" y="254"/>
                  <a:pt x="7" y="247"/>
                  <a:pt x="15" y="247"/>
                </a:cubicBezTo>
                <a:close/>
              </a:path>
            </a:pathLst>
          </a:custGeom>
          <a:solidFill>
            <a:srgbClr val="BBBCBC"/>
          </a:solidFill>
          <a:ln>
            <a:noFill/>
          </a:ln>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13" name="Freeform 219">
            <a:extLst>
              <a:ext uri="{FF2B5EF4-FFF2-40B4-BE49-F238E27FC236}">
                <a16:creationId xmlns:a16="http://schemas.microsoft.com/office/drawing/2014/main" id="{26EDF01B-DA90-664F-B13C-9D50DE3DB84C}"/>
              </a:ext>
            </a:extLst>
          </p:cNvPr>
          <p:cNvSpPr>
            <a:spLocks/>
          </p:cNvSpPr>
          <p:nvPr/>
        </p:nvSpPr>
        <p:spPr bwMode="auto">
          <a:xfrm>
            <a:off x="1456237" y="2921449"/>
            <a:ext cx="1778695" cy="668139"/>
          </a:xfrm>
          <a:custGeom>
            <a:avLst/>
            <a:gdLst>
              <a:gd name="T0" fmla="*/ 722 w 738"/>
              <a:gd name="T1" fmla="*/ 247 h 278"/>
              <a:gd name="T2" fmla="*/ 706 w 738"/>
              <a:gd name="T3" fmla="*/ 261 h 278"/>
              <a:gd name="T4" fmla="*/ 258 w 738"/>
              <a:gd name="T5" fmla="*/ 261 h 278"/>
              <a:gd name="T6" fmla="*/ 258 w 738"/>
              <a:gd name="T7" fmla="*/ 12 h 278"/>
              <a:gd name="T8" fmla="*/ 31 w 738"/>
              <a:gd name="T9" fmla="*/ 12 h 278"/>
              <a:gd name="T10" fmla="*/ 16 w 738"/>
              <a:gd name="T11" fmla="*/ 0 h 278"/>
              <a:gd name="T12" fmla="*/ 0 w 738"/>
              <a:gd name="T13" fmla="*/ 15 h 278"/>
              <a:gd name="T14" fmla="*/ 16 w 738"/>
              <a:gd name="T15" fmla="*/ 31 h 278"/>
              <a:gd name="T16" fmla="*/ 31 w 738"/>
              <a:gd name="T17" fmla="*/ 19 h 278"/>
              <a:gd name="T18" fmla="*/ 252 w 738"/>
              <a:gd name="T19" fmla="*/ 19 h 278"/>
              <a:gd name="T20" fmla="*/ 252 w 738"/>
              <a:gd name="T21" fmla="*/ 267 h 278"/>
              <a:gd name="T22" fmla="*/ 707 w 738"/>
              <a:gd name="T23" fmla="*/ 267 h 278"/>
              <a:gd name="T24" fmla="*/ 722 w 738"/>
              <a:gd name="T25" fmla="*/ 278 h 278"/>
              <a:gd name="T26" fmla="*/ 738 w 738"/>
              <a:gd name="T27" fmla="*/ 262 h 278"/>
              <a:gd name="T28" fmla="*/ 722 w 738"/>
              <a:gd name="T29" fmla="*/ 24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8" h="278">
                <a:moveTo>
                  <a:pt x="722" y="247"/>
                </a:moveTo>
                <a:cubicBezTo>
                  <a:pt x="713" y="247"/>
                  <a:pt x="707" y="253"/>
                  <a:pt x="706" y="261"/>
                </a:cubicBezTo>
                <a:cubicBezTo>
                  <a:pt x="258" y="261"/>
                  <a:pt x="258" y="261"/>
                  <a:pt x="258" y="261"/>
                </a:cubicBezTo>
                <a:cubicBezTo>
                  <a:pt x="258" y="12"/>
                  <a:pt x="258" y="12"/>
                  <a:pt x="258" y="12"/>
                </a:cubicBezTo>
                <a:cubicBezTo>
                  <a:pt x="31" y="12"/>
                  <a:pt x="31" y="12"/>
                  <a:pt x="31" y="12"/>
                </a:cubicBezTo>
                <a:cubicBezTo>
                  <a:pt x="30" y="5"/>
                  <a:pt x="23" y="0"/>
                  <a:pt x="16" y="0"/>
                </a:cubicBezTo>
                <a:cubicBezTo>
                  <a:pt x="7" y="0"/>
                  <a:pt x="0" y="7"/>
                  <a:pt x="0" y="15"/>
                </a:cubicBezTo>
                <a:cubicBezTo>
                  <a:pt x="0" y="24"/>
                  <a:pt x="7" y="31"/>
                  <a:pt x="16" y="31"/>
                </a:cubicBezTo>
                <a:cubicBezTo>
                  <a:pt x="23" y="31"/>
                  <a:pt x="29" y="26"/>
                  <a:pt x="31" y="19"/>
                </a:cubicBezTo>
                <a:cubicBezTo>
                  <a:pt x="252" y="19"/>
                  <a:pt x="252" y="19"/>
                  <a:pt x="252" y="19"/>
                </a:cubicBezTo>
                <a:cubicBezTo>
                  <a:pt x="252" y="267"/>
                  <a:pt x="252" y="267"/>
                  <a:pt x="252" y="267"/>
                </a:cubicBezTo>
                <a:cubicBezTo>
                  <a:pt x="707" y="267"/>
                  <a:pt x="707" y="267"/>
                  <a:pt x="707" y="267"/>
                </a:cubicBezTo>
                <a:cubicBezTo>
                  <a:pt x="709" y="274"/>
                  <a:pt x="714" y="278"/>
                  <a:pt x="722" y="278"/>
                </a:cubicBezTo>
                <a:cubicBezTo>
                  <a:pt x="730" y="278"/>
                  <a:pt x="738" y="271"/>
                  <a:pt x="738" y="262"/>
                </a:cubicBezTo>
                <a:cubicBezTo>
                  <a:pt x="738" y="254"/>
                  <a:pt x="730" y="247"/>
                  <a:pt x="722" y="247"/>
                </a:cubicBezTo>
                <a:close/>
              </a:path>
            </a:pathLst>
          </a:custGeom>
          <a:solidFill>
            <a:srgbClr val="BBBCBC"/>
          </a:solidFill>
          <a:ln>
            <a:noFill/>
          </a:ln>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14" name="Freeform 279">
            <a:extLst>
              <a:ext uri="{FF2B5EF4-FFF2-40B4-BE49-F238E27FC236}">
                <a16:creationId xmlns:a16="http://schemas.microsoft.com/office/drawing/2014/main" id="{B74FAC3D-23C7-B446-BAC2-872043E34F6B}"/>
              </a:ext>
            </a:extLst>
          </p:cNvPr>
          <p:cNvSpPr>
            <a:spLocks/>
          </p:cNvSpPr>
          <p:nvPr/>
        </p:nvSpPr>
        <p:spPr bwMode="auto">
          <a:xfrm>
            <a:off x="3737970" y="1768326"/>
            <a:ext cx="2562920" cy="3731518"/>
          </a:xfrm>
          <a:custGeom>
            <a:avLst/>
            <a:gdLst>
              <a:gd name="T0" fmla="*/ 1028 w 1064"/>
              <a:gd name="T1" fmla="*/ 307 h 1551"/>
              <a:gd name="T2" fmla="*/ 1028 w 1064"/>
              <a:gd name="T3" fmla="*/ 405 h 1551"/>
              <a:gd name="T4" fmla="*/ 494 w 1064"/>
              <a:gd name="T5" fmla="*/ 1330 h 1551"/>
              <a:gd name="T6" fmla="*/ 56 w 1064"/>
              <a:gd name="T7" fmla="*/ 1077 h 1551"/>
              <a:gd name="T8" fmla="*/ 591 w 1064"/>
              <a:gd name="T9" fmla="*/ 152 h 1551"/>
              <a:gd name="T10" fmla="*/ 970 w 1064"/>
              <a:gd name="T11" fmla="*/ 139 h 1551"/>
              <a:gd name="T12" fmla="*/ 1000 w 1064"/>
              <a:gd name="T13" fmla="*/ 123 h 1551"/>
              <a:gd name="T14" fmla="*/ 572 w 1064"/>
              <a:gd name="T15" fmla="*/ 124 h 1551"/>
              <a:gd name="T16" fmla="*/ 23 w 1064"/>
              <a:gd name="T17" fmla="*/ 1075 h 1551"/>
              <a:gd name="T18" fmla="*/ 513 w 1064"/>
              <a:gd name="T19" fmla="*/ 1358 h 1551"/>
              <a:gd name="T20" fmla="*/ 1062 w 1064"/>
              <a:gd name="T21" fmla="*/ 407 h 1551"/>
              <a:gd name="T22" fmla="*/ 1061 w 1064"/>
              <a:gd name="T23" fmla="*/ 301 h 1551"/>
              <a:gd name="T24" fmla="*/ 1028 w 1064"/>
              <a:gd name="T25" fmla="*/ 307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4" h="1551">
                <a:moveTo>
                  <a:pt x="1028" y="307"/>
                </a:moveTo>
                <a:cubicBezTo>
                  <a:pt x="1030" y="337"/>
                  <a:pt x="1031" y="370"/>
                  <a:pt x="1028" y="405"/>
                </a:cubicBezTo>
                <a:cubicBezTo>
                  <a:pt x="1007" y="733"/>
                  <a:pt x="767" y="1148"/>
                  <a:pt x="494" y="1330"/>
                </a:cubicBezTo>
                <a:cubicBezTo>
                  <a:pt x="228" y="1508"/>
                  <a:pt x="36" y="1396"/>
                  <a:pt x="56" y="1077"/>
                </a:cubicBezTo>
                <a:cubicBezTo>
                  <a:pt x="77" y="750"/>
                  <a:pt x="317" y="334"/>
                  <a:pt x="591" y="152"/>
                </a:cubicBezTo>
                <a:cubicBezTo>
                  <a:pt x="757" y="41"/>
                  <a:pt x="895" y="43"/>
                  <a:pt x="970" y="139"/>
                </a:cubicBezTo>
                <a:cubicBezTo>
                  <a:pt x="979" y="132"/>
                  <a:pt x="989" y="127"/>
                  <a:pt x="1000" y="123"/>
                </a:cubicBezTo>
                <a:cubicBezTo>
                  <a:pt x="916" y="9"/>
                  <a:pt x="758" y="0"/>
                  <a:pt x="572" y="124"/>
                </a:cubicBezTo>
                <a:cubicBezTo>
                  <a:pt x="290" y="312"/>
                  <a:pt x="45" y="737"/>
                  <a:pt x="23" y="1075"/>
                </a:cubicBezTo>
                <a:cubicBezTo>
                  <a:pt x="0" y="1422"/>
                  <a:pt x="224" y="1551"/>
                  <a:pt x="513" y="1358"/>
                </a:cubicBezTo>
                <a:cubicBezTo>
                  <a:pt x="795" y="1170"/>
                  <a:pt x="1040" y="745"/>
                  <a:pt x="1062" y="407"/>
                </a:cubicBezTo>
                <a:cubicBezTo>
                  <a:pt x="1064" y="369"/>
                  <a:pt x="1064" y="334"/>
                  <a:pt x="1061" y="301"/>
                </a:cubicBezTo>
                <a:cubicBezTo>
                  <a:pt x="1050" y="305"/>
                  <a:pt x="1039" y="307"/>
                  <a:pt x="1028" y="307"/>
                </a:cubicBezTo>
                <a:close/>
              </a:path>
            </a:pathLst>
          </a:custGeom>
          <a:solidFill>
            <a:srgbClr val="00ABAB"/>
          </a:solidFill>
          <a:ln>
            <a:noFill/>
          </a:ln>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15" name="Freeform 280">
            <a:extLst>
              <a:ext uri="{FF2B5EF4-FFF2-40B4-BE49-F238E27FC236}">
                <a16:creationId xmlns:a16="http://schemas.microsoft.com/office/drawing/2014/main" id="{0F44FCB0-E3DA-714B-85CB-25EDA5F2F4E4}"/>
              </a:ext>
            </a:extLst>
          </p:cNvPr>
          <p:cNvSpPr>
            <a:spLocks/>
          </p:cNvSpPr>
          <p:nvPr/>
        </p:nvSpPr>
        <p:spPr bwMode="auto">
          <a:xfrm>
            <a:off x="3193653" y="2509988"/>
            <a:ext cx="3921125" cy="2083098"/>
          </a:xfrm>
          <a:custGeom>
            <a:avLst/>
            <a:gdLst>
              <a:gd name="T0" fmla="*/ 1318 w 1628"/>
              <a:gd name="T1" fmla="*/ 150 h 866"/>
              <a:gd name="T2" fmla="*/ 219 w 1628"/>
              <a:gd name="T3" fmla="*/ 150 h 866"/>
              <a:gd name="T4" fmla="*/ 0 w 1628"/>
              <a:gd name="T5" fmla="*/ 357 h 866"/>
              <a:gd name="T6" fmla="*/ 2 w 1628"/>
              <a:gd name="T7" fmla="*/ 357 h 866"/>
              <a:gd name="T8" fmla="*/ 34 w 1628"/>
              <a:gd name="T9" fmla="*/ 364 h 866"/>
              <a:gd name="T10" fmla="*/ 234 w 1628"/>
              <a:gd name="T11" fmla="*/ 180 h 866"/>
              <a:gd name="T12" fmla="*/ 1303 w 1628"/>
              <a:gd name="T13" fmla="*/ 180 h 866"/>
              <a:gd name="T14" fmla="*/ 1303 w 1628"/>
              <a:gd name="T15" fmla="*/ 686 h 866"/>
              <a:gd name="T16" fmla="*/ 234 w 1628"/>
              <a:gd name="T17" fmla="*/ 686 h 866"/>
              <a:gd name="T18" fmla="*/ 34 w 1628"/>
              <a:gd name="T19" fmla="*/ 502 h 866"/>
              <a:gd name="T20" fmla="*/ 2 w 1628"/>
              <a:gd name="T21" fmla="*/ 509 h 866"/>
              <a:gd name="T22" fmla="*/ 0 w 1628"/>
              <a:gd name="T23" fmla="*/ 509 h 866"/>
              <a:gd name="T24" fmla="*/ 219 w 1628"/>
              <a:gd name="T25" fmla="*/ 716 h 866"/>
              <a:gd name="T26" fmla="*/ 1318 w 1628"/>
              <a:gd name="T27" fmla="*/ 716 h 866"/>
              <a:gd name="T28" fmla="*/ 1318 w 1628"/>
              <a:gd name="T29" fmla="*/ 150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8" h="866">
                <a:moveTo>
                  <a:pt x="1318" y="150"/>
                </a:moveTo>
                <a:cubicBezTo>
                  <a:pt x="1014" y="0"/>
                  <a:pt x="523" y="0"/>
                  <a:pt x="219" y="150"/>
                </a:cubicBezTo>
                <a:cubicBezTo>
                  <a:pt x="102" y="208"/>
                  <a:pt x="29" y="281"/>
                  <a:pt x="0" y="357"/>
                </a:cubicBezTo>
                <a:cubicBezTo>
                  <a:pt x="1" y="357"/>
                  <a:pt x="2" y="357"/>
                  <a:pt x="2" y="357"/>
                </a:cubicBezTo>
                <a:cubicBezTo>
                  <a:pt x="14" y="357"/>
                  <a:pt x="24" y="359"/>
                  <a:pt x="34" y="364"/>
                </a:cubicBezTo>
                <a:cubicBezTo>
                  <a:pt x="61" y="297"/>
                  <a:pt x="128" y="233"/>
                  <a:pt x="234" y="180"/>
                </a:cubicBezTo>
                <a:cubicBezTo>
                  <a:pt x="529" y="35"/>
                  <a:pt x="1008" y="35"/>
                  <a:pt x="1303" y="180"/>
                </a:cubicBezTo>
                <a:cubicBezTo>
                  <a:pt x="1588" y="321"/>
                  <a:pt x="1588" y="545"/>
                  <a:pt x="1303" y="686"/>
                </a:cubicBezTo>
                <a:cubicBezTo>
                  <a:pt x="1008" y="832"/>
                  <a:pt x="529" y="832"/>
                  <a:pt x="234" y="686"/>
                </a:cubicBezTo>
                <a:cubicBezTo>
                  <a:pt x="128" y="633"/>
                  <a:pt x="61" y="569"/>
                  <a:pt x="34" y="502"/>
                </a:cubicBezTo>
                <a:cubicBezTo>
                  <a:pt x="24" y="507"/>
                  <a:pt x="14" y="509"/>
                  <a:pt x="2" y="509"/>
                </a:cubicBezTo>
                <a:cubicBezTo>
                  <a:pt x="2" y="509"/>
                  <a:pt x="1" y="509"/>
                  <a:pt x="0" y="509"/>
                </a:cubicBezTo>
                <a:cubicBezTo>
                  <a:pt x="29" y="586"/>
                  <a:pt x="102" y="658"/>
                  <a:pt x="219" y="716"/>
                </a:cubicBezTo>
                <a:cubicBezTo>
                  <a:pt x="523" y="866"/>
                  <a:pt x="1014" y="866"/>
                  <a:pt x="1318" y="716"/>
                </a:cubicBezTo>
                <a:cubicBezTo>
                  <a:pt x="1628" y="562"/>
                  <a:pt x="1628" y="304"/>
                  <a:pt x="1318" y="150"/>
                </a:cubicBezTo>
                <a:close/>
              </a:path>
            </a:pathLst>
          </a:custGeom>
          <a:solidFill>
            <a:srgbClr val="0076A8"/>
          </a:solidFill>
          <a:ln>
            <a:noFill/>
          </a:ln>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16" name="文本框 337">
            <a:extLst>
              <a:ext uri="{FF2B5EF4-FFF2-40B4-BE49-F238E27FC236}">
                <a16:creationId xmlns:a16="http://schemas.microsoft.com/office/drawing/2014/main" id="{2C1F93CD-E5D8-E946-BC04-EB789263D3AD}"/>
              </a:ext>
            </a:extLst>
          </p:cNvPr>
          <p:cNvSpPr txBox="1"/>
          <p:nvPr/>
        </p:nvSpPr>
        <p:spPr>
          <a:xfrm>
            <a:off x="456604" y="2868885"/>
            <a:ext cx="1325960" cy="1025922"/>
          </a:xfrm>
          <a:prstGeom prst="rect">
            <a:avLst/>
          </a:prstGeom>
          <a:noFill/>
        </p:spPr>
        <p:txBody>
          <a:bodyPr wrap="square" lIns="0" tIns="0" rIns="0" bIns="0" rtlCol="0">
            <a:spAutoFit/>
          </a:bodyPr>
          <a:lstStyle/>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en-US" sz="1000" dirty="0">
              <a:solidFill>
                <a:prstClr val="black"/>
              </a:solidFill>
              <a:latin typeface="Aptos" panose="020B0004020202020204" pitchFamily="34" charset="0"/>
            </a:endParaRPr>
          </a:p>
        </p:txBody>
      </p:sp>
      <p:sp>
        <p:nvSpPr>
          <p:cNvPr id="17" name="文本框 338">
            <a:extLst>
              <a:ext uri="{FF2B5EF4-FFF2-40B4-BE49-F238E27FC236}">
                <a16:creationId xmlns:a16="http://schemas.microsoft.com/office/drawing/2014/main" id="{3C92380F-CD14-0849-A9F8-108A7C9FFCD8}"/>
              </a:ext>
            </a:extLst>
          </p:cNvPr>
          <p:cNvSpPr txBox="1"/>
          <p:nvPr/>
        </p:nvSpPr>
        <p:spPr>
          <a:xfrm>
            <a:off x="7964788" y="4531171"/>
            <a:ext cx="1325960" cy="1025922"/>
          </a:xfrm>
          <a:prstGeom prst="rect">
            <a:avLst/>
          </a:prstGeom>
          <a:noFill/>
        </p:spPr>
        <p:txBody>
          <a:bodyPr wrap="square" lIns="0" tIns="0" rIns="0" bIns="0" rtlCol="0">
            <a:spAutoFit/>
          </a:bodyPr>
          <a:lstStyle/>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en-US" sz="1000" dirty="0">
              <a:solidFill>
                <a:prstClr val="black"/>
              </a:solidFill>
              <a:latin typeface="Aptos" panose="020B0004020202020204" pitchFamily="34" charset="0"/>
            </a:endParaRPr>
          </a:p>
        </p:txBody>
      </p:sp>
      <p:sp>
        <p:nvSpPr>
          <p:cNvPr id="18" name="文本框 339">
            <a:extLst>
              <a:ext uri="{FF2B5EF4-FFF2-40B4-BE49-F238E27FC236}">
                <a16:creationId xmlns:a16="http://schemas.microsoft.com/office/drawing/2014/main" id="{90793AD6-E764-EE4F-A440-D4B6B2C857B2}"/>
              </a:ext>
            </a:extLst>
          </p:cNvPr>
          <p:cNvSpPr txBox="1"/>
          <p:nvPr/>
        </p:nvSpPr>
        <p:spPr>
          <a:xfrm>
            <a:off x="7795601" y="2868885"/>
            <a:ext cx="1325960" cy="1025922"/>
          </a:xfrm>
          <a:prstGeom prst="rect">
            <a:avLst/>
          </a:prstGeom>
          <a:noFill/>
        </p:spPr>
        <p:txBody>
          <a:bodyPr wrap="square" lIns="0" tIns="0" rIns="0" bIns="0" rtlCol="0">
            <a:spAutoFit/>
          </a:bodyPr>
          <a:lstStyle/>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p>
          <a:p>
            <a:pPr marL="165104" indent="-165104" defTabSz="742969">
              <a:spcBef>
                <a:spcPts val="488"/>
              </a:spcBef>
              <a:buSzPct val="100000"/>
              <a:buFont typeface="Arial"/>
              <a:buChar char="•"/>
              <a:defRPr/>
            </a:pPr>
            <a:r>
              <a:rPr lang="en-US" altLang="zh-CN" sz="1000" dirty="0">
                <a:solidFill>
                  <a:prstClr val="black"/>
                </a:solidFill>
                <a:latin typeface="Aptos" panose="020B0004020202020204" pitchFamily="34" charset="0"/>
              </a:rPr>
              <a:t>XXXXX</a:t>
            </a: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zh-CN" altLang="en-US" sz="1000" dirty="0">
              <a:solidFill>
                <a:prstClr val="black"/>
              </a:solidFill>
              <a:latin typeface="Aptos" panose="020B0004020202020204" pitchFamily="34" charset="0"/>
            </a:endParaRPr>
          </a:p>
          <a:p>
            <a:pPr marL="165104" indent="-165104" defTabSz="742969">
              <a:spcBef>
                <a:spcPts val="488"/>
              </a:spcBef>
              <a:buSzPct val="100000"/>
              <a:buFont typeface="Arial"/>
              <a:buChar char="•"/>
              <a:defRPr/>
            </a:pPr>
            <a:endParaRPr lang="en-US" sz="1000" dirty="0">
              <a:solidFill>
                <a:prstClr val="black"/>
              </a:solidFill>
              <a:latin typeface="Aptos" panose="020B0004020202020204" pitchFamily="34" charset="0"/>
            </a:endParaRPr>
          </a:p>
        </p:txBody>
      </p:sp>
      <p:sp>
        <p:nvSpPr>
          <p:cNvPr id="19" name="文本框 340">
            <a:extLst>
              <a:ext uri="{FF2B5EF4-FFF2-40B4-BE49-F238E27FC236}">
                <a16:creationId xmlns:a16="http://schemas.microsoft.com/office/drawing/2014/main" id="{32D2877B-F8C9-A24F-9DCF-E43264AA8E6B}"/>
              </a:ext>
            </a:extLst>
          </p:cNvPr>
          <p:cNvSpPr txBox="1"/>
          <p:nvPr/>
        </p:nvSpPr>
        <p:spPr>
          <a:xfrm>
            <a:off x="4363135" y="3283991"/>
            <a:ext cx="1325960" cy="338554"/>
          </a:xfrm>
          <a:prstGeom prst="rect">
            <a:avLst/>
          </a:prstGeom>
          <a:noFill/>
        </p:spPr>
        <p:txBody>
          <a:bodyPr wrap="square" lIns="0" tIns="0" rIns="0" bIns="0" rtlCol="0">
            <a:spAutoFit/>
          </a:bodyPr>
          <a:lstStyle/>
          <a:p>
            <a:pPr algn="ctr" defTabSz="742969">
              <a:spcBef>
                <a:spcPts val="488"/>
              </a:spcBef>
              <a:buSzPct val="100000"/>
              <a:defRPr/>
            </a:pPr>
            <a:r>
              <a:rPr lang="en-US" altLang="zh-CN" sz="2200" dirty="0">
                <a:solidFill>
                  <a:prstClr val="black"/>
                </a:solidFill>
                <a:latin typeface="Aptos" panose="020B0004020202020204" pitchFamily="34" charset="0"/>
              </a:rPr>
              <a:t>XXXXXXXX</a:t>
            </a:r>
            <a:endParaRPr lang="en-US" sz="2200" dirty="0">
              <a:solidFill>
                <a:prstClr val="black"/>
              </a:solidFill>
              <a:latin typeface="Aptos" panose="020B0004020202020204" pitchFamily="34" charset="0"/>
            </a:endParaRPr>
          </a:p>
        </p:txBody>
      </p:sp>
    </p:spTree>
    <p:extLst>
      <p:ext uri="{BB962C8B-B14F-4D97-AF65-F5344CB8AC3E}">
        <p14:creationId xmlns:p14="http://schemas.microsoft.com/office/powerpoint/2010/main" val="1756145846"/>
      </p:ext>
    </p:extLst>
  </p:cSld>
  <p:clrMapOvr>
    <a:masterClrMapping/>
  </p:clrMapOvr>
  <p:transition>
    <p:fade/>
  </p:transition>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4EC58132-4982-41BD-8B7A-1C5F346C2C1C}"/>
              </a:ext>
            </a:extLst>
          </p:cNvPr>
          <p:cNvGraphicFramePr>
            <a:graphicFrameLocks noChangeAspect="1"/>
          </p:cNvGraphicFramePr>
          <p:nvPr>
            <p:custDataLst>
              <p:tags r:id="rId1"/>
            </p:custDataLst>
          </p:nvPr>
        </p:nvGraphicFramePr>
        <p:xfrm>
          <a:off x="1290" y="644228"/>
          <a:ext cx="1290" cy="1290"/>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4" name="Object 3" hidden="1">
                        <a:extLst>
                          <a:ext uri="{FF2B5EF4-FFF2-40B4-BE49-F238E27FC236}">
                            <a16:creationId xmlns:a16="http://schemas.microsoft.com/office/drawing/2014/main" id="{4EC58132-4982-41BD-8B7A-1C5F346C2C1C}"/>
                          </a:ext>
                        </a:extLst>
                      </p:cNvPr>
                      <p:cNvPicPr/>
                      <p:nvPr/>
                    </p:nvPicPr>
                    <p:blipFill>
                      <a:blip r:embed="rId5"/>
                      <a:stretch>
                        <a:fillRect/>
                      </a:stretch>
                    </p:blipFill>
                    <p:spPr>
                      <a:xfrm>
                        <a:off x="1290" y="644228"/>
                        <a:ext cx="1290" cy="1290"/>
                      </a:xfrm>
                      <a:prstGeom prst="rect">
                        <a:avLst/>
                      </a:prstGeom>
                    </p:spPr>
                  </p:pic>
                </p:oleObj>
              </mc:Fallback>
            </mc:AlternateContent>
          </a:graphicData>
        </a:graphic>
      </p:graphicFrame>
      <p:sp>
        <p:nvSpPr>
          <p:cNvPr id="2" name="Title 1"/>
          <p:cNvSpPr>
            <a:spLocks noGrp="1"/>
          </p:cNvSpPr>
          <p:nvPr>
            <p:ph type="title"/>
          </p:nvPr>
        </p:nvSpPr>
        <p:spPr/>
        <p:txBody>
          <a:bodyPr/>
          <a:lstStyle/>
          <a:p>
            <a:r>
              <a:rPr lang="en-US" dirty="0"/>
              <a:t>Data visualization</a:t>
            </a:r>
          </a:p>
        </p:txBody>
      </p:sp>
      <p:sp>
        <p:nvSpPr>
          <p:cNvPr id="82" name="Rectangle 81"/>
          <p:cNvSpPr/>
          <p:nvPr/>
        </p:nvSpPr>
        <p:spPr>
          <a:xfrm>
            <a:off x="4981789" y="4131188"/>
            <a:ext cx="1995434" cy="1239028"/>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69">
              <a:defRPr/>
            </a:pPr>
            <a:r>
              <a:rPr lang="en-US" sz="3900" dirty="0">
                <a:solidFill>
                  <a:schemeClr val="tx1"/>
                </a:solidFill>
                <a:latin typeface="Aptos" panose="020B0004020202020204" pitchFamily="34" charset="0"/>
                <a:cs typeface="Calibri" panose="020F0502020204030204" pitchFamily="34" charset="0"/>
              </a:rPr>
              <a:t>$xx</a:t>
            </a:r>
          </a:p>
          <a:p>
            <a:pPr lvl="0" algn="ctr">
              <a:defRPr/>
            </a:pPr>
            <a:r>
              <a:rPr lang="en-US" sz="1300" dirty="0">
                <a:solidFill>
                  <a:schemeClr val="tx1"/>
                </a:solidFill>
                <a:latin typeface="Aptos" panose="020B0004020202020204" pitchFamily="34" charset="0"/>
                <a:cs typeface="Calibri" panose="020F0502020204030204" pitchFamily="34" charset="0"/>
              </a:rPr>
              <a:t>Lorem ipsum </a:t>
            </a:r>
          </a:p>
        </p:txBody>
      </p:sp>
      <p:sp>
        <p:nvSpPr>
          <p:cNvPr id="83" name="Rectangle 82"/>
          <p:cNvSpPr/>
          <p:nvPr/>
        </p:nvSpPr>
        <p:spPr>
          <a:xfrm>
            <a:off x="7128477" y="2656166"/>
            <a:ext cx="1995434" cy="1239028"/>
          </a:xfrm>
          <a:prstGeom prst="rect">
            <a:avLst/>
          </a:prstGeom>
          <a:solidFill>
            <a:srgbClr val="C4D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69">
              <a:defRPr/>
            </a:pPr>
            <a:r>
              <a:rPr lang="en-US" sz="3900" dirty="0">
                <a:solidFill>
                  <a:schemeClr val="tx1"/>
                </a:solidFill>
                <a:latin typeface="Aptos" panose="020B0004020202020204" pitchFamily="34" charset="0"/>
                <a:cs typeface="Calibri" panose="020F0502020204030204" pitchFamily="34" charset="0"/>
              </a:rPr>
              <a:t>xx</a:t>
            </a:r>
          </a:p>
          <a:p>
            <a:pPr lvl="0" algn="ctr">
              <a:defRPr/>
            </a:pPr>
            <a:r>
              <a:rPr lang="en-US" sz="1300" dirty="0">
                <a:solidFill>
                  <a:schemeClr val="tx1"/>
                </a:solidFill>
                <a:latin typeface="Aptos" panose="020B0004020202020204" pitchFamily="34" charset="0"/>
                <a:cs typeface="Calibri" panose="020F0502020204030204" pitchFamily="34" charset="0"/>
              </a:rPr>
              <a:t>Lorem ipsum </a:t>
            </a:r>
          </a:p>
        </p:txBody>
      </p:sp>
      <p:sp>
        <p:nvSpPr>
          <p:cNvPr id="84" name="Rectangle 83"/>
          <p:cNvSpPr/>
          <p:nvPr/>
        </p:nvSpPr>
        <p:spPr>
          <a:xfrm>
            <a:off x="4981789" y="2652933"/>
            <a:ext cx="1995434" cy="1239028"/>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69">
              <a:defRPr/>
            </a:pPr>
            <a:r>
              <a:rPr lang="en-US" sz="3900" dirty="0">
                <a:solidFill>
                  <a:schemeClr val="tx1"/>
                </a:solidFill>
                <a:latin typeface="Aptos" panose="020B0004020202020204" pitchFamily="34" charset="0"/>
                <a:cs typeface="Calibri" panose="020F0502020204030204" pitchFamily="34" charset="0"/>
              </a:rPr>
              <a:t>xx%</a:t>
            </a:r>
          </a:p>
          <a:p>
            <a:pPr lvl="0" algn="ctr">
              <a:defRPr/>
            </a:pPr>
            <a:r>
              <a:rPr lang="en-US" sz="1300" dirty="0">
                <a:solidFill>
                  <a:schemeClr val="tx1"/>
                </a:solidFill>
                <a:latin typeface="Aptos" panose="020B0004020202020204" pitchFamily="34" charset="0"/>
                <a:cs typeface="Calibri" panose="020F0502020204030204" pitchFamily="34" charset="0"/>
              </a:rPr>
              <a:t>Lorem ipsum </a:t>
            </a:r>
          </a:p>
        </p:txBody>
      </p:sp>
      <p:sp>
        <p:nvSpPr>
          <p:cNvPr id="85" name="Rectangle 84"/>
          <p:cNvSpPr/>
          <p:nvPr/>
        </p:nvSpPr>
        <p:spPr>
          <a:xfrm>
            <a:off x="7128477" y="4132286"/>
            <a:ext cx="1995434" cy="1239028"/>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42969">
              <a:defRPr/>
            </a:pPr>
            <a:r>
              <a:rPr lang="en-US" sz="3900" dirty="0">
                <a:solidFill>
                  <a:schemeClr val="tx1"/>
                </a:solidFill>
                <a:latin typeface="Aptos" panose="020B0004020202020204" pitchFamily="34" charset="0"/>
                <a:cs typeface="Calibri" panose="020F0502020204030204" pitchFamily="34" charset="0"/>
              </a:rPr>
              <a:t>xx%</a:t>
            </a:r>
          </a:p>
          <a:p>
            <a:pPr lvl="0" algn="ctr">
              <a:defRPr/>
            </a:pPr>
            <a:r>
              <a:rPr lang="en-US" sz="1300" dirty="0">
                <a:solidFill>
                  <a:schemeClr val="tx1"/>
                </a:solidFill>
                <a:latin typeface="Aptos" panose="020B0004020202020204" pitchFamily="34" charset="0"/>
                <a:cs typeface="Calibri" panose="020F0502020204030204" pitchFamily="34" charset="0"/>
              </a:rPr>
              <a:t>Lorem ipsum </a:t>
            </a:r>
          </a:p>
        </p:txBody>
      </p:sp>
      <p:grpSp>
        <p:nvGrpSpPr>
          <p:cNvPr id="86" name="Group 85"/>
          <p:cNvGrpSpPr/>
          <p:nvPr/>
        </p:nvGrpSpPr>
        <p:grpSpPr>
          <a:xfrm>
            <a:off x="4940160" y="2324968"/>
            <a:ext cx="4225378" cy="150041"/>
            <a:chOff x="4978400" y="2206367"/>
            <a:chExt cx="6299200" cy="184666"/>
          </a:xfrm>
        </p:grpSpPr>
        <p:cxnSp>
          <p:nvCxnSpPr>
            <p:cNvPr id="87" name="iBar:392/196"/>
            <p:cNvCxnSpPr/>
            <p:nvPr/>
          </p:nvCxnSpPr>
          <p:spPr>
            <a:xfrm>
              <a:off x="4978400" y="2298700"/>
              <a:ext cx="6299200" cy="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TxtBox:392/196"/>
            <p:cNvSpPr/>
            <p:nvPr/>
          </p:nvSpPr>
          <p:spPr>
            <a:xfrm>
              <a:off x="7418006" y="2206367"/>
              <a:ext cx="1419996" cy="184666"/>
            </a:xfrm>
            <a:prstGeom prst="rect">
              <a:avLst/>
            </a:prstGeom>
            <a:solidFill>
              <a:srgbClr val="FFFFFF"/>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wrap="none" tIns="0" bIns="0" rtlCol="0" anchor="ctr">
              <a:spAutoFit/>
            </a:bodyPr>
            <a:lstStyle/>
            <a:p>
              <a:pPr lvl="0" algn="ctr">
                <a:defRPr/>
              </a:pPr>
              <a:r>
                <a:rPr lang="en-US" sz="975" b="1" dirty="0">
                  <a:solidFill>
                    <a:srgbClr val="000000"/>
                  </a:solidFill>
                  <a:latin typeface="Aptos" panose="020B0004020202020204" pitchFamily="34" charset="0"/>
                  <a:cs typeface="Calibri" panose="020F0502020204030204" pitchFamily="34" charset="0"/>
                </a:rPr>
                <a:t>Lorem ipsum </a:t>
              </a:r>
            </a:p>
          </p:txBody>
        </p:sp>
      </p:grpSp>
      <p:grpSp>
        <p:nvGrpSpPr>
          <p:cNvPr id="89" name="Group 88"/>
          <p:cNvGrpSpPr/>
          <p:nvPr/>
        </p:nvGrpSpPr>
        <p:grpSpPr>
          <a:xfrm>
            <a:off x="742950" y="2324968"/>
            <a:ext cx="4001682" cy="150041"/>
            <a:chOff x="914400" y="2206367"/>
            <a:chExt cx="3898900" cy="184666"/>
          </a:xfrm>
        </p:grpSpPr>
        <p:cxnSp>
          <p:nvCxnSpPr>
            <p:cNvPr id="163" name="iBar:72/196"/>
            <p:cNvCxnSpPr/>
            <p:nvPr/>
          </p:nvCxnSpPr>
          <p:spPr>
            <a:xfrm>
              <a:off x="914400" y="2298700"/>
              <a:ext cx="3898900" cy="0"/>
            </a:xfrm>
            <a:prstGeom prst="line">
              <a:avLst/>
            </a:prstGeom>
            <a:ln w="12700">
              <a:solidFill>
                <a:srgbClr val="002776"/>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7" name="TxtBox:72/196"/>
            <p:cNvSpPr/>
            <p:nvPr/>
          </p:nvSpPr>
          <p:spPr>
            <a:xfrm>
              <a:off x="2399840" y="2206367"/>
              <a:ext cx="928040" cy="184666"/>
            </a:xfrm>
            <a:prstGeom prst="rect">
              <a:avLst/>
            </a:prstGeom>
            <a:solidFill>
              <a:srgbClr val="FFFFFF"/>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wrap="none" tIns="0" bIns="0" rtlCol="0" anchor="ctr">
              <a:spAutoFit/>
            </a:bodyPr>
            <a:lstStyle/>
            <a:p>
              <a:pPr lvl="0" algn="ctr">
                <a:defRPr/>
              </a:pPr>
              <a:r>
                <a:rPr lang="en-US" sz="975" b="1" dirty="0">
                  <a:solidFill>
                    <a:srgbClr val="000000"/>
                  </a:solidFill>
                  <a:latin typeface="Aptos" panose="020B0004020202020204" pitchFamily="34" charset="0"/>
                  <a:cs typeface="Calibri" panose="020F0502020204030204" pitchFamily="34" charset="0"/>
                </a:rPr>
                <a:t>Lorem ipsum </a:t>
              </a:r>
            </a:p>
          </p:txBody>
        </p:sp>
      </p:grpSp>
      <p:sp>
        <p:nvSpPr>
          <p:cNvPr id="168" name="TextBox 167"/>
          <p:cNvSpPr txBox="1"/>
          <p:nvPr/>
        </p:nvSpPr>
        <p:spPr>
          <a:xfrm>
            <a:off x="742950" y="5509333"/>
            <a:ext cx="4001682" cy="192360"/>
          </a:xfrm>
          <a:prstGeom prst="rect">
            <a:avLst/>
          </a:prstGeom>
          <a:noFill/>
        </p:spPr>
        <p:txBody>
          <a:bodyPr wrap="square" rtlCol="0">
            <a:spAutoFit/>
          </a:bodyPr>
          <a:lstStyle/>
          <a:p>
            <a:pPr defTabSz="742969">
              <a:defRPr/>
            </a:pPr>
            <a:r>
              <a:rPr lang="en-US" sz="650" dirty="0">
                <a:solidFill>
                  <a:prstClr val="black"/>
                </a:solidFill>
                <a:latin typeface="Aptos" panose="020B0004020202020204" pitchFamily="34" charset="0"/>
                <a:cs typeface="Calibri" panose="020F0502020204030204" pitchFamily="34" charset="0"/>
              </a:rPr>
              <a:t>*Based on mid-level revenue growth estimates</a:t>
            </a:r>
          </a:p>
        </p:txBody>
      </p:sp>
      <p:graphicFrame>
        <p:nvGraphicFramePr>
          <p:cNvPr id="169" name="Chart 168"/>
          <p:cNvGraphicFramePr/>
          <p:nvPr>
            <p:extLst>
              <p:ext uri="{D42A27DB-BD31-4B8C-83A1-F6EECF244321}">
                <p14:modId xmlns:p14="http://schemas.microsoft.com/office/powerpoint/2010/main" val="759668783"/>
              </p:ext>
            </p:extLst>
          </p:nvPr>
        </p:nvGraphicFramePr>
        <p:xfrm>
          <a:off x="742952" y="2591549"/>
          <a:ext cx="4001683" cy="2881922"/>
        </p:xfrm>
        <a:graphic>
          <a:graphicData uri="http://schemas.openxmlformats.org/drawingml/2006/chart">
            <c:chart xmlns:c="http://schemas.openxmlformats.org/drawingml/2006/chart" xmlns:r="http://schemas.openxmlformats.org/officeDocument/2006/relationships" r:id="rId6"/>
          </a:graphicData>
        </a:graphic>
      </p:graphicFrame>
      <p:cxnSp>
        <p:nvCxnSpPr>
          <p:cNvPr id="170" name="Straight Connector 169"/>
          <p:cNvCxnSpPr/>
          <p:nvPr/>
        </p:nvCxnSpPr>
        <p:spPr>
          <a:xfrm flipV="1">
            <a:off x="1972662" y="3006254"/>
            <a:ext cx="0" cy="159040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71" name="Rounded Rectangle 170"/>
          <p:cNvSpPr/>
          <p:nvPr/>
        </p:nvSpPr>
        <p:spPr>
          <a:xfrm>
            <a:off x="1355247" y="2644789"/>
            <a:ext cx="935090" cy="312552"/>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r">
              <a:defRPr/>
            </a:pPr>
            <a:r>
              <a:rPr lang="en-US" sz="650" dirty="0">
                <a:solidFill>
                  <a:prstClr val="black"/>
                </a:solidFill>
                <a:latin typeface="Aptos" panose="020B0004020202020204" pitchFamily="34" charset="0"/>
                <a:cs typeface="Calibri" panose="020F0502020204030204" pitchFamily="34" charset="0"/>
              </a:rPr>
              <a:t>This is dummy text it is not here to be read. </a:t>
            </a:r>
          </a:p>
        </p:txBody>
      </p:sp>
      <p:cxnSp>
        <p:nvCxnSpPr>
          <p:cNvPr id="172" name="Straight Connector 171"/>
          <p:cNvCxnSpPr/>
          <p:nvPr/>
        </p:nvCxnSpPr>
        <p:spPr>
          <a:xfrm flipV="1">
            <a:off x="2955324" y="3006254"/>
            <a:ext cx="0" cy="159040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73" name="Rounded Rectangle 172"/>
          <p:cNvSpPr/>
          <p:nvPr/>
        </p:nvSpPr>
        <p:spPr>
          <a:xfrm>
            <a:off x="2696572" y="2644789"/>
            <a:ext cx="1330728" cy="312552"/>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650" dirty="0">
                <a:solidFill>
                  <a:prstClr val="black"/>
                </a:solidFill>
                <a:latin typeface="Aptos" panose="020B0004020202020204" pitchFamily="34" charset="0"/>
                <a:cs typeface="Calibri" panose="020F0502020204030204" pitchFamily="34" charset="0"/>
              </a:rPr>
              <a:t>This is dummy text it is not here to be read. The is just text to show where you could insert text</a:t>
            </a:r>
          </a:p>
        </p:txBody>
      </p:sp>
    </p:spTree>
    <p:extLst>
      <p:ext uri="{BB962C8B-B14F-4D97-AF65-F5344CB8AC3E}">
        <p14:creationId xmlns:p14="http://schemas.microsoft.com/office/powerpoint/2010/main" val="3882100644"/>
      </p:ext>
    </p:extLst>
  </p:cSld>
  <p:clrMapOvr>
    <a:masterClrMapping/>
  </p:clrMapOvr>
  <p:transition>
    <p:fade/>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39AD2270-E335-4B25-9479-9641996328B0}"/>
              </a:ext>
            </a:extLst>
          </p:cNvPr>
          <p:cNvGraphicFramePr>
            <a:graphicFrameLocks noChangeAspect="1"/>
          </p:cNvGraphicFramePr>
          <p:nvPr>
            <p:custDataLst>
              <p:tags r:id="rId1"/>
            </p:custDataLst>
          </p:nvPr>
        </p:nvGraphicFramePr>
        <p:xfrm>
          <a:off x="1290" y="644228"/>
          <a:ext cx="1290" cy="1290"/>
        </p:xfrm>
        <a:graphic>
          <a:graphicData uri="http://schemas.openxmlformats.org/presentationml/2006/ole">
            <mc:AlternateContent xmlns:mc="http://schemas.openxmlformats.org/markup-compatibility/2006">
              <mc:Choice xmlns:v="urn:schemas-microsoft-com:vml" Requires="v">
                <p:oleObj name="think-cell Slide" r:id="rId5" imgW="415" imgH="416" progId="TCLayout.ActiveDocument.1">
                  <p:embed/>
                </p:oleObj>
              </mc:Choice>
              <mc:Fallback>
                <p:oleObj name="think-cell Slide" r:id="rId5" imgW="415" imgH="416" progId="TCLayout.ActiveDocument.1">
                  <p:embed/>
                  <p:pic>
                    <p:nvPicPr>
                      <p:cNvPr id="4" name="Object 3" hidden="1">
                        <a:extLst>
                          <a:ext uri="{FF2B5EF4-FFF2-40B4-BE49-F238E27FC236}">
                            <a16:creationId xmlns:a16="http://schemas.microsoft.com/office/drawing/2014/main" id="{39AD2270-E335-4B25-9479-9641996328B0}"/>
                          </a:ext>
                        </a:extLst>
                      </p:cNvPr>
                      <p:cNvPicPr/>
                      <p:nvPr/>
                    </p:nvPicPr>
                    <p:blipFill>
                      <a:blip r:embed="rId6"/>
                      <a:stretch>
                        <a:fillRect/>
                      </a:stretch>
                    </p:blipFill>
                    <p:spPr>
                      <a:xfrm>
                        <a:off x="1290" y="644228"/>
                        <a:ext cx="1290" cy="1290"/>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D0CF5878-E500-4DEF-AB4F-0DA9187B5E21}"/>
              </a:ext>
            </a:extLst>
          </p:cNvPr>
          <p:cNvSpPr/>
          <p:nvPr>
            <p:custDataLst>
              <p:tags r:id="rId2"/>
            </p:custDataLst>
          </p:nvPr>
        </p:nvSpPr>
        <p:spPr>
          <a:xfrm>
            <a:off x="0" y="642938"/>
            <a:ext cx="128984" cy="1289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gn="ctr" defTabSz="742969">
              <a:lnSpc>
                <a:spcPct val="80000"/>
              </a:lnSpc>
              <a:spcBef>
                <a:spcPct val="0"/>
              </a:spcBef>
              <a:spcAft>
                <a:spcPct val="0"/>
              </a:spcAft>
              <a:defRPr/>
            </a:pPr>
            <a:endParaRPr lang="en-US" sz="2925" b="1" dirty="0">
              <a:solidFill>
                <a:prstClr val="white"/>
              </a:solidFill>
              <a:latin typeface="Chronicle Display Black" pitchFamily="50" charset="0"/>
              <a:sym typeface="Chronicle Display Black" pitchFamily="50" charset="0"/>
            </a:endParaRPr>
          </a:p>
        </p:txBody>
      </p:sp>
      <p:sp>
        <p:nvSpPr>
          <p:cNvPr id="2" name="Title 1">
            <a:extLst>
              <a:ext uri="{FF2B5EF4-FFF2-40B4-BE49-F238E27FC236}">
                <a16:creationId xmlns:a16="http://schemas.microsoft.com/office/drawing/2014/main" id="{8B22F353-239C-4F9C-9C2B-0006F1686AE6}"/>
              </a:ext>
            </a:extLst>
          </p:cNvPr>
          <p:cNvSpPr>
            <a:spLocks noGrp="1"/>
          </p:cNvSpPr>
          <p:nvPr>
            <p:ph type="title"/>
          </p:nvPr>
        </p:nvSpPr>
        <p:spPr/>
        <p:txBody>
          <a:bodyPr/>
          <a:lstStyle/>
          <a:p>
            <a:r>
              <a:rPr lang="en-US" dirty="0"/>
              <a:t>Data visualization</a:t>
            </a:r>
          </a:p>
        </p:txBody>
      </p:sp>
      <p:sp>
        <p:nvSpPr>
          <p:cNvPr id="71" name="Rectangle 70">
            <a:extLst>
              <a:ext uri="{FF2B5EF4-FFF2-40B4-BE49-F238E27FC236}">
                <a16:creationId xmlns:a16="http://schemas.microsoft.com/office/drawing/2014/main" id="{91179820-E7F2-4C85-A213-45371D280723}"/>
              </a:ext>
            </a:extLst>
          </p:cNvPr>
          <p:cNvSpPr/>
          <p:nvPr/>
        </p:nvSpPr>
        <p:spPr bwMode="gray">
          <a:xfrm>
            <a:off x="381001" y="2039943"/>
            <a:ext cx="9144000" cy="1985409"/>
          </a:xfrm>
          <a:prstGeom prst="rect">
            <a:avLst/>
          </a:prstGeom>
          <a:solidFill>
            <a:srgbClr val="F2F2F2"/>
          </a:solidFill>
          <a:ln w="19050" algn="ctr">
            <a:noFill/>
            <a:miter lim="800000"/>
            <a:headEnd/>
            <a:tailEnd/>
          </a:ln>
        </p:spPr>
        <p:txBody>
          <a:bodyPr wrap="square" lIns="53059" tIns="53059" rIns="53059" bIns="53059" rtlCol="0" anchor="ctr"/>
          <a:lstStyle/>
          <a:p>
            <a:pPr algn="ctr" defTabSz="545785" fontAlgn="base">
              <a:lnSpc>
                <a:spcPct val="106000"/>
              </a:lnSpc>
              <a:spcBef>
                <a:spcPct val="0"/>
              </a:spcBef>
              <a:spcAft>
                <a:spcPct val="0"/>
              </a:spcAft>
              <a:defRPr/>
            </a:pPr>
            <a:endParaRPr lang="en-US" sz="955" b="1" dirty="0">
              <a:solidFill>
                <a:prstClr val="white"/>
              </a:solidFill>
              <a:latin typeface="Gotham Book" charset="0"/>
              <a:ea typeface="ヒラギノ角ゴ ProN W3" charset="0"/>
              <a:sym typeface="Gotham Book" charset="0"/>
            </a:endParaRPr>
          </a:p>
        </p:txBody>
      </p:sp>
      <p:sp>
        <p:nvSpPr>
          <p:cNvPr id="72" name="AutoShape 12">
            <a:extLst>
              <a:ext uri="{FF2B5EF4-FFF2-40B4-BE49-F238E27FC236}">
                <a16:creationId xmlns:a16="http://schemas.microsoft.com/office/drawing/2014/main" id="{1EB6104C-9D38-4057-8FE4-F2D4DC3C1DD0}"/>
              </a:ext>
            </a:extLst>
          </p:cNvPr>
          <p:cNvSpPr>
            <a:spLocks noChangeArrowheads="1"/>
          </p:cNvSpPr>
          <p:nvPr/>
        </p:nvSpPr>
        <p:spPr bwMode="auto">
          <a:xfrm rot="5400000">
            <a:off x="3615038" y="-1131025"/>
            <a:ext cx="2678972" cy="9147048"/>
          </a:xfrm>
          <a:prstGeom prst="homePlate">
            <a:avLst>
              <a:gd name="adj" fmla="val 100000"/>
            </a:avLst>
          </a:prstGeom>
          <a:solidFill>
            <a:srgbClr val="F2F2F2"/>
          </a:solidFill>
          <a:ln w="6350" algn="ctr">
            <a:noFill/>
            <a:miter lim="800000"/>
            <a:headEnd/>
            <a:tailEnd/>
          </a:ln>
        </p:spPr>
        <p:txBody>
          <a:bodyPr wrap="square" lIns="53059" tIns="53059" rIns="53059" bIns="53059" anchor="ctr"/>
          <a:lstStyle/>
          <a:p>
            <a:pPr algn="ctr" defTabSz="545785" fontAlgn="base">
              <a:spcBef>
                <a:spcPct val="0"/>
              </a:spcBef>
              <a:spcAft>
                <a:spcPct val="0"/>
              </a:spcAft>
              <a:defRPr/>
            </a:pPr>
            <a:endParaRPr lang="en-US" sz="835" dirty="0">
              <a:solidFill>
                <a:srgbClr val="343434"/>
              </a:solidFill>
              <a:latin typeface="Gotham Book" charset="0"/>
              <a:ea typeface="ヒラギノ角ゴ ProN W3" charset="0"/>
              <a:sym typeface="Gotham Book" charset="0"/>
            </a:endParaRPr>
          </a:p>
        </p:txBody>
      </p:sp>
      <p:grpSp>
        <p:nvGrpSpPr>
          <p:cNvPr id="74" name="Group 749">
            <a:extLst>
              <a:ext uri="{FF2B5EF4-FFF2-40B4-BE49-F238E27FC236}">
                <a16:creationId xmlns:a16="http://schemas.microsoft.com/office/drawing/2014/main" id="{8CD1C25B-CED0-4975-9637-63F92AE17077}"/>
              </a:ext>
            </a:extLst>
          </p:cNvPr>
          <p:cNvGrpSpPr>
            <a:grpSpLocks noChangeAspect="1"/>
          </p:cNvGrpSpPr>
          <p:nvPr/>
        </p:nvGrpSpPr>
        <p:grpSpPr bwMode="auto">
          <a:xfrm>
            <a:off x="1088717" y="2077523"/>
            <a:ext cx="803106" cy="803106"/>
            <a:chOff x="3520" y="2686"/>
            <a:chExt cx="340" cy="340"/>
          </a:xfrm>
          <a:solidFill>
            <a:sysClr val="windowText" lastClr="000000"/>
          </a:solidFill>
        </p:grpSpPr>
        <p:sp>
          <p:nvSpPr>
            <p:cNvPr id="77" name="Freeform 750">
              <a:extLst>
                <a:ext uri="{FF2B5EF4-FFF2-40B4-BE49-F238E27FC236}">
                  <a16:creationId xmlns:a16="http://schemas.microsoft.com/office/drawing/2014/main" id="{8B497147-BF6B-46D9-8B59-81D731B43BE7}"/>
                </a:ext>
              </a:extLst>
            </p:cNvPr>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9626" tIns="34813" rIns="69626" bIns="34813" numCol="1" anchor="t" anchorCtr="0" compatLnSpc="1">
              <a:prstTxWarp prst="textNoShape">
                <a:avLst/>
              </a:prstTxWarp>
            </a:bodyPr>
            <a:lstStyle/>
            <a:p>
              <a:pPr defTabSz="928393">
                <a:defRPr/>
              </a:pPr>
              <a:endParaRPr lang="en-GB" sz="1827" kern="0">
                <a:solidFill>
                  <a:prstClr val="black"/>
                </a:solidFill>
                <a:latin typeface="Calibri Light"/>
                <a:ea typeface="ヒラギノ角ゴ ProN W3" charset="0"/>
                <a:sym typeface="Gotham Book" charset="0"/>
              </a:endParaRPr>
            </a:p>
          </p:txBody>
        </p:sp>
        <p:sp>
          <p:nvSpPr>
            <p:cNvPr id="78" name="Freeform 751">
              <a:extLst>
                <a:ext uri="{FF2B5EF4-FFF2-40B4-BE49-F238E27FC236}">
                  <a16:creationId xmlns:a16="http://schemas.microsoft.com/office/drawing/2014/main" id="{7C61C07E-1B71-4F33-A57F-E4CE193FDC9E}"/>
                </a:ext>
              </a:extLst>
            </p:cNvPr>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9626" tIns="34813" rIns="69626" bIns="34813" numCol="1" anchor="t" anchorCtr="0" compatLnSpc="1">
              <a:prstTxWarp prst="textNoShape">
                <a:avLst/>
              </a:prstTxWarp>
            </a:bodyPr>
            <a:lstStyle/>
            <a:p>
              <a:pPr defTabSz="928393">
                <a:defRPr/>
              </a:pPr>
              <a:endParaRPr lang="en-GB" sz="1827" kern="0">
                <a:solidFill>
                  <a:prstClr val="black"/>
                </a:solidFill>
                <a:latin typeface="Calibri Light"/>
                <a:ea typeface="ヒラギノ角ゴ ProN W3" charset="0"/>
                <a:sym typeface="Gotham Book" charset="0"/>
              </a:endParaRPr>
            </a:p>
          </p:txBody>
        </p:sp>
        <p:sp>
          <p:nvSpPr>
            <p:cNvPr id="79" name="Freeform 752">
              <a:extLst>
                <a:ext uri="{FF2B5EF4-FFF2-40B4-BE49-F238E27FC236}">
                  <a16:creationId xmlns:a16="http://schemas.microsoft.com/office/drawing/2014/main" id="{05096D6C-EC48-4F2B-B5B9-25D5B9065927}"/>
                </a:ext>
              </a:extLst>
            </p:cNvPr>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9626" tIns="34813" rIns="69626" bIns="34813" numCol="1" anchor="t" anchorCtr="0" compatLnSpc="1">
              <a:prstTxWarp prst="textNoShape">
                <a:avLst/>
              </a:prstTxWarp>
            </a:bodyPr>
            <a:lstStyle/>
            <a:p>
              <a:pPr defTabSz="928393">
                <a:defRPr/>
              </a:pPr>
              <a:endParaRPr lang="en-GB" sz="1827" kern="0">
                <a:solidFill>
                  <a:prstClr val="black"/>
                </a:solidFill>
                <a:latin typeface="Calibri Light"/>
                <a:ea typeface="ヒラギノ角ゴ ProN W3" charset="0"/>
                <a:sym typeface="Gotham Book" charset="0"/>
              </a:endParaRPr>
            </a:p>
          </p:txBody>
        </p:sp>
      </p:grpSp>
      <p:sp>
        <p:nvSpPr>
          <p:cNvPr id="75" name="TextBox 74">
            <a:extLst>
              <a:ext uri="{FF2B5EF4-FFF2-40B4-BE49-F238E27FC236}">
                <a16:creationId xmlns:a16="http://schemas.microsoft.com/office/drawing/2014/main" id="{41B2F016-3973-4880-B91C-7978ADE650BD}"/>
              </a:ext>
            </a:extLst>
          </p:cNvPr>
          <p:cNvSpPr txBox="1"/>
          <p:nvPr/>
        </p:nvSpPr>
        <p:spPr>
          <a:xfrm>
            <a:off x="421305" y="3014019"/>
            <a:ext cx="2034688" cy="220381"/>
          </a:xfrm>
          <a:prstGeom prst="rect">
            <a:avLst/>
          </a:prstGeom>
          <a:noFill/>
        </p:spPr>
        <p:txBody>
          <a:bodyPr wrap="square" lIns="0" tIns="0" rIns="0" bIns="0" rtlCol="0">
            <a:spAutoFit/>
          </a:bodyPr>
          <a:lstStyle/>
          <a:p>
            <a:pPr algn="ctr" defTabSz="928393">
              <a:spcBef>
                <a:spcPts val="457"/>
              </a:spcBef>
              <a:buSzPct val="100000"/>
              <a:defRPr/>
            </a:pPr>
            <a:r>
              <a:rPr lang="en-US" sz="1400" b="1" kern="0" dirty="0">
                <a:solidFill>
                  <a:srgbClr val="007CB0"/>
                </a:solidFill>
                <a:latin typeface="Aptos" panose="020B0004020202020204" pitchFamily="34" charset="0"/>
                <a:ea typeface="ヒラギノ角ゴ ProN W3" charset="0"/>
                <a:sym typeface="Gotham Book" charset="0"/>
              </a:rPr>
              <a:t>XXX</a:t>
            </a:r>
          </a:p>
        </p:txBody>
      </p:sp>
      <p:sp>
        <p:nvSpPr>
          <p:cNvPr id="76" name="TextBox 75">
            <a:extLst>
              <a:ext uri="{FF2B5EF4-FFF2-40B4-BE49-F238E27FC236}">
                <a16:creationId xmlns:a16="http://schemas.microsoft.com/office/drawing/2014/main" id="{A809F52B-2AFC-44A7-9F41-0321DC1795CC}"/>
              </a:ext>
            </a:extLst>
          </p:cNvPr>
          <p:cNvSpPr txBox="1"/>
          <p:nvPr/>
        </p:nvSpPr>
        <p:spPr>
          <a:xfrm>
            <a:off x="524545" y="3297461"/>
            <a:ext cx="1931447" cy="492058"/>
          </a:xfrm>
          <a:prstGeom prst="rect">
            <a:avLst/>
          </a:prstGeom>
          <a:noFill/>
        </p:spPr>
        <p:txBody>
          <a:bodyPr wrap="square" lIns="0" tIns="0" rIns="0" bIns="0" rtlCol="0">
            <a:spAutoFit/>
          </a:bodyPr>
          <a:lstStyle/>
          <a:p>
            <a:pPr algn="ctr" defTabSz="928393">
              <a:spcBef>
                <a:spcPts val="457"/>
              </a:spcBef>
              <a:buSzPct val="100000"/>
              <a:defRPr/>
            </a:pPr>
            <a:r>
              <a:rPr lang="en-US" sz="1066" i="1" kern="0" dirty="0">
                <a:latin typeface="Aptos" panose="020B0004020202020204" pitchFamily="34" charset="0"/>
                <a:ea typeface="ヒラギノ角ゴ ProN W3" charset="0"/>
                <a:sym typeface="Gotham Book" charset="0"/>
              </a:rPr>
              <a:t>This is dummy text it is not here to be read. The is just text to show where you could insert text</a:t>
            </a:r>
          </a:p>
        </p:txBody>
      </p:sp>
      <p:grpSp>
        <p:nvGrpSpPr>
          <p:cNvPr id="81" name="Group 40">
            <a:extLst>
              <a:ext uri="{FF2B5EF4-FFF2-40B4-BE49-F238E27FC236}">
                <a16:creationId xmlns:a16="http://schemas.microsoft.com/office/drawing/2014/main" id="{447C701D-43AB-466B-95EE-D636A283FA8C}"/>
              </a:ext>
            </a:extLst>
          </p:cNvPr>
          <p:cNvGrpSpPr>
            <a:grpSpLocks noChangeAspect="1"/>
          </p:cNvGrpSpPr>
          <p:nvPr/>
        </p:nvGrpSpPr>
        <p:grpSpPr bwMode="auto">
          <a:xfrm>
            <a:off x="3379562" y="2080835"/>
            <a:ext cx="799794" cy="799794"/>
            <a:chOff x="880" y="418"/>
            <a:chExt cx="3635" cy="3635"/>
          </a:xfrm>
          <a:solidFill>
            <a:sysClr val="windowText" lastClr="000000"/>
          </a:solidFill>
        </p:grpSpPr>
        <p:sp>
          <p:nvSpPr>
            <p:cNvPr id="84" name="Freeform 41">
              <a:extLst>
                <a:ext uri="{FF2B5EF4-FFF2-40B4-BE49-F238E27FC236}">
                  <a16:creationId xmlns:a16="http://schemas.microsoft.com/office/drawing/2014/main" id="{1465FBB6-46E4-4EBC-BD3A-16FB8B9E4B61}"/>
                </a:ext>
              </a:extLst>
            </p:cNvPr>
            <p:cNvSpPr>
              <a:spLocks noEditPoints="1"/>
            </p:cNvSpPr>
            <p:nvPr/>
          </p:nvSpPr>
          <p:spPr bwMode="auto">
            <a:xfrm>
              <a:off x="880" y="418"/>
              <a:ext cx="3635" cy="363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9626" tIns="34813" rIns="69626" bIns="34813" numCol="1" anchor="t" anchorCtr="0" compatLnSpc="1">
              <a:prstTxWarp prst="textNoShape">
                <a:avLst/>
              </a:prstTxWarp>
            </a:bodyPr>
            <a:lstStyle/>
            <a:p>
              <a:pPr defTabSz="928393">
                <a:defRPr/>
              </a:pPr>
              <a:endParaRPr lang="en-GB" sz="1827" kern="0">
                <a:solidFill>
                  <a:prstClr val="black"/>
                </a:solidFill>
                <a:latin typeface="Calibri Light"/>
                <a:ea typeface="ヒラギノ角ゴ ProN W3" charset="0"/>
                <a:sym typeface="Gotham Book" charset="0"/>
              </a:endParaRPr>
            </a:p>
          </p:txBody>
        </p:sp>
        <p:sp>
          <p:nvSpPr>
            <p:cNvPr id="85" name="Freeform 42">
              <a:extLst>
                <a:ext uri="{FF2B5EF4-FFF2-40B4-BE49-F238E27FC236}">
                  <a16:creationId xmlns:a16="http://schemas.microsoft.com/office/drawing/2014/main" id="{6D61BC63-BEBE-4777-B5F1-599928EF483F}"/>
                </a:ext>
              </a:extLst>
            </p:cNvPr>
            <p:cNvSpPr>
              <a:spLocks noEditPoints="1"/>
            </p:cNvSpPr>
            <p:nvPr/>
          </p:nvSpPr>
          <p:spPr bwMode="auto">
            <a:xfrm>
              <a:off x="1753" y="1270"/>
              <a:ext cx="1889" cy="2023"/>
            </a:xfrm>
            <a:custGeom>
              <a:avLst/>
              <a:gdLst>
                <a:gd name="T0" fmla="*/ 250 w 266"/>
                <a:gd name="T1" fmla="*/ 146 h 285"/>
                <a:gd name="T2" fmla="*/ 133 w 266"/>
                <a:gd name="T3" fmla="*/ 29 h 285"/>
                <a:gd name="T4" fmla="*/ 15 w 266"/>
                <a:gd name="T5" fmla="*/ 146 h 285"/>
                <a:gd name="T6" fmla="*/ 55 w 266"/>
                <a:gd name="T7" fmla="*/ 234 h 285"/>
                <a:gd name="T8" fmla="*/ 38 w 266"/>
                <a:gd name="T9" fmla="*/ 270 h 285"/>
                <a:gd name="T10" fmla="*/ 43 w 266"/>
                <a:gd name="T11" fmla="*/ 284 h 285"/>
                <a:gd name="T12" fmla="*/ 47 w 266"/>
                <a:gd name="T13" fmla="*/ 285 h 285"/>
                <a:gd name="T14" fmla="*/ 57 w 266"/>
                <a:gd name="T15" fmla="*/ 279 h 285"/>
                <a:gd name="T16" fmla="*/ 73 w 266"/>
                <a:gd name="T17" fmla="*/ 247 h 285"/>
                <a:gd name="T18" fmla="*/ 133 w 266"/>
                <a:gd name="T19" fmla="*/ 264 h 285"/>
                <a:gd name="T20" fmla="*/ 192 w 266"/>
                <a:gd name="T21" fmla="*/ 247 h 285"/>
                <a:gd name="T22" fmla="*/ 208 w 266"/>
                <a:gd name="T23" fmla="*/ 279 h 285"/>
                <a:gd name="T24" fmla="*/ 218 w 266"/>
                <a:gd name="T25" fmla="*/ 285 h 285"/>
                <a:gd name="T26" fmla="*/ 223 w 266"/>
                <a:gd name="T27" fmla="*/ 284 h 285"/>
                <a:gd name="T28" fmla="*/ 228 w 266"/>
                <a:gd name="T29" fmla="*/ 270 h 285"/>
                <a:gd name="T30" fmla="*/ 210 w 266"/>
                <a:gd name="T31" fmla="*/ 234 h 285"/>
                <a:gd name="T32" fmla="*/ 250 w 266"/>
                <a:gd name="T33" fmla="*/ 146 h 285"/>
                <a:gd name="T34" fmla="*/ 37 w 266"/>
                <a:gd name="T35" fmla="*/ 146 h 285"/>
                <a:gd name="T36" fmla="*/ 133 w 266"/>
                <a:gd name="T37" fmla="*/ 50 h 285"/>
                <a:gd name="T38" fmla="*/ 229 w 266"/>
                <a:gd name="T39" fmla="*/ 146 h 285"/>
                <a:gd name="T40" fmla="*/ 133 w 266"/>
                <a:gd name="T41" fmla="*/ 242 h 285"/>
                <a:gd name="T42" fmla="*/ 37 w 266"/>
                <a:gd name="T43" fmla="*/ 146 h 285"/>
                <a:gd name="T44" fmla="*/ 162 w 266"/>
                <a:gd name="T45" fmla="*/ 128 h 285"/>
                <a:gd name="T46" fmla="*/ 161 w 266"/>
                <a:gd name="T47" fmla="*/ 143 h 285"/>
                <a:gd name="T48" fmla="*/ 140 w 266"/>
                <a:gd name="T49" fmla="*/ 164 h 285"/>
                <a:gd name="T50" fmla="*/ 140 w 266"/>
                <a:gd name="T51" fmla="*/ 164 h 285"/>
                <a:gd name="T52" fmla="*/ 133 w 266"/>
                <a:gd name="T53" fmla="*/ 167 h 285"/>
                <a:gd name="T54" fmla="*/ 125 w 266"/>
                <a:gd name="T55" fmla="*/ 164 h 285"/>
                <a:gd name="T56" fmla="*/ 83 w 266"/>
                <a:gd name="T57" fmla="*/ 122 h 285"/>
                <a:gd name="T58" fmla="*/ 82 w 266"/>
                <a:gd name="T59" fmla="*/ 107 h 285"/>
                <a:gd name="T60" fmla="*/ 97 w 266"/>
                <a:gd name="T61" fmla="*/ 107 h 285"/>
                <a:gd name="T62" fmla="*/ 133 w 266"/>
                <a:gd name="T63" fmla="*/ 141 h 285"/>
                <a:gd name="T64" fmla="*/ 147 w 266"/>
                <a:gd name="T65" fmla="*/ 128 h 285"/>
                <a:gd name="T66" fmla="*/ 162 w 266"/>
                <a:gd name="T67" fmla="*/ 128 h 285"/>
                <a:gd name="T68" fmla="*/ 16 w 266"/>
                <a:gd name="T69" fmla="*/ 82 h 285"/>
                <a:gd name="T70" fmla="*/ 8 w 266"/>
                <a:gd name="T71" fmla="*/ 79 h 285"/>
                <a:gd name="T72" fmla="*/ 0 w 266"/>
                <a:gd name="T73" fmla="*/ 58 h 285"/>
                <a:gd name="T74" fmla="*/ 8 w 266"/>
                <a:gd name="T75" fmla="*/ 38 h 285"/>
                <a:gd name="T76" fmla="*/ 35 w 266"/>
                <a:gd name="T77" fmla="*/ 11 h 285"/>
                <a:gd name="T78" fmla="*/ 76 w 266"/>
                <a:gd name="T79" fmla="*/ 11 h 285"/>
                <a:gd name="T80" fmla="*/ 76 w 266"/>
                <a:gd name="T81" fmla="*/ 26 h 285"/>
                <a:gd name="T82" fmla="*/ 61 w 266"/>
                <a:gd name="T83" fmla="*/ 26 h 285"/>
                <a:gd name="T84" fmla="*/ 50 w 266"/>
                <a:gd name="T85" fmla="*/ 26 h 285"/>
                <a:gd name="T86" fmla="*/ 23 w 266"/>
                <a:gd name="T87" fmla="*/ 53 h 285"/>
                <a:gd name="T88" fmla="*/ 21 w 266"/>
                <a:gd name="T89" fmla="*/ 58 h 285"/>
                <a:gd name="T90" fmla="*/ 23 w 266"/>
                <a:gd name="T91" fmla="*/ 64 h 285"/>
                <a:gd name="T92" fmla="*/ 23 w 266"/>
                <a:gd name="T93" fmla="*/ 79 h 285"/>
                <a:gd name="T94" fmla="*/ 16 w 266"/>
                <a:gd name="T95" fmla="*/ 82 h 285"/>
                <a:gd name="T96" fmla="*/ 266 w 266"/>
                <a:gd name="T97" fmla="*/ 58 h 285"/>
                <a:gd name="T98" fmla="*/ 257 w 266"/>
                <a:gd name="T99" fmla="*/ 79 h 285"/>
                <a:gd name="T100" fmla="*/ 249 w 266"/>
                <a:gd name="T101" fmla="*/ 82 h 285"/>
                <a:gd name="T102" fmla="*/ 242 w 266"/>
                <a:gd name="T103" fmla="*/ 79 h 285"/>
                <a:gd name="T104" fmla="*/ 242 w 266"/>
                <a:gd name="T105" fmla="*/ 64 h 285"/>
                <a:gd name="T106" fmla="*/ 244 w 266"/>
                <a:gd name="T107" fmla="*/ 58 h 285"/>
                <a:gd name="T108" fmla="*/ 242 w 266"/>
                <a:gd name="T109" fmla="*/ 53 h 285"/>
                <a:gd name="T110" fmla="*/ 216 w 266"/>
                <a:gd name="T111" fmla="*/ 26 h 285"/>
                <a:gd name="T112" fmla="*/ 204 w 266"/>
                <a:gd name="T113" fmla="*/ 26 h 285"/>
                <a:gd name="T114" fmla="*/ 189 w 266"/>
                <a:gd name="T115" fmla="*/ 26 h 285"/>
                <a:gd name="T116" fmla="*/ 189 w 266"/>
                <a:gd name="T117" fmla="*/ 11 h 285"/>
                <a:gd name="T118" fmla="*/ 231 w 266"/>
                <a:gd name="T119" fmla="*/ 11 h 285"/>
                <a:gd name="T120" fmla="*/ 257 w 266"/>
                <a:gd name="T121" fmla="*/ 38 h 285"/>
                <a:gd name="T122" fmla="*/ 266 w 266"/>
                <a:gd name="T123" fmla="*/ 58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6" h="285">
                  <a:moveTo>
                    <a:pt x="250" y="146"/>
                  </a:moveTo>
                  <a:cubicBezTo>
                    <a:pt x="250" y="82"/>
                    <a:pt x="197" y="29"/>
                    <a:pt x="133" y="29"/>
                  </a:cubicBezTo>
                  <a:cubicBezTo>
                    <a:pt x="68" y="29"/>
                    <a:pt x="15" y="82"/>
                    <a:pt x="15" y="146"/>
                  </a:cubicBezTo>
                  <a:cubicBezTo>
                    <a:pt x="15" y="181"/>
                    <a:pt x="31" y="213"/>
                    <a:pt x="55" y="234"/>
                  </a:cubicBezTo>
                  <a:cubicBezTo>
                    <a:pt x="38" y="270"/>
                    <a:pt x="38" y="270"/>
                    <a:pt x="38" y="270"/>
                  </a:cubicBezTo>
                  <a:cubicBezTo>
                    <a:pt x="35" y="275"/>
                    <a:pt x="37" y="281"/>
                    <a:pt x="43" y="284"/>
                  </a:cubicBezTo>
                  <a:cubicBezTo>
                    <a:pt x="44" y="285"/>
                    <a:pt x="46" y="285"/>
                    <a:pt x="47" y="285"/>
                  </a:cubicBezTo>
                  <a:cubicBezTo>
                    <a:pt x="51" y="285"/>
                    <a:pt x="55" y="283"/>
                    <a:pt x="57" y="279"/>
                  </a:cubicBezTo>
                  <a:cubicBezTo>
                    <a:pt x="73" y="247"/>
                    <a:pt x="73" y="247"/>
                    <a:pt x="73" y="247"/>
                  </a:cubicBezTo>
                  <a:cubicBezTo>
                    <a:pt x="90" y="258"/>
                    <a:pt x="111" y="264"/>
                    <a:pt x="133" y="264"/>
                  </a:cubicBezTo>
                  <a:cubicBezTo>
                    <a:pt x="155" y="264"/>
                    <a:pt x="175" y="258"/>
                    <a:pt x="192" y="247"/>
                  </a:cubicBezTo>
                  <a:cubicBezTo>
                    <a:pt x="208" y="279"/>
                    <a:pt x="208" y="279"/>
                    <a:pt x="208" y="279"/>
                  </a:cubicBezTo>
                  <a:cubicBezTo>
                    <a:pt x="210" y="283"/>
                    <a:pt x="214" y="285"/>
                    <a:pt x="218" y="285"/>
                  </a:cubicBezTo>
                  <a:cubicBezTo>
                    <a:pt x="220" y="285"/>
                    <a:pt x="221" y="285"/>
                    <a:pt x="223" y="284"/>
                  </a:cubicBezTo>
                  <a:cubicBezTo>
                    <a:pt x="228" y="281"/>
                    <a:pt x="230" y="275"/>
                    <a:pt x="228" y="270"/>
                  </a:cubicBezTo>
                  <a:cubicBezTo>
                    <a:pt x="210" y="234"/>
                    <a:pt x="210" y="234"/>
                    <a:pt x="210" y="234"/>
                  </a:cubicBezTo>
                  <a:cubicBezTo>
                    <a:pt x="234" y="213"/>
                    <a:pt x="250" y="181"/>
                    <a:pt x="250" y="146"/>
                  </a:cubicBezTo>
                  <a:close/>
                  <a:moveTo>
                    <a:pt x="37" y="146"/>
                  </a:moveTo>
                  <a:cubicBezTo>
                    <a:pt x="37" y="93"/>
                    <a:pt x="80" y="50"/>
                    <a:pt x="133" y="50"/>
                  </a:cubicBezTo>
                  <a:cubicBezTo>
                    <a:pt x="186" y="50"/>
                    <a:pt x="229" y="93"/>
                    <a:pt x="229" y="146"/>
                  </a:cubicBezTo>
                  <a:cubicBezTo>
                    <a:pt x="229" y="199"/>
                    <a:pt x="186" y="242"/>
                    <a:pt x="133" y="242"/>
                  </a:cubicBezTo>
                  <a:cubicBezTo>
                    <a:pt x="80" y="242"/>
                    <a:pt x="37" y="199"/>
                    <a:pt x="37" y="146"/>
                  </a:cubicBezTo>
                  <a:close/>
                  <a:moveTo>
                    <a:pt x="162" y="128"/>
                  </a:moveTo>
                  <a:cubicBezTo>
                    <a:pt x="166" y="133"/>
                    <a:pt x="166" y="139"/>
                    <a:pt x="161" y="143"/>
                  </a:cubicBezTo>
                  <a:cubicBezTo>
                    <a:pt x="140" y="164"/>
                    <a:pt x="140" y="164"/>
                    <a:pt x="140" y="164"/>
                  </a:cubicBezTo>
                  <a:cubicBezTo>
                    <a:pt x="140" y="164"/>
                    <a:pt x="140" y="164"/>
                    <a:pt x="140" y="164"/>
                  </a:cubicBezTo>
                  <a:cubicBezTo>
                    <a:pt x="138" y="166"/>
                    <a:pt x="135" y="167"/>
                    <a:pt x="133" y="167"/>
                  </a:cubicBezTo>
                  <a:cubicBezTo>
                    <a:pt x="130" y="167"/>
                    <a:pt x="127" y="166"/>
                    <a:pt x="125" y="164"/>
                  </a:cubicBezTo>
                  <a:cubicBezTo>
                    <a:pt x="83" y="122"/>
                    <a:pt x="83" y="122"/>
                    <a:pt x="83" y="122"/>
                  </a:cubicBezTo>
                  <a:cubicBezTo>
                    <a:pt x="78" y="118"/>
                    <a:pt x="78" y="111"/>
                    <a:pt x="82" y="107"/>
                  </a:cubicBezTo>
                  <a:cubicBezTo>
                    <a:pt x="87" y="103"/>
                    <a:pt x="93" y="103"/>
                    <a:pt x="97" y="107"/>
                  </a:cubicBezTo>
                  <a:cubicBezTo>
                    <a:pt x="133" y="141"/>
                    <a:pt x="133" y="141"/>
                    <a:pt x="133" y="141"/>
                  </a:cubicBezTo>
                  <a:cubicBezTo>
                    <a:pt x="147" y="128"/>
                    <a:pt x="147" y="128"/>
                    <a:pt x="147" y="128"/>
                  </a:cubicBezTo>
                  <a:cubicBezTo>
                    <a:pt x="151" y="124"/>
                    <a:pt x="158" y="124"/>
                    <a:pt x="162" y="128"/>
                  </a:cubicBezTo>
                  <a:close/>
                  <a:moveTo>
                    <a:pt x="16" y="82"/>
                  </a:moveTo>
                  <a:cubicBezTo>
                    <a:pt x="13" y="82"/>
                    <a:pt x="10" y="81"/>
                    <a:pt x="8" y="79"/>
                  </a:cubicBezTo>
                  <a:cubicBezTo>
                    <a:pt x="3" y="74"/>
                    <a:pt x="0" y="66"/>
                    <a:pt x="0" y="58"/>
                  </a:cubicBezTo>
                  <a:cubicBezTo>
                    <a:pt x="0" y="51"/>
                    <a:pt x="3" y="43"/>
                    <a:pt x="8" y="38"/>
                  </a:cubicBezTo>
                  <a:cubicBezTo>
                    <a:pt x="35" y="11"/>
                    <a:pt x="35" y="11"/>
                    <a:pt x="35" y="11"/>
                  </a:cubicBezTo>
                  <a:cubicBezTo>
                    <a:pt x="46" y="0"/>
                    <a:pt x="65" y="0"/>
                    <a:pt x="76" y="11"/>
                  </a:cubicBezTo>
                  <a:cubicBezTo>
                    <a:pt x="80" y="15"/>
                    <a:pt x="80" y="22"/>
                    <a:pt x="76" y="26"/>
                  </a:cubicBezTo>
                  <a:cubicBezTo>
                    <a:pt x="72" y="31"/>
                    <a:pt x="65" y="31"/>
                    <a:pt x="61" y="26"/>
                  </a:cubicBezTo>
                  <a:cubicBezTo>
                    <a:pt x="58" y="23"/>
                    <a:pt x="53" y="23"/>
                    <a:pt x="50" y="26"/>
                  </a:cubicBezTo>
                  <a:cubicBezTo>
                    <a:pt x="23" y="53"/>
                    <a:pt x="23" y="53"/>
                    <a:pt x="23" y="53"/>
                  </a:cubicBezTo>
                  <a:cubicBezTo>
                    <a:pt x="22" y="54"/>
                    <a:pt x="21" y="56"/>
                    <a:pt x="21" y="58"/>
                  </a:cubicBezTo>
                  <a:cubicBezTo>
                    <a:pt x="21" y="61"/>
                    <a:pt x="22" y="63"/>
                    <a:pt x="23" y="64"/>
                  </a:cubicBezTo>
                  <a:cubicBezTo>
                    <a:pt x="28" y="68"/>
                    <a:pt x="28" y="75"/>
                    <a:pt x="23" y="79"/>
                  </a:cubicBezTo>
                  <a:cubicBezTo>
                    <a:pt x="21" y="81"/>
                    <a:pt x="19" y="82"/>
                    <a:pt x="16" y="82"/>
                  </a:cubicBezTo>
                  <a:close/>
                  <a:moveTo>
                    <a:pt x="266" y="58"/>
                  </a:moveTo>
                  <a:cubicBezTo>
                    <a:pt x="266" y="66"/>
                    <a:pt x="263" y="74"/>
                    <a:pt x="257" y="79"/>
                  </a:cubicBezTo>
                  <a:cubicBezTo>
                    <a:pt x="255" y="81"/>
                    <a:pt x="252" y="82"/>
                    <a:pt x="249" y="82"/>
                  </a:cubicBezTo>
                  <a:cubicBezTo>
                    <a:pt x="247" y="82"/>
                    <a:pt x="244" y="81"/>
                    <a:pt x="242" y="79"/>
                  </a:cubicBezTo>
                  <a:cubicBezTo>
                    <a:pt x="238" y="75"/>
                    <a:pt x="238" y="68"/>
                    <a:pt x="242" y="64"/>
                  </a:cubicBezTo>
                  <a:cubicBezTo>
                    <a:pt x="243" y="63"/>
                    <a:pt x="244" y="61"/>
                    <a:pt x="244" y="58"/>
                  </a:cubicBezTo>
                  <a:cubicBezTo>
                    <a:pt x="244" y="56"/>
                    <a:pt x="243" y="54"/>
                    <a:pt x="242" y="53"/>
                  </a:cubicBezTo>
                  <a:cubicBezTo>
                    <a:pt x="216" y="26"/>
                    <a:pt x="216" y="26"/>
                    <a:pt x="216" y="26"/>
                  </a:cubicBezTo>
                  <a:cubicBezTo>
                    <a:pt x="212" y="23"/>
                    <a:pt x="207" y="23"/>
                    <a:pt x="204" y="26"/>
                  </a:cubicBezTo>
                  <a:cubicBezTo>
                    <a:pt x="200" y="31"/>
                    <a:pt x="193" y="31"/>
                    <a:pt x="189" y="26"/>
                  </a:cubicBezTo>
                  <a:cubicBezTo>
                    <a:pt x="185" y="22"/>
                    <a:pt x="185" y="15"/>
                    <a:pt x="189" y="11"/>
                  </a:cubicBezTo>
                  <a:cubicBezTo>
                    <a:pt x="201" y="0"/>
                    <a:pt x="219" y="0"/>
                    <a:pt x="231" y="11"/>
                  </a:cubicBezTo>
                  <a:cubicBezTo>
                    <a:pt x="257" y="38"/>
                    <a:pt x="257" y="38"/>
                    <a:pt x="257" y="38"/>
                  </a:cubicBezTo>
                  <a:cubicBezTo>
                    <a:pt x="263" y="43"/>
                    <a:pt x="266" y="51"/>
                    <a:pt x="266" y="5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9626" tIns="34813" rIns="69626" bIns="34813" numCol="1" anchor="t" anchorCtr="0" compatLnSpc="1">
              <a:prstTxWarp prst="textNoShape">
                <a:avLst/>
              </a:prstTxWarp>
            </a:bodyPr>
            <a:lstStyle/>
            <a:p>
              <a:pPr defTabSz="928393">
                <a:defRPr/>
              </a:pPr>
              <a:endParaRPr lang="en-GB" sz="1827" kern="0">
                <a:solidFill>
                  <a:prstClr val="black"/>
                </a:solidFill>
                <a:latin typeface="Calibri Light"/>
                <a:ea typeface="ヒラギノ角ゴ ProN W3" charset="0"/>
                <a:sym typeface="Gotham Book" charset="0"/>
              </a:endParaRPr>
            </a:p>
          </p:txBody>
        </p:sp>
      </p:grpSp>
      <p:sp>
        <p:nvSpPr>
          <p:cNvPr id="82" name="TextBox 81">
            <a:extLst>
              <a:ext uri="{FF2B5EF4-FFF2-40B4-BE49-F238E27FC236}">
                <a16:creationId xmlns:a16="http://schemas.microsoft.com/office/drawing/2014/main" id="{3CE3B8CB-062A-41B2-91A7-EBD688EDA8FD}"/>
              </a:ext>
            </a:extLst>
          </p:cNvPr>
          <p:cNvSpPr txBox="1"/>
          <p:nvPr/>
        </p:nvSpPr>
        <p:spPr>
          <a:xfrm>
            <a:off x="2762117" y="3014021"/>
            <a:ext cx="2034688" cy="220381"/>
          </a:xfrm>
          <a:prstGeom prst="rect">
            <a:avLst/>
          </a:prstGeom>
          <a:noFill/>
        </p:spPr>
        <p:txBody>
          <a:bodyPr wrap="square" lIns="0" tIns="0" rIns="0" bIns="0" rtlCol="0">
            <a:spAutoFit/>
          </a:bodyPr>
          <a:lstStyle/>
          <a:p>
            <a:pPr algn="ctr" defTabSz="928393">
              <a:spcBef>
                <a:spcPts val="457"/>
              </a:spcBef>
              <a:buSzPct val="100000"/>
              <a:defRPr/>
            </a:pPr>
            <a:r>
              <a:rPr lang="en-US" sz="1400" b="1" kern="0" dirty="0">
                <a:solidFill>
                  <a:srgbClr val="007CB0"/>
                </a:solidFill>
                <a:latin typeface="Aptos" panose="020B0004020202020204" pitchFamily="34" charset="0"/>
                <a:ea typeface="ヒラギノ角ゴ ProN W3" charset="0"/>
                <a:sym typeface="Gotham Book" charset="0"/>
              </a:rPr>
              <a:t>XXX</a:t>
            </a:r>
          </a:p>
        </p:txBody>
      </p:sp>
      <p:sp>
        <p:nvSpPr>
          <p:cNvPr id="83" name="TextBox 82">
            <a:extLst>
              <a:ext uri="{FF2B5EF4-FFF2-40B4-BE49-F238E27FC236}">
                <a16:creationId xmlns:a16="http://schemas.microsoft.com/office/drawing/2014/main" id="{5E17A09E-8B27-46D7-968E-315A75C036CE}"/>
              </a:ext>
            </a:extLst>
          </p:cNvPr>
          <p:cNvSpPr txBox="1"/>
          <p:nvPr/>
        </p:nvSpPr>
        <p:spPr>
          <a:xfrm>
            <a:off x="2813736" y="3297461"/>
            <a:ext cx="1931447" cy="492058"/>
          </a:xfrm>
          <a:prstGeom prst="rect">
            <a:avLst/>
          </a:prstGeom>
          <a:noFill/>
        </p:spPr>
        <p:txBody>
          <a:bodyPr wrap="square" lIns="0" tIns="0" rIns="0" bIns="0" rtlCol="0">
            <a:spAutoFit/>
          </a:bodyPr>
          <a:lstStyle/>
          <a:p>
            <a:pPr algn="ctr" defTabSz="928393">
              <a:spcBef>
                <a:spcPts val="457"/>
              </a:spcBef>
              <a:buSzPct val="100000"/>
              <a:defRPr/>
            </a:pPr>
            <a:r>
              <a:rPr lang="en-US" sz="1066" i="1" kern="0" dirty="0">
                <a:latin typeface="Aptos" panose="020B0004020202020204" pitchFamily="34" charset="0"/>
                <a:ea typeface="ヒラギノ角ゴ ProN W3" charset="0"/>
                <a:sym typeface="Gotham Book" charset="0"/>
              </a:rPr>
              <a:t>This is dummy text it is not here to be read. The is just text to show where you could insert text</a:t>
            </a:r>
          </a:p>
        </p:txBody>
      </p:sp>
      <p:grpSp>
        <p:nvGrpSpPr>
          <p:cNvPr id="87" name="Group 53">
            <a:extLst>
              <a:ext uri="{FF2B5EF4-FFF2-40B4-BE49-F238E27FC236}">
                <a16:creationId xmlns:a16="http://schemas.microsoft.com/office/drawing/2014/main" id="{7B3E4904-CFF6-424C-BCEB-6D898F0EB290}"/>
              </a:ext>
            </a:extLst>
          </p:cNvPr>
          <p:cNvGrpSpPr>
            <a:grpSpLocks noChangeAspect="1"/>
          </p:cNvGrpSpPr>
          <p:nvPr/>
        </p:nvGrpSpPr>
        <p:grpSpPr bwMode="auto">
          <a:xfrm>
            <a:off x="5721579" y="2077527"/>
            <a:ext cx="797383" cy="799728"/>
            <a:chOff x="5183" y="1046"/>
            <a:chExt cx="340" cy="341"/>
          </a:xfrm>
          <a:solidFill>
            <a:sysClr val="windowText" lastClr="000000"/>
          </a:solidFill>
        </p:grpSpPr>
        <p:sp>
          <p:nvSpPr>
            <p:cNvPr id="90" name="Freeform 54">
              <a:extLst>
                <a:ext uri="{FF2B5EF4-FFF2-40B4-BE49-F238E27FC236}">
                  <a16:creationId xmlns:a16="http://schemas.microsoft.com/office/drawing/2014/main" id="{0DAD9645-1F89-4C3D-9D33-ABC3A0832083}"/>
                </a:ext>
              </a:extLst>
            </p:cNvPr>
            <p:cNvSpPr>
              <a:spLocks noEditPoints="1"/>
            </p:cNvSpPr>
            <p:nvPr/>
          </p:nvSpPr>
          <p:spPr bwMode="auto">
            <a:xfrm>
              <a:off x="5247" y="1110"/>
              <a:ext cx="212" cy="213"/>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283 w 320"/>
                <a:gd name="T11" fmla="*/ 224 h 320"/>
                <a:gd name="T12" fmla="*/ 218 w 320"/>
                <a:gd name="T13" fmla="*/ 224 h 320"/>
                <a:gd name="T14" fmla="*/ 223 w 320"/>
                <a:gd name="T15" fmla="*/ 170 h 320"/>
                <a:gd name="T16" fmla="*/ 298 w 320"/>
                <a:gd name="T17" fmla="*/ 170 h 320"/>
                <a:gd name="T18" fmla="*/ 283 w 320"/>
                <a:gd name="T19" fmla="*/ 224 h 320"/>
                <a:gd name="T20" fmla="*/ 160 w 320"/>
                <a:gd name="T21" fmla="*/ 298 h 320"/>
                <a:gd name="T22" fmla="*/ 127 w 320"/>
                <a:gd name="T23" fmla="*/ 245 h 320"/>
                <a:gd name="T24" fmla="*/ 192 w 320"/>
                <a:gd name="T25" fmla="*/ 245 h 320"/>
                <a:gd name="T26" fmla="*/ 160 w 320"/>
                <a:gd name="T27" fmla="*/ 298 h 320"/>
                <a:gd name="T28" fmla="*/ 122 w 320"/>
                <a:gd name="T29" fmla="*/ 224 h 320"/>
                <a:gd name="T30" fmla="*/ 117 w 320"/>
                <a:gd name="T31" fmla="*/ 170 h 320"/>
                <a:gd name="T32" fmla="*/ 202 w 320"/>
                <a:gd name="T33" fmla="*/ 170 h 320"/>
                <a:gd name="T34" fmla="*/ 197 w 320"/>
                <a:gd name="T35" fmla="*/ 224 h 320"/>
                <a:gd name="T36" fmla="*/ 122 w 320"/>
                <a:gd name="T37" fmla="*/ 224 h 320"/>
                <a:gd name="T38" fmla="*/ 22 w 320"/>
                <a:gd name="T39" fmla="*/ 170 h 320"/>
                <a:gd name="T40" fmla="*/ 96 w 320"/>
                <a:gd name="T41" fmla="*/ 170 h 320"/>
                <a:gd name="T42" fmla="*/ 101 w 320"/>
                <a:gd name="T43" fmla="*/ 224 h 320"/>
                <a:gd name="T44" fmla="*/ 37 w 320"/>
                <a:gd name="T45" fmla="*/ 224 h 320"/>
                <a:gd name="T46" fmla="*/ 22 w 320"/>
                <a:gd name="T47" fmla="*/ 170 h 320"/>
                <a:gd name="T48" fmla="*/ 37 w 320"/>
                <a:gd name="T49" fmla="*/ 96 h 320"/>
                <a:gd name="T50" fmla="*/ 101 w 320"/>
                <a:gd name="T51" fmla="*/ 96 h 320"/>
                <a:gd name="T52" fmla="*/ 96 w 320"/>
                <a:gd name="T53" fmla="*/ 149 h 320"/>
                <a:gd name="T54" fmla="*/ 22 w 320"/>
                <a:gd name="T55" fmla="*/ 149 h 320"/>
                <a:gd name="T56" fmla="*/ 37 w 320"/>
                <a:gd name="T57" fmla="*/ 96 h 320"/>
                <a:gd name="T58" fmla="*/ 160 w 320"/>
                <a:gd name="T59" fmla="*/ 21 h 320"/>
                <a:gd name="T60" fmla="*/ 192 w 320"/>
                <a:gd name="T61" fmla="*/ 74 h 320"/>
                <a:gd name="T62" fmla="*/ 127 w 320"/>
                <a:gd name="T63" fmla="*/ 74 h 320"/>
                <a:gd name="T64" fmla="*/ 160 w 320"/>
                <a:gd name="T65" fmla="*/ 21 h 320"/>
                <a:gd name="T66" fmla="*/ 197 w 320"/>
                <a:gd name="T67" fmla="*/ 96 h 320"/>
                <a:gd name="T68" fmla="*/ 202 w 320"/>
                <a:gd name="T69" fmla="*/ 149 h 320"/>
                <a:gd name="T70" fmla="*/ 117 w 320"/>
                <a:gd name="T71" fmla="*/ 149 h 320"/>
                <a:gd name="T72" fmla="*/ 122 w 320"/>
                <a:gd name="T73" fmla="*/ 96 h 320"/>
                <a:gd name="T74" fmla="*/ 197 w 320"/>
                <a:gd name="T75" fmla="*/ 96 h 320"/>
                <a:gd name="T76" fmla="*/ 223 w 320"/>
                <a:gd name="T77" fmla="*/ 149 h 320"/>
                <a:gd name="T78" fmla="*/ 218 w 320"/>
                <a:gd name="T79" fmla="*/ 96 h 320"/>
                <a:gd name="T80" fmla="*/ 283 w 320"/>
                <a:gd name="T81" fmla="*/ 96 h 320"/>
                <a:gd name="T82" fmla="*/ 298 w 320"/>
                <a:gd name="T83" fmla="*/ 149 h 320"/>
                <a:gd name="T84" fmla="*/ 223 w 320"/>
                <a:gd name="T85" fmla="*/ 149 h 320"/>
                <a:gd name="T86" fmla="*/ 269 w 320"/>
                <a:gd name="T87" fmla="*/ 74 h 320"/>
                <a:gd name="T88" fmla="*/ 214 w 320"/>
                <a:gd name="T89" fmla="*/ 74 h 320"/>
                <a:gd name="T90" fmla="*/ 196 w 320"/>
                <a:gd name="T91" fmla="*/ 26 h 320"/>
                <a:gd name="T92" fmla="*/ 269 w 320"/>
                <a:gd name="T93" fmla="*/ 74 h 320"/>
                <a:gd name="T94" fmla="*/ 124 w 320"/>
                <a:gd name="T95" fmla="*/ 26 h 320"/>
                <a:gd name="T96" fmla="*/ 105 w 320"/>
                <a:gd name="T97" fmla="*/ 74 h 320"/>
                <a:gd name="T98" fmla="*/ 51 w 320"/>
                <a:gd name="T99" fmla="*/ 74 h 320"/>
                <a:gd name="T100" fmla="*/ 124 w 320"/>
                <a:gd name="T101" fmla="*/ 26 h 320"/>
                <a:gd name="T102" fmla="*/ 51 w 320"/>
                <a:gd name="T103" fmla="*/ 245 h 320"/>
                <a:gd name="T104" fmla="*/ 105 w 320"/>
                <a:gd name="T105" fmla="*/ 245 h 320"/>
                <a:gd name="T106" fmla="*/ 124 w 320"/>
                <a:gd name="T107" fmla="*/ 293 h 320"/>
                <a:gd name="T108" fmla="*/ 51 w 320"/>
                <a:gd name="T109" fmla="*/ 245 h 320"/>
                <a:gd name="T110" fmla="*/ 196 w 320"/>
                <a:gd name="T111" fmla="*/ 293 h 320"/>
                <a:gd name="T112" fmla="*/ 214 w 320"/>
                <a:gd name="T113" fmla="*/ 245 h 320"/>
                <a:gd name="T114" fmla="*/ 269 w 320"/>
                <a:gd name="T115" fmla="*/ 245 h 320"/>
                <a:gd name="T116" fmla="*/ 196 w 320"/>
                <a:gd name="T117" fmla="*/ 29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283" y="224"/>
                  </a:moveTo>
                  <a:cubicBezTo>
                    <a:pt x="218" y="224"/>
                    <a:pt x="218" y="224"/>
                    <a:pt x="218" y="224"/>
                  </a:cubicBezTo>
                  <a:cubicBezTo>
                    <a:pt x="221" y="207"/>
                    <a:pt x="223" y="188"/>
                    <a:pt x="223" y="170"/>
                  </a:cubicBezTo>
                  <a:cubicBezTo>
                    <a:pt x="298" y="170"/>
                    <a:pt x="298" y="170"/>
                    <a:pt x="298" y="170"/>
                  </a:cubicBezTo>
                  <a:cubicBezTo>
                    <a:pt x="296" y="189"/>
                    <a:pt x="291" y="207"/>
                    <a:pt x="283" y="224"/>
                  </a:cubicBezTo>
                  <a:close/>
                  <a:moveTo>
                    <a:pt x="160" y="298"/>
                  </a:moveTo>
                  <a:cubicBezTo>
                    <a:pt x="149" y="298"/>
                    <a:pt x="136" y="279"/>
                    <a:pt x="127" y="245"/>
                  </a:cubicBezTo>
                  <a:cubicBezTo>
                    <a:pt x="192" y="245"/>
                    <a:pt x="192" y="245"/>
                    <a:pt x="192" y="245"/>
                  </a:cubicBezTo>
                  <a:cubicBezTo>
                    <a:pt x="183" y="279"/>
                    <a:pt x="170" y="298"/>
                    <a:pt x="160" y="298"/>
                  </a:cubicBezTo>
                  <a:close/>
                  <a:moveTo>
                    <a:pt x="122" y="224"/>
                  </a:moveTo>
                  <a:cubicBezTo>
                    <a:pt x="120" y="208"/>
                    <a:pt x="118" y="190"/>
                    <a:pt x="117" y="170"/>
                  </a:cubicBezTo>
                  <a:cubicBezTo>
                    <a:pt x="202" y="170"/>
                    <a:pt x="202" y="170"/>
                    <a:pt x="202" y="170"/>
                  </a:cubicBezTo>
                  <a:cubicBezTo>
                    <a:pt x="202" y="190"/>
                    <a:pt x="200" y="208"/>
                    <a:pt x="197" y="224"/>
                  </a:cubicBezTo>
                  <a:lnTo>
                    <a:pt x="122" y="224"/>
                  </a:lnTo>
                  <a:close/>
                  <a:moveTo>
                    <a:pt x="22" y="170"/>
                  </a:moveTo>
                  <a:cubicBezTo>
                    <a:pt x="96" y="170"/>
                    <a:pt x="96" y="170"/>
                    <a:pt x="96" y="170"/>
                  </a:cubicBezTo>
                  <a:cubicBezTo>
                    <a:pt x="96" y="188"/>
                    <a:pt x="98" y="207"/>
                    <a:pt x="101" y="224"/>
                  </a:cubicBezTo>
                  <a:cubicBezTo>
                    <a:pt x="37" y="224"/>
                    <a:pt x="37" y="224"/>
                    <a:pt x="37" y="224"/>
                  </a:cubicBezTo>
                  <a:cubicBezTo>
                    <a:pt x="28" y="207"/>
                    <a:pt x="23" y="189"/>
                    <a:pt x="22" y="170"/>
                  </a:cubicBezTo>
                  <a:close/>
                  <a:moveTo>
                    <a:pt x="37" y="96"/>
                  </a:moveTo>
                  <a:cubicBezTo>
                    <a:pt x="101" y="96"/>
                    <a:pt x="101" y="96"/>
                    <a:pt x="101" y="96"/>
                  </a:cubicBezTo>
                  <a:cubicBezTo>
                    <a:pt x="98" y="113"/>
                    <a:pt x="96" y="131"/>
                    <a:pt x="96" y="149"/>
                  </a:cubicBezTo>
                  <a:cubicBezTo>
                    <a:pt x="22" y="149"/>
                    <a:pt x="22" y="149"/>
                    <a:pt x="22" y="149"/>
                  </a:cubicBezTo>
                  <a:cubicBezTo>
                    <a:pt x="23" y="130"/>
                    <a:pt x="28" y="112"/>
                    <a:pt x="37" y="96"/>
                  </a:cubicBezTo>
                  <a:close/>
                  <a:moveTo>
                    <a:pt x="160" y="21"/>
                  </a:moveTo>
                  <a:cubicBezTo>
                    <a:pt x="170" y="21"/>
                    <a:pt x="183" y="41"/>
                    <a:pt x="192" y="74"/>
                  </a:cubicBezTo>
                  <a:cubicBezTo>
                    <a:pt x="127" y="74"/>
                    <a:pt x="127" y="74"/>
                    <a:pt x="127" y="74"/>
                  </a:cubicBezTo>
                  <a:cubicBezTo>
                    <a:pt x="136" y="41"/>
                    <a:pt x="149" y="21"/>
                    <a:pt x="160" y="21"/>
                  </a:cubicBezTo>
                  <a:close/>
                  <a:moveTo>
                    <a:pt x="197" y="96"/>
                  </a:moveTo>
                  <a:cubicBezTo>
                    <a:pt x="200" y="111"/>
                    <a:pt x="202" y="129"/>
                    <a:pt x="202" y="149"/>
                  </a:cubicBezTo>
                  <a:cubicBezTo>
                    <a:pt x="117" y="149"/>
                    <a:pt x="117" y="149"/>
                    <a:pt x="117" y="149"/>
                  </a:cubicBezTo>
                  <a:cubicBezTo>
                    <a:pt x="118" y="129"/>
                    <a:pt x="120" y="111"/>
                    <a:pt x="122" y="96"/>
                  </a:cubicBezTo>
                  <a:lnTo>
                    <a:pt x="197" y="96"/>
                  </a:lnTo>
                  <a:close/>
                  <a:moveTo>
                    <a:pt x="223" y="149"/>
                  </a:moveTo>
                  <a:cubicBezTo>
                    <a:pt x="223" y="131"/>
                    <a:pt x="221" y="113"/>
                    <a:pt x="218" y="96"/>
                  </a:cubicBezTo>
                  <a:cubicBezTo>
                    <a:pt x="283" y="96"/>
                    <a:pt x="283" y="96"/>
                    <a:pt x="283" y="96"/>
                  </a:cubicBezTo>
                  <a:cubicBezTo>
                    <a:pt x="291" y="112"/>
                    <a:pt x="296" y="130"/>
                    <a:pt x="298" y="149"/>
                  </a:cubicBezTo>
                  <a:lnTo>
                    <a:pt x="223" y="149"/>
                  </a:lnTo>
                  <a:close/>
                  <a:moveTo>
                    <a:pt x="269" y="74"/>
                  </a:moveTo>
                  <a:cubicBezTo>
                    <a:pt x="214" y="74"/>
                    <a:pt x="214" y="74"/>
                    <a:pt x="214" y="74"/>
                  </a:cubicBezTo>
                  <a:cubicBezTo>
                    <a:pt x="210" y="55"/>
                    <a:pt x="203" y="39"/>
                    <a:pt x="196" y="26"/>
                  </a:cubicBezTo>
                  <a:cubicBezTo>
                    <a:pt x="225" y="34"/>
                    <a:pt x="251" y="51"/>
                    <a:pt x="269" y="74"/>
                  </a:cubicBezTo>
                  <a:close/>
                  <a:moveTo>
                    <a:pt x="124" y="26"/>
                  </a:moveTo>
                  <a:cubicBezTo>
                    <a:pt x="116" y="39"/>
                    <a:pt x="110" y="55"/>
                    <a:pt x="105" y="74"/>
                  </a:cubicBezTo>
                  <a:cubicBezTo>
                    <a:pt x="51" y="74"/>
                    <a:pt x="51" y="74"/>
                    <a:pt x="51" y="74"/>
                  </a:cubicBezTo>
                  <a:cubicBezTo>
                    <a:pt x="69" y="51"/>
                    <a:pt x="94" y="34"/>
                    <a:pt x="124" y="26"/>
                  </a:cubicBezTo>
                  <a:close/>
                  <a:moveTo>
                    <a:pt x="51" y="245"/>
                  </a:moveTo>
                  <a:cubicBezTo>
                    <a:pt x="105" y="245"/>
                    <a:pt x="105" y="245"/>
                    <a:pt x="105" y="245"/>
                  </a:cubicBezTo>
                  <a:cubicBezTo>
                    <a:pt x="110" y="264"/>
                    <a:pt x="116" y="281"/>
                    <a:pt x="124" y="293"/>
                  </a:cubicBezTo>
                  <a:cubicBezTo>
                    <a:pt x="94" y="285"/>
                    <a:pt x="69" y="268"/>
                    <a:pt x="51" y="245"/>
                  </a:cubicBezTo>
                  <a:close/>
                  <a:moveTo>
                    <a:pt x="196" y="293"/>
                  </a:moveTo>
                  <a:cubicBezTo>
                    <a:pt x="203" y="281"/>
                    <a:pt x="210" y="264"/>
                    <a:pt x="214" y="245"/>
                  </a:cubicBezTo>
                  <a:cubicBezTo>
                    <a:pt x="269" y="245"/>
                    <a:pt x="269" y="245"/>
                    <a:pt x="269" y="245"/>
                  </a:cubicBezTo>
                  <a:cubicBezTo>
                    <a:pt x="251" y="268"/>
                    <a:pt x="225" y="285"/>
                    <a:pt x="196" y="2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9626" tIns="34813" rIns="69626" bIns="34813" numCol="1" anchor="t" anchorCtr="0" compatLnSpc="1">
              <a:prstTxWarp prst="textNoShape">
                <a:avLst/>
              </a:prstTxWarp>
            </a:bodyPr>
            <a:lstStyle/>
            <a:p>
              <a:pPr defTabSz="928393">
                <a:defRPr/>
              </a:pPr>
              <a:endParaRPr lang="en-GB" sz="1827" kern="0">
                <a:solidFill>
                  <a:prstClr val="black"/>
                </a:solidFill>
                <a:latin typeface="Calibri Light"/>
                <a:ea typeface="ヒラギノ角ゴ ProN W3" charset="0"/>
                <a:sym typeface="Gotham Book" charset="0"/>
              </a:endParaRPr>
            </a:p>
          </p:txBody>
        </p:sp>
        <p:sp>
          <p:nvSpPr>
            <p:cNvPr id="91" name="Freeform 55">
              <a:extLst>
                <a:ext uri="{FF2B5EF4-FFF2-40B4-BE49-F238E27FC236}">
                  <a16:creationId xmlns:a16="http://schemas.microsoft.com/office/drawing/2014/main" id="{711C6CE9-4FF1-493D-98D9-8AB9E79BA4E6}"/>
                </a:ext>
              </a:extLst>
            </p:cNvPr>
            <p:cNvSpPr>
              <a:spLocks noEditPoints="1"/>
            </p:cNvSpPr>
            <p:nvPr/>
          </p:nvSpPr>
          <p:spPr bwMode="auto">
            <a:xfrm>
              <a:off x="5183" y="10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9626" tIns="34813" rIns="69626" bIns="34813" numCol="1" anchor="t" anchorCtr="0" compatLnSpc="1">
              <a:prstTxWarp prst="textNoShape">
                <a:avLst/>
              </a:prstTxWarp>
            </a:bodyPr>
            <a:lstStyle/>
            <a:p>
              <a:pPr defTabSz="928393">
                <a:defRPr/>
              </a:pPr>
              <a:endParaRPr lang="en-GB" sz="1827" kern="0">
                <a:solidFill>
                  <a:prstClr val="black"/>
                </a:solidFill>
                <a:latin typeface="Calibri Light"/>
                <a:ea typeface="ヒラギノ角ゴ ProN W3" charset="0"/>
                <a:sym typeface="Gotham Book" charset="0"/>
              </a:endParaRPr>
            </a:p>
          </p:txBody>
        </p:sp>
      </p:grpSp>
      <p:sp>
        <p:nvSpPr>
          <p:cNvPr id="88" name="TextBox 87">
            <a:extLst>
              <a:ext uri="{FF2B5EF4-FFF2-40B4-BE49-F238E27FC236}">
                <a16:creationId xmlns:a16="http://schemas.microsoft.com/office/drawing/2014/main" id="{74AA53EA-B607-4FBC-B116-F7170BF0F010}"/>
              </a:ext>
            </a:extLst>
          </p:cNvPr>
          <p:cNvSpPr txBox="1"/>
          <p:nvPr/>
        </p:nvSpPr>
        <p:spPr>
          <a:xfrm>
            <a:off x="5102926" y="3014023"/>
            <a:ext cx="2034688" cy="220381"/>
          </a:xfrm>
          <a:prstGeom prst="rect">
            <a:avLst/>
          </a:prstGeom>
          <a:noFill/>
        </p:spPr>
        <p:txBody>
          <a:bodyPr wrap="square" lIns="0" tIns="0" rIns="0" bIns="0" rtlCol="0">
            <a:spAutoFit/>
          </a:bodyPr>
          <a:lstStyle/>
          <a:p>
            <a:pPr algn="ctr" defTabSz="928393">
              <a:spcBef>
                <a:spcPts val="457"/>
              </a:spcBef>
              <a:buSzPct val="100000"/>
              <a:defRPr/>
            </a:pPr>
            <a:r>
              <a:rPr lang="en-US" sz="1400" b="1" kern="0" dirty="0">
                <a:solidFill>
                  <a:srgbClr val="007CB0"/>
                </a:solidFill>
                <a:latin typeface="Aptos" panose="020B0004020202020204" pitchFamily="34" charset="0"/>
                <a:ea typeface="ヒラギノ角ゴ ProN W3" charset="0"/>
                <a:sym typeface="Gotham Book" charset="0"/>
              </a:rPr>
              <a:t>XXX</a:t>
            </a:r>
          </a:p>
        </p:txBody>
      </p:sp>
      <p:sp>
        <p:nvSpPr>
          <p:cNvPr id="89" name="TextBox 88">
            <a:extLst>
              <a:ext uri="{FF2B5EF4-FFF2-40B4-BE49-F238E27FC236}">
                <a16:creationId xmlns:a16="http://schemas.microsoft.com/office/drawing/2014/main" id="{47277070-3008-4434-8AF7-8ACF0739F5E5}"/>
              </a:ext>
            </a:extLst>
          </p:cNvPr>
          <p:cNvSpPr txBox="1"/>
          <p:nvPr/>
        </p:nvSpPr>
        <p:spPr>
          <a:xfrm>
            <a:off x="5157406" y="3297464"/>
            <a:ext cx="1931447" cy="492058"/>
          </a:xfrm>
          <a:prstGeom prst="rect">
            <a:avLst/>
          </a:prstGeom>
          <a:noFill/>
        </p:spPr>
        <p:txBody>
          <a:bodyPr wrap="square" lIns="0" tIns="0" rIns="0" bIns="0" rtlCol="0">
            <a:spAutoFit/>
          </a:bodyPr>
          <a:lstStyle/>
          <a:p>
            <a:pPr algn="ctr" defTabSz="928393">
              <a:spcBef>
                <a:spcPts val="457"/>
              </a:spcBef>
              <a:buSzPct val="100000"/>
              <a:defRPr/>
            </a:pPr>
            <a:r>
              <a:rPr lang="en-US" sz="1066" i="1" kern="0" dirty="0">
                <a:latin typeface="Aptos" panose="020B0004020202020204" pitchFamily="34" charset="0"/>
                <a:ea typeface="ヒラギノ角ゴ ProN W3" charset="0"/>
                <a:sym typeface="Gotham Book" charset="0"/>
              </a:rPr>
              <a:t>This is dummy text it is not here to be read. The is just text to show where you could insert text</a:t>
            </a:r>
          </a:p>
        </p:txBody>
      </p:sp>
      <p:cxnSp>
        <p:nvCxnSpPr>
          <p:cNvPr id="92" name="Straight Connector 91">
            <a:extLst>
              <a:ext uri="{FF2B5EF4-FFF2-40B4-BE49-F238E27FC236}">
                <a16:creationId xmlns:a16="http://schemas.microsoft.com/office/drawing/2014/main" id="{CF11CC7D-FFC0-4BF1-A5E8-C1618E72F2DC}"/>
              </a:ext>
            </a:extLst>
          </p:cNvPr>
          <p:cNvCxnSpPr>
            <a:cxnSpLocks/>
          </p:cNvCxnSpPr>
          <p:nvPr/>
        </p:nvCxnSpPr>
        <p:spPr>
          <a:xfrm>
            <a:off x="421305" y="2486189"/>
            <a:ext cx="649956" cy="0"/>
          </a:xfrm>
          <a:prstGeom prst="line">
            <a:avLst/>
          </a:prstGeom>
          <a:noFill/>
          <a:ln w="9525" cap="flat" cmpd="sng" algn="ctr">
            <a:solidFill>
              <a:srgbClr val="53565A"/>
            </a:solidFill>
            <a:prstDash val="dash"/>
          </a:ln>
          <a:effectLst/>
        </p:spPr>
      </p:cxnSp>
      <p:cxnSp>
        <p:nvCxnSpPr>
          <p:cNvPr id="93" name="Straight Connector 92">
            <a:extLst>
              <a:ext uri="{FF2B5EF4-FFF2-40B4-BE49-F238E27FC236}">
                <a16:creationId xmlns:a16="http://schemas.microsoft.com/office/drawing/2014/main" id="{8231BDE8-2A3F-488A-90E7-45BF40F7FFC2}"/>
              </a:ext>
            </a:extLst>
          </p:cNvPr>
          <p:cNvCxnSpPr/>
          <p:nvPr/>
        </p:nvCxnSpPr>
        <p:spPr>
          <a:xfrm>
            <a:off x="1924735" y="2486189"/>
            <a:ext cx="1435097" cy="0"/>
          </a:xfrm>
          <a:prstGeom prst="line">
            <a:avLst/>
          </a:prstGeom>
          <a:noFill/>
          <a:ln w="9525" cap="flat" cmpd="sng" algn="ctr">
            <a:solidFill>
              <a:srgbClr val="53565A"/>
            </a:solidFill>
            <a:prstDash val="dash"/>
          </a:ln>
          <a:effectLst/>
        </p:spPr>
      </p:cxnSp>
      <p:cxnSp>
        <p:nvCxnSpPr>
          <p:cNvPr id="94" name="Straight Connector 93">
            <a:extLst>
              <a:ext uri="{FF2B5EF4-FFF2-40B4-BE49-F238E27FC236}">
                <a16:creationId xmlns:a16="http://schemas.microsoft.com/office/drawing/2014/main" id="{427A404B-6875-4AA8-BC3A-D3C747A1615F}"/>
              </a:ext>
            </a:extLst>
          </p:cNvPr>
          <p:cNvCxnSpPr/>
          <p:nvPr/>
        </p:nvCxnSpPr>
        <p:spPr>
          <a:xfrm>
            <a:off x="6552117" y="2486189"/>
            <a:ext cx="1462135" cy="0"/>
          </a:xfrm>
          <a:prstGeom prst="line">
            <a:avLst/>
          </a:prstGeom>
          <a:noFill/>
          <a:ln w="9525" cap="flat" cmpd="sng" algn="ctr">
            <a:solidFill>
              <a:srgbClr val="53565A"/>
            </a:solidFill>
            <a:prstDash val="dash"/>
          </a:ln>
          <a:effectLst/>
        </p:spPr>
      </p:cxnSp>
      <p:cxnSp>
        <p:nvCxnSpPr>
          <p:cNvPr id="95" name="Straight Connector 94">
            <a:extLst>
              <a:ext uri="{FF2B5EF4-FFF2-40B4-BE49-F238E27FC236}">
                <a16:creationId xmlns:a16="http://schemas.microsoft.com/office/drawing/2014/main" id="{E1525D1A-C79C-4FE4-B9F6-BB666F4E4F88}"/>
              </a:ext>
            </a:extLst>
          </p:cNvPr>
          <p:cNvCxnSpPr>
            <a:cxnSpLocks/>
          </p:cNvCxnSpPr>
          <p:nvPr/>
        </p:nvCxnSpPr>
        <p:spPr>
          <a:xfrm>
            <a:off x="8903612" y="2486189"/>
            <a:ext cx="621388" cy="0"/>
          </a:xfrm>
          <a:prstGeom prst="line">
            <a:avLst/>
          </a:prstGeom>
          <a:noFill/>
          <a:ln w="9525" cap="flat" cmpd="sng" algn="ctr">
            <a:solidFill>
              <a:srgbClr val="53565A"/>
            </a:solidFill>
            <a:prstDash val="dash"/>
          </a:ln>
          <a:effectLst/>
        </p:spPr>
      </p:cxnSp>
      <p:grpSp>
        <p:nvGrpSpPr>
          <p:cNvPr id="97" name="Group 127">
            <a:extLst>
              <a:ext uri="{FF2B5EF4-FFF2-40B4-BE49-F238E27FC236}">
                <a16:creationId xmlns:a16="http://schemas.microsoft.com/office/drawing/2014/main" id="{261FBFC1-4B66-47A2-87E8-D1D45974AA33}"/>
              </a:ext>
            </a:extLst>
          </p:cNvPr>
          <p:cNvGrpSpPr>
            <a:grpSpLocks noChangeAspect="1"/>
          </p:cNvGrpSpPr>
          <p:nvPr/>
        </p:nvGrpSpPr>
        <p:grpSpPr bwMode="auto">
          <a:xfrm rot="10800000">
            <a:off x="8059525" y="2078642"/>
            <a:ext cx="803106" cy="803105"/>
            <a:chOff x="5048" y="380"/>
            <a:chExt cx="340" cy="340"/>
          </a:xfrm>
          <a:solidFill>
            <a:sysClr val="windowText" lastClr="000000"/>
          </a:solidFill>
        </p:grpSpPr>
        <p:sp>
          <p:nvSpPr>
            <p:cNvPr id="100" name="Freeform 128">
              <a:extLst>
                <a:ext uri="{FF2B5EF4-FFF2-40B4-BE49-F238E27FC236}">
                  <a16:creationId xmlns:a16="http://schemas.microsoft.com/office/drawing/2014/main" id="{D2760FED-58E6-472B-8A4B-3C7AAF4C57E3}"/>
                </a:ext>
              </a:extLst>
            </p:cNvPr>
            <p:cNvSpPr>
              <a:spLocks noEditPoints="1"/>
            </p:cNvSpPr>
            <p:nvPr/>
          </p:nvSpPr>
          <p:spPr bwMode="auto">
            <a:xfrm>
              <a:off x="5048" y="38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626" tIns="34813" rIns="69626" bIns="34813" numCol="1" anchor="t" anchorCtr="0" compatLnSpc="1">
              <a:prstTxWarp prst="textNoShape">
                <a:avLst/>
              </a:prstTxWarp>
            </a:bodyPr>
            <a:lstStyle/>
            <a:p>
              <a:pPr defTabSz="928393">
                <a:defRPr/>
              </a:pPr>
              <a:endParaRPr lang="en-GB" sz="1827" kern="0" dirty="0">
                <a:solidFill>
                  <a:prstClr val="black"/>
                </a:solidFill>
                <a:latin typeface="Calibri Light"/>
                <a:ea typeface="ヒラギノ角ゴ ProN W3" charset="0"/>
                <a:sym typeface="Gotham Book" charset="0"/>
              </a:endParaRPr>
            </a:p>
          </p:txBody>
        </p:sp>
        <p:sp>
          <p:nvSpPr>
            <p:cNvPr id="101" name="Freeform 129">
              <a:extLst>
                <a:ext uri="{FF2B5EF4-FFF2-40B4-BE49-F238E27FC236}">
                  <a16:creationId xmlns:a16="http://schemas.microsoft.com/office/drawing/2014/main" id="{435F4BB2-3931-466B-963D-812A09D86F16}"/>
                </a:ext>
              </a:extLst>
            </p:cNvPr>
            <p:cNvSpPr>
              <a:spLocks noEditPoints="1"/>
            </p:cNvSpPr>
            <p:nvPr/>
          </p:nvSpPr>
          <p:spPr bwMode="auto">
            <a:xfrm>
              <a:off x="5156" y="472"/>
              <a:ext cx="150" cy="156"/>
            </a:xfrm>
            <a:custGeom>
              <a:avLst/>
              <a:gdLst>
                <a:gd name="T0" fmla="*/ 74 w 226"/>
                <a:gd name="T1" fmla="*/ 189 h 235"/>
                <a:gd name="T2" fmla="*/ 74 w 226"/>
                <a:gd name="T3" fmla="*/ 204 h 235"/>
                <a:gd name="T4" fmla="*/ 47 w 226"/>
                <a:gd name="T5" fmla="*/ 232 h 235"/>
                <a:gd name="T6" fmla="*/ 43 w 226"/>
                <a:gd name="T7" fmla="*/ 234 h 235"/>
                <a:gd name="T8" fmla="*/ 39 w 226"/>
                <a:gd name="T9" fmla="*/ 235 h 235"/>
                <a:gd name="T10" fmla="*/ 35 w 226"/>
                <a:gd name="T11" fmla="*/ 234 h 235"/>
                <a:gd name="T12" fmla="*/ 32 w 226"/>
                <a:gd name="T13" fmla="*/ 232 h 235"/>
                <a:gd name="T14" fmla="*/ 4 w 226"/>
                <a:gd name="T15" fmla="*/ 204 h 235"/>
                <a:gd name="T16" fmla="*/ 4 w 226"/>
                <a:gd name="T17" fmla="*/ 189 h 235"/>
                <a:gd name="T18" fmla="*/ 19 w 226"/>
                <a:gd name="T19" fmla="*/ 189 h 235"/>
                <a:gd name="T20" fmla="*/ 29 w 226"/>
                <a:gd name="T21" fmla="*/ 199 h 235"/>
                <a:gd name="T22" fmla="*/ 29 w 226"/>
                <a:gd name="T23" fmla="*/ 11 h 235"/>
                <a:gd name="T24" fmla="*/ 39 w 226"/>
                <a:gd name="T25" fmla="*/ 0 h 235"/>
                <a:gd name="T26" fmla="*/ 50 w 226"/>
                <a:gd name="T27" fmla="*/ 11 h 235"/>
                <a:gd name="T28" fmla="*/ 50 w 226"/>
                <a:gd name="T29" fmla="*/ 199 h 235"/>
                <a:gd name="T30" fmla="*/ 59 w 226"/>
                <a:gd name="T31" fmla="*/ 189 h 235"/>
                <a:gd name="T32" fmla="*/ 74 w 226"/>
                <a:gd name="T33" fmla="*/ 189 h 235"/>
                <a:gd name="T34" fmla="*/ 215 w 226"/>
                <a:gd name="T35" fmla="*/ 214 h 235"/>
                <a:gd name="T36" fmla="*/ 103 w 226"/>
                <a:gd name="T37" fmla="*/ 214 h 235"/>
                <a:gd name="T38" fmla="*/ 93 w 226"/>
                <a:gd name="T39" fmla="*/ 224 h 235"/>
                <a:gd name="T40" fmla="*/ 103 w 226"/>
                <a:gd name="T41" fmla="*/ 235 h 235"/>
                <a:gd name="T42" fmla="*/ 215 w 226"/>
                <a:gd name="T43" fmla="*/ 235 h 235"/>
                <a:gd name="T44" fmla="*/ 226 w 226"/>
                <a:gd name="T45" fmla="*/ 224 h 235"/>
                <a:gd name="T46" fmla="*/ 215 w 226"/>
                <a:gd name="T47" fmla="*/ 214 h 235"/>
                <a:gd name="T48" fmla="*/ 103 w 226"/>
                <a:gd name="T49" fmla="*/ 192 h 235"/>
                <a:gd name="T50" fmla="*/ 199 w 226"/>
                <a:gd name="T51" fmla="*/ 192 h 235"/>
                <a:gd name="T52" fmla="*/ 210 w 226"/>
                <a:gd name="T53" fmla="*/ 182 h 235"/>
                <a:gd name="T54" fmla="*/ 199 w 226"/>
                <a:gd name="T55" fmla="*/ 171 h 235"/>
                <a:gd name="T56" fmla="*/ 103 w 226"/>
                <a:gd name="T57" fmla="*/ 171 h 235"/>
                <a:gd name="T58" fmla="*/ 93 w 226"/>
                <a:gd name="T59" fmla="*/ 182 h 235"/>
                <a:gd name="T60" fmla="*/ 103 w 226"/>
                <a:gd name="T61" fmla="*/ 192 h 235"/>
                <a:gd name="T62" fmla="*/ 103 w 226"/>
                <a:gd name="T63" fmla="*/ 150 h 235"/>
                <a:gd name="T64" fmla="*/ 178 w 226"/>
                <a:gd name="T65" fmla="*/ 150 h 235"/>
                <a:gd name="T66" fmla="*/ 189 w 226"/>
                <a:gd name="T67" fmla="*/ 139 h 235"/>
                <a:gd name="T68" fmla="*/ 178 w 226"/>
                <a:gd name="T69" fmla="*/ 128 h 235"/>
                <a:gd name="T70" fmla="*/ 103 w 226"/>
                <a:gd name="T71" fmla="*/ 128 h 235"/>
                <a:gd name="T72" fmla="*/ 93 w 226"/>
                <a:gd name="T73" fmla="*/ 139 h 235"/>
                <a:gd name="T74" fmla="*/ 103 w 226"/>
                <a:gd name="T75" fmla="*/ 150 h 235"/>
                <a:gd name="T76" fmla="*/ 103 w 226"/>
                <a:gd name="T77" fmla="*/ 107 h 235"/>
                <a:gd name="T78" fmla="*/ 157 w 226"/>
                <a:gd name="T79" fmla="*/ 107 h 235"/>
                <a:gd name="T80" fmla="*/ 167 w 226"/>
                <a:gd name="T81" fmla="*/ 96 h 235"/>
                <a:gd name="T82" fmla="*/ 157 w 226"/>
                <a:gd name="T83" fmla="*/ 86 h 235"/>
                <a:gd name="T84" fmla="*/ 103 w 226"/>
                <a:gd name="T85" fmla="*/ 86 h 235"/>
                <a:gd name="T86" fmla="*/ 93 w 226"/>
                <a:gd name="T87" fmla="*/ 96 h 235"/>
                <a:gd name="T88" fmla="*/ 103 w 226"/>
                <a:gd name="T89" fmla="*/ 107 h 235"/>
                <a:gd name="T90" fmla="*/ 103 w 226"/>
                <a:gd name="T91" fmla="*/ 64 h 235"/>
                <a:gd name="T92" fmla="*/ 135 w 226"/>
                <a:gd name="T93" fmla="*/ 64 h 235"/>
                <a:gd name="T94" fmla="*/ 146 w 226"/>
                <a:gd name="T95" fmla="*/ 54 h 235"/>
                <a:gd name="T96" fmla="*/ 135 w 226"/>
                <a:gd name="T97" fmla="*/ 43 h 235"/>
                <a:gd name="T98" fmla="*/ 103 w 226"/>
                <a:gd name="T99" fmla="*/ 43 h 235"/>
                <a:gd name="T100" fmla="*/ 93 w 226"/>
                <a:gd name="T101" fmla="*/ 54 h 235"/>
                <a:gd name="T102" fmla="*/ 103 w 226"/>
                <a:gd name="T103" fmla="*/ 64 h 235"/>
                <a:gd name="T104" fmla="*/ 103 w 226"/>
                <a:gd name="T105" fmla="*/ 22 h 235"/>
                <a:gd name="T106" fmla="*/ 114 w 226"/>
                <a:gd name="T107" fmla="*/ 22 h 235"/>
                <a:gd name="T108" fmla="*/ 125 w 226"/>
                <a:gd name="T109" fmla="*/ 11 h 235"/>
                <a:gd name="T110" fmla="*/ 114 w 226"/>
                <a:gd name="T111" fmla="*/ 0 h 235"/>
                <a:gd name="T112" fmla="*/ 103 w 226"/>
                <a:gd name="T113" fmla="*/ 0 h 235"/>
                <a:gd name="T114" fmla="*/ 93 w 226"/>
                <a:gd name="T115" fmla="*/ 11 h 235"/>
                <a:gd name="T116" fmla="*/ 103 w 226"/>
                <a:gd name="T117" fmla="*/ 2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6" h="235">
                  <a:moveTo>
                    <a:pt x="74" y="189"/>
                  </a:moveTo>
                  <a:cubicBezTo>
                    <a:pt x="79" y="193"/>
                    <a:pt x="79" y="200"/>
                    <a:pt x="74" y="204"/>
                  </a:cubicBezTo>
                  <a:cubicBezTo>
                    <a:pt x="47" y="232"/>
                    <a:pt x="47" y="232"/>
                    <a:pt x="47" y="232"/>
                  </a:cubicBezTo>
                  <a:cubicBezTo>
                    <a:pt x="46" y="233"/>
                    <a:pt x="45" y="234"/>
                    <a:pt x="43" y="234"/>
                  </a:cubicBezTo>
                  <a:cubicBezTo>
                    <a:pt x="42" y="235"/>
                    <a:pt x="41" y="235"/>
                    <a:pt x="39" y="235"/>
                  </a:cubicBezTo>
                  <a:cubicBezTo>
                    <a:pt x="38" y="235"/>
                    <a:pt x="37" y="235"/>
                    <a:pt x="35" y="234"/>
                  </a:cubicBezTo>
                  <a:cubicBezTo>
                    <a:pt x="34" y="234"/>
                    <a:pt x="33" y="233"/>
                    <a:pt x="32" y="232"/>
                  </a:cubicBezTo>
                  <a:cubicBezTo>
                    <a:pt x="4" y="204"/>
                    <a:pt x="4" y="204"/>
                    <a:pt x="4" y="204"/>
                  </a:cubicBezTo>
                  <a:cubicBezTo>
                    <a:pt x="0" y="200"/>
                    <a:pt x="0" y="193"/>
                    <a:pt x="4" y="189"/>
                  </a:cubicBezTo>
                  <a:cubicBezTo>
                    <a:pt x="8" y="185"/>
                    <a:pt x="15" y="185"/>
                    <a:pt x="19" y="189"/>
                  </a:cubicBezTo>
                  <a:cubicBezTo>
                    <a:pt x="29" y="199"/>
                    <a:pt x="29" y="199"/>
                    <a:pt x="29" y="199"/>
                  </a:cubicBezTo>
                  <a:cubicBezTo>
                    <a:pt x="29" y="11"/>
                    <a:pt x="29" y="11"/>
                    <a:pt x="29" y="11"/>
                  </a:cubicBezTo>
                  <a:cubicBezTo>
                    <a:pt x="29" y="5"/>
                    <a:pt x="33" y="0"/>
                    <a:pt x="39" y="0"/>
                  </a:cubicBezTo>
                  <a:cubicBezTo>
                    <a:pt x="45" y="0"/>
                    <a:pt x="50" y="5"/>
                    <a:pt x="50" y="11"/>
                  </a:cubicBezTo>
                  <a:cubicBezTo>
                    <a:pt x="50" y="199"/>
                    <a:pt x="50" y="199"/>
                    <a:pt x="50" y="199"/>
                  </a:cubicBezTo>
                  <a:cubicBezTo>
                    <a:pt x="59" y="189"/>
                    <a:pt x="59" y="189"/>
                    <a:pt x="59" y="189"/>
                  </a:cubicBezTo>
                  <a:cubicBezTo>
                    <a:pt x="64" y="185"/>
                    <a:pt x="70" y="185"/>
                    <a:pt x="74" y="189"/>
                  </a:cubicBezTo>
                  <a:close/>
                  <a:moveTo>
                    <a:pt x="215" y="214"/>
                  </a:moveTo>
                  <a:cubicBezTo>
                    <a:pt x="103" y="214"/>
                    <a:pt x="103" y="214"/>
                    <a:pt x="103" y="214"/>
                  </a:cubicBezTo>
                  <a:cubicBezTo>
                    <a:pt x="97" y="214"/>
                    <a:pt x="93" y="218"/>
                    <a:pt x="93" y="224"/>
                  </a:cubicBezTo>
                  <a:cubicBezTo>
                    <a:pt x="93" y="230"/>
                    <a:pt x="97" y="235"/>
                    <a:pt x="103" y="235"/>
                  </a:cubicBezTo>
                  <a:cubicBezTo>
                    <a:pt x="215" y="235"/>
                    <a:pt x="215" y="235"/>
                    <a:pt x="215" y="235"/>
                  </a:cubicBezTo>
                  <a:cubicBezTo>
                    <a:pt x="221" y="235"/>
                    <a:pt x="226" y="230"/>
                    <a:pt x="226" y="224"/>
                  </a:cubicBezTo>
                  <a:cubicBezTo>
                    <a:pt x="226" y="218"/>
                    <a:pt x="221" y="214"/>
                    <a:pt x="215" y="214"/>
                  </a:cubicBezTo>
                  <a:close/>
                  <a:moveTo>
                    <a:pt x="103" y="192"/>
                  </a:moveTo>
                  <a:cubicBezTo>
                    <a:pt x="199" y="192"/>
                    <a:pt x="199" y="192"/>
                    <a:pt x="199" y="192"/>
                  </a:cubicBezTo>
                  <a:cubicBezTo>
                    <a:pt x="205" y="192"/>
                    <a:pt x="210" y="188"/>
                    <a:pt x="210" y="182"/>
                  </a:cubicBezTo>
                  <a:cubicBezTo>
                    <a:pt x="210" y="176"/>
                    <a:pt x="205" y="171"/>
                    <a:pt x="199" y="171"/>
                  </a:cubicBezTo>
                  <a:cubicBezTo>
                    <a:pt x="103" y="171"/>
                    <a:pt x="103" y="171"/>
                    <a:pt x="103" y="171"/>
                  </a:cubicBezTo>
                  <a:cubicBezTo>
                    <a:pt x="97" y="171"/>
                    <a:pt x="93" y="176"/>
                    <a:pt x="93" y="182"/>
                  </a:cubicBezTo>
                  <a:cubicBezTo>
                    <a:pt x="93" y="188"/>
                    <a:pt x="97" y="192"/>
                    <a:pt x="103" y="192"/>
                  </a:cubicBezTo>
                  <a:close/>
                  <a:moveTo>
                    <a:pt x="103" y="150"/>
                  </a:moveTo>
                  <a:cubicBezTo>
                    <a:pt x="178" y="150"/>
                    <a:pt x="178" y="150"/>
                    <a:pt x="178" y="150"/>
                  </a:cubicBezTo>
                  <a:cubicBezTo>
                    <a:pt x="184" y="150"/>
                    <a:pt x="189" y="145"/>
                    <a:pt x="189" y="139"/>
                  </a:cubicBezTo>
                  <a:cubicBezTo>
                    <a:pt x="189" y="133"/>
                    <a:pt x="184" y="128"/>
                    <a:pt x="178" y="128"/>
                  </a:cubicBezTo>
                  <a:cubicBezTo>
                    <a:pt x="103" y="128"/>
                    <a:pt x="103" y="128"/>
                    <a:pt x="103" y="128"/>
                  </a:cubicBezTo>
                  <a:cubicBezTo>
                    <a:pt x="97" y="128"/>
                    <a:pt x="93" y="133"/>
                    <a:pt x="93" y="139"/>
                  </a:cubicBezTo>
                  <a:cubicBezTo>
                    <a:pt x="93" y="145"/>
                    <a:pt x="97" y="150"/>
                    <a:pt x="103" y="150"/>
                  </a:cubicBezTo>
                  <a:close/>
                  <a:moveTo>
                    <a:pt x="103" y="107"/>
                  </a:moveTo>
                  <a:cubicBezTo>
                    <a:pt x="157" y="107"/>
                    <a:pt x="157" y="107"/>
                    <a:pt x="157" y="107"/>
                  </a:cubicBezTo>
                  <a:cubicBezTo>
                    <a:pt x="163" y="107"/>
                    <a:pt x="167" y="102"/>
                    <a:pt x="167" y="96"/>
                  </a:cubicBezTo>
                  <a:cubicBezTo>
                    <a:pt x="167" y="90"/>
                    <a:pt x="163" y="86"/>
                    <a:pt x="157" y="86"/>
                  </a:cubicBezTo>
                  <a:cubicBezTo>
                    <a:pt x="103" y="86"/>
                    <a:pt x="103" y="86"/>
                    <a:pt x="103" y="86"/>
                  </a:cubicBezTo>
                  <a:cubicBezTo>
                    <a:pt x="97" y="86"/>
                    <a:pt x="93" y="90"/>
                    <a:pt x="93" y="96"/>
                  </a:cubicBezTo>
                  <a:cubicBezTo>
                    <a:pt x="93" y="102"/>
                    <a:pt x="97" y="107"/>
                    <a:pt x="103" y="107"/>
                  </a:cubicBezTo>
                  <a:close/>
                  <a:moveTo>
                    <a:pt x="103" y="64"/>
                  </a:moveTo>
                  <a:cubicBezTo>
                    <a:pt x="135" y="64"/>
                    <a:pt x="135" y="64"/>
                    <a:pt x="135" y="64"/>
                  </a:cubicBezTo>
                  <a:cubicBezTo>
                    <a:pt x="141" y="64"/>
                    <a:pt x="146" y="60"/>
                    <a:pt x="146" y="54"/>
                  </a:cubicBezTo>
                  <a:cubicBezTo>
                    <a:pt x="146" y="48"/>
                    <a:pt x="141" y="43"/>
                    <a:pt x="135" y="43"/>
                  </a:cubicBezTo>
                  <a:cubicBezTo>
                    <a:pt x="103" y="43"/>
                    <a:pt x="103" y="43"/>
                    <a:pt x="103" y="43"/>
                  </a:cubicBezTo>
                  <a:cubicBezTo>
                    <a:pt x="97" y="43"/>
                    <a:pt x="93" y="48"/>
                    <a:pt x="93" y="54"/>
                  </a:cubicBezTo>
                  <a:cubicBezTo>
                    <a:pt x="93" y="60"/>
                    <a:pt x="97" y="64"/>
                    <a:pt x="103" y="64"/>
                  </a:cubicBezTo>
                  <a:close/>
                  <a:moveTo>
                    <a:pt x="103" y="22"/>
                  </a:moveTo>
                  <a:cubicBezTo>
                    <a:pt x="114" y="22"/>
                    <a:pt x="114" y="22"/>
                    <a:pt x="114" y="22"/>
                  </a:cubicBezTo>
                  <a:cubicBezTo>
                    <a:pt x="120" y="22"/>
                    <a:pt x="125" y="17"/>
                    <a:pt x="125" y="11"/>
                  </a:cubicBezTo>
                  <a:cubicBezTo>
                    <a:pt x="125" y="5"/>
                    <a:pt x="120" y="0"/>
                    <a:pt x="114" y="0"/>
                  </a:cubicBezTo>
                  <a:cubicBezTo>
                    <a:pt x="103" y="0"/>
                    <a:pt x="103" y="0"/>
                    <a:pt x="103" y="0"/>
                  </a:cubicBezTo>
                  <a:cubicBezTo>
                    <a:pt x="97" y="0"/>
                    <a:pt x="93" y="5"/>
                    <a:pt x="93" y="11"/>
                  </a:cubicBezTo>
                  <a:cubicBezTo>
                    <a:pt x="93" y="17"/>
                    <a:pt x="97" y="22"/>
                    <a:pt x="103"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9626" tIns="34813" rIns="69626" bIns="34813" numCol="1" anchor="t" anchorCtr="0" compatLnSpc="1">
              <a:prstTxWarp prst="textNoShape">
                <a:avLst/>
              </a:prstTxWarp>
            </a:bodyPr>
            <a:lstStyle/>
            <a:p>
              <a:pPr defTabSz="928393">
                <a:defRPr/>
              </a:pPr>
              <a:endParaRPr lang="en-GB" sz="1827" kern="0" dirty="0">
                <a:solidFill>
                  <a:prstClr val="black"/>
                </a:solidFill>
                <a:latin typeface="Calibri Light"/>
                <a:ea typeface="ヒラギノ角ゴ ProN W3" charset="0"/>
                <a:sym typeface="Gotham Book" charset="0"/>
              </a:endParaRPr>
            </a:p>
          </p:txBody>
        </p:sp>
      </p:grpSp>
      <p:sp>
        <p:nvSpPr>
          <p:cNvPr id="98" name="TextBox 97">
            <a:extLst>
              <a:ext uri="{FF2B5EF4-FFF2-40B4-BE49-F238E27FC236}">
                <a16:creationId xmlns:a16="http://schemas.microsoft.com/office/drawing/2014/main" id="{A29574C9-3943-4A79-97F4-DC431EB189BB}"/>
              </a:ext>
            </a:extLst>
          </p:cNvPr>
          <p:cNvSpPr txBox="1"/>
          <p:nvPr/>
        </p:nvSpPr>
        <p:spPr>
          <a:xfrm>
            <a:off x="7443737" y="3000711"/>
            <a:ext cx="2034688" cy="220381"/>
          </a:xfrm>
          <a:prstGeom prst="rect">
            <a:avLst/>
          </a:prstGeom>
          <a:noFill/>
        </p:spPr>
        <p:txBody>
          <a:bodyPr wrap="square" lIns="0" tIns="0" rIns="0" bIns="0" rtlCol="0">
            <a:spAutoFit/>
          </a:bodyPr>
          <a:lstStyle/>
          <a:p>
            <a:pPr algn="ctr" defTabSz="928393">
              <a:spcBef>
                <a:spcPts val="457"/>
              </a:spcBef>
              <a:buSzPct val="100000"/>
              <a:defRPr/>
            </a:pPr>
            <a:r>
              <a:rPr lang="en-US" sz="1400" b="1" kern="0" dirty="0">
                <a:solidFill>
                  <a:srgbClr val="007CB0"/>
                </a:solidFill>
                <a:latin typeface="Aptos" panose="020B0004020202020204" pitchFamily="34" charset="0"/>
                <a:ea typeface="ヒラギノ角ゴ ProN W3" charset="0"/>
                <a:sym typeface="Gotham Book" charset="0"/>
              </a:rPr>
              <a:t>XXX</a:t>
            </a:r>
          </a:p>
        </p:txBody>
      </p:sp>
      <p:sp>
        <p:nvSpPr>
          <p:cNvPr id="99" name="TextBox 98">
            <a:extLst>
              <a:ext uri="{FF2B5EF4-FFF2-40B4-BE49-F238E27FC236}">
                <a16:creationId xmlns:a16="http://schemas.microsoft.com/office/drawing/2014/main" id="{8404D7E6-2A9D-4F49-A390-5A986B833120}"/>
              </a:ext>
            </a:extLst>
          </p:cNvPr>
          <p:cNvSpPr txBox="1"/>
          <p:nvPr/>
        </p:nvSpPr>
        <p:spPr>
          <a:xfrm>
            <a:off x="7495356" y="3284152"/>
            <a:ext cx="1931447" cy="492058"/>
          </a:xfrm>
          <a:prstGeom prst="rect">
            <a:avLst/>
          </a:prstGeom>
          <a:noFill/>
        </p:spPr>
        <p:txBody>
          <a:bodyPr wrap="square" lIns="0" tIns="0" rIns="0" bIns="0" rtlCol="0">
            <a:spAutoFit/>
          </a:bodyPr>
          <a:lstStyle/>
          <a:p>
            <a:pPr algn="ctr" defTabSz="928393">
              <a:spcBef>
                <a:spcPts val="457"/>
              </a:spcBef>
              <a:buSzPct val="100000"/>
              <a:defRPr/>
            </a:pPr>
            <a:r>
              <a:rPr lang="en-US" sz="1066" i="1" kern="0" dirty="0">
                <a:latin typeface="Aptos" panose="020B0004020202020204" pitchFamily="34" charset="0"/>
                <a:ea typeface="ヒラギノ角ゴ ProN W3" charset="0"/>
                <a:sym typeface="Gotham Book" charset="0"/>
              </a:rPr>
              <a:t>This is dummy text it is not here to be read. The is just text to show where you could insert text</a:t>
            </a:r>
          </a:p>
        </p:txBody>
      </p:sp>
      <p:cxnSp>
        <p:nvCxnSpPr>
          <p:cNvPr id="102" name="Straight Connector 101">
            <a:extLst>
              <a:ext uri="{FF2B5EF4-FFF2-40B4-BE49-F238E27FC236}">
                <a16:creationId xmlns:a16="http://schemas.microsoft.com/office/drawing/2014/main" id="{6D1200C9-41D3-40A9-9028-0DE19FEC8607}"/>
              </a:ext>
            </a:extLst>
          </p:cNvPr>
          <p:cNvCxnSpPr/>
          <p:nvPr/>
        </p:nvCxnSpPr>
        <p:spPr>
          <a:xfrm>
            <a:off x="4220480" y="2486189"/>
            <a:ext cx="1435097" cy="0"/>
          </a:xfrm>
          <a:prstGeom prst="line">
            <a:avLst/>
          </a:prstGeom>
          <a:noFill/>
          <a:ln w="9525" cap="flat" cmpd="sng" algn="ctr">
            <a:solidFill>
              <a:srgbClr val="53565A"/>
            </a:solidFill>
            <a:prstDash val="dash"/>
          </a:ln>
          <a:effectLst/>
        </p:spPr>
      </p:cxnSp>
      <p:sp>
        <p:nvSpPr>
          <p:cNvPr id="103" name="Rectangle 102">
            <a:extLst>
              <a:ext uri="{FF2B5EF4-FFF2-40B4-BE49-F238E27FC236}">
                <a16:creationId xmlns:a16="http://schemas.microsoft.com/office/drawing/2014/main" id="{FC8694FA-A357-4788-A1BA-B564228DBA69}"/>
              </a:ext>
            </a:extLst>
          </p:cNvPr>
          <p:cNvSpPr/>
          <p:nvPr/>
        </p:nvSpPr>
        <p:spPr>
          <a:xfrm>
            <a:off x="4477141" y="4898948"/>
            <a:ext cx="1589212" cy="368775"/>
          </a:xfrm>
          <a:prstGeom prst="rect">
            <a:avLst/>
          </a:prstGeom>
          <a:solidFill>
            <a:schemeClr val="accent2"/>
          </a:solidFill>
          <a:ln w="12700" cap="flat" cmpd="sng" algn="ctr">
            <a:noFill/>
            <a:prstDash val="solid"/>
          </a:ln>
          <a:effectLst/>
        </p:spPr>
        <p:txBody>
          <a:bodyPr wrap="square" lIns="0" tIns="0" rIns="0" bIns="0" rtlCol="0" anchor="ctr">
            <a:noAutofit/>
          </a:bodyPr>
          <a:lstStyle/>
          <a:p>
            <a:pPr marL="119576" defTabSz="545785" fontAlgn="base">
              <a:spcBef>
                <a:spcPct val="0"/>
              </a:spcBef>
              <a:spcAft>
                <a:spcPct val="0"/>
              </a:spcAft>
              <a:defRPr/>
            </a:pPr>
            <a:r>
              <a:rPr lang="en-US" sz="1600" kern="0" dirty="0">
                <a:latin typeface="Aptos" panose="020B0004020202020204" pitchFamily="34" charset="0"/>
                <a:cs typeface="Segoe UI Light" panose="020B0502040204020203" pitchFamily="34" charset="0"/>
                <a:sym typeface="Gotham Book" charset="0"/>
              </a:rPr>
              <a:t>Lorem ipsum </a:t>
            </a:r>
          </a:p>
        </p:txBody>
      </p:sp>
      <p:grpSp>
        <p:nvGrpSpPr>
          <p:cNvPr id="104" name="Group 103">
            <a:extLst>
              <a:ext uri="{FF2B5EF4-FFF2-40B4-BE49-F238E27FC236}">
                <a16:creationId xmlns:a16="http://schemas.microsoft.com/office/drawing/2014/main" id="{E3109D7B-8D0F-48B1-AB6A-EC4A20817F05}"/>
              </a:ext>
            </a:extLst>
          </p:cNvPr>
          <p:cNvGrpSpPr/>
          <p:nvPr/>
        </p:nvGrpSpPr>
        <p:grpSpPr>
          <a:xfrm>
            <a:off x="5888192" y="4698088"/>
            <a:ext cx="611929" cy="771460"/>
            <a:chOff x="4021476" y="4032693"/>
            <a:chExt cx="1025286" cy="1292583"/>
          </a:xfrm>
        </p:grpSpPr>
        <p:sp>
          <p:nvSpPr>
            <p:cNvPr id="105" name="Oval 104">
              <a:extLst>
                <a:ext uri="{FF2B5EF4-FFF2-40B4-BE49-F238E27FC236}">
                  <a16:creationId xmlns:a16="http://schemas.microsoft.com/office/drawing/2014/main" id="{597A1B8C-ECFE-4C8C-92FA-A49668DFBB03}"/>
                </a:ext>
              </a:extLst>
            </p:cNvPr>
            <p:cNvSpPr>
              <a:spLocks noChangeAspect="1"/>
            </p:cNvSpPr>
            <p:nvPr/>
          </p:nvSpPr>
          <p:spPr>
            <a:xfrm>
              <a:off x="4021476" y="4179037"/>
              <a:ext cx="1025286" cy="996771"/>
            </a:xfrm>
            <a:prstGeom prst="ellipse">
              <a:avLst/>
            </a:prstGeom>
            <a:solidFill>
              <a:schemeClr val="accent2">
                <a:alpha val="45000"/>
              </a:schemeClr>
            </a:solidFill>
            <a:ln w="12700" cap="flat" cmpd="sng" algn="ctr">
              <a:noFill/>
              <a:prstDash val="solid"/>
            </a:ln>
            <a:effectLst/>
          </p:spPr>
          <p:txBody>
            <a:bodyPr wrap="square" rtlCol="0" anchor="ctr">
              <a:spAutoFit/>
            </a:bodyPr>
            <a:lstStyle/>
            <a:p>
              <a:pPr marL="188626" indent="-188626" defTabSz="545785" fontAlgn="base">
                <a:spcBef>
                  <a:spcPct val="0"/>
                </a:spcBef>
                <a:spcAft>
                  <a:spcPct val="0"/>
                </a:spcAft>
                <a:buFont typeface="Arial" panose="020B0604020202020204" pitchFamily="34" charset="0"/>
                <a:buChar char="•"/>
                <a:defRPr/>
              </a:pPr>
              <a:endParaRPr lang="en-US" sz="2149" kern="0" dirty="0">
                <a:solidFill>
                  <a:prstClr val="black"/>
                </a:solidFill>
                <a:latin typeface="Verdana"/>
                <a:sym typeface="Gotham Book" charset="0"/>
              </a:endParaRPr>
            </a:p>
          </p:txBody>
        </p:sp>
        <p:sp>
          <p:nvSpPr>
            <p:cNvPr id="106" name="Rectangle 105">
              <a:extLst>
                <a:ext uri="{FF2B5EF4-FFF2-40B4-BE49-F238E27FC236}">
                  <a16:creationId xmlns:a16="http://schemas.microsoft.com/office/drawing/2014/main" id="{922A694F-CF94-45C4-BAA9-2EB4B759863C}"/>
                </a:ext>
              </a:extLst>
            </p:cNvPr>
            <p:cNvSpPr/>
            <p:nvPr/>
          </p:nvSpPr>
          <p:spPr>
            <a:xfrm>
              <a:off x="4119860" y="4862668"/>
              <a:ext cx="914402" cy="462608"/>
            </a:xfrm>
            <a:prstGeom prst="rect">
              <a:avLst/>
            </a:prstGeom>
            <a:solidFill>
              <a:sysClr val="window" lastClr="FFFFFF"/>
            </a:solidFill>
            <a:ln w="12700" cap="flat" cmpd="sng" algn="ctr">
              <a:noFill/>
              <a:prstDash val="solid"/>
            </a:ln>
            <a:effectLst/>
          </p:spPr>
          <p:txBody>
            <a:bodyPr rtlCol="0" anchor="ctr">
              <a:spAutoFit/>
            </a:bodyPr>
            <a:lstStyle/>
            <a:p>
              <a:pPr marL="106125" indent="-106125" defTabSz="545785" fontAlgn="base">
                <a:spcBef>
                  <a:spcPct val="0"/>
                </a:spcBef>
                <a:spcAft>
                  <a:spcPct val="0"/>
                </a:spcAft>
                <a:buFont typeface="Arial" panose="020B0604020202020204" pitchFamily="34" charset="0"/>
                <a:buChar char="•"/>
                <a:defRPr/>
              </a:pPr>
              <a:endParaRPr lang="en-US" sz="1194" kern="0" dirty="0">
                <a:solidFill>
                  <a:prstClr val="black"/>
                </a:solidFill>
                <a:latin typeface="Verdana"/>
                <a:sym typeface="Gotham Book" charset="0"/>
              </a:endParaRPr>
            </a:p>
          </p:txBody>
        </p:sp>
        <p:sp>
          <p:nvSpPr>
            <p:cNvPr id="107" name="Rectangle 106">
              <a:extLst>
                <a:ext uri="{FF2B5EF4-FFF2-40B4-BE49-F238E27FC236}">
                  <a16:creationId xmlns:a16="http://schemas.microsoft.com/office/drawing/2014/main" id="{4C03D79A-0107-4182-A56F-27DAD94E2526}"/>
                </a:ext>
              </a:extLst>
            </p:cNvPr>
            <p:cNvSpPr/>
            <p:nvPr/>
          </p:nvSpPr>
          <p:spPr>
            <a:xfrm>
              <a:off x="4099672" y="4032693"/>
              <a:ext cx="914402" cy="462608"/>
            </a:xfrm>
            <a:prstGeom prst="rect">
              <a:avLst/>
            </a:prstGeom>
            <a:solidFill>
              <a:sysClr val="window" lastClr="FFFFFF"/>
            </a:solidFill>
            <a:ln w="12700" cap="flat" cmpd="sng" algn="ctr">
              <a:noFill/>
              <a:prstDash val="solid"/>
            </a:ln>
            <a:effectLst/>
          </p:spPr>
          <p:txBody>
            <a:bodyPr rtlCol="0" anchor="ctr">
              <a:spAutoFit/>
            </a:bodyPr>
            <a:lstStyle/>
            <a:p>
              <a:pPr marL="106125" indent="-106125" defTabSz="545785" fontAlgn="base">
                <a:spcBef>
                  <a:spcPct val="0"/>
                </a:spcBef>
                <a:spcAft>
                  <a:spcPct val="0"/>
                </a:spcAft>
                <a:buFont typeface="Arial" panose="020B0604020202020204" pitchFamily="34" charset="0"/>
                <a:buChar char="•"/>
                <a:defRPr/>
              </a:pPr>
              <a:endParaRPr lang="en-US" sz="1194" kern="0" dirty="0">
                <a:solidFill>
                  <a:prstClr val="black"/>
                </a:solidFill>
                <a:latin typeface="Verdana"/>
                <a:sym typeface="Gotham Book" charset="0"/>
              </a:endParaRPr>
            </a:p>
          </p:txBody>
        </p:sp>
      </p:grpSp>
      <p:sp>
        <p:nvSpPr>
          <p:cNvPr id="108" name="Rectangle 107">
            <a:extLst>
              <a:ext uri="{FF2B5EF4-FFF2-40B4-BE49-F238E27FC236}">
                <a16:creationId xmlns:a16="http://schemas.microsoft.com/office/drawing/2014/main" id="{E2502D9B-A7BA-4857-82C7-09872D077B02}"/>
              </a:ext>
            </a:extLst>
          </p:cNvPr>
          <p:cNvSpPr/>
          <p:nvPr/>
        </p:nvSpPr>
        <p:spPr>
          <a:xfrm>
            <a:off x="2351766" y="4900729"/>
            <a:ext cx="1672134" cy="365207"/>
          </a:xfrm>
          <a:prstGeom prst="rect">
            <a:avLst/>
          </a:prstGeom>
          <a:solidFill>
            <a:schemeClr val="accent1"/>
          </a:solidFill>
          <a:ln w="12700" cap="flat" cmpd="sng" algn="ctr">
            <a:noFill/>
            <a:prstDash val="solid"/>
          </a:ln>
          <a:effectLst/>
        </p:spPr>
        <p:txBody>
          <a:bodyPr wrap="square" lIns="0" tIns="0" rIns="0" bIns="0" rtlCol="0" anchor="ctr">
            <a:noAutofit/>
          </a:bodyPr>
          <a:lstStyle/>
          <a:p>
            <a:pPr marL="119576" defTabSz="545785" fontAlgn="base">
              <a:spcBef>
                <a:spcPct val="0"/>
              </a:spcBef>
              <a:spcAft>
                <a:spcPct val="0"/>
              </a:spcAft>
              <a:defRPr/>
            </a:pPr>
            <a:r>
              <a:rPr lang="en-US" sz="1600" kern="0" dirty="0">
                <a:latin typeface="Aptos" panose="020B0004020202020204" pitchFamily="34" charset="0"/>
                <a:cs typeface="Segoe UI Light" panose="020B0502040204020203" pitchFamily="34" charset="0"/>
                <a:sym typeface="Gotham Book" charset="0"/>
              </a:rPr>
              <a:t>Lorem ipsum </a:t>
            </a:r>
          </a:p>
        </p:txBody>
      </p:sp>
      <p:sp>
        <p:nvSpPr>
          <p:cNvPr id="110" name="Oval 109">
            <a:extLst>
              <a:ext uri="{FF2B5EF4-FFF2-40B4-BE49-F238E27FC236}">
                <a16:creationId xmlns:a16="http://schemas.microsoft.com/office/drawing/2014/main" id="{4A235EED-7B27-4903-8E63-429165393172}"/>
              </a:ext>
            </a:extLst>
          </p:cNvPr>
          <p:cNvSpPr>
            <a:spLocks noChangeAspect="1"/>
          </p:cNvSpPr>
          <p:nvPr/>
        </p:nvSpPr>
        <p:spPr>
          <a:xfrm>
            <a:off x="3866822" y="4785441"/>
            <a:ext cx="611929" cy="594909"/>
          </a:xfrm>
          <a:prstGeom prst="ellipse">
            <a:avLst/>
          </a:prstGeom>
          <a:solidFill>
            <a:schemeClr val="accent1"/>
          </a:solidFill>
          <a:ln w="12700" cap="flat" cmpd="sng" algn="ctr">
            <a:noFill/>
            <a:prstDash val="solid"/>
          </a:ln>
          <a:effectLst/>
        </p:spPr>
        <p:txBody>
          <a:bodyPr wrap="square" rtlCol="0" anchor="ctr">
            <a:spAutoFit/>
          </a:bodyPr>
          <a:lstStyle/>
          <a:p>
            <a:pPr marL="188626" indent="-188626" defTabSz="545785" fontAlgn="base">
              <a:spcBef>
                <a:spcPct val="0"/>
              </a:spcBef>
              <a:spcAft>
                <a:spcPct val="0"/>
              </a:spcAft>
              <a:buFont typeface="Arial" panose="020B0604020202020204" pitchFamily="34" charset="0"/>
              <a:buChar char="•"/>
              <a:defRPr/>
            </a:pPr>
            <a:endParaRPr lang="en-US" sz="2149" kern="0" dirty="0">
              <a:solidFill>
                <a:prstClr val="black"/>
              </a:solidFill>
              <a:latin typeface="Verdana"/>
              <a:sym typeface="Gotham Book" charset="0"/>
            </a:endParaRPr>
          </a:p>
        </p:txBody>
      </p:sp>
      <p:sp>
        <p:nvSpPr>
          <p:cNvPr id="111" name="Rectangle 110">
            <a:extLst>
              <a:ext uri="{FF2B5EF4-FFF2-40B4-BE49-F238E27FC236}">
                <a16:creationId xmlns:a16="http://schemas.microsoft.com/office/drawing/2014/main" id="{F5BC6ABB-7A10-4FD1-878F-1C7BE465C586}"/>
              </a:ext>
            </a:extLst>
          </p:cNvPr>
          <p:cNvSpPr/>
          <p:nvPr/>
        </p:nvSpPr>
        <p:spPr>
          <a:xfrm>
            <a:off x="3889668" y="5191806"/>
            <a:ext cx="545748" cy="276101"/>
          </a:xfrm>
          <a:prstGeom prst="rect">
            <a:avLst/>
          </a:prstGeom>
          <a:solidFill>
            <a:sysClr val="window" lastClr="FFFFFF"/>
          </a:solidFill>
          <a:ln w="12700" cap="flat" cmpd="sng" algn="ctr">
            <a:noFill/>
            <a:prstDash val="solid"/>
          </a:ln>
          <a:effectLst/>
        </p:spPr>
        <p:txBody>
          <a:bodyPr rtlCol="0" anchor="ctr">
            <a:spAutoFit/>
          </a:bodyPr>
          <a:lstStyle/>
          <a:p>
            <a:pPr marL="106125" indent="-106125" defTabSz="545785" fontAlgn="base">
              <a:spcBef>
                <a:spcPct val="0"/>
              </a:spcBef>
              <a:spcAft>
                <a:spcPct val="0"/>
              </a:spcAft>
              <a:buFont typeface="Arial" panose="020B0604020202020204" pitchFamily="34" charset="0"/>
              <a:buChar char="•"/>
              <a:defRPr/>
            </a:pPr>
            <a:endParaRPr lang="en-US" sz="1194" kern="0" dirty="0">
              <a:solidFill>
                <a:prstClr val="black"/>
              </a:solidFill>
              <a:latin typeface="Verdana"/>
              <a:sym typeface="Gotham Book" charset="0"/>
            </a:endParaRPr>
          </a:p>
        </p:txBody>
      </p:sp>
      <p:sp>
        <p:nvSpPr>
          <p:cNvPr id="112" name="Rectangle 111">
            <a:extLst>
              <a:ext uri="{FF2B5EF4-FFF2-40B4-BE49-F238E27FC236}">
                <a16:creationId xmlns:a16="http://schemas.microsoft.com/office/drawing/2014/main" id="{5532CD97-83AE-4831-AC10-2F0F4BB56063}"/>
              </a:ext>
            </a:extLst>
          </p:cNvPr>
          <p:cNvSpPr/>
          <p:nvPr/>
        </p:nvSpPr>
        <p:spPr>
          <a:xfrm>
            <a:off x="3877619" y="4694866"/>
            <a:ext cx="545748" cy="276101"/>
          </a:xfrm>
          <a:prstGeom prst="rect">
            <a:avLst/>
          </a:prstGeom>
          <a:solidFill>
            <a:sysClr val="window" lastClr="FFFFFF"/>
          </a:solidFill>
          <a:ln w="12700" cap="flat" cmpd="sng" algn="ctr">
            <a:solidFill>
              <a:sysClr val="window" lastClr="FFFFFF"/>
            </a:solidFill>
            <a:prstDash val="solid"/>
          </a:ln>
          <a:effectLst/>
        </p:spPr>
        <p:txBody>
          <a:bodyPr rtlCol="0" anchor="ctr">
            <a:spAutoFit/>
          </a:bodyPr>
          <a:lstStyle/>
          <a:p>
            <a:pPr marL="106125" indent="-106125" defTabSz="545785" fontAlgn="base">
              <a:spcBef>
                <a:spcPct val="0"/>
              </a:spcBef>
              <a:spcAft>
                <a:spcPct val="0"/>
              </a:spcAft>
              <a:buFont typeface="Arial" panose="020B0604020202020204" pitchFamily="34" charset="0"/>
              <a:buChar char="•"/>
              <a:defRPr/>
            </a:pPr>
            <a:endParaRPr lang="en-US" sz="1194" kern="0" dirty="0">
              <a:solidFill>
                <a:prstClr val="black"/>
              </a:solidFill>
              <a:latin typeface="Verdana"/>
              <a:sym typeface="Gotham Book" charset="0"/>
            </a:endParaRPr>
          </a:p>
        </p:txBody>
      </p:sp>
      <p:cxnSp>
        <p:nvCxnSpPr>
          <p:cNvPr id="113" name="Straight Connector 112">
            <a:extLst>
              <a:ext uri="{FF2B5EF4-FFF2-40B4-BE49-F238E27FC236}">
                <a16:creationId xmlns:a16="http://schemas.microsoft.com/office/drawing/2014/main" id="{8563189E-970C-449A-9019-8501DD904AD6}"/>
              </a:ext>
            </a:extLst>
          </p:cNvPr>
          <p:cNvCxnSpPr/>
          <p:nvPr/>
        </p:nvCxnSpPr>
        <p:spPr>
          <a:xfrm flipH="1">
            <a:off x="2098257" y="5300170"/>
            <a:ext cx="0" cy="529883"/>
          </a:xfrm>
          <a:prstGeom prst="line">
            <a:avLst/>
          </a:prstGeom>
          <a:noFill/>
          <a:ln w="19050" cap="flat" cmpd="sng" algn="ctr">
            <a:solidFill>
              <a:sysClr val="window" lastClr="FFFFFF">
                <a:lumMod val="75000"/>
              </a:sysClr>
            </a:solidFill>
            <a:prstDash val="dash"/>
          </a:ln>
          <a:effectLst/>
        </p:spPr>
      </p:cxnSp>
      <p:grpSp>
        <p:nvGrpSpPr>
          <p:cNvPr id="114" name="Group 113">
            <a:extLst>
              <a:ext uri="{FF2B5EF4-FFF2-40B4-BE49-F238E27FC236}">
                <a16:creationId xmlns:a16="http://schemas.microsoft.com/office/drawing/2014/main" id="{23A0A80A-62E8-49A4-A1CB-DE37CE679948}"/>
              </a:ext>
            </a:extLst>
          </p:cNvPr>
          <p:cNvGrpSpPr/>
          <p:nvPr/>
        </p:nvGrpSpPr>
        <p:grpSpPr>
          <a:xfrm>
            <a:off x="4223629" y="5371418"/>
            <a:ext cx="2055450" cy="529883"/>
            <a:chOff x="4679407" y="5233333"/>
            <a:chExt cx="3443904" cy="795771"/>
          </a:xfrm>
        </p:grpSpPr>
        <p:cxnSp>
          <p:nvCxnSpPr>
            <p:cNvPr id="115" name="Straight Connector 114">
              <a:extLst>
                <a:ext uri="{FF2B5EF4-FFF2-40B4-BE49-F238E27FC236}">
                  <a16:creationId xmlns:a16="http://schemas.microsoft.com/office/drawing/2014/main" id="{9FE1FD8D-4CB7-41E7-9D01-8F268C93E096}"/>
                </a:ext>
              </a:extLst>
            </p:cNvPr>
            <p:cNvCxnSpPr/>
            <p:nvPr/>
          </p:nvCxnSpPr>
          <p:spPr>
            <a:xfrm flipH="1">
              <a:off x="4679407" y="5233333"/>
              <a:ext cx="0" cy="795771"/>
            </a:xfrm>
            <a:prstGeom prst="line">
              <a:avLst/>
            </a:prstGeom>
            <a:noFill/>
            <a:ln w="19050" cap="flat" cmpd="sng" algn="ctr">
              <a:solidFill>
                <a:sysClr val="window" lastClr="FFFFFF">
                  <a:lumMod val="75000"/>
                </a:sysClr>
              </a:solidFill>
              <a:prstDash val="dash"/>
            </a:ln>
            <a:effectLst/>
          </p:spPr>
        </p:cxnSp>
        <p:cxnSp>
          <p:nvCxnSpPr>
            <p:cNvPr id="116" name="Straight Connector 115">
              <a:extLst>
                <a:ext uri="{FF2B5EF4-FFF2-40B4-BE49-F238E27FC236}">
                  <a16:creationId xmlns:a16="http://schemas.microsoft.com/office/drawing/2014/main" id="{61722F0B-6184-45A2-9632-B29D2BA28FC6}"/>
                </a:ext>
              </a:extLst>
            </p:cNvPr>
            <p:cNvCxnSpPr/>
            <p:nvPr/>
          </p:nvCxnSpPr>
          <p:spPr>
            <a:xfrm flipH="1">
              <a:off x="8123311" y="5233333"/>
              <a:ext cx="0" cy="795528"/>
            </a:xfrm>
            <a:prstGeom prst="line">
              <a:avLst/>
            </a:prstGeom>
            <a:noFill/>
            <a:ln w="19050" cap="flat" cmpd="sng" algn="ctr">
              <a:solidFill>
                <a:sysClr val="window" lastClr="FFFFFF">
                  <a:lumMod val="75000"/>
                </a:sysClr>
              </a:solidFill>
              <a:prstDash val="dash"/>
            </a:ln>
            <a:effectLst/>
          </p:spPr>
        </p:cxnSp>
      </p:grpSp>
      <p:sp>
        <p:nvSpPr>
          <p:cNvPr id="117" name="Rectangle 116">
            <a:extLst>
              <a:ext uri="{FF2B5EF4-FFF2-40B4-BE49-F238E27FC236}">
                <a16:creationId xmlns:a16="http://schemas.microsoft.com/office/drawing/2014/main" id="{E17B44A5-F22E-46C7-B803-1E3C47CEDEAC}"/>
              </a:ext>
            </a:extLst>
          </p:cNvPr>
          <p:cNvSpPr/>
          <p:nvPr/>
        </p:nvSpPr>
        <p:spPr>
          <a:xfrm>
            <a:off x="6509272" y="4898948"/>
            <a:ext cx="1875062" cy="368775"/>
          </a:xfrm>
          <a:prstGeom prst="rect">
            <a:avLst/>
          </a:prstGeom>
          <a:solidFill>
            <a:schemeClr val="accent3"/>
          </a:solidFill>
          <a:ln w="12700" cap="flat" cmpd="sng" algn="ctr">
            <a:solidFill>
              <a:schemeClr val="accent3"/>
            </a:solidFill>
            <a:prstDash val="solid"/>
          </a:ln>
          <a:effectLst/>
        </p:spPr>
        <p:txBody>
          <a:bodyPr wrap="square" lIns="0" tIns="0" rIns="0" bIns="0" rtlCol="0" anchor="ctr">
            <a:noAutofit/>
          </a:bodyPr>
          <a:lstStyle/>
          <a:p>
            <a:pPr marL="119576" defTabSz="545785" fontAlgn="base">
              <a:spcBef>
                <a:spcPct val="0"/>
              </a:spcBef>
              <a:spcAft>
                <a:spcPct val="0"/>
              </a:spcAft>
              <a:defRPr/>
            </a:pPr>
            <a:r>
              <a:rPr lang="en-US" sz="1600" kern="0" dirty="0">
                <a:solidFill>
                  <a:prstClr val="white"/>
                </a:solidFill>
                <a:latin typeface="Aptos" panose="020B0004020202020204" pitchFamily="34" charset="0"/>
                <a:cs typeface="Segoe UI Light" panose="020B0502040204020203" pitchFamily="34" charset="0"/>
                <a:sym typeface="Gotham Book" charset="0"/>
              </a:rPr>
              <a:t>Lorem ipsum </a:t>
            </a:r>
          </a:p>
        </p:txBody>
      </p:sp>
      <p:sp>
        <p:nvSpPr>
          <p:cNvPr id="118" name="Oval 117">
            <a:extLst>
              <a:ext uri="{FF2B5EF4-FFF2-40B4-BE49-F238E27FC236}">
                <a16:creationId xmlns:a16="http://schemas.microsoft.com/office/drawing/2014/main" id="{0282A726-549E-40DD-8D29-60C55A4BCACD}"/>
              </a:ext>
            </a:extLst>
          </p:cNvPr>
          <p:cNvSpPr>
            <a:spLocks noChangeAspect="1"/>
          </p:cNvSpPr>
          <p:nvPr/>
        </p:nvSpPr>
        <p:spPr>
          <a:xfrm>
            <a:off x="5973187" y="4780827"/>
            <a:ext cx="611929" cy="594909"/>
          </a:xfrm>
          <a:prstGeom prst="ellipse">
            <a:avLst/>
          </a:prstGeom>
          <a:solidFill>
            <a:schemeClr val="accent3"/>
          </a:solidFill>
          <a:ln w="12700" cap="flat" cmpd="sng" algn="ctr">
            <a:solidFill>
              <a:schemeClr val="accent3"/>
            </a:solidFill>
            <a:prstDash val="solid"/>
          </a:ln>
          <a:effectLst/>
        </p:spPr>
        <p:txBody>
          <a:bodyPr wrap="square" rtlCol="0" anchor="ctr">
            <a:spAutoFit/>
          </a:bodyPr>
          <a:lstStyle/>
          <a:p>
            <a:pPr marL="188626" indent="-188626" defTabSz="545785" fontAlgn="base">
              <a:spcBef>
                <a:spcPct val="0"/>
              </a:spcBef>
              <a:spcAft>
                <a:spcPct val="0"/>
              </a:spcAft>
              <a:buFont typeface="Arial" panose="020B0604020202020204" pitchFamily="34" charset="0"/>
              <a:buChar char="•"/>
              <a:defRPr/>
            </a:pPr>
            <a:endParaRPr lang="en-US" sz="2149" kern="0" dirty="0">
              <a:solidFill>
                <a:prstClr val="black"/>
              </a:solidFill>
              <a:latin typeface="Verdana"/>
              <a:sym typeface="Gotham Book" charset="0"/>
            </a:endParaRPr>
          </a:p>
        </p:txBody>
      </p:sp>
      <p:sp>
        <p:nvSpPr>
          <p:cNvPr id="119" name="Oval 118">
            <a:extLst>
              <a:ext uri="{FF2B5EF4-FFF2-40B4-BE49-F238E27FC236}">
                <a16:creationId xmlns:a16="http://schemas.microsoft.com/office/drawing/2014/main" id="{BFC813F9-7E1F-4F2E-B3E8-F962254C6B21}"/>
              </a:ext>
            </a:extLst>
          </p:cNvPr>
          <p:cNvSpPr>
            <a:spLocks noChangeAspect="1"/>
          </p:cNvSpPr>
          <p:nvPr/>
        </p:nvSpPr>
        <p:spPr>
          <a:xfrm>
            <a:off x="1796498" y="4780827"/>
            <a:ext cx="611929" cy="594909"/>
          </a:xfrm>
          <a:prstGeom prst="ellipse">
            <a:avLst/>
          </a:prstGeom>
          <a:solidFill>
            <a:schemeClr val="accent1"/>
          </a:solidFill>
          <a:ln w="12700" cap="flat" cmpd="sng" algn="ctr">
            <a:solidFill>
              <a:srgbClr val="86BC25"/>
            </a:solidFill>
            <a:prstDash val="solid"/>
          </a:ln>
          <a:effectLst/>
        </p:spPr>
        <p:txBody>
          <a:bodyPr wrap="square" rtlCol="0" anchor="ctr">
            <a:spAutoFit/>
          </a:bodyPr>
          <a:lstStyle/>
          <a:p>
            <a:pPr marL="188626" indent="-188626" defTabSz="545785" fontAlgn="base">
              <a:spcBef>
                <a:spcPct val="0"/>
              </a:spcBef>
              <a:spcAft>
                <a:spcPct val="0"/>
              </a:spcAft>
              <a:buFont typeface="Arial" panose="020B0604020202020204" pitchFamily="34" charset="0"/>
              <a:buChar char="•"/>
              <a:defRPr/>
            </a:pPr>
            <a:endParaRPr lang="en-US" sz="2149" kern="0" dirty="0">
              <a:solidFill>
                <a:prstClr val="black"/>
              </a:solidFill>
              <a:latin typeface="Verdana"/>
              <a:sym typeface="Gotham Book" charset="0"/>
            </a:endParaRPr>
          </a:p>
        </p:txBody>
      </p:sp>
      <p:sp>
        <p:nvSpPr>
          <p:cNvPr id="120" name="Oval 119">
            <a:extLst>
              <a:ext uri="{FF2B5EF4-FFF2-40B4-BE49-F238E27FC236}">
                <a16:creationId xmlns:a16="http://schemas.microsoft.com/office/drawing/2014/main" id="{47307843-F5A1-4E3F-BCB7-5959BEBC990B}"/>
              </a:ext>
            </a:extLst>
          </p:cNvPr>
          <p:cNvSpPr>
            <a:spLocks noChangeAspect="1"/>
          </p:cNvSpPr>
          <p:nvPr/>
        </p:nvSpPr>
        <p:spPr>
          <a:xfrm>
            <a:off x="3938413" y="4775424"/>
            <a:ext cx="611929" cy="594909"/>
          </a:xfrm>
          <a:prstGeom prst="ellipse">
            <a:avLst/>
          </a:prstGeom>
          <a:solidFill>
            <a:schemeClr val="accent2"/>
          </a:solidFill>
          <a:ln w="12700" cap="flat" cmpd="sng" algn="ctr">
            <a:solidFill>
              <a:schemeClr val="accent2"/>
            </a:solidFill>
            <a:prstDash val="solid"/>
          </a:ln>
          <a:effectLst/>
        </p:spPr>
        <p:txBody>
          <a:bodyPr wrap="square" rtlCol="0" anchor="ctr">
            <a:spAutoFit/>
          </a:bodyPr>
          <a:lstStyle/>
          <a:p>
            <a:pPr marL="188626" indent="-188626" defTabSz="545785" fontAlgn="base">
              <a:spcBef>
                <a:spcPct val="0"/>
              </a:spcBef>
              <a:spcAft>
                <a:spcPct val="0"/>
              </a:spcAft>
              <a:buFont typeface="Arial" panose="020B0604020202020204" pitchFamily="34" charset="0"/>
              <a:buChar char="•"/>
              <a:defRPr/>
            </a:pPr>
            <a:endParaRPr lang="en-US" sz="2149" kern="0" dirty="0">
              <a:solidFill>
                <a:prstClr val="black"/>
              </a:solidFill>
              <a:latin typeface="Verdana"/>
              <a:sym typeface="Gotham Book" charset="0"/>
            </a:endParaRPr>
          </a:p>
        </p:txBody>
      </p:sp>
      <p:grpSp>
        <p:nvGrpSpPr>
          <p:cNvPr id="121" name="Group 325">
            <a:extLst>
              <a:ext uri="{FF2B5EF4-FFF2-40B4-BE49-F238E27FC236}">
                <a16:creationId xmlns:a16="http://schemas.microsoft.com/office/drawing/2014/main" id="{DF4105B4-47EC-4B65-81C4-B6749FC42BE9}"/>
              </a:ext>
            </a:extLst>
          </p:cNvPr>
          <p:cNvGrpSpPr>
            <a:grpSpLocks noChangeAspect="1"/>
          </p:cNvGrpSpPr>
          <p:nvPr/>
        </p:nvGrpSpPr>
        <p:grpSpPr bwMode="auto">
          <a:xfrm>
            <a:off x="3993106" y="4830525"/>
            <a:ext cx="489734" cy="491173"/>
            <a:chOff x="5044" y="1157"/>
            <a:chExt cx="340" cy="341"/>
          </a:xfrm>
          <a:solidFill>
            <a:sysClr val="window" lastClr="FFFFFF"/>
          </a:solidFill>
        </p:grpSpPr>
        <p:sp>
          <p:nvSpPr>
            <p:cNvPr id="122" name="Freeform 326">
              <a:extLst>
                <a:ext uri="{FF2B5EF4-FFF2-40B4-BE49-F238E27FC236}">
                  <a16:creationId xmlns:a16="http://schemas.microsoft.com/office/drawing/2014/main" id="{DA510357-AE49-4989-830D-B7345ACFA799}"/>
                </a:ext>
              </a:extLst>
            </p:cNvPr>
            <p:cNvSpPr>
              <a:spLocks noEditPoints="1"/>
            </p:cNvSpPr>
            <p:nvPr/>
          </p:nvSpPr>
          <p:spPr bwMode="auto">
            <a:xfrm>
              <a:off x="5044" y="1157"/>
              <a:ext cx="340" cy="34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4575" tIns="27287" rIns="54575" bIns="27287" numCol="1" anchor="t" anchorCtr="0" compatLnSpc="1">
              <a:prstTxWarp prst="textNoShape">
                <a:avLst/>
              </a:prstTxWarp>
            </a:bodyPr>
            <a:lstStyle/>
            <a:p>
              <a:pPr defTabSz="545785" fontAlgn="base">
                <a:spcBef>
                  <a:spcPct val="0"/>
                </a:spcBef>
                <a:spcAft>
                  <a:spcPct val="0"/>
                </a:spcAft>
                <a:defRPr/>
              </a:pPr>
              <a:endParaRPr lang="en-GB" sz="2268" kern="0">
                <a:solidFill>
                  <a:srgbClr val="343434"/>
                </a:solidFill>
                <a:latin typeface="Gotham Book" charset="0"/>
                <a:ea typeface="ヒラギノ角ゴ ProN W3" charset="0"/>
                <a:sym typeface="Gotham Book" charset="0"/>
              </a:endParaRPr>
            </a:p>
          </p:txBody>
        </p:sp>
        <p:sp>
          <p:nvSpPr>
            <p:cNvPr id="123" name="Freeform 327">
              <a:extLst>
                <a:ext uri="{FF2B5EF4-FFF2-40B4-BE49-F238E27FC236}">
                  <a16:creationId xmlns:a16="http://schemas.microsoft.com/office/drawing/2014/main" id="{35BD31CD-B107-4A3F-8815-9E18AF7EA0CD}"/>
                </a:ext>
              </a:extLst>
            </p:cNvPr>
            <p:cNvSpPr>
              <a:spLocks noEditPoints="1"/>
            </p:cNvSpPr>
            <p:nvPr/>
          </p:nvSpPr>
          <p:spPr bwMode="auto">
            <a:xfrm>
              <a:off x="5122" y="1221"/>
              <a:ext cx="188" cy="213"/>
            </a:xfrm>
            <a:custGeom>
              <a:avLst/>
              <a:gdLst>
                <a:gd name="T0" fmla="*/ 149 w 284"/>
                <a:gd name="T1" fmla="*/ 106 h 320"/>
                <a:gd name="T2" fmla="*/ 149 w 284"/>
                <a:gd name="T3" fmla="*/ 181 h 320"/>
                <a:gd name="T4" fmla="*/ 139 w 284"/>
                <a:gd name="T5" fmla="*/ 192 h 320"/>
                <a:gd name="T6" fmla="*/ 128 w 284"/>
                <a:gd name="T7" fmla="*/ 181 h 320"/>
                <a:gd name="T8" fmla="*/ 128 w 284"/>
                <a:gd name="T9" fmla="*/ 106 h 320"/>
                <a:gd name="T10" fmla="*/ 139 w 284"/>
                <a:gd name="T11" fmla="*/ 96 h 320"/>
                <a:gd name="T12" fmla="*/ 149 w 284"/>
                <a:gd name="T13" fmla="*/ 106 h 320"/>
                <a:gd name="T14" fmla="*/ 280 w 284"/>
                <a:gd name="T15" fmla="*/ 64 h 320"/>
                <a:gd name="T16" fmla="*/ 280 w 284"/>
                <a:gd name="T17" fmla="*/ 79 h 320"/>
                <a:gd name="T18" fmla="*/ 272 w 284"/>
                <a:gd name="T19" fmla="*/ 82 h 320"/>
                <a:gd name="T20" fmla="*/ 265 w 284"/>
                <a:gd name="T21" fmla="*/ 79 h 320"/>
                <a:gd name="T22" fmla="*/ 250 w 284"/>
                <a:gd name="T23" fmla="*/ 64 h 320"/>
                <a:gd name="T24" fmla="*/ 233 w 284"/>
                <a:gd name="T25" fmla="*/ 80 h 320"/>
                <a:gd name="T26" fmla="*/ 277 w 284"/>
                <a:gd name="T27" fmla="*/ 181 h 320"/>
                <a:gd name="T28" fmla="*/ 139 w 284"/>
                <a:gd name="T29" fmla="*/ 320 h 320"/>
                <a:gd name="T30" fmla="*/ 0 w 284"/>
                <a:gd name="T31" fmla="*/ 181 h 320"/>
                <a:gd name="T32" fmla="*/ 128 w 284"/>
                <a:gd name="T33" fmla="*/ 43 h 320"/>
                <a:gd name="T34" fmla="*/ 128 w 284"/>
                <a:gd name="T35" fmla="*/ 21 h 320"/>
                <a:gd name="T36" fmla="*/ 107 w 284"/>
                <a:gd name="T37" fmla="*/ 21 h 320"/>
                <a:gd name="T38" fmla="*/ 96 w 284"/>
                <a:gd name="T39" fmla="*/ 10 h 320"/>
                <a:gd name="T40" fmla="*/ 107 w 284"/>
                <a:gd name="T41" fmla="*/ 0 h 320"/>
                <a:gd name="T42" fmla="*/ 171 w 284"/>
                <a:gd name="T43" fmla="*/ 0 h 320"/>
                <a:gd name="T44" fmla="*/ 181 w 284"/>
                <a:gd name="T45" fmla="*/ 10 h 320"/>
                <a:gd name="T46" fmla="*/ 171 w 284"/>
                <a:gd name="T47" fmla="*/ 21 h 320"/>
                <a:gd name="T48" fmla="*/ 149 w 284"/>
                <a:gd name="T49" fmla="*/ 21 h 320"/>
                <a:gd name="T50" fmla="*/ 149 w 284"/>
                <a:gd name="T51" fmla="*/ 43 h 320"/>
                <a:gd name="T52" fmla="*/ 217 w 284"/>
                <a:gd name="T53" fmla="*/ 67 h 320"/>
                <a:gd name="T54" fmla="*/ 235 w 284"/>
                <a:gd name="T55" fmla="*/ 49 h 320"/>
                <a:gd name="T56" fmla="*/ 220 w 284"/>
                <a:gd name="T57" fmla="*/ 33 h 320"/>
                <a:gd name="T58" fmla="*/ 220 w 284"/>
                <a:gd name="T59" fmla="*/ 18 h 320"/>
                <a:gd name="T60" fmla="*/ 235 w 284"/>
                <a:gd name="T61" fmla="*/ 18 h 320"/>
                <a:gd name="T62" fmla="*/ 280 w 284"/>
                <a:gd name="T63" fmla="*/ 64 h 320"/>
                <a:gd name="T64" fmla="*/ 139 w 284"/>
                <a:gd name="T65" fmla="*/ 64 h 320"/>
                <a:gd name="T66" fmla="*/ 21 w 284"/>
                <a:gd name="T67" fmla="*/ 181 h 320"/>
                <a:gd name="T68" fmla="*/ 139 w 284"/>
                <a:gd name="T69" fmla="*/ 298 h 320"/>
                <a:gd name="T70" fmla="*/ 256 w 284"/>
                <a:gd name="T71" fmla="*/ 181 h 320"/>
                <a:gd name="T72" fmla="*/ 139 w 284"/>
                <a:gd name="T73" fmla="*/ 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4" h="320">
                  <a:moveTo>
                    <a:pt x="149" y="106"/>
                  </a:moveTo>
                  <a:cubicBezTo>
                    <a:pt x="149" y="181"/>
                    <a:pt x="149" y="181"/>
                    <a:pt x="149" y="181"/>
                  </a:cubicBezTo>
                  <a:cubicBezTo>
                    <a:pt x="149" y="187"/>
                    <a:pt x="145" y="192"/>
                    <a:pt x="139" y="192"/>
                  </a:cubicBezTo>
                  <a:cubicBezTo>
                    <a:pt x="133" y="192"/>
                    <a:pt x="128" y="187"/>
                    <a:pt x="128" y="181"/>
                  </a:cubicBezTo>
                  <a:cubicBezTo>
                    <a:pt x="128" y="106"/>
                    <a:pt x="128" y="106"/>
                    <a:pt x="128" y="106"/>
                  </a:cubicBezTo>
                  <a:cubicBezTo>
                    <a:pt x="128" y="100"/>
                    <a:pt x="133" y="96"/>
                    <a:pt x="139" y="96"/>
                  </a:cubicBezTo>
                  <a:cubicBezTo>
                    <a:pt x="145" y="96"/>
                    <a:pt x="149" y="100"/>
                    <a:pt x="149" y="106"/>
                  </a:cubicBezTo>
                  <a:close/>
                  <a:moveTo>
                    <a:pt x="280" y="64"/>
                  </a:moveTo>
                  <a:cubicBezTo>
                    <a:pt x="284" y="68"/>
                    <a:pt x="284" y="75"/>
                    <a:pt x="280" y="79"/>
                  </a:cubicBezTo>
                  <a:cubicBezTo>
                    <a:pt x="278" y="81"/>
                    <a:pt x="275" y="82"/>
                    <a:pt x="272" y="82"/>
                  </a:cubicBezTo>
                  <a:cubicBezTo>
                    <a:pt x="270" y="82"/>
                    <a:pt x="267" y="81"/>
                    <a:pt x="265" y="79"/>
                  </a:cubicBezTo>
                  <a:cubicBezTo>
                    <a:pt x="250" y="64"/>
                    <a:pt x="250" y="64"/>
                    <a:pt x="250" y="64"/>
                  </a:cubicBezTo>
                  <a:cubicBezTo>
                    <a:pt x="233" y="80"/>
                    <a:pt x="233" y="80"/>
                    <a:pt x="233" y="80"/>
                  </a:cubicBezTo>
                  <a:cubicBezTo>
                    <a:pt x="260" y="105"/>
                    <a:pt x="277" y="141"/>
                    <a:pt x="277" y="181"/>
                  </a:cubicBezTo>
                  <a:cubicBezTo>
                    <a:pt x="277" y="257"/>
                    <a:pt x="215" y="320"/>
                    <a:pt x="139" y="320"/>
                  </a:cubicBezTo>
                  <a:cubicBezTo>
                    <a:pt x="62" y="320"/>
                    <a:pt x="0" y="257"/>
                    <a:pt x="0" y="181"/>
                  </a:cubicBezTo>
                  <a:cubicBezTo>
                    <a:pt x="0" y="108"/>
                    <a:pt x="57" y="48"/>
                    <a:pt x="128" y="43"/>
                  </a:cubicBezTo>
                  <a:cubicBezTo>
                    <a:pt x="128" y="21"/>
                    <a:pt x="128" y="21"/>
                    <a:pt x="128" y="21"/>
                  </a:cubicBezTo>
                  <a:cubicBezTo>
                    <a:pt x="107" y="21"/>
                    <a:pt x="107" y="21"/>
                    <a:pt x="107" y="21"/>
                  </a:cubicBezTo>
                  <a:cubicBezTo>
                    <a:pt x="101" y="21"/>
                    <a:pt x="96" y="16"/>
                    <a:pt x="96" y="10"/>
                  </a:cubicBezTo>
                  <a:cubicBezTo>
                    <a:pt x="96" y="4"/>
                    <a:pt x="101" y="0"/>
                    <a:pt x="107" y="0"/>
                  </a:cubicBezTo>
                  <a:cubicBezTo>
                    <a:pt x="171" y="0"/>
                    <a:pt x="171" y="0"/>
                    <a:pt x="171" y="0"/>
                  </a:cubicBezTo>
                  <a:cubicBezTo>
                    <a:pt x="177" y="0"/>
                    <a:pt x="181" y="4"/>
                    <a:pt x="181" y="10"/>
                  </a:cubicBezTo>
                  <a:cubicBezTo>
                    <a:pt x="181" y="16"/>
                    <a:pt x="177" y="21"/>
                    <a:pt x="171" y="21"/>
                  </a:cubicBezTo>
                  <a:cubicBezTo>
                    <a:pt x="149" y="21"/>
                    <a:pt x="149" y="21"/>
                    <a:pt x="149" y="21"/>
                  </a:cubicBezTo>
                  <a:cubicBezTo>
                    <a:pt x="149" y="43"/>
                    <a:pt x="149" y="43"/>
                    <a:pt x="149" y="43"/>
                  </a:cubicBezTo>
                  <a:cubicBezTo>
                    <a:pt x="174" y="45"/>
                    <a:pt x="197" y="53"/>
                    <a:pt x="217" y="67"/>
                  </a:cubicBezTo>
                  <a:cubicBezTo>
                    <a:pt x="235" y="49"/>
                    <a:pt x="235" y="49"/>
                    <a:pt x="235" y="49"/>
                  </a:cubicBezTo>
                  <a:cubicBezTo>
                    <a:pt x="220" y="33"/>
                    <a:pt x="220" y="33"/>
                    <a:pt x="220" y="33"/>
                  </a:cubicBezTo>
                  <a:cubicBezTo>
                    <a:pt x="215" y="29"/>
                    <a:pt x="215" y="23"/>
                    <a:pt x="220" y="18"/>
                  </a:cubicBezTo>
                  <a:cubicBezTo>
                    <a:pt x="224" y="14"/>
                    <a:pt x="231" y="14"/>
                    <a:pt x="235" y="18"/>
                  </a:cubicBezTo>
                  <a:lnTo>
                    <a:pt x="280" y="64"/>
                  </a:lnTo>
                  <a:close/>
                  <a:moveTo>
                    <a:pt x="139" y="64"/>
                  </a:moveTo>
                  <a:cubicBezTo>
                    <a:pt x="74" y="64"/>
                    <a:pt x="21" y="116"/>
                    <a:pt x="21" y="181"/>
                  </a:cubicBezTo>
                  <a:cubicBezTo>
                    <a:pt x="21" y="246"/>
                    <a:pt x="74" y="298"/>
                    <a:pt x="139" y="298"/>
                  </a:cubicBezTo>
                  <a:cubicBezTo>
                    <a:pt x="203" y="298"/>
                    <a:pt x="256" y="246"/>
                    <a:pt x="256" y="181"/>
                  </a:cubicBezTo>
                  <a:cubicBezTo>
                    <a:pt x="256" y="116"/>
                    <a:pt x="203" y="64"/>
                    <a:pt x="139"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4575" tIns="27287" rIns="54575" bIns="27287" numCol="1" anchor="t" anchorCtr="0" compatLnSpc="1">
              <a:prstTxWarp prst="textNoShape">
                <a:avLst/>
              </a:prstTxWarp>
            </a:bodyPr>
            <a:lstStyle/>
            <a:p>
              <a:pPr defTabSz="545785" fontAlgn="base">
                <a:spcBef>
                  <a:spcPct val="0"/>
                </a:spcBef>
                <a:spcAft>
                  <a:spcPct val="0"/>
                </a:spcAft>
                <a:defRPr/>
              </a:pPr>
              <a:endParaRPr lang="en-GB" sz="2268" kern="0">
                <a:solidFill>
                  <a:srgbClr val="343434"/>
                </a:solidFill>
                <a:latin typeface="Gotham Book" charset="0"/>
                <a:ea typeface="ヒラギノ角ゴ ProN W3" charset="0"/>
                <a:sym typeface="Gotham Book" charset="0"/>
              </a:endParaRPr>
            </a:p>
          </p:txBody>
        </p:sp>
      </p:grpSp>
      <p:grpSp>
        <p:nvGrpSpPr>
          <p:cNvPr id="124" name="Group 48">
            <a:extLst>
              <a:ext uri="{FF2B5EF4-FFF2-40B4-BE49-F238E27FC236}">
                <a16:creationId xmlns:a16="http://schemas.microsoft.com/office/drawing/2014/main" id="{72B8628F-6B06-4562-9BB3-FB2D77A04C6A}"/>
              </a:ext>
            </a:extLst>
          </p:cNvPr>
          <p:cNvGrpSpPr>
            <a:grpSpLocks noChangeAspect="1"/>
          </p:cNvGrpSpPr>
          <p:nvPr/>
        </p:nvGrpSpPr>
        <p:grpSpPr bwMode="auto">
          <a:xfrm>
            <a:off x="6033266" y="4836783"/>
            <a:ext cx="491173" cy="491173"/>
            <a:chOff x="4277" y="1990"/>
            <a:chExt cx="340" cy="340"/>
          </a:xfrm>
          <a:solidFill>
            <a:sysClr val="window" lastClr="FFFFFF"/>
          </a:solidFill>
        </p:grpSpPr>
        <p:sp>
          <p:nvSpPr>
            <p:cNvPr id="125" name="Freeform 49">
              <a:extLst>
                <a:ext uri="{FF2B5EF4-FFF2-40B4-BE49-F238E27FC236}">
                  <a16:creationId xmlns:a16="http://schemas.microsoft.com/office/drawing/2014/main" id="{97ED4CE5-71D6-4B31-B37C-653305431C1D}"/>
                </a:ext>
              </a:extLst>
            </p:cNvPr>
            <p:cNvSpPr>
              <a:spLocks noEditPoints="1"/>
            </p:cNvSpPr>
            <p:nvPr/>
          </p:nvSpPr>
          <p:spPr bwMode="auto">
            <a:xfrm>
              <a:off x="4277" y="199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4575" tIns="27287" rIns="54575" bIns="27287" numCol="1" anchor="t" anchorCtr="0" compatLnSpc="1">
              <a:prstTxWarp prst="textNoShape">
                <a:avLst/>
              </a:prstTxWarp>
            </a:bodyPr>
            <a:lstStyle/>
            <a:p>
              <a:pPr defTabSz="545785" fontAlgn="base">
                <a:spcBef>
                  <a:spcPct val="0"/>
                </a:spcBef>
                <a:spcAft>
                  <a:spcPct val="0"/>
                </a:spcAft>
                <a:defRPr/>
              </a:pPr>
              <a:endParaRPr lang="en-GB" sz="2268" kern="0">
                <a:solidFill>
                  <a:srgbClr val="343434"/>
                </a:solidFill>
                <a:latin typeface="Gotham Book" charset="0"/>
                <a:ea typeface="ヒラギノ角ゴ ProN W3" charset="0"/>
                <a:sym typeface="Gotham Book" charset="0"/>
              </a:endParaRPr>
            </a:p>
          </p:txBody>
        </p:sp>
        <p:sp>
          <p:nvSpPr>
            <p:cNvPr id="126" name="Freeform 50">
              <a:extLst>
                <a:ext uri="{FF2B5EF4-FFF2-40B4-BE49-F238E27FC236}">
                  <a16:creationId xmlns:a16="http://schemas.microsoft.com/office/drawing/2014/main" id="{41471B96-6165-4D75-A799-09D0B33218E6}"/>
                </a:ext>
              </a:extLst>
            </p:cNvPr>
            <p:cNvSpPr>
              <a:spLocks noEditPoints="1"/>
            </p:cNvSpPr>
            <p:nvPr/>
          </p:nvSpPr>
          <p:spPr bwMode="auto">
            <a:xfrm>
              <a:off x="4355" y="2054"/>
              <a:ext cx="170" cy="212"/>
            </a:xfrm>
            <a:custGeom>
              <a:avLst/>
              <a:gdLst>
                <a:gd name="T0" fmla="*/ 235 w 256"/>
                <a:gd name="T1" fmla="*/ 256 h 320"/>
                <a:gd name="T2" fmla="*/ 224 w 256"/>
                <a:gd name="T3" fmla="*/ 213 h 320"/>
                <a:gd name="T4" fmla="*/ 245 w 256"/>
                <a:gd name="T5" fmla="*/ 117 h 320"/>
                <a:gd name="T6" fmla="*/ 11 w 256"/>
                <a:gd name="T7" fmla="*/ 117 h 320"/>
                <a:gd name="T8" fmla="*/ 11 w 256"/>
                <a:gd name="T9" fmla="*/ 213 h 320"/>
                <a:gd name="T10" fmla="*/ 0 w 256"/>
                <a:gd name="T11" fmla="*/ 266 h 320"/>
                <a:gd name="T12" fmla="*/ 21 w 256"/>
                <a:gd name="T13" fmla="*/ 277 h 320"/>
                <a:gd name="T14" fmla="*/ 32 w 256"/>
                <a:gd name="T15" fmla="*/ 320 h 320"/>
                <a:gd name="T16" fmla="*/ 256 w 256"/>
                <a:gd name="T17" fmla="*/ 309 h 320"/>
                <a:gd name="T18" fmla="*/ 245 w 256"/>
                <a:gd name="T19" fmla="*/ 256 h 320"/>
                <a:gd name="T20" fmla="*/ 192 w 256"/>
                <a:gd name="T21" fmla="*/ 256 h 320"/>
                <a:gd name="T22" fmla="*/ 213 w 256"/>
                <a:gd name="T23" fmla="*/ 234 h 320"/>
                <a:gd name="T24" fmla="*/ 64 w 256"/>
                <a:gd name="T25" fmla="*/ 256 h 320"/>
                <a:gd name="T26" fmla="*/ 85 w 256"/>
                <a:gd name="T27" fmla="*/ 234 h 320"/>
                <a:gd name="T28" fmla="*/ 64 w 256"/>
                <a:gd name="T29" fmla="*/ 256 h 320"/>
                <a:gd name="T30" fmla="*/ 107 w 256"/>
                <a:gd name="T31" fmla="*/ 234 h 320"/>
                <a:gd name="T32" fmla="*/ 128 w 256"/>
                <a:gd name="T33" fmla="*/ 256 h 320"/>
                <a:gd name="T34" fmla="*/ 149 w 256"/>
                <a:gd name="T35" fmla="*/ 234 h 320"/>
                <a:gd name="T36" fmla="*/ 171 w 256"/>
                <a:gd name="T37" fmla="*/ 256 h 320"/>
                <a:gd name="T38" fmla="*/ 149 w 256"/>
                <a:gd name="T39" fmla="*/ 234 h 320"/>
                <a:gd name="T40" fmla="*/ 192 w 256"/>
                <a:gd name="T41" fmla="*/ 298 h 320"/>
                <a:gd name="T42" fmla="*/ 171 w 256"/>
                <a:gd name="T43" fmla="*/ 277 h 320"/>
                <a:gd name="T44" fmla="*/ 32 w 256"/>
                <a:gd name="T45" fmla="*/ 117 h 320"/>
                <a:gd name="T46" fmla="*/ 224 w 256"/>
                <a:gd name="T47" fmla="*/ 117 h 320"/>
                <a:gd name="T48" fmla="*/ 32 w 256"/>
                <a:gd name="T49" fmla="*/ 117 h 320"/>
                <a:gd name="T50" fmla="*/ 43 w 256"/>
                <a:gd name="T51" fmla="*/ 234 h 320"/>
                <a:gd name="T52" fmla="*/ 32 w 256"/>
                <a:gd name="T53" fmla="*/ 256 h 320"/>
                <a:gd name="T54" fmla="*/ 21 w 256"/>
                <a:gd name="T55" fmla="*/ 234 h 320"/>
                <a:gd name="T56" fmla="*/ 64 w 256"/>
                <a:gd name="T57" fmla="*/ 277 h 320"/>
                <a:gd name="T58" fmla="*/ 43 w 256"/>
                <a:gd name="T59" fmla="*/ 298 h 320"/>
                <a:gd name="T60" fmla="*/ 85 w 256"/>
                <a:gd name="T61" fmla="*/ 298 h 320"/>
                <a:gd name="T62" fmla="*/ 107 w 256"/>
                <a:gd name="T63" fmla="*/ 277 h 320"/>
                <a:gd name="T64" fmla="*/ 85 w 256"/>
                <a:gd name="T65" fmla="*/ 298 h 320"/>
                <a:gd name="T66" fmla="*/ 149 w 256"/>
                <a:gd name="T67" fmla="*/ 277 h 320"/>
                <a:gd name="T68" fmla="*/ 128 w 256"/>
                <a:gd name="T69" fmla="*/ 298 h 320"/>
                <a:gd name="T70" fmla="*/ 235 w 256"/>
                <a:gd name="T71" fmla="*/ 298 h 320"/>
                <a:gd name="T72" fmla="*/ 213 w 256"/>
                <a:gd name="T73" fmla="*/ 277 h 320"/>
                <a:gd name="T74" fmla="*/ 235 w 256"/>
                <a:gd name="T75" fmla="*/ 277 h 320"/>
                <a:gd name="T76" fmla="*/ 128 w 256"/>
                <a:gd name="T77" fmla="*/ 168 h 320"/>
                <a:gd name="T78" fmla="*/ 96 w 256"/>
                <a:gd name="T79" fmla="*/ 162 h 320"/>
                <a:gd name="T80" fmla="*/ 113 w 256"/>
                <a:gd name="T81" fmla="*/ 149 h 320"/>
                <a:gd name="T82" fmla="*/ 136 w 256"/>
                <a:gd name="T83" fmla="*/ 148 h 320"/>
                <a:gd name="T84" fmla="*/ 138 w 256"/>
                <a:gd name="T85" fmla="*/ 135 h 320"/>
                <a:gd name="T86" fmla="*/ 121 w 256"/>
                <a:gd name="T87" fmla="*/ 124 h 320"/>
                <a:gd name="T88" fmla="*/ 100 w 256"/>
                <a:gd name="T89" fmla="*/ 107 h 320"/>
                <a:gd name="T90" fmla="*/ 108 w 256"/>
                <a:gd name="T91" fmla="*/ 75 h 320"/>
                <a:gd name="T92" fmla="*/ 128 w 256"/>
                <a:gd name="T93" fmla="*/ 53 h 320"/>
                <a:gd name="T94" fmla="*/ 139 w 256"/>
                <a:gd name="T95" fmla="*/ 67 h 320"/>
                <a:gd name="T96" fmla="*/ 160 w 256"/>
                <a:gd name="T97" fmla="*/ 74 h 320"/>
                <a:gd name="T98" fmla="*/ 140 w 256"/>
                <a:gd name="T99" fmla="*/ 86 h 320"/>
                <a:gd name="T100" fmla="*/ 121 w 256"/>
                <a:gd name="T101" fmla="*/ 87 h 320"/>
                <a:gd name="T102" fmla="*/ 119 w 256"/>
                <a:gd name="T103" fmla="*/ 99 h 320"/>
                <a:gd name="T104" fmla="*/ 136 w 256"/>
                <a:gd name="T105" fmla="*/ 110 h 320"/>
                <a:gd name="T106" fmla="*/ 161 w 256"/>
                <a:gd name="T107" fmla="*/ 140 h 320"/>
                <a:gd name="T108" fmla="*/ 139 w 256"/>
                <a:gd name="T109" fmla="*/ 167 h 320"/>
                <a:gd name="T110" fmla="*/ 128 w 256"/>
                <a:gd name="T111" fmla="*/ 18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 h="320">
                  <a:moveTo>
                    <a:pt x="245" y="256"/>
                  </a:moveTo>
                  <a:cubicBezTo>
                    <a:pt x="235" y="256"/>
                    <a:pt x="235" y="256"/>
                    <a:pt x="235" y="256"/>
                  </a:cubicBezTo>
                  <a:cubicBezTo>
                    <a:pt x="235" y="224"/>
                    <a:pt x="235" y="224"/>
                    <a:pt x="235" y="224"/>
                  </a:cubicBezTo>
                  <a:cubicBezTo>
                    <a:pt x="235" y="218"/>
                    <a:pt x="230" y="213"/>
                    <a:pt x="224" y="213"/>
                  </a:cubicBezTo>
                  <a:cubicBezTo>
                    <a:pt x="195" y="213"/>
                    <a:pt x="195" y="213"/>
                    <a:pt x="195" y="213"/>
                  </a:cubicBezTo>
                  <a:cubicBezTo>
                    <a:pt x="225" y="192"/>
                    <a:pt x="245" y="157"/>
                    <a:pt x="245" y="117"/>
                  </a:cubicBezTo>
                  <a:cubicBezTo>
                    <a:pt x="245" y="52"/>
                    <a:pt x="193" y="0"/>
                    <a:pt x="128" y="0"/>
                  </a:cubicBezTo>
                  <a:cubicBezTo>
                    <a:pt x="63" y="0"/>
                    <a:pt x="11" y="52"/>
                    <a:pt x="11" y="117"/>
                  </a:cubicBezTo>
                  <a:cubicBezTo>
                    <a:pt x="11" y="157"/>
                    <a:pt x="31" y="192"/>
                    <a:pt x="61" y="213"/>
                  </a:cubicBezTo>
                  <a:cubicBezTo>
                    <a:pt x="11" y="213"/>
                    <a:pt x="11" y="213"/>
                    <a:pt x="11" y="213"/>
                  </a:cubicBezTo>
                  <a:cubicBezTo>
                    <a:pt x="5" y="213"/>
                    <a:pt x="0" y="218"/>
                    <a:pt x="0" y="224"/>
                  </a:cubicBezTo>
                  <a:cubicBezTo>
                    <a:pt x="0" y="266"/>
                    <a:pt x="0" y="266"/>
                    <a:pt x="0" y="266"/>
                  </a:cubicBezTo>
                  <a:cubicBezTo>
                    <a:pt x="0" y="272"/>
                    <a:pt x="5" y="277"/>
                    <a:pt x="11" y="277"/>
                  </a:cubicBezTo>
                  <a:cubicBezTo>
                    <a:pt x="21" y="277"/>
                    <a:pt x="21" y="277"/>
                    <a:pt x="21" y="277"/>
                  </a:cubicBezTo>
                  <a:cubicBezTo>
                    <a:pt x="21" y="309"/>
                    <a:pt x="21" y="309"/>
                    <a:pt x="21" y="309"/>
                  </a:cubicBezTo>
                  <a:cubicBezTo>
                    <a:pt x="21" y="315"/>
                    <a:pt x="26" y="320"/>
                    <a:pt x="32" y="320"/>
                  </a:cubicBezTo>
                  <a:cubicBezTo>
                    <a:pt x="245" y="320"/>
                    <a:pt x="245" y="320"/>
                    <a:pt x="245" y="320"/>
                  </a:cubicBezTo>
                  <a:cubicBezTo>
                    <a:pt x="251" y="320"/>
                    <a:pt x="256" y="315"/>
                    <a:pt x="256" y="309"/>
                  </a:cubicBezTo>
                  <a:cubicBezTo>
                    <a:pt x="256" y="266"/>
                    <a:pt x="256" y="266"/>
                    <a:pt x="256" y="266"/>
                  </a:cubicBezTo>
                  <a:cubicBezTo>
                    <a:pt x="256" y="260"/>
                    <a:pt x="251" y="256"/>
                    <a:pt x="245" y="256"/>
                  </a:cubicBezTo>
                  <a:close/>
                  <a:moveTo>
                    <a:pt x="213" y="256"/>
                  </a:moveTo>
                  <a:cubicBezTo>
                    <a:pt x="192" y="256"/>
                    <a:pt x="192" y="256"/>
                    <a:pt x="192" y="256"/>
                  </a:cubicBezTo>
                  <a:cubicBezTo>
                    <a:pt x="192" y="234"/>
                    <a:pt x="192" y="234"/>
                    <a:pt x="192" y="234"/>
                  </a:cubicBezTo>
                  <a:cubicBezTo>
                    <a:pt x="213" y="234"/>
                    <a:pt x="213" y="234"/>
                    <a:pt x="213" y="234"/>
                  </a:cubicBezTo>
                  <a:lnTo>
                    <a:pt x="213" y="256"/>
                  </a:lnTo>
                  <a:close/>
                  <a:moveTo>
                    <a:pt x="64" y="256"/>
                  </a:moveTo>
                  <a:cubicBezTo>
                    <a:pt x="64" y="234"/>
                    <a:pt x="64" y="234"/>
                    <a:pt x="64" y="234"/>
                  </a:cubicBezTo>
                  <a:cubicBezTo>
                    <a:pt x="85" y="234"/>
                    <a:pt x="85" y="234"/>
                    <a:pt x="85" y="234"/>
                  </a:cubicBezTo>
                  <a:cubicBezTo>
                    <a:pt x="85" y="256"/>
                    <a:pt x="85" y="256"/>
                    <a:pt x="85" y="256"/>
                  </a:cubicBezTo>
                  <a:lnTo>
                    <a:pt x="64" y="256"/>
                  </a:lnTo>
                  <a:close/>
                  <a:moveTo>
                    <a:pt x="107" y="256"/>
                  </a:moveTo>
                  <a:cubicBezTo>
                    <a:pt x="107" y="234"/>
                    <a:pt x="107" y="234"/>
                    <a:pt x="107" y="234"/>
                  </a:cubicBezTo>
                  <a:cubicBezTo>
                    <a:pt x="128" y="234"/>
                    <a:pt x="128" y="234"/>
                    <a:pt x="128" y="234"/>
                  </a:cubicBezTo>
                  <a:cubicBezTo>
                    <a:pt x="128" y="256"/>
                    <a:pt x="128" y="256"/>
                    <a:pt x="128" y="256"/>
                  </a:cubicBezTo>
                  <a:lnTo>
                    <a:pt x="107" y="256"/>
                  </a:lnTo>
                  <a:close/>
                  <a:moveTo>
                    <a:pt x="149" y="234"/>
                  </a:moveTo>
                  <a:cubicBezTo>
                    <a:pt x="171" y="234"/>
                    <a:pt x="171" y="234"/>
                    <a:pt x="171" y="234"/>
                  </a:cubicBezTo>
                  <a:cubicBezTo>
                    <a:pt x="171" y="256"/>
                    <a:pt x="171" y="256"/>
                    <a:pt x="171" y="256"/>
                  </a:cubicBezTo>
                  <a:cubicBezTo>
                    <a:pt x="149" y="256"/>
                    <a:pt x="149" y="256"/>
                    <a:pt x="149" y="256"/>
                  </a:cubicBezTo>
                  <a:lnTo>
                    <a:pt x="149" y="234"/>
                  </a:lnTo>
                  <a:close/>
                  <a:moveTo>
                    <a:pt x="192" y="277"/>
                  </a:moveTo>
                  <a:cubicBezTo>
                    <a:pt x="192" y="298"/>
                    <a:pt x="192" y="298"/>
                    <a:pt x="192" y="298"/>
                  </a:cubicBezTo>
                  <a:cubicBezTo>
                    <a:pt x="171" y="298"/>
                    <a:pt x="171" y="298"/>
                    <a:pt x="171" y="298"/>
                  </a:cubicBezTo>
                  <a:cubicBezTo>
                    <a:pt x="171" y="277"/>
                    <a:pt x="171" y="277"/>
                    <a:pt x="171" y="277"/>
                  </a:cubicBezTo>
                  <a:lnTo>
                    <a:pt x="192" y="277"/>
                  </a:lnTo>
                  <a:close/>
                  <a:moveTo>
                    <a:pt x="32" y="117"/>
                  </a:moveTo>
                  <a:cubicBezTo>
                    <a:pt x="32" y="64"/>
                    <a:pt x="75" y="21"/>
                    <a:pt x="128" y="21"/>
                  </a:cubicBezTo>
                  <a:cubicBezTo>
                    <a:pt x="181" y="21"/>
                    <a:pt x="224" y="64"/>
                    <a:pt x="224" y="117"/>
                  </a:cubicBezTo>
                  <a:cubicBezTo>
                    <a:pt x="224" y="170"/>
                    <a:pt x="181" y="213"/>
                    <a:pt x="128" y="213"/>
                  </a:cubicBezTo>
                  <a:cubicBezTo>
                    <a:pt x="75" y="213"/>
                    <a:pt x="32" y="170"/>
                    <a:pt x="32" y="117"/>
                  </a:cubicBezTo>
                  <a:close/>
                  <a:moveTo>
                    <a:pt x="21" y="234"/>
                  </a:moveTo>
                  <a:cubicBezTo>
                    <a:pt x="43" y="234"/>
                    <a:pt x="43" y="234"/>
                    <a:pt x="43" y="234"/>
                  </a:cubicBezTo>
                  <a:cubicBezTo>
                    <a:pt x="43" y="256"/>
                    <a:pt x="43" y="256"/>
                    <a:pt x="43" y="256"/>
                  </a:cubicBezTo>
                  <a:cubicBezTo>
                    <a:pt x="32" y="256"/>
                    <a:pt x="32" y="256"/>
                    <a:pt x="32" y="256"/>
                  </a:cubicBezTo>
                  <a:cubicBezTo>
                    <a:pt x="21" y="256"/>
                    <a:pt x="21" y="256"/>
                    <a:pt x="21" y="256"/>
                  </a:cubicBezTo>
                  <a:lnTo>
                    <a:pt x="21" y="234"/>
                  </a:lnTo>
                  <a:close/>
                  <a:moveTo>
                    <a:pt x="43" y="277"/>
                  </a:moveTo>
                  <a:cubicBezTo>
                    <a:pt x="64" y="277"/>
                    <a:pt x="64" y="277"/>
                    <a:pt x="64" y="277"/>
                  </a:cubicBezTo>
                  <a:cubicBezTo>
                    <a:pt x="64" y="298"/>
                    <a:pt x="64" y="298"/>
                    <a:pt x="64" y="298"/>
                  </a:cubicBezTo>
                  <a:cubicBezTo>
                    <a:pt x="43" y="298"/>
                    <a:pt x="43" y="298"/>
                    <a:pt x="43" y="298"/>
                  </a:cubicBezTo>
                  <a:lnTo>
                    <a:pt x="43" y="277"/>
                  </a:lnTo>
                  <a:close/>
                  <a:moveTo>
                    <a:pt x="85" y="298"/>
                  </a:moveTo>
                  <a:cubicBezTo>
                    <a:pt x="85" y="277"/>
                    <a:pt x="85" y="277"/>
                    <a:pt x="85" y="277"/>
                  </a:cubicBezTo>
                  <a:cubicBezTo>
                    <a:pt x="107" y="277"/>
                    <a:pt x="107" y="277"/>
                    <a:pt x="107" y="277"/>
                  </a:cubicBezTo>
                  <a:cubicBezTo>
                    <a:pt x="107" y="298"/>
                    <a:pt x="107" y="298"/>
                    <a:pt x="107" y="298"/>
                  </a:cubicBezTo>
                  <a:lnTo>
                    <a:pt x="85" y="298"/>
                  </a:lnTo>
                  <a:close/>
                  <a:moveTo>
                    <a:pt x="128" y="277"/>
                  </a:moveTo>
                  <a:cubicBezTo>
                    <a:pt x="149" y="277"/>
                    <a:pt x="149" y="277"/>
                    <a:pt x="149" y="277"/>
                  </a:cubicBezTo>
                  <a:cubicBezTo>
                    <a:pt x="149" y="298"/>
                    <a:pt x="149" y="298"/>
                    <a:pt x="149" y="298"/>
                  </a:cubicBezTo>
                  <a:cubicBezTo>
                    <a:pt x="128" y="298"/>
                    <a:pt x="128" y="298"/>
                    <a:pt x="128" y="298"/>
                  </a:cubicBezTo>
                  <a:lnTo>
                    <a:pt x="128" y="277"/>
                  </a:lnTo>
                  <a:close/>
                  <a:moveTo>
                    <a:pt x="235" y="298"/>
                  </a:moveTo>
                  <a:cubicBezTo>
                    <a:pt x="213" y="298"/>
                    <a:pt x="213" y="298"/>
                    <a:pt x="213" y="298"/>
                  </a:cubicBezTo>
                  <a:cubicBezTo>
                    <a:pt x="213" y="277"/>
                    <a:pt x="213" y="277"/>
                    <a:pt x="213" y="277"/>
                  </a:cubicBezTo>
                  <a:cubicBezTo>
                    <a:pt x="224" y="277"/>
                    <a:pt x="224" y="277"/>
                    <a:pt x="224" y="277"/>
                  </a:cubicBezTo>
                  <a:cubicBezTo>
                    <a:pt x="235" y="277"/>
                    <a:pt x="235" y="277"/>
                    <a:pt x="235" y="277"/>
                  </a:cubicBezTo>
                  <a:lnTo>
                    <a:pt x="235" y="298"/>
                  </a:lnTo>
                  <a:close/>
                  <a:moveTo>
                    <a:pt x="128" y="168"/>
                  </a:moveTo>
                  <a:cubicBezTo>
                    <a:pt x="128" y="168"/>
                    <a:pt x="126" y="168"/>
                    <a:pt x="126" y="168"/>
                  </a:cubicBezTo>
                  <a:cubicBezTo>
                    <a:pt x="115" y="168"/>
                    <a:pt x="107" y="166"/>
                    <a:pt x="96" y="162"/>
                  </a:cubicBezTo>
                  <a:cubicBezTo>
                    <a:pt x="96" y="143"/>
                    <a:pt x="96" y="143"/>
                    <a:pt x="96" y="143"/>
                  </a:cubicBezTo>
                  <a:cubicBezTo>
                    <a:pt x="107" y="146"/>
                    <a:pt x="108" y="148"/>
                    <a:pt x="113" y="149"/>
                  </a:cubicBezTo>
                  <a:cubicBezTo>
                    <a:pt x="117" y="150"/>
                    <a:pt x="122" y="151"/>
                    <a:pt x="125" y="151"/>
                  </a:cubicBezTo>
                  <a:cubicBezTo>
                    <a:pt x="130" y="151"/>
                    <a:pt x="133" y="150"/>
                    <a:pt x="136" y="148"/>
                  </a:cubicBezTo>
                  <a:cubicBezTo>
                    <a:pt x="138" y="147"/>
                    <a:pt x="140" y="144"/>
                    <a:pt x="140" y="141"/>
                  </a:cubicBezTo>
                  <a:cubicBezTo>
                    <a:pt x="140" y="139"/>
                    <a:pt x="139" y="137"/>
                    <a:pt x="138" y="135"/>
                  </a:cubicBezTo>
                  <a:cubicBezTo>
                    <a:pt x="137" y="134"/>
                    <a:pt x="135" y="132"/>
                    <a:pt x="133" y="131"/>
                  </a:cubicBezTo>
                  <a:cubicBezTo>
                    <a:pt x="131" y="130"/>
                    <a:pt x="127" y="127"/>
                    <a:pt x="121" y="124"/>
                  </a:cubicBezTo>
                  <a:cubicBezTo>
                    <a:pt x="115" y="122"/>
                    <a:pt x="110" y="119"/>
                    <a:pt x="107" y="116"/>
                  </a:cubicBezTo>
                  <a:cubicBezTo>
                    <a:pt x="104" y="114"/>
                    <a:pt x="102" y="111"/>
                    <a:pt x="100" y="107"/>
                  </a:cubicBezTo>
                  <a:cubicBezTo>
                    <a:pt x="98" y="104"/>
                    <a:pt x="98" y="100"/>
                    <a:pt x="98" y="95"/>
                  </a:cubicBezTo>
                  <a:cubicBezTo>
                    <a:pt x="98" y="86"/>
                    <a:pt x="102" y="80"/>
                    <a:pt x="108" y="75"/>
                  </a:cubicBezTo>
                  <a:cubicBezTo>
                    <a:pt x="112" y="71"/>
                    <a:pt x="117" y="68"/>
                    <a:pt x="128" y="68"/>
                  </a:cubicBezTo>
                  <a:cubicBezTo>
                    <a:pt x="128" y="53"/>
                    <a:pt x="128" y="53"/>
                    <a:pt x="128" y="53"/>
                  </a:cubicBezTo>
                  <a:cubicBezTo>
                    <a:pt x="139" y="53"/>
                    <a:pt x="139" y="53"/>
                    <a:pt x="139" y="53"/>
                  </a:cubicBezTo>
                  <a:cubicBezTo>
                    <a:pt x="139" y="67"/>
                    <a:pt x="139" y="67"/>
                    <a:pt x="139" y="67"/>
                  </a:cubicBezTo>
                  <a:cubicBezTo>
                    <a:pt x="139" y="68"/>
                    <a:pt x="144" y="68"/>
                    <a:pt x="147" y="69"/>
                  </a:cubicBezTo>
                  <a:cubicBezTo>
                    <a:pt x="152" y="70"/>
                    <a:pt x="154" y="72"/>
                    <a:pt x="160" y="74"/>
                  </a:cubicBezTo>
                  <a:cubicBezTo>
                    <a:pt x="153" y="90"/>
                    <a:pt x="153" y="90"/>
                    <a:pt x="153" y="90"/>
                  </a:cubicBezTo>
                  <a:cubicBezTo>
                    <a:pt x="148" y="88"/>
                    <a:pt x="143" y="87"/>
                    <a:pt x="140" y="86"/>
                  </a:cubicBezTo>
                  <a:cubicBezTo>
                    <a:pt x="136" y="85"/>
                    <a:pt x="133" y="85"/>
                    <a:pt x="130" y="85"/>
                  </a:cubicBezTo>
                  <a:cubicBezTo>
                    <a:pt x="126" y="85"/>
                    <a:pt x="123" y="85"/>
                    <a:pt x="121" y="87"/>
                  </a:cubicBezTo>
                  <a:cubicBezTo>
                    <a:pt x="119" y="89"/>
                    <a:pt x="117" y="91"/>
                    <a:pt x="117" y="94"/>
                  </a:cubicBezTo>
                  <a:cubicBezTo>
                    <a:pt x="117" y="96"/>
                    <a:pt x="118" y="98"/>
                    <a:pt x="119" y="99"/>
                  </a:cubicBezTo>
                  <a:cubicBezTo>
                    <a:pt x="120" y="101"/>
                    <a:pt x="121" y="102"/>
                    <a:pt x="123" y="103"/>
                  </a:cubicBezTo>
                  <a:cubicBezTo>
                    <a:pt x="125" y="104"/>
                    <a:pt x="129" y="107"/>
                    <a:pt x="136" y="110"/>
                  </a:cubicBezTo>
                  <a:cubicBezTo>
                    <a:pt x="145" y="114"/>
                    <a:pt x="151" y="119"/>
                    <a:pt x="155" y="123"/>
                  </a:cubicBezTo>
                  <a:cubicBezTo>
                    <a:pt x="158" y="128"/>
                    <a:pt x="161" y="133"/>
                    <a:pt x="161" y="140"/>
                  </a:cubicBezTo>
                  <a:cubicBezTo>
                    <a:pt x="161" y="148"/>
                    <a:pt x="159" y="155"/>
                    <a:pt x="153" y="160"/>
                  </a:cubicBezTo>
                  <a:cubicBezTo>
                    <a:pt x="148" y="164"/>
                    <a:pt x="139" y="166"/>
                    <a:pt x="139" y="167"/>
                  </a:cubicBezTo>
                  <a:cubicBezTo>
                    <a:pt x="139" y="181"/>
                    <a:pt x="139" y="181"/>
                    <a:pt x="139" y="181"/>
                  </a:cubicBezTo>
                  <a:cubicBezTo>
                    <a:pt x="128" y="181"/>
                    <a:pt x="128" y="181"/>
                    <a:pt x="128" y="181"/>
                  </a:cubicBezTo>
                  <a:lnTo>
                    <a:pt x="128" y="16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4575" tIns="27287" rIns="54575" bIns="27287" numCol="1" anchor="t" anchorCtr="0" compatLnSpc="1">
              <a:prstTxWarp prst="textNoShape">
                <a:avLst/>
              </a:prstTxWarp>
            </a:bodyPr>
            <a:lstStyle/>
            <a:p>
              <a:pPr defTabSz="545785" fontAlgn="base">
                <a:spcBef>
                  <a:spcPct val="0"/>
                </a:spcBef>
                <a:spcAft>
                  <a:spcPct val="0"/>
                </a:spcAft>
                <a:defRPr/>
              </a:pPr>
              <a:endParaRPr lang="en-GB" sz="2268" kern="0">
                <a:solidFill>
                  <a:srgbClr val="343434"/>
                </a:solidFill>
                <a:latin typeface="Gotham Book" charset="0"/>
                <a:ea typeface="ヒラギノ角ゴ ProN W3" charset="0"/>
                <a:sym typeface="Gotham Book" charset="0"/>
              </a:endParaRPr>
            </a:p>
          </p:txBody>
        </p:sp>
      </p:grpSp>
      <p:grpSp>
        <p:nvGrpSpPr>
          <p:cNvPr id="127" name="Group 675">
            <a:extLst>
              <a:ext uri="{FF2B5EF4-FFF2-40B4-BE49-F238E27FC236}">
                <a16:creationId xmlns:a16="http://schemas.microsoft.com/office/drawing/2014/main" id="{4F278884-AE62-4289-B304-17FCE228F5BC}"/>
              </a:ext>
            </a:extLst>
          </p:cNvPr>
          <p:cNvGrpSpPr>
            <a:grpSpLocks noChangeAspect="1"/>
          </p:cNvGrpSpPr>
          <p:nvPr/>
        </p:nvGrpSpPr>
        <p:grpSpPr bwMode="auto">
          <a:xfrm>
            <a:off x="1855191" y="4837032"/>
            <a:ext cx="491173" cy="491173"/>
            <a:chOff x="6583" y="2681"/>
            <a:chExt cx="340" cy="340"/>
          </a:xfrm>
          <a:solidFill>
            <a:sysClr val="window" lastClr="FFFFFF"/>
          </a:solidFill>
        </p:grpSpPr>
        <p:sp>
          <p:nvSpPr>
            <p:cNvPr id="128" name="Freeform 676">
              <a:extLst>
                <a:ext uri="{FF2B5EF4-FFF2-40B4-BE49-F238E27FC236}">
                  <a16:creationId xmlns:a16="http://schemas.microsoft.com/office/drawing/2014/main" id="{9367E915-3883-4B18-AC51-512564C1A379}"/>
                </a:ext>
              </a:extLst>
            </p:cNvPr>
            <p:cNvSpPr>
              <a:spLocks noEditPoints="1"/>
            </p:cNvSpPr>
            <p:nvPr/>
          </p:nvSpPr>
          <p:spPr bwMode="auto">
            <a:xfrm>
              <a:off x="6583" y="268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4575" tIns="27287" rIns="54575" bIns="27287" numCol="1" anchor="t" anchorCtr="0" compatLnSpc="1">
              <a:prstTxWarp prst="textNoShape">
                <a:avLst/>
              </a:prstTxWarp>
            </a:bodyPr>
            <a:lstStyle/>
            <a:p>
              <a:pPr defTabSz="545785" fontAlgn="base">
                <a:spcBef>
                  <a:spcPct val="0"/>
                </a:spcBef>
                <a:spcAft>
                  <a:spcPct val="0"/>
                </a:spcAft>
                <a:defRPr/>
              </a:pPr>
              <a:endParaRPr lang="en-GB" sz="2268" kern="0">
                <a:solidFill>
                  <a:srgbClr val="343434"/>
                </a:solidFill>
                <a:latin typeface="Gotham Book" charset="0"/>
                <a:ea typeface="ヒラギノ角ゴ ProN W3" charset="0"/>
                <a:sym typeface="Gotham Book" charset="0"/>
              </a:endParaRPr>
            </a:p>
          </p:txBody>
        </p:sp>
        <p:sp>
          <p:nvSpPr>
            <p:cNvPr id="129" name="Freeform 677">
              <a:extLst>
                <a:ext uri="{FF2B5EF4-FFF2-40B4-BE49-F238E27FC236}">
                  <a16:creationId xmlns:a16="http://schemas.microsoft.com/office/drawing/2014/main" id="{0E7F3BFF-EE7E-4489-A9E0-32E46AA017DF}"/>
                </a:ext>
              </a:extLst>
            </p:cNvPr>
            <p:cNvSpPr>
              <a:spLocks noEditPoints="1"/>
            </p:cNvSpPr>
            <p:nvPr/>
          </p:nvSpPr>
          <p:spPr bwMode="auto">
            <a:xfrm>
              <a:off x="6672" y="2741"/>
              <a:ext cx="162" cy="224"/>
            </a:xfrm>
            <a:custGeom>
              <a:avLst/>
              <a:gdLst>
                <a:gd name="T0" fmla="*/ 233 w 244"/>
                <a:gd name="T1" fmla="*/ 122 h 336"/>
                <a:gd name="T2" fmla="*/ 241 w 244"/>
                <a:gd name="T3" fmla="*/ 90 h 336"/>
                <a:gd name="T4" fmla="*/ 218 w 244"/>
                <a:gd name="T5" fmla="*/ 67 h 336"/>
                <a:gd name="T6" fmla="*/ 209 w 244"/>
                <a:gd name="T7" fmla="*/ 35 h 336"/>
                <a:gd name="T8" fmla="*/ 177 w 244"/>
                <a:gd name="T9" fmla="*/ 26 h 336"/>
                <a:gd name="T10" fmla="*/ 154 w 244"/>
                <a:gd name="T11" fmla="*/ 2 h 336"/>
                <a:gd name="T12" fmla="*/ 122 w 244"/>
                <a:gd name="T13" fmla="*/ 11 h 336"/>
                <a:gd name="T14" fmla="*/ 90 w 244"/>
                <a:gd name="T15" fmla="*/ 2 h 336"/>
                <a:gd name="T16" fmla="*/ 66 w 244"/>
                <a:gd name="T17" fmla="*/ 26 h 336"/>
                <a:gd name="T18" fmla="*/ 34 w 244"/>
                <a:gd name="T19" fmla="*/ 35 h 336"/>
                <a:gd name="T20" fmla="*/ 26 w 244"/>
                <a:gd name="T21" fmla="*/ 67 h 336"/>
                <a:gd name="T22" fmla="*/ 2 w 244"/>
                <a:gd name="T23" fmla="*/ 90 h 336"/>
                <a:gd name="T24" fmla="*/ 11 w 244"/>
                <a:gd name="T25" fmla="*/ 122 h 336"/>
                <a:gd name="T26" fmla="*/ 2 w 244"/>
                <a:gd name="T27" fmla="*/ 154 h 336"/>
                <a:gd name="T28" fmla="*/ 26 w 244"/>
                <a:gd name="T29" fmla="*/ 177 h 336"/>
                <a:gd name="T30" fmla="*/ 34 w 244"/>
                <a:gd name="T31" fmla="*/ 209 h 336"/>
                <a:gd name="T32" fmla="*/ 58 w 244"/>
                <a:gd name="T33" fmla="*/ 217 h 336"/>
                <a:gd name="T34" fmla="*/ 63 w 244"/>
                <a:gd name="T35" fmla="*/ 334 h 336"/>
                <a:gd name="T36" fmla="*/ 122 w 244"/>
                <a:gd name="T37" fmla="*/ 305 h 336"/>
                <a:gd name="T38" fmla="*/ 175 w 244"/>
                <a:gd name="T39" fmla="*/ 335 h 336"/>
                <a:gd name="T40" fmla="*/ 186 w 244"/>
                <a:gd name="T41" fmla="*/ 325 h 336"/>
                <a:gd name="T42" fmla="*/ 186 w 244"/>
                <a:gd name="T43" fmla="*/ 217 h 336"/>
                <a:gd name="T44" fmla="*/ 217 w 244"/>
                <a:gd name="T45" fmla="*/ 187 h 336"/>
                <a:gd name="T46" fmla="*/ 225 w 244"/>
                <a:gd name="T47" fmla="*/ 172 h 336"/>
                <a:gd name="T48" fmla="*/ 236 w 244"/>
                <a:gd name="T49" fmla="*/ 131 h 336"/>
                <a:gd name="T50" fmla="*/ 116 w 244"/>
                <a:gd name="T51" fmla="*/ 284 h 336"/>
                <a:gd name="T52" fmla="*/ 79 w 244"/>
                <a:gd name="T53" fmla="*/ 235 h 336"/>
                <a:gd name="T54" fmla="*/ 95 w 244"/>
                <a:gd name="T55" fmla="*/ 242 h 336"/>
                <a:gd name="T56" fmla="*/ 122 w 244"/>
                <a:gd name="T57" fmla="*/ 233 h 336"/>
                <a:gd name="T58" fmla="*/ 154 w 244"/>
                <a:gd name="T59" fmla="*/ 242 h 336"/>
                <a:gd name="T60" fmla="*/ 164 w 244"/>
                <a:gd name="T61" fmla="*/ 306 h 336"/>
                <a:gd name="T62" fmla="*/ 213 w 244"/>
                <a:gd name="T63" fmla="*/ 154 h 336"/>
                <a:gd name="T64" fmla="*/ 195 w 244"/>
                <a:gd name="T65" fmla="*/ 185 h 336"/>
                <a:gd name="T66" fmla="*/ 185 w 244"/>
                <a:gd name="T67" fmla="*/ 195 h 336"/>
                <a:gd name="T68" fmla="*/ 154 w 244"/>
                <a:gd name="T69" fmla="*/ 212 h 336"/>
                <a:gd name="T70" fmla="*/ 148 w 244"/>
                <a:gd name="T71" fmla="*/ 218 h 336"/>
                <a:gd name="T72" fmla="*/ 122 w 244"/>
                <a:gd name="T73" fmla="*/ 212 h 336"/>
                <a:gd name="T74" fmla="*/ 95 w 244"/>
                <a:gd name="T75" fmla="*/ 221 h 336"/>
                <a:gd name="T76" fmla="*/ 77 w 244"/>
                <a:gd name="T77" fmla="*/ 200 h 336"/>
                <a:gd name="T78" fmla="*/ 49 w 244"/>
                <a:gd name="T79" fmla="*/ 195 h 336"/>
                <a:gd name="T80" fmla="*/ 44 w 244"/>
                <a:gd name="T81" fmla="*/ 167 h 336"/>
                <a:gd name="T82" fmla="*/ 23 w 244"/>
                <a:gd name="T83" fmla="*/ 149 h 336"/>
                <a:gd name="T84" fmla="*/ 32 w 244"/>
                <a:gd name="T85" fmla="*/ 122 h 336"/>
                <a:gd name="T86" fmla="*/ 23 w 244"/>
                <a:gd name="T87" fmla="*/ 96 h 336"/>
                <a:gd name="T88" fmla="*/ 44 w 244"/>
                <a:gd name="T89" fmla="*/ 77 h 336"/>
                <a:gd name="T90" fmla="*/ 49 w 244"/>
                <a:gd name="T91" fmla="*/ 50 h 336"/>
                <a:gd name="T92" fmla="*/ 77 w 244"/>
                <a:gd name="T93" fmla="*/ 45 h 336"/>
                <a:gd name="T94" fmla="*/ 95 w 244"/>
                <a:gd name="T95" fmla="*/ 26 h 336"/>
                <a:gd name="T96" fmla="*/ 103 w 244"/>
                <a:gd name="T97" fmla="*/ 28 h 336"/>
                <a:gd name="T98" fmla="*/ 140 w 244"/>
                <a:gd name="T99" fmla="*/ 27 h 336"/>
                <a:gd name="T100" fmla="*/ 154 w 244"/>
                <a:gd name="T101" fmla="*/ 30 h 336"/>
                <a:gd name="T102" fmla="*/ 185 w 244"/>
                <a:gd name="T103" fmla="*/ 48 h 336"/>
                <a:gd name="T104" fmla="*/ 195 w 244"/>
                <a:gd name="T105" fmla="*/ 59 h 336"/>
                <a:gd name="T106" fmla="*/ 213 w 244"/>
                <a:gd name="T107" fmla="*/ 90 h 336"/>
                <a:gd name="T108" fmla="*/ 217 w 244"/>
                <a:gd name="T109" fmla="*/ 104 h 336"/>
                <a:gd name="T110" fmla="*/ 217 w 244"/>
                <a:gd name="T111" fmla="*/ 140 h 336"/>
                <a:gd name="T112" fmla="*/ 213 w 244"/>
                <a:gd name="T113" fmla="*/ 15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336">
                  <a:moveTo>
                    <a:pt x="236" y="131"/>
                  </a:moveTo>
                  <a:cubicBezTo>
                    <a:pt x="235" y="128"/>
                    <a:pt x="233" y="124"/>
                    <a:pt x="233" y="122"/>
                  </a:cubicBezTo>
                  <a:cubicBezTo>
                    <a:pt x="233" y="120"/>
                    <a:pt x="235" y="116"/>
                    <a:pt x="236" y="113"/>
                  </a:cubicBezTo>
                  <a:cubicBezTo>
                    <a:pt x="239" y="107"/>
                    <a:pt x="244" y="99"/>
                    <a:pt x="241" y="90"/>
                  </a:cubicBezTo>
                  <a:cubicBezTo>
                    <a:pt x="239" y="81"/>
                    <a:pt x="231" y="76"/>
                    <a:pt x="225" y="72"/>
                  </a:cubicBezTo>
                  <a:cubicBezTo>
                    <a:pt x="222" y="70"/>
                    <a:pt x="219" y="68"/>
                    <a:pt x="218" y="67"/>
                  </a:cubicBezTo>
                  <a:cubicBezTo>
                    <a:pt x="217" y="65"/>
                    <a:pt x="217" y="61"/>
                    <a:pt x="217" y="57"/>
                  </a:cubicBezTo>
                  <a:cubicBezTo>
                    <a:pt x="216" y="50"/>
                    <a:pt x="216" y="41"/>
                    <a:pt x="209" y="35"/>
                  </a:cubicBezTo>
                  <a:cubicBezTo>
                    <a:pt x="203" y="28"/>
                    <a:pt x="194" y="28"/>
                    <a:pt x="186" y="27"/>
                  </a:cubicBezTo>
                  <a:cubicBezTo>
                    <a:pt x="183" y="27"/>
                    <a:pt x="179" y="27"/>
                    <a:pt x="177" y="26"/>
                  </a:cubicBezTo>
                  <a:cubicBezTo>
                    <a:pt x="176" y="25"/>
                    <a:pt x="173" y="21"/>
                    <a:pt x="172" y="19"/>
                  </a:cubicBezTo>
                  <a:cubicBezTo>
                    <a:pt x="168" y="13"/>
                    <a:pt x="163" y="5"/>
                    <a:pt x="154" y="2"/>
                  </a:cubicBezTo>
                  <a:cubicBezTo>
                    <a:pt x="145" y="0"/>
                    <a:pt x="137" y="4"/>
                    <a:pt x="130" y="8"/>
                  </a:cubicBezTo>
                  <a:cubicBezTo>
                    <a:pt x="128" y="9"/>
                    <a:pt x="123" y="11"/>
                    <a:pt x="122" y="11"/>
                  </a:cubicBezTo>
                  <a:cubicBezTo>
                    <a:pt x="120" y="11"/>
                    <a:pt x="116" y="9"/>
                    <a:pt x="113" y="8"/>
                  </a:cubicBezTo>
                  <a:cubicBezTo>
                    <a:pt x="106" y="4"/>
                    <a:pt x="98" y="0"/>
                    <a:pt x="90" y="2"/>
                  </a:cubicBezTo>
                  <a:cubicBezTo>
                    <a:pt x="81" y="5"/>
                    <a:pt x="76" y="13"/>
                    <a:pt x="72" y="19"/>
                  </a:cubicBezTo>
                  <a:cubicBezTo>
                    <a:pt x="70" y="21"/>
                    <a:pt x="68" y="25"/>
                    <a:pt x="66" y="26"/>
                  </a:cubicBezTo>
                  <a:cubicBezTo>
                    <a:pt x="65" y="27"/>
                    <a:pt x="60" y="27"/>
                    <a:pt x="57" y="27"/>
                  </a:cubicBezTo>
                  <a:cubicBezTo>
                    <a:pt x="50" y="28"/>
                    <a:pt x="41" y="28"/>
                    <a:pt x="34" y="35"/>
                  </a:cubicBezTo>
                  <a:cubicBezTo>
                    <a:pt x="28" y="41"/>
                    <a:pt x="27" y="50"/>
                    <a:pt x="27" y="57"/>
                  </a:cubicBezTo>
                  <a:cubicBezTo>
                    <a:pt x="27" y="61"/>
                    <a:pt x="26" y="65"/>
                    <a:pt x="26" y="67"/>
                  </a:cubicBezTo>
                  <a:cubicBezTo>
                    <a:pt x="25" y="68"/>
                    <a:pt x="21" y="70"/>
                    <a:pt x="18" y="72"/>
                  </a:cubicBezTo>
                  <a:cubicBezTo>
                    <a:pt x="12" y="76"/>
                    <a:pt x="5" y="81"/>
                    <a:pt x="2" y="90"/>
                  </a:cubicBezTo>
                  <a:cubicBezTo>
                    <a:pt x="0" y="99"/>
                    <a:pt x="4" y="107"/>
                    <a:pt x="7" y="113"/>
                  </a:cubicBezTo>
                  <a:cubicBezTo>
                    <a:pt x="9" y="116"/>
                    <a:pt x="11" y="120"/>
                    <a:pt x="11" y="122"/>
                  </a:cubicBezTo>
                  <a:cubicBezTo>
                    <a:pt x="11" y="124"/>
                    <a:pt x="9" y="128"/>
                    <a:pt x="7" y="131"/>
                  </a:cubicBezTo>
                  <a:cubicBezTo>
                    <a:pt x="4" y="137"/>
                    <a:pt x="0" y="145"/>
                    <a:pt x="2" y="154"/>
                  </a:cubicBezTo>
                  <a:cubicBezTo>
                    <a:pt x="5" y="163"/>
                    <a:pt x="12" y="168"/>
                    <a:pt x="18" y="172"/>
                  </a:cubicBezTo>
                  <a:cubicBezTo>
                    <a:pt x="21" y="174"/>
                    <a:pt x="25" y="176"/>
                    <a:pt x="26" y="177"/>
                  </a:cubicBezTo>
                  <a:cubicBezTo>
                    <a:pt x="26" y="179"/>
                    <a:pt x="27" y="183"/>
                    <a:pt x="27" y="187"/>
                  </a:cubicBezTo>
                  <a:cubicBezTo>
                    <a:pt x="27" y="194"/>
                    <a:pt x="28" y="203"/>
                    <a:pt x="34" y="209"/>
                  </a:cubicBezTo>
                  <a:cubicBezTo>
                    <a:pt x="41" y="216"/>
                    <a:pt x="50" y="216"/>
                    <a:pt x="57" y="217"/>
                  </a:cubicBezTo>
                  <a:cubicBezTo>
                    <a:pt x="57" y="217"/>
                    <a:pt x="57" y="217"/>
                    <a:pt x="58" y="217"/>
                  </a:cubicBezTo>
                  <a:cubicBezTo>
                    <a:pt x="58" y="325"/>
                    <a:pt x="58" y="325"/>
                    <a:pt x="58" y="325"/>
                  </a:cubicBezTo>
                  <a:cubicBezTo>
                    <a:pt x="58" y="329"/>
                    <a:pt x="60" y="332"/>
                    <a:pt x="63" y="334"/>
                  </a:cubicBezTo>
                  <a:cubicBezTo>
                    <a:pt x="66" y="336"/>
                    <a:pt x="71" y="336"/>
                    <a:pt x="74" y="334"/>
                  </a:cubicBezTo>
                  <a:cubicBezTo>
                    <a:pt x="122" y="305"/>
                    <a:pt x="122" y="305"/>
                    <a:pt x="122" y="305"/>
                  </a:cubicBezTo>
                  <a:cubicBezTo>
                    <a:pt x="170" y="334"/>
                    <a:pt x="170" y="334"/>
                    <a:pt x="170" y="334"/>
                  </a:cubicBezTo>
                  <a:cubicBezTo>
                    <a:pt x="171" y="335"/>
                    <a:pt x="173" y="335"/>
                    <a:pt x="175" y="335"/>
                  </a:cubicBezTo>
                  <a:cubicBezTo>
                    <a:pt x="177" y="335"/>
                    <a:pt x="179" y="335"/>
                    <a:pt x="180" y="334"/>
                  </a:cubicBezTo>
                  <a:cubicBezTo>
                    <a:pt x="184" y="332"/>
                    <a:pt x="186" y="329"/>
                    <a:pt x="186" y="325"/>
                  </a:cubicBezTo>
                  <a:cubicBezTo>
                    <a:pt x="186" y="217"/>
                    <a:pt x="186" y="217"/>
                    <a:pt x="186" y="217"/>
                  </a:cubicBezTo>
                  <a:cubicBezTo>
                    <a:pt x="186" y="217"/>
                    <a:pt x="186" y="217"/>
                    <a:pt x="186" y="217"/>
                  </a:cubicBezTo>
                  <a:cubicBezTo>
                    <a:pt x="194" y="216"/>
                    <a:pt x="203" y="216"/>
                    <a:pt x="209" y="209"/>
                  </a:cubicBezTo>
                  <a:cubicBezTo>
                    <a:pt x="216" y="203"/>
                    <a:pt x="216" y="194"/>
                    <a:pt x="217" y="187"/>
                  </a:cubicBezTo>
                  <a:cubicBezTo>
                    <a:pt x="217" y="183"/>
                    <a:pt x="217" y="179"/>
                    <a:pt x="218" y="177"/>
                  </a:cubicBezTo>
                  <a:cubicBezTo>
                    <a:pt x="219" y="176"/>
                    <a:pt x="222" y="174"/>
                    <a:pt x="225" y="172"/>
                  </a:cubicBezTo>
                  <a:cubicBezTo>
                    <a:pt x="231" y="168"/>
                    <a:pt x="239" y="163"/>
                    <a:pt x="241" y="154"/>
                  </a:cubicBezTo>
                  <a:cubicBezTo>
                    <a:pt x="244" y="145"/>
                    <a:pt x="239" y="137"/>
                    <a:pt x="236" y="131"/>
                  </a:cubicBezTo>
                  <a:close/>
                  <a:moveTo>
                    <a:pt x="127" y="284"/>
                  </a:moveTo>
                  <a:cubicBezTo>
                    <a:pt x="124" y="282"/>
                    <a:pt x="120" y="282"/>
                    <a:pt x="116" y="284"/>
                  </a:cubicBezTo>
                  <a:cubicBezTo>
                    <a:pt x="79" y="306"/>
                    <a:pt x="79" y="306"/>
                    <a:pt x="79" y="306"/>
                  </a:cubicBezTo>
                  <a:cubicBezTo>
                    <a:pt x="79" y="235"/>
                    <a:pt x="79" y="235"/>
                    <a:pt x="79" y="235"/>
                  </a:cubicBezTo>
                  <a:cubicBezTo>
                    <a:pt x="82" y="238"/>
                    <a:pt x="85" y="240"/>
                    <a:pt x="90" y="242"/>
                  </a:cubicBezTo>
                  <a:cubicBezTo>
                    <a:pt x="91" y="242"/>
                    <a:pt x="93" y="242"/>
                    <a:pt x="95" y="242"/>
                  </a:cubicBezTo>
                  <a:cubicBezTo>
                    <a:pt x="102" y="242"/>
                    <a:pt x="108" y="239"/>
                    <a:pt x="113" y="236"/>
                  </a:cubicBezTo>
                  <a:cubicBezTo>
                    <a:pt x="116" y="235"/>
                    <a:pt x="120" y="233"/>
                    <a:pt x="122" y="233"/>
                  </a:cubicBezTo>
                  <a:cubicBezTo>
                    <a:pt x="123" y="233"/>
                    <a:pt x="128" y="235"/>
                    <a:pt x="130" y="236"/>
                  </a:cubicBezTo>
                  <a:cubicBezTo>
                    <a:pt x="137" y="240"/>
                    <a:pt x="145" y="244"/>
                    <a:pt x="154" y="242"/>
                  </a:cubicBezTo>
                  <a:cubicBezTo>
                    <a:pt x="158" y="240"/>
                    <a:pt x="161" y="238"/>
                    <a:pt x="164" y="235"/>
                  </a:cubicBezTo>
                  <a:cubicBezTo>
                    <a:pt x="164" y="306"/>
                    <a:pt x="164" y="306"/>
                    <a:pt x="164" y="306"/>
                  </a:cubicBezTo>
                  <a:lnTo>
                    <a:pt x="127" y="284"/>
                  </a:lnTo>
                  <a:close/>
                  <a:moveTo>
                    <a:pt x="213" y="154"/>
                  </a:moveTo>
                  <a:cubicBezTo>
                    <a:pt x="208" y="157"/>
                    <a:pt x="203" y="161"/>
                    <a:pt x="199" y="167"/>
                  </a:cubicBezTo>
                  <a:cubicBezTo>
                    <a:pt x="196" y="173"/>
                    <a:pt x="196" y="179"/>
                    <a:pt x="195" y="185"/>
                  </a:cubicBezTo>
                  <a:cubicBezTo>
                    <a:pt x="195" y="188"/>
                    <a:pt x="195" y="193"/>
                    <a:pt x="194" y="194"/>
                  </a:cubicBezTo>
                  <a:cubicBezTo>
                    <a:pt x="193" y="195"/>
                    <a:pt x="188" y="195"/>
                    <a:pt x="185" y="195"/>
                  </a:cubicBezTo>
                  <a:cubicBezTo>
                    <a:pt x="179" y="195"/>
                    <a:pt x="172" y="195"/>
                    <a:pt x="166" y="199"/>
                  </a:cubicBezTo>
                  <a:cubicBezTo>
                    <a:pt x="161" y="202"/>
                    <a:pt x="157" y="207"/>
                    <a:pt x="154" y="212"/>
                  </a:cubicBezTo>
                  <a:cubicBezTo>
                    <a:pt x="152" y="215"/>
                    <a:pt x="149" y="218"/>
                    <a:pt x="148" y="218"/>
                  </a:cubicBezTo>
                  <a:cubicBezTo>
                    <a:pt x="148" y="218"/>
                    <a:pt x="148" y="218"/>
                    <a:pt x="148" y="218"/>
                  </a:cubicBezTo>
                  <a:cubicBezTo>
                    <a:pt x="147" y="218"/>
                    <a:pt x="143" y="217"/>
                    <a:pt x="140" y="216"/>
                  </a:cubicBezTo>
                  <a:cubicBezTo>
                    <a:pt x="135" y="213"/>
                    <a:pt x="129" y="212"/>
                    <a:pt x="122" y="212"/>
                  </a:cubicBezTo>
                  <a:cubicBezTo>
                    <a:pt x="115" y="212"/>
                    <a:pt x="109" y="215"/>
                    <a:pt x="103" y="217"/>
                  </a:cubicBezTo>
                  <a:cubicBezTo>
                    <a:pt x="101" y="219"/>
                    <a:pt x="96" y="221"/>
                    <a:pt x="95" y="221"/>
                  </a:cubicBezTo>
                  <a:cubicBezTo>
                    <a:pt x="94" y="220"/>
                    <a:pt x="91" y="216"/>
                    <a:pt x="90" y="214"/>
                  </a:cubicBezTo>
                  <a:cubicBezTo>
                    <a:pt x="86" y="209"/>
                    <a:pt x="83" y="203"/>
                    <a:pt x="77" y="200"/>
                  </a:cubicBezTo>
                  <a:cubicBezTo>
                    <a:pt x="71" y="196"/>
                    <a:pt x="64" y="196"/>
                    <a:pt x="58" y="196"/>
                  </a:cubicBezTo>
                  <a:cubicBezTo>
                    <a:pt x="55" y="195"/>
                    <a:pt x="50" y="195"/>
                    <a:pt x="49" y="195"/>
                  </a:cubicBezTo>
                  <a:cubicBezTo>
                    <a:pt x="49" y="193"/>
                    <a:pt x="48" y="188"/>
                    <a:pt x="48" y="185"/>
                  </a:cubicBezTo>
                  <a:cubicBezTo>
                    <a:pt x="48" y="179"/>
                    <a:pt x="47" y="173"/>
                    <a:pt x="44" y="167"/>
                  </a:cubicBezTo>
                  <a:cubicBezTo>
                    <a:pt x="41" y="161"/>
                    <a:pt x="35" y="157"/>
                    <a:pt x="30" y="154"/>
                  </a:cubicBezTo>
                  <a:cubicBezTo>
                    <a:pt x="28" y="152"/>
                    <a:pt x="23" y="150"/>
                    <a:pt x="23" y="149"/>
                  </a:cubicBezTo>
                  <a:cubicBezTo>
                    <a:pt x="23" y="147"/>
                    <a:pt x="25" y="143"/>
                    <a:pt x="26" y="140"/>
                  </a:cubicBezTo>
                  <a:cubicBezTo>
                    <a:pt x="29" y="135"/>
                    <a:pt x="32" y="129"/>
                    <a:pt x="32" y="122"/>
                  </a:cubicBezTo>
                  <a:cubicBezTo>
                    <a:pt x="32" y="115"/>
                    <a:pt x="29" y="109"/>
                    <a:pt x="26" y="104"/>
                  </a:cubicBezTo>
                  <a:cubicBezTo>
                    <a:pt x="25" y="101"/>
                    <a:pt x="23" y="97"/>
                    <a:pt x="23" y="96"/>
                  </a:cubicBezTo>
                  <a:cubicBezTo>
                    <a:pt x="23" y="94"/>
                    <a:pt x="28" y="92"/>
                    <a:pt x="30" y="90"/>
                  </a:cubicBezTo>
                  <a:cubicBezTo>
                    <a:pt x="35" y="87"/>
                    <a:pt x="41" y="83"/>
                    <a:pt x="44" y="77"/>
                  </a:cubicBezTo>
                  <a:cubicBezTo>
                    <a:pt x="47" y="71"/>
                    <a:pt x="48" y="65"/>
                    <a:pt x="48" y="59"/>
                  </a:cubicBezTo>
                  <a:cubicBezTo>
                    <a:pt x="48" y="56"/>
                    <a:pt x="49" y="51"/>
                    <a:pt x="49" y="50"/>
                  </a:cubicBezTo>
                  <a:cubicBezTo>
                    <a:pt x="50" y="49"/>
                    <a:pt x="55" y="49"/>
                    <a:pt x="58" y="49"/>
                  </a:cubicBezTo>
                  <a:cubicBezTo>
                    <a:pt x="64" y="49"/>
                    <a:pt x="71" y="49"/>
                    <a:pt x="77" y="45"/>
                  </a:cubicBezTo>
                  <a:cubicBezTo>
                    <a:pt x="83" y="42"/>
                    <a:pt x="86" y="37"/>
                    <a:pt x="90" y="32"/>
                  </a:cubicBezTo>
                  <a:cubicBezTo>
                    <a:pt x="91" y="29"/>
                    <a:pt x="94" y="26"/>
                    <a:pt x="95" y="26"/>
                  </a:cubicBezTo>
                  <a:cubicBezTo>
                    <a:pt x="95" y="26"/>
                    <a:pt x="95" y="26"/>
                    <a:pt x="95" y="26"/>
                  </a:cubicBezTo>
                  <a:cubicBezTo>
                    <a:pt x="96" y="26"/>
                    <a:pt x="101" y="27"/>
                    <a:pt x="103" y="28"/>
                  </a:cubicBezTo>
                  <a:cubicBezTo>
                    <a:pt x="109" y="31"/>
                    <a:pt x="115" y="32"/>
                    <a:pt x="122" y="32"/>
                  </a:cubicBezTo>
                  <a:cubicBezTo>
                    <a:pt x="129" y="32"/>
                    <a:pt x="135" y="29"/>
                    <a:pt x="140" y="27"/>
                  </a:cubicBezTo>
                  <a:cubicBezTo>
                    <a:pt x="143" y="25"/>
                    <a:pt x="147" y="23"/>
                    <a:pt x="148" y="23"/>
                  </a:cubicBezTo>
                  <a:cubicBezTo>
                    <a:pt x="149" y="24"/>
                    <a:pt x="152" y="28"/>
                    <a:pt x="154" y="30"/>
                  </a:cubicBezTo>
                  <a:cubicBezTo>
                    <a:pt x="157" y="35"/>
                    <a:pt x="161" y="41"/>
                    <a:pt x="166" y="44"/>
                  </a:cubicBezTo>
                  <a:cubicBezTo>
                    <a:pt x="172" y="48"/>
                    <a:pt x="179" y="48"/>
                    <a:pt x="185" y="48"/>
                  </a:cubicBezTo>
                  <a:cubicBezTo>
                    <a:pt x="188" y="49"/>
                    <a:pt x="193" y="49"/>
                    <a:pt x="194" y="49"/>
                  </a:cubicBezTo>
                  <a:cubicBezTo>
                    <a:pt x="195" y="51"/>
                    <a:pt x="195" y="56"/>
                    <a:pt x="195" y="59"/>
                  </a:cubicBezTo>
                  <a:cubicBezTo>
                    <a:pt x="196" y="65"/>
                    <a:pt x="196" y="71"/>
                    <a:pt x="199" y="77"/>
                  </a:cubicBezTo>
                  <a:cubicBezTo>
                    <a:pt x="203" y="83"/>
                    <a:pt x="208" y="87"/>
                    <a:pt x="213" y="90"/>
                  </a:cubicBezTo>
                  <a:cubicBezTo>
                    <a:pt x="216" y="92"/>
                    <a:pt x="220" y="94"/>
                    <a:pt x="221" y="95"/>
                  </a:cubicBezTo>
                  <a:cubicBezTo>
                    <a:pt x="221" y="97"/>
                    <a:pt x="218" y="101"/>
                    <a:pt x="217" y="104"/>
                  </a:cubicBezTo>
                  <a:cubicBezTo>
                    <a:pt x="214" y="109"/>
                    <a:pt x="211" y="115"/>
                    <a:pt x="211" y="122"/>
                  </a:cubicBezTo>
                  <a:cubicBezTo>
                    <a:pt x="211" y="129"/>
                    <a:pt x="214" y="135"/>
                    <a:pt x="217" y="140"/>
                  </a:cubicBezTo>
                  <a:cubicBezTo>
                    <a:pt x="218" y="143"/>
                    <a:pt x="221" y="147"/>
                    <a:pt x="221" y="148"/>
                  </a:cubicBezTo>
                  <a:cubicBezTo>
                    <a:pt x="220" y="150"/>
                    <a:pt x="216" y="152"/>
                    <a:pt x="213" y="1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4575" tIns="27287" rIns="54575" bIns="27287" numCol="1" anchor="t" anchorCtr="0" compatLnSpc="1">
              <a:prstTxWarp prst="textNoShape">
                <a:avLst/>
              </a:prstTxWarp>
            </a:bodyPr>
            <a:lstStyle/>
            <a:p>
              <a:pPr defTabSz="545785" fontAlgn="base">
                <a:spcBef>
                  <a:spcPct val="0"/>
                </a:spcBef>
                <a:spcAft>
                  <a:spcPct val="0"/>
                </a:spcAft>
                <a:defRPr/>
              </a:pPr>
              <a:endParaRPr lang="en-GB" sz="2268" kern="0">
                <a:solidFill>
                  <a:srgbClr val="343434"/>
                </a:solidFill>
                <a:latin typeface="Gotham Book" charset="0"/>
                <a:ea typeface="ヒラギノ角ゴ ProN W3" charset="0"/>
                <a:sym typeface="Gotham Book" charset="0"/>
              </a:endParaRPr>
            </a:p>
          </p:txBody>
        </p:sp>
        <p:sp>
          <p:nvSpPr>
            <p:cNvPr id="130" name="Freeform 678">
              <a:extLst>
                <a:ext uri="{FF2B5EF4-FFF2-40B4-BE49-F238E27FC236}">
                  <a16:creationId xmlns:a16="http://schemas.microsoft.com/office/drawing/2014/main" id="{FBA436D7-A0A3-45DA-B5E1-ED28AC4247D8}"/>
                </a:ext>
              </a:extLst>
            </p:cNvPr>
            <p:cNvSpPr>
              <a:spLocks noEditPoints="1"/>
            </p:cNvSpPr>
            <p:nvPr/>
          </p:nvSpPr>
          <p:spPr bwMode="auto">
            <a:xfrm>
              <a:off x="6717" y="2787"/>
              <a:ext cx="71" cy="71"/>
            </a:xfrm>
            <a:custGeom>
              <a:avLst/>
              <a:gdLst>
                <a:gd name="T0" fmla="*/ 54 w 107"/>
                <a:gd name="T1" fmla="*/ 0 h 106"/>
                <a:gd name="T2" fmla="*/ 0 w 107"/>
                <a:gd name="T3" fmla="*/ 53 h 106"/>
                <a:gd name="T4" fmla="*/ 54 w 107"/>
                <a:gd name="T5" fmla="*/ 106 h 106"/>
                <a:gd name="T6" fmla="*/ 107 w 107"/>
                <a:gd name="T7" fmla="*/ 53 h 106"/>
                <a:gd name="T8" fmla="*/ 54 w 107"/>
                <a:gd name="T9" fmla="*/ 0 h 106"/>
                <a:gd name="T10" fmla="*/ 54 w 107"/>
                <a:gd name="T11" fmla="*/ 85 h 106"/>
                <a:gd name="T12" fmla="*/ 22 w 107"/>
                <a:gd name="T13" fmla="*/ 53 h 106"/>
                <a:gd name="T14" fmla="*/ 54 w 107"/>
                <a:gd name="T15" fmla="*/ 21 h 106"/>
                <a:gd name="T16" fmla="*/ 86 w 107"/>
                <a:gd name="T17" fmla="*/ 53 h 106"/>
                <a:gd name="T18" fmla="*/ 54 w 107"/>
                <a:gd name="T19" fmla="*/ 8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6">
                  <a:moveTo>
                    <a:pt x="54" y="0"/>
                  </a:moveTo>
                  <a:cubicBezTo>
                    <a:pt x="24" y="0"/>
                    <a:pt x="0" y="24"/>
                    <a:pt x="0" y="53"/>
                  </a:cubicBezTo>
                  <a:cubicBezTo>
                    <a:pt x="0" y="82"/>
                    <a:pt x="24" y="106"/>
                    <a:pt x="54" y="106"/>
                  </a:cubicBezTo>
                  <a:cubicBezTo>
                    <a:pt x="83" y="106"/>
                    <a:pt x="107" y="82"/>
                    <a:pt x="107" y="53"/>
                  </a:cubicBezTo>
                  <a:cubicBezTo>
                    <a:pt x="107" y="24"/>
                    <a:pt x="83" y="0"/>
                    <a:pt x="54" y="0"/>
                  </a:cubicBezTo>
                  <a:close/>
                  <a:moveTo>
                    <a:pt x="54" y="85"/>
                  </a:moveTo>
                  <a:cubicBezTo>
                    <a:pt x="36" y="85"/>
                    <a:pt x="22" y="71"/>
                    <a:pt x="22" y="53"/>
                  </a:cubicBezTo>
                  <a:cubicBezTo>
                    <a:pt x="22" y="35"/>
                    <a:pt x="36" y="21"/>
                    <a:pt x="54" y="21"/>
                  </a:cubicBezTo>
                  <a:cubicBezTo>
                    <a:pt x="71" y="21"/>
                    <a:pt x="86" y="35"/>
                    <a:pt x="86" y="53"/>
                  </a:cubicBezTo>
                  <a:cubicBezTo>
                    <a:pt x="86" y="71"/>
                    <a:pt x="71" y="85"/>
                    <a:pt x="54" y="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54575" tIns="27287" rIns="54575" bIns="27287" numCol="1" anchor="t" anchorCtr="0" compatLnSpc="1">
              <a:prstTxWarp prst="textNoShape">
                <a:avLst/>
              </a:prstTxWarp>
            </a:bodyPr>
            <a:lstStyle/>
            <a:p>
              <a:pPr defTabSz="545785" fontAlgn="base">
                <a:spcBef>
                  <a:spcPct val="0"/>
                </a:spcBef>
                <a:spcAft>
                  <a:spcPct val="0"/>
                </a:spcAft>
                <a:defRPr/>
              </a:pPr>
              <a:endParaRPr lang="en-GB" sz="2268" kern="0">
                <a:solidFill>
                  <a:srgbClr val="343434"/>
                </a:solidFill>
                <a:latin typeface="Gotham Book" charset="0"/>
                <a:ea typeface="ヒラギノ角ゴ ProN W3" charset="0"/>
                <a:sym typeface="Gotham Book" charset="0"/>
              </a:endParaRPr>
            </a:p>
          </p:txBody>
        </p:sp>
      </p:grpSp>
      <p:sp>
        <p:nvSpPr>
          <p:cNvPr id="131" name="TextBox 130">
            <a:extLst>
              <a:ext uri="{FF2B5EF4-FFF2-40B4-BE49-F238E27FC236}">
                <a16:creationId xmlns:a16="http://schemas.microsoft.com/office/drawing/2014/main" id="{6C94040B-8C02-42EB-BBAB-4FFFE9EA0859}"/>
              </a:ext>
            </a:extLst>
          </p:cNvPr>
          <p:cNvSpPr txBox="1"/>
          <p:nvPr/>
        </p:nvSpPr>
        <p:spPr>
          <a:xfrm>
            <a:off x="2151337" y="5442337"/>
            <a:ext cx="1931447" cy="153888"/>
          </a:xfrm>
          <a:prstGeom prst="rect">
            <a:avLst/>
          </a:prstGeom>
          <a:noFill/>
        </p:spPr>
        <p:txBody>
          <a:bodyPr wrap="square" lIns="0" tIns="0" rIns="0" bIns="0" rtlCol="0">
            <a:spAutoFit/>
          </a:bodyPr>
          <a:lstStyle/>
          <a:p>
            <a:pPr algn="ctr" defTabSz="928393">
              <a:spcBef>
                <a:spcPts val="457"/>
              </a:spcBef>
              <a:buSzPct val="100000"/>
              <a:defRPr/>
            </a:pPr>
            <a:r>
              <a:rPr lang="en-US" sz="1000" i="1" dirty="0">
                <a:solidFill>
                  <a:prstClr val="white">
                    <a:lumMod val="50000"/>
                  </a:prstClr>
                </a:solidFill>
                <a:latin typeface="Aptos" panose="020B0004020202020204" pitchFamily="34" charset="0"/>
                <a:ea typeface="ヒラギノ角ゴ ProN W3" charset="0"/>
                <a:sym typeface="Gotham Book" charset="0"/>
              </a:rPr>
              <a:t>Lorem ipsum </a:t>
            </a:r>
          </a:p>
        </p:txBody>
      </p:sp>
      <p:sp>
        <p:nvSpPr>
          <p:cNvPr id="132" name="TextBox 131">
            <a:extLst>
              <a:ext uri="{FF2B5EF4-FFF2-40B4-BE49-F238E27FC236}">
                <a16:creationId xmlns:a16="http://schemas.microsoft.com/office/drawing/2014/main" id="{7972CED2-455D-4C09-9B67-A98948100A31}"/>
              </a:ext>
            </a:extLst>
          </p:cNvPr>
          <p:cNvSpPr txBox="1"/>
          <p:nvPr/>
        </p:nvSpPr>
        <p:spPr>
          <a:xfrm>
            <a:off x="4256351" y="5442337"/>
            <a:ext cx="1931447" cy="153888"/>
          </a:xfrm>
          <a:prstGeom prst="rect">
            <a:avLst/>
          </a:prstGeom>
          <a:noFill/>
        </p:spPr>
        <p:txBody>
          <a:bodyPr wrap="square" lIns="0" tIns="0" rIns="0" bIns="0" rtlCol="0">
            <a:spAutoFit/>
          </a:bodyPr>
          <a:lstStyle/>
          <a:p>
            <a:pPr algn="ctr" defTabSz="928393">
              <a:spcBef>
                <a:spcPts val="457"/>
              </a:spcBef>
              <a:buSzPct val="100000"/>
              <a:defRPr/>
            </a:pPr>
            <a:r>
              <a:rPr lang="en-US" sz="1000" i="1" dirty="0">
                <a:solidFill>
                  <a:prstClr val="white">
                    <a:lumMod val="50000"/>
                  </a:prstClr>
                </a:solidFill>
                <a:latin typeface="Aptos" panose="020B0004020202020204" pitchFamily="34" charset="0"/>
                <a:ea typeface="ヒラギノ角ゴ ProN W3" charset="0"/>
                <a:sym typeface="Gotham Book" charset="0"/>
              </a:rPr>
              <a:t>Lorem ipsum </a:t>
            </a:r>
          </a:p>
        </p:txBody>
      </p:sp>
      <p:sp>
        <p:nvSpPr>
          <p:cNvPr id="133" name="TextBox 132">
            <a:extLst>
              <a:ext uri="{FF2B5EF4-FFF2-40B4-BE49-F238E27FC236}">
                <a16:creationId xmlns:a16="http://schemas.microsoft.com/office/drawing/2014/main" id="{C4CAF656-9CCD-498D-90B6-DD3B925CDD3A}"/>
              </a:ext>
            </a:extLst>
          </p:cNvPr>
          <p:cNvSpPr txBox="1"/>
          <p:nvPr/>
        </p:nvSpPr>
        <p:spPr>
          <a:xfrm>
            <a:off x="6207733" y="5442337"/>
            <a:ext cx="1931447" cy="153888"/>
          </a:xfrm>
          <a:prstGeom prst="rect">
            <a:avLst/>
          </a:prstGeom>
          <a:noFill/>
        </p:spPr>
        <p:txBody>
          <a:bodyPr wrap="square" lIns="0" tIns="0" rIns="0" bIns="0" rtlCol="0">
            <a:spAutoFit/>
          </a:bodyPr>
          <a:lstStyle/>
          <a:p>
            <a:pPr algn="ctr" defTabSz="928393">
              <a:spcBef>
                <a:spcPts val="457"/>
              </a:spcBef>
              <a:buSzPct val="100000"/>
              <a:defRPr/>
            </a:pPr>
            <a:r>
              <a:rPr lang="en-US" sz="1000" i="1" dirty="0">
                <a:solidFill>
                  <a:prstClr val="white">
                    <a:lumMod val="50000"/>
                  </a:prstClr>
                </a:solidFill>
                <a:latin typeface="Aptos" panose="020B0004020202020204" pitchFamily="34" charset="0"/>
                <a:ea typeface="ヒラギノ角ゴ ProN W3" charset="0"/>
                <a:sym typeface="Gotham Book" charset="0"/>
              </a:rPr>
              <a:t>Lorem ipsum </a:t>
            </a:r>
          </a:p>
        </p:txBody>
      </p:sp>
      <p:grpSp>
        <p:nvGrpSpPr>
          <p:cNvPr id="134" name="Group 133">
            <a:extLst>
              <a:ext uri="{FF2B5EF4-FFF2-40B4-BE49-F238E27FC236}">
                <a16:creationId xmlns:a16="http://schemas.microsoft.com/office/drawing/2014/main" id="{CE355AB3-9285-4620-8E87-4A46EA24CD00}"/>
              </a:ext>
            </a:extLst>
          </p:cNvPr>
          <p:cNvGrpSpPr/>
          <p:nvPr/>
        </p:nvGrpSpPr>
        <p:grpSpPr>
          <a:xfrm>
            <a:off x="3270070" y="1742452"/>
            <a:ext cx="3361277" cy="2668891"/>
            <a:chOff x="4896017" y="1519506"/>
            <a:chExt cx="5631815" cy="4122257"/>
          </a:xfrm>
        </p:grpSpPr>
        <p:sp>
          <p:nvSpPr>
            <p:cNvPr id="135" name="Rectangle 134">
              <a:extLst>
                <a:ext uri="{FF2B5EF4-FFF2-40B4-BE49-F238E27FC236}">
                  <a16:creationId xmlns:a16="http://schemas.microsoft.com/office/drawing/2014/main" id="{25096FF8-0078-4DFC-B7F6-B4E18DA25872}"/>
                </a:ext>
              </a:extLst>
            </p:cNvPr>
            <p:cNvSpPr/>
            <p:nvPr/>
          </p:nvSpPr>
          <p:spPr bwMode="gray">
            <a:xfrm>
              <a:off x="4955874" y="5178776"/>
              <a:ext cx="5571958" cy="462987"/>
            </a:xfrm>
            <a:prstGeom prst="rect">
              <a:avLst/>
            </a:prstGeom>
            <a:noFill/>
            <a:ln w="19050" algn="ctr">
              <a:noFill/>
              <a:miter lim="800000"/>
              <a:headEnd/>
              <a:tailEnd/>
            </a:ln>
          </p:spPr>
          <p:txBody>
            <a:bodyPr wrap="square" lIns="53059" tIns="53059" rIns="53059" bIns="53059" rtlCol="0" anchor="ctr"/>
            <a:lstStyle/>
            <a:p>
              <a:pPr algn="ctr" defTabSz="545785" fontAlgn="base">
                <a:lnSpc>
                  <a:spcPct val="106000"/>
                </a:lnSpc>
                <a:spcBef>
                  <a:spcPct val="0"/>
                </a:spcBef>
                <a:spcAft>
                  <a:spcPct val="0"/>
                </a:spcAft>
                <a:defRPr/>
              </a:pPr>
              <a:r>
                <a:rPr lang="en-US" sz="1000" b="1" i="1" dirty="0">
                  <a:solidFill>
                    <a:sysClr val="windowText" lastClr="000000"/>
                  </a:solidFill>
                  <a:latin typeface="Aptos" panose="020B0004020202020204" pitchFamily="34" charset="0"/>
                  <a:ea typeface="ヒラギノ角ゴ ProN W3" charset="0"/>
                  <a:sym typeface="Gotham Book" charset="0"/>
                </a:rPr>
                <a:t>Lorem ipsum </a:t>
              </a:r>
            </a:p>
          </p:txBody>
        </p:sp>
        <p:sp>
          <p:nvSpPr>
            <p:cNvPr id="136" name="Rectangle 135">
              <a:extLst>
                <a:ext uri="{FF2B5EF4-FFF2-40B4-BE49-F238E27FC236}">
                  <a16:creationId xmlns:a16="http://schemas.microsoft.com/office/drawing/2014/main" id="{73AE01F7-EF32-4788-9457-25E69FB68A9B}"/>
                </a:ext>
              </a:extLst>
            </p:cNvPr>
            <p:cNvSpPr/>
            <p:nvPr/>
          </p:nvSpPr>
          <p:spPr bwMode="gray">
            <a:xfrm>
              <a:off x="4896017" y="1519506"/>
              <a:ext cx="5571958" cy="462987"/>
            </a:xfrm>
            <a:prstGeom prst="rect">
              <a:avLst/>
            </a:prstGeom>
            <a:noFill/>
            <a:ln w="19050" algn="ctr">
              <a:noFill/>
              <a:miter lim="800000"/>
              <a:headEnd/>
              <a:tailEnd/>
            </a:ln>
          </p:spPr>
          <p:txBody>
            <a:bodyPr wrap="square" lIns="53059" tIns="53059" rIns="53059" bIns="53059" rtlCol="0" anchor="ctr"/>
            <a:lstStyle/>
            <a:p>
              <a:pPr algn="ctr" defTabSz="545785" fontAlgn="base">
                <a:lnSpc>
                  <a:spcPct val="106000"/>
                </a:lnSpc>
                <a:spcBef>
                  <a:spcPct val="0"/>
                </a:spcBef>
                <a:spcAft>
                  <a:spcPct val="0"/>
                </a:spcAft>
                <a:defRPr/>
              </a:pPr>
              <a:r>
                <a:rPr lang="en-US" sz="1000" b="1" i="1" dirty="0">
                  <a:solidFill>
                    <a:sysClr val="windowText" lastClr="000000"/>
                  </a:solidFill>
                  <a:latin typeface="Aptos" panose="020B0004020202020204" pitchFamily="34" charset="0"/>
                  <a:ea typeface="ヒラギノ角ゴ ProN W3" charset="0"/>
                  <a:sym typeface="Gotham Book" charset="0"/>
                </a:rPr>
                <a:t>Lorem ipsum </a:t>
              </a:r>
            </a:p>
          </p:txBody>
        </p:sp>
      </p:grpSp>
    </p:spTree>
    <p:extLst>
      <p:ext uri="{BB962C8B-B14F-4D97-AF65-F5344CB8AC3E}">
        <p14:creationId xmlns:p14="http://schemas.microsoft.com/office/powerpoint/2010/main" val="1750388194"/>
      </p:ext>
    </p:extLst>
  </p:cSld>
  <p:clrMapOvr>
    <a:masterClrMapping/>
  </p:clrMapOvr>
  <p:transition>
    <p:fade/>
  </p:transition>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B811FD2-C9E3-C043-A63B-FAE7EE461C91}"/>
              </a:ext>
            </a:extLst>
          </p:cNvPr>
          <p:cNvSpPr>
            <a:spLocks noGrp="1"/>
          </p:cNvSpPr>
          <p:nvPr>
            <p:ph type="title"/>
          </p:nvPr>
        </p:nvSpPr>
        <p:spPr/>
        <p:txBody>
          <a:bodyPr/>
          <a:lstStyle/>
          <a:p>
            <a:r>
              <a:rPr lang="en-US" dirty="0"/>
              <a:t>Data visualization</a:t>
            </a:r>
          </a:p>
        </p:txBody>
      </p:sp>
      <p:sp>
        <p:nvSpPr>
          <p:cNvPr id="60" name="Rectangle 69">
            <a:extLst>
              <a:ext uri="{FF2B5EF4-FFF2-40B4-BE49-F238E27FC236}">
                <a16:creationId xmlns:a16="http://schemas.microsoft.com/office/drawing/2014/main" id="{62689EE1-BB53-F349-82B1-AD9F75DA6FD5}"/>
              </a:ext>
            </a:extLst>
          </p:cNvPr>
          <p:cNvSpPr/>
          <p:nvPr/>
        </p:nvSpPr>
        <p:spPr bwMode="gray">
          <a:xfrm>
            <a:off x="6171229" y="4017834"/>
            <a:ext cx="3734772" cy="554700"/>
          </a:xfrm>
          <a:prstGeom prst="rect">
            <a:avLst/>
          </a:prstGeom>
          <a:solidFill>
            <a:srgbClr val="26890D"/>
          </a:solidFill>
          <a:ln w="19050" algn="ctr">
            <a:solidFill>
              <a:srgbClr val="9DD4CF"/>
            </a:solidFill>
            <a:miter lim="800000"/>
            <a:headEnd/>
            <a:tailEnd/>
          </a:ln>
        </p:spPr>
        <p:txBody>
          <a:bodyPr wrap="square" lIns="72231" tIns="72231" rIns="72231" bIns="72231" rtlCol="0" anchor="ctr"/>
          <a:lstStyle/>
          <a:p>
            <a:pPr algn="ctr" defTabSz="742969">
              <a:lnSpc>
                <a:spcPct val="106000"/>
              </a:lnSpc>
              <a:defRPr/>
            </a:pPr>
            <a:endParaRPr lang="en-GB" sz="1300" b="1" kern="0" dirty="0">
              <a:solidFill>
                <a:prstClr val="white"/>
              </a:solidFill>
              <a:latin typeface="Aptos" panose="020B0004020202020204" pitchFamily="34" charset="0"/>
            </a:endParaRPr>
          </a:p>
        </p:txBody>
      </p:sp>
      <p:sp>
        <p:nvSpPr>
          <p:cNvPr id="61" name="Rectangle 70">
            <a:extLst>
              <a:ext uri="{FF2B5EF4-FFF2-40B4-BE49-F238E27FC236}">
                <a16:creationId xmlns:a16="http://schemas.microsoft.com/office/drawing/2014/main" id="{8748F351-CEC9-414A-81A2-4F2C4E0A1CBF}"/>
              </a:ext>
            </a:extLst>
          </p:cNvPr>
          <p:cNvSpPr/>
          <p:nvPr/>
        </p:nvSpPr>
        <p:spPr bwMode="gray">
          <a:xfrm>
            <a:off x="6607513" y="4635792"/>
            <a:ext cx="3298488" cy="554700"/>
          </a:xfrm>
          <a:prstGeom prst="rect">
            <a:avLst/>
          </a:prstGeom>
          <a:solidFill>
            <a:srgbClr val="046A38"/>
          </a:solidFill>
          <a:ln w="19050" algn="ctr">
            <a:solidFill>
              <a:srgbClr val="9DD4CF"/>
            </a:solidFill>
            <a:miter lim="800000"/>
            <a:headEnd/>
            <a:tailEnd/>
          </a:ln>
        </p:spPr>
        <p:txBody>
          <a:bodyPr wrap="square" lIns="72231" tIns="72231" rIns="72231" bIns="72231" rtlCol="0" anchor="ctr"/>
          <a:lstStyle/>
          <a:p>
            <a:pPr algn="ctr" defTabSz="742969">
              <a:lnSpc>
                <a:spcPct val="106000"/>
              </a:lnSpc>
              <a:defRPr/>
            </a:pPr>
            <a:endParaRPr lang="en-GB" sz="1300" b="1" kern="0" dirty="0">
              <a:solidFill>
                <a:prstClr val="white"/>
              </a:solidFill>
              <a:latin typeface="Aptos" panose="020B0004020202020204" pitchFamily="34" charset="0"/>
            </a:endParaRPr>
          </a:p>
        </p:txBody>
      </p:sp>
      <p:sp>
        <p:nvSpPr>
          <p:cNvPr id="62" name="Rectangle 68">
            <a:extLst>
              <a:ext uri="{FF2B5EF4-FFF2-40B4-BE49-F238E27FC236}">
                <a16:creationId xmlns:a16="http://schemas.microsoft.com/office/drawing/2014/main" id="{28E409C9-3C92-5249-996C-1DA06BD1349D}"/>
              </a:ext>
            </a:extLst>
          </p:cNvPr>
          <p:cNvSpPr/>
          <p:nvPr/>
        </p:nvSpPr>
        <p:spPr bwMode="gray">
          <a:xfrm>
            <a:off x="5820305" y="3401372"/>
            <a:ext cx="4085698" cy="554700"/>
          </a:xfrm>
          <a:prstGeom prst="rect">
            <a:avLst/>
          </a:prstGeom>
          <a:solidFill>
            <a:srgbClr val="43B02A"/>
          </a:solidFill>
          <a:ln w="19050" algn="ctr">
            <a:solidFill>
              <a:srgbClr val="9DD4CF"/>
            </a:solidFill>
            <a:miter lim="800000"/>
            <a:headEnd/>
            <a:tailEnd/>
          </a:ln>
        </p:spPr>
        <p:txBody>
          <a:bodyPr wrap="square" lIns="72231" tIns="72231" rIns="72231" bIns="72231" rtlCol="0" anchor="ctr"/>
          <a:lstStyle/>
          <a:p>
            <a:pPr algn="ctr" defTabSz="742969">
              <a:lnSpc>
                <a:spcPct val="106000"/>
              </a:lnSpc>
              <a:defRPr/>
            </a:pPr>
            <a:endParaRPr lang="en-GB" sz="1300" b="1" kern="0" dirty="0">
              <a:solidFill>
                <a:prstClr val="white"/>
              </a:solidFill>
              <a:latin typeface="Aptos" panose="020B0004020202020204" pitchFamily="34" charset="0"/>
            </a:endParaRPr>
          </a:p>
        </p:txBody>
      </p:sp>
      <p:sp>
        <p:nvSpPr>
          <p:cNvPr id="63" name="Rectangle 67">
            <a:extLst>
              <a:ext uri="{FF2B5EF4-FFF2-40B4-BE49-F238E27FC236}">
                <a16:creationId xmlns:a16="http://schemas.microsoft.com/office/drawing/2014/main" id="{24B730AE-5DDA-0F4F-92E4-2D9862C0F2D5}"/>
              </a:ext>
            </a:extLst>
          </p:cNvPr>
          <p:cNvSpPr/>
          <p:nvPr/>
        </p:nvSpPr>
        <p:spPr bwMode="gray">
          <a:xfrm>
            <a:off x="6946024" y="2792416"/>
            <a:ext cx="2959976" cy="554700"/>
          </a:xfrm>
          <a:prstGeom prst="rect">
            <a:avLst/>
          </a:prstGeom>
          <a:solidFill>
            <a:srgbClr val="007CB0"/>
          </a:solidFill>
          <a:ln w="19050" algn="ctr">
            <a:solidFill>
              <a:srgbClr val="9DD4CF"/>
            </a:solidFill>
            <a:miter lim="800000"/>
            <a:headEnd/>
            <a:tailEnd/>
          </a:ln>
        </p:spPr>
        <p:txBody>
          <a:bodyPr wrap="square" lIns="72231" tIns="72231" rIns="72231" bIns="72231" rtlCol="0" anchor="ctr"/>
          <a:lstStyle/>
          <a:p>
            <a:pPr algn="ctr" defTabSz="742969">
              <a:lnSpc>
                <a:spcPct val="106000"/>
              </a:lnSpc>
              <a:defRPr/>
            </a:pPr>
            <a:endParaRPr lang="en-GB" sz="1300" b="1" kern="0" dirty="0">
              <a:solidFill>
                <a:prstClr val="white"/>
              </a:solidFill>
              <a:latin typeface="Aptos" panose="020B0004020202020204" pitchFamily="34" charset="0"/>
            </a:endParaRPr>
          </a:p>
        </p:txBody>
      </p:sp>
      <p:sp>
        <p:nvSpPr>
          <p:cNvPr id="64" name="Rectangle 63">
            <a:extLst>
              <a:ext uri="{FF2B5EF4-FFF2-40B4-BE49-F238E27FC236}">
                <a16:creationId xmlns:a16="http://schemas.microsoft.com/office/drawing/2014/main" id="{FD9BAB3E-E461-2344-A328-6BB50EACB877}"/>
              </a:ext>
            </a:extLst>
          </p:cNvPr>
          <p:cNvSpPr/>
          <p:nvPr/>
        </p:nvSpPr>
        <p:spPr bwMode="gray">
          <a:xfrm>
            <a:off x="0" y="2179334"/>
            <a:ext cx="2455781" cy="554700"/>
          </a:xfrm>
          <a:prstGeom prst="rect">
            <a:avLst/>
          </a:prstGeom>
          <a:solidFill>
            <a:srgbClr val="007CB0">
              <a:lumMod val="60000"/>
              <a:lumOff val="40000"/>
            </a:srgbClr>
          </a:solidFill>
          <a:ln w="19050" algn="ctr">
            <a:solidFill>
              <a:srgbClr val="9DD4CF"/>
            </a:solidFill>
            <a:miter lim="800000"/>
            <a:headEnd/>
            <a:tailEnd/>
          </a:ln>
        </p:spPr>
        <p:txBody>
          <a:bodyPr wrap="square" lIns="72231" tIns="72231" rIns="72231" bIns="72231" rtlCol="0" anchor="ctr"/>
          <a:lstStyle/>
          <a:p>
            <a:pPr algn="ctr" defTabSz="742969">
              <a:lnSpc>
                <a:spcPct val="106000"/>
              </a:lnSpc>
              <a:defRPr/>
            </a:pPr>
            <a:endParaRPr lang="en-GB" sz="1300" b="1" kern="0" dirty="0">
              <a:solidFill>
                <a:prstClr val="white"/>
              </a:solidFill>
              <a:latin typeface="Aptos" panose="020B0004020202020204" pitchFamily="34" charset="0"/>
            </a:endParaRPr>
          </a:p>
        </p:txBody>
      </p:sp>
      <p:sp>
        <p:nvSpPr>
          <p:cNvPr id="65" name="Rectangle 64">
            <a:extLst>
              <a:ext uri="{FF2B5EF4-FFF2-40B4-BE49-F238E27FC236}">
                <a16:creationId xmlns:a16="http://schemas.microsoft.com/office/drawing/2014/main" id="{F5825804-BF7B-D645-B885-89428723BCB6}"/>
              </a:ext>
            </a:extLst>
          </p:cNvPr>
          <p:cNvSpPr/>
          <p:nvPr/>
        </p:nvSpPr>
        <p:spPr bwMode="gray">
          <a:xfrm>
            <a:off x="0" y="2792416"/>
            <a:ext cx="2959976" cy="554700"/>
          </a:xfrm>
          <a:prstGeom prst="rect">
            <a:avLst/>
          </a:prstGeom>
          <a:solidFill>
            <a:srgbClr val="007CB0"/>
          </a:solidFill>
          <a:ln w="19050" algn="ctr">
            <a:solidFill>
              <a:srgbClr val="9DD4CF"/>
            </a:solidFill>
            <a:miter lim="800000"/>
            <a:headEnd/>
            <a:tailEnd/>
          </a:ln>
        </p:spPr>
        <p:txBody>
          <a:bodyPr wrap="square" lIns="72231" tIns="72231" rIns="72231" bIns="72231" rtlCol="0" anchor="ctr"/>
          <a:lstStyle/>
          <a:p>
            <a:pPr algn="ctr" defTabSz="742969">
              <a:lnSpc>
                <a:spcPct val="106000"/>
              </a:lnSpc>
              <a:defRPr/>
            </a:pPr>
            <a:endParaRPr lang="en-GB" sz="1300" b="1" kern="0" dirty="0">
              <a:solidFill>
                <a:prstClr val="white"/>
              </a:solidFill>
              <a:latin typeface="Aptos" panose="020B0004020202020204" pitchFamily="34" charset="0"/>
            </a:endParaRPr>
          </a:p>
        </p:txBody>
      </p:sp>
      <p:sp>
        <p:nvSpPr>
          <p:cNvPr id="66" name="Rectangle 65">
            <a:extLst>
              <a:ext uri="{FF2B5EF4-FFF2-40B4-BE49-F238E27FC236}">
                <a16:creationId xmlns:a16="http://schemas.microsoft.com/office/drawing/2014/main" id="{E24AEE51-DC6D-4745-89FF-9092A2C837F5}"/>
              </a:ext>
            </a:extLst>
          </p:cNvPr>
          <p:cNvSpPr/>
          <p:nvPr/>
        </p:nvSpPr>
        <p:spPr bwMode="gray">
          <a:xfrm>
            <a:off x="2" y="3401372"/>
            <a:ext cx="4230072" cy="554700"/>
          </a:xfrm>
          <a:prstGeom prst="rect">
            <a:avLst/>
          </a:prstGeom>
          <a:solidFill>
            <a:srgbClr val="43B02A"/>
          </a:solidFill>
          <a:ln w="19050" algn="ctr">
            <a:solidFill>
              <a:srgbClr val="9DD4CF"/>
            </a:solidFill>
            <a:miter lim="800000"/>
            <a:headEnd/>
            <a:tailEnd/>
          </a:ln>
        </p:spPr>
        <p:txBody>
          <a:bodyPr wrap="square" lIns="72231" tIns="72231" rIns="72231" bIns="72231" rtlCol="0" anchor="ctr"/>
          <a:lstStyle/>
          <a:p>
            <a:pPr algn="ctr" defTabSz="742969">
              <a:lnSpc>
                <a:spcPct val="106000"/>
              </a:lnSpc>
              <a:defRPr/>
            </a:pPr>
            <a:endParaRPr lang="en-GB" sz="1300" b="1" kern="0" dirty="0">
              <a:solidFill>
                <a:prstClr val="white"/>
              </a:solidFill>
              <a:latin typeface="Aptos" panose="020B0004020202020204" pitchFamily="34" charset="0"/>
            </a:endParaRPr>
          </a:p>
        </p:txBody>
      </p:sp>
      <p:sp>
        <p:nvSpPr>
          <p:cNvPr id="67" name="Rectangle 66">
            <a:extLst>
              <a:ext uri="{FF2B5EF4-FFF2-40B4-BE49-F238E27FC236}">
                <a16:creationId xmlns:a16="http://schemas.microsoft.com/office/drawing/2014/main" id="{6C1C350A-EC89-9048-A19F-0378FCAD9330}"/>
              </a:ext>
            </a:extLst>
          </p:cNvPr>
          <p:cNvSpPr/>
          <p:nvPr/>
        </p:nvSpPr>
        <p:spPr bwMode="gray">
          <a:xfrm>
            <a:off x="0" y="4017834"/>
            <a:ext cx="3913925" cy="554700"/>
          </a:xfrm>
          <a:prstGeom prst="rect">
            <a:avLst/>
          </a:prstGeom>
          <a:solidFill>
            <a:srgbClr val="26890D"/>
          </a:solidFill>
          <a:ln w="19050" algn="ctr">
            <a:solidFill>
              <a:srgbClr val="9DD4CF"/>
            </a:solidFill>
            <a:miter lim="800000"/>
            <a:headEnd/>
            <a:tailEnd/>
          </a:ln>
        </p:spPr>
        <p:txBody>
          <a:bodyPr wrap="square" lIns="72231" tIns="72231" rIns="72231" bIns="72231" rtlCol="0" anchor="ctr"/>
          <a:lstStyle/>
          <a:p>
            <a:pPr algn="ctr" defTabSz="742969">
              <a:lnSpc>
                <a:spcPct val="106000"/>
              </a:lnSpc>
              <a:defRPr/>
            </a:pPr>
            <a:endParaRPr lang="en-GB" sz="1300" b="1" kern="0" dirty="0">
              <a:solidFill>
                <a:prstClr val="white"/>
              </a:solidFill>
              <a:latin typeface="Aptos" panose="020B0004020202020204" pitchFamily="34" charset="0"/>
            </a:endParaRPr>
          </a:p>
        </p:txBody>
      </p:sp>
      <p:sp>
        <p:nvSpPr>
          <p:cNvPr id="68" name="Rectangle 67">
            <a:extLst>
              <a:ext uri="{FF2B5EF4-FFF2-40B4-BE49-F238E27FC236}">
                <a16:creationId xmlns:a16="http://schemas.microsoft.com/office/drawing/2014/main" id="{4AA862E0-1BBD-A14E-BCA6-C39E73D0DB60}"/>
              </a:ext>
            </a:extLst>
          </p:cNvPr>
          <p:cNvSpPr/>
          <p:nvPr/>
        </p:nvSpPr>
        <p:spPr bwMode="gray">
          <a:xfrm>
            <a:off x="0" y="4635792"/>
            <a:ext cx="3072019" cy="554700"/>
          </a:xfrm>
          <a:prstGeom prst="rect">
            <a:avLst/>
          </a:prstGeom>
          <a:solidFill>
            <a:srgbClr val="046A38"/>
          </a:solidFill>
          <a:ln w="19050" algn="ctr">
            <a:solidFill>
              <a:srgbClr val="9DD4CF"/>
            </a:solidFill>
            <a:miter lim="800000"/>
            <a:headEnd/>
            <a:tailEnd/>
          </a:ln>
        </p:spPr>
        <p:txBody>
          <a:bodyPr wrap="square" lIns="72231" tIns="72231" rIns="72231" bIns="72231" rtlCol="0" anchor="ctr"/>
          <a:lstStyle/>
          <a:p>
            <a:pPr algn="ctr" defTabSz="742969">
              <a:lnSpc>
                <a:spcPct val="106000"/>
              </a:lnSpc>
              <a:defRPr/>
            </a:pPr>
            <a:endParaRPr lang="en-GB" sz="1300" b="1" kern="0" dirty="0">
              <a:solidFill>
                <a:prstClr val="white"/>
              </a:solidFill>
              <a:latin typeface="Aptos" panose="020B0004020202020204" pitchFamily="34" charset="0"/>
            </a:endParaRPr>
          </a:p>
        </p:txBody>
      </p:sp>
      <p:sp>
        <p:nvSpPr>
          <p:cNvPr id="69" name="Oval 68">
            <a:extLst>
              <a:ext uri="{FF2B5EF4-FFF2-40B4-BE49-F238E27FC236}">
                <a16:creationId xmlns:a16="http://schemas.microsoft.com/office/drawing/2014/main" id="{57DEC8E9-2C71-EF41-B91C-0BCAD3F65D67}"/>
              </a:ext>
            </a:extLst>
          </p:cNvPr>
          <p:cNvSpPr/>
          <p:nvPr/>
        </p:nvSpPr>
        <p:spPr bwMode="gray">
          <a:xfrm>
            <a:off x="2205842" y="2179334"/>
            <a:ext cx="526604" cy="554700"/>
          </a:xfrm>
          <a:prstGeom prst="ellipse">
            <a:avLst/>
          </a:prstGeom>
          <a:solidFill>
            <a:sysClr val="windowText" lastClr="000000"/>
          </a:solidFill>
          <a:ln w="19050" algn="ctr">
            <a:solidFill>
              <a:srgbClr val="0D8390"/>
            </a:solidFill>
            <a:miter lim="800000"/>
            <a:headEnd/>
            <a:tailEnd/>
          </a:ln>
        </p:spPr>
        <p:txBody>
          <a:bodyPr wrap="none" lIns="72231" tIns="72231" rIns="72231" bIns="72231" rtlCol="0" anchor="ctr"/>
          <a:lstStyle/>
          <a:p>
            <a:pPr algn="ctr" defTabSz="742969">
              <a:defRPr/>
            </a:pPr>
            <a:endParaRPr lang="en-GB" sz="894" b="1" kern="0" dirty="0">
              <a:solidFill>
                <a:srgbClr val="C4D600"/>
              </a:solidFill>
              <a:latin typeface="Aptos" panose="020B0004020202020204" pitchFamily="34" charset="0"/>
            </a:endParaRPr>
          </a:p>
        </p:txBody>
      </p:sp>
      <p:sp>
        <p:nvSpPr>
          <p:cNvPr id="70" name="Oval 69">
            <a:extLst>
              <a:ext uri="{FF2B5EF4-FFF2-40B4-BE49-F238E27FC236}">
                <a16:creationId xmlns:a16="http://schemas.microsoft.com/office/drawing/2014/main" id="{385A5698-58E3-9349-A077-87596EB6A240}"/>
              </a:ext>
            </a:extLst>
          </p:cNvPr>
          <p:cNvSpPr/>
          <p:nvPr/>
        </p:nvSpPr>
        <p:spPr bwMode="gray">
          <a:xfrm>
            <a:off x="3956388" y="3401372"/>
            <a:ext cx="526604" cy="554700"/>
          </a:xfrm>
          <a:prstGeom prst="ellipse">
            <a:avLst/>
          </a:prstGeom>
          <a:solidFill>
            <a:sysClr val="windowText" lastClr="000000"/>
          </a:solidFill>
          <a:ln w="19050" algn="ctr">
            <a:solidFill>
              <a:srgbClr val="0D8390"/>
            </a:solidFill>
            <a:miter lim="800000"/>
            <a:headEnd/>
            <a:tailEnd/>
          </a:ln>
        </p:spPr>
        <p:txBody>
          <a:bodyPr rot="0" spcFirstLastPara="0" vertOverflow="overflow" horzOverflow="overflow" vert="horz" wrap="none" lIns="72231" tIns="72231" rIns="72231" bIns="72231" numCol="1" spcCol="0" rtlCol="0" fromWordArt="0" anchor="ctr" anchorCtr="0" forceAA="0" compatLnSpc="1">
            <a:prstTxWarp prst="textNoShape">
              <a:avLst/>
            </a:prstTxWarp>
            <a:noAutofit/>
          </a:bodyPr>
          <a:lstStyle/>
          <a:p>
            <a:pPr algn="ctr" defTabSz="742969">
              <a:defRPr/>
            </a:pPr>
            <a:endParaRPr lang="en-GB" sz="894" b="1" kern="0" dirty="0">
              <a:solidFill>
                <a:srgbClr val="C4D600"/>
              </a:solidFill>
              <a:latin typeface="Aptos" panose="020B0004020202020204" pitchFamily="34" charset="0"/>
            </a:endParaRPr>
          </a:p>
        </p:txBody>
      </p:sp>
      <p:sp>
        <p:nvSpPr>
          <p:cNvPr id="71" name="Oval 70">
            <a:extLst>
              <a:ext uri="{FF2B5EF4-FFF2-40B4-BE49-F238E27FC236}">
                <a16:creationId xmlns:a16="http://schemas.microsoft.com/office/drawing/2014/main" id="{31C7917A-DC3A-0649-822D-2DB5B689AD9F}"/>
              </a:ext>
            </a:extLst>
          </p:cNvPr>
          <p:cNvSpPr/>
          <p:nvPr/>
        </p:nvSpPr>
        <p:spPr bwMode="gray">
          <a:xfrm>
            <a:off x="3630028" y="4017834"/>
            <a:ext cx="526604" cy="554700"/>
          </a:xfrm>
          <a:prstGeom prst="ellipse">
            <a:avLst/>
          </a:prstGeom>
          <a:solidFill>
            <a:sysClr val="windowText" lastClr="000000"/>
          </a:solidFill>
          <a:ln w="19050" algn="ctr">
            <a:solidFill>
              <a:srgbClr val="0D8390"/>
            </a:solidFill>
            <a:miter lim="800000"/>
            <a:headEnd/>
            <a:tailEnd/>
          </a:ln>
        </p:spPr>
        <p:txBody>
          <a:bodyPr rot="0" spcFirstLastPara="0" vertOverflow="overflow" horzOverflow="overflow" vert="horz" wrap="none" lIns="72231" tIns="72231" rIns="72231" bIns="72231" numCol="1" spcCol="0" rtlCol="0" fromWordArt="0" anchor="ctr" anchorCtr="0" forceAA="0" compatLnSpc="1">
            <a:prstTxWarp prst="textNoShape">
              <a:avLst/>
            </a:prstTxWarp>
            <a:noAutofit/>
          </a:bodyPr>
          <a:lstStyle/>
          <a:p>
            <a:pPr algn="ctr" defTabSz="742969">
              <a:defRPr/>
            </a:pPr>
            <a:endParaRPr lang="en-GB" sz="894" b="1" kern="0" dirty="0">
              <a:solidFill>
                <a:srgbClr val="C4D600"/>
              </a:solidFill>
              <a:latin typeface="Aptos" panose="020B0004020202020204" pitchFamily="34" charset="0"/>
            </a:endParaRPr>
          </a:p>
        </p:txBody>
      </p:sp>
      <p:sp>
        <p:nvSpPr>
          <p:cNvPr id="72" name="Oval 71">
            <a:extLst>
              <a:ext uri="{FF2B5EF4-FFF2-40B4-BE49-F238E27FC236}">
                <a16:creationId xmlns:a16="http://schemas.microsoft.com/office/drawing/2014/main" id="{38FFCB94-B3D4-DF42-A0A7-6692AE7BC365}"/>
              </a:ext>
            </a:extLst>
          </p:cNvPr>
          <p:cNvSpPr/>
          <p:nvPr/>
        </p:nvSpPr>
        <p:spPr bwMode="gray">
          <a:xfrm>
            <a:off x="2691609" y="2792416"/>
            <a:ext cx="526604" cy="554700"/>
          </a:xfrm>
          <a:prstGeom prst="ellipse">
            <a:avLst/>
          </a:prstGeom>
          <a:solidFill>
            <a:sysClr val="windowText" lastClr="000000"/>
          </a:solidFill>
          <a:ln w="19050" algn="ctr">
            <a:solidFill>
              <a:srgbClr val="0D8390"/>
            </a:solidFill>
            <a:miter lim="800000"/>
            <a:headEnd/>
            <a:tailEnd/>
          </a:ln>
        </p:spPr>
        <p:txBody>
          <a:bodyPr rot="0" spcFirstLastPara="0" vertOverflow="overflow" horzOverflow="overflow" vert="horz" wrap="none" lIns="72231" tIns="72231" rIns="72231" bIns="72231" numCol="1" spcCol="0" rtlCol="0" fromWordArt="0" anchor="ctr" anchorCtr="0" forceAA="0" compatLnSpc="1">
            <a:prstTxWarp prst="textNoShape">
              <a:avLst/>
            </a:prstTxWarp>
            <a:noAutofit/>
          </a:bodyPr>
          <a:lstStyle/>
          <a:p>
            <a:pPr algn="ctr" defTabSz="742969">
              <a:defRPr/>
            </a:pPr>
            <a:endParaRPr lang="en-GB" sz="894" b="1" kern="0" dirty="0">
              <a:solidFill>
                <a:srgbClr val="C4D600"/>
              </a:solidFill>
              <a:latin typeface="Aptos" panose="020B0004020202020204" pitchFamily="34" charset="0"/>
            </a:endParaRPr>
          </a:p>
        </p:txBody>
      </p:sp>
      <p:sp>
        <p:nvSpPr>
          <p:cNvPr id="73" name="Oval 72">
            <a:extLst>
              <a:ext uri="{FF2B5EF4-FFF2-40B4-BE49-F238E27FC236}">
                <a16:creationId xmlns:a16="http://schemas.microsoft.com/office/drawing/2014/main" id="{6AA9F26B-0AD7-E340-B79A-F5E5A1F9ECCA}"/>
              </a:ext>
            </a:extLst>
          </p:cNvPr>
          <p:cNvSpPr/>
          <p:nvPr/>
        </p:nvSpPr>
        <p:spPr bwMode="gray">
          <a:xfrm>
            <a:off x="2807549" y="4635792"/>
            <a:ext cx="526604" cy="554700"/>
          </a:xfrm>
          <a:prstGeom prst="ellipse">
            <a:avLst/>
          </a:prstGeom>
          <a:solidFill>
            <a:sysClr val="windowText" lastClr="000000"/>
          </a:solidFill>
          <a:ln w="19050" algn="ctr">
            <a:solidFill>
              <a:srgbClr val="0D8390"/>
            </a:solidFill>
            <a:miter lim="800000"/>
            <a:headEnd/>
            <a:tailEnd/>
          </a:ln>
        </p:spPr>
        <p:txBody>
          <a:bodyPr rot="0" spcFirstLastPara="0" vertOverflow="overflow" horzOverflow="overflow" vert="horz" wrap="none" lIns="72231" tIns="72231" rIns="72231" bIns="72231" numCol="1" spcCol="0" rtlCol="0" fromWordArt="0" anchor="ctr" anchorCtr="0" forceAA="0" compatLnSpc="1">
            <a:prstTxWarp prst="textNoShape">
              <a:avLst/>
            </a:prstTxWarp>
            <a:noAutofit/>
          </a:bodyPr>
          <a:lstStyle/>
          <a:p>
            <a:pPr algn="ctr" defTabSz="742969">
              <a:defRPr/>
            </a:pPr>
            <a:endParaRPr lang="en-GB" sz="894" b="1" kern="0" dirty="0">
              <a:solidFill>
                <a:srgbClr val="C4D600"/>
              </a:solidFill>
              <a:latin typeface="Aptos" panose="020B0004020202020204" pitchFamily="34" charset="0"/>
            </a:endParaRPr>
          </a:p>
        </p:txBody>
      </p:sp>
      <p:sp>
        <p:nvSpPr>
          <p:cNvPr id="74" name="Rectangle 73">
            <a:extLst>
              <a:ext uri="{FF2B5EF4-FFF2-40B4-BE49-F238E27FC236}">
                <a16:creationId xmlns:a16="http://schemas.microsoft.com/office/drawing/2014/main" id="{1F3FC1D7-BB2F-804B-9A32-B5E55DA1D451}"/>
              </a:ext>
            </a:extLst>
          </p:cNvPr>
          <p:cNvSpPr/>
          <p:nvPr/>
        </p:nvSpPr>
        <p:spPr>
          <a:xfrm>
            <a:off x="381794" y="2268707"/>
            <a:ext cx="1768020" cy="153888"/>
          </a:xfrm>
          <a:prstGeom prst="rect">
            <a:avLst/>
          </a:prstGeom>
        </p:spPr>
        <p:txBody>
          <a:bodyPr wrap="square" lIns="0" tIns="0" rIns="0" bIns="0">
            <a:spAutoFit/>
          </a:bodyPr>
          <a:lstStyle/>
          <a:p>
            <a:pPr defTabSz="742969" fontAlgn="ctr">
              <a:defRPr/>
            </a:pPr>
            <a:r>
              <a:rPr lang="en-US" altLang="zh-CN" sz="1000" b="1" kern="0" dirty="0">
                <a:solidFill>
                  <a:schemeClr val="bg1"/>
                </a:solidFill>
                <a:latin typeface="Aptos" panose="020B0004020202020204" pitchFamily="34" charset="0"/>
              </a:rPr>
              <a:t>xxx</a:t>
            </a:r>
            <a:endParaRPr lang="zh-CN" altLang="en-US" sz="1000" kern="0" dirty="0">
              <a:solidFill>
                <a:schemeClr val="bg1"/>
              </a:solidFill>
              <a:latin typeface="Aptos" panose="020B0004020202020204" pitchFamily="34" charset="0"/>
            </a:endParaRPr>
          </a:p>
        </p:txBody>
      </p:sp>
      <p:sp>
        <p:nvSpPr>
          <p:cNvPr id="75" name="Rectangle 74">
            <a:extLst>
              <a:ext uri="{FF2B5EF4-FFF2-40B4-BE49-F238E27FC236}">
                <a16:creationId xmlns:a16="http://schemas.microsoft.com/office/drawing/2014/main" id="{EFB60940-E2F4-2148-B467-28021FFBD11A}"/>
              </a:ext>
            </a:extLst>
          </p:cNvPr>
          <p:cNvSpPr/>
          <p:nvPr/>
        </p:nvSpPr>
        <p:spPr bwMode="gray">
          <a:xfrm flipH="1">
            <a:off x="7125999" y="2179336"/>
            <a:ext cx="2780747" cy="555202"/>
          </a:xfrm>
          <a:prstGeom prst="rect">
            <a:avLst/>
          </a:prstGeom>
          <a:solidFill>
            <a:srgbClr val="007CB0">
              <a:lumMod val="60000"/>
              <a:lumOff val="40000"/>
            </a:srgbClr>
          </a:solidFill>
          <a:ln w="19050" algn="ctr">
            <a:solidFill>
              <a:srgbClr val="9DD4CF"/>
            </a:solidFill>
            <a:miter lim="800000"/>
            <a:headEnd/>
            <a:tailEnd/>
          </a:ln>
        </p:spPr>
        <p:txBody>
          <a:bodyPr wrap="square" lIns="72231" tIns="72231" rIns="72231" bIns="72231" rtlCol="0" anchor="ctr"/>
          <a:lstStyle/>
          <a:p>
            <a:pPr algn="ctr" defTabSz="742969">
              <a:lnSpc>
                <a:spcPct val="106000"/>
              </a:lnSpc>
              <a:defRPr/>
            </a:pPr>
            <a:endParaRPr lang="en-GB" sz="1300" b="1" kern="0" dirty="0">
              <a:solidFill>
                <a:prstClr val="white"/>
              </a:solidFill>
              <a:latin typeface="Aptos" panose="020B0004020202020204" pitchFamily="34" charset="0"/>
            </a:endParaRPr>
          </a:p>
        </p:txBody>
      </p:sp>
      <p:sp>
        <p:nvSpPr>
          <p:cNvPr id="76" name="Oval 75">
            <a:extLst>
              <a:ext uri="{FF2B5EF4-FFF2-40B4-BE49-F238E27FC236}">
                <a16:creationId xmlns:a16="http://schemas.microsoft.com/office/drawing/2014/main" id="{5C187FBD-1338-0E4F-954B-DCDC240D251C}"/>
              </a:ext>
            </a:extLst>
          </p:cNvPr>
          <p:cNvSpPr/>
          <p:nvPr/>
        </p:nvSpPr>
        <p:spPr bwMode="gray">
          <a:xfrm flipH="1">
            <a:off x="6835833" y="2177939"/>
            <a:ext cx="526604" cy="554700"/>
          </a:xfrm>
          <a:prstGeom prst="ellipse">
            <a:avLst/>
          </a:prstGeom>
          <a:solidFill>
            <a:sysClr val="windowText" lastClr="000000"/>
          </a:solidFill>
          <a:ln w="19050" algn="ctr">
            <a:solidFill>
              <a:srgbClr val="0D8390"/>
            </a:solidFill>
            <a:miter lim="800000"/>
            <a:headEnd/>
            <a:tailEnd/>
          </a:ln>
        </p:spPr>
        <p:txBody>
          <a:bodyPr wrap="none" lIns="72231" tIns="72231" rIns="72231" bIns="72231" rtlCol="0" anchor="ctr"/>
          <a:lstStyle/>
          <a:p>
            <a:pPr algn="ctr" defTabSz="742969">
              <a:defRPr/>
            </a:pPr>
            <a:endParaRPr lang="en-GB" sz="894" b="1" kern="0" dirty="0">
              <a:solidFill>
                <a:prstClr val="white"/>
              </a:solidFill>
              <a:latin typeface="Aptos" panose="020B0004020202020204" pitchFamily="34" charset="0"/>
            </a:endParaRPr>
          </a:p>
        </p:txBody>
      </p:sp>
      <p:sp>
        <p:nvSpPr>
          <p:cNvPr id="77" name="Oval 76">
            <a:extLst>
              <a:ext uri="{FF2B5EF4-FFF2-40B4-BE49-F238E27FC236}">
                <a16:creationId xmlns:a16="http://schemas.microsoft.com/office/drawing/2014/main" id="{53258622-3767-8C4D-9C9B-67C03C9CD7BC}"/>
              </a:ext>
            </a:extLst>
          </p:cNvPr>
          <p:cNvSpPr/>
          <p:nvPr/>
        </p:nvSpPr>
        <p:spPr bwMode="gray">
          <a:xfrm flipH="1">
            <a:off x="5533933" y="3397842"/>
            <a:ext cx="526604" cy="554700"/>
          </a:xfrm>
          <a:prstGeom prst="ellipse">
            <a:avLst/>
          </a:prstGeom>
          <a:solidFill>
            <a:sysClr val="windowText" lastClr="000000"/>
          </a:solidFill>
          <a:ln w="19050" algn="ctr">
            <a:solidFill>
              <a:srgbClr val="0D8390"/>
            </a:solidFill>
            <a:miter lim="800000"/>
            <a:headEnd/>
            <a:tailEnd/>
          </a:ln>
        </p:spPr>
        <p:txBody>
          <a:bodyPr rot="0" spcFirstLastPara="0" vertOverflow="overflow" horzOverflow="overflow" vert="horz" wrap="none" lIns="72231" tIns="72231" rIns="72231" bIns="72231" numCol="1" spcCol="0" rtlCol="0" fromWordArt="0" anchor="ctr" anchorCtr="0" forceAA="0" compatLnSpc="1">
            <a:prstTxWarp prst="textNoShape">
              <a:avLst/>
            </a:prstTxWarp>
            <a:noAutofit/>
          </a:bodyPr>
          <a:lstStyle/>
          <a:p>
            <a:pPr algn="ctr" defTabSz="742969">
              <a:defRPr/>
            </a:pPr>
            <a:endParaRPr lang="en-GB" sz="894" b="1" kern="0" dirty="0">
              <a:solidFill>
                <a:prstClr val="white"/>
              </a:solidFill>
              <a:latin typeface="Aptos" panose="020B0004020202020204" pitchFamily="34" charset="0"/>
            </a:endParaRPr>
          </a:p>
        </p:txBody>
      </p:sp>
      <p:sp>
        <p:nvSpPr>
          <p:cNvPr id="78" name="Oval 77">
            <a:extLst>
              <a:ext uri="{FF2B5EF4-FFF2-40B4-BE49-F238E27FC236}">
                <a16:creationId xmlns:a16="http://schemas.microsoft.com/office/drawing/2014/main" id="{7AD24E40-6BF5-BB4D-ADDD-B5B68734CED6}"/>
              </a:ext>
            </a:extLst>
          </p:cNvPr>
          <p:cNvSpPr/>
          <p:nvPr/>
        </p:nvSpPr>
        <p:spPr bwMode="gray">
          <a:xfrm flipH="1">
            <a:off x="5930740" y="4026093"/>
            <a:ext cx="526604" cy="554700"/>
          </a:xfrm>
          <a:prstGeom prst="ellipse">
            <a:avLst/>
          </a:prstGeom>
          <a:solidFill>
            <a:sysClr val="windowText" lastClr="000000"/>
          </a:solidFill>
          <a:ln w="19050" algn="ctr">
            <a:solidFill>
              <a:srgbClr val="0D8390"/>
            </a:solidFill>
            <a:miter lim="800000"/>
            <a:headEnd/>
            <a:tailEnd/>
          </a:ln>
        </p:spPr>
        <p:txBody>
          <a:bodyPr rot="0" spcFirstLastPara="0" vertOverflow="overflow" horzOverflow="overflow" vert="horz" wrap="none" lIns="72231" tIns="72231" rIns="72231" bIns="72231" numCol="1" spcCol="0" rtlCol="0" fromWordArt="0" anchor="ctr" anchorCtr="0" forceAA="0" compatLnSpc="1">
            <a:prstTxWarp prst="textNoShape">
              <a:avLst/>
            </a:prstTxWarp>
            <a:noAutofit/>
          </a:bodyPr>
          <a:lstStyle/>
          <a:p>
            <a:pPr algn="ctr" defTabSz="742969">
              <a:defRPr/>
            </a:pPr>
            <a:endParaRPr lang="en-GB" sz="894" b="1" kern="0" dirty="0">
              <a:solidFill>
                <a:prstClr val="white"/>
              </a:solidFill>
              <a:latin typeface="Aptos" panose="020B0004020202020204" pitchFamily="34" charset="0"/>
            </a:endParaRPr>
          </a:p>
        </p:txBody>
      </p:sp>
      <p:sp>
        <p:nvSpPr>
          <p:cNvPr id="79" name="Oval 78">
            <a:extLst>
              <a:ext uri="{FF2B5EF4-FFF2-40B4-BE49-F238E27FC236}">
                <a16:creationId xmlns:a16="http://schemas.microsoft.com/office/drawing/2014/main" id="{7DF1445F-AB37-6541-B6A5-D937BFA6EC8E}"/>
              </a:ext>
            </a:extLst>
          </p:cNvPr>
          <p:cNvSpPr/>
          <p:nvPr/>
        </p:nvSpPr>
        <p:spPr bwMode="gray">
          <a:xfrm flipH="1">
            <a:off x="6619812" y="2781905"/>
            <a:ext cx="526604" cy="554700"/>
          </a:xfrm>
          <a:prstGeom prst="ellipse">
            <a:avLst/>
          </a:prstGeom>
          <a:solidFill>
            <a:sysClr val="windowText" lastClr="000000"/>
          </a:solidFill>
          <a:ln w="19050" algn="ctr">
            <a:solidFill>
              <a:srgbClr val="0D8390"/>
            </a:solidFill>
            <a:miter lim="800000"/>
            <a:headEnd/>
            <a:tailEnd/>
          </a:ln>
        </p:spPr>
        <p:txBody>
          <a:bodyPr rot="0" spcFirstLastPara="0" vertOverflow="overflow" horzOverflow="overflow" vert="horz" wrap="none" lIns="72231" tIns="72231" rIns="72231" bIns="72231" numCol="1" spcCol="0" rtlCol="0" fromWordArt="0" anchor="ctr" anchorCtr="0" forceAA="0" compatLnSpc="1">
            <a:prstTxWarp prst="textNoShape">
              <a:avLst/>
            </a:prstTxWarp>
            <a:noAutofit/>
          </a:bodyPr>
          <a:lstStyle/>
          <a:p>
            <a:pPr algn="ctr" defTabSz="742969">
              <a:defRPr/>
            </a:pPr>
            <a:endParaRPr lang="en-GB" sz="894" b="1" kern="0" dirty="0">
              <a:solidFill>
                <a:prstClr val="white"/>
              </a:solidFill>
              <a:latin typeface="Aptos" panose="020B0004020202020204" pitchFamily="34" charset="0"/>
            </a:endParaRPr>
          </a:p>
        </p:txBody>
      </p:sp>
      <p:sp>
        <p:nvSpPr>
          <p:cNvPr id="80" name="Oval 79">
            <a:extLst>
              <a:ext uri="{FF2B5EF4-FFF2-40B4-BE49-F238E27FC236}">
                <a16:creationId xmlns:a16="http://schemas.microsoft.com/office/drawing/2014/main" id="{5219A2D7-6300-5B46-B157-6F5EFA39D723}"/>
              </a:ext>
            </a:extLst>
          </p:cNvPr>
          <p:cNvSpPr/>
          <p:nvPr/>
        </p:nvSpPr>
        <p:spPr bwMode="gray">
          <a:xfrm flipH="1">
            <a:off x="6344835" y="4639322"/>
            <a:ext cx="526604" cy="554700"/>
          </a:xfrm>
          <a:prstGeom prst="ellipse">
            <a:avLst/>
          </a:prstGeom>
          <a:solidFill>
            <a:sysClr val="windowText" lastClr="000000"/>
          </a:solidFill>
          <a:ln w="19050" algn="ctr">
            <a:solidFill>
              <a:srgbClr val="0D8390"/>
            </a:solidFill>
            <a:miter lim="800000"/>
            <a:headEnd/>
            <a:tailEnd/>
          </a:ln>
        </p:spPr>
        <p:txBody>
          <a:bodyPr rot="0" spcFirstLastPara="0" vertOverflow="overflow" horzOverflow="overflow" vert="horz" wrap="none" lIns="72231" tIns="72231" rIns="72231" bIns="72231" numCol="1" spcCol="0" rtlCol="0" fromWordArt="0" anchor="ctr" anchorCtr="0" forceAA="0" compatLnSpc="1">
            <a:prstTxWarp prst="textNoShape">
              <a:avLst/>
            </a:prstTxWarp>
            <a:noAutofit/>
          </a:bodyPr>
          <a:lstStyle/>
          <a:p>
            <a:pPr algn="ctr" defTabSz="742969">
              <a:defRPr/>
            </a:pPr>
            <a:endParaRPr lang="en-GB" sz="894" b="1" kern="0" dirty="0">
              <a:solidFill>
                <a:prstClr val="white"/>
              </a:solidFill>
              <a:latin typeface="Aptos" panose="020B0004020202020204" pitchFamily="34" charset="0"/>
            </a:endParaRPr>
          </a:p>
        </p:txBody>
      </p:sp>
      <p:sp>
        <p:nvSpPr>
          <p:cNvPr id="81" name="Rectangle 80">
            <a:extLst>
              <a:ext uri="{FF2B5EF4-FFF2-40B4-BE49-F238E27FC236}">
                <a16:creationId xmlns:a16="http://schemas.microsoft.com/office/drawing/2014/main" id="{537E4C77-E380-3141-94BB-88E4334BC22D}"/>
              </a:ext>
            </a:extLst>
          </p:cNvPr>
          <p:cNvSpPr/>
          <p:nvPr/>
        </p:nvSpPr>
        <p:spPr>
          <a:xfrm flipH="1">
            <a:off x="7012401" y="4734025"/>
            <a:ext cx="168316" cy="153888"/>
          </a:xfrm>
          <a:prstGeom prst="rect">
            <a:avLst/>
          </a:prstGeom>
        </p:spPr>
        <p:txBody>
          <a:bodyPr wrap="none" lIns="0" tIns="0" rIns="0" bIns="0">
            <a:spAutoFit/>
          </a:bodyPr>
          <a:lstStyle/>
          <a:p>
            <a:pPr defTabSz="742969" fontAlgn="ctr">
              <a:defRPr/>
            </a:pPr>
            <a:r>
              <a:rPr lang="en-US" altLang="zh-CN" sz="1000" kern="0" dirty="0">
                <a:solidFill>
                  <a:prstClr val="white"/>
                </a:solidFill>
                <a:latin typeface="Aptos" panose="020B0004020202020204" pitchFamily="34" charset="0"/>
              </a:rPr>
              <a:t>xxx</a:t>
            </a:r>
            <a:endParaRPr lang="zh-CN" altLang="en-US" sz="1000" kern="0" dirty="0">
              <a:solidFill>
                <a:prstClr val="white"/>
              </a:solidFill>
              <a:latin typeface="Aptos" panose="020B0004020202020204" pitchFamily="34" charset="0"/>
            </a:endParaRPr>
          </a:p>
        </p:txBody>
      </p:sp>
      <p:cxnSp>
        <p:nvCxnSpPr>
          <p:cNvPr id="82" name="直接连接符 145">
            <a:extLst>
              <a:ext uri="{FF2B5EF4-FFF2-40B4-BE49-F238E27FC236}">
                <a16:creationId xmlns:a16="http://schemas.microsoft.com/office/drawing/2014/main" id="{0420D40E-D13E-D04F-B9F9-6E31B8477CB8}"/>
              </a:ext>
            </a:extLst>
          </p:cNvPr>
          <p:cNvCxnSpPr/>
          <p:nvPr/>
        </p:nvCxnSpPr>
        <p:spPr>
          <a:xfrm flipH="1">
            <a:off x="4949905" y="1822498"/>
            <a:ext cx="687" cy="3656250"/>
          </a:xfrm>
          <a:prstGeom prst="line">
            <a:avLst/>
          </a:prstGeom>
          <a:noFill/>
          <a:ln w="38100" cap="flat" cmpd="sng" algn="ctr">
            <a:solidFill>
              <a:srgbClr val="D0D0CE"/>
            </a:solidFill>
            <a:prstDash val="solid"/>
          </a:ln>
          <a:effectLst/>
        </p:spPr>
      </p:cxnSp>
      <p:sp>
        <p:nvSpPr>
          <p:cNvPr id="83" name="Rectangle 84">
            <a:extLst>
              <a:ext uri="{FF2B5EF4-FFF2-40B4-BE49-F238E27FC236}">
                <a16:creationId xmlns:a16="http://schemas.microsoft.com/office/drawing/2014/main" id="{0F18B989-6273-D144-B989-171D45A19A7F}"/>
              </a:ext>
            </a:extLst>
          </p:cNvPr>
          <p:cNvSpPr/>
          <p:nvPr/>
        </p:nvSpPr>
        <p:spPr>
          <a:xfrm>
            <a:off x="381794" y="2901125"/>
            <a:ext cx="2058876" cy="153888"/>
          </a:xfrm>
          <a:prstGeom prst="rect">
            <a:avLst/>
          </a:prstGeom>
        </p:spPr>
        <p:txBody>
          <a:bodyPr wrap="square" lIns="0" tIns="0" rIns="0" bIns="0">
            <a:spAutoFit/>
          </a:bodyPr>
          <a:lstStyle/>
          <a:p>
            <a:pPr defTabSz="742969" fontAlgn="ctr">
              <a:defRPr/>
            </a:pPr>
            <a:r>
              <a:rPr lang="en-US" altLang="zh-CN" sz="1000" b="1" kern="0" dirty="0">
                <a:solidFill>
                  <a:prstClr val="white"/>
                </a:solidFill>
                <a:latin typeface="Aptos" panose="020B0004020202020204" pitchFamily="34" charset="0"/>
              </a:rPr>
              <a:t>xxx</a:t>
            </a:r>
            <a:endParaRPr lang="zh-CN" altLang="en-US" sz="1000" kern="0" dirty="0">
              <a:solidFill>
                <a:prstClr val="white"/>
              </a:solidFill>
              <a:latin typeface="Aptos" panose="020B0004020202020204" pitchFamily="34" charset="0"/>
            </a:endParaRPr>
          </a:p>
        </p:txBody>
      </p:sp>
      <p:sp>
        <p:nvSpPr>
          <p:cNvPr id="84" name="Rectangle 84">
            <a:extLst>
              <a:ext uri="{FF2B5EF4-FFF2-40B4-BE49-F238E27FC236}">
                <a16:creationId xmlns:a16="http://schemas.microsoft.com/office/drawing/2014/main" id="{48E9FA00-5C6C-CB41-A98B-20BC2BE4CC25}"/>
              </a:ext>
            </a:extLst>
          </p:cNvPr>
          <p:cNvSpPr/>
          <p:nvPr/>
        </p:nvSpPr>
        <p:spPr>
          <a:xfrm>
            <a:off x="381796" y="3490040"/>
            <a:ext cx="3117975" cy="153888"/>
          </a:xfrm>
          <a:prstGeom prst="rect">
            <a:avLst/>
          </a:prstGeom>
        </p:spPr>
        <p:txBody>
          <a:bodyPr wrap="square" lIns="0" tIns="0" rIns="0" bIns="0">
            <a:spAutoFit/>
          </a:bodyPr>
          <a:lstStyle/>
          <a:p>
            <a:pPr defTabSz="742969" fontAlgn="ctr">
              <a:defRPr/>
            </a:pPr>
            <a:r>
              <a:rPr lang="en-US" altLang="zh-CN" sz="1000" b="1" kern="0" dirty="0">
                <a:solidFill>
                  <a:prstClr val="white"/>
                </a:solidFill>
                <a:latin typeface="Aptos" panose="020B0004020202020204" pitchFamily="34" charset="0"/>
              </a:rPr>
              <a:t>xxx</a:t>
            </a:r>
            <a:endParaRPr lang="zh-CN" altLang="en-US" sz="1000" kern="0" dirty="0">
              <a:solidFill>
                <a:prstClr val="white"/>
              </a:solidFill>
              <a:latin typeface="Aptos" panose="020B0004020202020204" pitchFamily="34" charset="0"/>
            </a:endParaRPr>
          </a:p>
        </p:txBody>
      </p:sp>
      <p:sp>
        <p:nvSpPr>
          <p:cNvPr id="85" name="Rectangle 84">
            <a:extLst>
              <a:ext uri="{FF2B5EF4-FFF2-40B4-BE49-F238E27FC236}">
                <a16:creationId xmlns:a16="http://schemas.microsoft.com/office/drawing/2014/main" id="{66B51C7D-BF81-9148-A3AC-05FECC0FFF64}"/>
              </a:ext>
            </a:extLst>
          </p:cNvPr>
          <p:cNvSpPr/>
          <p:nvPr/>
        </p:nvSpPr>
        <p:spPr>
          <a:xfrm>
            <a:off x="381795" y="4108593"/>
            <a:ext cx="3121137" cy="153888"/>
          </a:xfrm>
          <a:prstGeom prst="rect">
            <a:avLst/>
          </a:prstGeom>
        </p:spPr>
        <p:txBody>
          <a:bodyPr wrap="square" lIns="0" tIns="0" rIns="0" bIns="0">
            <a:spAutoFit/>
          </a:bodyPr>
          <a:lstStyle/>
          <a:p>
            <a:pPr defTabSz="742969" fontAlgn="ctr">
              <a:defRPr/>
            </a:pPr>
            <a:r>
              <a:rPr lang="en-US" altLang="zh-CN" sz="1000" b="1" kern="0" dirty="0">
                <a:solidFill>
                  <a:prstClr val="white"/>
                </a:solidFill>
                <a:latin typeface="Aptos" panose="020B0004020202020204" pitchFamily="34" charset="0"/>
              </a:rPr>
              <a:t>xxx</a:t>
            </a:r>
            <a:endParaRPr lang="zh-CN" altLang="en-US" sz="1000" kern="0" dirty="0">
              <a:solidFill>
                <a:prstClr val="white"/>
              </a:solidFill>
              <a:latin typeface="Aptos" panose="020B0004020202020204" pitchFamily="34" charset="0"/>
            </a:endParaRPr>
          </a:p>
        </p:txBody>
      </p:sp>
      <p:sp>
        <p:nvSpPr>
          <p:cNvPr id="86" name="Rectangle 84">
            <a:extLst>
              <a:ext uri="{FF2B5EF4-FFF2-40B4-BE49-F238E27FC236}">
                <a16:creationId xmlns:a16="http://schemas.microsoft.com/office/drawing/2014/main" id="{D2EC0035-AE9C-E44B-A9FC-E58C254C1ADD}"/>
              </a:ext>
            </a:extLst>
          </p:cNvPr>
          <p:cNvSpPr/>
          <p:nvPr/>
        </p:nvSpPr>
        <p:spPr>
          <a:xfrm>
            <a:off x="381795" y="4728642"/>
            <a:ext cx="2412963" cy="153888"/>
          </a:xfrm>
          <a:prstGeom prst="rect">
            <a:avLst/>
          </a:prstGeom>
        </p:spPr>
        <p:txBody>
          <a:bodyPr wrap="square" lIns="0" tIns="0" rIns="0" bIns="0">
            <a:spAutoFit/>
          </a:bodyPr>
          <a:lstStyle/>
          <a:p>
            <a:pPr defTabSz="742969" fontAlgn="ctr">
              <a:defRPr/>
            </a:pPr>
            <a:r>
              <a:rPr lang="en-US" altLang="zh-CN" sz="1000" b="1" kern="0" dirty="0">
                <a:solidFill>
                  <a:prstClr val="white"/>
                </a:solidFill>
                <a:latin typeface="Aptos" panose="020B0004020202020204" pitchFamily="34" charset="0"/>
              </a:rPr>
              <a:t>xxx</a:t>
            </a:r>
            <a:endParaRPr lang="zh-CN" altLang="en-US" sz="1000" kern="0" dirty="0">
              <a:solidFill>
                <a:prstClr val="white"/>
              </a:solidFill>
              <a:latin typeface="Aptos" panose="020B0004020202020204" pitchFamily="34" charset="0"/>
            </a:endParaRPr>
          </a:p>
        </p:txBody>
      </p:sp>
      <p:grpSp>
        <p:nvGrpSpPr>
          <p:cNvPr id="87" name="Group 331">
            <a:extLst>
              <a:ext uri="{FF2B5EF4-FFF2-40B4-BE49-F238E27FC236}">
                <a16:creationId xmlns:a16="http://schemas.microsoft.com/office/drawing/2014/main" id="{656DD569-A78E-9948-B15B-7DFFE00EEA89}"/>
              </a:ext>
            </a:extLst>
          </p:cNvPr>
          <p:cNvGrpSpPr>
            <a:grpSpLocks noChangeAspect="1"/>
          </p:cNvGrpSpPr>
          <p:nvPr/>
        </p:nvGrpSpPr>
        <p:grpSpPr bwMode="auto">
          <a:xfrm>
            <a:off x="2299119" y="2281592"/>
            <a:ext cx="351000" cy="351000"/>
            <a:chOff x="3832" y="1197"/>
            <a:chExt cx="340" cy="340"/>
          </a:xfrm>
          <a:solidFill>
            <a:srgbClr val="A0DCFF"/>
          </a:solidFill>
        </p:grpSpPr>
        <p:sp>
          <p:nvSpPr>
            <p:cNvPr id="88" name="Freeform 332">
              <a:extLst>
                <a:ext uri="{FF2B5EF4-FFF2-40B4-BE49-F238E27FC236}">
                  <a16:creationId xmlns:a16="http://schemas.microsoft.com/office/drawing/2014/main" id="{88164A83-461C-0742-8411-DCD222D99ACC}"/>
                </a:ext>
              </a:extLst>
            </p:cNvPr>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a:solidFill>
                  <a:prstClr val="black"/>
                </a:solidFill>
                <a:latin typeface="Aptos" panose="020B0004020202020204" pitchFamily="34" charset="0"/>
              </a:endParaRPr>
            </a:p>
          </p:txBody>
        </p:sp>
        <p:sp>
          <p:nvSpPr>
            <p:cNvPr id="89" name="Freeform 333">
              <a:extLst>
                <a:ext uri="{FF2B5EF4-FFF2-40B4-BE49-F238E27FC236}">
                  <a16:creationId xmlns:a16="http://schemas.microsoft.com/office/drawing/2014/main" id="{64B6E9C3-C0E5-DD4D-9CFC-2CEF0D2EB989}"/>
                </a:ext>
              </a:extLst>
            </p:cNvPr>
            <p:cNvSpPr>
              <a:spLocks noEditPoints="1"/>
            </p:cNvSpPr>
            <p:nvPr/>
          </p:nvSpPr>
          <p:spPr bwMode="auto">
            <a:xfrm>
              <a:off x="3832" y="1197"/>
              <a:ext cx="340" cy="340"/>
            </a:xfrm>
            <a:custGeom>
              <a:avLst/>
              <a:gdLst>
                <a:gd name="T0" fmla="*/ 337 w 512"/>
                <a:gd name="T1" fmla="*/ 171 h 512"/>
                <a:gd name="T2" fmla="*/ 299 w 512"/>
                <a:gd name="T3" fmla="*/ 171 h 512"/>
                <a:gd name="T4" fmla="*/ 299 w 512"/>
                <a:gd name="T5" fmla="*/ 133 h 512"/>
                <a:gd name="T6" fmla="*/ 337 w 512"/>
                <a:gd name="T7" fmla="*/ 171 h 512"/>
                <a:gd name="T8" fmla="*/ 288 w 512"/>
                <a:gd name="T9" fmla="*/ 192 h 512"/>
                <a:gd name="T10" fmla="*/ 352 w 512"/>
                <a:gd name="T11" fmla="*/ 192 h 512"/>
                <a:gd name="T12" fmla="*/ 352 w 512"/>
                <a:gd name="T13" fmla="*/ 395 h 512"/>
                <a:gd name="T14" fmla="*/ 160 w 512"/>
                <a:gd name="T15" fmla="*/ 395 h 512"/>
                <a:gd name="T16" fmla="*/ 160 w 512"/>
                <a:gd name="T17" fmla="*/ 118 h 512"/>
                <a:gd name="T18" fmla="*/ 277 w 512"/>
                <a:gd name="T19" fmla="*/ 118 h 512"/>
                <a:gd name="T20" fmla="*/ 277 w 512"/>
                <a:gd name="T21" fmla="*/ 182 h 512"/>
                <a:gd name="T22" fmla="*/ 288 w 512"/>
                <a:gd name="T23" fmla="*/ 192 h 512"/>
                <a:gd name="T24" fmla="*/ 331 w 512"/>
                <a:gd name="T25" fmla="*/ 363 h 512"/>
                <a:gd name="T26" fmla="*/ 320 w 512"/>
                <a:gd name="T27" fmla="*/ 352 h 512"/>
                <a:gd name="T28" fmla="*/ 192 w 512"/>
                <a:gd name="T29" fmla="*/ 352 h 512"/>
                <a:gd name="T30" fmla="*/ 181 w 512"/>
                <a:gd name="T31" fmla="*/ 363 h 512"/>
                <a:gd name="T32" fmla="*/ 192 w 512"/>
                <a:gd name="T33" fmla="*/ 374 h 512"/>
                <a:gd name="T34" fmla="*/ 320 w 512"/>
                <a:gd name="T35" fmla="*/ 374 h 512"/>
                <a:gd name="T36" fmla="*/ 331 w 512"/>
                <a:gd name="T37" fmla="*/ 363 h 512"/>
                <a:gd name="T38" fmla="*/ 331 w 512"/>
                <a:gd name="T39" fmla="*/ 320 h 512"/>
                <a:gd name="T40" fmla="*/ 320 w 512"/>
                <a:gd name="T41" fmla="*/ 310 h 512"/>
                <a:gd name="T42" fmla="*/ 192 w 512"/>
                <a:gd name="T43" fmla="*/ 310 h 512"/>
                <a:gd name="T44" fmla="*/ 181 w 512"/>
                <a:gd name="T45" fmla="*/ 320 h 512"/>
                <a:gd name="T46" fmla="*/ 192 w 512"/>
                <a:gd name="T47" fmla="*/ 331 h 512"/>
                <a:gd name="T48" fmla="*/ 320 w 512"/>
                <a:gd name="T49" fmla="*/ 331 h 512"/>
                <a:gd name="T50" fmla="*/ 331 w 512"/>
                <a:gd name="T51" fmla="*/ 320 h 512"/>
                <a:gd name="T52" fmla="*/ 331 w 512"/>
                <a:gd name="T53" fmla="*/ 278 h 512"/>
                <a:gd name="T54" fmla="*/ 320 w 512"/>
                <a:gd name="T55" fmla="*/ 267 h 512"/>
                <a:gd name="T56" fmla="*/ 192 w 512"/>
                <a:gd name="T57" fmla="*/ 267 h 512"/>
                <a:gd name="T58" fmla="*/ 181 w 512"/>
                <a:gd name="T59" fmla="*/ 278 h 512"/>
                <a:gd name="T60" fmla="*/ 192 w 512"/>
                <a:gd name="T61" fmla="*/ 288 h 512"/>
                <a:gd name="T62" fmla="*/ 320 w 512"/>
                <a:gd name="T63" fmla="*/ 288 h 512"/>
                <a:gd name="T64" fmla="*/ 331 w 512"/>
                <a:gd name="T65" fmla="*/ 278 h 512"/>
                <a:gd name="T66" fmla="*/ 320 w 512"/>
                <a:gd name="T67" fmla="*/ 224 h 512"/>
                <a:gd name="T68" fmla="*/ 192 w 512"/>
                <a:gd name="T69" fmla="*/ 224 h 512"/>
                <a:gd name="T70" fmla="*/ 181 w 512"/>
                <a:gd name="T71" fmla="*/ 235 h 512"/>
                <a:gd name="T72" fmla="*/ 192 w 512"/>
                <a:gd name="T73" fmla="*/ 246 h 512"/>
                <a:gd name="T74" fmla="*/ 320 w 512"/>
                <a:gd name="T75" fmla="*/ 246 h 512"/>
                <a:gd name="T76" fmla="*/ 331 w 512"/>
                <a:gd name="T77" fmla="*/ 235 h 512"/>
                <a:gd name="T78" fmla="*/ 320 w 512"/>
                <a:gd name="T79" fmla="*/ 224 h 512"/>
                <a:gd name="T80" fmla="*/ 512 w 512"/>
                <a:gd name="T81" fmla="*/ 256 h 512"/>
                <a:gd name="T82" fmla="*/ 256 w 512"/>
                <a:gd name="T83" fmla="*/ 512 h 512"/>
                <a:gd name="T84" fmla="*/ 0 w 512"/>
                <a:gd name="T85" fmla="*/ 256 h 512"/>
                <a:gd name="T86" fmla="*/ 256 w 512"/>
                <a:gd name="T87" fmla="*/ 0 h 512"/>
                <a:gd name="T88" fmla="*/ 512 w 512"/>
                <a:gd name="T89" fmla="*/ 256 h 512"/>
                <a:gd name="T90" fmla="*/ 373 w 512"/>
                <a:gd name="T91" fmla="*/ 182 h 512"/>
                <a:gd name="T92" fmla="*/ 373 w 512"/>
                <a:gd name="T93" fmla="*/ 178 h 512"/>
                <a:gd name="T94" fmla="*/ 370 w 512"/>
                <a:gd name="T95" fmla="*/ 174 h 512"/>
                <a:gd name="T96" fmla="*/ 296 w 512"/>
                <a:gd name="T97" fmla="*/ 99 h 512"/>
                <a:gd name="T98" fmla="*/ 292 w 512"/>
                <a:gd name="T99" fmla="*/ 97 h 512"/>
                <a:gd name="T100" fmla="*/ 288 w 512"/>
                <a:gd name="T101" fmla="*/ 96 h 512"/>
                <a:gd name="T102" fmla="*/ 149 w 512"/>
                <a:gd name="T103" fmla="*/ 96 h 512"/>
                <a:gd name="T104" fmla="*/ 139 w 512"/>
                <a:gd name="T105" fmla="*/ 107 h 512"/>
                <a:gd name="T106" fmla="*/ 139 w 512"/>
                <a:gd name="T107" fmla="*/ 406 h 512"/>
                <a:gd name="T108" fmla="*/ 149 w 512"/>
                <a:gd name="T109" fmla="*/ 416 h 512"/>
                <a:gd name="T110" fmla="*/ 363 w 512"/>
                <a:gd name="T111" fmla="*/ 416 h 512"/>
                <a:gd name="T112" fmla="*/ 373 w 512"/>
                <a:gd name="T113" fmla="*/ 406 h 512"/>
                <a:gd name="T114" fmla="*/ 373 w 512"/>
                <a:gd name="T11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337" y="171"/>
                  </a:moveTo>
                  <a:cubicBezTo>
                    <a:pt x="299" y="171"/>
                    <a:pt x="299" y="171"/>
                    <a:pt x="299" y="171"/>
                  </a:cubicBezTo>
                  <a:cubicBezTo>
                    <a:pt x="299" y="133"/>
                    <a:pt x="299" y="133"/>
                    <a:pt x="299" y="133"/>
                  </a:cubicBezTo>
                  <a:lnTo>
                    <a:pt x="337" y="171"/>
                  </a:lnTo>
                  <a:close/>
                  <a:moveTo>
                    <a:pt x="288" y="192"/>
                  </a:moveTo>
                  <a:cubicBezTo>
                    <a:pt x="352" y="192"/>
                    <a:pt x="352" y="192"/>
                    <a:pt x="352" y="192"/>
                  </a:cubicBezTo>
                  <a:cubicBezTo>
                    <a:pt x="352" y="395"/>
                    <a:pt x="352" y="395"/>
                    <a:pt x="352" y="395"/>
                  </a:cubicBezTo>
                  <a:cubicBezTo>
                    <a:pt x="160" y="395"/>
                    <a:pt x="160" y="395"/>
                    <a:pt x="160" y="395"/>
                  </a:cubicBezTo>
                  <a:cubicBezTo>
                    <a:pt x="160" y="118"/>
                    <a:pt x="160" y="118"/>
                    <a:pt x="160" y="118"/>
                  </a:cubicBezTo>
                  <a:cubicBezTo>
                    <a:pt x="277" y="118"/>
                    <a:pt x="277" y="118"/>
                    <a:pt x="277" y="118"/>
                  </a:cubicBezTo>
                  <a:cubicBezTo>
                    <a:pt x="277" y="182"/>
                    <a:pt x="277" y="182"/>
                    <a:pt x="277" y="182"/>
                  </a:cubicBezTo>
                  <a:cubicBezTo>
                    <a:pt x="277" y="188"/>
                    <a:pt x="282" y="192"/>
                    <a:pt x="288" y="192"/>
                  </a:cubicBezTo>
                  <a:close/>
                  <a:moveTo>
                    <a:pt x="331" y="363"/>
                  </a:moveTo>
                  <a:cubicBezTo>
                    <a:pt x="331" y="357"/>
                    <a:pt x="326" y="352"/>
                    <a:pt x="320" y="352"/>
                  </a:cubicBezTo>
                  <a:cubicBezTo>
                    <a:pt x="192" y="352"/>
                    <a:pt x="192" y="352"/>
                    <a:pt x="192" y="352"/>
                  </a:cubicBezTo>
                  <a:cubicBezTo>
                    <a:pt x="186" y="352"/>
                    <a:pt x="181" y="357"/>
                    <a:pt x="181" y="363"/>
                  </a:cubicBezTo>
                  <a:cubicBezTo>
                    <a:pt x="181" y="369"/>
                    <a:pt x="186" y="374"/>
                    <a:pt x="192" y="374"/>
                  </a:cubicBezTo>
                  <a:cubicBezTo>
                    <a:pt x="320" y="374"/>
                    <a:pt x="320" y="374"/>
                    <a:pt x="320" y="374"/>
                  </a:cubicBezTo>
                  <a:cubicBezTo>
                    <a:pt x="326" y="374"/>
                    <a:pt x="331" y="369"/>
                    <a:pt x="331" y="363"/>
                  </a:cubicBezTo>
                  <a:close/>
                  <a:moveTo>
                    <a:pt x="331" y="320"/>
                  </a:moveTo>
                  <a:cubicBezTo>
                    <a:pt x="331" y="314"/>
                    <a:pt x="326" y="310"/>
                    <a:pt x="320" y="310"/>
                  </a:cubicBezTo>
                  <a:cubicBezTo>
                    <a:pt x="192" y="310"/>
                    <a:pt x="192" y="310"/>
                    <a:pt x="192" y="310"/>
                  </a:cubicBezTo>
                  <a:cubicBezTo>
                    <a:pt x="186" y="310"/>
                    <a:pt x="181" y="314"/>
                    <a:pt x="181" y="320"/>
                  </a:cubicBezTo>
                  <a:cubicBezTo>
                    <a:pt x="181" y="326"/>
                    <a:pt x="186" y="331"/>
                    <a:pt x="192" y="331"/>
                  </a:cubicBezTo>
                  <a:cubicBezTo>
                    <a:pt x="320" y="331"/>
                    <a:pt x="320" y="331"/>
                    <a:pt x="320" y="331"/>
                  </a:cubicBezTo>
                  <a:cubicBezTo>
                    <a:pt x="326" y="331"/>
                    <a:pt x="331" y="326"/>
                    <a:pt x="331" y="320"/>
                  </a:cubicBezTo>
                  <a:close/>
                  <a:moveTo>
                    <a:pt x="331" y="278"/>
                  </a:moveTo>
                  <a:cubicBezTo>
                    <a:pt x="331" y="272"/>
                    <a:pt x="326" y="267"/>
                    <a:pt x="320" y="267"/>
                  </a:cubicBezTo>
                  <a:cubicBezTo>
                    <a:pt x="192" y="267"/>
                    <a:pt x="192" y="267"/>
                    <a:pt x="192" y="267"/>
                  </a:cubicBezTo>
                  <a:cubicBezTo>
                    <a:pt x="186" y="267"/>
                    <a:pt x="181" y="272"/>
                    <a:pt x="181" y="278"/>
                  </a:cubicBezTo>
                  <a:cubicBezTo>
                    <a:pt x="181" y="284"/>
                    <a:pt x="186" y="288"/>
                    <a:pt x="192" y="288"/>
                  </a:cubicBezTo>
                  <a:cubicBezTo>
                    <a:pt x="320" y="288"/>
                    <a:pt x="320" y="288"/>
                    <a:pt x="320" y="288"/>
                  </a:cubicBezTo>
                  <a:cubicBezTo>
                    <a:pt x="326" y="288"/>
                    <a:pt x="331" y="284"/>
                    <a:pt x="331" y="278"/>
                  </a:cubicBezTo>
                  <a:close/>
                  <a:moveTo>
                    <a:pt x="320" y="224"/>
                  </a:moveTo>
                  <a:cubicBezTo>
                    <a:pt x="192" y="224"/>
                    <a:pt x="192" y="224"/>
                    <a:pt x="192" y="224"/>
                  </a:cubicBezTo>
                  <a:cubicBezTo>
                    <a:pt x="186" y="224"/>
                    <a:pt x="181" y="229"/>
                    <a:pt x="181" y="235"/>
                  </a:cubicBezTo>
                  <a:cubicBezTo>
                    <a:pt x="181" y="241"/>
                    <a:pt x="186" y="246"/>
                    <a:pt x="192" y="246"/>
                  </a:cubicBezTo>
                  <a:cubicBezTo>
                    <a:pt x="320" y="246"/>
                    <a:pt x="320" y="246"/>
                    <a:pt x="320" y="246"/>
                  </a:cubicBezTo>
                  <a:cubicBezTo>
                    <a:pt x="326" y="246"/>
                    <a:pt x="331" y="241"/>
                    <a:pt x="331" y="235"/>
                  </a:cubicBezTo>
                  <a:cubicBezTo>
                    <a:pt x="331" y="229"/>
                    <a:pt x="326" y="224"/>
                    <a:pt x="320" y="224"/>
                  </a:cubicBez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73" y="182"/>
                  </a:moveTo>
                  <a:cubicBezTo>
                    <a:pt x="373" y="180"/>
                    <a:pt x="373" y="179"/>
                    <a:pt x="373" y="178"/>
                  </a:cubicBezTo>
                  <a:cubicBezTo>
                    <a:pt x="372" y="176"/>
                    <a:pt x="371" y="175"/>
                    <a:pt x="370" y="174"/>
                  </a:cubicBezTo>
                  <a:cubicBezTo>
                    <a:pt x="296" y="99"/>
                    <a:pt x="296" y="99"/>
                    <a:pt x="296" y="99"/>
                  </a:cubicBezTo>
                  <a:cubicBezTo>
                    <a:pt x="295" y="98"/>
                    <a:pt x="293" y="98"/>
                    <a:pt x="292" y="97"/>
                  </a:cubicBezTo>
                  <a:cubicBezTo>
                    <a:pt x="291" y="97"/>
                    <a:pt x="289" y="96"/>
                    <a:pt x="288" y="96"/>
                  </a:cubicBezTo>
                  <a:cubicBezTo>
                    <a:pt x="149" y="96"/>
                    <a:pt x="149" y="96"/>
                    <a:pt x="149" y="96"/>
                  </a:cubicBezTo>
                  <a:cubicBezTo>
                    <a:pt x="143" y="96"/>
                    <a:pt x="139" y="101"/>
                    <a:pt x="139" y="107"/>
                  </a:cubicBezTo>
                  <a:cubicBezTo>
                    <a:pt x="139" y="406"/>
                    <a:pt x="139" y="406"/>
                    <a:pt x="139" y="406"/>
                  </a:cubicBezTo>
                  <a:cubicBezTo>
                    <a:pt x="139" y="412"/>
                    <a:pt x="143" y="416"/>
                    <a:pt x="149" y="416"/>
                  </a:cubicBezTo>
                  <a:cubicBezTo>
                    <a:pt x="363" y="416"/>
                    <a:pt x="363" y="416"/>
                    <a:pt x="363" y="416"/>
                  </a:cubicBezTo>
                  <a:cubicBezTo>
                    <a:pt x="369" y="416"/>
                    <a:pt x="373" y="412"/>
                    <a:pt x="373" y="406"/>
                  </a:cubicBezTo>
                  <a:lnTo>
                    <a:pt x="373" y="182"/>
                  </a:lnTo>
                  <a:close/>
                </a:path>
              </a:pathLst>
            </a:custGeom>
            <a:solidFill>
              <a:srgbClr val="007CB0">
                <a:lumMod val="20000"/>
                <a:lumOff val="80000"/>
              </a:srgb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pPr defTabSz="742969">
                <a:defRPr/>
              </a:pPr>
              <a:endParaRPr lang="en-GB" sz="1463" kern="0">
                <a:solidFill>
                  <a:prstClr val="black"/>
                </a:solidFill>
                <a:latin typeface="Aptos" panose="020B0004020202020204" pitchFamily="34" charset="0"/>
              </a:endParaRPr>
            </a:p>
          </p:txBody>
        </p:sp>
      </p:grpSp>
      <p:sp>
        <p:nvSpPr>
          <p:cNvPr id="90" name="Freeform 223">
            <a:extLst>
              <a:ext uri="{FF2B5EF4-FFF2-40B4-BE49-F238E27FC236}">
                <a16:creationId xmlns:a16="http://schemas.microsoft.com/office/drawing/2014/main" id="{2F006AE8-48ED-964F-AB21-0C558CD6F67A}"/>
              </a:ext>
            </a:extLst>
          </p:cNvPr>
          <p:cNvSpPr>
            <a:spLocks noChangeAspect="1" noEditPoints="1"/>
          </p:cNvSpPr>
          <p:nvPr/>
        </p:nvSpPr>
        <p:spPr bwMode="auto">
          <a:xfrm>
            <a:off x="2778042" y="2884684"/>
            <a:ext cx="351000" cy="351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39 w 512"/>
              <a:gd name="T11" fmla="*/ 267 h 512"/>
              <a:gd name="T12" fmla="*/ 128 w 512"/>
              <a:gd name="T13" fmla="*/ 256 h 512"/>
              <a:gd name="T14" fmla="*/ 256 w 512"/>
              <a:gd name="T15" fmla="*/ 128 h 512"/>
              <a:gd name="T16" fmla="*/ 331 w 512"/>
              <a:gd name="T17" fmla="*/ 153 h 512"/>
              <a:gd name="T18" fmla="*/ 331 w 512"/>
              <a:gd name="T19" fmla="*/ 128 h 512"/>
              <a:gd name="T20" fmla="*/ 341 w 512"/>
              <a:gd name="T21" fmla="*/ 118 h 512"/>
              <a:gd name="T22" fmla="*/ 352 w 512"/>
              <a:gd name="T23" fmla="*/ 128 h 512"/>
              <a:gd name="T24" fmla="*/ 352 w 512"/>
              <a:gd name="T25" fmla="*/ 182 h 512"/>
              <a:gd name="T26" fmla="*/ 341 w 512"/>
              <a:gd name="T27" fmla="*/ 192 h 512"/>
              <a:gd name="T28" fmla="*/ 288 w 512"/>
              <a:gd name="T29" fmla="*/ 192 h 512"/>
              <a:gd name="T30" fmla="*/ 277 w 512"/>
              <a:gd name="T31" fmla="*/ 182 h 512"/>
              <a:gd name="T32" fmla="*/ 288 w 512"/>
              <a:gd name="T33" fmla="*/ 171 h 512"/>
              <a:gd name="T34" fmla="*/ 320 w 512"/>
              <a:gd name="T35" fmla="*/ 171 h 512"/>
              <a:gd name="T36" fmla="*/ 256 w 512"/>
              <a:gd name="T37" fmla="*/ 150 h 512"/>
              <a:gd name="T38" fmla="*/ 149 w 512"/>
              <a:gd name="T39" fmla="*/ 256 h 512"/>
              <a:gd name="T40" fmla="*/ 139 w 512"/>
              <a:gd name="T41" fmla="*/ 267 h 512"/>
              <a:gd name="T42" fmla="*/ 256 w 512"/>
              <a:gd name="T43" fmla="*/ 384 h 512"/>
              <a:gd name="T44" fmla="*/ 181 w 512"/>
              <a:gd name="T45" fmla="*/ 360 h 512"/>
              <a:gd name="T46" fmla="*/ 181 w 512"/>
              <a:gd name="T47" fmla="*/ 384 h 512"/>
              <a:gd name="T48" fmla="*/ 171 w 512"/>
              <a:gd name="T49" fmla="*/ 395 h 512"/>
              <a:gd name="T50" fmla="*/ 160 w 512"/>
              <a:gd name="T51" fmla="*/ 384 h 512"/>
              <a:gd name="T52" fmla="*/ 160 w 512"/>
              <a:gd name="T53" fmla="*/ 331 h 512"/>
              <a:gd name="T54" fmla="*/ 171 w 512"/>
              <a:gd name="T55" fmla="*/ 320 h 512"/>
              <a:gd name="T56" fmla="*/ 224 w 512"/>
              <a:gd name="T57" fmla="*/ 320 h 512"/>
              <a:gd name="T58" fmla="*/ 235 w 512"/>
              <a:gd name="T59" fmla="*/ 331 h 512"/>
              <a:gd name="T60" fmla="*/ 224 w 512"/>
              <a:gd name="T61" fmla="*/ 342 h 512"/>
              <a:gd name="T62" fmla="*/ 192 w 512"/>
              <a:gd name="T63" fmla="*/ 342 h 512"/>
              <a:gd name="T64" fmla="*/ 256 w 512"/>
              <a:gd name="T65" fmla="*/ 363 h 512"/>
              <a:gd name="T66" fmla="*/ 363 w 512"/>
              <a:gd name="T67" fmla="*/ 256 h 512"/>
              <a:gd name="T68" fmla="*/ 373 w 512"/>
              <a:gd name="T69" fmla="*/ 246 h 512"/>
              <a:gd name="T70" fmla="*/ 384 w 512"/>
              <a:gd name="T71" fmla="*/ 256 h 512"/>
              <a:gd name="T72" fmla="*/ 256 w 512"/>
              <a:gd name="T73" fmla="*/ 38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139" y="267"/>
                </a:moveTo>
                <a:cubicBezTo>
                  <a:pt x="133" y="267"/>
                  <a:pt x="128" y="262"/>
                  <a:pt x="128" y="256"/>
                </a:cubicBezTo>
                <a:cubicBezTo>
                  <a:pt x="128" y="186"/>
                  <a:pt x="185" y="128"/>
                  <a:pt x="256" y="128"/>
                </a:cubicBezTo>
                <a:cubicBezTo>
                  <a:pt x="283" y="128"/>
                  <a:pt x="309" y="137"/>
                  <a:pt x="331" y="153"/>
                </a:cubicBezTo>
                <a:cubicBezTo>
                  <a:pt x="331" y="128"/>
                  <a:pt x="331" y="128"/>
                  <a:pt x="331" y="128"/>
                </a:cubicBezTo>
                <a:cubicBezTo>
                  <a:pt x="331" y="122"/>
                  <a:pt x="335" y="118"/>
                  <a:pt x="341" y="118"/>
                </a:cubicBezTo>
                <a:cubicBezTo>
                  <a:pt x="347" y="118"/>
                  <a:pt x="352" y="122"/>
                  <a:pt x="352" y="128"/>
                </a:cubicBezTo>
                <a:cubicBezTo>
                  <a:pt x="352" y="182"/>
                  <a:pt x="352" y="182"/>
                  <a:pt x="352" y="182"/>
                </a:cubicBezTo>
                <a:cubicBezTo>
                  <a:pt x="352" y="188"/>
                  <a:pt x="347" y="192"/>
                  <a:pt x="341" y="192"/>
                </a:cubicBezTo>
                <a:cubicBezTo>
                  <a:pt x="288" y="192"/>
                  <a:pt x="288" y="192"/>
                  <a:pt x="288" y="192"/>
                </a:cubicBezTo>
                <a:cubicBezTo>
                  <a:pt x="282" y="192"/>
                  <a:pt x="277" y="188"/>
                  <a:pt x="277" y="182"/>
                </a:cubicBezTo>
                <a:cubicBezTo>
                  <a:pt x="277" y="176"/>
                  <a:pt x="282" y="171"/>
                  <a:pt x="288" y="171"/>
                </a:cubicBezTo>
                <a:cubicBezTo>
                  <a:pt x="320" y="171"/>
                  <a:pt x="320" y="171"/>
                  <a:pt x="320" y="171"/>
                </a:cubicBezTo>
                <a:cubicBezTo>
                  <a:pt x="302" y="157"/>
                  <a:pt x="279" y="150"/>
                  <a:pt x="256" y="150"/>
                </a:cubicBezTo>
                <a:cubicBezTo>
                  <a:pt x="197" y="150"/>
                  <a:pt x="149" y="198"/>
                  <a:pt x="149" y="256"/>
                </a:cubicBezTo>
                <a:cubicBezTo>
                  <a:pt x="149" y="262"/>
                  <a:pt x="145" y="267"/>
                  <a:pt x="139" y="267"/>
                </a:cubicBezTo>
                <a:close/>
                <a:moveTo>
                  <a:pt x="256" y="384"/>
                </a:moveTo>
                <a:cubicBezTo>
                  <a:pt x="229" y="384"/>
                  <a:pt x="203" y="376"/>
                  <a:pt x="181" y="360"/>
                </a:cubicBezTo>
                <a:cubicBezTo>
                  <a:pt x="181" y="384"/>
                  <a:pt x="181" y="384"/>
                  <a:pt x="181" y="384"/>
                </a:cubicBezTo>
                <a:cubicBezTo>
                  <a:pt x="181" y="390"/>
                  <a:pt x="177" y="395"/>
                  <a:pt x="171" y="395"/>
                </a:cubicBezTo>
                <a:cubicBezTo>
                  <a:pt x="165" y="395"/>
                  <a:pt x="160" y="390"/>
                  <a:pt x="160" y="384"/>
                </a:cubicBezTo>
                <a:cubicBezTo>
                  <a:pt x="160" y="331"/>
                  <a:pt x="160" y="331"/>
                  <a:pt x="160" y="331"/>
                </a:cubicBezTo>
                <a:cubicBezTo>
                  <a:pt x="160" y="325"/>
                  <a:pt x="165" y="320"/>
                  <a:pt x="171" y="320"/>
                </a:cubicBezTo>
                <a:cubicBezTo>
                  <a:pt x="224" y="320"/>
                  <a:pt x="224" y="320"/>
                  <a:pt x="224" y="320"/>
                </a:cubicBezTo>
                <a:cubicBezTo>
                  <a:pt x="230" y="320"/>
                  <a:pt x="235" y="325"/>
                  <a:pt x="235" y="331"/>
                </a:cubicBezTo>
                <a:cubicBezTo>
                  <a:pt x="235" y="337"/>
                  <a:pt x="230" y="342"/>
                  <a:pt x="224" y="342"/>
                </a:cubicBezTo>
                <a:cubicBezTo>
                  <a:pt x="192" y="342"/>
                  <a:pt x="192" y="342"/>
                  <a:pt x="192" y="342"/>
                </a:cubicBezTo>
                <a:cubicBezTo>
                  <a:pt x="210" y="355"/>
                  <a:pt x="233" y="363"/>
                  <a:pt x="256" y="363"/>
                </a:cubicBezTo>
                <a:cubicBezTo>
                  <a:pt x="315" y="363"/>
                  <a:pt x="363" y="315"/>
                  <a:pt x="363" y="256"/>
                </a:cubicBezTo>
                <a:cubicBezTo>
                  <a:pt x="363" y="250"/>
                  <a:pt x="367" y="246"/>
                  <a:pt x="373" y="246"/>
                </a:cubicBezTo>
                <a:cubicBezTo>
                  <a:pt x="379" y="246"/>
                  <a:pt x="384" y="250"/>
                  <a:pt x="384" y="256"/>
                </a:cubicBezTo>
                <a:cubicBezTo>
                  <a:pt x="384" y="327"/>
                  <a:pt x="327" y="384"/>
                  <a:pt x="256" y="384"/>
                </a:cubicBezTo>
                <a:close/>
              </a:path>
            </a:pathLst>
          </a:custGeom>
          <a:solidFill>
            <a:srgbClr val="007CB0">
              <a:lumMod val="20000"/>
              <a:lumOff val="80000"/>
            </a:srgbClr>
          </a:solidFill>
          <a:ln>
            <a:noFill/>
          </a:ln>
        </p:spPr>
        <p:txBody>
          <a:bodyPr vert="horz" wrap="square" lIns="74295" tIns="37148" rIns="74295" bIns="37148" numCol="1" anchor="t" anchorCtr="0" compatLnSpc="1">
            <a:prstTxWarp prst="textNoShape">
              <a:avLst/>
            </a:prstTxWarp>
          </a:bodyPr>
          <a:lstStyle/>
          <a:p>
            <a:pPr defTabSz="742969">
              <a:defRPr/>
            </a:pPr>
            <a:endParaRPr lang="en-GB" sz="1463" kern="0">
              <a:solidFill>
                <a:prstClr val="black"/>
              </a:solidFill>
              <a:latin typeface="Aptos" panose="020B0004020202020204" pitchFamily="34" charset="0"/>
            </a:endParaRPr>
          </a:p>
        </p:txBody>
      </p:sp>
      <p:sp>
        <p:nvSpPr>
          <p:cNvPr id="91" name="Freeform 174">
            <a:extLst>
              <a:ext uri="{FF2B5EF4-FFF2-40B4-BE49-F238E27FC236}">
                <a16:creationId xmlns:a16="http://schemas.microsoft.com/office/drawing/2014/main" id="{86DC2249-E9B9-144A-9751-C735071B4AB6}"/>
              </a:ext>
            </a:extLst>
          </p:cNvPr>
          <p:cNvSpPr>
            <a:spLocks noChangeAspect="1" noEditPoints="1"/>
          </p:cNvSpPr>
          <p:nvPr/>
        </p:nvSpPr>
        <p:spPr bwMode="auto">
          <a:xfrm>
            <a:off x="2908999" y="4735158"/>
            <a:ext cx="351000" cy="351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4 w 512"/>
              <a:gd name="T11" fmla="*/ 260 h 512"/>
              <a:gd name="T12" fmla="*/ 402 w 512"/>
              <a:gd name="T13" fmla="*/ 263 h 512"/>
              <a:gd name="T14" fmla="*/ 370 w 512"/>
              <a:gd name="T15" fmla="*/ 295 h 512"/>
              <a:gd name="T16" fmla="*/ 362 w 512"/>
              <a:gd name="T17" fmla="*/ 298 h 512"/>
              <a:gd name="T18" fmla="*/ 355 w 512"/>
              <a:gd name="T19" fmla="*/ 295 h 512"/>
              <a:gd name="T20" fmla="*/ 355 w 512"/>
              <a:gd name="T21" fmla="*/ 280 h 512"/>
              <a:gd name="T22" fmla="*/ 369 w 512"/>
              <a:gd name="T23" fmla="*/ 266 h 512"/>
              <a:gd name="T24" fmla="*/ 341 w 512"/>
              <a:gd name="T25" fmla="*/ 266 h 512"/>
              <a:gd name="T26" fmla="*/ 309 w 512"/>
              <a:gd name="T27" fmla="*/ 234 h 512"/>
              <a:gd name="T28" fmla="*/ 309 w 512"/>
              <a:gd name="T29" fmla="*/ 170 h 512"/>
              <a:gd name="T30" fmla="*/ 298 w 512"/>
              <a:gd name="T31" fmla="*/ 160 h 512"/>
              <a:gd name="T32" fmla="*/ 288 w 512"/>
              <a:gd name="T33" fmla="*/ 170 h 512"/>
              <a:gd name="T34" fmla="*/ 288 w 512"/>
              <a:gd name="T35" fmla="*/ 341 h 512"/>
              <a:gd name="T36" fmla="*/ 256 w 512"/>
              <a:gd name="T37" fmla="*/ 373 h 512"/>
              <a:gd name="T38" fmla="*/ 224 w 512"/>
              <a:gd name="T39" fmla="*/ 341 h 512"/>
              <a:gd name="T40" fmla="*/ 224 w 512"/>
              <a:gd name="T41" fmla="*/ 256 h 512"/>
              <a:gd name="T42" fmla="*/ 224 w 512"/>
              <a:gd name="T43" fmla="*/ 170 h 512"/>
              <a:gd name="T44" fmla="*/ 213 w 512"/>
              <a:gd name="T45" fmla="*/ 160 h 512"/>
              <a:gd name="T46" fmla="*/ 202 w 512"/>
              <a:gd name="T47" fmla="*/ 170 h 512"/>
              <a:gd name="T48" fmla="*/ 202 w 512"/>
              <a:gd name="T49" fmla="*/ 341 h 512"/>
              <a:gd name="T50" fmla="*/ 170 w 512"/>
              <a:gd name="T51" fmla="*/ 373 h 512"/>
              <a:gd name="T52" fmla="*/ 138 w 512"/>
              <a:gd name="T53" fmla="*/ 341 h 512"/>
              <a:gd name="T54" fmla="*/ 138 w 512"/>
              <a:gd name="T55" fmla="*/ 277 h 512"/>
              <a:gd name="T56" fmla="*/ 128 w 512"/>
              <a:gd name="T57" fmla="*/ 266 h 512"/>
              <a:gd name="T58" fmla="*/ 117 w 512"/>
              <a:gd name="T59" fmla="*/ 256 h 512"/>
              <a:gd name="T60" fmla="*/ 128 w 512"/>
              <a:gd name="T61" fmla="*/ 245 h 512"/>
              <a:gd name="T62" fmla="*/ 160 w 512"/>
              <a:gd name="T63" fmla="*/ 277 h 512"/>
              <a:gd name="T64" fmla="*/ 160 w 512"/>
              <a:gd name="T65" fmla="*/ 341 h 512"/>
              <a:gd name="T66" fmla="*/ 170 w 512"/>
              <a:gd name="T67" fmla="*/ 352 h 512"/>
              <a:gd name="T68" fmla="*/ 181 w 512"/>
              <a:gd name="T69" fmla="*/ 341 h 512"/>
              <a:gd name="T70" fmla="*/ 181 w 512"/>
              <a:gd name="T71" fmla="*/ 170 h 512"/>
              <a:gd name="T72" fmla="*/ 213 w 512"/>
              <a:gd name="T73" fmla="*/ 138 h 512"/>
              <a:gd name="T74" fmla="*/ 245 w 512"/>
              <a:gd name="T75" fmla="*/ 170 h 512"/>
              <a:gd name="T76" fmla="*/ 245 w 512"/>
              <a:gd name="T77" fmla="*/ 256 h 512"/>
              <a:gd name="T78" fmla="*/ 245 w 512"/>
              <a:gd name="T79" fmla="*/ 341 h 512"/>
              <a:gd name="T80" fmla="*/ 256 w 512"/>
              <a:gd name="T81" fmla="*/ 352 h 512"/>
              <a:gd name="T82" fmla="*/ 266 w 512"/>
              <a:gd name="T83" fmla="*/ 341 h 512"/>
              <a:gd name="T84" fmla="*/ 266 w 512"/>
              <a:gd name="T85" fmla="*/ 170 h 512"/>
              <a:gd name="T86" fmla="*/ 298 w 512"/>
              <a:gd name="T87" fmla="*/ 138 h 512"/>
              <a:gd name="T88" fmla="*/ 330 w 512"/>
              <a:gd name="T89" fmla="*/ 170 h 512"/>
              <a:gd name="T90" fmla="*/ 330 w 512"/>
              <a:gd name="T91" fmla="*/ 234 h 512"/>
              <a:gd name="T92" fmla="*/ 341 w 512"/>
              <a:gd name="T93" fmla="*/ 245 h 512"/>
              <a:gd name="T94" fmla="*/ 369 w 512"/>
              <a:gd name="T95" fmla="*/ 245 h 512"/>
              <a:gd name="T96" fmla="*/ 355 w 512"/>
              <a:gd name="T97" fmla="*/ 231 h 512"/>
              <a:gd name="T98" fmla="*/ 355 w 512"/>
              <a:gd name="T99" fmla="*/ 216 h 512"/>
              <a:gd name="T100" fmla="*/ 370 w 512"/>
              <a:gd name="T101" fmla="*/ 216 h 512"/>
              <a:gd name="T102" fmla="*/ 402 w 512"/>
              <a:gd name="T103" fmla="*/ 248 h 512"/>
              <a:gd name="T104" fmla="*/ 404 w 512"/>
              <a:gd name="T105" fmla="*/ 252 h 512"/>
              <a:gd name="T106" fmla="*/ 404 w 512"/>
              <a:gd name="T107" fmla="*/ 26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4" y="260"/>
                </a:moveTo>
                <a:cubicBezTo>
                  <a:pt x="404" y="261"/>
                  <a:pt x="403" y="262"/>
                  <a:pt x="402" y="263"/>
                </a:cubicBezTo>
                <a:cubicBezTo>
                  <a:pt x="370" y="295"/>
                  <a:pt x="370" y="295"/>
                  <a:pt x="370" y="295"/>
                </a:cubicBezTo>
                <a:cubicBezTo>
                  <a:pt x="368" y="297"/>
                  <a:pt x="365" y="298"/>
                  <a:pt x="362" y="298"/>
                </a:cubicBezTo>
                <a:cubicBezTo>
                  <a:pt x="360" y="298"/>
                  <a:pt x="357" y="297"/>
                  <a:pt x="355" y="295"/>
                </a:cubicBezTo>
                <a:cubicBezTo>
                  <a:pt x="351" y="291"/>
                  <a:pt x="351" y="284"/>
                  <a:pt x="355" y="280"/>
                </a:cubicBezTo>
                <a:cubicBezTo>
                  <a:pt x="369" y="266"/>
                  <a:pt x="369" y="266"/>
                  <a:pt x="369" y="266"/>
                </a:cubicBezTo>
                <a:cubicBezTo>
                  <a:pt x="341" y="266"/>
                  <a:pt x="341" y="266"/>
                  <a:pt x="341" y="266"/>
                </a:cubicBezTo>
                <a:cubicBezTo>
                  <a:pt x="323" y="266"/>
                  <a:pt x="309" y="252"/>
                  <a:pt x="309" y="234"/>
                </a:cubicBezTo>
                <a:cubicBezTo>
                  <a:pt x="309" y="170"/>
                  <a:pt x="309" y="170"/>
                  <a:pt x="309" y="170"/>
                </a:cubicBezTo>
                <a:cubicBezTo>
                  <a:pt x="309" y="164"/>
                  <a:pt x="304" y="160"/>
                  <a:pt x="298" y="160"/>
                </a:cubicBezTo>
                <a:cubicBezTo>
                  <a:pt x="292" y="160"/>
                  <a:pt x="288" y="164"/>
                  <a:pt x="288" y="170"/>
                </a:cubicBezTo>
                <a:cubicBezTo>
                  <a:pt x="288" y="341"/>
                  <a:pt x="288" y="341"/>
                  <a:pt x="288" y="341"/>
                </a:cubicBezTo>
                <a:cubicBezTo>
                  <a:pt x="288" y="359"/>
                  <a:pt x="273" y="373"/>
                  <a:pt x="256" y="373"/>
                </a:cubicBezTo>
                <a:cubicBezTo>
                  <a:pt x="238" y="373"/>
                  <a:pt x="224" y="359"/>
                  <a:pt x="224" y="341"/>
                </a:cubicBezTo>
                <a:cubicBezTo>
                  <a:pt x="224" y="256"/>
                  <a:pt x="224" y="256"/>
                  <a:pt x="224" y="256"/>
                </a:cubicBezTo>
                <a:cubicBezTo>
                  <a:pt x="224" y="170"/>
                  <a:pt x="224" y="170"/>
                  <a:pt x="224" y="170"/>
                </a:cubicBezTo>
                <a:cubicBezTo>
                  <a:pt x="224" y="164"/>
                  <a:pt x="219" y="160"/>
                  <a:pt x="213" y="160"/>
                </a:cubicBezTo>
                <a:cubicBezTo>
                  <a:pt x="207" y="160"/>
                  <a:pt x="202" y="164"/>
                  <a:pt x="202" y="170"/>
                </a:cubicBezTo>
                <a:cubicBezTo>
                  <a:pt x="202" y="341"/>
                  <a:pt x="202" y="341"/>
                  <a:pt x="202" y="341"/>
                </a:cubicBezTo>
                <a:cubicBezTo>
                  <a:pt x="202" y="359"/>
                  <a:pt x="188" y="373"/>
                  <a:pt x="170" y="373"/>
                </a:cubicBezTo>
                <a:cubicBezTo>
                  <a:pt x="153" y="373"/>
                  <a:pt x="138" y="359"/>
                  <a:pt x="138" y="341"/>
                </a:cubicBezTo>
                <a:cubicBezTo>
                  <a:pt x="138" y="277"/>
                  <a:pt x="138" y="277"/>
                  <a:pt x="138" y="277"/>
                </a:cubicBezTo>
                <a:cubicBezTo>
                  <a:pt x="138" y="271"/>
                  <a:pt x="134" y="266"/>
                  <a:pt x="128" y="266"/>
                </a:cubicBezTo>
                <a:cubicBezTo>
                  <a:pt x="122" y="266"/>
                  <a:pt x="117" y="262"/>
                  <a:pt x="117" y="256"/>
                </a:cubicBezTo>
                <a:cubicBezTo>
                  <a:pt x="117" y="250"/>
                  <a:pt x="122" y="245"/>
                  <a:pt x="128" y="245"/>
                </a:cubicBezTo>
                <a:cubicBezTo>
                  <a:pt x="145" y="245"/>
                  <a:pt x="160" y="259"/>
                  <a:pt x="160" y="277"/>
                </a:cubicBezTo>
                <a:cubicBezTo>
                  <a:pt x="160" y="341"/>
                  <a:pt x="160" y="341"/>
                  <a:pt x="160" y="341"/>
                </a:cubicBezTo>
                <a:cubicBezTo>
                  <a:pt x="160" y="347"/>
                  <a:pt x="164" y="352"/>
                  <a:pt x="170" y="352"/>
                </a:cubicBezTo>
                <a:cubicBezTo>
                  <a:pt x="176" y="352"/>
                  <a:pt x="181" y="347"/>
                  <a:pt x="181" y="341"/>
                </a:cubicBezTo>
                <a:cubicBezTo>
                  <a:pt x="181" y="170"/>
                  <a:pt x="181" y="170"/>
                  <a:pt x="181" y="170"/>
                </a:cubicBezTo>
                <a:cubicBezTo>
                  <a:pt x="181" y="153"/>
                  <a:pt x="195" y="138"/>
                  <a:pt x="213" y="138"/>
                </a:cubicBezTo>
                <a:cubicBezTo>
                  <a:pt x="231" y="138"/>
                  <a:pt x="245" y="153"/>
                  <a:pt x="245" y="170"/>
                </a:cubicBezTo>
                <a:cubicBezTo>
                  <a:pt x="245" y="256"/>
                  <a:pt x="245" y="256"/>
                  <a:pt x="245" y="256"/>
                </a:cubicBezTo>
                <a:cubicBezTo>
                  <a:pt x="245" y="341"/>
                  <a:pt x="245" y="341"/>
                  <a:pt x="245" y="341"/>
                </a:cubicBezTo>
                <a:cubicBezTo>
                  <a:pt x="245" y="347"/>
                  <a:pt x="250" y="352"/>
                  <a:pt x="256" y="352"/>
                </a:cubicBezTo>
                <a:cubicBezTo>
                  <a:pt x="262" y="352"/>
                  <a:pt x="266" y="347"/>
                  <a:pt x="266" y="341"/>
                </a:cubicBezTo>
                <a:cubicBezTo>
                  <a:pt x="266" y="170"/>
                  <a:pt x="266" y="170"/>
                  <a:pt x="266" y="170"/>
                </a:cubicBezTo>
                <a:cubicBezTo>
                  <a:pt x="266" y="153"/>
                  <a:pt x="281" y="138"/>
                  <a:pt x="298" y="138"/>
                </a:cubicBezTo>
                <a:cubicBezTo>
                  <a:pt x="316" y="138"/>
                  <a:pt x="330" y="153"/>
                  <a:pt x="330" y="170"/>
                </a:cubicBezTo>
                <a:cubicBezTo>
                  <a:pt x="330" y="234"/>
                  <a:pt x="330" y="234"/>
                  <a:pt x="330" y="234"/>
                </a:cubicBezTo>
                <a:cubicBezTo>
                  <a:pt x="330" y="240"/>
                  <a:pt x="335" y="245"/>
                  <a:pt x="341" y="245"/>
                </a:cubicBezTo>
                <a:cubicBezTo>
                  <a:pt x="369" y="245"/>
                  <a:pt x="369" y="245"/>
                  <a:pt x="369" y="245"/>
                </a:cubicBezTo>
                <a:cubicBezTo>
                  <a:pt x="355" y="231"/>
                  <a:pt x="355" y="231"/>
                  <a:pt x="355" y="231"/>
                </a:cubicBezTo>
                <a:cubicBezTo>
                  <a:pt x="351" y="227"/>
                  <a:pt x="351" y="220"/>
                  <a:pt x="355" y="216"/>
                </a:cubicBezTo>
                <a:cubicBezTo>
                  <a:pt x="359" y="212"/>
                  <a:pt x="366" y="212"/>
                  <a:pt x="370" y="216"/>
                </a:cubicBezTo>
                <a:cubicBezTo>
                  <a:pt x="402" y="248"/>
                  <a:pt x="402" y="248"/>
                  <a:pt x="402" y="248"/>
                </a:cubicBezTo>
                <a:cubicBezTo>
                  <a:pt x="403" y="249"/>
                  <a:pt x="404" y="250"/>
                  <a:pt x="404" y="252"/>
                </a:cubicBezTo>
                <a:cubicBezTo>
                  <a:pt x="405" y="254"/>
                  <a:pt x="405" y="257"/>
                  <a:pt x="404" y="260"/>
                </a:cubicBezTo>
                <a:close/>
              </a:path>
            </a:pathLst>
          </a:custGeom>
          <a:solidFill>
            <a:srgbClr val="007CB0">
              <a:lumMod val="20000"/>
              <a:lumOff val="80000"/>
            </a:srgbClr>
          </a:solidFill>
          <a:ln>
            <a:noFill/>
          </a:ln>
        </p:spPr>
        <p:txBody>
          <a:bodyPr vert="horz" wrap="square" lIns="74295" tIns="37148" rIns="74295" bIns="37148" numCol="1" anchor="t" anchorCtr="0" compatLnSpc="1">
            <a:prstTxWarp prst="textNoShape">
              <a:avLst/>
            </a:prstTxWarp>
          </a:bodyPr>
          <a:lstStyle/>
          <a:p>
            <a:pPr defTabSz="742969">
              <a:defRPr/>
            </a:pPr>
            <a:endParaRPr lang="en-GB" sz="1463" kern="0">
              <a:solidFill>
                <a:prstClr val="black"/>
              </a:solidFill>
              <a:latin typeface="Aptos" panose="020B0004020202020204" pitchFamily="34" charset="0"/>
            </a:endParaRPr>
          </a:p>
        </p:txBody>
      </p:sp>
      <p:sp>
        <p:nvSpPr>
          <p:cNvPr id="92" name="Freeform 88">
            <a:extLst>
              <a:ext uri="{FF2B5EF4-FFF2-40B4-BE49-F238E27FC236}">
                <a16:creationId xmlns:a16="http://schemas.microsoft.com/office/drawing/2014/main" id="{8F8C6915-31F6-E34D-B369-41EFA1987019}"/>
              </a:ext>
            </a:extLst>
          </p:cNvPr>
          <p:cNvSpPr>
            <a:spLocks noChangeAspect="1" noEditPoints="1"/>
          </p:cNvSpPr>
          <p:nvPr/>
        </p:nvSpPr>
        <p:spPr bwMode="auto">
          <a:xfrm>
            <a:off x="4043076" y="3501025"/>
            <a:ext cx="351000" cy="351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92 w 512"/>
              <a:gd name="T11" fmla="*/ 416 h 512"/>
              <a:gd name="T12" fmla="*/ 184 w 512"/>
              <a:gd name="T13" fmla="*/ 413 h 512"/>
              <a:gd name="T14" fmla="*/ 184 w 512"/>
              <a:gd name="T15" fmla="*/ 397 h 512"/>
              <a:gd name="T16" fmla="*/ 326 w 512"/>
              <a:gd name="T17" fmla="*/ 256 h 512"/>
              <a:gd name="T18" fmla="*/ 184 w 512"/>
              <a:gd name="T19" fmla="*/ 114 h 512"/>
              <a:gd name="T20" fmla="*/ 184 w 512"/>
              <a:gd name="T21" fmla="*/ 99 h 512"/>
              <a:gd name="T22" fmla="*/ 199 w 512"/>
              <a:gd name="T23" fmla="*/ 99 h 512"/>
              <a:gd name="T24" fmla="*/ 349 w 512"/>
              <a:gd name="T25" fmla="*/ 248 h 512"/>
              <a:gd name="T26" fmla="*/ 349 w 512"/>
              <a:gd name="T27" fmla="*/ 263 h 512"/>
              <a:gd name="T28" fmla="*/ 199 w 512"/>
              <a:gd name="T29" fmla="*/ 413 h 512"/>
              <a:gd name="T30" fmla="*/ 192 w 512"/>
              <a:gd name="T31" fmla="*/ 41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92" y="416"/>
                </a:moveTo>
                <a:cubicBezTo>
                  <a:pt x="189" y="416"/>
                  <a:pt x="186" y="415"/>
                  <a:pt x="184" y="413"/>
                </a:cubicBezTo>
                <a:cubicBezTo>
                  <a:pt x="180" y="408"/>
                  <a:pt x="180" y="402"/>
                  <a:pt x="184" y="397"/>
                </a:cubicBezTo>
                <a:cubicBezTo>
                  <a:pt x="326" y="256"/>
                  <a:pt x="326" y="256"/>
                  <a:pt x="326" y="256"/>
                </a:cubicBezTo>
                <a:cubicBezTo>
                  <a:pt x="184" y="114"/>
                  <a:pt x="184" y="114"/>
                  <a:pt x="184" y="114"/>
                </a:cubicBezTo>
                <a:cubicBezTo>
                  <a:pt x="180" y="110"/>
                  <a:pt x="180" y="103"/>
                  <a:pt x="184" y="99"/>
                </a:cubicBezTo>
                <a:cubicBezTo>
                  <a:pt x="188" y="95"/>
                  <a:pt x="195" y="95"/>
                  <a:pt x="199" y="99"/>
                </a:cubicBezTo>
                <a:cubicBezTo>
                  <a:pt x="349" y="248"/>
                  <a:pt x="349" y="248"/>
                  <a:pt x="349" y="248"/>
                </a:cubicBezTo>
                <a:cubicBezTo>
                  <a:pt x="353" y="252"/>
                  <a:pt x="353" y="259"/>
                  <a:pt x="349" y="263"/>
                </a:cubicBezTo>
                <a:cubicBezTo>
                  <a:pt x="199" y="413"/>
                  <a:pt x="199" y="413"/>
                  <a:pt x="199" y="413"/>
                </a:cubicBezTo>
                <a:cubicBezTo>
                  <a:pt x="197" y="415"/>
                  <a:pt x="194" y="416"/>
                  <a:pt x="192" y="416"/>
                </a:cubicBezTo>
                <a:close/>
              </a:path>
            </a:pathLst>
          </a:custGeom>
          <a:solidFill>
            <a:srgbClr val="007CB0">
              <a:lumMod val="20000"/>
              <a:lumOff val="80000"/>
            </a:srgbClr>
          </a:solidFill>
          <a:ln>
            <a:noFill/>
          </a:ln>
        </p:spPr>
        <p:txBody>
          <a:bodyPr vert="horz" wrap="square" lIns="74295" tIns="37148" rIns="74295" bIns="37148" numCol="1" anchor="t" anchorCtr="0" compatLnSpc="1">
            <a:prstTxWarp prst="textNoShape">
              <a:avLst/>
            </a:prstTxWarp>
          </a:bodyPr>
          <a:lstStyle/>
          <a:p>
            <a:pPr defTabSz="742969">
              <a:defRPr/>
            </a:pPr>
            <a:endParaRPr lang="en-GB" sz="1463" kern="0">
              <a:solidFill>
                <a:prstClr val="black"/>
              </a:solidFill>
              <a:latin typeface="Aptos" panose="020B0004020202020204" pitchFamily="34" charset="0"/>
            </a:endParaRPr>
          </a:p>
        </p:txBody>
      </p:sp>
      <p:sp>
        <p:nvSpPr>
          <p:cNvPr id="93" name="Freeform 130">
            <a:extLst>
              <a:ext uri="{FF2B5EF4-FFF2-40B4-BE49-F238E27FC236}">
                <a16:creationId xmlns:a16="http://schemas.microsoft.com/office/drawing/2014/main" id="{3064C0A4-D247-B046-A922-F2103F1D9C5C}"/>
              </a:ext>
            </a:extLst>
          </p:cNvPr>
          <p:cNvSpPr>
            <a:spLocks noChangeAspect="1" noEditPoints="1"/>
          </p:cNvSpPr>
          <p:nvPr/>
        </p:nvSpPr>
        <p:spPr bwMode="auto">
          <a:xfrm>
            <a:off x="3726092" y="4112334"/>
            <a:ext cx="352032" cy="351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5 w 512"/>
              <a:gd name="T11" fmla="*/ 313 h 512"/>
              <a:gd name="T12" fmla="*/ 413 w 512"/>
              <a:gd name="T13" fmla="*/ 317 h 512"/>
              <a:gd name="T14" fmla="*/ 327 w 512"/>
              <a:gd name="T15" fmla="*/ 402 h 512"/>
              <a:gd name="T16" fmla="*/ 320 w 512"/>
              <a:gd name="T17" fmla="*/ 405 h 512"/>
              <a:gd name="T18" fmla="*/ 312 w 512"/>
              <a:gd name="T19" fmla="*/ 402 h 512"/>
              <a:gd name="T20" fmla="*/ 312 w 512"/>
              <a:gd name="T21" fmla="*/ 387 h 512"/>
              <a:gd name="T22" fmla="*/ 379 w 512"/>
              <a:gd name="T23" fmla="*/ 320 h 512"/>
              <a:gd name="T24" fmla="*/ 106 w 512"/>
              <a:gd name="T25" fmla="*/ 320 h 512"/>
              <a:gd name="T26" fmla="*/ 96 w 512"/>
              <a:gd name="T27" fmla="*/ 309 h 512"/>
              <a:gd name="T28" fmla="*/ 96 w 512"/>
              <a:gd name="T29" fmla="*/ 181 h 512"/>
              <a:gd name="T30" fmla="*/ 106 w 512"/>
              <a:gd name="T31" fmla="*/ 170 h 512"/>
              <a:gd name="T32" fmla="*/ 117 w 512"/>
              <a:gd name="T33" fmla="*/ 181 h 512"/>
              <a:gd name="T34" fmla="*/ 117 w 512"/>
              <a:gd name="T35" fmla="*/ 298 h 512"/>
              <a:gd name="T36" fmla="*/ 379 w 512"/>
              <a:gd name="T37" fmla="*/ 298 h 512"/>
              <a:gd name="T38" fmla="*/ 312 w 512"/>
              <a:gd name="T39" fmla="*/ 231 h 512"/>
              <a:gd name="T40" fmla="*/ 312 w 512"/>
              <a:gd name="T41" fmla="*/ 216 h 512"/>
              <a:gd name="T42" fmla="*/ 327 w 512"/>
              <a:gd name="T43" fmla="*/ 216 h 512"/>
              <a:gd name="T44" fmla="*/ 413 w 512"/>
              <a:gd name="T45" fmla="*/ 301 h 512"/>
              <a:gd name="T46" fmla="*/ 415 w 512"/>
              <a:gd name="T47" fmla="*/ 305 h 512"/>
              <a:gd name="T48" fmla="*/ 415 w 512"/>
              <a:gd name="T49" fmla="*/ 3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313"/>
                </a:moveTo>
                <a:cubicBezTo>
                  <a:pt x="414" y="314"/>
                  <a:pt x="414" y="316"/>
                  <a:pt x="413" y="317"/>
                </a:cubicBezTo>
                <a:cubicBezTo>
                  <a:pt x="327" y="402"/>
                  <a:pt x="327" y="402"/>
                  <a:pt x="327" y="402"/>
                </a:cubicBezTo>
                <a:cubicBezTo>
                  <a:pt x="325" y="404"/>
                  <a:pt x="322" y="405"/>
                  <a:pt x="320" y="405"/>
                </a:cubicBezTo>
                <a:cubicBezTo>
                  <a:pt x="317" y="405"/>
                  <a:pt x="314" y="404"/>
                  <a:pt x="312" y="402"/>
                </a:cubicBezTo>
                <a:cubicBezTo>
                  <a:pt x="308" y="398"/>
                  <a:pt x="308" y="391"/>
                  <a:pt x="312" y="387"/>
                </a:cubicBezTo>
                <a:cubicBezTo>
                  <a:pt x="379" y="320"/>
                  <a:pt x="379" y="320"/>
                  <a:pt x="379" y="320"/>
                </a:cubicBezTo>
                <a:cubicBezTo>
                  <a:pt x="106" y="320"/>
                  <a:pt x="106" y="320"/>
                  <a:pt x="106" y="320"/>
                </a:cubicBezTo>
                <a:cubicBezTo>
                  <a:pt x="100" y="320"/>
                  <a:pt x="96" y="315"/>
                  <a:pt x="96" y="309"/>
                </a:cubicBezTo>
                <a:cubicBezTo>
                  <a:pt x="96" y="181"/>
                  <a:pt x="96" y="181"/>
                  <a:pt x="96" y="181"/>
                </a:cubicBezTo>
                <a:cubicBezTo>
                  <a:pt x="96" y="175"/>
                  <a:pt x="100" y="170"/>
                  <a:pt x="106" y="170"/>
                </a:cubicBezTo>
                <a:cubicBezTo>
                  <a:pt x="112" y="170"/>
                  <a:pt x="117" y="175"/>
                  <a:pt x="117" y="181"/>
                </a:cubicBezTo>
                <a:cubicBezTo>
                  <a:pt x="117" y="298"/>
                  <a:pt x="117" y="298"/>
                  <a:pt x="117" y="298"/>
                </a:cubicBezTo>
                <a:cubicBezTo>
                  <a:pt x="379" y="298"/>
                  <a:pt x="379" y="298"/>
                  <a:pt x="379" y="298"/>
                </a:cubicBezTo>
                <a:cubicBezTo>
                  <a:pt x="312" y="231"/>
                  <a:pt x="312" y="231"/>
                  <a:pt x="312" y="231"/>
                </a:cubicBezTo>
                <a:cubicBezTo>
                  <a:pt x="308" y="227"/>
                  <a:pt x="308" y="220"/>
                  <a:pt x="312" y="216"/>
                </a:cubicBezTo>
                <a:cubicBezTo>
                  <a:pt x="316" y="212"/>
                  <a:pt x="323" y="212"/>
                  <a:pt x="327" y="216"/>
                </a:cubicBezTo>
                <a:cubicBezTo>
                  <a:pt x="413" y="301"/>
                  <a:pt x="413" y="301"/>
                  <a:pt x="413" y="301"/>
                </a:cubicBezTo>
                <a:cubicBezTo>
                  <a:pt x="414" y="302"/>
                  <a:pt x="414" y="304"/>
                  <a:pt x="415" y="305"/>
                </a:cubicBezTo>
                <a:cubicBezTo>
                  <a:pt x="416" y="308"/>
                  <a:pt x="416" y="310"/>
                  <a:pt x="415" y="313"/>
                </a:cubicBezTo>
                <a:close/>
              </a:path>
            </a:pathLst>
          </a:custGeom>
          <a:solidFill>
            <a:srgbClr val="007CB0">
              <a:lumMod val="20000"/>
              <a:lumOff val="80000"/>
            </a:srgbClr>
          </a:solidFill>
          <a:ln>
            <a:noFill/>
          </a:ln>
        </p:spPr>
        <p:txBody>
          <a:bodyPr vert="horz" wrap="square" lIns="74295" tIns="37148" rIns="74295" bIns="37148" numCol="1" anchor="t" anchorCtr="0" compatLnSpc="1">
            <a:prstTxWarp prst="textNoShape">
              <a:avLst/>
            </a:prstTxWarp>
          </a:bodyPr>
          <a:lstStyle/>
          <a:p>
            <a:pPr defTabSz="742969">
              <a:defRPr/>
            </a:pPr>
            <a:endParaRPr lang="en-GB" sz="1463" kern="0">
              <a:solidFill>
                <a:prstClr val="black"/>
              </a:solidFill>
              <a:latin typeface="Aptos" panose="020B0004020202020204" pitchFamily="34" charset="0"/>
            </a:endParaRPr>
          </a:p>
        </p:txBody>
      </p:sp>
      <p:sp>
        <p:nvSpPr>
          <p:cNvPr id="94" name="等腰三角形 151">
            <a:extLst>
              <a:ext uri="{FF2B5EF4-FFF2-40B4-BE49-F238E27FC236}">
                <a16:creationId xmlns:a16="http://schemas.microsoft.com/office/drawing/2014/main" id="{33137796-864E-C341-AAEB-AB23662E579E}"/>
              </a:ext>
            </a:extLst>
          </p:cNvPr>
          <p:cNvSpPr/>
          <p:nvPr/>
        </p:nvSpPr>
        <p:spPr bwMode="gray">
          <a:xfrm rot="10800000" flipV="1">
            <a:off x="4830711" y="4823920"/>
            <a:ext cx="244580" cy="156024"/>
          </a:xfrm>
          <a:prstGeom prst="triangle">
            <a:avLst/>
          </a:prstGeom>
          <a:solidFill>
            <a:srgbClr val="046A38"/>
          </a:solidFill>
          <a:ln w="38100" algn="ctr">
            <a:noFill/>
            <a:miter lim="800000"/>
            <a:headEnd/>
            <a:tailEnd/>
          </a:ln>
        </p:spPr>
        <p:txBody>
          <a:bodyPr wrap="square" lIns="72231" tIns="72231" rIns="72231" bIns="72231" rtlCol="0" anchor="ctr"/>
          <a:lstStyle/>
          <a:p>
            <a:pPr algn="ctr" defTabSz="742969">
              <a:lnSpc>
                <a:spcPct val="106000"/>
              </a:lnSpc>
              <a:defRPr/>
            </a:pPr>
            <a:endParaRPr lang="en-US" sz="813" kern="0" dirty="0">
              <a:solidFill>
                <a:prstClr val="white"/>
              </a:solidFill>
              <a:latin typeface="Aptos" panose="020B0004020202020204" pitchFamily="34" charset="0"/>
            </a:endParaRPr>
          </a:p>
        </p:txBody>
      </p:sp>
      <p:sp>
        <p:nvSpPr>
          <p:cNvPr id="95" name="等腰三角形 152">
            <a:extLst>
              <a:ext uri="{FF2B5EF4-FFF2-40B4-BE49-F238E27FC236}">
                <a16:creationId xmlns:a16="http://schemas.microsoft.com/office/drawing/2014/main" id="{EB04676A-44E7-7149-9BFE-1577D108EA13}"/>
              </a:ext>
            </a:extLst>
          </p:cNvPr>
          <p:cNvSpPr/>
          <p:nvPr/>
        </p:nvSpPr>
        <p:spPr bwMode="gray">
          <a:xfrm rot="10800000" flipV="1">
            <a:off x="4830711" y="4208664"/>
            <a:ext cx="244580" cy="156024"/>
          </a:xfrm>
          <a:prstGeom prst="triangle">
            <a:avLst/>
          </a:prstGeom>
          <a:solidFill>
            <a:srgbClr val="26890D"/>
          </a:solidFill>
          <a:ln w="38100" algn="ctr">
            <a:noFill/>
            <a:miter lim="800000"/>
            <a:headEnd/>
            <a:tailEnd/>
          </a:ln>
        </p:spPr>
        <p:txBody>
          <a:bodyPr wrap="square" lIns="72231" tIns="72231" rIns="72231" bIns="72231" rtlCol="0" anchor="ctr"/>
          <a:lstStyle/>
          <a:p>
            <a:pPr algn="ctr" defTabSz="742969">
              <a:lnSpc>
                <a:spcPct val="106000"/>
              </a:lnSpc>
              <a:defRPr/>
            </a:pPr>
            <a:endParaRPr lang="en-US" sz="813" kern="0" dirty="0">
              <a:solidFill>
                <a:prstClr val="white"/>
              </a:solidFill>
              <a:latin typeface="Aptos" panose="020B0004020202020204" pitchFamily="34" charset="0"/>
            </a:endParaRPr>
          </a:p>
        </p:txBody>
      </p:sp>
      <p:sp>
        <p:nvSpPr>
          <p:cNvPr id="96" name="等腰三角形 153">
            <a:extLst>
              <a:ext uri="{FF2B5EF4-FFF2-40B4-BE49-F238E27FC236}">
                <a16:creationId xmlns:a16="http://schemas.microsoft.com/office/drawing/2014/main" id="{E79320EE-C057-C742-A17B-A94DD7174825}"/>
              </a:ext>
            </a:extLst>
          </p:cNvPr>
          <p:cNvSpPr/>
          <p:nvPr/>
        </p:nvSpPr>
        <p:spPr bwMode="gray">
          <a:xfrm rot="10800000" flipV="1">
            <a:off x="4830711" y="3576025"/>
            <a:ext cx="244580" cy="156024"/>
          </a:xfrm>
          <a:prstGeom prst="triangle">
            <a:avLst/>
          </a:prstGeom>
          <a:solidFill>
            <a:srgbClr val="43B02A"/>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kern="0" dirty="0">
              <a:solidFill>
                <a:prstClr val="white"/>
              </a:solidFill>
              <a:latin typeface="Aptos" panose="020B0004020202020204" pitchFamily="34" charset="0"/>
            </a:endParaRPr>
          </a:p>
        </p:txBody>
      </p:sp>
      <p:sp>
        <p:nvSpPr>
          <p:cNvPr id="97" name="等腰三角形 154">
            <a:extLst>
              <a:ext uri="{FF2B5EF4-FFF2-40B4-BE49-F238E27FC236}">
                <a16:creationId xmlns:a16="http://schemas.microsoft.com/office/drawing/2014/main" id="{DF7173CA-5369-DC4F-B344-BBA8635434B3}"/>
              </a:ext>
            </a:extLst>
          </p:cNvPr>
          <p:cNvSpPr/>
          <p:nvPr/>
        </p:nvSpPr>
        <p:spPr bwMode="gray">
          <a:xfrm rot="10800000" flipV="1">
            <a:off x="4830711" y="2334248"/>
            <a:ext cx="244580" cy="156024"/>
          </a:xfrm>
          <a:prstGeom prst="triangle">
            <a:avLst/>
          </a:prstGeom>
          <a:solidFill>
            <a:srgbClr val="00A3E0"/>
          </a:solidFill>
          <a:ln w="38100" algn="ctr">
            <a:noFill/>
            <a:miter lim="800000"/>
            <a:headEnd/>
            <a:tailEnd/>
          </a:ln>
        </p:spPr>
        <p:txBody>
          <a:bodyPr wrap="square" lIns="72231" tIns="72231" rIns="72231" bIns="72231" rtlCol="0" anchor="ctr"/>
          <a:lstStyle/>
          <a:p>
            <a:pPr algn="ctr" defTabSz="742969">
              <a:lnSpc>
                <a:spcPct val="106000"/>
              </a:lnSpc>
              <a:defRPr/>
            </a:pPr>
            <a:endParaRPr lang="en-US" sz="813" kern="0" dirty="0">
              <a:solidFill>
                <a:prstClr val="white"/>
              </a:solidFill>
              <a:latin typeface="Aptos" panose="020B0004020202020204" pitchFamily="34" charset="0"/>
            </a:endParaRPr>
          </a:p>
        </p:txBody>
      </p:sp>
      <p:sp>
        <p:nvSpPr>
          <p:cNvPr id="98" name="等腰三角形 204">
            <a:extLst>
              <a:ext uri="{FF2B5EF4-FFF2-40B4-BE49-F238E27FC236}">
                <a16:creationId xmlns:a16="http://schemas.microsoft.com/office/drawing/2014/main" id="{6CF4E162-5C1E-1641-B4D0-D96C9B4D0A18}"/>
              </a:ext>
            </a:extLst>
          </p:cNvPr>
          <p:cNvSpPr/>
          <p:nvPr/>
        </p:nvSpPr>
        <p:spPr bwMode="gray">
          <a:xfrm rot="10800000" flipV="1">
            <a:off x="4830711" y="2972589"/>
            <a:ext cx="244580" cy="156024"/>
          </a:xfrm>
          <a:prstGeom prst="triangle">
            <a:avLst/>
          </a:prstGeom>
          <a:solidFill>
            <a:srgbClr val="0076A8"/>
          </a:solidFill>
          <a:ln w="38100" algn="ctr">
            <a:noFill/>
            <a:miter lim="800000"/>
            <a:headEnd/>
            <a:tailEnd/>
          </a:ln>
        </p:spPr>
        <p:txBody>
          <a:bodyPr wrap="square" lIns="72231" tIns="72231" rIns="72231" bIns="72231" rtlCol="0" anchor="ctr"/>
          <a:lstStyle/>
          <a:p>
            <a:pPr algn="ctr" defTabSz="742969">
              <a:lnSpc>
                <a:spcPct val="106000"/>
              </a:lnSpc>
              <a:defRPr/>
            </a:pPr>
            <a:endParaRPr lang="en-US" sz="813" kern="0" dirty="0">
              <a:solidFill>
                <a:prstClr val="white"/>
              </a:solidFill>
              <a:latin typeface="Aptos" panose="020B0004020202020204" pitchFamily="34" charset="0"/>
            </a:endParaRPr>
          </a:p>
        </p:txBody>
      </p:sp>
      <p:sp>
        <p:nvSpPr>
          <p:cNvPr id="99" name="Rectangle 134">
            <a:extLst>
              <a:ext uri="{FF2B5EF4-FFF2-40B4-BE49-F238E27FC236}">
                <a16:creationId xmlns:a16="http://schemas.microsoft.com/office/drawing/2014/main" id="{FC9DA65A-1659-5643-A3EF-87D78932473A}"/>
              </a:ext>
            </a:extLst>
          </p:cNvPr>
          <p:cNvSpPr/>
          <p:nvPr/>
        </p:nvSpPr>
        <p:spPr>
          <a:xfrm flipH="1">
            <a:off x="6854323" y="4108593"/>
            <a:ext cx="168316" cy="153888"/>
          </a:xfrm>
          <a:prstGeom prst="rect">
            <a:avLst/>
          </a:prstGeom>
        </p:spPr>
        <p:txBody>
          <a:bodyPr wrap="none" lIns="0" tIns="0" rIns="0" bIns="0">
            <a:spAutoFit/>
          </a:bodyPr>
          <a:lstStyle/>
          <a:p>
            <a:pPr defTabSz="742969" fontAlgn="ctr">
              <a:defRPr/>
            </a:pPr>
            <a:r>
              <a:rPr lang="en-US" altLang="zh-CN" sz="1000" kern="0" dirty="0">
                <a:solidFill>
                  <a:prstClr val="white"/>
                </a:solidFill>
                <a:latin typeface="Aptos" panose="020B0004020202020204" pitchFamily="34" charset="0"/>
              </a:rPr>
              <a:t>xxx</a:t>
            </a:r>
            <a:endParaRPr lang="zh-CN" altLang="en-US" sz="1000" kern="0" dirty="0">
              <a:solidFill>
                <a:prstClr val="white"/>
              </a:solidFill>
              <a:latin typeface="Aptos" panose="020B0004020202020204" pitchFamily="34" charset="0"/>
            </a:endParaRPr>
          </a:p>
        </p:txBody>
      </p:sp>
      <p:sp>
        <p:nvSpPr>
          <p:cNvPr id="100" name="Rectangle 134">
            <a:extLst>
              <a:ext uri="{FF2B5EF4-FFF2-40B4-BE49-F238E27FC236}">
                <a16:creationId xmlns:a16="http://schemas.microsoft.com/office/drawing/2014/main" id="{53E2A69A-046E-254F-BC94-F888FAA751DF}"/>
              </a:ext>
            </a:extLst>
          </p:cNvPr>
          <p:cNvSpPr/>
          <p:nvPr/>
        </p:nvSpPr>
        <p:spPr>
          <a:xfrm flipH="1">
            <a:off x="6286182" y="3485939"/>
            <a:ext cx="168316" cy="153888"/>
          </a:xfrm>
          <a:prstGeom prst="rect">
            <a:avLst/>
          </a:prstGeom>
        </p:spPr>
        <p:txBody>
          <a:bodyPr wrap="none" lIns="0" tIns="0" rIns="0" bIns="0">
            <a:spAutoFit/>
          </a:bodyPr>
          <a:lstStyle/>
          <a:p>
            <a:pPr algn="ctr" defTabSz="742969" fontAlgn="ctr">
              <a:defRPr/>
            </a:pPr>
            <a:r>
              <a:rPr lang="en-US" altLang="zh-CN" sz="1000" kern="0" dirty="0">
                <a:solidFill>
                  <a:prstClr val="white"/>
                </a:solidFill>
                <a:latin typeface="Aptos" panose="020B0004020202020204" pitchFamily="34" charset="0"/>
              </a:rPr>
              <a:t>xxx</a:t>
            </a:r>
            <a:endParaRPr lang="zh-CN" altLang="en-US" sz="1000" kern="0" dirty="0">
              <a:solidFill>
                <a:prstClr val="white"/>
              </a:solidFill>
              <a:latin typeface="Aptos" panose="020B0004020202020204" pitchFamily="34" charset="0"/>
            </a:endParaRPr>
          </a:p>
        </p:txBody>
      </p:sp>
      <p:sp>
        <p:nvSpPr>
          <p:cNvPr id="101" name="Rectangle 134">
            <a:extLst>
              <a:ext uri="{FF2B5EF4-FFF2-40B4-BE49-F238E27FC236}">
                <a16:creationId xmlns:a16="http://schemas.microsoft.com/office/drawing/2014/main" id="{6157B371-57F4-A84F-B54D-DA8F4052237D}"/>
              </a:ext>
            </a:extLst>
          </p:cNvPr>
          <p:cNvSpPr/>
          <p:nvPr/>
        </p:nvSpPr>
        <p:spPr>
          <a:xfrm flipH="1">
            <a:off x="7335708" y="2887538"/>
            <a:ext cx="168316" cy="153888"/>
          </a:xfrm>
          <a:prstGeom prst="rect">
            <a:avLst/>
          </a:prstGeom>
        </p:spPr>
        <p:txBody>
          <a:bodyPr wrap="none" lIns="0" tIns="0" rIns="0" bIns="0">
            <a:spAutoFit/>
          </a:bodyPr>
          <a:lstStyle/>
          <a:p>
            <a:pPr defTabSz="742969" fontAlgn="ctr">
              <a:defRPr/>
            </a:pPr>
            <a:r>
              <a:rPr lang="en-US" altLang="zh-CN" sz="1000" kern="0" dirty="0">
                <a:solidFill>
                  <a:prstClr val="white"/>
                </a:solidFill>
                <a:latin typeface="Aptos" panose="020B0004020202020204" pitchFamily="34" charset="0"/>
              </a:rPr>
              <a:t>xxx</a:t>
            </a:r>
            <a:endParaRPr lang="zh-CN" altLang="en-US" sz="1000" kern="0" dirty="0">
              <a:solidFill>
                <a:prstClr val="white"/>
              </a:solidFill>
              <a:latin typeface="Aptos" panose="020B0004020202020204" pitchFamily="34" charset="0"/>
            </a:endParaRPr>
          </a:p>
        </p:txBody>
      </p:sp>
      <p:sp>
        <p:nvSpPr>
          <p:cNvPr id="102" name="Rectangle 134">
            <a:extLst>
              <a:ext uri="{FF2B5EF4-FFF2-40B4-BE49-F238E27FC236}">
                <a16:creationId xmlns:a16="http://schemas.microsoft.com/office/drawing/2014/main" id="{D30DB88A-E90C-ED4C-98A6-333657DF4578}"/>
              </a:ext>
            </a:extLst>
          </p:cNvPr>
          <p:cNvSpPr/>
          <p:nvPr/>
        </p:nvSpPr>
        <p:spPr>
          <a:xfrm flipH="1">
            <a:off x="7697571" y="2243912"/>
            <a:ext cx="2183228" cy="153888"/>
          </a:xfrm>
          <a:prstGeom prst="rect">
            <a:avLst/>
          </a:prstGeom>
        </p:spPr>
        <p:txBody>
          <a:bodyPr wrap="square" lIns="0" tIns="0" rIns="0" bIns="0">
            <a:spAutoFit/>
          </a:bodyPr>
          <a:lstStyle/>
          <a:p>
            <a:pPr defTabSz="742969" fontAlgn="ctr">
              <a:defRPr/>
            </a:pPr>
            <a:r>
              <a:rPr lang="en-US" altLang="zh-CN" sz="1000" kern="0" dirty="0">
                <a:solidFill>
                  <a:schemeClr val="bg1"/>
                </a:solidFill>
                <a:latin typeface="Aptos" panose="020B0004020202020204" pitchFamily="34" charset="0"/>
              </a:rPr>
              <a:t>xxx</a:t>
            </a:r>
            <a:endParaRPr lang="zh-CN" altLang="en-US" sz="1000" kern="0" dirty="0">
              <a:solidFill>
                <a:schemeClr val="bg1"/>
              </a:solidFill>
              <a:latin typeface="Aptos" panose="020B0004020202020204" pitchFamily="34" charset="0"/>
            </a:endParaRPr>
          </a:p>
        </p:txBody>
      </p:sp>
      <p:sp>
        <p:nvSpPr>
          <p:cNvPr id="103" name="Freeform 141">
            <a:extLst>
              <a:ext uri="{FF2B5EF4-FFF2-40B4-BE49-F238E27FC236}">
                <a16:creationId xmlns:a16="http://schemas.microsoft.com/office/drawing/2014/main" id="{2B649809-4F74-DA43-AE75-715DB9C7FD58}"/>
              </a:ext>
            </a:extLst>
          </p:cNvPr>
          <p:cNvSpPr>
            <a:spLocks noChangeAspect="1" noEditPoints="1"/>
          </p:cNvSpPr>
          <p:nvPr/>
        </p:nvSpPr>
        <p:spPr bwMode="auto">
          <a:xfrm>
            <a:off x="6431162" y="4735415"/>
            <a:ext cx="351000" cy="351000"/>
          </a:xfrm>
          <a:custGeom>
            <a:avLst/>
            <a:gdLst>
              <a:gd name="T0" fmla="*/ 341 w 512"/>
              <a:gd name="T1" fmla="*/ 330 h 512"/>
              <a:gd name="T2" fmla="*/ 138 w 512"/>
              <a:gd name="T3" fmla="*/ 224 h 512"/>
              <a:gd name="T4" fmla="*/ 224 w 512"/>
              <a:gd name="T5" fmla="*/ 248 h 512"/>
              <a:gd name="T6" fmla="*/ 240 w 512"/>
              <a:gd name="T7" fmla="*/ 234 h 512"/>
              <a:gd name="T8" fmla="*/ 247 w 512"/>
              <a:gd name="T9" fmla="*/ 242 h 512"/>
              <a:gd name="T10" fmla="*/ 264 w 512"/>
              <a:gd name="T11" fmla="*/ 259 h 512"/>
              <a:gd name="T12" fmla="*/ 244 w 512"/>
              <a:gd name="T13" fmla="*/ 254 h 512"/>
              <a:gd name="T14" fmla="*/ 234 w 512"/>
              <a:gd name="T15" fmla="*/ 260 h 512"/>
              <a:gd name="T16" fmla="*/ 240 w 512"/>
              <a:gd name="T17" fmla="*/ 267 h 512"/>
              <a:gd name="T18" fmla="*/ 261 w 512"/>
              <a:gd name="T19" fmla="*/ 276 h 512"/>
              <a:gd name="T20" fmla="*/ 269 w 512"/>
              <a:gd name="T21" fmla="*/ 290 h 512"/>
              <a:gd name="T22" fmla="*/ 247 w 512"/>
              <a:gd name="T23" fmla="*/ 309 h 512"/>
              <a:gd name="T24" fmla="*/ 240 w 512"/>
              <a:gd name="T25" fmla="*/ 320 h 512"/>
              <a:gd name="T26" fmla="*/ 218 w 512"/>
              <a:gd name="T27" fmla="*/ 305 h 512"/>
              <a:gd name="T28" fmla="*/ 229 w 512"/>
              <a:gd name="T29" fmla="*/ 295 h 512"/>
              <a:gd name="T30" fmla="*/ 244 w 512"/>
              <a:gd name="T31" fmla="*/ 297 h 512"/>
              <a:gd name="T32" fmla="*/ 254 w 512"/>
              <a:gd name="T33" fmla="*/ 291 h 512"/>
              <a:gd name="T34" fmla="*/ 247 w 512"/>
              <a:gd name="T35" fmla="*/ 284 h 512"/>
              <a:gd name="T36" fmla="*/ 237 w 512"/>
              <a:gd name="T37" fmla="*/ 280 h 512"/>
              <a:gd name="T38" fmla="*/ 218 w 512"/>
              <a:gd name="T39" fmla="*/ 260 h 512"/>
              <a:gd name="T40" fmla="*/ 181 w 512"/>
              <a:gd name="T41" fmla="*/ 181 h 512"/>
              <a:gd name="T42" fmla="*/ 384 w 512"/>
              <a:gd name="T43" fmla="*/ 288 h 512"/>
              <a:gd name="T44" fmla="*/ 362 w 512"/>
              <a:gd name="T45" fmla="*/ 213 h 512"/>
              <a:gd name="T46" fmla="*/ 181 w 512"/>
              <a:gd name="T47" fmla="*/ 202 h 512"/>
              <a:gd name="T48" fmla="*/ 256 w 512"/>
              <a:gd name="T49" fmla="*/ 0 h 512"/>
              <a:gd name="T50" fmla="*/ 256 w 512"/>
              <a:gd name="T51" fmla="*/ 512 h 512"/>
              <a:gd name="T52" fmla="*/ 256 w 512"/>
              <a:gd name="T53" fmla="*/ 0 h 512"/>
              <a:gd name="T54" fmla="*/ 394 w 512"/>
              <a:gd name="T55" fmla="*/ 309 h 512"/>
              <a:gd name="T56" fmla="*/ 362 w 512"/>
              <a:gd name="T57" fmla="*/ 341 h 512"/>
              <a:gd name="T58" fmla="*/ 128 w 512"/>
              <a:gd name="T59" fmla="*/ 352 h 512"/>
              <a:gd name="T60" fmla="*/ 117 w 512"/>
              <a:gd name="T61" fmla="*/ 213 h 512"/>
              <a:gd name="T62" fmla="*/ 160 w 512"/>
              <a:gd name="T63" fmla="*/ 202 h 512"/>
              <a:gd name="T64" fmla="*/ 170 w 512"/>
              <a:gd name="T65" fmla="*/ 160 h 512"/>
              <a:gd name="T66" fmla="*/ 405 w 512"/>
              <a:gd name="T67" fmla="*/ 1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330"/>
                </a:moveTo>
                <a:cubicBezTo>
                  <a:pt x="341" y="330"/>
                  <a:pt x="341" y="330"/>
                  <a:pt x="341" y="330"/>
                </a:cubicBezTo>
                <a:cubicBezTo>
                  <a:pt x="341" y="224"/>
                  <a:pt x="341" y="224"/>
                  <a:pt x="341" y="224"/>
                </a:cubicBezTo>
                <a:cubicBezTo>
                  <a:pt x="138" y="224"/>
                  <a:pt x="138" y="224"/>
                  <a:pt x="138" y="224"/>
                </a:cubicBezTo>
                <a:lnTo>
                  <a:pt x="138" y="330"/>
                </a:lnTo>
                <a:close/>
                <a:moveTo>
                  <a:pt x="224" y="248"/>
                </a:moveTo>
                <a:cubicBezTo>
                  <a:pt x="228" y="245"/>
                  <a:pt x="233" y="243"/>
                  <a:pt x="240" y="242"/>
                </a:cubicBezTo>
                <a:cubicBezTo>
                  <a:pt x="240" y="234"/>
                  <a:pt x="240" y="234"/>
                  <a:pt x="240" y="234"/>
                </a:cubicBezTo>
                <a:cubicBezTo>
                  <a:pt x="247" y="234"/>
                  <a:pt x="247" y="234"/>
                  <a:pt x="247" y="234"/>
                </a:cubicBezTo>
                <a:cubicBezTo>
                  <a:pt x="247" y="242"/>
                  <a:pt x="247" y="242"/>
                  <a:pt x="247" y="242"/>
                </a:cubicBezTo>
                <a:cubicBezTo>
                  <a:pt x="255" y="242"/>
                  <a:pt x="262" y="244"/>
                  <a:pt x="268" y="247"/>
                </a:cubicBezTo>
                <a:cubicBezTo>
                  <a:pt x="264" y="259"/>
                  <a:pt x="264" y="259"/>
                  <a:pt x="264" y="259"/>
                </a:cubicBezTo>
                <a:cubicBezTo>
                  <a:pt x="258" y="256"/>
                  <a:pt x="253" y="255"/>
                  <a:pt x="247" y="255"/>
                </a:cubicBezTo>
                <a:cubicBezTo>
                  <a:pt x="247" y="255"/>
                  <a:pt x="246" y="254"/>
                  <a:pt x="244" y="254"/>
                </a:cubicBezTo>
                <a:cubicBezTo>
                  <a:pt x="242" y="254"/>
                  <a:pt x="240" y="255"/>
                  <a:pt x="240" y="255"/>
                </a:cubicBezTo>
                <a:cubicBezTo>
                  <a:pt x="236" y="255"/>
                  <a:pt x="234" y="257"/>
                  <a:pt x="234" y="260"/>
                </a:cubicBezTo>
                <a:cubicBezTo>
                  <a:pt x="234" y="262"/>
                  <a:pt x="234" y="263"/>
                  <a:pt x="235" y="264"/>
                </a:cubicBezTo>
                <a:cubicBezTo>
                  <a:pt x="236" y="265"/>
                  <a:pt x="238" y="266"/>
                  <a:pt x="240" y="267"/>
                </a:cubicBezTo>
                <a:cubicBezTo>
                  <a:pt x="247" y="270"/>
                  <a:pt x="247" y="270"/>
                  <a:pt x="247" y="270"/>
                </a:cubicBezTo>
                <a:cubicBezTo>
                  <a:pt x="254" y="272"/>
                  <a:pt x="259" y="274"/>
                  <a:pt x="261" y="276"/>
                </a:cubicBezTo>
                <a:cubicBezTo>
                  <a:pt x="264" y="278"/>
                  <a:pt x="266" y="280"/>
                  <a:pt x="268" y="282"/>
                </a:cubicBezTo>
                <a:cubicBezTo>
                  <a:pt x="269" y="285"/>
                  <a:pt x="269" y="287"/>
                  <a:pt x="269" y="290"/>
                </a:cubicBezTo>
                <a:cubicBezTo>
                  <a:pt x="269" y="296"/>
                  <a:pt x="268" y="300"/>
                  <a:pt x="264" y="303"/>
                </a:cubicBezTo>
                <a:cubicBezTo>
                  <a:pt x="260" y="307"/>
                  <a:pt x="254" y="309"/>
                  <a:pt x="247" y="309"/>
                </a:cubicBezTo>
                <a:cubicBezTo>
                  <a:pt x="247" y="320"/>
                  <a:pt x="247" y="320"/>
                  <a:pt x="247" y="320"/>
                </a:cubicBezTo>
                <a:cubicBezTo>
                  <a:pt x="240" y="320"/>
                  <a:pt x="240" y="320"/>
                  <a:pt x="240" y="320"/>
                </a:cubicBezTo>
                <a:cubicBezTo>
                  <a:pt x="240" y="309"/>
                  <a:pt x="240" y="309"/>
                  <a:pt x="240" y="309"/>
                </a:cubicBezTo>
                <a:cubicBezTo>
                  <a:pt x="232" y="309"/>
                  <a:pt x="225" y="308"/>
                  <a:pt x="218" y="305"/>
                </a:cubicBezTo>
                <a:cubicBezTo>
                  <a:pt x="218" y="292"/>
                  <a:pt x="218" y="292"/>
                  <a:pt x="218" y="292"/>
                </a:cubicBezTo>
                <a:cubicBezTo>
                  <a:pt x="221" y="293"/>
                  <a:pt x="225" y="294"/>
                  <a:pt x="229" y="295"/>
                </a:cubicBezTo>
                <a:cubicBezTo>
                  <a:pt x="233" y="297"/>
                  <a:pt x="237" y="297"/>
                  <a:pt x="240" y="297"/>
                </a:cubicBezTo>
                <a:cubicBezTo>
                  <a:pt x="240" y="297"/>
                  <a:pt x="242" y="297"/>
                  <a:pt x="244" y="297"/>
                </a:cubicBezTo>
                <a:cubicBezTo>
                  <a:pt x="246" y="297"/>
                  <a:pt x="247" y="297"/>
                  <a:pt x="247" y="297"/>
                </a:cubicBezTo>
                <a:cubicBezTo>
                  <a:pt x="252" y="296"/>
                  <a:pt x="254" y="294"/>
                  <a:pt x="254" y="291"/>
                </a:cubicBezTo>
                <a:cubicBezTo>
                  <a:pt x="254" y="290"/>
                  <a:pt x="254" y="288"/>
                  <a:pt x="252" y="287"/>
                </a:cubicBezTo>
                <a:cubicBezTo>
                  <a:pt x="251" y="286"/>
                  <a:pt x="250" y="285"/>
                  <a:pt x="247" y="284"/>
                </a:cubicBezTo>
                <a:cubicBezTo>
                  <a:pt x="240" y="282"/>
                  <a:pt x="240" y="282"/>
                  <a:pt x="240" y="282"/>
                </a:cubicBezTo>
                <a:cubicBezTo>
                  <a:pt x="237" y="280"/>
                  <a:pt x="237" y="280"/>
                  <a:pt x="237" y="280"/>
                </a:cubicBezTo>
                <a:cubicBezTo>
                  <a:pt x="230" y="278"/>
                  <a:pt x="225" y="275"/>
                  <a:pt x="222" y="272"/>
                </a:cubicBezTo>
                <a:cubicBezTo>
                  <a:pt x="220" y="269"/>
                  <a:pt x="218" y="265"/>
                  <a:pt x="218" y="260"/>
                </a:cubicBezTo>
                <a:cubicBezTo>
                  <a:pt x="218" y="255"/>
                  <a:pt x="220" y="251"/>
                  <a:pt x="224" y="248"/>
                </a:cubicBezTo>
                <a:close/>
                <a:moveTo>
                  <a:pt x="181" y="181"/>
                </a:moveTo>
                <a:cubicBezTo>
                  <a:pt x="384" y="181"/>
                  <a:pt x="384" y="181"/>
                  <a:pt x="384" y="181"/>
                </a:cubicBezTo>
                <a:cubicBezTo>
                  <a:pt x="384" y="288"/>
                  <a:pt x="384" y="288"/>
                  <a:pt x="384" y="288"/>
                </a:cubicBezTo>
                <a:cubicBezTo>
                  <a:pt x="362" y="288"/>
                  <a:pt x="362" y="288"/>
                  <a:pt x="362" y="288"/>
                </a:cubicBezTo>
                <a:cubicBezTo>
                  <a:pt x="362" y="213"/>
                  <a:pt x="362" y="213"/>
                  <a:pt x="362" y="213"/>
                </a:cubicBezTo>
                <a:cubicBezTo>
                  <a:pt x="362" y="207"/>
                  <a:pt x="358" y="202"/>
                  <a:pt x="352" y="202"/>
                </a:cubicBezTo>
                <a:cubicBezTo>
                  <a:pt x="181" y="202"/>
                  <a:pt x="181" y="202"/>
                  <a:pt x="181" y="202"/>
                </a:cubicBezTo>
                <a:lnTo>
                  <a:pt x="181" y="181"/>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98"/>
                </a:moveTo>
                <a:cubicBezTo>
                  <a:pt x="405" y="304"/>
                  <a:pt x="400" y="309"/>
                  <a:pt x="394" y="309"/>
                </a:cubicBezTo>
                <a:cubicBezTo>
                  <a:pt x="362" y="309"/>
                  <a:pt x="362" y="309"/>
                  <a:pt x="362" y="309"/>
                </a:cubicBezTo>
                <a:cubicBezTo>
                  <a:pt x="362" y="341"/>
                  <a:pt x="362" y="341"/>
                  <a:pt x="362" y="341"/>
                </a:cubicBezTo>
                <a:cubicBezTo>
                  <a:pt x="362" y="347"/>
                  <a:pt x="358" y="352"/>
                  <a:pt x="352" y="352"/>
                </a:cubicBezTo>
                <a:cubicBezTo>
                  <a:pt x="128" y="352"/>
                  <a:pt x="128" y="352"/>
                  <a:pt x="128" y="352"/>
                </a:cubicBezTo>
                <a:cubicBezTo>
                  <a:pt x="122" y="352"/>
                  <a:pt x="117" y="347"/>
                  <a:pt x="117" y="341"/>
                </a:cubicBezTo>
                <a:cubicBezTo>
                  <a:pt x="117" y="213"/>
                  <a:pt x="117" y="213"/>
                  <a:pt x="117" y="213"/>
                </a:cubicBezTo>
                <a:cubicBezTo>
                  <a:pt x="117" y="207"/>
                  <a:pt x="122" y="202"/>
                  <a:pt x="128" y="202"/>
                </a:cubicBezTo>
                <a:cubicBezTo>
                  <a:pt x="160" y="202"/>
                  <a:pt x="160" y="202"/>
                  <a:pt x="160" y="202"/>
                </a:cubicBezTo>
                <a:cubicBezTo>
                  <a:pt x="160" y="170"/>
                  <a:pt x="160" y="170"/>
                  <a:pt x="160" y="170"/>
                </a:cubicBezTo>
                <a:cubicBezTo>
                  <a:pt x="160" y="164"/>
                  <a:pt x="164" y="160"/>
                  <a:pt x="170" y="160"/>
                </a:cubicBezTo>
                <a:cubicBezTo>
                  <a:pt x="394" y="160"/>
                  <a:pt x="394" y="160"/>
                  <a:pt x="394" y="160"/>
                </a:cubicBezTo>
                <a:cubicBezTo>
                  <a:pt x="400" y="160"/>
                  <a:pt x="405" y="164"/>
                  <a:pt x="405" y="170"/>
                </a:cubicBezTo>
                <a:lnTo>
                  <a:pt x="405" y="298"/>
                </a:lnTo>
                <a:close/>
              </a:path>
            </a:pathLst>
          </a:custGeom>
          <a:solidFill>
            <a:srgbClr val="DDEFE8"/>
          </a:solidFill>
          <a:ln>
            <a:noFill/>
          </a:ln>
        </p:spPr>
        <p:txBody>
          <a:bodyPr vert="horz" wrap="square" lIns="74295" tIns="37148" rIns="74295" bIns="37148" numCol="1" anchor="t" anchorCtr="0" compatLnSpc="1">
            <a:prstTxWarp prst="textNoShape">
              <a:avLst/>
            </a:prstTxWarp>
          </a:bodyPr>
          <a:lstStyle/>
          <a:p>
            <a:pPr defTabSz="742969">
              <a:defRPr/>
            </a:pPr>
            <a:endParaRPr lang="en-GB" sz="1463" kern="0">
              <a:solidFill>
                <a:prstClr val="black"/>
              </a:solidFill>
              <a:latin typeface="Aptos" panose="020B0004020202020204" pitchFamily="34" charset="0"/>
            </a:endParaRPr>
          </a:p>
        </p:txBody>
      </p:sp>
      <p:sp>
        <p:nvSpPr>
          <p:cNvPr id="104" name="Freeform 537">
            <a:extLst>
              <a:ext uri="{FF2B5EF4-FFF2-40B4-BE49-F238E27FC236}">
                <a16:creationId xmlns:a16="http://schemas.microsoft.com/office/drawing/2014/main" id="{43448CE8-22C9-2E4E-AC25-00E90D6812B7}"/>
              </a:ext>
            </a:extLst>
          </p:cNvPr>
          <p:cNvSpPr>
            <a:spLocks noChangeAspect="1" noEditPoints="1"/>
          </p:cNvSpPr>
          <p:nvPr/>
        </p:nvSpPr>
        <p:spPr bwMode="auto">
          <a:xfrm>
            <a:off x="6928616" y="2286061"/>
            <a:ext cx="351000" cy="351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4 w 512"/>
              <a:gd name="T11" fmla="*/ 384 h 512"/>
              <a:gd name="T12" fmla="*/ 384 w 512"/>
              <a:gd name="T13" fmla="*/ 394 h 512"/>
              <a:gd name="T14" fmla="*/ 128 w 512"/>
              <a:gd name="T15" fmla="*/ 394 h 512"/>
              <a:gd name="T16" fmla="*/ 117 w 512"/>
              <a:gd name="T17" fmla="*/ 384 h 512"/>
              <a:gd name="T18" fmla="*/ 117 w 512"/>
              <a:gd name="T19" fmla="*/ 128 h 512"/>
              <a:gd name="T20" fmla="*/ 128 w 512"/>
              <a:gd name="T21" fmla="*/ 117 h 512"/>
              <a:gd name="T22" fmla="*/ 245 w 512"/>
              <a:gd name="T23" fmla="*/ 117 h 512"/>
              <a:gd name="T24" fmla="*/ 256 w 512"/>
              <a:gd name="T25" fmla="*/ 128 h 512"/>
              <a:gd name="T26" fmla="*/ 245 w 512"/>
              <a:gd name="T27" fmla="*/ 138 h 512"/>
              <a:gd name="T28" fmla="*/ 138 w 512"/>
              <a:gd name="T29" fmla="*/ 138 h 512"/>
              <a:gd name="T30" fmla="*/ 138 w 512"/>
              <a:gd name="T31" fmla="*/ 373 h 512"/>
              <a:gd name="T32" fmla="*/ 373 w 512"/>
              <a:gd name="T33" fmla="*/ 373 h 512"/>
              <a:gd name="T34" fmla="*/ 373 w 512"/>
              <a:gd name="T35" fmla="*/ 266 h 512"/>
              <a:gd name="T36" fmla="*/ 384 w 512"/>
              <a:gd name="T37" fmla="*/ 256 h 512"/>
              <a:gd name="T38" fmla="*/ 394 w 512"/>
              <a:gd name="T39" fmla="*/ 266 h 512"/>
              <a:gd name="T40" fmla="*/ 394 w 512"/>
              <a:gd name="T41" fmla="*/ 384 h 512"/>
              <a:gd name="T42" fmla="*/ 394 w 512"/>
              <a:gd name="T43" fmla="*/ 213 h 512"/>
              <a:gd name="T44" fmla="*/ 384 w 512"/>
              <a:gd name="T45" fmla="*/ 224 h 512"/>
              <a:gd name="T46" fmla="*/ 373 w 512"/>
              <a:gd name="T47" fmla="*/ 213 h 512"/>
              <a:gd name="T48" fmla="*/ 373 w 512"/>
              <a:gd name="T49" fmla="*/ 153 h 512"/>
              <a:gd name="T50" fmla="*/ 263 w 512"/>
              <a:gd name="T51" fmla="*/ 263 h 512"/>
              <a:gd name="T52" fmla="*/ 256 w 512"/>
              <a:gd name="T53" fmla="*/ 266 h 512"/>
              <a:gd name="T54" fmla="*/ 248 w 512"/>
              <a:gd name="T55" fmla="*/ 263 h 512"/>
              <a:gd name="T56" fmla="*/ 248 w 512"/>
              <a:gd name="T57" fmla="*/ 248 h 512"/>
              <a:gd name="T58" fmla="*/ 358 w 512"/>
              <a:gd name="T59" fmla="*/ 138 h 512"/>
              <a:gd name="T60" fmla="*/ 298 w 512"/>
              <a:gd name="T61" fmla="*/ 138 h 512"/>
              <a:gd name="T62" fmla="*/ 288 w 512"/>
              <a:gd name="T63" fmla="*/ 128 h 512"/>
              <a:gd name="T64" fmla="*/ 298 w 512"/>
              <a:gd name="T65" fmla="*/ 117 h 512"/>
              <a:gd name="T66" fmla="*/ 384 w 512"/>
              <a:gd name="T67" fmla="*/ 117 h 512"/>
              <a:gd name="T68" fmla="*/ 388 w 512"/>
              <a:gd name="T69" fmla="*/ 118 h 512"/>
              <a:gd name="T70" fmla="*/ 394 w 512"/>
              <a:gd name="T71" fmla="*/ 124 h 512"/>
              <a:gd name="T72" fmla="*/ 394 w 512"/>
              <a:gd name="T73" fmla="*/ 128 h 512"/>
              <a:gd name="T74" fmla="*/ 394 w 512"/>
              <a:gd name="T75"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84"/>
                </a:moveTo>
                <a:cubicBezTo>
                  <a:pt x="394" y="390"/>
                  <a:pt x="390" y="394"/>
                  <a:pt x="384" y="394"/>
                </a:cubicBezTo>
                <a:cubicBezTo>
                  <a:pt x="128" y="394"/>
                  <a:pt x="128" y="394"/>
                  <a:pt x="128" y="394"/>
                </a:cubicBezTo>
                <a:cubicBezTo>
                  <a:pt x="122" y="394"/>
                  <a:pt x="117" y="390"/>
                  <a:pt x="117" y="384"/>
                </a:cubicBezTo>
                <a:cubicBezTo>
                  <a:pt x="117" y="128"/>
                  <a:pt x="117" y="128"/>
                  <a:pt x="117" y="128"/>
                </a:cubicBezTo>
                <a:cubicBezTo>
                  <a:pt x="117" y="122"/>
                  <a:pt x="122" y="117"/>
                  <a:pt x="128" y="117"/>
                </a:cubicBezTo>
                <a:cubicBezTo>
                  <a:pt x="245" y="117"/>
                  <a:pt x="245" y="117"/>
                  <a:pt x="245" y="117"/>
                </a:cubicBezTo>
                <a:cubicBezTo>
                  <a:pt x="251" y="117"/>
                  <a:pt x="256" y="122"/>
                  <a:pt x="256" y="128"/>
                </a:cubicBezTo>
                <a:cubicBezTo>
                  <a:pt x="256" y="134"/>
                  <a:pt x="251" y="138"/>
                  <a:pt x="245" y="138"/>
                </a:cubicBezTo>
                <a:cubicBezTo>
                  <a:pt x="138" y="138"/>
                  <a:pt x="138" y="138"/>
                  <a:pt x="138" y="138"/>
                </a:cubicBezTo>
                <a:cubicBezTo>
                  <a:pt x="138" y="373"/>
                  <a:pt x="138" y="373"/>
                  <a:pt x="138" y="373"/>
                </a:cubicBezTo>
                <a:cubicBezTo>
                  <a:pt x="373" y="373"/>
                  <a:pt x="373" y="373"/>
                  <a:pt x="373" y="373"/>
                </a:cubicBezTo>
                <a:cubicBezTo>
                  <a:pt x="373" y="266"/>
                  <a:pt x="373" y="266"/>
                  <a:pt x="373" y="266"/>
                </a:cubicBezTo>
                <a:cubicBezTo>
                  <a:pt x="373" y="260"/>
                  <a:pt x="378" y="256"/>
                  <a:pt x="384" y="256"/>
                </a:cubicBezTo>
                <a:cubicBezTo>
                  <a:pt x="390" y="256"/>
                  <a:pt x="394" y="260"/>
                  <a:pt x="394" y="266"/>
                </a:cubicBezTo>
                <a:lnTo>
                  <a:pt x="394" y="384"/>
                </a:lnTo>
                <a:close/>
                <a:moveTo>
                  <a:pt x="394" y="213"/>
                </a:moveTo>
                <a:cubicBezTo>
                  <a:pt x="394" y="219"/>
                  <a:pt x="390" y="224"/>
                  <a:pt x="384" y="224"/>
                </a:cubicBezTo>
                <a:cubicBezTo>
                  <a:pt x="378" y="224"/>
                  <a:pt x="373" y="219"/>
                  <a:pt x="373" y="213"/>
                </a:cubicBezTo>
                <a:cubicBezTo>
                  <a:pt x="373" y="153"/>
                  <a:pt x="373" y="153"/>
                  <a:pt x="373" y="153"/>
                </a:cubicBezTo>
                <a:cubicBezTo>
                  <a:pt x="263" y="263"/>
                  <a:pt x="263" y="263"/>
                  <a:pt x="263" y="263"/>
                </a:cubicBezTo>
                <a:cubicBezTo>
                  <a:pt x="261" y="265"/>
                  <a:pt x="258" y="266"/>
                  <a:pt x="256" y="266"/>
                </a:cubicBezTo>
                <a:cubicBezTo>
                  <a:pt x="253" y="266"/>
                  <a:pt x="250" y="265"/>
                  <a:pt x="248" y="263"/>
                </a:cubicBezTo>
                <a:cubicBezTo>
                  <a:pt x="244" y="259"/>
                  <a:pt x="244" y="252"/>
                  <a:pt x="248" y="248"/>
                </a:cubicBezTo>
                <a:cubicBezTo>
                  <a:pt x="358" y="138"/>
                  <a:pt x="358" y="138"/>
                  <a:pt x="358" y="138"/>
                </a:cubicBezTo>
                <a:cubicBezTo>
                  <a:pt x="298" y="138"/>
                  <a:pt x="298" y="138"/>
                  <a:pt x="298" y="138"/>
                </a:cubicBezTo>
                <a:cubicBezTo>
                  <a:pt x="292" y="138"/>
                  <a:pt x="288" y="134"/>
                  <a:pt x="288" y="128"/>
                </a:cubicBezTo>
                <a:cubicBezTo>
                  <a:pt x="288" y="122"/>
                  <a:pt x="292" y="117"/>
                  <a:pt x="298" y="117"/>
                </a:cubicBezTo>
                <a:cubicBezTo>
                  <a:pt x="384" y="117"/>
                  <a:pt x="384" y="117"/>
                  <a:pt x="384" y="117"/>
                </a:cubicBezTo>
                <a:cubicBezTo>
                  <a:pt x="385" y="117"/>
                  <a:pt x="386" y="117"/>
                  <a:pt x="388" y="118"/>
                </a:cubicBezTo>
                <a:cubicBezTo>
                  <a:pt x="390" y="119"/>
                  <a:pt x="392" y="121"/>
                  <a:pt x="394" y="124"/>
                </a:cubicBezTo>
                <a:cubicBezTo>
                  <a:pt x="394" y="125"/>
                  <a:pt x="394" y="126"/>
                  <a:pt x="394" y="128"/>
                </a:cubicBezTo>
                <a:lnTo>
                  <a:pt x="394" y="213"/>
                </a:lnTo>
                <a:close/>
              </a:path>
            </a:pathLst>
          </a:custGeom>
          <a:solidFill>
            <a:srgbClr val="DDEFE8"/>
          </a:solidFill>
          <a:ln>
            <a:noFill/>
          </a:ln>
        </p:spPr>
        <p:txBody>
          <a:bodyPr vert="horz" wrap="square" lIns="74295" tIns="37148" rIns="74295" bIns="37148" numCol="1" anchor="t" anchorCtr="0" compatLnSpc="1">
            <a:prstTxWarp prst="textNoShape">
              <a:avLst/>
            </a:prstTxWarp>
          </a:bodyPr>
          <a:lstStyle/>
          <a:p>
            <a:pPr defTabSz="742969">
              <a:defRPr/>
            </a:pPr>
            <a:endParaRPr lang="en-GB" sz="1463" kern="0">
              <a:solidFill>
                <a:prstClr val="black"/>
              </a:solidFill>
              <a:latin typeface="Aptos" panose="020B0004020202020204" pitchFamily="34" charset="0"/>
            </a:endParaRPr>
          </a:p>
        </p:txBody>
      </p:sp>
      <p:sp>
        <p:nvSpPr>
          <p:cNvPr id="105" name="Freeform 806">
            <a:extLst>
              <a:ext uri="{FF2B5EF4-FFF2-40B4-BE49-F238E27FC236}">
                <a16:creationId xmlns:a16="http://schemas.microsoft.com/office/drawing/2014/main" id="{8E44E30D-D81B-EB4B-A462-243C1B97CB8D}"/>
              </a:ext>
            </a:extLst>
          </p:cNvPr>
          <p:cNvSpPr>
            <a:spLocks noChangeAspect="1" noEditPoints="1"/>
          </p:cNvSpPr>
          <p:nvPr/>
        </p:nvSpPr>
        <p:spPr bwMode="auto">
          <a:xfrm>
            <a:off x="6714513" y="2884631"/>
            <a:ext cx="351000" cy="351000"/>
          </a:xfrm>
          <a:custGeom>
            <a:avLst/>
            <a:gdLst>
              <a:gd name="T0" fmla="*/ 275 w 512"/>
              <a:gd name="T1" fmla="*/ 288 h 512"/>
              <a:gd name="T2" fmla="*/ 254 w 512"/>
              <a:gd name="T3" fmla="*/ 202 h 512"/>
              <a:gd name="T4" fmla="*/ 256 w 512"/>
              <a:gd name="T5" fmla="*/ 138 h 512"/>
              <a:gd name="T6" fmla="*/ 256 w 512"/>
              <a:gd name="T7" fmla="*/ 117 h 512"/>
              <a:gd name="T8" fmla="*/ 256 w 512"/>
              <a:gd name="T9" fmla="*/ 138 h 512"/>
              <a:gd name="T10" fmla="*/ 160 w 512"/>
              <a:gd name="T11" fmla="*/ 128 h 512"/>
              <a:gd name="T12" fmla="*/ 138 w 512"/>
              <a:gd name="T13" fmla="*/ 128 h 512"/>
              <a:gd name="T14" fmla="*/ 147 w 512"/>
              <a:gd name="T15" fmla="*/ 202 h 512"/>
              <a:gd name="T16" fmla="*/ 168 w 512"/>
              <a:gd name="T17" fmla="*/ 288 h 512"/>
              <a:gd name="T18" fmla="*/ 147 w 512"/>
              <a:gd name="T19" fmla="*/ 202 h 512"/>
              <a:gd name="T20" fmla="*/ 384 w 512"/>
              <a:gd name="T21" fmla="*/ 266 h 512"/>
              <a:gd name="T22" fmla="*/ 341 w 512"/>
              <a:gd name="T23" fmla="*/ 202 h 512"/>
              <a:gd name="T24" fmla="*/ 362 w 512"/>
              <a:gd name="T25" fmla="*/ 138 h 512"/>
              <a:gd name="T26" fmla="*/ 362 w 512"/>
              <a:gd name="T27" fmla="*/ 117 h 512"/>
              <a:gd name="T28" fmla="*/ 362 w 512"/>
              <a:gd name="T29" fmla="*/ 138 h 512"/>
              <a:gd name="T30" fmla="*/ 256 w 512"/>
              <a:gd name="T31" fmla="*/ 512 h 512"/>
              <a:gd name="T32" fmla="*/ 256 w 512"/>
              <a:gd name="T33" fmla="*/ 0 h 512"/>
              <a:gd name="T34" fmla="*/ 330 w 512"/>
              <a:gd name="T35" fmla="*/ 128 h 512"/>
              <a:gd name="T36" fmla="*/ 394 w 512"/>
              <a:gd name="T37" fmla="*/ 128 h 512"/>
              <a:gd name="T38" fmla="*/ 330 w 512"/>
              <a:gd name="T39" fmla="*/ 128 h 512"/>
              <a:gd name="T40" fmla="*/ 256 w 512"/>
              <a:gd name="T41" fmla="*/ 160 h 512"/>
              <a:gd name="T42" fmla="*/ 256 w 512"/>
              <a:gd name="T43" fmla="*/ 96 h 512"/>
              <a:gd name="T44" fmla="*/ 117 w 512"/>
              <a:gd name="T45" fmla="*/ 128 h 512"/>
              <a:gd name="T46" fmla="*/ 181 w 512"/>
              <a:gd name="T47" fmla="*/ 128 h 512"/>
              <a:gd name="T48" fmla="*/ 117 w 512"/>
              <a:gd name="T49" fmla="*/ 128 h 512"/>
              <a:gd name="T50" fmla="*/ 170 w 512"/>
              <a:gd name="T51" fmla="*/ 190 h 512"/>
              <a:gd name="T52" fmla="*/ 138 w 512"/>
              <a:gd name="T53" fmla="*/ 181 h 512"/>
              <a:gd name="T54" fmla="*/ 107 w 512"/>
              <a:gd name="T55" fmla="*/ 296 h 512"/>
              <a:gd name="T56" fmla="*/ 117 w 512"/>
              <a:gd name="T57" fmla="*/ 309 h 512"/>
              <a:gd name="T58" fmla="*/ 128 w 512"/>
              <a:gd name="T59" fmla="*/ 394 h 512"/>
              <a:gd name="T60" fmla="*/ 138 w 512"/>
              <a:gd name="T61" fmla="*/ 309 h 512"/>
              <a:gd name="T62" fmla="*/ 160 w 512"/>
              <a:gd name="T63" fmla="*/ 384 h 512"/>
              <a:gd name="T64" fmla="*/ 181 w 512"/>
              <a:gd name="T65" fmla="*/ 384 h 512"/>
              <a:gd name="T66" fmla="*/ 189 w 512"/>
              <a:gd name="T67" fmla="*/ 305 h 512"/>
              <a:gd name="T68" fmla="*/ 298 w 512"/>
              <a:gd name="T69" fmla="*/ 296 h 512"/>
              <a:gd name="T70" fmla="*/ 266 w 512"/>
              <a:gd name="T71" fmla="*/ 181 h 512"/>
              <a:gd name="T72" fmla="*/ 235 w 512"/>
              <a:gd name="T73" fmla="*/ 190 h 512"/>
              <a:gd name="T74" fmla="*/ 215 w 512"/>
              <a:gd name="T75" fmla="*/ 305 h 512"/>
              <a:gd name="T76" fmla="*/ 224 w 512"/>
              <a:gd name="T77" fmla="*/ 384 h 512"/>
              <a:gd name="T78" fmla="*/ 245 w 512"/>
              <a:gd name="T79" fmla="*/ 384 h 512"/>
              <a:gd name="T80" fmla="*/ 266 w 512"/>
              <a:gd name="T81" fmla="*/ 309 h 512"/>
              <a:gd name="T82" fmla="*/ 277 w 512"/>
              <a:gd name="T83" fmla="*/ 394 h 512"/>
              <a:gd name="T84" fmla="*/ 288 w 512"/>
              <a:gd name="T85" fmla="*/ 309 h 512"/>
              <a:gd name="T86" fmla="*/ 298 w 512"/>
              <a:gd name="T87" fmla="*/ 296 h 512"/>
              <a:gd name="T88" fmla="*/ 394 w 512"/>
              <a:gd name="T89" fmla="*/ 181 h 512"/>
              <a:gd name="T90" fmla="*/ 320 w 512"/>
              <a:gd name="T91" fmla="*/ 192 h 512"/>
              <a:gd name="T92" fmla="*/ 330 w 512"/>
              <a:gd name="T93" fmla="*/ 288 h 512"/>
              <a:gd name="T94" fmla="*/ 341 w 512"/>
              <a:gd name="T95" fmla="*/ 394 h 512"/>
              <a:gd name="T96" fmla="*/ 352 w 512"/>
              <a:gd name="T97" fmla="*/ 288 h 512"/>
              <a:gd name="T98" fmla="*/ 373 w 512"/>
              <a:gd name="T99" fmla="*/ 384 h 512"/>
              <a:gd name="T100" fmla="*/ 394 w 512"/>
              <a:gd name="T101" fmla="*/ 384 h 512"/>
              <a:gd name="T102" fmla="*/ 405 w 512"/>
              <a:gd name="T103"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258" y="202"/>
                </a:moveTo>
                <a:cubicBezTo>
                  <a:pt x="275" y="288"/>
                  <a:pt x="275" y="288"/>
                  <a:pt x="275" y="288"/>
                </a:cubicBezTo>
                <a:cubicBezTo>
                  <a:pt x="237" y="288"/>
                  <a:pt x="237" y="288"/>
                  <a:pt x="237" y="288"/>
                </a:cubicBezTo>
                <a:cubicBezTo>
                  <a:pt x="254" y="202"/>
                  <a:pt x="254" y="202"/>
                  <a:pt x="254" y="202"/>
                </a:cubicBezTo>
                <a:lnTo>
                  <a:pt x="258" y="202"/>
                </a:lnTo>
                <a:close/>
                <a:moveTo>
                  <a:pt x="256" y="138"/>
                </a:moveTo>
                <a:cubicBezTo>
                  <a:pt x="262" y="138"/>
                  <a:pt x="266" y="134"/>
                  <a:pt x="266" y="128"/>
                </a:cubicBezTo>
                <a:cubicBezTo>
                  <a:pt x="266" y="122"/>
                  <a:pt x="262" y="117"/>
                  <a:pt x="256" y="117"/>
                </a:cubicBezTo>
                <a:cubicBezTo>
                  <a:pt x="250" y="117"/>
                  <a:pt x="245" y="122"/>
                  <a:pt x="245" y="128"/>
                </a:cubicBezTo>
                <a:cubicBezTo>
                  <a:pt x="245" y="134"/>
                  <a:pt x="250" y="138"/>
                  <a:pt x="256" y="138"/>
                </a:cubicBezTo>
                <a:close/>
                <a:moveTo>
                  <a:pt x="149" y="138"/>
                </a:moveTo>
                <a:cubicBezTo>
                  <a:pt x="155" y="138"/>
                  <a:pt x="160" y="134"/>
                  <a:pt x="160" y="128"/>
                </a:cubicBezTo>
                <a:cubicBezTo>
                  <a:pt x="160" y="122"/>
                  <a:pt x="155" y="117"/>
                  <a:pt x="149" y="117"/>
                </a:cubicBezTo>
                <a:cubicBezTo>
                  <a:pt x="143" y="117"/>
                  <a:pt x="138" y="122"/>
                  <a:pt x="138" y="128"/>
                </a:cubicBezTo>
                <a:cubicBezTo>
                  <a:pt x="138" y="134"/>
                  <a:pt x="143" y="138"/>
                  <a:pt x="149" y="138"/>
                </a:cubicBezTo>
                <a:close/>
                <a:moveTo>
                  <a:pt x="147" y="202"/>
                </a:moveTo>
                <a:cubicBezTo>
                  <a:pt x="130" y="288"/>
                  <a:pt x="130" y="288"/>
                  <a:pt x="130" y="288"/>
                </a:cubicBezTo>
                <a:cubicBezTo>
                  <a:pt x="168" y="288"/>
                  <a:pt x="168" y="288"/>
                  <a:pt x="168" y="288"/>
                </a:cubicBezTo>
                <a:cubicBezTo>
                  <a:pt x="151" y="202"/>
                  <a:pt x="151" y="202"/>
                  <a:pt x="151" y="202"/>
                </a:cubicBezTo>
                <a:lnTo>
                  <a:pt x="147" y="202"/>
                </a:lnTo>
                <a:close/>
                <a:moveTo>
                  <a:pt x="341" y="266"/>
                </a:moveTo>
                <a:cubicBezTo>
                  <a:pt x="384" y="266"/>
                  <a:pt x="384" y="266"/>
                  <a:pt x="384" y="266"/>
                </a:cubicBezTo>
                <a:cubicBezTo>
                  <a:pt x="384" y="202"/>
                  <a:pt x="384" y="202"/>
                  <a:pt x="384" y="202"/>
                </a:cubicBezTo>
                <a:cubicBezTo>
                  <a:pt x="341" y="202"/>
                  <a:pt x="341" y="202"/>
                  <a:pt x="341" y="202"/>
                </a:cubicBezTo>
                <a:lnTo>
                  <a:pt x="341" y="266"/>
                </a:lnTo>
                <a:close/>
                <a:moveTo>
                  <a:pt x="362" y="138"/>
                </a:moveTo>
                <a:cubicBezTo>
                  <a:pt x="368" y="138"/>
                  <a:pt x="373" y="134"/>
                  <a:pt x="373" y="128"/>
                </a:cubicBezTo>
                <a:cubicBezTo>
                  <a:pt x="373" y="122"/>
                  <a:pt x="368" y="117"/>
                  <a:pt x="362" y="117"/>
                </a:cubicBezTo>
                <a:cubicBezTo>
                  <a:pt x="356" y="117"/>
                  <a:pt x="352" y="122"/>
                  <a:pt x="352" y="128"/>
                </a:cubicBezTo>
                <a:cubicBezTo>
                  <a:pt x="352" y="134"/>
                  <a:pt x="356" y="138"/>
                  <a:pt x="362" y="13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30" y="128"/>
                </a:moveTo>
                <a:cubicBezTo>
                  <a:pt x="330" y="145"/>
                  <a:pt x="345" y="160"/>
                  <a:pt x="362" y="160"/>
                </a:cubicBezTo>
                <a:cubicBezTo>
                  <a:pt x="380" y="160"/>
                  <a:pt x="394" y="145"/>
                  <a:pt x="394" y="128"/>
                </a:cubicBezTo>
                <a:cubicBezTo>
                  <a:pt x="394" y="110"/>
                  <a:pt x="380" y="96"/>
                  <a:pt x="362" y="96"/>
                </a:cubicBezTo>
                <a:cubicBezTo>
                  <a:pt x="345" y="96"/>
                  <a:pt x="330" y="110"/>
                  <a:pt x="330" y="128"/>
                </a:cubicBezTo>
                <a:close/>
                <a:moveTo>
                  <a:pt x="224" y="128"/>
                </a:moveTo>
                <a:cubicBezTo>
                  <a:pt x="224" y="145"/>
                  <a:pt x="238" y="160"/>
                  <a:pt x="256" y="160"/>
                </a:cubicBezTo>
                <a:cubicBezTo>
                  <a:pt x="273" y="160"/>
                  <a:pt x="288" y="145"/>
                  <a:pt x="288" y="128"/>
                </a:cubicBezTo>
                <a:cubicBezTo>
                  <a:pt x="288" y="110"/>
                  <a:pt x="273" y="96"/>
                  <a:pt x="256" y="96"/>
                </a:cubicBezTo>
                <a:cubicBezTo>
                  <a:pt x="238" y="96"/>
                  <a:pt x="224" y="110"/>
                  <a:pt x="224" y="128"/>
                </a:cubicBezTo>
                <a:close/>
                <a:moveTo>
                  <a:pt x="117" y="128"/>
                </a:moveTo>
                <a:cubicBezTo>
                  <a:pt x="117" y="145"/>
                  <a:pt x="131" y="160"/>
                  <a:pt x="149" y="160"/>
                </a:cubicBezTo>
                <a:cubicBezTo>
                  <a:pt x="167" y="160"/>
                  <a:pt x="181" y="145"/>
                  <a:pt x="181" y="128"/>
                </a:cubicBezTo>
                <a:cubicBezTo>
                  <a:pt x="181" y="110"/>
                  <a:pt x="167" y="96"/>
                  <a:pt x="149" y="96"/>
                </a:cubicBezTo>
                <a:cubicBezTo>
                  <a:pt x="131" y="96"/>
                  <a:pt x="117" y="110"/>
                  <a:pt x="117" y="128"/>
                </a:cubicBezTo>
                <a:close/>
                <a:moveTo>
                  <a:pt x="191" y="296"/>
                </a:moveTo>
                <a:cubicBezTo>
                  <a:pt x="170" y="190"/>
                  <a:pt x="170" y="190"/>
                  <a:pt x="170" y="190"/>
                </a:cubicBezTo>
                <a:cubicBezTo>
                  <a:pt x="169" y="185"/>
                  <a:pt x="165" y="181"/>
                  <a:pt x="160" y="181"/>
                </a:cubicBezTo>
                <a:cubicBezTo>
                  <a:pt x="138" y="181"/>
                  <a:pt x="138" y="181"/>
                  <a:pt x="138" y="181"/>
                </a:cubicBezTo>
                <a:cubicBezTo>
                  <a:pt x="133" y="181"/>
                  <a:pt x="129" y="185"/>
                  <a:pt x="128" y="190"/>
                </a:cubicBezTo>
                <a:cubicBezTo>
                  <a:pt x="107" y="296"/>
                  <a:pt x="107" y="296"/>
                  <a:pt x="107" y="296"/>
                </a:cubicBezTo>
                <a:cubicBezTo>
                  <a:pt x="106" y="299"/>
                  <a:pt x="107" y="303"/>
                  <a:pt x="109" y="305"/>
                </a:cubicBezTo>
                <a:cubicBezTo>
                  <a:pt x="111" y="308"/>
                  <a:pt x="114" y="309"/>
                  <a:pt x="117" y="309"/>
                </a:cubicBezTo>
                <a:cubicBezTo>
                  <a:pt x="117" y="384"/>
                  <a:pt x="117" y="384"/>
                  <a:pt x="117" y="384"/>
                </a:cubicBezTo>
                <a:cubicBezTo>
                  <a:pt x="117" y="390"/>
                  <a:pt x="122" y="394"/>
                  <a:pt x="128" y="394"/>
                </a:cubicBezTo>
                <a:cubicBezTo>
                  <a:pt x="134" y="394"/>
                  <a:pt x="138" y="390"/>
                  <a:pt x="138" y="384"/>
                </a:cubicBezTo>
                <a:cubicBezTo>
                  <a:pt x="138" y="309"/>
                  <a:pt x="138" y="309"/>
                  <a:pt x="138" y="309"/>
                </a:cubicBezTo>
                <a:cubicBezTo>
                  <a:pt x="160" y="309"/>
                  <a:pt x="160" y="309"/>
                  <a:pt x="160" y="309"/>
                </a:cubicBezTo>
                <a:cubicBezTo>
                  <a:pt x="160" y="384"/>
                  <a:pt x="160" y="384"/>
                  <a:pt x="160" y="384"/>
                </a:cubicBezTo>
                <a:cubicBezTo>
                  <a:pt x="160" y="390"/>
                  <a:pt x="164" y="394"/>
                  <a:pt x="170" y="394"/>
                </a:cubicBezTo>
                <a:cubicBezTo>
                  <a:pt x="176" y="394"/>
                  <a:pt x="181" y="390"/>
                  <a:pt x="181" y="384"/>
                </a:cubicBezTo>
                <a:cubicBezTo>
                  <a:pt x="181" y="309"/>
                  <a:pt x="181" y="309"/>
                  <a:pt x="181" y="309"/>
                </a:cubicBezTo>
                <a:cubicBezTo>
                  <a:pt x="184" y="309"/>
                  <a:pt x="187" y="308"/>
                  <a:pt x="189" y="305"/>
                </a:cubicBezTo>
                <a:cubicBezTo>
                  <a:pt x="191" y="303"/>
                  <a:pt x="192" y="299"/>
                  <a:pt x="191" y="296"/>
                </a:cubicBezTo>
                <a:close/>
                <a:moveTo>
                  <a:pt x="298" y="296"/>
                </a:moveTo>
                <a:cubicBezTo>
                  <a:pt x="277" y="190"/>
                  <a:pt x="277" y="190"/>
                  <a:pt x="277" y="190"/>
                </a:cubicBezTo>
                <a:cubicBezTo>
                  <a:pt x="276" y="185"/>
                  <a:pt x="271" y="181"/>
                  <a:pt x="266" y="181"/>
                </a:cubicBezTo>
                <a:cubicBezTo>
                  <a:pt x="245" y="181"/>
                  <a:pt x="245" y="181"/>
                  <a:pt x="245" y="181"/>
                </a:cubicBezTo>
                <a:cubicBezTo>
                  <a:pt x="240" y="181"/>
                  <a:pt x="236" y="185"/>
                  <a:pt x="235" y="190"/>
                </a:cubicBezTo>
                <a:cubicBezTo>
                  <a:pt x="213" y="296"/>
                  <a:pt x="213" y="296"/>
                  <a:pt x="213" y="296"/>
                </a:cubicBezTo>
                <a:cubicBezTo>
                  <a:pt x="213" y="299"/>
                  <a:pt x="213" y="303"/>
                  <a:pt x="215" y="305"/>
                </a:cubicBezTo>
                <a:cubicBezTo>
                  <a:pt x="217" y="308"/>
                  <a:pt x="220" y="309"/>
                  <a:pt x="224" y="309"/>
                </a:cubicBezTo>
                <a:cubicBezTo>
                  <a:pt x="224" y="384"/>
                  <a:pt x="224" y="384"/>
                  <a:pt x="224" y="384"/>
                </a:cubicBezTo>
                <a:cubicBezTo>
                  <a:pt x="224" y="390"/>
                  <a:pt x="228" y="394"/>
                  <a:pt x="234" y="394"/>
                </a:cubicBezTo>
                <a:cubicBezTo>
                  <a:pt x="240" y="394"/>
                  <a:pt x="245" y="390"/>
                  <a:pt x="245" y="384"/>
                </a:cubicBezTo>
                <a:cubicBezTo>
                  <a:pt x="245" y="309"/>
                  <a:pt x="245" y="309"/>
                  <a:pt x="245" y="309"/>
                </a:cubicBezTo>
                <a:cubicBezTo>
                  <a:pt x="266" y="309"/>
                  <a:pt x="266" y="309"/>
                  <a:pt x="266" y="309"/>
                </a:cubicBezTo>
                <a:cubicBezTo>
                  <a:pt x="266" y="384"/>
                  <a:pt x="266" y="384"/>
                  <a:pt x="266" y="384"/>
                </a:cubicBezTo>
                <a:cubicBezTo>
                  <a:pt x="266" y="390"/>
                  <a:pt x="271" y="394"/>
                  <a:pt x="277" y="394"/>
                </a:cubicBezTo>
                <a:cubicBezTo>
                  <a:pt x="283" y="394"/>
                  <a:pt x="288" y="390"/>
                  <a:pt x="288" y="384"/>
                </a:cubicBezTo>
                <a:cubicBezTo>
                  <a:pt x="288" y="309"/>
                  <a:pt x="288" y="309"/>
                  <a:pt x="288" y="309"/>
                </a:cubicBezTo>
                <a:cubicBezTo>
                  <a:pt x="291" y="309"/>
                  <a:pt x="294" y="308"/>
                  <a:pt x="296" y="305"/>
                </a:cubicBezTo>
                <a:cubicBezTo>
                  <a:pt x="298" y="303"/>
                  <a:pt x="299" y="299"/>
                  <a:pt x="298" y="296"/>
                </a:cubicBezTo>
                <a:close/>
                <a:moveTo>
                  <a:pt x="405" y="192"/>
                </a:moveTo>
                <a:cubicBezTo>
                  <a:pt x="405" y="186"/>
                  <a:pt x="400" y="181"/>
                  <a:pt x="394" y="181"/>
                </a:cubicBezTo>
                <a:cubicBezTo>
                  <a:pt x="330" y="181"/>
                  <a:pt x="330" y="181"/>
                  <a:pt x="330" y="181"/>
                </a:cubicBezTo>
                <a:cubicBezTo>
                  <a:pt x="324" y="181"/>
                  <a:pt x="320" y="186"/>
                  <a:pt x="320" y="192"/>
                </a:cubicBezTo>
                <a:cubicBezTo>
                  <a:pt x="320" y="277"/>
                  <a:pt x="320" y="277"/>
                  <a:pt x="320" y="277"/>
                </a:cubicBezTo>
                <a:cubicBezTo>
                  <a:pt x="320" y="283"/>
                  <a:pt x="324" y="288"/>
                  <a:pt x="330" y="288"/>
                </a:cubicBezTo>
                <a:cubicBezTo>
                  <a:pt x="330" y="384"/>
                  <a:pt x="330" y="384"/>
                  <a:pt x="330" y="384"/>
                </a:cubicBezTo>
                <a:cubicBezTo>
                  <a:pt x="330" y="390"/>
                  <a:pt x="335" y="394"/>
                  <a:pt x="341" y="394"/>
                </a:cubicBezTo>
                <a:cubicBezTo>
                  <a:pt x="347" y="394"/>
                  <a:pt x="352" y="390"/>
                  <a:pt x="352" y="384"/>
                </a:cubicBezTo>
                <a:cubicBezTo>
                  <a:pt x="352" y="288"/>
                  <a:pt x="352" y="288"/>
                  <a:pt x="352" y="288"/>
                </a:cubicBezTo>
                <a:cubicBezTo>
                  <a:pt x="373" y="288"/>
                  <a:pt x="373" y="288"/>
                  <a:pt x="373" y="288"/>
                </a:cubicBezTo>
                <a:cubicBezTo>
                  <a:pt x="373" y="384"/>
                  <a:pt x="373" y="384"/>
                  <a:pt x="373" y="384"/>
                </a:cubicBezTo>
                <a:cubicBezTo>
                  <a:pt x="373" y="390"/>
                  <a:pt x="378" y="394"/>
                  <a:pt x="384" y="394"/>
                </a:cubicBezTo>
                <a:cubicBezTo>
                  <a:pt x="390" y="394"/>
                  <a:pt x="394" y="390"/>
                  <a:pt x="394" y="384"/>
                </a:cubicBezTo>
                <a:cubicBezTo>
                  <a:pt x="394" y="288"/>
                  <a:pt x="394" y="288"/>
                  <a:pt x="394" y="288"/>
                </a:cubicBezTo>
                <a:cubicBezTo>
                  <a:pt x="400" y="288"/>
                  <a:pt x="405" y="283"/>
                  <a:pt x="405" y="277"/>
                </a:cubicBezTo>
                <a:lnTo>
                  <a:pt x="405" y="192"/>
                </a:lnTo>
                <a:close/>
              </a:path>
            </a:pathLst>
          </a:custGeom>
          <a:solidFill>
            <a:srgbClr val="DDEFE8"/>
          </a:solidFill>
          <a:ln>
            <a:noFill/>
          </a:ln>
        </p:spPr>
        <p:txBody>
          <a:bodyPr vert="horz" wrap="square" lIns="74295" tIns="37148" rIns="74295" bIns="37148" numCol="1" anchor="t" anchorCtr="0" compatLnSpc="1">
            <a:prstTxWarp prst="textNoShape">
              <a:avLst/>
            </a:prstTxWarp>
          </a:bodyPr>
          <a:lstStyle/>
          <a:p>
            <a:pPr defTabSz="742969">
              <a:defRPr/>
            </a:pPr>
            <a:endParaRPr lang="en-GB" sz="1463" kern="0">
              <a:solidFill>
                <a:prstClr val="black"/>
              </a:solidFill>
              <a:latin typeface="Aptos" panose="020B0004020202020204" pitchFamily="34" charset="0"/>
            </a:endParaRPr>
          </a:p>
        </p:txBody>
      </p:sp>
      <p:sp>
        <p:nvSpPr>
          <p:cNvPr id="106" name="Freeform 26">
            <a:extLst>
              <a:ext uri="{FF2B5EF4-FFF2-40B4-BE49-F238E27FC236}">
                <a16:creationId xmlns:a16="http://schemas.microsoft.com/office/drawing/2014/main" id="{AE95AD32-6B85-B642-A87B-3BADB3828517}"/>
              </a:ext>
            </a:extLst>
          </p:cNvPr>
          <p:cNvSpPr>
            <a:spLocks noChangeAspect="1" noEditPoints="1"/>
          </p:cNvSpPr>
          <p:nvPr/>
        </p:nvSpPr>
        <p:spPr bwMode="auto">
          <a:xfrm>
            <a:off x="6028098" y="4118657"/>
            <a:ext cx="351000" cy="351000"/>
          </a:xfrm>
          <a:custGeom>
            <a:avLst/>
            <a:gdLst>
              <a:gd name="T0" fmla="*/ 358 w 512"/>
              <a:gd name="T1" fmla="*/ 227 h 512"/>
              <a:gd name="T2" fmla="*/ 367 w 512"/>
              <a:gd name="T3" fmla="*/ 174 h 512"/>
              <a:gd name="T4" fmla="*/ 366 w 512"/>
              <a:gd name="T5" fmla="*/ 172 h 512"/>
              <a:gd name="T6" fmla="*/ 338 w 512"/>
              <a:gd name="T7" fmla="*/ 145 h 512"/>
              <a:gd name="T8" fmla="*/ 308 w 512"/>
              <a:gd name="T9" fmla="*/ 163 h 512"/>
              <a:gd name="T10" fmla="*/ 277 w 512"/>
              <a:gd name="T11" fmla="*/ 119 h 512"/>
              <a:gd name="T12" fmla="*/ 234 w 512"/>
              <a:gd name="T13" fmla="*/ 119 h 512"/>
              <a:gd name="T14" fmla="*/ 204 w 512"/>
              <a:gd name="T15" fmla="*/ 163 h 512"/>
              <a:gd name="T16" fmla="*/ 173 w 512"/>
              <a:gd name="T17" fmla="*/ 145 h 512"/>
              <a:gd name="T18" fmla="*/ 161 w 512"/>
              <a:gd name="T19" fmla="*/ 191 h 512"/>
              <a:gd name="T20" fmla="*/ 143 w 512"/>
              <a:gd name="T21" fmla="*/ 234 h 512"/>
              <a:gd name="T22" fmla="*/ 117 w 512"/>
              <a:gd name="T23" fmla="*/ 256 h 512"/>
              <a:gd name="T24" fmla="*/ 143 w 512"/>
              <a:gd name="T25" fmla="*/ 277 h 512"/>
              <a:gd name="T26" fmla="*/ 161 w 512"/>
              <a:gd name="T27" fmla="*/ 320 h 512"/>
              <a:gd name="T28" fmla="*/ 145 w 512"/>
              <a:gd name="T29" fmla="*/ 339 h 512"/>
              <a:gd name="T30" fmla="*/ 172 w 512"/>
              <a:gd name="T31" fmla="*/ 366 h 512"/>
              <a:gd name="T32" fmla="*/ 191 w 512"/>
              <a:gd name="T33" fmla="*/ 351 h 512"/>
              <a:gd name="T34" fmla="*/ 234 w 512"/>
              <a:gd name="T35" fmla="*/ 368 h 512"/>
              <a:gd name="T36" fmla="*/ 245 w 512"/>
              <a:gd name="T37" fmla="*/ 394 h 512"/>
              <a:gd name="T38" fmla="*/ 267 w 512"/>
              <a:gd name="T39" fmla="*/ 394 h 512"/>
              <a:gd name="T40" fmla="*/ 285 w 512"/>
              <a:gd name="T41" fmla="*/ 358 h 512"/>
              <a:gd name="T42" fmla="*/ 337 w 512"/>
              <a:gd name="T43" fmla="*/ 368 h 512"/>
              <a:gd name="T44" fmla="*/ 368 w 512"/>
              <a:gd name="T45" fmla="*/ 337 h 512"/>
              <a:gd name="T46" fmla="*/ 358 w 512"/>
              <a:gd name="T47" fmla="*/ 285 h 512"/>
              <a:gd name="T48" fmla="*/ 394 w 512"/>
              <a:gd name="T49" fmla="*/ 267 h 512"/>
              <a:gd name="T50" fmla="*/ 393 w 512"/>
              <a:gd name="T51" fmla="*/ 234 h 512"/>
              <a:gd name="T52" fmla="*/ 256 w 512"/>
              <a:gd name="T53" fmla="*/ 192 h 512"/>
              <a:gd name="T54" fmla="*/ 298 w 512"/>
              <a:gd name="T55" fmla="*/ 256 h 512"/>
              <a:gd name="T56" fmla="*/ 256 w 512"/>
              <a:gd name="T57" fmla="*/ 213 h 512"/>
              <a:gd name="T58" fmla="*/ 0 w 512"/>
              <a:gd name="T59" fmla="*/ 256 h 512"/>
              <a:gd name="T60" fmla="*/ 256 w 512"/>
              <a:gd name="T61" fmla="*/ 0 h 512"/>
              <a:gd name="T62" fmla="*/ 401 w 512"/>
              <a:gd name="T63" fmla="*/ 298 h 512"/>
              <a:gd name="T64" fmla="*/ 389 w 512"/>
              <a:gd name="T65" fmla="*/ 329 h 512"/>
              <a:gd name="T66" fmla="*/ 351 w 512"/>
              <a:gd name="T67" fmla="*/ 384 h 512"/>
              <a:gd name="T68" fmla="*/ 311 w 512"/>
              <a:gd name="T69" fmla="*/ 371 h 512"/>
              <a:gd name="T70" fmla="*/ 290 w 512"/>
              <a:gd name="T71" fmla="*/ 412 h 512"/>
              <a:gd name="T72" fmla="*/ 268 w 512"/>
              <a:gd name="T73" fmla="*/ 416 h 512"/>
              <a:gd name="T74" fmla="*/ 256 w 512"/>
              <a:gd name="T75" fmla="*/ 416 h 512"/>
              <a:gd name="T76" fmla="*/ 249 w 512"/>
              <a:gd name="T77" fmla="*/ 416 h 512"/>
              <a:gd name="T78" fmla="*/ 243 w 512"/>
              <a:gd name="T79" fmla="*/ 416 h 512"/>
              <a:gd name="T80" fmla="*/ 213 w 512"/>
              <a:gd name="T81" fmla="*/ 401 h 512"/>
              <a:gd name="T82" fmla="*/ 183 w 512"/>
              <a:gd name="T83" fmla="*/ 389 h 512"/>
              <a:gd name="T84" fmla="*/ 160 w 512"/>
              <a:gd name="T85" fmla="*/ 384 h 512"/>
              <a:gd name="T86" fmla="*/ 128 w 512"/>
              <a:gd name="T87" fmla="*/ 351 h 512"/>
              <a:gd name="T88" fmla="*/ 121 w 512"/>
              <a:gd name="T89" fmla="*/ 342 h 512"/>
              <a:gd name="T90" fmla="*/ 135 w 512"/>
              <a:gd name="T91" fmla="*/ 298 h 512"/>
              <a:gd name="T92" fmla="*/ 96 w 512"/>
              <a:gd name="T93" fmla="*/ 268 h 512"/>
              <a:gd name="T94" fmla="*/ 96 w 512"/>
              <a:gd name="T95" fmla="*/ 256 h 512"/>
              <a:gd name="T96" fmla="*/ 96 w 512"/>
              <a:gd name="T97" fmla="*/ 243 h 512"/>
              <a:gd name="T98" fmla="*/ 96 w 512"/>
              <a:gd name="T99" fmla="*/ 243 h 512"/>
              <a:gd name="T100" fmla="*/ 135 w 512"/>
              <a:gd name="T101" fmla="*/ 213 h 512"/>
              <a:gd name="T102" fmla="*/ 121 w 512"/>
              <a:gd name="T103" fmla="*/ 169 h 512"/>
              <a:gd name="T104" fmla="*/ 169 w 512"/>
              <a:gd name="T105" fmla="*/ 121 h 512"/>
              <a:gd name="T106" fmla="*/ 213 w 512"/>
              <a:gd name="T107" fmla="*/ 135 h 512"/>
              <a:gd name="T108" fmla="*/ 243 w 512"/>
              <a:gd name="T109" fmla="*/ 96 h 512"/>
              <a:gd name="T110" fmla="*/ 298 w 512"/>
              <a:gd name="T111" fmla="*/ 110 h 512"/>
              <a:gd name="T112" fmla="*/ 329 w 512"/>
              <a:gd name="T113" fmla="*/ 122 h 512"/>
              <a:gd name="T114" fmla="*/ 351 w 512"/>
              <a:gd name="T115" fmla="*/ 128 h 512"/>
              <a:gd name="T116" fmla="*/ 384 w 512"/>
              <a:gd name="T117" fmla="*/ 160 h 512"/>
              <a:gd name="T118" fmla="*/ 390 w 512"/>
              <a:gd name="T119" fmla="*/ 169 h 512"/>
              <a:gd name="T120" fmla="*/ 376 w 512"/>
              <a:gd name="T121" fmla="*/ 213 h 512"/>
              <a:gd name="T122" fmla="*/ 416 w 512"/>
              <a:gd name="T123" fmla="*/ 243 h 512"/>
              <a:gd name="T124" fmla="*/ 415 w 512"/>
              <a:gd name="T125" fmla="*/ 26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512">
                <a:moveTo>
                  <a:pt x="393" y="234"/>
                </a:moveTo>
                <a:cubicBezTo>
                  <a:pt x="368" y="234"/>
                  <a:pt x="368" y="234"/>
                  <a:pt x="368" y="234"/>
                </a:cubicBezTo>
                <a:cubicBezTo>
                  <a:pt x="364" y="234"/>
                  <a:pt x="359" y="231"/>
                  <a:pt x="358" y="227"/>
                </a:cubicBezTo>
                <a:cubicBezTo>
                  <a:pt x="356" y="219"/>
                  <a:pt x="353" y="211"/>
                  <a:pt x="349" y="204"/>
                </a:cubicBezTo>
                <a:cubicBezTo>
                  <a:pt x="346" y="200"/>
                  <a:pt x="347" y="194"/>
                  <a:pt x="351" y="191"/>
                </a:cubicBezTo>
                <a:cubicBezTo>
                  <a:pt x="367" y="174"/>
                  <a:pt x="367" y="174"/>
                  <a:pt x="367" y="174"/>
                </a:cubicBezTo>
                <a:cubicBezTo>
                  <a:pt x="366" y="173"/>
                  <a:pt x="366" y="173"/>
                  <a:pt x="366" y="173"/>
                </a:cubicBezTo>
                <a:cubicBezTo>
                  <a:pt x="366" y="173"/>
                  <a:pt x="366" y="172"/>
                  <a:pt x="366" y="172"/>
                </a:cubicBezTo>
                <a:cubicBezTo>
                  <a:pt x="366" y="172"/>
                  <a:pt x="366" y="172"/>
                  <a:pt x="366" y="172"/>
                </a:cubicBezTo>
                <a:cubicBezTo>
                  <a:pt x="358" y="162"/>
                  <a:pt x="349" y="153"/>
                  <a:pt x="340" y="146"/>
                </a:cubicBezTo>
                <a:cubicBezTo>
                  <a:pt x="340" y="146"/>
                  <a:pt x="340" y="146"/>
                  <a:pt x="339" y="145"/>
                </a:cubicBezTo>
                <a:cubicBezTo>
                  <a:pt x="339" y="145"/>
                  <a:pt x="339" y="145"/>
                  <a:pt x="338" y="145"/>
                </a:cubicBezTo>
                <a:cubicBezTo>
                  <a:pt x="337" y="144"/>
                  <a:pt x="337" y="144"/>
                  <a:pt x="337" y="144"/>
                </a:cubicBezTo>
                <a:cubicBezTo>
                  <a:pt x="320" y="161"/>
                  <a:pt x="320" y="161"/>
                  <a:pt x="320" y="161"/>
                </a:cubicBezTo>
                <a:cubicBezTo>
                  <a:pt x="317" y="164"/>
                  <a:pt x="312" y="165"/>
                  <a:pt x="308" y="163"/>
                </a:cubicBezTo>
                <a:cubicBezTo>
                  <a:pt x="300" y="159"/>
                  <a:pt x="293" y="155"/>
                  <a:pt x="285" y="153"/>
                </a:cubicBezTo>
                <a:cubicBezTo>
                  <a:pt x="280" y="152"/>
                  <a:pt x="277" y="148"/>
                  <a:pt x="277" y="143"/>
                </a:cubicBezTo>
                <a:cubicBezTo>
                  <a:pt x="277" y="119"/>
                  <a:pt x="277" y="119"/>
                  <a:pt x="277" y="119"/>
                </a:cubicBezTo>
                <a:cubicBezTo>
                  <a:pt x="274" y="118"/>
                  <a:pt x="270" y="118"/>
                  <a:pt x="267" y="118"/>
                </a:cubicBezTo>
                <a:cubicBezTo>
                  <a:pt x="259" y="117"/>
                  <a:pt x="252" y="117"/>
                  <a:pt x="245" y="118"/>
                </a:cubicBezTo>
                <a:cubicBezTo>
                  <a:pt x="241" y="118"/>
                  <a:pt x="238" y="118"/>
                  <a:pt x="234" y="119"/>
                </a:cubicBezTo>
                <a:cubicBezTo>
                  <a:pt x="234" y="143"/>
                  <a:pt x="234" y="143"/>
                  <a:pt x="234" y="143"/>
                </a:cubicBezTo>
                <a:cubicBezTo>
                  <a:pt x="234" y="148"/>
                  <a:pt x="231" y="152"/>
                  <a:pt x="227" y="153"/>
                </a:cubicBezTo>
                <a:cubicBezTo>
                  <a:pt x="219" y="155"/>
                  <a:pt x="211" y="159"/>
                  <a:pt x="204" y="163"/>
                </a:cubicBezTo>
                <a:cubicBezTo>
                  <a:pt x="200" y="165"/>
                  <a:pt x="194" y="164"/>
                  <a:pt x="191" y="161"/>
                </a:cubicBezTo>
                <a:cubicBezTo>
                  <a:pt x="174" y="144"/>
                  <a:pt x="174" y="144"/>
                  <a:pt x="174" y="144"/>
                </a:cubicBezTo>
                <a:cubicBezTo>
                  <a:pt x="174" y="144"/>
                  <a:pt x="173" y="144"/>
                  <a:pt x="173" y="145"/>
                </a:cubicBezTo>
                <a:cubicBezTo>
                  <a:pt x="162" y="153"/>
                  <a:pt x="153" y="162"/>
                  <a:pt x="145" y="173"/>
                </a:cubicBezTo>
                <a:cubicBezTo>
                  <a:pt x="144" y="173"/>
                  <a:pt x="144" y="174"/>
                  <a:pt x="144" y="174"/>
                </a:cubicBezTo>
                <a:cubicBezTo>
                  <a:pt x="161" y="191"/>
                  <a:pt x="161" y="191"/>
                  <a:pt x="161" y="191"/>
                </a:cubicBezTo>
                <a:cubicBezTo>
                  <a:pt x="164" y="194"/>
                  <a:pt x="165" y="200"/>
                  <a:pt x="163" y="204"/>
                </a:cubicBezTo>
                <a:cubicBezTo>
                  <a:pt x="159" y="211"/>
                  <a:pt x="155" y="219"/>
                  <a:pt x="153" y="227"/>
                </a:cubicBezTo>
                <a:cubicBezTo>
                  <a:pt x="152" y="231"/>
                  <a:pt x="148" y="234"/>
                  <a:pt x="143" y="234"/>
                </a:cubicBezTo>
                <a:cubicBezTo>
                  <a:pt x="119" y="234"/>
                  <a:pt x="119" y="234"/>
                  <a:pt x="119" y="234"/>
                </a:cubicBezTo>
                <a:cubicBezTo>
                  <a:pt x="118" y="238"/>
                  <a:pt x="118" y="241"/>
                  <a:pt x="118" y="245"/>
                </a:cubicBezTo>
                <a:cubicBezTo>
                  <a:pt x="117" y="248"/>
                  <a:pt x="117" y="252"/>
                  <a:pt x="117" y="256"/>
                </a:cubicBezTo>
                <a:cubicBezTo>
                  <a:pt x="117" y="259"/>
                  <a:pt x="117" y="263"/>
                  <a:pt x="118" y="267"/>
                </a:cubicBezTo>
                <a:cubicBezTo>
                  <a:pt x="118" y="270"/>
                  <a:pt x="118" y="274"/>
                  <a:pt x="119" y="277"/>
                </a:cubicBezTo>
                <a:cubicBezTo>
                  <a:pt x="143" y="277"/>
                  <a:pt x="143" y="277"/>
                  <a:pt x="143" y="277"/>
                </a:cubicBezTo>
                <a:cubicBezTo>
                  <a:pt x="148" y="277"/>
                  <a:pt x="152" y="280"/>
                  <a:pt x="153" y="285"/>
                </a:cubicBezTo>
                <a:cubicBezTo>
                  <a:pt x="155" y="293"/>
                  <a:pt x="159" y="300"/>
                  <a:pt x="163" y="308"/>
                </a:cubicBezTo>
                <a:cubicBezTo>
                  <a:pt x="165" y="312"/>
                  <a:pt x="164" y="317"/>
                  <a:pt x="161" y="320"/>
                </a:cubicBezTo>
                <a:cubicBezTo>
                  <a:pt x="144" y="337"/>
                  <a:pt x="144" y="337"/>
                  <a:pt x="144" y="337"/>
                </a:cubicBezTo>
                <a:cubicBezTo>
                  <a:pt x="145" y="338"/>
                  <a:pt x="145" y="338"/>
                  <a:pt x="145" y="338"/>
                </a:cubicBezTo>
                <a:cubicBezTo>
                  <a:pt x="145" y="339"/>
                  <a:pt x="145" y="339"/>
                  <a:pt x="145" y="339"/>
                </a:cubicBezTo>
                <a:cubicBezTo>
                  <a:pt x="145" y="339"/>
                  <a:pt x="146" y="340"/>
                  <a:pt x="146" y="340"/>
                </a:cubicBezTo>
                <a:cubicBezTo>
                  <a:pt x="153" y="349"/>
                  <a:pt x="162" y="358"/>
                  <a:pt x="172" y="366"/>
                </a:cubicBezTo>
                <a:cubicBezTo>
                  <a:pt x="172" y="366"/>
                  <a:pt x="172" y="366"/>
                  <a:pt x="172" y="366"/>
                </a:cubicBezTo>
                <a:cubicBezTo>
                  <a:pt x="172" y="366"/>
                  <a:pt x="173" y="366"/>
                  <a:pt x="173" y="367"/>
                </a:cubicBezTo>
                <a:cubicBezTo>
                  <a:pt x="174" y="367"/>
                  <a:pt x="174" y="367"/>
                  <a:pt x="174" y="367"/>
                </a:cubicBezTo>
                <a:cubicBezTo>
                  <a:pt x="191" y="351"/>
                  <a:pt x="191" y="351"/>
                  <a:pt x="191" y="351"/>
                </a:cubicBezTo>
                <a:cubicBezTo>
                  <a:pt x="194" y="347"/>
                  <a:pt x="200" y="346"/>
                  <a:pt x="204" y="349"/>
                </a:cubicBezTo>
                <a:cubicBezTo>
                  <a:pt x="211" y="353"/>
                  <a:pt x="219" y="356"/>
                  <a:pt x="227" y="358"/>
                </a:cubicBezTo>
                <a:cubicBezTo>
                  <a:pt x="231" y="359"/>
                  <a:pt x="234" y="364"/>
                  <a:pt x="234" y="368"/>
                </a:cubicBezTo>
                <a:cubicBezTo>
                  <a:pt x="234" y="393"/>
                  <a:pt x="234" y="393"/>
                  <a:pt x="234" y="393"/>
                </a:cubicBezTo>
                <a:cubicBezTo>
                  <a:pt x="238" y="393"/>
                  <a:pt x="241" y="394"/>
                  <a:pt x="245" y="394"/>
                </a:cubicBezTo>
                <a:cubicBezTo>
                  <a:pt x="245" y="394"/>
                  <a:pt x="245" y="394"/>
                  <a:pt x="245" y="394"/>
                </a:cubicBezTo>
                <a:cubicBezTo>
                  <a:pt x="245" y="394"/>
                  <a:pt x="245" y="394"/>
                  <a:pt x="245" y="394"/>
                </a:cubicBezTo>
                <a:cubicBezTo>
                  <a:pt x="245" y="394"/>
                  <a:pt x="245" y="394"/>
                  <a:pt x="245" y="394"/>
                </a:cubicBezTo>
                <a:cubicBezTo>
                  <a:pt x="252" y="394"/>
                  <a:pt x="259" y="395"/>
                  <a:pt x="267" y="394"/>
                </a:cubicBezTo>
                <a:cubicBezTo>
                  <a:pt x="270" y="394"/>
                  <a:pt x="274" y="393"/>
                  <a:pt x="277" y="393"/>
                </a:cubicBezTo>
                <a:cubicBezTo>
                  <a:pt x="277" y="368"/>
                  <a:pt x="277" y="368"/>
                  <a:pt x="277" y="368"/>
                </a:cubicBezTo>
                <a:cubicBezTo>
                  <a:pt x="277" y="364"/>
                  <a:pt x="280" y="359"/>
                  <a:pt x="285" y="358"/>
                </a:cubicBezTo>
                <a:cubicBezTo>
                  <a:pt x="293" y="356"/>
                  <a:pt x="300" y="353"/>
                  <a:pt x="308" y="349"/>
                </a:cubicBezTo>
                <a:cubicBezTo>
                  <a:pt x="312" y="346"/>
                  <a:pt x="317" y="347"/>
                  <a:pt x="320" y="351"/>
                </a:cubicBezTo>
                <a:cubicBezTo>
                  <a:pt x="337" y="368"/>
                  <a:pt x="337" y="368"/>
                  <a:pt x="337" y="368"/>
                </a:cubicBezTo>
                <a:cubicBezTo>
                  <a:pt x="338" y="367"/>
                  <a:pt x="338" y="367"/>
                  <a:pt x="339" y="367"/>
                </a:cubicBezTo>
                <a:cubicBezTo>
                  <a:pt x="349" y="359"/>
                  <a:pt x="359" y="349"/>
                  <a:pt x="367" y="339"/>
                </a:cubicBezTo>
                <a:cubicBezTo>
                  <a:pt x="367" y="338"/>
                  <a:pt x="367" y="338"/>
                  <a:pt x="368" y="337"/>
                </a:cubicBezTo>
                <a:cubicBezTo>
                  <a:pt x="351" y="320"/>
                  <a:pt x="351" y="320"/>
                  <a:pt x="351" y="320"/>
                </a:cubicBezTo>
                <a:cubicBezTo>
                  <a:pt x="347" y="317"/>
                  <a:pt x="346" y="312"/>
                  <a:pt x="349" y="308"/>
                </a:cubicBezTo>
                <a:cubicBezTo>
                  <a:pt x="353" y="300"/>
                  <a:pt x="356" y="293"/>
                  <a:pt x="358" y="285"/>
                </a:cubicBezTo>
                <a:cubicBezTo>
                  <a:pt x="359" y="280"/>
                  <a:pt x="364" y="277"/>
                  <a:pt x="368" y="277"/>
                </a:cubicBezTo>
                <a:cubicBezTo>
                  <a:pt x="393" y="277"/>
                  <a:pt x="393" y="277"/>
                  <a:pt x="393" y="277"/>
                </a:cubicBezTo>
                <a:cubicBezTo>
                  <a:pt x="393" y="274"/>
                  <a:pt x="393" y="270"/>
                  <a:pt x="394" y="267"/>
                </a:cubicBezTo>
                <a:cubicBezTo>
                  <a:pt x="394" y="263"/>
                  <a:pt x="394" y="259"/>
                  <a:pt x="394" y="256"/>
                </a:cubicBezTo>
                <a:cubicBezTo>
                  <a:pt x="394" y="252"/>
                  <a:pt x="394" y="248"/>
                  <a:pt x="394" y="245"/>
                </a:cubicBezTo>
                <a:cubicBezTo>
                  <a:pt x="393" y="241"/>
                  <a:pt x="393" y="238"/>
                  <a:pt x="393" y="234"/>
                </a:cubicBezTo>
                <a:close/>
                <a:moveTo>
                  <a:pt x="256" y="320"/>
                </a:moveTo>
                <a:cubicBezTo>
                  <a:pt x="220" y="320"/>
                  <a:pt x="192" y="291"/>
                  <a:pt x="192" y="256"/>
                </a:cubicBezTo>
                <a:cubicBezTo>
                  <a:pt x="192" y="220"/>
                  <a:pt x="220" y="192"/>
                  <a:pt x="256" y="192"/>
                </a:cubicBezTo>
                <a:cubicBezTo>
                  <a:pt x="291" y="192"/>
                  <a:pt x="320" y="220"/>
                  <a:pt x="320" y="256"/>
                </a:cubicBezTo>
                <a:cubicBezTo>
                  <a:pt x="320" y="291"/>
                  <a:pt x="291" y="320"/>
                  <a:pt x="256" y="320"/>
                </a:cubicBezTo>
                <a:close/>
                <a:moveTo>
                  <a:pt x="298" y="256"/>
                </a:moveTo>
                <a:cubicBezTo>
                  <a:pt x="298" y="279"/>
                  <a:pt x="279" y="298"/>
                  <a:pt x="256" y="298"/>
                </a:cubicBezTo>
                <a:cubicBezTo>
                  <a:pt x="232" y="298"/>
                  <a:pt x="213" y="279"/>
                  <a:pt x="213" y="256"/>
                </a:cubicBezTo>
                <a:cubicBezTo>
                  <a:pt x="213" y="232"/>
                  <a:pt x="232" y="213"/>
                  <a:pt x="256" y="213"/>
                </a:cubicBezTo>
                <a:cubicBezTo>
                  <a:pt x="279" y="213"/>
                  <a:pt x="298" y="232"/>
                  <a:pt x="298" y="25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68"/>
                </a:moveTo>
                <a:cubicBezTo>
                  <a:pt x="414" y="276"/>
                  <a:pt x="413" y="283"/>
                  <a:pt x="412" y="290"/>
                </a:cubicBezTo>
                <a:cubicBezTo>
                  <a:pt x="411" y="295"/>
                  <a:pt x="406" y="298"/>
                  <a:pt x="401" y="298"/>
                </a:cubicBezTo>
                <a:cubicBezTo>
                  <a:pt x="376" y="298"/>
                  <a:pt x="376" y="298"/>
                  <a:pt x="376" y="298"/>
                </a:cubicBezTo>
                <a:cubicBezTo>
                  <a:pt x="375" y="303"/>
                  <a:pt x="373" y="307"/>
                  <a:pt x="371" y="311"/>
                </a:cubicBezTo>
                <a:cubicBezTo>
                  <a:pt x="389" y="329"/>
                  <a:pt x="389" y="329"/>
                  <a:pt x="389" y="329"/>
                </a:cubicBezTo>
                <a:cubicBezTo>
                  <a:pt x="392" y="332"/>
                  <a:pt x="393" y="338"/>
                  <a:pt x="390" y="342"/>
                </a:cubicBezTo>
                <a:cubicBezTo>
                  <a:pt x="388" y="345"/>
                  <a:pt x="386" y="348"/>
                  <a:pt x="384" y="351"/>
                </a:cubicBezTo>
                <a:cubicBezTo>
                  <a:pt x="375" y="364"/>
                  <a:pt x="364" y="375"/>
                  <a:pt x="351" y="384"/>
                </a:cubicBezTo>
                <a:cubicBezTo>
                  <a:pt x="348" y="386"/>
                  <a:pt x="345" y="388"/>
                  <a:pt x="342" y="390"/>
                </a:cubicBezTo>
                <a:cubicBezTo>
                  <a:pt x="338" y="393"/>
                  <a:pt x="332" y="392"/>
                  <a:pt x="329" y="389"/>
                </a:cubicBezTo>
                <a:cubicBezTo>
                  <a:pt x="311" y="371"/>
                  <a:pt x="311" y="371"/>
                  <a:pt x="311" y="371"/>
                </a:cubicBezTo>
                <a:cubicBezTo>
                  <a:pt x="307" y="373"/>
                  <a:pt x="303" y="375"/>
                  <a:pt x="298" y="376"/>
                </a:cubicBezTo>
                <a:cubicBezTo>
                  <a:pt x="298" y="401"/>
                  <a:pt x="298" y="401"/>
                  <a:pt x="298" y="401"/>
                </a:cubicBezTo>
                <a:cubicBezTo>
                  <a:pt x="298" y="407"/>
                  <a:pt x="295" y="411"/>
                  <a:pt x="290" y="412"/>
                </a:cubicBezTo>
                <a:cubicBezTo>
                  <a:pt x="283" y="414"/>
                  <a:pt x="276" y="415"/>
                  <a:pt x="269" y="415"/>
                </a:cubicBezTo>
                <a:cubicBezTo>
                  <a:pt x="269" y="415"/>
                  <a:pt x="269" y="416"/>
                  <a:pt x="269" y="416"/>
                </a:cubicBezTo>
                <a:cubicBezTo>
                  <a:pt x="268" y="416"/>
                  <a:pt x="268" y="416"/>
                  <a:pt x="268" y="416"/>
                </a:cubicBezTo>
                <a:cubicBezTo>
                  <a:pt x="268" y="416"/>
                  <a:pt x="268" y="416"/>
                  <a:pt x="268" y="416"/>
                </a:cubicBezTo>
                <a:cubicBezTo>
                  <a:pt x="267" y="416"/>
                  <a:pt x="265" y="415"/>
                  <a:pt x="264" y="416"/>
                </a:cubicBezTo>
                <a:cubicBezTo>
                  <a:pt x="261" y="416"/>
                  <a:pt x="258" y="416"/>
                  <a:pt x="256" y="416"/>
                </a:cubicBezTo>
                <a:cubicBezTo>
                  <a:pt x="256" y="416"/>
                  <a:pt x="256" y="416"/>
                  <a:pt x="256" y="416"/>
                </a:cubicBezTo>
                <a:cubicBezTo>
                  <a:pt x="256" y="416"/>
                  <a:pt x="256" y="416"/>
                  <a:pt x="256" y="416"/>
                </a:cubicBezTo>
                <a:cubicBezTo>
                  <a:pt x="253" y="416"/>
                  <a:pt x="251" y="416"/>
                  <a:pt x="249" y="416"/>
                </a:cubicBezTo>
                <a:cubicBezTo>
                  <a:pt x="247" y="416"/>
                  <a:pt x="245" y="416"/>
                  <a:pt x="243" y="416"/>
                </a:cubicBezTo>
                <a:cubicBezTo>
                  <a:pt x="243" y="416"/>
                  <a:pt x="243" y="416"/>
                  <a:pt x="243" y="416"/>
                </a:cubicBezTo>
                <a:cubicBezTo>
                  <a:pt x="243" y="416"/>
                  <a:pt x="243" y="416"/>
                  <a:pt x="243" y="416"/>
                </a:cubicBezTo>
                <a:cubicBezTo>
                  <a:pt x="243" y="416"/>
                  <a:pt x="243" y="416"/>
                  <a:pt x="243" y="416"/>
                </a:cubicBezTo>
                <a:cubicBezTo>
                  <a:pt x="235" y="416"/>
                  <a:pt x="228" y="414"/>
                  <a:pt x="221" y="412"/>
                </a:cubicBezTo>
                <a:cubicBezTo>
                  <a:pt x="216" y="411"/>
                  <a:pt x="213" y="407"/>
                  <a:pt x="213" y="401"/>
                </a:cubicBezTo>
                <a:cubicBezTo>
                  <a:pt x="213" y="376"/>
                  <a:pt x="213" y="376"/>
                  <a:pt x="213" y="376"/>
                </a:cubicBezTo>
                <a:cubicBezTo>
                  <a:pt x="209" y="375"/>
                  <a:pt x="205" y="373"/>
                  <a:pt x="201" y="371"/>
                </a:cubicBezTo>
                <a:cubicBezTo>
                  <a:pt x="183" y="389"/>
                  <a:pt x="183" y="389"/>
                  <a:pt x="183" y="389"/>
                </a:cubicBezTo>
                <a:cubicBezTo>
                  <a:pt x="179" y="392"/>
                  <a:pt x="174" y="393"/>
                  <a:pt x="169" y="390"/>
                </a:cubicBezTo>
                <a:cubicBezTo>
                  <a:pt x="167" y="389"/>
                  <a:pt x="164" y="387"/>
                  <a:pt x="161" y="385"/>
                </a:cubicBezTo>
                <a:cubicBezTo>
                  <a:pt x="161" y="384"/>
                  <a:pt x="160" y="384"/>
                  <a:pt x="160" y="384"/>
                </a:cubicBezTo>
                <a:cubicBezTo>
                  <a:pt x="160" y="383"/>
                  <a:pt x="159" y="383"/>
                  <a:pt x="158" y="382"/>
                </a:cubicBezTo>
                <a:cubicBezTo>
                  <a:pt x="147" y="374"/>
                  <a:pt x="137" y="364"/>
                  <a:pt x="129" y="353"/>
                </a:cubicBezTo>
                <a:cubicBezTo>
                  <a:pt x="128" y="352"/>
                  <a:pt x="128" y="352"/>
                  <a:pt x="128" y="351"/>
                </a:cubicBezTo>
                <a:cubicBezTo>
                  <a:pt x="127" y="351"/>
                  <a:pt x="127" y="350"/>
                  <a:pt x="127" y="350"/>
                </a:cubicBezTo>
                <a:cubicBezTo>
                  <a:pt x="127" y="350"/>
                  <a:pt x="127" y="350"/>
                  <a:pt x="127" y="350"/>
                </a:cubicBezTo>
                <a:cubicBezTo>
                  <a:pt x="125" y="347"/>
                  <a:pt x="123" y="345"/>
                  <a:pt x="121" y="342"/>
                </a:cubicBezTo>
                <a:cubicBezTo>
                  <a:pt x="118" y="338"/>
                  <a:pt x="119" y="332"/>
                  <a:pt x="122" y="329"/>
                </a:cubicBezTo>
                <a:cubicBezTo>
                  <a:pt x="140" y="311"/>
                  <a:pt x="140" y="311"/>
                  <a:pt x="140" y="311"/>
                </a:cubicBezTo>
                <a:cubicBezTo>
                  <a:pt x="138" y="307"/>
                  <a:pt x="137" y="303"/>
                  <a:pt x="135" y="298"/>
                </a:cubicBezTo>
                <a:cubicBezTo>
                  <a:pt x="110" y="298"/>
                  <a:pt x="110" y="298"/>
                  <a:pt x="110" y="298"/>
                </a:cubicBezTo>
                <a:cubicBezTo>
                  <a:pt x="105" y="298"/>
                  <a:pt x="100" y="295"/>
                  <a:pt x="99" y="290"/>
                </a:cubicBezTo>
                <a:cubicBezTo>
                  <a:pt x="98" y="283"/>
                  <a:pt x="97" y="276"/>
                  <a:pt x="96" y="268"/>
                </a:cubicBezTo>
                <a:cubicBezTo>
                  <a:pt x="96" y="265"/>
                  <a:pt x="96" y="262"/>
                  <a:pt x="96" y="259"/>
                </a:cubicBezTo>
                <a:cubicBezTo>
                  <a:pt x="96" y="258"/>
                  <a:pt x="96" y="257"/>
                  <a:pt x="96" y="256"/>
                </a:cubicBezTo>
                <a:cubicBezTo>
                  <a:pt x="96" y="256"/>
                  <a:pt x="96" y="256"/>
                  <a:pt x="96" y="256"/>
                </a:cubicBezTo>
                <a:cubicBezTo>
                  <a:pt x="96" y="256"/>
                  <a:pt x="96" y="256"/>
                  <a:pt x="96" y="256"/>
                </a:cubicBezTo>
                <a:cubicBezTo>
                  <a:pt x="96" y="254"/>
                  <a:pt x="96" y="253"/>
                  <a:pt x="96" y="252"/>
                </a:cubicBezTo>
                <a:cubicBezTo>
                  <a:pt x="96" y="249"/>
                  <a:pt x="96" y="246"/>
                  <a:pt x="96" y="243"/>
                </a:cubicBezTo>
                <a:cubicBezTo>
                  <a:pt x="96" y="243"/>
                  <a:pt x="96" y="243"/>
                  <a:pt x="96" y="243"/>
                </a:cubicBezTo>
                <a:cubicBezTo>
                  <a:pt x="96" y="243"/>
                  <a:pt x="96" y="243"/>
                  <a:pt x="96" y="243"/>
                </a:cubicBezTo>
                <a:cubicBezTo>
                  <a:pt x="96" y="243"/>
                  <a:pt x="96" y="243"/>
                  <a:pt x="96" y="243"/>
                </a:cubicBezTo>
                <a:cubicBezTo>
                  <a:pt x="97" y="235"/>
                  <a:pt x="98" y="228"/>
                  <a:pt x="99" y="221"/>
                </a:cubicBezTo>
                <a:cubicBezTo>
                  <a:pt x="100" y="216"/>
                  <a:pt x="105" y="213"/>
                  <a:pt x="110" y="213"/>
                </a:cubicBezTo>
                <a:cubicBezTo>
                  <a:pt x="135" y="213"/>
                  <a:pt x="135" y="213"/>
                  <a:pt x="135" y="213"/>
                </a:cubicBezTo>
                <a:cubicBezTo>
                  <a:pt x="137" y="209"/>
                  <a:pt x="138" y="205"/>
                  <a:pt x="140" y="201"/>
                </a:cubicBezTo>
                <a:cubicBezTo>
                  <a:pt x="122" y="183"/>
                  <a:pt x="122" y="183"/>
                  <a:pt x="122" y="183"/>
                </a:cubicBezTo>
                <a:cubicBezTo>
                  <a:pt x="119" y="179"/>
                  <a:pt x="118" y="174"/>
                  <a:pt x="121" y="169"/>
                </a:cubicBezTo>
                <a:cubicBezTo>
                  <a:pt x="123" y="166"/>
                  <a:pt x="125" y="163"/>
                  <a:pt x="128" y="160"/>
                </a:cubicBezTo>
                <a:cubicBezTo>
                  <a:pt x="137" y="148"/>
                  <a:pt x="148" y="137"/>
                  <a:pt x="160" y="128"/>
                </a:cubicBezTo>
                <a:cubicBezTo>
                  <a:pt x="163" y="125"/>
                  <a:pt x="166" y="123"/>
                  <a:pt x="169" y="121"/>
                </a:cubicBezTo>
                <a:cubicBezTo>
                  <a:pt x="174" y="118"/>
                  <a:pt x="179" y="119"/>
                  <a:pt x="183" y="122"/>
                </a:cubicBezTo>
                <a:cubicBezTo>
                  <a:pt x="201" y="140"/>
                  <a:pt x="201" y="140"/>
                  <a:pt x="201" y="140"/>
                </a:cubicBezTo>
                <a:cubicBezTo>
                  <a:pt x="205" y="138"/>
                  <a:pt x="209" y="137"/>
                  <a:pt x="213" y="135"/>
                </a:cubicBezTo>
                <a:cubicBezTo>
                  <a:pt x="213" y="110"/>
                  <a:pt x="213" y="110"/>
                  <a:pt x="213" y="110"/>
                </a:cubicBezTo>
                <a:cubicBezTo>
                  <a:pt x="213" y="105"/>
                  <a:pt x="216" y="100"/>
                  <a:pt x="221" y="99"/>
                </a:cubicBezTo>
                <a:cubicBezTo>
                  <a:pt x="228" y="98"/>
                  <a:pt x="236" y="97"/>
                  <a:pt x="243" y="96"/>
                </a:cubicBezTo>
                <a:cubicBezTo>
                  <a:pt x="251" y="96"/>
                  <a:pt x="260" y="96"/>
                  <a:pt x="268" y="96"/>
                </a:cubicBezTo>
                <a:cubicBezTo>
                  <a:pt x="276" y="97"/>
                  <a:pt x="283" y="98"/>
                  <a:pt x="290" y="99"/>
                </a:cubicBezTo>
                <a:cubicBezTo>
                  <a:pt x="295" y="100"/>
                  <a:pt x="298" y="105"/>
                  <a:pt x="298" y="110"/>
                </a:cubicBezTo>
                <a:cubicBezTo>
                  <a:pt x="298" y="135"/>
                  <a:pt x="298" y="135"/>
                  <a:pt x="298" y="135"/>
                </a:cubicBezTo>
                <a:cubicBezTo>
                  <a:pt x="303" y="137"/>
                  <a:pt x="307" y="138"/>
                  <a:pt x="311" y="140"/>
                </a:cubicBezTo>
                <a:cubicBezTo>
                  <a:pt x="329" y="122"/>
                  <a:pt x="329" y="122"/>
                  <a:pt x="329" y="122"/>
                </a:cubicBezTo>
                <a:cubicBezTo>
                  <a:pt x="332" y="119"/>
                  <a:pt x="338" y="118"/>
                  <a:pt x="342" y="121"/>
                </a:cubicBezTo>
                <a:cubicBezTo>
                  <a:pt x="345" y="123"/>
                  <a:pt x="347" y="125"/>
                  <a:pt x="350" y="127"/>
                </a:cubicBezTo>
                <a:cubicBezTo>
                  <a:pt x="350" y="127"/>
                  <a:pt x="351" y="127"/>
                  <a:pt x="351" y="128"/>
                </a:cubicBezTo>
                <a:cubicBezTo>
                  <a:pt x="352" y="128"/>
                  <a:pt x="353" y="129"/>
                  <a:pt x="353" y="129"/>
                </a:cubicBezTo>
                <a:cubicBezTo>
                  <a:pt x="364" y="137"/>
                  <a:pt x="374" y="147"/>
                  <a:pt x="383" y="159"/>
                </a:cubicBezTo>
                <a:cubicBezTo>
                  <a:pt x="383" y="159"/>
                  <a:pt x="383" y="159"/>
                  <a:pt x="384" y="160"/>
                </a:cubicBezTo>
                <a:cubicBezTo>
                  <a:pt x="384" y="160"/>
                  <a:pt x="384" y="161"/>
                  <a:pt x="385" y="161"/>
                </a:cubicBezTo>
                <a:cubicBezTo>
                  <a:pt x="385" y="162"/>
                  <a:pt x="385" y="162"/>
                  <a:pt x="385" y="162"/>
                </a:cubicBezTo>
                <a:cubicBezTo>
                  <a:pt x="387" y="164"/>
                  <a:pt x="389" y="167"/>
                  <a:pt x="390" y="169"/>
                </a:cubicBezTo>
                <a:cubicBezTo>
                  <a:pt x="393" y="174"/>
                  <a:pt x="392" y="179"/>
                  <a:pt x="389" y="183"/>
                </a:cubicBezTo>
                <a:cubicBezTo>
                  <a:pt x="371" y="201"/>
                  <a:pt x="371" y="201"/>
                  <a:pt x="371" y="201"/>
                </a:cubicBezTo>
                <a:cubicBezTo>
                  <a:pt x="373" y="205"/>
                  <a:pt x="375" y="209"/>
                  <a:pt x="376" y="213"/>
                </a:cubicBezTo>
                <a:cubicBezTo>
                  <a:pt x="401" y="213"/>
                  <a:pt x="401" y="213"/>
                  <a:pt x="401" y="213"/>
                </a:cubicBezTo>
                <a:cubicBezTo>
                  <a:pt x="406" y="213"/>
                  <a:pt x="411" y="216"/>
                  <a:pt x="412" y="221"/>
                </a:cubicBezTo>
                <a:cubicBezTo>
                  <a:pt x="414" y="228"/>
                  <a:pt x="414" y="235"/>
                  <a:pt x="416" y="243"/>
                </a:cubicBezTo>
                <a:cubicBezTo>
                  <a:pt x="416" y="243"/>
                  <a:pt x="416" y="243"/>
                  <a:pt x="416" y="243"/>
                </a:cubicBezTo>
                <a:cubicBezTo>
                  <a:pt x="416" y="247"/>
                  <a:pt x="416" y="251"/>
                  <a:pt x="416" y="256"/>
                </a:cubicBezTo>
                <a:cubicBezTo>
                  <a:pt x="416" y="260"/>
                  <a:pt x="415" y="264"/>
                  <a:pt x="415" y="268"/>
                </a:cubicBezTo>
                <a:close/>
              </a:path>
            </a:pathLst>
          </a:custGeom>
          <a:solidFill>
            <a:srgbClr val="DDEFE8"/>
          </a:solidFill>
          <a:ln>
            <a:noFill/>
          </a:ln>
        </p:spPr>
        <p:txBody>
          <a:bodyPr vert="horz" wrap="square" lIns="74295" tIns="37148" rIns="74295" bIns="37148" numCol="1" anchor="t" anchorCtr="0" compatLnSpc="1">
            <a:prstTxWarp prst="textNoShape">
              <a:avLst/>
            </a:prstTxWarp>
          </a:bodyPr>
          <a:lstStyle/>
          <a:p>
            <a:pPr defTabSz="742969">
              <a:defRPr/>
            </a:pPr>
            <a:endParaRPr lang="en-GB" sz="1463" kern="0">
              <a:solidFill>
                <a:prstClr val="black"/>
              </a:solidFill>
              <a:latin typeface="Aptos" panose="020B0004020202020204" pitchFamily="34" charset="0"/>
            </a:endParaRPr>
          </a:p>
        </p:txBody>
      </p:sp>
      <p:sp>
        <p:nvSpPr>
          <p:cNvPr id="107" name="Freeform 337">
            <a:extLst>
              <a:ext uri="{FF2B5EF4-FFF2-40B4-BE49-F238E27FC236}">
                <a16:creationId xmlns:a16="http://schemas.microsoft.com/office/drawing/2014/main" id="{F8BCFA25-B696-B84F-A13C-1437333E4584}"/>
              </a:ext>
            </a:extLst>
          </p:cNvPr>
          <p:cNvSpPr>
            <a:spLocks noChangeAspect="1" noEditPoints="1"/>
          </p:cNvSpPr>
          <p:nvPr/>
        </p:nvSpPr>
        <p:spPr bwMode="auto">
          <a:xfrm>
            <a:off x="5620634" y="3496930"/>
            <a:ext cx="351000" cy="351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5 w 512"/>
              <a:gd name="T11" fmla="*/ 238 h 512"/>
              <a:gd name="T12" fmla="*/ 405 w 512"/>
              <a:gd name="T13" fmla="*/ 245 h 512"/>
              <a:gd name="T14" fmla="*/ 384 w 512"/>
              <a:gd name="T15" fmla="*/ 245 h 512"/>
              <a:gd name="T16" fmla="*/ 384 w 512"/>
              <a:gd name="T17" fmla="*/ 384 h 512"/>
              <a:gd name="T18" fmla="*/ 373 w 512"/>
              <a:gd name="T19" fmla="*/ 394 h 512"/>
              <a:gd name="T20" fmla="*/ 277 w 512"/>
              <a:gd name="T21" fmla="*/ 394 h 512"/>
              <a:gd name="T22" fmla="*/ 266 w 512"/>
              <a:gd name="T23" fmla="*/ 384 h 512"/>
              <a:gd name="T24" fmla="*/ 266 w 512"/>
              <a:gd name="T25" fmla="*/ 330 h 512"/>
              <a:gd name="T26" fmla="*/ 245 w 512"/>
              <a:gd name="T27" fmla="*/ 330 h 512"/>
              <a:gd name="T28" fmla="*/ 245 w 512"/>
              <a:gd name="T29" fmla="*/ 384 h 512"/>
              <a:gd name="T30" fmla="*/ 234 w 512"/>
              <a:gd name="T31" fmla="*/ 394 h 512"/>
              <a:gd name="T32" fmla="*/ 138 w 512"/>
              <a:gd name="T33" fmla="*/ 394 h 512"/>
              <a:gd name="T34" fmla="*/ 128 w 512"/>
              <a:gd name="T35" fmla="*/ 384 h 512"/>
              <a:gd name="T36" fmla="*/ 128 w 512"/>
              <a:gd name="T37" fmla="*/ 245 h 512"/>
              <a:gd name="T38" fmla="*/ 106 w 512"/>
              <a:gd name="T39" fmla="*/ 245 h 512"/>
              <a:gd name="T40" fmla="*/ 96 w 512"/>
              <a:gd name="T41" fmla="*/ 238 h 512"/>
              <a:gd name="T42" fmla="*/ 99 w 512"/>
              <a:gd name="T43" fmla="*/ 226 h 512"/>
              <a:gd name="T44" fmla="*/ 249 w 512"/>
              <a:gd name="T45" fmla="*/ 98 h 512"/>
              <a:gd name="T46" fmla="*/ 263 w 512"/>
              <a:gd name="T47" fmla="*/ 98 h 512"/>
              <a:gd name="T48" fmla="*/ 412 w 512"/>
              <a:gd name="T49" fmla="*/ 226 h 512"/>
              <a:gd name="T50" fmla="*/ 415 w 512"/>
              <a:gd name="T51" fmla="*/ 238 h 512"/>
              <a:gd name="T52" fmla="*/ 256 w 512"/>
              <a:gd name="T53" fmla="*/ 120 h 512"/>
              <a:gd name="T54" fmla="*/ 376 w 512"/>
              <a:gd name="T55" fmla="*/ 224 h 512"/>
              <a:gd name="T56" fmla="*/ 373 w 512"/>
              <a:gd name="T57" fmla="*/ 224 h 512"/>
              <a:gd name="T58" fmla="*/ 362 w 512"/>
              <a:gd name="T59" fmla="*/ 234 h 512"/>
              <a:gd name="T60" fmla="*/ 362 w 512"/>
              <a:gd name="T61" fmla="*/ 373 h 512"/>
              <a:gd name="T62" fmla="*/ 288 w 512"/>
              <a:gd name="T63" fmla="*/ 373 h 512"/>
              <a:gd name="T64" fmla="*/ 288 w 512"/>
              <a:gd name="T65" fmla="*/ 320 h 512"/>
              <a:gd name="T66" fmla="*/ 277 w 512"/>
              <a:gd name="T67" fmla="*/ 309 h 512"/>
              <a:gd name="T68" fmla="*/ 234 w 512"/>
              <a:gd name="T69" fmla="*/ 309 h 512"/>
              <a:gd name="T70" fmla="*/ 224 w 512"/>
              <a:gd name="T71" fmla="*/ 320 h 512"/>
              <a:gd name="T72" fmla="*/ 224 w 512"/>
              <a:gd name="T73" fmla="*/ 373 h 512"/>
              <a:gd name="T74" fmla="*/ 149 w 512"/>
              <a:gd name="T75" fmla="*/ 373 h 512"/>
              <a:gd name="T76" fmla="*/ 149 w 512"/>
              <a:gd name="T77" fmla="*/ 234 h 512"/>
              <a:gd name="T78" fmla="*/ 138 w 512"/>
              <a:gd name="T79" fmla="*/ 224 h 512"/>
              <a:gd name="T80" fmla="*/ 135 w 512"/>
              <a:gd name="T81" fmla="*/ 224 h 512"/>
              <a:gd name="T82" fmla="*/ 256 w 512"/>
              <a:gd name="T83" fmla="*/ 12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38"/>
                </a:moveTo>
                <a:cubicBezTo>
                  <a:pt x="413" y="242"/>
                  <a:pt x="409" y="245"/>
                  <a:pt x="405" y="245"/>
                </a:cubicBezTo>
                <a:cubicBezTo>
                  <a:pt x="384" y="245"/>
                  <a:pt x="384" y="245"/>
                  <a:pt x="384" y="245"/>
                </a:cubicBezTo>
                <a:cubicBezTo>
                  <a:pt x="384" y="384"/>
                  <a:pt x="384" y="384"/>
                  <a:pt x="384" y="384"/>
                </a:cubicBezTo>
                <a:cubicBezTo>
                  <a:pt x="384" y="390"/>
                  <a:pt x="379" y="394"/>
                  <a:pt x="373" y="394"/>
                </a:cubicBezTo>
                <a:cubicBezTo>
                  <a:pt x="277" y="394"/>
                  <a:pt x="277" y="394"/>
                  <a:pt x="277" y="394"/>
                </a:cubicBezTo>
                <a:cubicBezTo>
                  <a:pt x="271" y="394"/>
                  <a:pt x="266" y="390"/>
                  <a:pt x="266" y="384"/>
                </a:cubicBezTo>
                <a:cubicBezTo>
                  <a:pt x="266" y="330"/>
                  <a:pt x="266" y="330"/>
                  <a:pt x="266" y="330"/>
                </a:cubicBezTo>
                <a:cubicBezTo>
                  <a:pt x="245" y="330"/>
                  <a:pt x="245" y="330"/>
                  <a:pt x="245" y="330"/>
                </a:cubicBezTo>
                <a:cubicBezTo>
                  <a:pt x="245" y="384"/>
                  <a:pt x="245" y="384"/>
                  <a:pt x="245" y="384"/>
                </a:cubicBezTo>
                <a:cubicBezTo>
                  <a:pt x="245" y="390"/>
                  <a:pt x="240" y="394"/>
                  <a:pt x="234" y="394"/>
                </a:cubicBezTo>
                <a:cubicBezTo>
                  <a:pt x="138" y="394"/>
                  <a:pt x="138" y="394"/>
                  <a:pt x="138" y="394"/>
                </a:cubicBezTo>
                <a:cubicBezTo>
                  <a:pt x="132" y="394"/>
                  <a:pt x="128" y="390"/>
                  <a:pt x="128" y="384"/>
                </a:cubicBezTo>
                <a:cubicBezTo>
                  <a:pt x="128" y="245"/>
                  <a:pt x="128" y="245"/>
                  <a:pt x="128" y="245"/>
                </a:cubicBezTo>
                <a:cubicBezTo>
                  <a:pt x="106" y="245"/>
                  <a:pt x="106" y="245"/>
                  <a:pt x="106" y="245"/>
                </a:cubicBezTo>
                <a:cubicBezTo>
                  <a:pt x="102" y="245"/>
                  <a:pt x="98" y="242"/>
                  <a:pt x="96" y="238"/>
                </a:cubicBezTo>
                <a:cubicBezTo>
                  <a:pt x="95" y="234"/>
                  <a:pt x="96" y="229"/>
                  <a:pt x="99" y="226"/>
                </a:cubicBezTo>
                <a:cubicBezTo>
                  <a:pt x="249" y="98"/>
                  <a:pt x="249" y="98"/>
                  <a:pt x="249" y="98"/>
                </a:cubicBezTo>
                <a:cubicBezTo>
                  <a:pt x="253" y="95"/>
                  <a:pt x="259" y="95"/>
                  <a:pt x="263" y="98"/>
                </a:cubicBezTo>
                <a:cubicBezTo>
                  <a:pt x="412" y="226"/>
                  <a:pt x="412" y="226"/>
                  <a:pt x="412" y="226"/>
                </a:cubicBezTo>
                <a:cubicBezTo>
                  <a:pt x="415" y="229"/>
                  <a:pt x="417" y="234"/>
                  <a:pt x="415" y="238"/>
                </a:cubicBezTo>
                <a:close/>
                <a:moveTo>
                  <a:pt x="256" y="120"/>
                </a:moveTo>
                <a:cubicBezTo>
                  <a:pt x="376" y="224"/>
                  <a:pt x="376" y="224"/>
                  <a:pt x="376" y="224"/>
                </a:cubicBezTo>
                <a:cubicBezTo>
                  <a:pt x="373" y="224"/>
                  <a:pt x="373" y="224"/>
                  <a:pt x="373" y="224"/>
                </a:cubicBezTo>
                <a:cubicBezTo>
                  <a:pt x="367" y="224"/>
                  <a:pt x="362" y="228"/>
                  <a:pt x="362" y="234"/>
                </a:cubicBezTo>
                <a:cubicBezTo>
                  <a:pt x="362" y="373"/>
                  <a:pt x="362" y="373"/>
                  <a:pt x="362" y="373"/>
                </a:cubicBezTo>
                <a:cubicBezTo>
                  <a:pt x="288" y="373"/>
                  <a:pt x="288" y="373"/>
                  <a:pt x="288" y="373"/>
                </a:cubicBezTo>
                <a:cubicBezTo>
                  <a:pt x="288" y="320"/>
                  <a:pt x="288" y="320"/>
                  <a:pt x="288" y="320"/>
                </a:cubicBezTo>
                <a:cubicBezTo>
                  <a:pt x="288" y="314"/>
                  <a:pt x="283" y="309"/>
                  <a:pt x="277" y="309"/>
                </a:cubicBezTo>
                <a:cubicBezTo>
                  <a:pt x="234" y="309"/>
                  <a:pt x="234" y="309"/>
                  <a:pt x="234" y="309"/>
                </a:cubicBezTo>
                <a:cubicBezTo>
                  <a:pt x="228" y="309"/>
                  <a:pt x="224" y="314"/>
                  <a:pt x="224" y="320"/>
                </a:cubicBezTo>
                <a:cubicBezTo>
                  <a:pt x="224" y="373"/>
                  <a:pt x="224" y="373"/>
                  <a:pt x="224" y="373"/>
                </a:cubicBezTo>
                <a:cubicBezTo>
                  <a:pt x="149" y="373"/>
                  <a:pt x="149" y="373"/>
                  <a:pt x="149" y="373"/>
                </a:cubicBezTo>
                <a:cubicBezTo>
                  <a:pt x="149" y="234"/>
                  <a:pt x="149" y="234"/>
                  <a:pt x="149" y="234"/>
                </a:cubicBezTo>
                <a:cubicBezTo>
                  <a:pt x="149" y="228"/>
                  <a:pt x="144" y="224"/>
                  <a:pt x="138" y="224"/>
                </a:cubicBezTo>
                <a:cubicBezTo>
                  <a:pt x="135" y="224"/>
                  <a:pt x="135" y="224"/>
                  <a:pt x="135" y="224"/>
                </a:cubicBezTo>
                <a:lnTo>
                  <a:pt x="256" y="120"/>
                </a:lnTo>
                <a:close/>
              </a:path>
            </a:pathLst>
          </a:custGeom>
          <a:solidFill>
            <a:srgbClr val="DDEFE8"/>
          </a:solidFill>
          <a:ln>
            <a:noFill/>
          </a:ln>
        </p:spPr>
        <p:txBody>
          <a:bodyPr vert="horz" wrap="square" lIns="74295" tIns="37148" rIns="74295" bIns="37148" numCol="1" anchor="t" anchorCtr="0" compatLnSpc="1">
            <a:prstTxWarp prst="textNoShape">
              <a:avLst/>
            </a:prstTxWarp>
          </a:bodyPr>
          <a:lstStyle/>
          <a:p>
            <a:pPr defTabSz="742969">
              <a:defRPr/>
            </a:pPr>
            <a:endParaRPr lang="en-GB" sz="1463" kern="0">
              <a:solidFill>
                <a:prstClr val="black"/>
              </a:solidFill>
              <a:latin typeface="Aptos" panose="020B0004020202020204" pitchFamily="34" charset="0"/>
            </a:endParaRPr>
          </a:p>
        </p:txBody>
      </p:sp>
      <p:sp>
        <p:nvSpPr>
          <p:cNvPr id="108" name="等腰三角形 222">
            <a:extLst>
              <a:ext uri="{FF2B5EF4-FFF2-40B4-BE49-F238E27FC236}">
                <a16:creationId xmlns:a16="http://schemas.microsoft.com/office/drawing/2014/main" id="{72199073-F2C4-D64A-BB25-5A718AA6655E}"/>
              </a:ext>
            </a:extLst>
          </p:cNvPr>
          <p:cNvSpPr/>
          <p:nvPr/>
        </p:nvSpPr>
        <p:spPr bwMode="gray">
          <a:xfrm rot="10800000" flipV="1">
            <a:off x="4826583" y="5376414"/>
            <a:ext cx="244580" cy="156024"/>
          </a:xfrm>
          <a:prstGeom prst="triangle">
            <a:avLst/>
          </a:prstGeom>
          <a:solidFill>
            <a:srgbClr val="53565A"/>
          </a:solidFill>
          <a:ln w="38100" algn="ctr">
            <a:noFill/>
            <a:miter lim="800000"/>
            <a:headEnd/>
            <a:tailEnd/>
          </a:ln>
        </p:spPr>
        <p:txBody>
          <a:bodyPr wrap="square" lIns="72231" tIns="72231" rIns="72231" bIns="72231" rtlCol="0" anchor="ctr"/>
          <a:lstStyle/>
          <a:p>
            <a:pPr algn="ctr" defTabSz="742969">
              <a:lnSpc>
                <a:spcPct val="106000"/>
              </a:lnSpc>
              <a:defRPr/>
            </a:pPr>
            <a:endParaRPr lang="en-US" sz="1300" b="1" kern="0" dirty="0">
              <a:solidFill>
                <a:prstClr val="white"/>
              </a:solidFill>
              <a:latin typeface="Aptos" panose="020B0004020202020204" pitchFamily="34" charset="0"/>
            </a:endParaRPr>
          </a:p>
        </p:txBody>
      </p:sp>
      <p:sp>
        <p:nvSpPr>
          <p:cNvPr id="109" name="椭圆 223">
            <a:extLst>
              <a:ext uri="{FF2B5EF4-FFF2-40B4-BE49-F238E27FC236}">
                <a16:creationId xmlns:a16="http://schemas.microsoft.com/office/drawing/2014/main" id="{784EE13B-F77F-454B-B95F-45EE9AEC6419}"/>
              </a:ext>
            </a:extLst>
          </p:cNvPr>
          <p:cNvSpPr/>
          <p:nvPr/>
        </p:nvSpPr>
        <p:spPr bwMode="gray">
          <a:xfrm flipV="1">
            <a:off x="4926095" y="2179190"/>
            <a:ext cx="53816" cy="53816"/>
          </a:xfrm>
          <a:prstGeom prst="ellipse">
            <a:avLst/>
          </a:prstGeom>
          <a:solidFill>
            <a:srgbClr val="D0D0CE"/>
          </a:solidFill>
          <a:ln w="19050" algn="ctr">
            <a:noFill/>
            <a:miter lim="800000"/>
            <a:headEnd/>
            <a:tailEnd/>
          </a:ln>
        </p:spPr>
        <p:txBody>
          <a:bodyPr wrap="square" lIns="72231" tIns="72231" rIns="72231" bIns="72231" rtlCol="0" anchor="ctr"/>
          <a:lstStyle/>
          <a:p>
            <a:pPr algn="ctr" defTabSz="742969">
              <a:lnSpc>
                <a:spcPct val="106000"/>
              </a:lnSpc>
              <a:defRPr/>
            </a:pPr>
            <a:endParaRPr lang="en-US" sz="1300" b="1" kern="0" dirty="0">
              <a:solidFill>
                <a:prstClr val="white"/>
              </a:solidFill>
              <a:latin typeface="Aptos" panose="020B0004020202020204" pitchFamily="34" charset="0"/>
            </a:endParaRPr>
          </a:p>
        </p:txBody>
      </p:sp>
      <p:sp>
        <p:nvSpPr>
          <p:cNvPr id="110" name="TextBox 30">
            <a:extLst>
              <a:ext uri="{FF2B5EF4-FFF2-40B4-BE49-F238E27FC236}">
                <a16:creationId xmlns:a16="http://schemas.microsoft.com/office/drawing/2014/main" id="{B3794E8D-A1EF-4A43-92B7-B0C2516D6D07}"/>
              </a:ext>
            </a:extLst>
          </p:cNvPr>
          <p:cNvSpPr txBox="1">
            <a:spLocks noChangeArrowheads="1"/>
          </p:cNvSpPr>
          <p:nvPr/>
        </p:nvSpPr>
        <p:spPr bwMode="auto">
          <a:xfrm>
            <a:off x="407592" y="1557446"/>
            <a:ext cx="2031017" cy="391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lnSpc>
                <a:spcPct val="130000"/>
              </a:lnSpc>
            </a:pPr>
            <a:r>
              <a:rPr lang="en-US" sz="1625" dirty="0">
                <a:solidFill>
                  <a:prstClr val="white"/>
                </a:solidFill>
                <a:latin typeface="Aptos" panose="020B0004020202020204" pitchFamily="34" charset="0"/>
                <a:ea typeface="Lato" pitchFamily="34" charset="0"/>
                <a:cs typeface="Lato" pitchFamily="34" charset="0"/>
              </a:rPr>
              <a:t>TITLE</a:t>
            </a:r>
          </a:p>
        </p:txBody>
      </p:sp>
      <p:sp>
        <p:nvSpPr>
          <p:cNvPr id="111" name="TextBox 30">
            <a:extLst>
              <a:ext uri="{FF2B5EF4-FFF2-40B4-BE49-F238E27FC236}">
                <a16:creationId xmlns:a16="http://schemas.microsoft.com/office/drawing/2014/main" id="{6961F8BE-5535-8440-80D5-DFFBDE3DC442}"/>
              </a:ext>
            </a:extLst>
          </p:cNvPr>
          <p:cNvSpPr txBox="1">
            <a:spLocks noChangeArrowheads="1"/>
          </p:cNvSpPr>
          <p:nvPr/>
        </p:nvSpPr>
        <p:spPr bwMode="auto">
          <a:xfrm>
            <a:off x="7099138" y="1557446"/>
            <a:ext cx="2031017" cy="391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lnSpc>
                <a:spcPct val="130000"/>
              </a:lnSpc>
            </a:pPr>
            <a:r>
              <a:rPr lang="en-US" sz="1625" dirty="0">
                <a:solidFill>
                  <a:prstClr val="white"/>
                </a:solidFill>
                <a:latin typeface="Aptos" panose="020B0004020202020204" pitchFamily="34" charset="0"/>
                <a:ea typeface="Lato" pitchFamily="34" charset="0"/>
                <a:cs typeface="Lato" pitchFamily="34" charset="0"/>
              </a:rPr>
              <a:t>TITLE</a:t>
            </a:r>
          </a:p>
        </p:txBody>
      </p:sp>
    </p:spTree>
    <p:extLst>
      <p:ext uri="{BB962C8B-B14F-4D97-AF65-F5344CB8AC3E}">
        <p14:creationId xmlns:p14="http://schemas.microsoft.com/office/powerpoint/2010/main" val="123482518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10"/>
                                        </p:tgtEl>
                                        <p:attrNameLst>
                                          <p:attrName>style.visibility</p:attrName>
                                        </p:attrNameLst>
                                      </p:cBhvr>
                                      <p:to>
                                        <p:strVal val="visible"/>
                                      </p:to>
                                    </p:set>
                                    <p:animEffect transition="in" filter="wipe(right)">
                                      <p:cBhvr>
                                        <p:cTn id="7" dur="250"/>
                                        <p:tgtEl>
                                          <p:spTgt spid="110"/>
                                        </p:tgtEl>
                                      </p:cBhvr>
                                    </p:animEffect>
                                  </p:childTnLst>
                                </p:cTn>
                              </p:par>
                            </p:childTnLst>
                          </p:cTn>
                        </p:par>
                        <p:par>
                          <p:cTn id="8" fill="hold">
                            <p:stCondLst>
                              <p:cond delay="250"/>
                            </p:stCondLst>
                            <p:childTnLst>
                              <p:par>
                                <p:cTn id="9" presetID="22" presetClass="entr" presetSubtype="2" fill="hold" grpId="0" nodeType="afterEffect">
                                  <p:stCondLst>
                                    <p:cond delay="0"/>
                                  </p:stCondLst>
                                  <p:childTnLst>
                                    <p:set>
                                      <p:cBhvr>
                                        <p:cTn id="10" dur="1" fill="hold">
                                          <p:stCondLst>
                                            <p:cond delay="0"/>
                                          </p:stCondLst>
                                        </p:cTn>
                                        <p:tgtEl>
                                          <p:spTgt spid="111"/>
                                        </p:tgtEl>
                                        <p:attrNameLst>
                                          <p:attrName>style.visibility</p:attrName>
                                        </p:attrNameLst>
                                      </p:cBhvr>
                                      <p:to>
                                        <p:strVal val="visible"/>
                                      </p:to>
                                    </p:set>
                                    <p:animEffect transition="in" filter="wipe(right)">
                                      <p:cBhvr>
                                        <p:cTn id="11" dur="25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1" grpId="0"/>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B10B84-7D23-E14B-85DB-90C345109C44}"/>
              </a:ext>
            </a:extLst>
          </p:cNvPr>
          <p:cNvSpPr>
            <a:spLocks noGrp="1"/>
          </p:cNvSpPr>
          <p:nvPr>
            <p:ph type="title"/>
          </p:nvPr>
        </p:nvSpPr>
        <p:spPr/>
        <p:txBody>
          <a:bodyPr/>
          <a:lstStyle/>
          <a:p>
            <a:r>
              <a:rPr lang="en-US" dirty="0"/>
              <a:t>Data visualization</a:t>
            </a:r>
          </a:p>
        </p:txBody>
      </p:sp>
      <p:grpSp>
        <p:nvGrpSpPr>
          <p:cNvPr id="3" name="Group 2">
            <a:extLst>
              <a:ext uri="{FF2B5EF4-FFF2-40B4-BE49-F238E27FC236}">
                <a16:creationId xmlns:a16="http://schemas.microsoft.com/office/drawing/2014/main" id="{93589BF2-0B3F-3F40-B0F1-D9ECB63D83E7}"/>
              </a:ext>
            </a:extLst>
          </p:cNvPr>
          <p:cNvGrpSpPr/>
          <p:nvPr/>
        </p:nvGrpSpPr>
        <p:grpSpPr>
          <a:xfrm>
            <a:off x="394831" y="1701674"/>
            <a:ext cx="2379762" cy="2018607"/>
            <a:chOff x="468395" y="1600200"/>
            <a:chExt cx="2928938" cy="2484439"/>
          </a:xfrm>
        </p:grpSpPr>
        <p:grpSp>
          <p:nvGrpSpPr>
            <p:cNvPr id="4" name="Group 3">
              <a:extLst>
                <a:ext uri="{FF2B5EF4-FFF2-40B4-BE49-F238E27FC236}">
                  <a16:creationId xmlns:a16="http://schemas.microsoft.com/office/drawing/2014/main" id="{04D5570D-D26B-0F4F-8A3F-7AA51EB82AC2}"/>
                </a:ext>
              </a:extLst>
            </p:cNvPr>
            <p:cNvGrpSpPr/>
            <p:nvPr/>
          </p:nvGrpSpPr>
          <p:grpSpPr>
            <a:xfrm>
              <a:off x="468395" y="1600200"/>
              <a:ext cx="2322513" cy="2484439"/>
              <a:chOff x="468395" y="1600200"/>
              <a:chExt cx="2322513" cy="2484439"/>
            </a:xfrm>
          </p:grpSpPr>
          <p:sp>
            <p:nvSpPr>
              <p:cNvPr id="45" name="Freeform 26">
                <a:extLst>
                  <a:ext uri="{FF2B5EF4-FFF2-40B4-BE49-F238E27FC236}">
                    <a16:creationId xmlns:a16="http://schemas.microsoft.com/office/drawing/2014/main" id="{33550C94-FE97-734F-A541-B83B1B3FA01F}"/>
                  </a:ext>
                </a:extLst>
              </p:cNvPr>
              <p:cNvSpPr>
                <a:spLocks/>
              </p:cNvSpPr>
              <p:nvPr/>
            </p:nvSpPr>
            <p:spPr bwMode="auto">
              <a:xfrm>
                <a:off x="468395" y="17010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46" name="Oval 27">
                <a:extLst>
                  <a:ext uri="{FF2B5EF4-FFF2-40B4-BE49-F238E27FC236}">
                    <a16:creationId xmlns:a16="http://schemas.microsoft.com/office/drawing/2014/main" id="{34CB2D2C-0DE9-5C45-8068-7B141509E5AD}"/>
                  </a:ext>
                </a:extLst>
              </p:cNvPr>
              <p:cNvSpPr>
                <a:spLocks noChangeArrowheads="1"/>
              </p:cNvSpPr>
              <p:nvPr/>
            </p:nvSpPr>
            <p:spPr bwMode="auto">
              <a:xfrm>
                <a:off x="523164" y="16002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47" name="Oval 28">
                <a:extLst>
                  <a:ext uri="{FF2B5EF4-FFF2-40B4-BE49-F238E27FC236}">
                    <a16:creationId xmlns:a16="http://schemas.microsoft.com/office/drawing/2014/main" id="{1F696A62-ACFC-7146-8828-2610FFA0A342}"/>
                  </a:ext>
                </a:extLst>
              </p:cNvPr>
              <p:cNvSpPr>
                <a:spLocks noChangeArrowheads="1"/>
              </p:cNvSpPr>
              <p:nvPr/>
            </p:nvSpPr>
            <p:spPr bwMode="auto">
              <a:xfrm>
                <a:off x="826377" y="16002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48" name="Freeform 29">
                <a:extLst>
                  <a:ext uri="{FF2B5EF4-FFF2-40B4-BE49-F238E27FC236}">
                    <a16:creationId xmlns:a16="http://schemas.microsoft.com/office/drawing/2014/main" id="{21739760-AA1C-1F4B-A986-4BA1C4164C52}"/>
                  </a:ext>
                </a:extLst>
              </p:cNvPr>
              <p:cNvSpPr>
                <a:spLocks/>
              </p:cNvSpPr>
              <p:nvPr/>
            </p:nvSpPr>
            <p:spPr bwMode="auto">
              <a:xfrm>
                <a:off x="771608" y="17010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3" y="48"/>
                      <a:pt x="14" y="48"/>
                    </a:cubicBezTo>
                    <a:cubicBezTo>
                      <a:pt x="16"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49" name="Oval 30">
                <a:extLst>
                  <a:ext uri="{FF2B5EF4-FFF2-40B4-BE49-F238E27FC236}">
                    <a16:creationId xmlns:a16="http://schemas.microsoft.com/office/drawing/2014/main" id="{7A71EA13-1BFC-2F4E-B542-F66CA95C46C2}"/>
                  </a:ext>
                </a:extLst>
              </p:cNvPr>
              <p:cNvSpPr>
                <a:spLocks noChangeArrowheads="1"/>
              </p:cNvSpPr>
              <p:nvPr/>
            </p:nvSpPr>
            <p:spPr bwMode="auto">
              <a:xfrm>
                <a:off x="1129589" y="16002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50" name="Freeform 31">
                <a:extLst>
                  <a:ext uri="{FF2B5EF4-FFF2-40B4-BE49-F238E27FC236}">
                    <a16:creationId xmlns:a16="http://schemas.microsoft.com/office/drawing/2014/main" id="{5FCB7789-448C-BA40-8129-7859069FD9F3}"/>
                  </a:ext>
                </a:extLst>
              </p:cNvPr>
              <p:cNvSpPr>
                <a:spLocks/>
              </p:cNvSpPr>
              <p:nvPr/>
            </p:nvSpPr>
            <p:spPr bwMode="auto">
              <a:xfrm>
                <a:off x="1074026" y="1701007"/>
                <a:ext cx="192882" cy="440532"/>
              </a:xfrm>
              <a:custGeom>
                <a:avLst/>
                <a:gdLst>
                  <a:gd name="T0" fmla="*/ 17 w 21"/>
                  <a:gd name="T1" fmla="*/ 0 h 48"/>
                  <a:gd name="T2" fmla="*/ 5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2 w 21"/>
                  <a:gd name="T25" fmla="*/ 23 h 48"/>
                  <a:gd name="T26" fmla="*/ 12 w 21"/>
                  <a:gd name="T27" fmla="*/ 45 h 48"/>
                  <a:gd name="T28" fmla="*/ 14 w 21"/>
                  <a:gd name="T29" fmla="*/ 48 h 48"/>
                  <a:gd name="T30" fmla="*/ 17 w 21"/>
                  <a:gd name="T31" fmla="*/ 45 h 48"/>
                  <a:gd name="T32" fmla="*/ 17 w 21"/>
                  <a:gd name="T33" fmla="*/ 5 h 48"/>
                  <a:gd name="T34" fmla="*/ 18 w 21"/>
                  <a:gd name="T35" fmla="*/ 5 h 48"/>
                  <a:gd name="T36" fmla="*/ 18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5" y="0"/>
                      <a:pt x="5" y="0"/>
                      <a:pt x="5"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2" y="23"/>
                      <a:pt x="12" y="23"/>
                      <a:pt x="12" y="23"/>
                    </a:cubicBezTo>
                    <a:cubicBezTo>
                      <a:pt x="12" y="45"/>
                      <a:pt x="12" y="45"/>
                      <a:pt x="12" y="45"/>
                    </a:cubicBezTo>
                    <a:cubicBezTo>
                      <a:pt x="12" y="47"/>
                      <a:pt x="13" y="48"/>
                      <a:pt x="14" y="48"/>
                    </a:cubicBezTo>
                    <a:cubicBezTo>
                      <a:pt x="16" y="48"/>
                      <a:pt x="17" y="47"/>
                      <a:pt x="17" y="45"/>
                    </a:cubicBezTo>
                    <a:cubicBezTo>
                      <a:pt x="17" y="5"/>
                      <a:pt x="17" y="5"/>
                      <a:pt x="17" y="5"/>
                    </a:cubicBezTo>
                    <a:cubicBezTo>
                      <a:pt x="18" y="5"/>
                      <a:pt x="18" y="5"/>
                      <a:pt x="18" y="5"/>
                    </a:cubicBezTo>
                    <a:cubicBezTo>
                      <a:pt x="18" y="20"/>
                      <a:pt x="18" y="20"/>
                      <a:pt x="18" y="20"/>
                    </a:cubicBezTo>
                    <a:cubicBezTo>
                      <a:pt x="18"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51" name="Freeform 32">
                <a:extLst>
                  <a:ext uri="{FF2B5EF4-FFF2-40B4-BE49-F238E27FC236}">
                    <a16:creationId xmlns:a16="http://schemas.microsoft.com/office/drawing/2014/main" id="{A49694C3-A8D2-A84E-9FD9-8530D136FB6B}"/>
                  </a:ext>
                </a:extLst>
              </p:cNvPr>
              <p:cNvSpPr>
                <a:spLocks/>
              </p:cNvSpPr>
              <p:nvPr/>
            </p:nvSpPr>
            <p:spPr bwMode="auto">
              <a:xfrm>
                <a:off x="1386764" y="1701007"/>
                <a:ext cx="183357" cy="440532"/>
              </a:xfrm>
              <a:custGeom>
                <a:avLst/>
                <a:gdLst>
                  <a:gd name="T0" fmla="*/ 16 w 20"/>
                  <a:gd name="T1" fmla="*/ 0 h 48"/>
                  <a:gd name="T2" fmla="*/ 4 w 20"/>
                  <a:gd name="T3" fmla="*/ 0 h 48"/>
                  <a:gd name="T4" fmla="*/ 0 w 20"/>
                  <a:gd name="T5" fmla="*/ 4 h 48"/>
                  <a:gd name="T6" fmla="*/ 0 w 20"/>
                  <a:gd name="T7" fmla="*/ 20 h 48"/>
                  <a:gd name="T8" fmla="*/ 1 w 20"/>
                  <a:gd name="T9" fmla="*/ 22 h 48"/>
                  <a:gd name="T10" fmla="*/ 3 w 20"/>
                  <a:gd name="T11" fmla="*/ 20 h 48"/>
                  <a:gd name="T12" fmla="*/ 3 w 20"/>
                  <a:gd name="T13" fmla="*/ 5 h 48"/>
                  <a:gd name="T14" fmla="*/ 4 w 20"/>
                  <a:gd name="T15" fmla="*/ 5 h 48"/>
                  <a:gd name="T16" fmla="*/ 4 w 20"/>
                  <a:gd name="T17" fmla="*/ 45 h 48"/>
                  <a:gd name="T18" fmla="*/ 7 w 20"/>
                  <a:gd name="T19" fmla="*/ 48 h 48"/>
                  <a:gd name="T20" fmla="*/ 9 w 20"/>
                  <a:gd name="T21" fmla="*/ 45 h 48"/>
                  <a:gd name="T22" fmla="*/ 9 w 20"/>
                  <a:gd name="T23" fmla="*/ 23 h 48"/>
                  <a:gd name="T24" fmla="*/ 11 w 20"/>
                  <a:gd name="T25" fmla="*/ 23 h 48"/>
                  <a:gd name="T26" fmla="*/ 11 w 20"/>
                  <a:gd name="T27" fmla="*/ 45 h 48"/>
                  <a:gd name="T28" fmla="*/ 13 w 20"/>
                  <a:gd name="T29" fmla="*/ 48 h 48"/>
                  <a:gd name="T30" fmla="*/ 16 w 20"/>
                  <a:gd name="T31" fmla="*/ 45 h 48"/>
                  <a:gd name="T32" fmla="*/ 16 w 20"/>
                  <a:gd name="T33" fmla="*/ 5 h 48"/>
                  <a:gd name="T34" fmla="*/ 17 w 20"/>
                  <a:gd name="T35" fmla="*/ 5 h 48"/>
                  <a:gd name="T36" fmla="*/ 17 w 20"/>
                  <a:gd name="T37" fmla="*/ 20 h 48"/>
                  <a:gd name="T38" fmla="*/ 18 w 20"/>
                  <a:gd name="T39" fmla="*/ 22 h 48"/>
                  <a:gd name="T40" fmla="*/ 20 w 20"/>
                  <a:gd name="T41" fmla="*/ 20 h 48"/>
                  <a:gd name="T42" fmla="*/ 20 w 20"/>
                  <a:gd name="T43" fmla="*/ 4 h 48"/>
                  <a:gd name="T44" fmla="*/ 16 w 20"/>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48">
                    <a:moveTo>
                      <a:pt x="16" y="0"/>
                    </a:moveTo>
                    <a:cubicBezTo>
                      <a:pt x="4" y="0"/>
                      <a:pt x="4" y="0"/>
                      <a:pt x="4" y="0"/>
                    </a:cubicBezTo>
                    <a:cubicBezTo>
                      <a:pt x="1" y="0"/>
                      <a:pt x="0" y="2"/>
                      <a:pt x="0" y="4"/>
                    </a:cubicBezTo>
                    <a:cubicBezTo>
                      <a:pt x="0" y="20"/>
                      <a:pt x="0" y="20"/>
                      <a:pt x="0" y="20"/>
                    </a:cubicBezTo>
                    <a:cubicBezTo>
                      <a:pt x="0" y="21"/>
                      <a:pt x="0" y="22"/>
                      <a:pt x="1" y="22"/>
                    </a:cubicBezTo>
                    <a:cubicBezTo>
                      <a:pt x="2"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9" y="47"/>
                      <a:pt x="9" y="45"/>
                    </a:cubicBezTo>
                    <a:cubicBezTo>
                      <a:pt x="9" y="23"/>
                      <a:pt x="9" y="23"/>
                      <a:pt x="9" y="23"/>
                    </a:cubicBezTo>
                    <a:cubicBezTo>
                      <a:pt x="11" y="23"/>
                      <a:pt x="11" y="23"/>
                      <a:pt x="11" y="23"/>
                    </a:cubicBezTo>
                    <a:cubicBezTo>
                      <a:pt x="11" y="45"/>
                      <a:pt x="11" y="45"/>
                      <a:pt x="11" y="45"/>
                    </a:cubicBezTo>
                    <a:cubicBezTo>
                      <a:pt x="11" y="47"/>
                      <a:pt x="12" y="48"/>
                      <a:pt x="13"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7" y="22"/>
                      <a:pt x="18" y="22"/>
                    </a:cubicBezTo>
                    <a:cubicBezTo>
                      <a:pt x="19" y="22"/>
                      <a:pt x="20" y="21"/>
                      <a:pt x="20" y="20"/>
                    </a:cubicBezTo>
                    <a:cubicBezTo>
                      <a:pt x="20" y="4"/>
                      <a:pt x="20" y="4"/>
                      <a:pt x="20" y="4"/>
                    </a:cubicBezTo>
                    <a:cubicBezTo>
                      <a:pt x="20" y="2"/>
                      <a:pt x="18" y="0"/>
                      <a:pt x="16"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52" name="Oval 33">
                <a:extLst>
                  <a:ext uri="{FF2B5EF4-FFF2-40B4-BE49-F238E27FC236}">
                    <a16:creationId xmlns:a16="http://schemas.microsoft.com/office/drawing/2014/main" id="{B4E525A8-3935-EC40-8432-D1DEA36CF635}"/>
                  </a:ext>
                </a:extLst>
              </p:cNvPr>
              <p:cNvSpPr>
                <a:spLocks noChangeArrowheads="1"/>
              </p:cNvSpPr>
              <p:nvPr/>
            </p:nvSpPr>
            <p:spPr bwMode="auto">
              <a:xfrm>
                <a:off x="1441533" y="16002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53" name="Freeform 34">
                <a:extLst>
                  <a:ext uri="{FF2B5EF4-FFF2-40B4-BE49-F238E27FC236}">
                    <a16:creationId xmlns:a16="http://schemas.microsoft.com/office/drawing/2014/main" id="{E7B9BBB8-E41F-8E49-BA63-96A79012488F}"/>
                  </a:ext>
                </a:extLst>
              </p:cNvPr>
              <p:cNvSpPr>
                <a:spLocks/>
              </p:cNvSpPr>
              <p:nvPr/>
            </p:nvSpPr>
            <p:spPr bwMode="auto">
              <a:xfrm>
                <a:off x="1689183" y="1701007"/>
                <a:ext cx="184150" cy="440532"/>
              </a:xfrm>
              <a:custGeom>
                <a:avLst/>
                <a:gdLst>
                  <a:gd name="T0" fmla="*/ 16 w 20"/>
                  <a:gd name="T1" fmla="*/ 0 h 48"/>
                  <a:gd name="T2" fmla="*/ 4 w 20"/>
                  <a:gd name="T3" fmla="*/ 0 h 48"/>
                  <a:gd name="T4" fmla="*/ 0 w 20"/>
                  <a:gd name="T5" fmla="*/ 4 h 48"/>
                  <a:gd name="T6" fmla="*/ 0 w 20"/>
                  <a:gd name="T7" fmla="*/ 20 h 48"/>
                  <a:gd name="T8" fmla="*/ 2 w 20"/>
                  <a:gd name="T9" fmla="*/ 22 h 48"/>
                  <a:gd name="T10" fmla="*/ 3 w 20"/>
                  <a:gd name="T11" fmla="*/ 20 h 48"/>
                  <a:gd name="T12" fmla="*/ 3 w 20"/>
                  <a:gd name="T13" fmla="*/ 5 h 48"/>
                  <a:gd name="T14" fmla="*/ 4 w 20"/>
                  <a:gd name="T15" fmla="*/ 5 h 48"/>
                  <a:gd name="T16" fmla="*/ 4 w 20"/>
                  <a:gd name="T17" fmla="*/ 45 h 48"/>
                  <a:gd name="T18" fmla="*/ 7 w 20"/>
                  <a:gd name="T19" fmla="*/ 48 h 48"/>
                  <a:gd name="T20" fmla="*/ 9 w 20"/>
                  <a:gd name="T21" fmla="*/ 45 h 48"/>
                  <a:gd name="T22" fmla="*/ 9 w 20"/>
                  <a:gd name="T23" fmla="*/ 23 h 48"/>
                  <a:gd name="T24" fmla="*/ 11 w 20"/>
                  <a:gd name="T25" fmla="*/ 23 h 48"/>
                  <a:gd name="T26" fmla="*/ 11 w 20"/>
                  <a:gd name="T27" fmla="*/ 45 h 48"/>
                  <a:gd name="T28" fmla="*/ 13 w 20"/>
                  <a:gd name="T29" fmla="*/ 48 h 48"/>
                  <a:gd name="T30" fmla="*/ 16 w 20"/>
                  <a:gd name="T31" fmla="*/ 45 h 48"/>
                  <a:gd name="T32" fmla="*/ 16 w 20"/>
                  <a:gd name="T33" fmla="*/ 5 h 48"/>
                  <a:gd name="T34" fmla="*/ 17 w 20"/>
                  <a:gd name="T35" fmla="*/ 5 h 48"/>
                  <a:gd name="T36" fmla="*/ 17 w 20"/>
                  <a:gd name="T37" fmla="*/ 20 h 48"/>
                  <a:gd name="T38" fmla="*/ 19 w 20"/>
                  <a:gd name="T39" fmla="*/ 22 h 48"/>
                  <a:gd name="T40" fmla="*/ 20 w 20"/>
                  <a:gd name="T41" fmla="*/ 20 h 48"/>
                  <a:gd name="T42" fmla="*/ 20 w 20"/>
                  <a:gd name="T43" fmla="*/ 4 h 48"/>
                  <a:gd name="T44" fmla="*/ 16 w 20"/>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48">
                    <a:moveTo>
                      <a:pt x="16" y="0"/>
                    </a:moveTo>
                    <a:cubicBezTo>
                      <a:pt x="4" y="0"/>
                      <a:pt x="4" y="0"/>
                      <a:pt x="4" y="0"/>
                    </a:cubicBezTo>
                    <a:cubicBezTo>
                      <a:pt x="2" y="0"/>
                      <a:pt x="0" y="2"/>
                      <a:pt x="0" y="4"/>
                    </a:cubicBezTo>
                    <a:cubicBezTo>
                      <a:pt x="0" y="20"/>
                      <a:pt x="0" y="20"/>
                      <a:pt x="0" y="20"/>
                    </a:cubicBezTo>
                    <a:cubicBezTo>
                      <a:pt x="0" y="21"/>
                      <a:pt x="1" y="22"/>
                      <a:pt x="2" y="22"/>
                    </a:cubicBezTo>
                    <a:cubicBezTo>
                      <a:pt x="3"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9" y="47"/>
                      <a:pt x="9" y="45"/>
                    </a:cubicBezTo>
                    <a:cubicBezTo>
                      <a:pt x="9" y="23"/>
                      <a:pt x="9" y="23"/>
                      <a:pt x="9" y="23"/>
                    </a:cubicBezTo>
                    <a:cubicBezTo>
                      <a:pt x="11" y="23"/>
                      <a:pt x="11" y="23"/>
                      <a:pt x="11" y="23"/>
                    </a:cubicBezTo>
                    <a:cubicBezTo>
                      <a:pt x="11" y="45"/>
                      <a:pt x="11" y="45"/>
                      <a:pt x="11" y="45"/>
                    </a:cubicBezTo>
                    <a:cubicBezTo>
                      <a:pt x="11" y="47"/>
                      <a:pt x="12" y="48"/>
                      <a:pt x="13"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0" y="21"/>
                      <a:pt x="20" y="20"/>
                    </a:cubicBezTo>
                    <a:cubicBezTo>
                      <a:pt x="20" y="4"/>
                      <a:pt x="20" y="4"/>
                      <a:pt x="20" y="4"/>
                    </a:cubicBezTo>
                    <a:cubicBezTo>
                      <a:pt x="20" y="2"/>
                      <a:pt x="19" y="0"/>
                      <a:pt x="16"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54" name="Oval 35">
                <a:extLst>
                  <a:ext uri="{FF2B5EF4-FFF2-40B4-BE49-F238E27FC236}">
                    <a16:creationId xmlns:a16="http://schemas.microsoft.com/office/drawing/2014/main" id="{510A85F5-F852-6749-AEF0-20FFA5600B53}"/>
                  </a:ext>
                </a:extLst>
              </p:cNvPr>
              <p:cNvSpPr>
                <a:spLocks noChangeArrowheads="1"/>
              </p:cNvSpPr>
              <p:nvPr/>
            </p:nvSpPr>
            <p:spPr bwMode="auto">
              <a:xfrm>
                <a:off x="1744746" y="16002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55" name="Oval 36">
                <a:extLst>
                  <a:ext uri="{FF2B5EF4-FFF2-40B4-BE49-F238E27FC236}">
                    <a16:creationId xmlns:a16="http://schemas.microsoft.com/office/drawing/2014/main" id="{79FCBDB3-BBB4-E347-9589-84215B02254A}"/>
                  </a:ext>
                </a:extLst>
              </p:cNvPr>
              <p:cNvSpPr>
                <a:spLocks noChangeArrowheads="1"/>
              </p:cNvSpPr>
              <p:nvPr/>
            </p:nvSpPr>
            <p:spPr bwMode="auto">
              <a:xfrm>
                <a:off x="2047164" y="16002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56" name="Freeform 37">
                <a:extLst>
                  <a:ext uri="{FF2B5EF4-FFF2-40B4-BE49-F238E27FC236}">
                    <a16:creationId xmlns:a16="http://schemas.microsoft.com/office/drawing/2014/main" id="{8294802B-1DF1-BB4D-972D-FFE922CC4687}"/>
                  </a:ext>
                </a:extLst>
              </p:cNvPr>
              <p:cNvSpPr>
                <a:spLocks/>
              </p:cNvSpPr>
              <p:nvPr/>
            </p:nvSpPr>
            <p:spPr bwMode="auto">
              <a:xfrm>
                <a:off x="1992395" y="1701007"/>
                <a:ext cx="192882" cy="440532"/>
              </a:xfrm>
              <a:custGeom>
                <a:avLst/>
                <a:gdLst>
                  <a:gd name="T0" fmla="*/ 16 w 21"/>
                  <a:gd name="T1" fmla="*/ 0 h 48"/>
                  <a:gd name="T2" fmla="*/ 4 w 21"/>
                  <a:gd name="T3" fmla="*/ 0 h 48"/>
                  <a:gd name="T4" fmla="*/ 0 w 21"/>
                  <a:gd name="T5" fmla="*/ 4 h 48"/>
                  <a:gd name="T6" fmla="*/ 0 w 21"/>
                  <a:gd name="T7" fmla="*/ 20 h 48"/>
                  <a:gd name="T8" fmla="*/ 2 w 21"/>
                  <a:gd name="T9" fmla="*/ 22 h 48"/>
                  <a:gd name="T10" fmla="*/ 3 w 21"/>
                  <a:gd name="T11" fmla="*/ 20 h 48"/>
                  <a:gd name="T12" fmla="*/ 3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6 w 21"/>
                  <a:gd name="T31" fmla="*/ 45 h 48"/>
                  <a:gd name="T32" fmla="*/ 16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6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6" y="0"/>
                    </a:moveTo>
                    <a:cubicBezTo>
                      <a:pt x="4" y="0"/>
                      <a:pt x="4" y="0"/>
                      <a:pt x="4" y="0"/>
                    </a:cubicBezTo>
                    <a:cubicBezTo>
                      <a:pt x="2" y="0"/>
                      <a:pt x="0" y="2"/>
                      <a:pt x="0" y="4"/>
                    </a:cubicBezTo>
                    <a:cubicBezTo>
                      <a:pt x="0" y="20"/>
                      <a:pt x="0" y="20"/>
                      <a:pt x="0" y="20"/>
                    </a:cubicBezTo>
                    <a:cubicBezTo>
                      <a:pt x="0" y="21"/>
                      <a:pt x="1" y="22"/>
                      <a:pt x="2" y="22"/>
                    </a:cubicBezTo>
                    <a:cubicBezTo>
                      <a:pt x="3"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6"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57" name="Oval 38">
                <a:extLst>
                  <a:ext uri="{FF2B5EF4-FFF2-40B4-BE49-F238E27FC236}">
                    <a16:creationId xmlns:a16="http://schemas.microsoft.com/office/drawing/2014/main" id="{06A2C46F-CB2E-A642-8D65-D785FCB01588}"/>
                  </a:ext>
                </a:extLst>
              </p:cNvPr>
              <p:cNvSpPr>
                <a:spLocks noChangeArrowheads="1"/>
              </p:cNvSpPr>
              <p:nvPr/>
            </p:nvSpPr>
            <p:spPr bwMode="auto">
              <a:xfrm>
                <a:off x="2350377" y="16002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58" name="Freeform 39">
                <a:extLst>
                  <a:ext uri="{FF2B5EF4-FFF2-40B4-BE49-F238E27FC236}">
                    <a16:creationId xmlns:a16="http://schemas.microsoft.com/office/drawing/2014/main" id="{E915FA51-0D37-6546-8EE9-6D65972ECA6E}"/>
                  </a:ext>
                </a:extLst>
              </p:cNvPr>
              <p:cNvSpPr>
                <a:spLocks/>
              </p:cNvSpPr>
              <p:nvPr/>
            </p:nvSpPr>
            <p:spPr bwMode="auto">
              <a:xfrm>
                <a:off x="2295608" y="17010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6 w 21"/>
                  <a:gd name="T31" fmla="*/ 45 h 48"/>
                  <a:gd name="T32" fmla="*/ 16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8"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59" name="Oval 40">
                <a:extLst>
                  <a:ext uri="{FF2B5EF4-FFF2-40B4-BE49-F238E27FC236}">
                    <a16:creationId xmlns:a16="http://schemas.microsoft.com/office/drawing/2014/main" id="{0104F97D-A882-8047-B903-D9DDCF91BB6C}"/>
                  </a:ext>
                </a:extLst>
              </p:cNvPr>
              <p:cNvSpPr>
                <a:spLocks noChangeArrowheads="1"/>
              </p:cNvSpPr>
              <p:nvPr/>
            </p:nvSpPr>
            <p:spPr bwMode="auto">
              <a:xfrm>
                <a:off x="2653589" y="16002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60" name="Freeform 41">
                <a:extLst>
                  <a:ext uri="{FF2B5EF4-FFF2-40B4-BE49-F238E27FC236}">
                    <a16:creationId xmlns:a16="http://schemas.microsoft.com/office/drawing/2014/main" id="{E201E2D7-0E41-B74E-BEE6-159C8119B296}"/>
                  </a:ext>
                </a:extLst>
              </p:cNvPr>
              <p:cNvSpPr>
                <a:spLocks/>
              </p:cNvSpPr>
              <p:nvPr/>
            </p:nvSpPr>
            <p:spPr bwMode="auto">
              <a:xfrm>
                <a:off x="2598026" y="17010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61" name="Freeform 26">
                <a:extLst>
                  <a:ext uri="{FF2B5EF4-FFF2-40B4-BE49-F238E27FC236}">
                    <a16:creationId xmlns:a16="http://schemas.microsoft.com/office/drawing/2014/main" id="{F3887858-DD41-634D-8289-067A8A50B975}"/>
                  </a:ext>
                </a:extLst>
              </p:cNvPr>
              <p:cNvSpPr>
                <a:spLocks/>
              </p:cNvSpPr>
              <p:nvPr/>
            </p:nvSpPr>
            <p:spPr bwMode="auto">
              <a:xfrm>
                <a:off x="468395" y="23487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62" name="Oval 27">
                <a:extLst>
                  <a:ext uri="{FF2B5EF4-FFF2-40B4-BE49-F238E27FC236}">
                    <a16:creationId xmlns:a16="http://schemas.microsoft.com/office/drawing/2014/main" id="{455E8053-1D27-3848-B4DF-109512401E37}"/>
                  </a:ext>
                </a:extLst>
              </p:cNvPr>
              <p:cNvSpPr>
                <a:spLocks noChangeArrowheads="1"/>
              </p:cNvSpPr>
              <p:nvPr/>
            </p:nvSpPr>
            <p:spPr bwMode="auto">
              <a:xfrm>
                <a:off x="523164" y="22479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63" name="Oval 28">
                <a:extLst>
                  <a:ext uri="{FF2B5EF4-FFF2-40B4-BE49-F238E27FC236}">
                    <a16:creationId xmlns:a16="http://schemas.microsoft.com/office/drawing/2014/main" id="{53032FBB-C461-AD47-B40E-E5DF978D1378}"/>
                  </a:ext>
                </a:extLst>
              </p:cNvPr>
              <p:cNvSpPr>
                <a:spLocks noChangeArrowheads="1"/>
              </p:cNvSpPr>
              <p:nvPr/>
            </p:nvSpPr>
            <p:spPr bwMode="auto">
              <a:xfrm>
                <a:off x="826376" y="22479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64" name="Freeform 29">
                <a:extLst>
                  <a:ext uri="{FF2B5EF4-FFF2-40B4-BE49-F238E27FC236}">
                    <a16:creationId xmlns:a16="http://schemas.microsoft.com/office/drawing/2014/main" id="{1A11CA2C-51FF-1940-B461-632A616504E3}"/>
                  </a:ext>
                </a:extLst>
              </p:cNvPr>
              <p:cNvSpPr>
                <a:spLocks/>
              </p:cNvSpPr>
              <p:nvPr/>
            </p:nvSpPr>
            <p:spPr bwMode="auto">
              <a:xfrm>
                <a:off x="771607" y="23487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3" y="48"/>
                      <a:pt x="14" y="48"/>
                    </a:cubicBezTo>
                    <a:cubicBezTo>
                      <a:pt x="16"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65" name="Oval 30">
                <a:extLst>
                  <a:ext uri="{FF2B5EF4-FFF2-40B4-BE49-F238E27FC236}">
                    <a16:creationId xmlns:a16="http://schemas.microsoft.com/office/drawing/2014/main" id="{FB5395FC-B56A-4742-BF84-EB9164E8B700}"/>
                  </a:ext>
                </a:extLst>
              </p:cNvPr>
              <p:cNvSpPr>
                <a:spLocks noChangeArrowheads="1"/>
              </p:cNvSpPr>
              <p:nvPr/>
            </p:nvSpPr>
            <p:spPr bwMode="auto">
              <a:xfrm>
                <a:off x="1129589" y="22479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66" name="Freeform 31">
                <a:extLst>
                  <a:ext uri="{FF2B5EF4-FFF2-40B4-BE49-F238E27FC236}">
                    <a16:creationId xmlns:a16="http://schemas.microsoft.com/office/drawing/2014/main" id="{4787748D-BBC6-2844-AEAD-C18116D56A30}"/>
                  </a:ext>
                </a:extLst>
              </p:cNvPr>
              <p:cNvSpPr>
                <a:spLocks/>
              </p:cNvSpPr>
              <p:nvPr/>
            </p:nvSpPr>
            <p:spPr bwMode="auto">
              <a:xfrm>
                <a:off x="1074026" y="2348707"/>
                <a:ext cx="192882" cy="440532"/>
              </a:xfrm>
              <a:custGeom>
                <a:avLst/>
                <a:gdLst>
                  <a:gd name="T0" fmla="*/ 17 w 21"/>
                  <a:gd name="T1" fmla="*/ 0 h 48"/>
                  <a:gd name="T2" fmla="*/ 5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2 w 21"/>
                  <a:gd name="T25" fmla="*/ 23 h 48"/>
                  <a:gd name="T26" fmla="*/ 12 w 21"/>
                  <a:gd name="T27" fmla="*/ 45 h 48"/>
                  <a:gd name="T28" fmla="*/ 14 w 21"/>
                  <a:gd name="T29" fmla="*/ 48 h 48"/>
                  <a:gd name="T30" fmla="*/ 17 w 21"/>
                  <a:gd name="T31" fmla="*/ 45 h 48"/>
                  <a:gd name="T32" fmla="*/ 17 w 21"/>
                  <a:gd name="T33" fmla="*/ 5 h 48"/>
                  <a:gd name="T34" fmla="*/ 18 w 21"/>
                  <a:gd name="T35" fmla="*/ 5 h 48"/>
                  <a:gd name="T36" fmla="*/ 18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5" y="0"/>
                      <a:pt x="5" y="0"/>
                      <a:pt x="5"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2" y="23"/>
                      <a:pt x="12" y="23"/>
                      <a:pt x="12" y="23"/>
                    </a:cubicBezTo>
                    <a:cubicBezTo>
                      <a:pt x="12" y="45"/>
                      <a:pt x="12" y="45"/>
                      <a:pt x="12" y="45"/>
                    </a:cubicBezTo>
                    <a:cubicBezTo>
                      <a:pt x="12" y="47"/>
                      <a:pt x="13" y="48"/>
                      <a:pt x="14" y="48"/>
                    </a:cubicBezTo>
                    <a:cubicBezTo>
                      <a:pt x="16" y="48"/>
                      <a:pt x="17" y="47"/>
                      <a:pt x="17" y="45"/>
                    </a:cubicBezTo>
                    <a:cubicBezTo>
                      <a:pt x="17" y="5"/>
                      <a:pt x="17" y="5"/>
                      <a:pt x="17" y="5"/>
                    </a:cubicBezTo>
                    <a:cubicBezTo>
                      <a:pt x="18" y="5"/>
                      <a:pt x="18" y="5"/>
                      <a:pt x="18" y="5"/>
                    </a:cubicBezTo>
                    <a:cubicBezTo>
                      <a:pt x="18" y="20"/>
                      <a:pt x="18" y="20"/>
                      <a:pt x="18" y="20"/>
                    </a:cubicBezTo>
                    <a:cubicBezTo>
                      <a:pt x="18"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67" name="Freeform 32">
                <a:extLst>
                  <a:ext uri="{FF2B5EF4-FFF2-40B4-BE49-F238E27FC236}">
                    <a16:creationId xmlns:a16="http://schemas.microsoft.com/office/drawing/2014/main" id="{F9112C96-6EE4-C246-91B2-0BFD4DCE6BB7}"/>
                  </a:ext>
                </a:extLst>
              </p:cNvPr>
              <p:cNvSpPr>
                <a:spLocks/>
              </p:cNvSpPr>
              <p:nvPr/>
            </p:nvSpPr>
            <p:spPr bwMode="auto">
              <a:xfrm>
                <a:off x="1386763" y="2348707"/>
                <a:ext cx="183357" cy="440532"/>
              </a:xfrm>
              <a:custGeom>
                <a:avLst/>
                <a:gdLst>
                  <a:gd name="T0" fmla="*/ 16 w 20"/>
                  <a:gd name="T1" fmla="*/ 0 h 48"/>
                  <a:gd name="T2" fmla="*/ 4 w 20"/>
                  <a:gd name="T3" fmla="*/ 0 h 48"/>
                  <a:gd name="T4" fmla="*/ 0 w 20"/>
                  <a:gd name="T5" fmla="*/ 4 h 48"/>
                  <a:gd name="T6" fmla="*/ 0 w 20"/>
                  <a:gd name="T7" fmla="*/ 20 h 48"/>
                  <a:gd name="T8" fmla="*/ 1 w 20"/>
                  <a:gd name="T9" fmla="*/ 22 h 48"/>
                  <a:gd name="T10" fmla="*/ 3 w 20"/>
                  <a:gd name="T11" fmla="*/ 20 h 48"/>
                  <a:gd name="T12" fmla="*/ 3 w 20"/>
                  <a:gd name="T13" fmla="*/ 5 h 48"/>
                  <a:gd name="T14" fmla="*/ 4 w 20"/>
                  <a:gd name="T15" fmla="*/ 5 h 48"/>
                  <a:gd name="T16" fmla="*/ 4 w 20"/>
                  <a:gd name="T17" fmla="*/ 45 h 48"/>
                  <a:gd name="T18" fmla="*/ 7 w 20"/>
                  <a:gd name="T19" fmla="*/ 48 h 48"/>
                  <a:gd name="T20" fmla="*/ 9 w 20"/>
                  <a:gd name="T21" fmla="*/ 45 h 48"/>
                  <a:gd name="T22" fmla="*/ 9 w 20"/>
                  <a:gd name="T23" fmla="*/ 23 h 48"/>
                  <a:gd name="T24" fmla="*/ 11 w 20"/>
                  <a:gd name="T25" fmla="*/ 23 h 48"/>
                  <a:gd name="T26" fmla="*/ 11 w 20"/>
                  <a:gd name="T27" fmla="*/ 45 h 48"/>
                  <a:gd name="T28" fmla="*/ 13 w 20"/>
                  <a:gd name="T29" fmla="*/ 48 h 48"/>
                  <a:gd name="T30" fmla="*/ 16 w 20"/>
                  <a:gd name="T31" fmla="*/ 45 h 48"/>
                  <a:gd name="T32" fmla="*/ 16 w 20"/>
                  <a:gd name="T33" fmla="*/ 5 h 48"/>
                  <a:gd name="T34" fmla="*/ 17 w 20"/>
                  <a:gd name="T35" fmla="*/ 5 h 48"/>
                  <a:gd name="T36" fmla="*/ 17 w 20"/>
                  <a:gd name="T37" fmla="*/ 20 h 48"/>
                  <a:gd name="T38" fmla="*/ 18 w 20"/>
                  <a:gd name="T39" fmla="*/ 22 h 48"/>
                  <a:gd name="T40" fmla="*/ 20 w 20"/>
                  <a:gd name="T41" fmla="*/ 20 h 48"/>
                  <a:gd name="T42" fmla="*/ 20 w 20"/>
                  <a:gd name="T43" fmla="*/ 4 h 48"/>
                  <a:gd name="T44" fmla="*/ 16 w 20"/>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48">
                    <a:moveTo>
                      <a:pt x="16" y="0"/>
                    </a:moveTo>
                    <a:cubicBezTo>
                      <a:pt x="4" y="0"/>
                      <a:pt x="4" y="0"/>
                      <a:pt x="4" y="0"/>
                    </a:cubicBezTo>
                    <a:cubicBezTo>
                      <a:pt x="1" y="0"/>
                      <a:pt x="0" y="2"/>
                      <a:pt x="0" y="4"/>
                    </a:cubicBezTo>
                    <a:cubicBezTo>
                      <a:pt x="0" y="20"/>
                      <a:pt x="0" y="20"/>
                      <a:pt x="0" y="20"/>
                    </a:cubicBezTo>
                    <a:cubicBezTo>
                      <a:pt x="0" y="21"/>
                      <a:pt x="0" y="22"/>
                      <a:pt x="1" y="22"/>
                    </a:cubicBezTo>
                    <a:cubicBezTo>
                      <a:pt x="2"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9" y="47"/>
                      <a:pt x="9" y="45"/>
                    </a:cubicBezTo>
                    <a:cubicBezTo>
                      <a:pt x="9" y="23"/>
                      <a:pt x="9" y="23"/>
                      <a:pt x="9" y="23"/>
                    </a:cubicBezTo>
                    <a:cubicBezTo>
                      <a:pt x="11" y="23"/>
                      <a:pt x="11" y="23"/>
                      <a:pt x="11" y="23"/>
                    </a:cubicBezTo>
                    <a:cubicBezTo>
                      <a:pt x="11" y="45"/>
                      <a:pt x="11" y="45"/>
                      <a:pt x="11" y="45"/>
                    </a:cubicBezTo>
                    <a:cubicBezTo>
                      <a:pt x="11" y="47"/>
                      <a:pt x="12" y="48"/>
                      <a:pt x="13"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7" y="22"/>
                      <a:pt x="18" y="22"/>
                    </a:cubicBezTo>
                    <a:cubicBezTo>
                      <a:pt x="19" y="22"/>
                      <a:pt x="20" y="21"/>
                      <a:pt x="20" y="20"/>
                    </a:cubicBezTo>
                    <a:cubicBezTo>
                      <a:pt x="20" y="4"/>
                      <a:pt x="20" y="4"/>
                      <a:pt x="20" y="4"/>
                    </a:cubicBezTo>
                    <a:cubicBezTo>
                      <a:pt x="20" y="2"/>
                      <a:pt x="18" y="0"/>
                      <a:pt x="16"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68" name="Oval 33">
                <a:extLst>
                  <a:ext uri="{FF2B5EF4-FFF2-40B4-BE49-F238E27FC236}">
                    <a16:creationId xmlns:a16="http://schemas.microsoft.com/office/drawing/2014/main" id="{207DD205-7D25-DB45-8032-0331991E0A5C}"/>
                  </a:ext>
                </a:extLst>
              </p:cNvPr>
              <p:cNvSpPr>
                <a:spLocks noChangeArrowheads="1"/>
              </p:cNvSpPr>
              <p:nvPr/>
            </p:nvSpPr>
            <p:spPr bwMode="auto">
              <a:xfrm>
                <a:off x="1441532" y="22479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69" name="Freeform 34">
                <a:extLst>
                  <a:ext uri="{FF2B5EF4-FFF2-40B4-BE49-F238E27FC236}">
                    <a16:creationId xmlns:a16="http://schemas.microsoft.com/office/drawing/2014/main" id="{A45397C3-ED82-7D46-97EC-9335057C2A56}"/>
                  </a:ext>
                </a:extLst>
              </p:cNvPr>
              <p:cNvSpPr>
                <a:spLocks/>
              </p:cNvSpPr>
              <p:nvPr/>
            </p:nvSpPr>
            <p:spPr bwMode="auto">
              <a:xfrm>
                <a:off x="1689182" y="2348707"/>
                <a:ext cx="184150" cy="440532"/>
              </a:xfrm>
              <a:custGeom>
                <a:avLst/>
                <a:gdLst>
                  <a:gd name="T0" fmla="*/ 16 w 20"/>
                  <a:gd name="T1" fmla="*/ 0 h 48"/>
                  <a:gd name="T2" fmla="*/ 4 w 20"/>
                  <a:gd name="T3" fmla="*/ 0 h 48"/>
                  <a:gd name="T4" fmla="*/ 0 w 20"/>
                  <a:gd name="T5" fmla="*/ 4 h 48"/>
                  <a:gd name="T6" fmla="*/ 0 w 20"/>
                  <a:gd name="T7" fmla="*/ 20 h 48"/>
                  <a:gd name="T8" fmla="*/ 2 w 20"/>
                  <a:gd name="T9" fmla="*/ 22 h 48"/>
                  <a:gd name="T10" fmla="*/ 3 w 20"/>
                  <a:gd name="T11" fmla="*/ 20 h 48"/>
                  <a:gd name="T12" fmla="*/ 3 w 20"/>
                  <a:gd name="T13" fmla="*/ 5 h 48"/>
                  <a:gd name="T14" fmla="*/ 4 w 20"/>
                  <a:gd name="T15" fmla="*/ 5 h 48"/>
                  <a:gd name="T16" fmla="*/ 4 w 20"/>
                  <a:gd name="T17" fmla="*/ 45 h 48"/>
                  <a:gd name="T18" fmla="*/ 7 w 20"/>
                  <a:gd name="T19" fmla="*/ 48 h 48"/>
                  <a:gd name="T20" fmla="*/ 9 w 20"/>
                  <a:gd name="T21" fmla="*/ 45 h 48"/>
                  <a:gd name="T22" fmla="*/ 9 w 20"/>
                  <a:gd name="T23" fmla="*/ 23 h 48"/>
                  <a:gd name="T24" fmla="*/ 11 w 20"/>
                  <a:gd name="T25" fmla="*/ 23 h 48"/>
                  <a:gd name="T26" fmla="*/ 11 w 20"/>
                  <a:gd name="T27" fmla="*/ 45 h 48"/>
                  <a:gd name="T28" fmla="*/ 13 w 20"/>
                  <a:gd name="T29" fmla="*/ 48 h 48"/>
                  <a:gd name="T30" fmla="*/ 16 w 20"/>
                  <a:gd name="T31" fmla="*/ 45 h 48"/>
                  <a:gd name="T32" fmla="*/ 16 w 20"/>
                  <a:gd name="T33" fmla="*/ 5 h 48"/>
                  <a:gd name="T34" fmla="*/ 17 w 20"/>
                  <a:gd name="T35" fmla="*/ 5 h 48"/>
                  <a:gd name="T36" fmla="*/ 17 w 20"/>
                  <a:gd name="T37" fmla="*/ 20 h 48"/>
                  <a:gd name="T38" fmla="*/ 19 w 20"/>
                  <a:gd name="T39" fmla="*/ 22 h 48"/>
                  <a:gd name="T40" fmla="*/ 20 w 20"/>
                  <a:gd name="T41" fmla="*/ 20 h 48"/>
                  <a:gd name="T42" fmla="*/ 20 w 20"/>
                  <a:gd name="T43" fmla="*/ 4 h 48"/>
                  <a:gd name="T44" fmla="*/ 16 w 20"/>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48">
                    <a:moveTo>
                      <a:pt x="16" y="0"/>
                    </a:moveTo>
                    <a:cubicBezTo>
                      <a:pt x="4" y="0"/>
                      <a:pt x="4" y="0"/>
                      <a:pt x="4" y="0"/>
                    </a:cubicBezTo>
                    <a:cubicBezTo>
                      <a:pt x="2" y="0"/>
                      <a:pt x="0" y="2"/>
                      <a:pt x="0" y="4"/>
                    </a:cubicBezTo>
                    <a:cubicBezTo>
                      <a:pt x="0" y="20"/>
                      <a:pt x="0" y="20"/>
                      <a:pt x="0" y="20"/>
                    </a:cubicBezTo>
                    <a:cubicBezTo>
                      <a:pt x="0" y="21"/>
                      <a:pt x="1" y="22"/>
                      <a:pt x="2" y="22"/>
                    </a:cubicBezTo>
                    <a:cubicBezTo>
                      <a:pt x="3"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9" y="47"/>
                      <a:pt x="9" y="45"/>
                    </a:cubicBezTo>
                    <a:cubicBezTo>
                      <a:pt x="9" y="23"/>
                      <a:pt x="9" y="23"/>
                      <a:pt x="9" y="23"/>
                    </a:cubicBezTo>
                    <a:cubicBezTo>
                      <a:pt x="11" y="23"/>
                      <a:pt x="11" y="23"/>
                      <a:pt x="11" y="23"/>
                    </a:cubicBezTo>
                    <a:cubicBezTo>
                      <a:pt x="11" y="45"/>
                      <a:pt x="11" y="45"/>
                      <a:pt x="11" y="45"/>
                    </a:cubicBezTo>
                    <a:cubicBezTo>
                      <a:pt x="11" y="47"/>
                      <a:pt x="12" y="48"/>
                      <a:pt x="13"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0" y="21"/>
                      <a:pt x="20" y="20"/>
                    </a:cubicBezTo>
                    <a:cubicBezTo>
                      <a:pt x="20" y="4"/>
                      <a:pt x="20" y="4"/>
                      <a:pt x="20" y="4"/>
                    </a:cubicBezTo>
                    <a:cubicBezTo>
                      <a:pt x="20" y="2"/>
                      <a:pt x="19" y="0"/>
                      <a:pt x="16"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70" name="Oval 35">
                <a:extLst>
                  <a:ext uri="{FF2B5EF4-FFF2-40B4-BE49-F238E27FC236}">
                    <a16:creationId xmlns:a16="http://schemas.microsoft.com/office/drawing/2014/main" id="{06402B02-81A8-F848-998A-BDF21EEBA661}"/>
                  </a:ext>
                </a:extLst>
              </p:cNvPr>
              <p:cNvSpPr>
                <a:spLocks noChangeArrowheads="1"/>
              </p:cNvSpPr>
              <p:nvPr/>
            </p:nvSpPr>
            <p:spPr bwMode="auto">
              <a:xfrm>
                <a:off x="1744745" y="22479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71" name="Freeform 37">
                <a:extLst>
                  <a:ext uri="{FF2B5EF4-FFF2-40B4-BE49-F238E27FC236}">
                    <a16:creationId xmlns:a16="http://schemas.microsoft.com/office/drawing/2014/main" id="{7C3E88F5-630F-8648-A050-FA2396CFA4B6}"/>
                  </a:ext>
                </a:extLst>
              </p:cNvPr>
              <p:cNvSpPr>
                <a:spLocks/>
              </p:cNvSpPr>
              <p:nvPr/>
            </p:nvSpPr>
            <p:spPr bwMode="auto">
              <a:xfrm>
                <a:off x="1992395" y="2348707"/>
                <a:ext cx="192882" cy="440532"/>
              </a:xfrm>
              <a:custGeom>
                <a:avLst/>
                <a:gdLst>
                  <a:gd name="T0" fmla="*/ 16 w 21"/>
                  <a:gd name="T1" fmla="*/ 0 h 48"/>
                  <a:gd name="T2" fmla="*/ 4 w 21"/>
                  <a:gd name="T3" fmla="*/ 0 h 48"/>
                  <a:gd name="T4" fmla="*/ 0 w 21"/>
                  <a:gd name="T5" fmla="*/ 4 h 48"/>
                  <a:gd name="T6" fmla="*/ 0 w 21"/>
                  <a:gd name="T7" fmla="*/ 20 h 48"/>
                  <a:gd name="T8" fmla="*/ 2 w 21"/>
                  <a:gd name="T9" fmla="*/ 22 h 48"/>
                  <a:gd name="T10" fmla="*/ 3 w 21"/>
                  <a:gd name="T11" fmla="*/ 20 h 48"/>
                  <a:gd name="T12" fmla="*/ 3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6 w 21"/>
                  <a:gd name="T31" fmla="*/ 45 h 48"/>
                  <a:gd name="T32" fmla="*/ 16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6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6" y="0"/>
                    </a:moveTo>
                    <a:cubicBezTo>
                      <a:pt x="4" y="0"/>
                      <a:pt x="4" y="0"/>
                      <a:pt x="4" y="0"/>
                    </a:cubicBezTo>
                    <a:cubicBezTo>
                      <a:pt x="2" y="0"/>
                      <a:pt x="0" y="2"/>
                      <a:pt x="0" y="4"/>
                    </a:cubicBezTo>
                    <a:cubicBezTo>
                      <a:pt x="0" y="20"/>
                      <a:pt x="0" y="20"/>
                      <a:pt x="0" y="20"/>
                    </a:cubicBezTo>
                    <a:cubicBezTo>
                      <a:pt x="0" y="21"/>
                      <a:pt x="1" y="22"/>
                      <a:pt x="2" y="22"/>
                    </a:cubicBezTo>
                    <a:cubicBezTo>
                      <a:pt x="3"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6"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72" name="Freeform 39">
                <a:extLst>
                  <a:ext uri="{FF2B5EF4-FFF2-40B4-BE49-F238E27FC236}">
                    <a16:creationId xmlns:a16="http://schemas.microsoft.com/office/drawing/2014/main" id="{DAD70AA8-587F-5444-AD93-50D7CBD2E508}"/>
                  </a:ext>
                </a:extLst>
              </p:cNvPr>
              <p:cNvSpPr>
                <a:spLocks/>
              </p:cNvSpPr>
              <p:nvPr/>
            </p:nvSpPr>
            <p:spPr bwMode="auto">
              <a:xfrm>
                <a:off x="2295607" y="23487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6 w 21"/>
                  <a:gd name="T31" fmla="*/ 45 h 48"/>
                  <a:gd name="T32" fmla="*/ 16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8"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73" name="Freeform 26">
                <a:extLst>
                  <a:ext uri="{FF2B5EF4-FFF2-40B4-BE49-F238E27FC236}">
                    <a16:creationId xmlns:a16="http://schemas.microsoft.com/office/drawing/2014/main" id="{E5324272-8634-874A-826A-ABD6FD109DD4}"/>
                  </a:ext>
                </a:extLst>
              </p:cNvPr>
              <p:cNvSpPr>
                <a:spLocks/>
              </p:cNvSpPr>
              <p:nvPr/>
            </p:nvSpPr>
            <p:spPr bwMode="auto">
              <a:xfrm>
                <a:off x="468395" y="29964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74" name="Oval 27">
                <a:extLst>
                  <a:ext uri="{FF2B5EF4-FFF2-40B4-BE49-F238E27FC236}">
                    <a16:creationId xmlns:a16="http://schemas.microsoft.com/office/drawing/2014/main" id="{4397ED4E-1F5A-5B4E-80AE-1C53DF115EDC}"/>
                  </a:ext>
                </a:extLst>
              </p:cNvPr>
              <p:cNvSpPr>
                <a:spLocks noChangeArrowheads="1"/>
              </p:cNvSpPr>
              <p:nvPr/>
            </p:nvSpPr>
            <p:spPr bwMode="auto">
              <a:xfrm>
                <a:off x="523164" y="28956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75" name="Oval 28">
                <a:extLst>
                  <a:ext uri="{FF2B5EF4-FFF2-40B4-BE49-F238E27FC236}">
                    <a16:creationId xmlns:a16="http://schemas.microsoft.com/office/drawing/2014/main" id="{472CFF5E-16DB-2C41-8162-93013236691A}"/>
                  </a:ext>
                </a:extLst>
              </p:cNvPr>
              <p:cNvSpPr>
                <a:spLocks noChangeArrowheads="1"/>
              </p:cNvSpPr>
              <p:nvPr/>
            </p:nvSpPr>
            <p:spPr bwMode="auto">
              <a:xfrm>
                <a:off x="826376" y="28956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76" name="Freeform 29">
                <a:extLst>
                  <a:ext uri="{FF2B5EF4-FFF2-40B4-BE49-F238E27FC236}">
                    <a16:creationId xmlns:a16="http://schemas.microsoft.com/office/drawing/2014/main" id="{B2D398BC-8099-584E-983F-E9E2FC5A35CD}"/>
                  </a:ext>
                </a:extLst>
              </p:cNvPr>
              <p:cNvSpPr>
                <a:spLocks/>
              </p:cNvSpPr>
              <p:nvPr/>
            </p:nvSpPr>
            <p:spPr bwMode="auto">
              <a:xfrm>
                <a:off x="771607" y="29964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3" y="48"/>
                      <a:pt x="14" y="48"/>
                    </a:cubicBezTo>
                    <a:cubicBezTo>
                      <a:pt x="16"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77" name="Oval 30">
                <a:extLst>
                  <a:ext uri="{FF2B5EF4-FFF2-40B4-BE49-F238E27FC236}">
                    <a16:creationId xmlns:a16="http://schemas.microsoft.com/office/drawing/2014/main" id="{4FF2278C-68A7-0E44-B2D2-B077D30C4DBC}"/>
                  </a:ext>
                </a:extLst>
              </p:cNvPr>
              <p:cNvSpPr>
                <a:spLocks noChangeArrowheads="1"/>
              </p:cNvSpPr>
              <p:nvPr/>
            </p:nvSpPr>
            <p:spPr bwMode="auto">
              <a:xfrm>
                <a:off x="1129589" y="28956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78" name="Freeform 31">
                <a:extLst>
                  <a:ext uri="{FF2B5EF4-FFF2-40B4-BE49-F238E27FC236}">
                    <a16:creationId xmlns:a16="http://schemas.microsoft.com/office/drawing/2014/main" id="{2F69A5F9-9FEF-244A-8362-ECDC9AE082F3}"/>
                  </a:ext>
                </a:extLst>
              </p:cNvPr>
              <p:cNvSpPr>
                <a:spLocks/>
              </p:cNvSpPr>
              <p:nvPr/>
            </p:nvSpPr>
            <p:spPr bwMode="auto">
              <a:xfrm>
                <a:off x="1074026" y="2996407"/>
                <a:ext cx="192882" cy="440532"/>
              </a:xfrm>
              <a:custGeom>
                <a:avLst/>
                <a:gdLst>
                  <a:gd name="T0" fmla="*/ 17 w 21"/>
                  <a:gd name="T1" fmla="*/ 0 h 48"/>
                  <a:gd name="T2" fmla="*/ 5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2 w 21"/>
                  <a:gd name="T25" fmla="*/ 23 h 48"/>
                  <a:gd name="T26" fmla="*/ 12 w 21"/>
                  <a:gd name="T27" fmla="*/ 45 h 48"/>
                  <a:gd name="T28" fmla="*/ 14 w 21"/>
                  <a:gd name="T29" fmla="*/ 48 h 48"/>
                  <a:gd name="T30" fmla="*/ 17 w 21"/>
                  <a:gd name="T31" fmla="*/ 45 h 48"/>
                  <a:gd name="T32" fmla="*/ 17 w 21"/>
                  <a:gd name="T33" fmla="*/ 5 h 48"/>
                  <a:gd name="T34" fmla="*/ 18 w 21"/>
                  <a:gd name="T35" fmla="*/ 5 h 48"/>
                  <a:gd name="T36" fmla="*/ 18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5" y="0"/>
                      <a:pt x="5" y="0"/>
                      <a:pt x="5"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2" y="23"/>
                      <a:pt x="12" y="23"/>
                      <a:pt x="12" y="23"/>
                    </a:cubicBezTo>
                    <a:cubicBezTo>
                      <a:pt x="12" y="45"/>
                      <a:pt x="12" y="45"/>
                      <a:pt x="12" y="45"/>
                    </a:cubicBezTo>
                    <a:cubicBezTo>
                      <a:pt x="12" y="47"/>
                      <a:pt x="13" y="48"/>
                      <a:pt x="14" y="48"/>
                    </a:cubicBezTo>
                    <a:cubicBezTo>
                      <a:pt x="16" y="48"/>
                      <a:pt x="17" y="47"/>
                      <a:pt x="17" y="45"/>
                    </a:cubicBezTo>
                    <a:cubicBezTo>
                      <a:pt x="17" y="5"/>
                      <a:pt x="17" y="5"/>
                      <a:pt x="17" y="5"/>
                    </a:cubicBezTo>
                    <a:cubicBezTo>
                      <a:pt x="18" y="5"/>
                      <a:pt x="18" y="5"/>
                      <a:pt x="18" y="5"/>
                    </a:cubicBezTo>
                    <a:cubicBezTo>
                      <a:pt x="18" y="20"/>
                      <a:pt x="18" y="20"/>
                      <a:pt x="18" y="20"/>
                    </a:cubicBezTo>
                    <a:cubicBezTo>
                      <a:pt x="18"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79" name="Freeform 32">
                <a:extLst>
                  <a:ext uri="{FF2B5EF4-FFF2-40B4-BE49-F238E27FC236}">
                    <a16:creationId xmlns:a16="http://schemas.microsoft.com/office/drawing/2014/main" id="{80EE4C8C-0753-C24A-8DDA-F8DD9881366D}"/>
                  </a:ext>
                </a:extLst>
              </p:cNvPr>
              <p:cNvSpPr>
                <a:spLocks/>
              </p:cNvSpPr>
              <p:nvPr/>
            </p:nvSpPr>
            <p:spPr bwMode="auto">
              <a:xfrm>
                <a:off x="1386763" y="2996407"/>
                <a:ext cx="183357" cy="440532"/>
              </a:xfrm>
              <a:custGeom>
                <a:avLst/>
                <a:gdLst>
                  <a:gd name="T0" fmla="*/ 16 w 20"/>
                  <a:gd name="T1" fmla="*/ 0 h 48"/>
                  <a:gd name="T2" fmla="*/ 4 w 20"/>
                  <a:gd name="T3" fmla="*/ 0 h 48"/>
                  <a:gd name="T4" fmla="*/ 0 w 20"/>
                  <a:gd name="T5" fmla="*/ 4 h 48"/>
                  <a:gd name="T6" fmla="*/ 0 w 20"/>
                  <a:gd name="T7" fmla="*/ 20 h 48"/>
                  <a:gd name="T8" fmla="*/ 1 w 20"/>
                  <a:gd name="T9" fmla="*/ 22 h 48"/>
                  <a:gd name="T10" fmla="*/ 3 w 20"/>
                  <a:gd name="T11" fmla="*/ 20 h 48"/>
                  <a:gd name="T12" fmla="*/ 3 w 20"/>
                  <a:gd name="T13" fmla="*/ 5 h 48"/>
                  <a:gd name="T14" fmla="*/ 4 w 20"/>
                  <a:gd name="T15" fmla="*/ 5 h 48"/>
                  <a:gd name="T16" fmla="*/ 4 w 20"/>
                  <a:gd name="T17" fmla="*/ 45 h 48"/>
                  <a:gd name="T18" fmla="*/ 7 w 20"/>
                  <a:gd name="T19" fmla="*/ 48 h 48"/>
                  <a:gd name="T20" fmla="*/ 9 w 20"/>
                  <a:gd name="T21" fmla="*/ 45 h 48"/>
                  <a:gd name="T22" fmla="*/ 9 w 20"/>
                  <a:gd name="T23" fmla="*/ 23 h 48"/>
                  <a:gd name="T24" fmla="*/ 11 w 20"/>
                  <a:gd name="T25" fmla="*/ 23 h 48"/>
                  <a:gd name="T26" fmla="*/ 11 w 20"/>
                  <a:gd name="T27" fmla="*/ 45 h 48"/>
                  <a:gd name="T28" fmla="*/ 13 w 20"/>
                  <a:gd name="T29" fmla="*/ 48 h 48"/>
                  <a:gd name="T30" fmla="*/ 16 w 20"/>
                  <a:gd name="T31" fmla="*/ 45 h 48"/>
                  <a:gd name="T32" fmla="*/ 16 w 20"/>
                  <a:gd name="T33" fmla="*/ 5 h 48"/>
                  <a:gd name="T34" fmla="*/ 17 w 20"/>
                  <a:gd name="T35" fmla="*/ 5 h 48"/>
                  <a:gd name="T36" fmla="*/ 17 w 20"/>
                  <a:gd name="T37" fmla="*/ 20 h 48"/>
                  <a:gd name="T38" fmla="*/ 18 w 20"/>
                  <a:gd name="T39" fmla="*/ 22 h 48"/>
                  <a:gd name="T40" fmla="*/ 20 w 20"/>
                  <a:gd name="T41" fmla="*/ 20 h 48"/>
                  <a:gd name="T42" fmla="*/ 20 w 20"/>
                  <a:gd name="T43" fmla="*/ 4 h 48"/>
                  <a:gd name="T44" fmla="*/ 16 w 20"/>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48">
                    <a:moveTo>
                      <a:pt x="16" y="0"/>
                    </a:moveTo>
                    <a:cubicBezTo>
                      <a:pt x="4" y="0"/>
                      <a:pt x="4" y="0"/>
                      <a:pt x="4" y="0"/>
                    </a:cubicBezTo>
                    <a:cubicBezTo>
                      <a:pt x="1" y="0"/>
                      <a:pt x="0" y="2"/>
                      <a:pt x="0" y="4"/>
                    </a:cubicBezTo>
                    <a:cubicBezTo>
                      <a:pt x="0" y="20"/>
                      <a:pt x="0" y="20"/>
                      <a:pt x="0" y="20"/>
                    </a:cubicBezTo>
                    <a:cubicBezTo>
                      <a:pt x="0" y="21"/>
                      <a:pt x="0" y="22"/>
                      <a:pt x="1" y="22"/>
                    </a:cubicBezTo>
                    <a:cubicBezTo>
                      <a:pt x="2"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9" y="47"/>
                      <a:pt x="9" y="45"/>
                    </a:cubicBezTo>
                    <a:cubicBezTo>
                      <a:pt x="9" y="23"/>
                      <a:pt x="9" y="23"/>
                      <a:pt x="9" y="23"/>
                    </a:cubicBezTo>
                    <a:cubicBezTo>
                      <a:pt x="11" y="23"/>
                      <a:pt x="11" y="23"/>
                      <a:pt x="11" y="23"/>
                    </a:cubicBezTo>
                    <a:cubicBezTo>
                      <a:pt x="11" y="45"/>
                      <a:pt x="11" y="45"/>
                      <a:pt x="11" y="45"/>
                    </a:cubicBezTo>
                    <a:cubicBezTo>
                      <a:pt x="11" y="47"/>
                      <a:pt x="12" y="48"/>
                      <a:pt x="13"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7" y="22"/>
                      <a:pt x="18" y="22"/>
                    </a:cubicBezTo>
                    <a:cubicBezTo>
                      <a:pt x="19" y="22"/>
                      <a:pt x="20" y="21"/>
                      <a:pt x="20" y="20"/>
                    </a:cubicBezTo>
                    <a:cubicBezTo>
                      <a:pt x="20" y="4"/>
                      <a:pt x="20" y="4"/>
                      <a:pt x="20" y="4"/>
                    </a:cubicBezTo>
                    <a:cubicBezTo>
                      <a:pt x="20" y="2"/>
                      <a:pt x="18" y="0"/>
                      <a:pt x="16"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80" name="Oval 33">
                <a:extLst>
                  <a:ext uri="{FF2B5EF4-FFF2-40B4-BE49-F238E27FC236}">
                    <a16:creationId xmlns:a16="http://schemas.microsoft.com/office/drawing/2014/main" id="{E0348C7F-8F09-5D4B-867A-E5D65A68FBF5}"/>
                  </a:ext>
                </a:extLst>
              </p:cNvPr>
              <p:cNvSpPr>
                <a:spLocks noChangeArrowheads="1"/>
              </p:cNvSpPr>
              <p:nvPr/>
            </p:nvSpPr>
            <p:spPr bwMode="auto">
              <a:xfrm>
                <a:off x="1441532" y="28956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81" name="Freeform 34">
                <a:extLst>
                  <a:ext uri="{FF2B5EF4-FFF2-40B4-BE49-F238E27FC236}">
                    <a16:creationId xmlns:a16="http://schemas.microsoft.com/office/drawing/2014/main" id="{DC69F285-C958-3040-B7C1-C0BFBE2128BA}"/>
                  </a:ext>
                </a:extLst>
              </p:cNvPr>
              <p:cNvSpPr>
                <a:spLocks/>
              </p:cNvSpPr>
              <p:nvPr/>
            </p:nvSpPr>
            <p:spPr bwMode="auto">
              <a:xfrm>
                <a:off x="1689182" y="2996407"/>
                <a:ext cx="184150" cy="440532"/>
              </a:xfrm>
              <a:custGeom>
                <a:avLst/>
                <a:gdLst>
                  <a:gd name="T0" fmla="*/ 16 w 20"/>
                  <a:gd name="T1" fmla="*/ 0 h 48"/>
                  <a:gd name="T2" fmla="*/ 4 w 20"/>
                  <a:gd name="T3" fmla="*/ 0 h 48"/>
                  <a:gd name="T4" fmla="*/ 0 w 20"/>
                  <a:gd name="T5" fmla="*/ 4 h 48"/>
                  <a:gd name="T6" fmla="*/ 0 w 20"/>
                  <a:gd name="T7" fmla="*/ 20 h 48"/>
                  <a:gd name="T8" fmla="*/ 2 w 20"/>
                  <a:gd name="T9" fmla="*/ 22 h 48"/>
                  <a:gd name="T10" fmla="*/ 3 w 20"/>
                  <a:gd name="T11" fmla="*/ 20 h 48"/>
                  <a:gd name="T12" fmla="*/ 3 w 20"/>
                  <a:gd name="T13" fmla="*/ 5 h 48"/>
                  <a:gd name="T14" fmla="*/ 4 w 20"/>
                  <a:gd name="T15" fmla="*/ 5 h 48"/>
                  <a:gd name="T16" fmla="*/ 4 w 20"/>
                  <a:gd name="T17" fmla="*/ 45 h 48"/>
                  <a:gd name="T18" fmla="*/ 7 w 20"/>
                  <a:gd name="T19" fmla="*/ 48 h 48"/>
                  <a:gd name="T20" fmla="*/ 9 w 20"/>
                  <a:gd name="T21" fmla="*/ 45 h 48"/>
                  <a:gd name="T22" fmla="*/ 9 w 20"/>
                  <a:gd name="T23" fmla="*/ 23 h 48"/>
                  <a:gd name="T24" fmla="*/ 11 w 20"/>
                  <a:gd name="T25" fmla="*/ 23 h 48"/>
                  <a:gd name="T26" fmla="*/ 11 w 20"/>
                  <a:gd name="T27" fmla="*/ 45 h 48"/>
                  <a:gd name="T28" fmla="*/ 13 w 20"/>
                  <a:gd name="T29" fmla="*/ 48 h 48"/>
                  <a:gd name="T30" fmla="*/ 16 w 20"/>
                  <a:gd name="T31" fmla="*/ 45 h 48"/>
                  <a:gd name="T32" fmla="*/ 16 w 20"/>
                  <a:gd name="T33" fmla="*/ 5 h 48"/>
                  <a:gd name="T34" fmla="*/ 17 w 20"/>
                  <a:gd name="T35" fmla="*/ 5 h 48"/>
                  <a:gd name="T36" fmla="*/ 17 w 20"/>
                  <a:gd name="T37" fmla="*/ 20 h 48"/>
                  <a:gd name="T38" fmla="*/ 19 w 20"/>
                  <a:gd name="T39" fmla="*/ 22 h 48"/>
                  <a:gd name="T40" fmla="*/ 20 w 20"/>
                  <a:gd name="T41" fmla="*/ 20 h 48"/>
                  <a:gd name="T42" fmla="*/ 20 w 20"/>
                  <a:gd name="T43" fmla="*/ 4 h 48"/>
                  <a:gd name="T44" fmla="*/ 16 w 20"/>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48">
                    <a:moveTo>
                      <a:pt x="16" y="0"/>
                    </a:moveTo>
                    <a:cubicBezTo>
                      <a:pt x="4" y="0"/>
                      <a:pt x="4" y="0"/>
                      <a:pt x="4" y="0"/>
                    </a:cubicBezTo>
                    <a:cubicBezTo>
                      <a:pt x="2" y="0"/>
                      <a:pt x="0" y="2"/>
                      <a:pt x="0" y="4"/>
                    </a:cubicBezTo>
                    <a:cubicBezTo>
                      <a:pt x="0" y="20"/>
                      <a:pt x="0" y="20"/>
                      <a:pt x="0" y="20"/>
                    </a:cubicBezTo>
                    <a:cubicBezTo>
                      <a:pt x="0" y="21"/>
                      <a:pt x="1" y="22"/>
                      <a:pt x="2" y="22"/>
                    </a:cubicBezTo>
                    <a:cubicBezTo>
                      <a:pt x="3"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9" y="47"/>
                      <a:pt x="9" y="45"/>
                    </a:cubicBezTo>
                    <a:cubicBezTo>
                      <a:pt x="9" y="23"/>
                      <a:pt x="9" y="23"/>
                      <a:pt x="9" y="23"/>
                    </a:cubicBezTo>
                    <a:cubicBezTo>
                      <a:pt x="11" y="23"/>
                      <a:pt x="11" y="23"/>
                      <a:pt x="11" y="23"/>
                    </a:cubicBezTo>
                    <a:cubicBezTo>
                      <a:pt x="11" y="45"/>
                      <a:pt x="11" y="45"/>
                      <a:pt x="11" y="45"/>
                    </a:cubicBezTo>
                    <a:cubicBezTo>
                      <a:pt x="11" y="47"/>
                      <a:pt x="12" y="48"/>
                      <a:pt x="13"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0" y="21"/>
                      <a:pt x="20" y="20"/>
                    </a:cubicBezTo>
                    <a:cubicBezTo>
                      <a:pt x="20" y="4"/>
                      <a:pt x="20" y="4"/>
                      <a:pt x="20" y="4"/>
                    </a:cubicBezTo>
                    <a:cubicBezTo>
                      <a:pt x="20" y="2"/>
                      <a:pt x="19" y="0"/>
                      <a:pt x="16"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82" name="Oval 35">
                <a:extLst>
                  <a:ext uri="{FF2B5EF4-FFF2-40B4-BE49-F238E27FC236}">
                    <a16:creationId xmlns:a16="http://schemas.microsoft.com/office/drawing/2014/main" id="{3CA17308-97DE-E84E-BB06-87718CCC1A4D}"/>
                  </a:ext>
                </a:extLst>
              </p:cNvPr>
              <p:cNvSpPr>
                <a:spLocks noChangeArrowheads="1"/>
              </p:cNvSpPr>
              <p:nvPr/>
            </p:nvSpPr>
            <p:spPr bwMode="auto">
              <a:xfrm>
                <a:off x="1744745" y="28956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83" name="Freeform 41">
                <a:extLst>
                  <a:ext uri="{FF2B5EF4-FFF2-40B4-BE49-F238E27FC236}">
                    <a16:creationId xmlns:a16="http://schemas.microsoft.com/office/drawing/2014/main" id="{78461A68-D468-5D4A-9736-4DA5FCC7CB4D}"/>
                  </a:ext>
                </a:extLst>
              </p:cNvPr>
              <p:cNvSpPr>
                <a:spLocks/>
              </p:cNvSpPr>
              <p:nvPr/>
            </p:nvSpPr>
            <p:spPr bwMode="auto">
              <a:xfrm>
                <a:off x="2598026" y="29964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84" name="Freeform 26">
                <a:extLst>
                  <a:ext uri="{FF2B5EF4-FFF2-40B4-BE49-F238E27FC236}">
                    <a16:creationId xmlns:a16="http://schemas.microsoft.com/office/drawing/2014/main" id="{B484EF8E-87E7-A547-A633-6E0D5C48CE41}"/>
                  </a:ext>
                </a:extLst>
              </p:cNvPr>
              <p:cNvSpPr>
                <a:spLocks/>
              </p:cNvSpPr>
              <p:nvPr/>
            </p:nvSpPr>
            <p:spPr bwMode="auto">
              <a:xfrm>
                <a:off x="468395" y="36441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85" name="Oval 27">
                <a:extLst>
                  <a:ext uri="{FF2B5EF4-FFF2-40B4-BE49-F238E27FC236}">
                    <a16:creationId xmlns:a16="http://schemas.microsoft.com/office/drawing/2014/main" id="{EDDB82EF-1711-F549-B7BD-DF0F0F065ECF}"/>
                  </a:ext>
                </a:extLst>
              </p:cNvPr>
              <p:cNvSpPr>
                <a:spLocks noChangeArrowheads="1"/>
              </p:cNvSpPr>
              <p:nvPr/>
            </p:nvSpPr>
            <p:spPr bwMode="auto">
              <a:xfrm>
                <a:off x="523164" y="35433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86" name="Oval 28">
                <a:extLst>
                  <a:ext uri="{FF2B5EF4-FFF2-40B4-BE49-F238E27FC236}">
                    <a16:creationId xmlns:a16="http://schemas.microsoft.com/office/drawing/2014/main" id="{EDC15897-BD55-0E48-9823-35748FEF2D02}"/>
                  </a:ext>
                </a:extLst>
              </p:cNvPr>
              <p:cNvSpPr>
                <a:spLocks noChangeArrowheads="1"/>
              </p:cNvSpPr>
              <p:nvPr/>
            </p:nvSpPr>
            <p:spPr bwMode="auto">
              <a:xfrm>
                <a:off x="826377" y="35433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87" name="Freeform 29">
                <a:extLst>
                  <a:ext uri="{FF2B5EF4-FFF2-40B4-BE49-F238E27FC236}">
                    <a16:creationId xmlns:a16="http://schemas.microsoft.com/office/drawing/2014/main" id="{1C92BD42-4E44-4E4E-9AE4-BCE2040154A3}"/>
                  </a:ext>
                </a:extLst>
              </p:cNvPr>
              <p:cNvSpPr>
                <a:spLocks/>
              </p:cNvSpPr>
              <p:nvPr/>
            </p:nvSpPr>
            <p:spPr bwMode="auto">
              <a:xfrm>
                <a:off x="771608" y="36441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3" y="48"/>
                      <a:pt x="14" y="48"/>
                    </a:cubicBezTo>
                    <a:cubicBezTo>
                      <a:pt x="16"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88" name="Oval 30">
                <a:extLst>
                  <a:ext uri="{FF2B5EF4-FFF2-40B4-BE49-F238E27FC236}">
                    <a16:creationId xmlns:a16="http://schemas.microsoft.com/office/drawing/2014/main" id="{D08EA9BE-9A80-154C-A8C8-525A837AACC3}"/>
                  </a:ext>
                </a:extLst>
              </p:cNvPr>
              <p:cNvSpPr>
                <a:spLocks noChangeArrowheads="1"/>
              </p:cNvSpPr>
              <p:nvPr/>
            </p:nvSpPr>
            <p:spPr bwMode="auto">
              <a:xfrm>
                <a:off x="1129589" y="35433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89" name="Freeform 31">
                <a:extLst>
                  <a:ext uri="{FF2B5EF4-FFF2-40B4-BE49-F238E27FC236}">
                    <a16:creationId xmlns:a16="http://schemas.microsoft.com/office/drawing/2014/main" id="{E0E4C0AB-C2DF-6845-B1D2-5BA32CDA273D}"/>
                  </a:ext>
                </a:extLst>
              </p:cNvPr>
              <p:cNvSpPr>
                <a:spLocks/>
              </p:cNvSpPr>
              <p:nvPr/>
            </p:nvSpPr>
            <p:spPr bwMode="auto">
              <a:xfrm>
                <a:off x="1074026" y="3644107"/>
                <a:ext cx="192882" cy="440532"/>
              </a:xfrm>
              <a:custGeom>
                <a:avLst/>
                <a:gdLst>
                  <a:gd name="T0" fmla="*/ 17 w 21"/>
                  <a:gd name="T1" fmla="*/ 0 h 48"/>
                  <a:gd name="T2" fmla="*/ 5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2 w 21"/>
                  <a:gd name="T25" fmla="*/ 23 h 48"/>
                  <a:gd name="T26" fmla="*/ 12 w 21"/>
                  <a:gd name="T27" fmla="*/ 45 h 48"/>
                  <a:gd name="T28" fmla="*/ 14 w 21"/>
                  <a:gd name="T29" fmla="*/ 48 h 48"/>
                  <a:gd name="T30" fmla="*/ 17 w 21"/>
                  <a:gd name="T31" fmla="*/ 45 h 48"/>
                  <a:gd name="T32" fmla="*/ 17 w 21"/>
                  <a:gd name="T33" fmla="*/ 5 h 48"/>
                  <a:gd name="T34" fmla="*/ 18 w 21"/>
                  <a:gd name="T35" fmla="*/ 5 h 48"/>
                  <a:gd name="T36" fmla="*/ 18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5" y="0"/>
                      <a:pt x="5" y="0"/>
                      <a:pt x="5"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2" y="23"/>
                      <a:pt x="12" y="23"/>
                      <a:pt x="12" y="23"/>
                    </a:cubicBezTo>
                    <a:cubicBezTo>
                      <a:pt x="12" y="45"/>
                      <a:pt x="12" y="45"/>
                      <a:pt x="12" y="45"/>
                    </a:cubicBezTo>
                    <a:cubicBezTo>
                      <a:pt x="12" y="47"/>
                      <a:pt x="13" y="48"/>
                      <a:pt x="14" y="48"/>
                    </a:cubicBezTo>
                    <a:cubicBezTo>
                      <a:pt x="16" y="48"/>
                      <a:pt x="17" y="47"/>
                      <a:pt x="17" y="45"/>
                    </a:cubicBezTo>
                    <a:cubicBezTo>
                      <a:pt x="17" y="5"/>
                      <a:pt x="17" y="5"/>
                      <a:pt x="17" y="5"/>
                    </a:cubicBezTo>
                    <a:cubicBezTo>
                      <a:pt x="18" y="5"/>
                      <a:pt x="18" y="5"/>
                      <a:pt x="18" y="5"/>
                    </a:cubicBezTo>
                    <a:cubicBezTo>
                      <a:pt x="18" y="20"/>
                      <a:pt x="18" y="20"/>
                      <a:pt x="18" y="20"/>
                    </a:cubicBezTo>
                    <a:cubicBezTo>
                      <a:pt x="18"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90" name="Freeform 32">
                <a:extLst>
                  <a:ext uri="{FF2B5EF4-FFF2-40B4-BE49-F238E27FC236}">
                    <a16:creationId xmlns:a16="http://schemas.microsoft.com/office/drawing/2014/main" id="{DFD52948-7271-A54E-9C61-C7966B73786D}"/>
                  </a:ext>
                </a:extLst>
              </p:cNvPr>
              <p:cNvSpPr>
                <a:spLocks/>
              </p:cNvSpPr>
              <p:nvPr/>
            </p:nvSpPr>
            <p:spPr bwMode="auto">
              <a:xfrm>
                <a:off x="1386764" y="3644107"/>
                <a:ext cx="183357" cy="440532"/>
              </a:xfrm>
              <a:custGeom>
                <a:avLst/>
                <a:gdLst>
                  <a:gd name="T0" fmla="*/ 16 w 20"/>
                  <a:gd name="T1" fmla="*/ 0 h 48"/>
                  <a:gd name="T2" fmla="*/ 4 w 20"/>
                  <a:gd name="T3" fmla="*/ 0 h 48"/>
                  <a:gd name="T4" fmla="*/ 0 w 20"/>
                  <a:gd name="T5" fmla="*/ 4 h 48"/>
                  <a:gd name="T6" fmla="*/ 0 w 20"/>
                  <a:gd name="T7" fmla="*/ 20 h 48"/>
                  <a:gd name="T8" fmla="*/ 1 w 20"/>
                  <a:gd name="T9" fmla="*/ 22 h 48"/>
                  <a:gd name="T10" fmla="*/ 3 w 20"/>
                  <a:gd name="T11" fmla="*/ 20 h 48"/>
                  <a:gd name="T12" fmla="*/ 3 w 20"/>
                  <a:gd name="T13" fmla="*/ 5 h 48"/>
                  <a:gd name="T14" fmla="*/ 4 w 20"/>
                  <a:gd name="T15" fmla="*/ 5 h 48"/>
                  <a:gd name="T16" fmla="*/ 4 w 20"/>
                  <a:gd name="T17" fmla="*/ 45 h 48"/>
                  <a:gd name="T18" fmla="*/ 7 w 20"/>
                  <a:gd name="T19" fmla="*/ 48 h 48"/>
                  <a:gd name="T20" fmla="*/ 9 w 20"/>
                  <a:gd name="T21" fmla="*/ 45 h 48"/>
                  <a:gd name="T22" fmla="*/ 9 w 20"/>
                  <a:gd name="T23" fmla="*/ 23 h 48"/>
                  <a:gd name="T24" fmla="*/ 11 w 20"/>
                  <a:gd name="T25" fmla="*/ 23 h 48"/>
                  <a:gd name="T26" fmla="*/ 11 w 20"/>
                  <a:gd name="T27" fmla="*/ 45 h 48"/>
                  <a:gd name="T28" fmla="*/ 13 w 20"/>
                  <a:gd name="T29" fmla="*/ 48 h 48"/>
                  <a:gd name="T30" fmla="*/ 16 w 20"/>
                  <a:gd name="T31" fmla="*/ 45 h 48"/>
                  <a:gd name="T32" fmla="*/ 16 w 20"/>
                  <a:gd name="T33" fmla="*/ 5 h 48"/>
                  <a:gd name="T34" fmla="*/ 17 w 20"/>
                  <a:gd name="T35" fmla="*/ 5 h 48"/>
                  <a:gd name="T36" fmla="*/ 17 w 20"/>
                  <a:gd name="T37" fmla="*/ 20 h 48"/>
                  <a:gd name="T38" fmla="*/ 18 w 20"/>
                  <a:gd name="T39" fmla="*/ 22 h 48"/>
                  <a:gd name="T40" fmla="*/ 20 w 20"/>
                  <a:gd name="T41" fmla="*/ 20 h 48"/>
                  <a:gd name="T42" fmla="*/ 20 w 20"/>
                  <a:gd name="T43" fmla="*/ 4 h 48"/>
                  <a:gd name="T44" fmla="*/ 16 w 20"/>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48">
                    <a:moveTo>
                      <a:pt x="16" y="0"/>
                    </a:moveTo>
                    <a:cubicBezTo>
                      <a:pt x="4" y="0"/>
                      <a:pt x="4" y="0"/>
                      <a:pt x="4" y="0"/>
                    </a:cubicBezTo>
                    <a:cubicBezTo>
                      <a:pt x="1" y="0"/>
                      <a:pt x="0" y="2"/>
                      <a:pt x="0" y="4"/>
                    </a:cubicBezTo>
                    <a:cubicBezTo>
                      <a:pt x="0" y="20"/>
                      <a:pt x="0" y="20"/>
                      <a:pt x="0" y="20"/>
                    </a:cubicBezTo>
                    <a:cubicBezTo>
                      <a:pt x="0" y="21"/>
                      <a:pt x="0" y="22"/>
                      <a:pt x="1" y="22"/>
                    </a:cubicBezTo>
                    <a:cubicBezTo>
                      <a:pt x="2"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9" y="47"/>
                      <a:pt x="9" y="45"/>
                    </a:cubicBezTo>
                    <a:cubicBezTo>
                      <a:pt x="9" y="23"/>
                      <a:pt x="9" y="23"/>
                      <a:pt x="9" y="23"/>
                    </a:cubicBezTo>
                    <a:cubicBezTo>
                      <a:pt x="11" y="23"/>
                      <a:pt x="11" y="23"/>
                      <a:pt x="11" y="23"/>
                    </a:cubicBezTo>
                    <a:cubicBezTo>
                      <a:pt x="11" y="45"/>
                      <a:pt x="11" y="45"/>
                      <a:pt x="11" y="45"/>
                    </a:cubicBezTo>
                    <a:cubicBezTo>
                      <a:pt x="11" y="47"/>
                      <a:pt x="12" y="48"/>
                      <a:pt x="13"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7" y="22"/>
                      <a:pt x="18" y="22"/>
                    </a:cubicBezTo>
                    <a:cubicBezTo>
                      <a:pt x="19" y="22"/>
                      <a:pt x="20" y="21"/>
                      <a:pt x="20" y="20"/>
                    </a:cubicBezTo>
                    <a:cubicBezTo>
                      <a:pt x="20" y="4"/>
                      <a:pt x="20" y="4"/>
                      <a:pt x="20" y="4"/>
                    </a:cubicBezTo>
                    <a:cubicBezTo>
                      <a:pt x="20" y="2"/>
                      <a:pt x="18" y="0"/>
                      <a:pt x="16"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91" name="Oval 33">
                <a:extLst>
                  <a:ext uri="{FF2B5EF4-FFF2-40B4-BE49-F238E27FC236}">
                    <a16:creationId xmlns:a16="http://schemas.microsoft.com/office/drawing/2014/main" id="{477E6095-EF60-444B-937A-FBD7393DB5EF}"/>
                  </a:ext>
                </a:extLst>
              </p:cNvPr>
              <p:cNvSpPr>
                <a:spLocks noChangeArrowheads="1"/>
              </p:cNvSpPr>
              <p:nvPr/>
            </p:nvSpPr>
            <p:spPr bwMode="auto">
              <a:xfrm>
                <a:off x="1441533" y="35433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92" name="Freeform 34">
                <a:extLst>
                  <a:ext uri="{FF2B5EF4-FFF2-40B4-BE49-F238E27FC236}">
                    <a16:creationId xmlns:a16="http://schemas.microsoft.com/office/drawing/2014/main" id="{EA890D6A-99F3-6943-A210-4DA525189632}"/>
                  </a:ext>
                </a:extLst>
              </p:cNvPr>
              <p:cNvSpPr>
                <a:spLocks/>
              </p:cNvSpPr>
              <p:nvPr/>
            </p:nvSpPr>
            <p:spPr bwMode="auto">
              <a:xfrm>
                <a:off x="1689183" y="3644107"/>
                <a:ext cx="184150" cy="440532"/>
              </a:xfrm>
              <a:custGeom>
                <a:avLst/>
                <a:gdLst>
                  <a:gd name="T0" fmla="*/ 16 w 20"/>
                  <a:gd name="T1" fmla="*/ 0 h 48"/>
                  <a:gd name="T2" fmla="*/ 4 w 20"/>
                  <a:gd name="T3" fmla="*/ 0 h 48"/>
                  <a:gd name="T4" fmla="*/ 0 w 20"/>
                  <a:gd name="T5" fmla="*/ 4 h 48"/>
                  <a:gd name="T6" fmla="*/ 0 w 20"/>
                  <a:gd name="T7" fmla="*/ 20 h 48"/>
                  <a:gd name="T8" fmla="*/ 2 w 20"/>
                  <a:gd name="T9" fmla="*/ 22 h 48"/>
                  <a:gd name="T10" fmla="*/ 3 w 20"/>
                  <a:gd name="T11" fmla="*/ 20 h 48"/>
                  <a:gd name="T12" fmla="*/ 3 w 20"/>
                  <a:gd name="T13" fmla="*/ 5 h 48"/>
                  <a:gd name="T14" fmla="*/ 4 w 20"/>
                  <a:gd name="T15" fmla="*/ 5 h 48"/>
                  <a:gd name="T16" fmla="*/ 4 w 20"/>
                  <a:gd name="T17" fmla="*/ 45 h 48"/>
                  <a:gd name="T18" fmla="*/ 7 w 20"/>
                  <a:gd name="T19" fmla="*/ 48 h 48"/>
                  <a:gd name="T20" fmla="*/ 9 w 20"/>
                  <a:gd name="T21" fmla="*/ 45 h 48"/>
                  <a:gd name="T22" fmla="*/ 9 w 20"/>
                  <a:gd name="T23" fmla="*/ 23 h 48"/>
                  <a:gd name="T24" fmla="*/ 11 w 20"/>
                  <a:gd name="T25" fmla="*/ 23 h 48"/>
                  <a:gd name="T26" fmla="*/ 11 w 20"/>
                  <a:gd name="T27" fmla="*/ 45 h 48"/>
                  <a:gd name="T28" fmla="*/ 13 w 20"/>
                  <a:gd name="T29" fmla="*/ 48 h 48"/>
                  <a:gd name="T30" fmla="*/ 16 w 20"/>
                  <a:gd name="T31" fmla="*/ 45 h 48"/>
                  <a:gd name="T32" fmla="*/ 16 w 20"/>
                  <a:gd name="T33" fmla="*/ 5 h 48"/>
                  <a:gd name="T34" fmla="*/ 17 w 20"/>
                  <a:gd name="T35" fmla="*/ 5 h 48"/>
                  <a:gd name="T36" fmla="*/ 17 w 20"/>
                  <a:gd name="T37" fmla="*/ 20 h 48"/>
                  <a:gd name="T38" fmla="*/ 19 w 20"/>
                  <a:gd name="T39" fmla="*/ 22 h 48"/>
                  <a:gd name="T40" fmla="*/ 20 w 20"/>
                  <a:gd name="T41" fmla="*/ 20 h 48"/>
                  <a:gd name="T42" fmla="*/ 20 w 20"/>
                  <a:gd name="T43" fmla="*/ 4 h 48"/>
                  <a:gd name="T44" fmla="*/ 16 w 20"/>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48">
                    <a:moveTo>
                      <a:pt x="16" y="0"/>
                    </a:moveTo>
                    <a:cubicBezTo>
                      <a:pt x="4" y="0"/>
                      <a:pt x="4" y="0"/>
                      <a:pt x="4" y="0"/>
                    </a:cubicBezTo>
                    <a:cubicBezTo>
                      <a:pt x="2" y="0"/>
                      <a:pt x="0" y="2"/>
                      <a:pt x="0" y="4"/>
                    </a:cubicBezTo>
                    <a:cubicBezTo>
                      <a:pt x="0" y="20"/>
                      <a:pt x="0" y="20"/>
                      <a:pt x="0" y="20"/>
                    </a:cubicBezTo>
                    <a:cubicBezTo>
                      <a:pt x="0" y="21"/>
                      <a:pt x="1" y="22"/>
                      <a:pt x="2" y="22"/>
                    </a:cubicBezTo>
                    <a:cubicBezTo>
                      <a:pt x="3"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9" y="47"/>
                      <a:pt x="9" y="45"/>
                    </a:cubicBezTo>
                    <a:cubicBezTo>
                      <a:pt x="9" y="23"/>
                      <a:pt x="9" y="23"/>
                      <a:pt x="9" y="23"/>
                    </a:cubicBezTo>
                    <a:cubicBezTo>
                      <a:pt x="11" y="23"/>
                      <a:pt x="11" y="23"/>
                      <a:pt x="11" y="23"/>
                    </a:cubicBezTo>
                    <a:cubicBezTo>
                      <a:pt x="11" y="45"/>
                      <a:pt x="11" y="45"/>
                      <a:pt x="11" y="45"/>
                    </a:cubicBezTo>
                    <a:cubicBezTo>
                      <a:pt x="11" y="47"/>
                      <a:pt x="12" y="48"/>
                      <a:pt x="13"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0" y="21"/>
                      <a:pt x="20" y="20"/>
                    </a:cubicBezTo>
                    <a:cubicBezTo>
                      <a:pt x="20" y="4"/>
                      <a:pt x="20" y="4"/>
                      <a:pt x="20" y="4"/>
                    </a:cubicBezTo>
                    <a:cubicBezTo>
                      <a:pt x="20" y="2"/>
                      <a:pt x="19" y="0"/>
                      <a:pt x="16"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93" name="Oval 35">
                <a:extLst>
                  <a:ext uri="{FF2B5EF4-FFF2-40B4-BE49-F238E27FC236}">
                    <a16:creationId xmlns:a16="http://schemas.microsoft.com/office/drawing/2014/main" id="{9AD37691-0AB1-D24D-8559-6074D60E7178}"/>
                  </a:ext>
                </a:extLst>
              </p:cNvPr>
              <p:cNvSpPr>
                <a:spLocks noChangeArrowheads="1"/>
              </p:cNvSpPr>
              <p:nvPr/>
            </p:nvSpPr>
            <p:spPr bwMode="auto">
              <a:xfrm>
                <a:off x="1744746" y="35433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94" name="Freeform 37">
                <a:extLst>
                  <a:ext uri="{FF2B5EF4-FFF2-40B4-BE49-F238E27FC236}">
                    <a16:creationId xmlns:a16="http://schemas.microsoft.com/office/drawing/2014/main" id="{9E3EDB3C-A2D3-C847-B284-B922BFB6FC0F}"/>
                  </a:ext>
                </a:extLst>
              </p:cNvPr>
              <p:cNvSpPr>
                <a:spLocks/>
              </p:cNvSpPr>
              <p:nvPr/>
            </p:nvSpPr>
            <p:spPr bwMode="auto">
              <a:xfrm>
                <a:off x="1992395" y="3644107"/>
                <a:ext cx="192882" cy="440532"/>
              </a:xfrm>
              <a:custGeom>
                <a:avLst/>
                <a:gdLst>
                  <a:gd name="T0" fmla="*/ 16 w 21"/>
                  <a:gd name="T1" fmla="*/ 0 h 48"/>
                  <a:gd name="T2" fmla="*/ 4 w 21"/>
                  <a:gd name="T3" fmla="*/ 0 h 48"/>
                  <a:gd name="T4" fmla="*/ 0 w 21"/>
                  <a:gd name="T5" fmla="*/ 4 h 48"/>
                  <a:gd name="T6" fmla="*/ 0 w 21"/>
                  <a:gd name="T7" fmla="*/ 20 h 48"/>
                  <a:gd name="T8" fmla="*/ 2 w 21"/>
                  <a:gd name="T9" fmla="*/ 22 h 48"/>
                  <a:gd name="T10" fmla="*/ 3 w 21"/>
                  <a:gd name="T11" fmla="*/ 20 h 48"/>
                  <a:gd name="T12" fmla="*/ 3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6 w 21"/>
                  <a:gd name="T31" fmla="*/ 45 h 48"/>
                  <a:gd name="T32" fmla="*/ 16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6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6" y="0"/>
                    </a:moveTo>
                    <a:cubicBezTo>
                      <a:pt x="4" y="0"/>
                      <a:pt x="4" y="0"/>
                      <a:pt x="4" y="0"/>
                    </a:cubicBezTo>
                    <a:cubicBezTo>
                      <a:pt x="2" y="0"/>
                      <a:pt x="0" y="2"/>
                      <a:pt x="0" y="4"/>
                    </a:cubicBezTo>
                    <a:cubicBezTo>
                      <a:pt x="0" y="20"/>
                      <a:pt x="0" y="20"/>
                      <a:pt x="0" y="20"/>
                    </a:cubicBezTo>
                    <a:cubicBezTo>
                      <a:pt x="0" y="21"/>
                      <a:pt x="1" y="22"/>
                      <a:pt x="2" y="22"/>
                    </a:cubicBezTo>
                    <a:cubicBezTo>
                      <a:pt x="3"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6"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95" name="Freeform 39">
                <a:extLst>
                  <a:ext uri="{FF2B5EF4-FFF2-40B4-BE49-F238E27FC236}">
                    <a16:creationId xmlns:a16="http://schemas.microsoft.com/office/drawing/2014/main" id="{8E41163B-264C-0A4D-B7B2-CFCCF5A7F281}"/>
                  </a:ext>
                </a:extLst>
              </p:cNvPr>
              <p:cNvSpPr>
                <a:spLocks/>
              </p:cNvSpPr>
              <p:nvPr/>
            </p:nvSpPr>
            <p:spPr bwMode="auto">
              <a:xfrm>
                <a:off x="2295608" y="36441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6 w 21"/>
                  <a:gd name="T31" fmla="*/ 45 h 48"/>
                  <a:gd name="T32" fmla="*/ 16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8"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96" name="Freeform 41">
                <a:extLst>
                  <a:ext uri="{FF2B5EF4-FFF2-40B4-BE49-F238E27FC236}">
                    <a16:creationId xmlns:a16="http://schemas.microsoft.com/office/drawing/2014/main" id="{5F1D3F60-F882-F241-BF32-3044A3AA9469}"/>
                  </a:ext>
                </a:extLst>
              </p:cNvPr>
              <p:cNvSpPr>
                <a:spLocks/>
              </p:cNvSpPr>
              <p:nvPr/>
            </p:nvSpPr>
            <p:spPr bwMode="auto">
              <a:xfrm>
                <a:off x="2598026" y="3644107"/>
                <a:ext cx="192882" cy="440532"/>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sp>
          <p:nvSpPr>
            <p:cNvPr id="5" name="Oval 36">
              <a:extLst>
                <a:ext uri="{FF2B5EF4-FFF2-40B4-BE49-F238E27FC236}">
                  <a16:creationId xmlns:a16="http://schemas.microsoft.com/office/drawing/2014/main" id="{1DA4E2C3-CF43-374E-90B1-17439C501263}"/>
                </a:ext>
              </a:extLst>
            </p:cNvPr>
            <p:cNvSpPr>
              <a:spLocks noChangeArrowheads="1"/>
            </p:cNvSpPr>
            <p:nvPr/>
          </p:nvSpPr>
          <p:spPr bwMode="auto">
            <a:xfrm>
              <a:off x="2047164" y="22479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6" name="Oval 38">
              <a:extLst>
                <a:ext uri="{FF2B5EF4-FFF2-40B4-BE49-F238E27FC236}">
                  <a16:creationId xmlns:a16="http://schemas.microsoft.com/office/drawing/2014/main" id="{22BCE59E-83E2-414C-8D29-C6C40D9AED3C}"/>
                </a:ext>
              </a:extLst>
            </p:cNvPr>
            <p:cNvSpPr>
              <a:spLocks noChangeArrowheads="1"/>
            </p:cNvSpPr>
            <p:nvPr/>
          </p:nvSpPr>
          <p:spPr bwMode="auto">
            <a:xfrm>
              <a:off x="2350376" y="22479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7" name="Oval 36">
              <a:extLst>
                <a:ext uri="{FF2B5EF4-FFF2-40B4-BE49-F238E27FC236}">
                  <a16:creationId xmlns:a16="http://schemas.microsoft.com/office/drawing/2014/main" id="{A294874B-1EDC-5649-A70B-8904C96FB9FC}"/>
                </a:ext>
              </a:extLst>
            </p:cNvPr>
            <p:cNvSpPr>
              <a:spLocks noChangeArrowheads="1"/>
            </p:cNvSpPr>
            <p:nvPr/>
          </p:nvSpPr>
          <p:spPr bwMode="auto">
            <a:xfrm>
              <a:off x="2047164" y="35433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8" name="Oval 38">
              <a:extLst>
                <a:ext uri="{FF2B5EF4-FFF2-40B4-BE49-F238E27FC236}">
                  <a16:creationId xmlns:a16="http://schemas.microsoft.com/office/drawing/2014/main" id="{977F6607-AF14-E841-A927-E28548ED843E}"/>
                </a:ext>
              </a:extLst>
            </p:cNvPr>
            <p:cNvSpPr>
              <a:spLocks noChangeArrowheads="1"/>
            </p:cNvSpPr>
            <p:nvPr/>
          </p:nvSpPr>
          <p:spPr bwMode="auto">
            <a:xfrm>
              <a:off x="2350377" y="35433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9" name="Oval 40">
              <a:extLst>
                <a:ext uri="{FF2B5EF4-FFF2-40B4-BE49-F238E27FC236}">
                  <a16:creationId xmlns:a16="http://schemas.microsoft.com/office/drawing/2014/main" id="{962327FF-0779-F94F-8D31-2522D3243F5D}"/>
                </a:ext>
              </a:extLst>
            </p:cNvPr>
            <p:cNvSpPr>
              <a:spLocks noChangeArrowheads="1"/>
            </p:cNvSpPr>
            <p:nvPr/>
          </p:nvSpPr>
          <p:spPr bwMode="auto">
            <a:xfrm>
              <a:off x="2653589" y="3543300"/>
              <a:ext cx="82550" cy="825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nvGrpSpPr>
            <p:cNvPr id="10" name="Group 9">
              <a:extLst>
                <a:ext uri="{FF2B5EF4-FFF2-40B4-BE49-F238E27FC236}">
                  <a16:creationId xmlns:a16="http://schemas.microsoft.com/office/drawing/2014/main" id="{154163FA-964B-7441-8E72-94355B32EFCD}"/>
                </a:ext>
              </a:extLst>
            </p:cNvPr>
            <p:cNvGrpSpPr/>
            <p:nvPr/>
          </p:nvGrpSpPr>
          <p:grpSpPr>
            <a:xfrm>
              <a:off x="1992395" y="1600200"/>
              <a:ext cx="1404938" cy="2484438"/>
              <a:chOff x="1992395" y="1600200"/>
              <a:chExt cx="1404938" cy="2484438"/>
            </a:xfrm>
            <a:solidFill>
              <a:schemeClr val="accent6">
                <a:lumMod val="60000"/>
                <a:lumOff val="40000"/>
              </a:schemeClr>
            </a:solidFill>
          </p:grpSpPr>
          <p:sp>
            <p:nvSpPr>
              <p:cNvPr id="11" name="Oval 40">
                <a:extLst>
                  <a:ext uri="{FF2B5EF4-FFF2-40B4-BE49-F238E27FC236}">
                    <a16:creationId xmlns:a16="http://schemas.microsoft.com/office/drawing/2014/main" id="{8DE85095-BC23-1347-BC85-C6FC9CA311D8}"/>
                  </a:ext>
                </a:extLst>
              </p:cNvPr>
              <p:cNvSpPr>
                <a:spLocks noChangeArrowheads="1"/>
              </p:cNvSpPr>
              <p:nvPr/>
            </p:nvSpPr>
            <p:spPr bwMode="auto">
              <a:xfrm>
                <a:off x="2653589" y="2895600"/>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nvGrpSpPr>
              <p:cNvPr id="12" name="กลุ่ม 382">
                <a:extLst>
                  <a:ext uri="{FF2B5EF4-FFF2-40B4-BE49-F238E27FC236}">
                    <a16:creationId xmlns:a16="http://schemas.microsoft.com/office/drawing/2014/main" id="{53D5ED50-46A7-5747-BE65-F66AEAB61FDC}"/>
                  </a:ext>
                </a:extLst>
              </p:cNvPr>
              <p:cNvGrpSpPr/>
              <p:nvPr/>
            </p:nvGrpSpPr>
            <p:grpSpPr>
              <a:xfrm>
                <a:off x="2901238" y="2895600"/>
                <a:ext cx="192882" cy="541338"/>
                <a:chOff x="8007350" y="3124200"/>
                <a:chExt cx="385763" cy="1082676"/>
              </a:xfrm>
              <a:grpFill/>
            </p:grpSpPr>
            <p:sp>
              <p:nvSpPr>
                <p:cNvPr id="43" name="Freeform 42">
                  <a:extLst>
                    <a:ext uri="{FF2B5EF4-FFF2-40B4-BE49-F238E27FC236}">
                      <a16:creationId xmlns:a16="http://schemas.microsoft.com/office/drawing/2014/main" id="{12BC5ABD-F592-D849-B283-F2E9AD62FD38}"/>
                    </a:ext>
                  </a:extLst>
                </p:cNvPr>
                <p:cNvSpPr>
                  <a:spLocks/>
                </p:cNvSpPr>
                <p:nvPr/>
              </p:nvSpPr>
              <p:spPr bwMode="auto">
                <a:xfrm>
                  <a:off x="8007350" y="3325813"/>
                  <a:ext cx="385763" cy="881063"/>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3" y="48"/>
                        <a:pt x="14" y="48"/>
                      </a:cubicBezTo>
                      <a:cubicBezTo>
                        <a:pt x="16"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44" name="Oval 43">
                  <a:extLst>
                    <a:ext uri="{FF2B5EF4-FFF2-40B4-BE49-F238E27FC236}">
                      <a16:creationId xmlns:a16="http://schemas.microsoft.com/office/drawing/2014/main" id="{8545DA6C-157A-8340-B310-B15875072F0D}"/>
                    </a:ext>
                  </a:extLst>
                </p:cNvPr>
                <p:cNvSpPr>
                  <a:spLocks noChangeArrowheads="1"/>
                </p:cNvSpPr>
                <p:nvPr/>
              </p:nvSpPr>
              <p:spPr bwMode="auto">
                <a:xfrm>
                  <a:off x="8116888" y="312420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3" name="กลุ่ม 385">
                <a:extLst>
                  <a:ext uri="{FF2B5EF4-FFF2-40B4-BE49-F238E27FC236}">
                    <a16:creationId xmlns:a16="http://schemas.microsoft.com/office/drawing/2014/main" id="{DA8229A0-B098-514D-944C-6EFC53E6CB37}"/>
                  </a:ext>
                </a:extLst>
              </p:cNvPr>
              <p:cNvGrpSpPr/>
              <p:nvPr/>
            </p:nvGrpSpPr>
            <p:grpSpPr>
              <a:xfrm>
                <a:off x="3204451" y="2895600"/>
                <a:ext cx="192882" cy="541338"/>
                <a:chOff x="8613775" y="3124200"/>
                <a:chExt cx="385763" cy="1082676"/>
              </a:xfrm>
              <a:grpFill/>
            </p:grpSpPr>
            <p:sp>
              <p:nvSpPr>
                <p:cNvPr id="41" name="Freeform 44">
                  <a:extLst>
                    <a:ext uri="{FF2B5EF4-FFF2-40B4-BE49-F238E27FC236}">
                      <a16:creationId xmlns:a16="http://schemas.microsoft.com/office/drawing/2014/main" id="{84C25EDE-1B5A-2B49-B6DE-3FCB09E4D099}"/>
                    </a:ext>
                  </a:extLst>
                </p:cNvPr>
                <p:cNvSpPr>
                  <a:spLocks/>
                </p:cNvSpPr>
                <p:nvPr/>
              </p:nvSpPr>
              <p:spPr bwMode="auto">
                <a:xfrm>
                  <a:off x="8613775" y="3325813"/>
                  <a:ext cx="385763" cy="881063"/>
                </a:xfrm>
                <a:custGeom>
                  <a:avLst/>
                  <a:gdLst>
                    <a:gd name="T0" fmla="*/ 21 w 21"/>
                    <a:gd name="T1" fmla="*/ 4 h 48"/>
                    <a:gd name="T2" fmla="*/ 17 w 21"/>
                    <a:gd name="T3" fmla="*/ 0 h 48"/>
                    <a:gd name="T4" fmla="*/ 5 w 21"/>
                    <a:gd name="T5" fmla="*/ 0 h 48"/>
                    <a:gd name="T6" fmla="*/ 0 w 21"/>
                    <a:gd name="T7" fmla="*/ 4 h 48"/>
                    <a:gd name="T8" fmla="*/ 0 w 21"/>
                    <a:gd name="T9" fmla="*/ 20 h 48"/>
                    <a:gd name="T10" fmla="*/ 2 w 21"/>
                    <a:gd name="T11" fmla="*/ 22 h 48"/>
                    <a:gd name="T12" fmla="*/ 4 w 21"/>
                    <a:gd name="T13" fmla="*/ 20 h 48"/>
                    <a:gd name="T14" fmla="*/ 4 w 21"/>
                    <a:gd name="T15" fmla="*/ 5 h 48"/>
                    <a:gd name="T16" fmla="*/ 5 w 21"/>
                    <a:gd name="T17" fmla="*/ 5 h 48"/>
                    <a:gd name="T18" fmla="*/ 5 w 21"/>
                    <a:gd name="T19" fmla="*/ 45 h 48"/>
                    <a:gd name="T20" fmla="*/ 7 w 21"/>
                    <a:gd name="T21" fmla="*/ 48 h 48"/>
                    <a:gd name="T22" fmla="*/ 10 w 21"/>
                    <a:gd name="T23" fmla="*/ 45 h 48"/>
                    <a:gd name="T24" fmla="*/ 10 w 21"/>
                    <a:gd name="T25" fmla="*/ 23 h 48"/>
                    <a:gd name="T26" fmla="*/ 12 w 21"/>
                    <a:gd name="T27" fmla="*/ 23 h 48"/>
                    <a:gd name="T28" fmla="*/ 12 w 21"/>
                    <a:gd name="T29" fmla="*/ 45 h 48"/>
                    <a:gd name="T30" fmla="*/ 14 w 21"/>
                    <a:gd name="T31" fmla="*/ 48 h 48"/>
                    <a:gd name="T32" fmla="*/ 17 w 21"/>
                    <a:gd name="T33" fmla="*/ 45 h 48"/>
                    <a:gd name="T34" fmla="*/ 17 w 21"/>
                    <a:gd name="T35" fmla="*/ 5 h 48"/>
                    <a:gd name="T36" fmla="*/ 18 w 21"/>
                    <a:gd name="T37" fmla="*/ 5 h 48"/>
                    <a:gd name="T38" fmla="*/ 18 w 21"/>
                    <a:gd name="T39" fmla="*/ 20 h 48"/>
                    <a:gd name="T40" fmla="*/ 19 w 21"/>
                    <a:gd name="T41" fmla="*/ 22 h 48"/>
                    <a:gd name="T42" fmla="*/ 21 w 21"/>
                    <a:gd name="T43" fmla="*/ 20 h 48"/>
                    <a:gd name="T44" fmla="*/ 21 w 21"/>
                    <a:gd name="T45"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21" y="4"/>
                      </a:moveTo>
                      <a:cubicBezTo>
                        <a:pt x="21" y="2"/>
                        <a:pt x="19" y="0"/>
                        <a:pt x="17" y="0"/>
                      </a:cubicBezTo>
                      <a:cubicBezTo>
                        <a:pt x="5" y="0"/>
                        <a:pt x="5" y="0"/>
                        <a:pt x="5"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2" y="23"/>
                        <a:pt x="12" y="23"/>
                        <a:pt x="12" y="23"/>
                      </a:cubicBezTo>
                      <a:cubicBezTo>
                        <a:pt x="12" y="45"/>
                        <a:pt x="12" y="45"/>
                        <a:pt x="12" y="45"/>
                      </a:cubicBezTo>
                      <a:cubicBezTo>
                        <a:pt x="12" y="47"/>
                        <a:pt x="13" y="48"/>
                        <a:pt x="14" y="48"/>
                      </a:cubicBezTo>
                      <a:cubicBezTo>
                        <a:pt x="16" y="48"/>
                        <a:pt x="17" y="47"/>
                        <a:pt x="17" y="45"/>
                      </a:cubicBezTo>
                      <a:cubicBezTo>
                        <a:pt x="17" y="5"/>
                        <a:pt x="17" y="5"/>
                        <a:pt x="17" y="5"/>
                      </a:cubicBezTo>
                      <a:cubicBezTo>
                        <a:pt x="18" y="5"/>
                        <a:pt x="18" y="5"/>
                        <a:pt x="18" y="5"/>
                      </a:cubicBezTo>
                      <a:cubicBezTo>
                        <a:pt x="18" y="20"/>
                        <a:pt x="18" y="20"/>
                        <a:pt x="18" y="20"/>
                      </a:cubicBezTo>
                      <a:cubicBezTo>
                        <a:pt x="18" y="21"/>
                        <a:pt x="18" y="22"/>
                        <a:pt x="19" y="22"/>
                      </a:cubicBezTo>
                      <a:cubicBezTo>
                        <a:pt x="20" y="22"/>
                        <a:pt x="21" y="21"/>
                        <a:pt x="21" y="20"/>
                      </a:cubicBezTo>
                      <a:lnTo>
                        <a:pt x="21"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dirty="0">
                    <a:solidFill>
                      <a:prstClr val="black"/>
                    </a:solidFill>
                    <a:latin typeface="Calibri Light"/>
                  </a:endParaRPr>
                </a:p>
              </p:txBody>
            </p:sp>
            <p:sp>
              <p:nvSpPr>
                <p:cNvPr id="42" name="Oval 45">
                  <a:extLst>
                    <a:ext uri="{FF2B5EF4-FFF2-40B4-BE49-F238E27FC236}">
                      <a16:creationId xmlns:a16="http://schemas.microsoft.com/office/drawing/2014/main" id="{E522F703-95B2-4149-B256-AFADEB363BBD}"/>
                    </a:ext>
                  </a:extLst>
                </p:cNvPr>
                <p:cNvSpPr>
                  <a:spLocks noChangeArrowheads="1"/>
                </p:cNvSpPr>
                <p:nvPr/>
              </p:nvSpPr>
              <p:spPr bwMode="auto">
                <a:xfrm>
                  <a:off x="8723313" y="312420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4" name="กลุ่ม 139">
                <a:extLst>
                  <a:ext uri="{FF2B5EF4-FFF2-40B4-BE49-F238E27FC236}">
                    <a16:creationId xmlns:a16="http://schemas.microsoft.com/office/drawing/2014/main" id="{D171F906-05BB-A448-BB70-DAD7B9890CCB}"/>
                  </a:ext>
                </a:extLst>
              </p:cNvPr>
              <p:cNvGrpSpPr/>
              <p:nvPr/>
            </p:nvGrpSpPr>
            <p:grpSpPr>
              <a:xfrm>
                <a:off x="2901239" y="1600200"/>
                <a:ext cx="192882" cy="541338"/>
                <a:chOff x="8007350" y="3124200"/>
                <a:chExt cx="385763" cy="1082676"/>
              </a:xfrm>
              <a:grpFill/>
            </p:grpSpPr>
            <p:sp>
              <p:nvSpPr>
                <p:cNvPr id="39" name="Freeform 42">
                  <a:extLst>
                    <a:ext uri="{FF2B5EF4-FFF2-40B4-BE49-F238E27FC236}">
                      <a16:creationId xmlns:a16="http://schemas.microsoft.com/office/drawing/2014/main" id="{7480BD9D-A486-B745-9B47-00D3CE91819A}"/>
                    </a:ext>
                  </a:extLst>
                </p:cNvPr>
                <p:cNvSpPr>
                  <a:spLocks/>
                </p:cNvSpPr>
                <p:nvPr/>
              </p:nvSpPr>
              <p:spPr bwMode="auto">
                <a:xfrm>
                  <a:off x="8007350" y="3325813"/>
                  <a:ext cx="385763" cy="881063"/>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3" y="48"/>
                        <a:pt x="14" y="48"/>
                      </a:cubicBezTo>
                      <a:cubicBezTo>
                        <a:pt x="16"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40" name="Oval 43">
                  <a:extLst>
                    <a:ext uri="{FF2B5EF4-FFF2-40B4-BE49-F238E27FC236}">
                      <a16:creationId xmlns:a16="http://schemas.microsoft.com/office/drawing/2014/main" id="{87493AF7-6435-B24B-8DA2-9E2FB1F0ED08}"/>
                    </a:ext>
                  </a:extLst>
                </p:cNvPr>
                <p:cNvSpPr>
                  <a:spLocks noChangeArrowheads="1"/>
                </p:cNvSpPr>
                <p:nvPr/>
              </p:nvSpPr>
              <p:spPr bwMode="auto">
                <a:xfrm>
                  <a:off x="8116888" y="312420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5" name="กลุ่ม 140">
                <a:extLst>
                  <a:ext uri="{FF2B5EF4-FFF2-40B4-BE49-F238E27FC236}">
                    <a16:creationId xmlns:a16="http://schemas.microsoft.com/office/drawing/2014/main" id="{B2C26DB5-6E9E-934D-A648-98D579ABC781}"/>
                  </a:ext>
                </a:extLst>
              </p:cNvPr>
              <p:cNvGrpSpPr/>
              <p:nvPr/>
            </p:nvGrpSpPr>
            <p:grpSpPr>
              <a:xfrm>
                <a:off x="3204451" y="1600200"/>
                <a:ext cx="192882" cy="541338"/>
                <a:chOff x="8613775" y="3124200"/>
                <a:chExt cx="385763" cy="1082676"/>
              </a:xfrm>
              <a:grpFill/>
            </p:grpSpPr>
            <p:sp>
              <p:nvSpPr>
                <p:cNvPr id="37" name="Freeform 44">
                  <a:extLst>
                    <a:ext uri="{FF2B5EF4-FFF2-40B4-BE49-F238E27FC236}">
                      <a16:creationId xmlns:a16="http://schemas.microsoft.com/office/drawing/2014/main" id="{A9578277-2401-1E4C-8E7F-CB83D96077AE}"/>
                    </a:ext>
                  </a:extLst>
                </p:cNvPr>
                <p:cNvSpPr>
                  <a:spLocks/>
                </p:cNvSpPr>
                <p:nvPr/>
              </p:nvSpPr>
              <p:spPr bwMode="auto">
                <a:xfrm>
                  <a:off x="8613775" y="3325813"/>
                  <a:ext cx="385763" cy="881063"/>
                </a:xfrm>
                <a:custGeom>
                  <a:avLst/>
                  <a:gdLst>
                    <a:gd name="T0" fmla="*/ 21 w 21"/>
                    <a:gd name="T1" fmla="*/ 4 h 48"/>
                    <a:gd name="T2" fmla="*/ 17 w 21"/>
                    <a:gd name="T3" fmla="*/ 0 h 48"/>
                    <a:gd name="T4" fmla="*/ 5 w 21"/>
                    <a:gd name="T5" fmla="*/ 0 h 48"/>
                    <a:gd name="T6" fmla="*/ 0 w 21"/>
                    <a:gd name="T7" fmla="*/ 4 h 48"/>
                    <a:gd name="T8" fmla="*/ 0 w 21"/>
                    <a:gd name="T9" fmla="*/ 20 h 48"/>
                    <a:gd name="T10" fmla="*/ 2 w 21"/>
                    <a:gd name="T11" fmla="*/ 22 h 48"/>
                    <a:gd name="T12" fmla="*/ 4 w 21"/>
                    <a:gd name="T13" fmla="*/ 20 h 48"/>
                    <a:gd name="T14" fmla="*/ 4 w 21"/>
                    <a:gd name="T15" fmla="*/ 5 h 48"/>
                    <a:gd name="T16" fmla="*/ 5 w 21"/>
                    <a:gd name="T17" fmla="*/ 5 h 48"/>
                    <a:gd name="T18" fmla="*/ 5 w 21"/>
                    <a:gd name="T19" fmla="*/ 45 h 48"/>
                    <a:gd name="T20" fmla="*/ 7 w 21"/>
                    <a:gd name="T21" fmla="*/ 48 h 48"/>
                    <a:gd name="T22" fmla="*/ 10 w 21"/>
                    <a:gd name="T23" fmla="*/ 45 h 48"/>
                    <a:gd name="T24" fmla="*/ 10 w 21"/>
                    <a:gd name="T25" fmla="*/ 23 h 48"/>
                    <a:gd name="T26" fmla="*/ 12 w 21"/>
                    <a:gd name="T27" fmla="*/ 23 h 48"/>
                    <a:gd name="T28" fmla="*/ 12 w 21"/>
                    <a:gd name="T29" fmla="*/ 45 h 48"/>
                    <a:gd name="T30" fmla="*/ 14 w 21"/>
                    <a:gd name="T31" fmla="*/ 48 h 48"/>
                    <a:gd name="T32" fmla="*/ 17 w 21"/>
                    <a:gd name="T33" fmla="*/ 45 h 48"/>
                    <a:gd name="T34" fmla="*/ 17 w 21"/>
                    <a:gd name="T35" fmla="*/ 5 h 48"/>
                    <a:gd name="T36" fmla="*/ 18 w 21"/>
                    <a:gd name="T37" fmla="*/ 5 h 48"/>
                    <a:gd name="T38" fmla="*/ 18 w 21"/>
                    <a:gd name="T39" fmla="*/ 20 h 48"/>
                    <a:gd name="T40" fmla="*/ 19 w 21"/>
                    <a:gd name="T41" fmla="*/ 22 h 48"/>
                    <a:gd name="T42" fmla="*/ 21 w 21"/>
                    <a:gd name="T43" fmla="*/ 20 h 48"/>
                    <a:gd name="T44" fmla="*/ 21 w 21"/>
                    <a:gd name="T45"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21" y="4"/>
                      </a:moveTo>
                      <a:cubicBezTo>
                        <a:pt x="21" y="2"/>
                        <a:pt x="19" y="0"/>
                        <a:pt x="17" y="0"/>
                      </a:cubicBezTo>
                      <a:cubicBezTo>
                        <a:pt x="5" y="0"/>
                        <a:pt x="5" y="0"/>
                        <a:pt x="5"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2" y="23"/>
                        <a:pt x="12" y="23"/>
                        <a:pt x="12" y="23"/>
                      </a:cubicBezTo>
                      <a:cubicBezTo>
                        <a:pt x="12" y="45"/>
                        <a:pt x="12" y="45"/>
                        <a:pt x="12" y="45"/>
                      </a:cubicBezTo>
                      <a:cubicBezTo>
                        <a:pt x="12" y="47"/>
                        <a:pt x="13" y="48"/>
                        <a:pt x="14" y="48"/>
                      </a:cubicBezTo>
                      <a:cubicBezTo>
                        <a:pt x="16" y="48"/>
                        <a:pt x="17" y="47"/>
                        <a:pt x="17" y="45"/>
                      </a:cubicBezTo>
                      <a:cubicBezTo>
                        <a:pt x="17" y="5"/>
                        <a:pt x="17" y="5"/>
                        <a:pt x="17" y="5"/>
                      </a:cubicBezTo>
                      <a:cubicBezTo>
                        <a:pt x="18" y="5"/>
                        <a:pt x="18" y="5"/>
                        <a:pt x="18" y="5"/>
                      </a:cubicBezTo>
                      <a:cubicBezTo>
                        <a:pt x="18" y="20"/>
                        <a:pt x="18" y="20"/>
                        <a:pt x="18" y="20"/>
                      </a:cubicBezTo>
                      <a:cubicBezTo>
                        <a:pt x="18" y="21"/>
                        <a:pt x="18" y="22"/>
                        <a:pt x="19" y="22"/>
                      </a:cubicBezTo>
                      <a:cubicBezTo>
                        <a:pt x="20" y="22"/>
                        <a:pt x="21" y="21"/>
                        <a:pt x="21" y="20"/>
                      </a:cubicBezTo>
                      <a:lnTo>
                        <a:pt x="21"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38" name="Oval 45">
                  <a:extLst>
                    <a:ext uri="{FF2B5EF4-FFF2-40B4-BE49-F238E27FC236}">
                      <a16:creationId xmlns:a16="http://schemas.microsoft.com/office/drawing/2014/main" id="{AAD324AF-E039-484F-988E-C17578EF3FE3}"/>
                    </a:ext>
                  </a:extLst>
                </p:cNvPr>
                <p:cNvSpPr>
                  <a:spLocks noChangeArrowheads="1"/>
                </p:cNvSpPr>
                <p:nvPr/>
              </p:nvSpPr>
              <p:spPr bwMode="auto">
                <a:xfrm>
                  <a:off x="8723313" y="312420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6" name="กลุ่ม 319">
                <a:extLst>
                  <a:ext uri="{FF2B5EF4-FFF2-40B4-BE49-F238E27FC236}">
                    <a16:creationId xmlns:a16="http://schemas.microsoft.com/office/drawing/2014/main" id="{4565274E-F29D-D848-B91E-4B2D14E1F044}"/>
                  </a:ext>
                </a:extLst>
              </p:cNvPr>
              <p:cNvGrpSpPr/>
              <p:nvPr/>
            </p:nvGrpSpPr>
            <p:grpSpPr>
              <a:xfrm>
                <a:off x="2598026" y="2247900"/>
                <a:ext cx="192882" cy="541338"/>
                <a:chOff x="7400925" y="3124200"/>
                <a:chExt cx="385763" cy="1082676"/>
              </a:xfrm>
              <a:grpFill/>
            </p:grpSpPr>
            <p:sp>
              <p:nvSpPr>
                <p:cNvPr id="35" name="Oval 40">
                  <a:extLst>
                    <a:ext uri="{FF2B5EF4-FFF2-40B4-BE49-F238E27FC236}">
                      <a16:creationId xmlns:a16="http://schemas.microsoft.com/office/drawing/2014/main" id="{97ADF921-5FA2-3D46-920E-355497674B68}"/>
                    </a:ext>
                  </a:extLst>
                </p:cNvPr>
                <p:cNvSpPr>
                  <a:spLocks noChangeArrowheads="1"/>
                </p:cNvSpPr>
                <p:nvPr/>
              </p:nvSpPr>
              <p:spPr bwMode="auto">
                <a:xfrm>
                  <a:off x="7512050" y="312420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36" name="Freeform 41">
                  <a:extLst>
                    <a:ext uri="{FF2B5EF4-FFF2-40B4-BE49-F238E27FC236}">
                      <a16:creationId xmlns:a16="http://schemas.microsoft.com/office/drawing/2014/main" id="{6B1DDDC2-5361-E744-B06E-F8C4EE7E80D5}"/>
                    </a:ext>
                  </a:extLst>
                </p:cNvPr>
                <p:cNvSpPr>
                  <a:spLocks/>
                </p:cNvSpPr>
                <p:nvPr/>
              </p:nvSpPr>
              <p:spPr bwMode="auto">
                <a:xfrm>
                  <a:off x="7400925" y="3325813"/>
                  <a:ext cx="385763" cy="881063"/>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7" name="กลุ่ม 322">
                <a:extLst>
                  <a:ext uri="{FF2B5EF4-FFF2-40B4-BE49-F238E27FC236}">
                    <a16:creationId xmlns:a16="http://schemas.microsoft.com/office/drawing/2014/main" id="{16FCCC6C-1D2C-2545-9A13-D5A8AEFA9A9B}"/>
                  </a:ext>
                </a:extLst>
              </p:cNvPr>
              <p:cNvGrpSpPr/>
              <p:nvPr/>
            </p:nvGrpSpPr>
            <p:grpSpPr>
              <a:xfrm>
                <a:off x="2901238" y="2247900"/>
                <a:ext cx="192882" cy="541338"/>
                <a:chOff x="8007350" y="3124200"/>
                <a:chExt cx="385763" cy="1082676"/>
              </a:xfrm>
              <a:grpFill/>
            </p:grpSpPr>
            <p:sp>
              <p:nvSpPr>
                <p:cNvPr id="33" name="Freeform 42">
                  <a:extLst>
                    <a:ext uri="{FF2B5EF4-FFF2-40B4-BE49-F238E27FC236}">
                      <a16:creationId xmlns:a16="http://schemas.microsoft.com/office/drawing/2014/main" id="{CF4F936A-BD2F-6E43-A115-D12053222B4A}"/>
                    </a:ext>
                  </a:extLst>
                </p:cNvPr>
                <p:cNvSpPr>
                  <a:spLocks/>
                </p:cNvSpPr>
                <p:nvPr/>
              </p:nvSpPr>
              <p:spPr bwMode="auto">
                <a:xfrm>
                  <a:off x="8007350" y="3325813"/>
                  <a:ext cx="385763" cy="881063"/>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3" y="48"/>
                        <a:pt x="14" y="48"/>
                      </a:cubicBezTo>
                      <a:cubicBezTo>
                        <a:pt x="16"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34" name="Oval 43">
                  <a:extLst>
                    <a:ext uri="{FF2B5EF4-FFF2-40B4-BE49-F238E27FC236}">
                      <a16:creationId xmlns:a16="http://schemas.microsoft.com/office/drawing/2014/main" id="{84A9E413-3F7F-C04C-A1B7-EF1E098E88BB}"/>
                    </a:ext>
                  </a:extLst>
                </p:cNvPr>
                <p:cNvSpPr>
                  <a:spLocks noChangeArrowheads="1"/>
                </p:cNvSpPr>
                <p:nvPr/>
              </p:nvSpPr>
              <p:spPr bwMode="auto">
                <a:xfrm>
                  <a:off x="8116888" y="312420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8" name="กลุ่ม 325">
                <a:extLst>
                  <a:ext uri="{FF2B5EF4-FFF2-40B4-BE49-F238E27FC236}">
                    <a16:creationId xmlns:a16="http://schemas.microsoft.com/office/drawing/2014/main" id="{2A8CF4DC-33D3-D94F-97EF-C8C7B9563E50}"/>
                  </a:ext>
                </a:extLst>
              </p:cNvPr>
              <p:cNvGrpSpPr/>
              <p:nvPr/>
            </p:nvGrpSpPr>
            <p:grpSpPr>
              <a:xfrm>
                <a:off x="3204451" y="2247900"/>
                <a:ext cx="192882" cy="541338"/>
                <a:chOff x="8613775" y="3124200"/>
                <a:chExt cx="385763" cy="1082676"/>
              </a:xfrm>
              <a:grpFill/>
            </p:grpSpPr>
            <p:sp>
              <p:nvSpPr>
                <p:cNvPr id="31" name="Freeform 30">
                  <a:extLst>
                    <a:ext uri="{FF2B5EF4-FFF2-40B4-BE49-F238E27FC236}">
                      <a16:creationId xmlns:a16="http://schemas.microsoft.com/office/drawing/2014/main" id="{BC50C789-D337-5843-AAD9-93796A04DA32}"/>
                    </a:ext>
                  </a:extLst>
                </p:cNvPr>
                <p:cNvSpPr>
                  <a:spLocks/>
                </p:cNvSpPr>
                <p:nvPr/>
              </p:nvSpPr>
              <p:spPr bwMode="auto">
                <a:xfrm>
                  <a:off x="8613775" y="3325813"/>
                  <a:ext cx="385763" cy="881063"/>
                </a:xfrm>
                <a:custGeom>
                  <a:avLst/>
                  <a:gdLst>
                    <a:gd name="T0" fmla="*/ 21 w 21"/>
                    <a:gd name="T1" fmla="*/ 4 h 48"/>
                    <a:gd name="T2" fmla="*/ 17 w 21"/>
                    <a:gd name="T3" fmla="*/ 0 h 48"/>
                    <a:gd name="T4" fmla="*/ 5 w 21"/>
                    <a:gd name="T5" fmla="*/ 0 h 48"/>
                    <a:gd name="T6" fmla="*/ 0 w 21"/>
                    <a:gd name="T7" fmla="*/ 4 h 48"/>
                    <a:gd name="T8" fmla="*/ 0 w 21"/>
                    <a:gd name="T9" fmla="*/ 20 h 48"/>
                    <a:gd name="T10" fmla="*/ 2 w 21"/>
                    <a:gd name="T11" fmla="*/ 22 h 48"/>
                    <a:gd name="T12" fmla="*/ 4 w 21"/>
                    <a:gd name="T13" fmla="*/ 20 h 48"/>
                    <a:gd name="T14" fmla="*/ 4 w 21"/>
                    <a:gd name="T15" fmla="*/ 5 h 48"/>
                    <a:gd name="T16" fmla="*/ 5 w 21"/>
                    <a:gd name="T17" fmla="*/ 5 h 48"/>
                    <a:gd name="T18" fmla="*/ 5 w 21"/>
                    <a:gd name="T19" fmla="*/ 45 h 48"/>
                    <a:gd name="T20" fmla="*/ 7 w 21"/>
                    <a:gd name="T21" fmla="*/ 48 h 48"/>
                    <a:gd name="T22" fmla="*/ 10 w 21"/>
                    <a:gd name="T23" fmla="*/ 45 h 48"/>
                    <a:gd name="T24" fmla="*/ 10 w 21"/>
                    <a:gd name="T25" fmla="*/ 23 h 48"/>
                    <a:gd name="T26" fmla="*/ 12 w 21"/>
                    <a:gd name="T27" fmla="*/ 23 h 48"/>
                    <a:gd name="T28" fmla="*/ 12 w 21"/>
                    <a:gd name="T29" fmla="*/ 45 h 48"/>
                    <a:gd name="T30" fmla="*/ 14 w 21"/>
                    <a:gd name="T31" fmla="*/ 48 h 48"/>
                    <a:gd name="T32" fmla="*/ 17 w 21"/>
                    <a:gd name="T33" fmla="*/ 45 h 48"/>
                    <a:gd name="T34" fmla="*/ 17 w 21"/>
                    <a:gd name="T35" fmla="*/ 5 h 48"/>
                    <a:gd name="T36" fmla="*/ 18 w 21"/>
                    <a:gd name="T37" fmla="*/ 5 h 48"/>
                    <a:gd name="T38" fmla="*/ 18 w 21"/>
                    <a:gd name="T39" fmla="*/ 20 h 48"/>
                    <a:gd name="T40" fmla="*/ 19 w 21"/>
                    <a:gd name="T41" fmla="*/ 22 h 48"/>
                    <a:gd name="T42" fmla="*/ 21 w 21"/>
                    <a:gd name="T43" fmla="*/ 20 h 48"/>
                    <a:gd name="T44" fmla="*/ 21 w 21"/>
                    <a:gd name="T45"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21" y="4"/>
                      </a:moveTo>
                      <a:cubicBezTo>
                        <a:pt x="21" y="2"/>
                        <a:pt x="19" y="0"/>
                        <a:pt x="17" y="0"/>
                      </a:cubicBezTo>
                      <a:cubicBezTo>
                        <a:pt x="5" y="0"/>
                        <a:pt x="5" y="0"/>
                        <a:pt x="5"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2" y="23"/>
                        <a:pt x="12" y="23"/>
                        <a:pt x="12" y="23"/>
                      </a:cubicBezTo>
                      <a:cubicBezTo>
                        <a:pt x="12" y="45"/>
                        <a:pt x="12" y="45"/>
                        <a:pt x="12" y="45"/>
                      </a:cubicBezTo>
                      <a:cubicBezTo>
                        <a:pt x="12" y="47"/>
                        <a:pt x="13" y="48"/>
                        <a:pt x="14" y="48"/>
                      </a:cubicBezTo>
                      <a:cubicBezTo>
                        <a:pt x="16" y="48"/>
                        <a:pt x="17" y="47"/>
                        <a:pt x="17" y="45"/>
                      </a:cubicBezTo>
                      <a:cubicBezTo>
                        <a:pt x="17" y="5"/>
                        <a:pt x="17" y="5"/>
                        <a:pt x="17" y="5"/>
                      </a:cubicBezTo>
                      <a:cubicBezTo>
                        <a:pt x="18" y="5"/>
                        <a:pt x="18" y="5"/>
                        <a:pt x="18" y="5"/>
                      </a:cubicBezTo>
                      <a:cubicBezTo>
                        <a:pt x="18" y="20"/>
                        <a:pt x="18" y="20"/>
                        <a:pt x="18" y="20"/>
                      </a:cubicBezTo>
                      <a:cubicBezTo>
                        <a:pt x="18" y="21"/>
                        <a:pt x="18" y="22"/>
                        <a:pt x="19" y="22"/>
                      </a:cubicBezTo>
                      <a:cubicBezTo>
                        <a:pt x="20" y="22"/>
                        <a:pt x="21" y="21"/>
                        <a:pt x="21" y="20"/>
                      </a:cubicBezTo>
                      <a:lnTo>
                        <a:pt x="21"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32" name="Oval 31">
                  <a:extLst>
                    <a:ext uri="{FF2B5EF4-FFF2-40B4-BE49-F238E27FC236}">
                      <a16:creationId xmlns:a16="http://schemas.microsoft.com/office/drawing/2014/main" id="{2162435C-B73D-6445-991B-50C1A1D00F6A}"/>
                    </a:ext>
                  </a:extLst>
                </p:cNvPr>
                <p:cNvSpPr>
                  <a:spLocks noChangeArrowheads="1"/>
                </p:cNvSpPr>
                <p:nvPr/>
              </p:nvSpPr>
              <p:spPr bwMode="auto">
                <a:xfrm>
                  <a:off x="8723313" y="312420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9" name="กลุ่ม 373">
                <a:extLst>
                  <a:ext uri="{FF2B5EF4-FFF2-40B4-BE49-F238E27FC236}">
                    <a16:creationId xmlns:a16="http://schemas.microsoft.com/office/drawing/2014/main" id="{129C89DA-3C6C-694D-ADB3-85FB2615560E}"/>
                  </a:ext>
                </a:extLst>
              </p:cNvPr>
              <p:cNvGrpSpPr/>
              <p:nvPr/>
            </p:nvGrpSpPr>
            <p:grpSpPr>
              <a:xfrm>
                <a:off x="1992395" y="2895600"/>
                <a:ext cx="192882" cy="541338"/>
                <a:chOff x="6189663" y="3124200"/>
                <a:chExt cx="385763" cy="1082676"/>
              </a:xfrm>
              <a:grpFill/>
            </p:grpSpPr>
            <p:sp>
              <p:nvSpPr>
                <p:cNvPr id="29" name="Oval 36">
                  <a:extLst>
                    <a:ext uri="{FF2B5EF4-FFF2-40B4-BE49-F238E27FC236}">
                      <a16:creationId xmlns:a16="http://schemas.microsoft.com/office/drawing/2014/main" id="{6068DC97-C10E-3C42-8DB4-08B8C07F50D3}"/>
                    </a:ext>
                  </a:extLst>
                </p:cNvPr>
                <p:cNvSpPr>
                  <a:spLocks noChangeArrowheads="1"/>
                </p:cNvSpPr>
                <p:nvPr/>
              </p:nvSpPr>
              <p:spPr bwMode="auto">
                <a:xfrm>
                  <a:off x="6299200" y="312420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30" name="Freeform 37">
                  <a:extLst>
                    <a:ext uri="{FF2B5EF4-FFF2-40B4-BE49-F238E27FC236}">
                      <a16:creationId xmlns:a16="http://schemas.microsoft.com/office/drawing/2014/main" id="{2C0726A1-E92C-AC4E-AE59-2B05CEEDC065}"/>
                    </a:ext>
                  </a:extLst>
                </p:cNvPr>
                <p:cNvSpPr>
                  <a:spLocks/>
                </p:cNvSpPr>
                <p:nvPr/>
              </p:nvSpPr>
              <p:spPr bwMode="auto">
                <a:xfrm>
                  <a:off x="6189663" y="3325813"/>
                  <a:ext cx="385763" cy="881063"/>
                </a:xfrm>
                <a:custGeom>
                  <a:avLst/>
                  <a:gdLst>
                    <a:gd name="T0" fmla="*/ 16 w 21"/>
                    <a:gd name="T1" fmla="*/ 0 h 48"/>
                    <a:gd name="T2" fmla="*/ 4 w 21"/>
                    <a:gd name="T3" fmla="*/ 0 h 48"/>
                    <a:gd name="T4" fmla="*/ 0 w 21"/>
                    <a:gd name="T5" fmla="*/ 4 h 48"/>
                    <a:gd name="T6" fmla="*/ 0 w 21"/>
                    <a:gd name="T7" fmla="*/ 20 h 48"/>
                    <a:gd name="T8" fmla="*/ 2 w 21"/>
                    <a:gd name="T9" fmla="*/ 22 h 48"/>
                    <a:gd name="T10" fmla="*/ 3 w 21"/>
                    <a:gd name="T11" fmla="*/ 20 h 48"/>
                    <a:gd name="T12" fmla="*/ 3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6 w 21"/>
                    <a:gd name="T31" fmla="*/ 45 h 48"/>
                    <a:gd name="T32" fmla="*/ 16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6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6" y="0"/>
                      </a:moveTo>
                      <a:cubicBezTo>
                        <a:pt x="4" y="0"/>
                        <a:pt x="4" y="0"/>
                        <a:pt x="4" y="0"/>
                      </a:cubicBezTo>
                      <a:cubicBezTo>
                        <a:pt x="2" y="0"/>
                        <a:pt x="0" y="2"/>
                        <a:pt x="0" y="4"/>
                      </a:cubicBezTo>
                      <a:cubicBezTo>
                        <a:pt x="0" y="20"/>
                        <a:pt x="0" y="20"/>
                        <a:pt x="0" y="20"/>
                      </a:cubicBezTo>
                      <a:cubicBezTo>
                        <a:pt x="0" y="21"/>
                        <a:pt x="1" y="22"/>
                        <a:pt x="2" y="22"/>
                      </a:cubicBezTo>
                      <a:cubicBezTo>
                        <a:pt x="3" y="22"/>
                        <a:pt x="3" y="21"/>
                        <a:pt x="3" y="20"/>
                      </a:cubicBezTo>
                      <a:cubicBezTo>
                        <a:pt x="3" y="5"/>
                        <a:pt x="3" y="5"/>
                        <a:pt x="3" y="5"/>
                      </a:cubicBezTo>
                      <a:cubicBezTo>
                        <a:pt x="4" y="5"/>
                        <a:pt x="4" y="5"/>
                        <a:pt x="4" y="5"/>
                      </a:cubicBezTo>
                      <a:cubicBezTo>
                        <a:pt x="4" y="45"/>
                        <a:pt x="4" y="45"/>
                        <a:pt x="4" y="45"/>
                      </a:cubicBezTo>
                      <a:cubicBezTo>
                        <a:pt x="4" y="47"/>
                        <a:pt x="5" y="48"/>
                        <a:pt x="7" y="48"/>
                      </a:cubicBezTo>
                      <a:cubicBezTo>
                        <a:pt x="8"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20" name="กลุ่ม 376">
                <a:extLst>
                  <a:ext uri="{FF2B5EF4-FFF2-40B4-BE49-F238E27FC236}">
                    <a16:creationId xmlns:a16="http://schemas.microsoft.com/office/drawing/2014/main" id="{C57B119F-0A72-5F43-BE8D-81BE2997C756}"/>
                  </a:ext>
                </a:extLst>
              </p:cNvPr>
              <p:cNvGrpSpPr/>
              <p:nvPr/>
            </p:nvGrpSpPr>
            <p:grpSpPr>
              <a:xfrm>
                <a:off x="2295607" y="2895600"/>
                <a:ext cx="192882" cy="541338"/>
                <a:chOff x="6796088" y="3124200"/>
                <a:chExt cx="385763" cy="1082676"/>
              </a:xfrm>
              <a:grpFill/>
            </p:grpSpPr>
            <p:sp>
              <p:nvSpPr>
                <p:cNvPr id="27" name="Oval 38">
                  <a:extLst>
                    <a:ext uri="{FF2B5EF4-FFF2-40B4-BE49-F238E27FC236}">
                      <a16:creationId xmlns:a16="http://schemas.microsoft.com/office/drawing/2014/main" id="{79354088-D087-BC4A-A27B-D6AFAEE391B0}"/>
                    </a:ext>
                  </a:extLst>
                </p:cNvPr>
                <p:cNvSpPr>
                  <a:spLocks noChangeArrowheads="1"/>
                </p:cNvSpPr>
                <p:nvPr/>
              </p:nvSpPr>
              <p:spPr bwMode="auto">
                <a:xfrm>
                  <a:off x="6905625" y="312420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8" name="Freeform 39">
                  <a:extLst>
                    <a:ext uri="{FF2B5EF4-FFF2-40B4-BE49-F238E27FC236}">
                      <a16:creationId xmlns:a16="http://schemas.microsoft.com/office/drawing/2014/main" id="{8910539A-CDA7-5844-8F25-585D343EFCA6}"/>
                    </a:ext>
                  </a:extLst>
                </p:cNvPr>
                <p:cNvSpPr>
                  <a:spLocks/>
                </p:cNvSpPr>
                <p:nvPr/>
              </p:nvSpPr>
              <p:spPr bwMode="auto">
                <a:xfrm>
                  <a:off x="6796088" y="3325813"/>
                  <a:ext cx="385763" cy="881063"/>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4 w 21"/>
                    <a:gd name="T15" fmla="*/ 5 h 48"/>
                    <a:gd name="T16" fmla="*/ 4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6 w 21"/>
                    <a:gd name="T31" fmla="*/ 45 h 48"/>
                    <a:gd name="T32" fmla="*/ 16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4" y="5"/>
                        <a:pt x="4" y="5"/>
                        <a:pt x="4" y="5"/>
                      </a:cubicBezTo>
                      <a:cubicBezTo>
                        <a:pt x="4" y="45"/>
                        <a:pt x="4" y="45"/>
                        <a:pt x="4" y="45"/>
                      </a:cubicBezTo>
                      <a:cubicBezTo>
                        <a:pt x="4" y="47"/>
                        <a:pt x="6" y="48"/>
                        <a:pt x="7" y="48"/>
                      </a:cubicBezTo>
                      <a:cubicBezTo>
                        <a:pt x="8" y="48"/>
                        <a:pt x="10" y="47"/>
                        <a:pt x="10" y="45"/>
                      </a:cubicBezTo>
                      <a:cubicBezTo>
                        <a:pt x="10" y="23"/>
                        <a:pt x="10" y="23"/>
                        <a:pt x="10" y="23"/>
                      </a:cubicBezTo>
                      <a:cubicBezTo>
                        <a:pt x="11" y="23"/>
                        <a:pt x="11" y="23"/>
                        <a:pt x="11" y="23"/>
                      </a:cubicBezTo>
                      <a:cubicBezTo>
                        <a:pt x="11" y="45"/>
                        <a:pt x="11" y="45"/>
                        <a:pt x="11" y="45"/>
                      </a:cubicBezTo>
                      <a:cubicBezTo>
                        <a:pt x="11" y="47"/>
                        <a:pt x="12" y="48"/>
                        <a:pt x="14" y="48"/>
                      </a:cubicBezTo>
                      <a:cubicBezTo>
                        <a:pt x="15" y="48"/>
                        <a:pt x="16" y="47"/>
                        <a:pt x="16" y="45"/>
                      </a:cubicBezTo>
                      <a:cubicBezTo>
                        <a:pt x="16" y="5"/>
                        <a:pt x="16" y="5"/>
                        <a:pt x="16"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21" name="กลุ่ม 442">
                <a:extLst>
                  <a:ext uri="{FF2B5EF4-FFF2-40B4-BE49-F238E27FC236}">
                    <a16:creationId xmlns:a16="http://schemas.microsoft.com/office/drawing/2014/main" id="{6086C700-3730-4148-9C7D-208C410BC27C}"/>
                  </a:ext>
                </a:extLst>
              </p:cNvPr>
              <p:cNvGrpSpPr/>
              <p:nvPr/>
            </p:nvGrpSpPr>
            <p:grpSpPr>
              <a:xfrm>
                <a:off x="2901239" y="3543300"/>
                <a:ext cx="192882" cy="541338"/>
                <a:chOff x="8007350" y="3124200"/>
                <a:chExt cx="385763" cy="1082676"/>
              </a:xfrm>
              <a:grpFill/>
            </p:grpSpPr>
            <p:sp>
              <p:nvSpPr>
                <p:cNvPr id="25" name="Freeform 42">
                  <a:extLst>
                    <a:ext uri="{FF2B5EF4-FFF2-40B4-BE49-F238E27FC236}">
                      <a16:creationId xmlns:a16="http://schemas.microsoft.com/office/drawing/2014/main" id="{2C5D5037-6F72-FA41-BB38-206D3D5B6C4D}"/>
                    </a:ext>
                  </a:extLst>
                </p:cNvPr>
                <p:cNvSpPr>
                  <a:spLocks/>
                </p:cNvSpPr>
                <p:nvPr/>
              </p:nvSpPr>
              <p:spPr bwMode="auto">
                <a:xfrm>
                  <a:off x="8007350" y="3325813"/>
                  <a:ext cx="385763" cy="881063"/>
                </a:xfrm>
                <a:custGeom>
                  <a:avLst/>
                  <a:gdLst>
                    <a:gd name="T0" fmla="*/ 17 w 21"/>
                    <a:gd name="T1" fmla="*/ 0 h 48"/>
                    <a:gd name="T2" fmla="*/ 4 w 21"/>
                    <a:gd name="T3" fmla="*/ 0 h 48"/>
                    <a:gd name="T4" fmla="*/ 0 w 21"/>
                    <a:gd name="T5" fmla="*/ 4 h 48"/>
                    <a:gd name="T6" fmla="*/ 0 w 21"/>
                    <a:gd name="T7" fmla="*/ 20 h 48"/>
                    <a:gd name="T8" fmla="*/ 2 w 21"/>
                    <a:gd name="T9" fmla="*/ 22 h 48"/>
                    <a:gd name="T10" fmla="*/ 4 w 21"/>
                    <a:gd name="T11" fmla="*/ 20 h 48"/>
                    <a:gd name="T12" fmla="*/ 4 w 21"/>
                    <a:gd name="T13" fmla="*/ 5 h 48"/>
                    <a:gd name="T14" fmla="*/ 5 w 21"/>
                    <a:gd name="T15" fmla="*/ 5 h 48"/>
                    <a:gd name="T16" fmla="*/ 5 w 21"/>
                    <a:gd name="T17" fmla="*/ 45 h 48"/>
                    <a:gd name="T18" fmla="*/ 7 w 21"/>
                    <a:gd name="T19" fmla="*/ 48 h 48"/>
                    <a:gd name="T20" fmla="*/ 10 w 21"/>
                    <a:gd name="T21" fmla="*/ 45 h 48"/>
                    <a:gd name="T22" fmla="*/ 10 w 21"/>
                    <a:gd name="T23" fmla="*/ 23 h 48"/>
                    <a:gd name="T24" fmla="*/ 11 w 21"/>
                    <a:gd name="T25" fmla="*/ 23 h 48"/>
                    <a:gd name="T26" fmla="*/ 11 w 21"/>
                    <a:gd name="T27" fmla="*/ 45 h 48"/>
                    <a:gd name="T28" fmla="*/ 14 w 21"/>
                    <a:gd name="T29" fmla="*/ 48 h 48"/>
                    <a:gd name="T30" fmla="*/ 17 w 21"/>
                    <a:gd name="T31" fmla="*/ 45 h 48"/>
                    <a:gd name="T32" fmla="*/ 17 w 21"/>
                    <a:gd name="T33" fmla="*/ 5 h 48"/>
                    <a:gd name="T34" fmla="*/ 17 w 21"/>
                    <a:gd name="T35" fmla="*/ 5 h 48"/>
                    <a:gd name="T36" fmla="*/ 17 w 21"/>
                    <a:gd name="T37" fmla="*/ 20 h 48"/>
                    <a:gd name="T38" fmla="*/ 19 w 21"/>
                    <a:gd name="T39" fmla="*/ 22 h 48"/>
                    <a:gd name="T40" fmla="*/ 21 w 21"/>
                    <a:gd name="T41" fmla="*/ 20 h 48"/>
                    <a:gd name="T42" fmla="*/ 21 w 21"/>
                    <a:gd name="T43" fmla="*/ 4 h 48"/>
                    <a:gd name="T44" fmla="*/ 17 w 21"/>
                    <a:gd name="T4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17" y="0"/>
                      </a:moveTo>
                      <a:cubicBezTo>
                        <a:pt x="4" y="0"/>
                        <a:pt x="4" y="0"/>
                        <a:pt x="4"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1" y="23"/>
                        <a:pt x="11" y="23"/>
                        <a:pt x="11" y="23"/>
                      </a:cubicBezTo>
                      <a:cubicBezTo>
                        <a:pt x="11" y="45"/>
                        <a:pt x="11" y="45"/>
                        <a:pt x="11" y="45"/>
                      </a:cubicBezTo>
                      <a:cubicBezTo>
                        <a:pt x="11" y="47"/>
                        <a:pt x="13" y="48"/>
                        <a:pt x="14" y="48"/>
                      </a:cubicBezTo>
                      <a:cubicBezTo>
                        <a:pt x="16" y="48"/>
                        <a:pt x="17" y="47"/>
                        <a:pt x="17" y="45"/>
                      </a:cubicBezTo>
                      <a:cubicBezTo>
                        <a:pt x="17" y="5"/>
                        <a:pt x="17" y="5"/>
                        <a:pt x="17" y="5"/>
                      </a:cubicBezTo>
                      <a:cubicBezTo>
                        <a:pt x="17" y="5"/>
                        <a:pt x="17" y="5"/>
                        <a:pt x="17" y="5"/>
                      </a:cubicBezTo>
                      <a:cubicBezTo>
                        <a:pt x="17" y="20"/>
                        <a:pt x="17" y="20"/>
                        <a:pt x="17" y="20"/>
                      </a:cubicBezTo>
                      <a:cubicBezTo>
                        <a:pt x="17" y="21"/>
                        <a:pt x="18" y="22"/>
                        <a:pt x="19" y="22"/>
                      </a:cubicBezTo>
                      <a:cubicBezTo>
                        <a:pt x="20" y="22"/>
                        <a:pt x="21" y="21"/>
                        <a:pt x="21" y="20"/>
                      </a:cubicBezTo>
                      <a:cubicBezTo>
                        <a:pt x="21" y="4"/>
                        <a:pt x="21" y="4"/>
                        <a:pt x="21" y="4"/>
                      </a:cubicBezTo>
                      <a:cubicBezTo>
                        <a:pt x="21" y="2"/>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6" name="Oval 43">
                  <a:extLst>
                    <a:ext uri="{FF2B5EF4-FFF2-40B4-BE49-F238E27FC236}">
                      <a16:creationId xmlns:a16="http://schemas.microsoft.com/office/drawing/2014/main" id="{7BC82864-A22A-2D46-BAB3-A96FD5D8F381}"/>
                    </a:ext>
                  </a:extLst>
                </p:cNvPr>
                <p:cNvSpPr>
                  <a:spLocks noChangeArrowheads="1"/>
                </p:cNvSpPr>
                <p:nvPr/>
              </p:nvSpPr>
              <p:spPr bwMode="auto">
                <a:xfrm>
                  <a:off x="8116888" y="312420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22" name="กลุ่ม 445">
                <a:extLst>
                  <a:ext uri="{FF2B5EF4-FFF2-40B4-BE49-F238E27FC236}">
                    <a16:creationId xmlns:a16="http://schemas.microsoft.com/office/drawing/2014/main" id="{D9119A8E-45EF-DD45-883A-A9EB37BD289E}"/>
                  </a:ext>
                </a:extLst>
              </p:cNvPr>
              <p:cNvGrpSpPr/>
              <p:nvPr/>
            </p:nvGrpSpPr>
            <p:grpSpPr>
              <a:xfrm>
                <a:off x="3204451" y="3543300"/>
                <a:ext cx="192882" cy="541338"/>
                <a:chOff x="8613775" y="3124200"/>
                <a:chExt cx="385763" cy="1082676"/>
              </a:xfrm>
              <a:grpFill/>
            </p:grpSpPr>
            <p:sp>
              <p:nvSpPr>
                <p:cNvPr id="23" name="Freeform 44">
                  <a:extLst>
                    <a:ext uri="{FF2B5EF4-FFF2-40B4-BE49-F238E27FC236}">
                      <a16:creationId xmlns:a16="http://schemas.microsoft.com/office/drawing/2014/main" id="{7F0A5232-6BE9-D849-9086-0F9908B1136D}"/>
                    </a:ext>
                  </a:extLst>
                </p:cNvPr>
                <p:cNvSpPr>
                  <a:spLocks/>
                </p:cNvSpPr>
                <p:nvPr/>
              </p:nvSpPr>
              <p:spPr bwMode="auto">
                <a:xfrm>
                  <a:off x="8613775" y="3325813"/>
                  <a:ext cx="385763" cy="881063"/>
                </a:xfrm>
                <a:custGeom>
                  <a:avLst/>
                  <a:gdLst>
                    <a:gd name="T0" fmla="*/ 21 w 21"/>
                    <a:gd name="T1" fmla="*/ 4 h 48"/>
                    <a:gd name="T2" fmla="*/ 17 w 21"/>
                    <a:gd name="T3" fmla="*/ 0 h 48"/>
                    <a:gd name="T4" fmla="*/ 5 w 21"/>
                    <a:gd name="T5" fmla="*/ 0 h 48"/>
                    <a:gd name="T6" fmla="*/ 0 w 21"/>
                    <a:gd name="T7" fmla="*/ 4 h 48"/>
                    <a:gd name="T8" fmla="*/ 0 w 21"/>
                    <a:gd name="T9" fmla="*/ 20 h 48"/>
                    <a:gd name="T10" fmla="*/ 2 w 21"/>
                    <a:gd name="T11" fmla="*/ 22 h 48"/>
                    <a:gd name="T12" fmla="*/ 4 w 21"/>
                    <a:gd name="T13" fmla="*/ 20 h 48"/>
                    <a:gd name="T14" fmla="*/ 4 w 21"/>
                    <a:gd name="T15" fmla="*/ 5 h 48"/>
                    <a:gd name="T16" fmla="*/ 5 w 21"/>
                    <a:gd name="T17" fmla="*/ 5 h 48"/>
                    <a:gd name="T18" fmla="*/ 5 w 21"/>
                    <a:gd name="T19" fmla="*/ 45 h 48"/>
                    <a:gd name="T20" fmla="*/ 7 w 21"/>
                    <a:gd name="T21" fmla="*/ 48 h 48"/>
                    <a:gd name="T22" fmla="*/ 10 w 21"/>
                    <a:gd name="T23" fmla="*/ 45 h 48"/>
                    <a:gd name="T24" fmla="*/ 10 w 21"/>
                    <a:gd name="T25" fmla="*/ 23 h 48"/>
                    <a:gd name="T26" fmla="*/ 12 w 21"/>
                    <a:gd name="T27" fmla="*/ 23 h 48"/>
                    <a:gd name="T28" fmla="*/ 12 w 21"/>
                    <a:gd name="T29" fmla="*/ 45 h 48"/>
                    <a:gd name="T30" fmla="*/ 14 w 21"/>
                    <a:gd name="T31" fmla="*/ 48 h 48"/>
                    <a:gd name="T32" fmla="*/ 17 w 21"/>
                    <a:gd name="T33" fmla="*/ 45 h 48"/>
                    <a:gd name="T34" fmla="*/ 17 w 21"/>
                    <a:gd name="T35" fmla="*/ 5 h 48"/>
                    <a:gd name="T36" fmla="*/ 18 w 21"/>
                    <a:gd name="T37" fmla="*/ 5 h 48"/>
                    <a:gd name="T38" fmla="*/ 18 w 21"/>
                    <a:gd name="T39" fmla="*/ 20 h 48"/>
                    <a:gd name="T40" fmla="*/ 19 w 21"/>
                    <a:gd name="T41" fmla="*/ 22 h 48"/>
                    <a:gd name="T42" fmla="*/ 21 w 21"/>
                    <a:gd name="T43" fmla="*/ 20 h 48"/>
                    <a:gd name="T44" fmla="*/ 21 w 21"/>
                    <a:gd name="T45"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8">
                      <a:moveTo>
                        <a:pt x="21" y="4"/>
                      </a:moveTo>
                      <a:cubicBezTo>
                        <a:pt x="21" y="2"/>
                        <a:pt x="19" y="0"/>
                        <a:pt x="17" y="0"/>
                      </a:cubicBezTo>
                      <a:cubicBezTo>
                        <a:pt x="5" y="0"/>
                        <a:pt x="5" y="0"/>
                        <a:pt x="5" y="0"/>
                      </a:cubicBezTo>
                      <a:cubicBezTo>
                        <a:pt x="2" y="0"/>
                        <a:pt x="0" y="2"/>
                        <a:pt x="0" y="4"/>
                      </a:cubicBezTo>
                      <a:cubicBezTo>
                        <a:pt x="0" y="20"/>
                        <a:pt x="0" y="20"/>
                        <a:pt x="0" y="20"/>
                      </a:cubicBezTo>
                      <a:cubicBezTo>
                        <a:pt x="0" y="21"/>
                        <a:pt x="1" y="22"/>
                        <a:pt x="2" y="22"/>
                      </a:cubicBezTo>
                      <a:cubicBezTo>
                        <a:pt x="3" y="22"/>
                        <a:pt x="4" y="21"/>
                        <a:pt x="4" y="20"/>
                      </a:cubicBezTo>
                      <a:cubicBezTo>
                        <a:pt x="4" y="5"/>
                        <a:pt x="4" y="5"/>
                        <a:pt x="4" y="5"/>
                      </a:cubicBezTo>
                      <a:cubicBezTo>
                        <a:pt x="5" y="5"/>
                        <a:pt x="5" y="5"/>
                        <a:pt x="5" y="5"/>
                      </a:cubicBezTo>
                      <a:cubicBezTo>
                        <a:pt x="5" y="45"/>
                        <a:pt x="5" y="45"/>
                        <a:pt x="5" y="45"/>
                      </a:cubicBezTo>
                      <a:cubicBezTo>
                        <a:pt x="5" y="47"/>
                        <a:pt x="6" y="48"/>
                        <a:pt x="7" y="48"/>
                      </a:cubicBezTo>
                      <a:cubicBezTo>
                        <a:pt x="9" y="48"/>
                        <a:pt x="10" y="47"/>
                        <a:pt x="10" y="45"/>
                      </a:cubicBezTo>
                      <a:cubicBezTo>
                        <a:pt x="10" y="23"/>
                        <a:pt x="10" y="23"/>
                        <a:pt x="10" y="23"/>
                      </a:cubicBezTo>
                      <a:cubicBezTo>
                        <a:pt x="12" y="23"/>
                        <a:pt x="12" y="23"/>
                        <a:pt x="12" y="23"/>
                      </a:cubicBezTo>
                      <a:cubicBezTo>
                        <a:pt x="12" y="45"/>
                        <a:pt x="12" y="45"/>
                        <a:pt x="12" y="45"/>
                      </a:cubicBezTo>
                      <a:cubicBezTo>
                        <a:pt x="12" y="47"/>
                        <a:pt x="13" y="48"/>
                        <a:pt x="14" y="48"/>
                      </a:cubicBezTo>
                      <a:cubicBezTo>
                        <a:pt x="16" y="48"/>
                        <a:pt x="17" y="47"/>
                        <a:pt x="17" y="45"/>
                      </a:cubicBezTo>
                      <a:cubicBezTo>
                        <a:pt x="17" y="5"/>
                        <a:pt x="17" y="5"/>
                        <a:pt x="17" y="5"/>
                      </a:cubicBezTo>
                      <a:cubicBezTo>
                        <a:pt x="18" y="5"/>
                        <a:pt x="18" y="5"/>
                        <a:pt x="18" y="5"/>
                      </a:cubicBezTo>
                      <a:cubicBezTo>
                        <a:pt x="18" y="20"/>
                        <a:pt x="18" y="20"/>
                        <a:pt x="18" y="20"/>
                      </a:cubicBezTo>
                      <a:cubicBezTo>
                        <a:pt x="18" y="21"/>
                        <a:pt x="18" y="22"/>
                        <a:pt x="19" y="22"/>
                      </a:cubicBezTo>
                      <a:cubicBezTo>
                        <a:pt x="20" y="22"/>
                        <a:pt x="21" y="21"/>
                        <a:pt x="21" y="20"/>
                      </a:cubicBezTo>
                      <a:lnTo>
                        <a:pt x="21"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4" name="Oval 45">
                  <a:extLst>
                    <a:ext uri="{FF2B5EF4-FFF2-40B4-BE49-F238E27FC236}">
                      <a16:creationId xmlns:a16="http://schemas.microsoft.com/office/drawing/2014/main" id="{76A4A7D6-1B8D-754D-9852-9D828CC1B3B1}"/>
                    </a:ext>
                  </a:extLst>
                </p:cNvPr>
                <p:cNvSpPr>
                  <a:spLocks noChangeArrowheads="1"/>
                </p:cNvSpPr>
                <p:nvPr/>
              </p:nvSpPr>
              <p:spPr bwMode="auto">
                <a:xfrm>
                  <a:off x="8723313" y="312420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grpSp>
      <p:sp>
        <p:nvSpPr>
          <p:cNvPr id="97" name="TextBox 605">
            <a:extLst>
              <a:ext uri="{FF2B5EF4-FFF2-40B4-BE49-F238E27FC236}">
                <a16:creationId xmlns:a16="http://schemas.microsoft.com/office/drawing/2014/main" id="{8B51B5AB-A5C0-804D-8642-F3CB8D33064A}"/>
              </a:ext>
            </a:extLst>
          </p:cNvPr>
          <p:cNvSpPr txBox="1"/>
          <p:nvPr/>
        </p:nvSpPr>
        <p:spPr bwMode="auto">
          <a:xfrm>
            <a:off x="378325" y="3859769"/>
            <a:ext cx="499496" cy="338554"/>
          </a:xfrm>
          <a:prstGeom prst="rect">
            <a:avLst/>
          </a:prstGeom>
          <a:noFill/>
        </p:spPr>
        <p:txBody>
          <a:bodyPr wrap="none" lIns="0">
            <a:noAutofit/>
          </a:bodyPr>
          <a:lstStyle/>
          <a:p>
            <a:pPr defTabSz="742819">
              <a:defRPr/>
            </a:pPr>
            <a:r>
              <a:rPr lang="en-US" sz="1600" b="1" dirty="0">
                <a:solidFill>
                  <a:srgbClr val="007CB0">
                    <a:lumMod val="40000"/>
                    <a:lumOff val="60000"/>
                  </a:srgbClr>
                </a:solidFill>
                <a:latin typeface="Aptos" panose="020B0004020202020204" pitchFamily="34" charset="0"/>
                <a:ea typeface="Lato" pitchFamily="34" charset="0"/>
                <a:cs typeface="Lato" pitchFamily="34" charset="0"/>
              </a:rPr>
              <a:t>Title</a:t>
            </a:r>
            <a:endParaRPr lang="id-ID" sz="1600" b="1" dirty="0">
              <a:solidFill>
                <a:srgbClr val="007CB0">
                  <a:lumMod val="40000"/>
                  <a:lumOff val="60000"/>
                </a:srgbClr>
              </a:solidFill>
              <a:latin typeface="Aptos" panose="020B0004020202020204" pitchFamily="34" charset="0"/>
              <a:ea typeface="Lato" pitchFamily="34" charset="0"/>
              <a:cs typeface="Lato" pitchFamily="34" charset="0"/>
            </a:endParaRPr>
          </a:p>
        </p:txBody>
      </p:sp>
      <p:sp>
        <p:nvSpPr>
          <p:cNvPr id="98" name="TextBox 31">
            <a:extLst>
              <a:ext uri="{FF2B5EF4-FFF2-40B4-BE49-F238E27FC236}">
                <a16:creationId xmlns:a16="http://schemas.microsoft.com/office/drawing/2014/main" id="{1522D31C-B56C-CE4E-BC33-BBC5041C2102}"/>
              </a:ext>
            </a:extLst>
          </p:cNvPr>
          <p:cNvSpPr txBox="1">
            <a:spLocks noChangeArrowheads="1"/>
          </p:cNvSpPr>
          <p:nvPr/>
        </p:nvSpPr>
        <p:spPr bwMode="auto">
          <a:xfrm>
            <a:off x="378325" y="4146865"/>
            <a:ext cx="1855477"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a:no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defTabSz="742969" eaLnBrk="1" hangingPunct="1">
              <a:defRPr/>
            </a:pPr>
            <a:r>
              <a:rPr lang="en-US" sz="2600" b="1" dirty="0">
                <a:solidFill>
                  <a:srgbClr val="007CB0">
                    <a:lumMod val="40000"/>
                    <a:lumOff val="60000"/>
                  </a:srgbClr>
                </a:solidFill>
                <a:latin typeface="Aptos" panose="020B0004020202020204" pitchFamily="34" charset="0"/>
                <a:ea typeface="Lato Black" pitchFamily="34" charset="0"/>
                <a:cs typeface="Lato Black" pitchFamily="34" charset="0"/>
              </a:rPr>
              <a:t>25</a:t>
            </a:r>
            <a:r>
              <a:rPr lang="id-ID" sz="2600" b="1" dirty="0">
                <a:solidFill>
                  <a:srgbClr val="007CB0">
                    <a:lumMod val="40000"/>
                    <a:lumOff val="60000"/>
                  </a:srgbClr>
                </a:solidFill>
                <a:latin typeface="Aptos" panose="020B0004020202020204" pitchFamily="34" charset="0"/>
                <a:ea typeface="Lato Black" pitchFamily="34" charset="0"/>
                <a:cs typeface="Lato Black" pitchFamily="34" charset="0"/>
              </a:rPr>
              <a:t>%</a:t>
            </a:r>
          </a:p>
        </p:txBody>
      </p:sp>
      <p:sp>
        <p:nvSpPr>
          <p:cNvPr id="99" name="TextBox 30">
            <a:extLst>
              <a:ext uri="{FF2B5EF4-FFF2-40B4-BE49-F238E27FC236}">
                <a16:creationId xmlns:a16="http://schemas.microsoft.com/office/drawing/2014/main" id="{C792BB46-90FC-F54E-8111-6044DB587001}"/>
              </a:ext>
            </a:extLst>
          </p:cNvPr>
          <p:cNvSpPr txBox="1">
            <a:spLocks noChangeArrowheads="1"/>
          </p:cNvSpPr>
          <p:nvPr/>
        </p:nvSpPr>
        <p:spPr bwMode="auto">
          <a:xfrm>
            <a:off x="392702" y="4557003"/>
            <a:ext cx="2313344" cy="678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a:no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defTabSz="742969" eaLnBrk="1" hangingPunct="1">
              <a:lnSpc>
                <a:spcPct val="130000"/>
              </a:lnSpc>
              <a:defRPr/>
            </a:pPr>
            <a:r>
              <a:rPr lang="en-US" sz="1000" dirty="0">
                <a:solidFill>
                  <a:prstClr val="white"/>
                </a:solidFill>
                <a:latin typeface="Aptos" panose="020B0004020202020204" pitchFamily="34" charset="0"/>
                <a:ea typeface="Lato" pitchFamily="34" charset="0"/>
                <a:cs typeface="Lato" pitchFamily="34" charset="0"/>
              </a:rPr>
              <a:t>Category detail.</a:t>
            </a:r>
          </a:p>
          <a:p>
            <a:pPr defTabSz="742969" eaLnBrk="1" hangingPunct="1">
              <a:lnSpc>
                <a:spcPct val="130000"/>
              </a:lnSpc>
              <a:defRPr/>
            </a:pPr>
            <a:r>
              <a:rPr lang="en-US" sz="1000" dirty="0">
                <a:solidFill>
                  <a:prstClr val="white"/>
                </a:solidFill>
                <a:latin typeface="Aptos" panose="020B0004020202020204" pitchFamily="34" charset="0"/>
                <a:ea typeface="Lato" pitchFamily="34" charset="0"/>
                <a:cs typeface="Lato" pitchFamily="34" charset="0"/>
              </a:rPr>
              <a:t>Category detail.</a:t>
            </a:r>
          </a:p>
          <a:p>
            <a:pPr defTabSz="742969" eaLnBrk="1" hangingPunct="1">
              <a:lnSpc>
                <a:spcPct val="130000"/>
              </a:lnSpc>
              <a:defRPr/>
            </a:pPr>
            <a:r>
              <a:rPr lang="en-US" sz="1000" dirty="0">
                <a:solidFill>
                  <a:prstClr val="white"/>
                </a:solidFill>
                <a:latin typeface="Aptos" panose="020B0004020202020204" pitchFamily="34" charset="0"/>
                <a:ea typeface="Lato" pitchFamily="34" charset="0"/>
                <a:cs typeface="Lato" pitchFamily="34" charset="0"/>
              </a:rPr>
              <a:t>Category detail.</a:t>
            </a:r>
          </a:p>
        </p:txBody>
      </p:sp>
      <p:sp>
        <p:nvSpPr>
          <p:cNvPr id="100" name="TextBox 608">
            <a:extLst>
              <a:ext uri="{FF2B5EF4-FFF2-40B4-BE49-F238E27FC236}">
                <a16:creationId xmlns:a16="http://schemas.microsoft.com/office/drawing/2014/main" id="{0F2F0B8B-4913-744A-BA9C-F9C0F023FDCE}"/>
              </a:ext>
            </a:extLst>
          </p:cNvPr>
          <p:cNvSpPr txBox="1"/>
          <p:nvPr/>
        </p:nvSpPr>
        <p:spPr bwMode="auto">
          <a:xfrm>
            <a:off x="5123449" y="3891895"/>
            <a:ext cx="499496" cy="338554"/>
          </a:xfrm>
          <a:prstGeom prst="rect">
            <a:avLst/>
          </a:prstGeom>
          <a:noFill/>
        </p:spPr>
        <p:txBody>
          <a:bodyPr wrap="none" lIns="0">
            <a:noAutofit/>
          </a:bodyPr>
          <a:lstStyle/>
          <a:p>
            <a:pPr defTabSz="742819">
              <a:defRPr/>
            </a:pPr>
            <a:r>
              <a:rPr lang="en-US" sz="1600" b="1" dirty="0">
                <a:solidFill>
                  <a:srgbClr val="43B02A"/>
                </a:solidFill>
                <a:latin typeface="Aptos" panose="020B0004020202020204" pitchFamily="34" charset="0"/>
                <a:ea typeface="Lato" pitchFamily="34" charset="0"/>
                <a:cs typeface="Lato" pitchFamily="34" charset="0"/>
              </a:rPr>
              <a:t>Title</a:t>
            </a:r>
            <a:endParaRPr lang="id-ID" sz="1600" b="1" dirty="0">
              <a:solidFill>
                <a:srgbClr val="43B02A"/>
              </a:solidFill>
              <a:latin typeface="Aptos" panose="020B0004020202020204" pitchFamily="34" charset="0"/>
              <a:ea typeface="Lato" pitchFamily="34" charset="0"/>
              <a:cs typeface="Lato" pitchFamily="34" charset="0"/>
            </a:endParaRPr>
          </a:p>
        </p:txBody>
      </p:sp>
      <p:sp>
        <p:nvSpPr>
          <p:cNvPr id="101" name="TextBox 31">
            <a:extLst>
              <a:ext uri="{FF2B5EF4-FFF2-40B4-BE49-F238E27FC236}">
                <a16:creationId xmlns:a16="http://schemas.microsoft.com/office/drawing/2014/main" id="{7D9F6751-8817-8C46-AC10-DA0F3E58738F}"/>
              </a:ext>
            </a:extLst>
          </p:cNvPr>
          <p:cNvSpPr txBox="1">
            <a:spLocks noChangeArrowheads="1"/>
          </p:cNvSpPr>
          <p:nvPr/>
        </p:nvSpPr>
        <p:spPr bwMode="auto">
          <a:xfrm>
            <a:off x="5092700" y="4178993"/>
            <a:ext cx="2092131"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a:no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defTabSz="742969" eaLnBrk="1" hangingPunct="1">
              <a:defRPr/>
            </a:pPr>
            <a:r>
              <a:rPr lang="en-US" sz="2600" b="1" dirty="0">
                <a:solidFill>
                  <a:srgbClr val="43B02A"/>
                </a:solidFill>
                <a:latin typeface="Aptos" panose="020B0004020202020204" pitchFamily="34" charset="0"/>
                <a:ea typeface="Lato Black" pitchFamily="34" charset="0"/>
                <a:cs typeface="Lato Black" pitchFamily="34" charset="0"/>
              </a:rPr>
              <a:t>75</a:t>
            </a:r>
            <a:r>
              <a:rPr lang="id-ID" sz="2600" b="1" dirty="0">
                <a:solidFill>
                  <a:srgbClr val="43B02A"/>
                </a:solidFill>
                <a:latin typeface="Aptos" panose="020B0004020202020204" pitchFamily="34" charset="0"/>
                <a:ea typeface="Lato Black" pitchFamily="34" charset="0"/>
                <a:cs typeface="Lato Black" pitchFamily="34" charset="0"/>
              </a:rPr>
              <a:t>%</a:t>
            </a:r>
          </a:p>
        </p:txBody>
      </p:sp>
      <p:sp>
        <p:nvSpPr>
          <p:cNvPr id="102" name="TextBox 30">
            <a:extLst>
              <a:ext uri="{FF2B5EF4-FFF2-40B4-BE49-F238E27FC236}">
                <a16:creationId xmlns:a16="http://schemas.microsoft.com/office/drawing/2014/main" id="{2D3F45A2-4EA0-1241-A6E2-AA6977F046EE}"/>
              </a:ext>
            </a:extLst>
          </p:cNvPr>
          <p:cNvSpPr txBox="1">
            <a:spLocks noChangeArrowheads="1"/>
          </p:cNvSpPr>
          <p:nvPr/>
        </p:nvSpPr>
        <p:spPr bwMode="auto">
          <a:xfrm>
            <a:off x="5120566" y="4575808"/>
            <a:ext cx="2313344" cy="678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a:no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defTabSz="742969" eaLnBrk="1" hangingPunct="1">
              <a:lnSpc>
                <a:spcPct val="130000"/>
              </a:lnSpc>
              <a:defRPr/>
            </a:pPr>
            <a:r>
              <a:rPr lang="en-US" sz="1000" dirty="0">
                <a:solidFill>
                  <a:prstClr val="white"/>
                </a:solidFill>
                <a:latin typeface="Aptos" panose="020B0004020202020204" pitchFamily="34" charset="0"/>
                <a:ea typeface="Lato" pitchFamily="34" charset="0"/>
                <a:cs typeface="Lato" pitchFamily="34" charset="0"/>
              </a:rPr>
              <a:t>Category detail.</a:t>
            </a:r>
          </a:p>
          <a:p>
            <a:pPr defTabSz="742969" eaLnBrk="1" hangingPunct="1">
              <a:lnSpc>
                <a:spcPct val="130000"/>
              </a:lnSpc>
              <a:defRPr/>
            </a:pPr>
            <a:r>
              <a:rPr lang="en-US" sz="1000" dirty="0">
                <a:solidFill>
                  <a:prstClr val="white"/>
                </a:solidFill>
                <a:latin typeface="Aptos" panose="020B0004020202020204" pitchFamily="34" charset="0"/>
                <a:ea typeface="Lato" pitchFamily="34" charset="0"/>
                <a:cs typeface="Lato" pitchFamily="34" charset="0"/>
              </a:rPr>
              <a:t>Category detail.</a:t>
            </a:r>
          </a:p>
          <a:p>
            <a:pPr defTabSz="742969" eaLnBrk="1" hangingPunct="1">
              <a:lnSpc>
                <a:spcPct val="130000"/>
              </a:lnSpc>
              <a:defRPr/>
            </a:pPr>
            <a:r>
              <a:rPr lang="en-US" sz="1000" dirty="0">
                <a:solidFill>
                  <a:prstClr val="white"/>
                </a:solidFill>
                <a:latin typeface="Aptos" panose="020B0004020202020204" pitchFamily="34" charset="0"/>
                <a:ea typeface="Lato" pitchFamily="34" charset="0"/>
                <a:cs typeface="Lato" pitchFamily="34" charset="0"/>
              </a:rPr>
              <a:t>Category detail.</a:t>
            </a:r>
          </a:p>
        </p:txBody>
      </p:sp>
      <p:grpSp>
        <p:nvGrpSpPr>
          <p:cNvPr id="103" name="Group 102">
            <a:extLst>
              <a:ext uri="{FF2B5EF4-FFF2-40B4-BE49-F238E27FC236}">
                <a16:creationId xmlns:a16="http://schemas.microsoft.com/office/drawing/2014/main" id="{6B7CFF5B-6128-9846-99D6-D00860E12E4A}"/>
              </a:ext>
            </a:extLst>
          </p:cNvPr>
          <p:cNvGrpSpPr/>
          <p:nvPr/>
        </p:nvGrpSpPr>
        <p:grpSpPr>
          <a:xfrm>
            <a:off x="5077869" y="1701674"/>
            <a:ext cx="1670993" cy="2018606"/>
            <a:chOff x="4097338" y="1592262"/>
            <a:chExt cx="2056607" cy="2484438"/>
          </a:xfrm>
          <a:solidFill>
            <a:schemeClr val="accent4">
              <a:lumMod val="75000"/>
            </a:schemeClr>
          </a:solidFill>
        </p:grpSpPr>
        <p:grpSp>
          <p:nvGrpSpPr>
            <p:cNvPr id="104" name="กลุ่ม 485">
              <a:extLst>
                <a:ext uri="{FF2B5EF4-FFF2-40B4-BE49-F238E27FC236}">
                  <a16:creationId xmlns:a16="http://schemas.microsoft.com/office/drawing/2014/main" id="{A9550B35-96C2-7440-B7AF-CEB31A962B63}"/>
                </a:ext>
              </a:extLst>
            </p:cNvPr>
            <p:cNvGrpSpPr/>
            <p:nvPr/>
          </p:nvGrpSpPr>
          <p:grpSpPr>
            <a:xfrm>
              <a:off x="4097338" y="1592262"/>
              <a:ext cx="229394" cy="541338"/>
              <a:chOff x="3105150" y="8172450"/>
              <a:chExt cx="458788" cy="1082676"/>
            </a:xfrm>
            <a:grpFill/>
          </p:grpSpPr>
          <p:sp>
            <p:nvSpPr>
              <p:cNvPr id="174" name="Freeform 72">
                <a:extLst>
                  <a:ext uri="{FF2B5EF4-FFF2-40B4-BE49-F238E27FC236}">
                    <a16:creationId xmlns:a16="http://schemas.microsoft.com/office/drawing/2014/main" id="{BCB2C909-5559-044F-A968-F596A6AFABEF}"/>
                  </a:ext>
                </a:extLst>
              </p:cNvPr>
              <p:cNvSpPr>
                <a:spLocks/>
              </p:cNvSpPr>
              <p:nvPr/>
            </p:nvSpPr>
            <p:spPr bwMode="auto">
              <a:xfrm>
                <a:off x="3105150" y="8374063"/>
                <a:ext cx="458788" cy="881063"/>
              </a:xfrm>
              <a:custGeom>
                <a:avLst/>
                <a:gdLst>
                  <a:gd name="T0" fmla="*/ 18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75" name="Oval 73">
                <a:extLst>
                  <a:ext uri="{FF2B5EF4-FFF2-40B4-BE49-F238E27FC236}">
                    <a16:creationId xmlns:a16="http://schemas.microsoft.com/office/drawing/2014/main" id="{18D345BF-1E56-0946-A831-ACF4F8813DD1}"/>
                  </a:ext>
                </a:extLst>
              </p:cNvPr>
              <p:cNvSpPr>
                <a:spLocks noChangeArrowheads="1"/>
              </p:cNvSpPr>
              <p:nvPr/>
            </p:nvSpPr>
            <p:spPr bwMode="auto">
              <a:xfrm>
                <a:off x="325120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05" name="กลุ่ม 486">
              <a:extLst>
                <a:ext uri="{FF2B5EF4-FFF2-40B4-BE49-F238E27FC236}">
                  <a16:creationId xmlns:a16="http://schemas.microsoft.com/office/drawing/2014/main" id="{517BE8AA-9434-1A4E-927B-53F1BB07859A}"/>
                </a:ext>
              </a:extLst>
            </p:cNvPr>
            <p:cNvGrpSpPr/>
            <p:nvPr/>
          </p:nvGrpSpPr>
          <p:grpSpPr>
            <a:xfrm>
              <a:off x="4399757" y="1592262"/>
              <a:ext cx="230188" cy="541338"/>
              <a:chOff x="3709988" y="8172450"/>
              <a:chExt cx="460375" cy="1082676"/>
            </a:xfrm>
            <a:grpFill/>
          </p:grpSpPr>
          <p:sp>
            <p:nvSpPr>
              <p:cNvPr id="172" name="Freeform 74">
                <a:extLst>
                  <a:ext uri="{FF2B5EF4-FFF2-40B4-BE49-F238E27FC236}">
                    <a16:creationId xmlns:a16="http://schemas.microsoft.com/office/drawing/2014/main" id="{4EF01DEA-2A6B-4B4B-AD37-A3EDFE305D2B}"/>
                  </a:ext>
                </a:extLst>
              </p:cNvPr>
              <p:cNvSpPr>
                <a:spLocks/>
              </p:cNvSpPr>
              <p:nvPr/>
            </p:nvSpPr>
            <p:spPr bwMode="auto">
              <a:xfrm>
                <a:off x="3709988" y="8374063"/>
                <a:ext cx="460375" cy="881063"/>
              </a:xfrm>
              <a:custGeom>
                <a:avLst/>
                <a:gdLst>
                  <a:gd name="T0" fmla="*/ 18 w 25"/>
                  <a:gd name="T1" fmla="*/ 0 h 48"/>
                  <a:gd name="T2" fmla="*/ 8 w 25"/>
                  <a:gd name="T3" fmla="*/ 0 h 48"/>
                  <a:gd name="T4" fmla="*/ 4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6 w 25"/>
                  <a:gd name="T33" fmla="*/ 48 h 48"/>
                  <a:gd name="T34" fmla="*/ 18 w 25"/>
                  <a:gd name="T35" fmla="*/ 45 h 48"/>
                  <a:gd name="T36" fmla="*/ 18 w 25"/>
                  <a:gd name="T37" fmla="*/ 30 h 48"/>
                  <a:gd name="T38" fmla="*/ 22 w 25"/>
                  <a:gd name="T39" fmla="*/ 30 h 48"/>
                  <a:gd name="T40" fmla="*/ 18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4" y="4"/>
                    </a:cubicBezTo>
                    <a:cubicBezTo>
                      <a:pt x="0" y="20"/>
                      <a:pt x="0" y="20"/>
                      <a:pt x="0" y="20"/>
                    </a:cubicBezTo>
                    <a:cubicBezTo>
                      <a:pt x="0" y="21"/>
                      <a:pt x="1" y="22"/>
                      <a:pt x="2" y="22"/>
                    </a:cubicBezTo>
                    <a:cubicBezTo>
                      <a:pt x="3" y="22"/>
                      <a:pt x="4"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6" y="48"/>
                    </a:cubicBezTo>
                    <a:cubicBezTo>
                      <a:pt x="17" y="48"/>
                      <a:pt x="18" y="47"/>
                      <a:pt x="18" y="45"/>
                    </a:cubicBezTo>
                    <a:cubicBezTo>
                      <a:pt x="18" y="30"/>
                      <a:pt x="18" y="30"/>
                      <a:pt x="18" y="30"/>
                    </a:cubicBezTo>
                    <a:cubicBezTo>
                      <a:pt x="22" y="30"/>
                      <a:pt x="22" y="30"/>
                      <a:pt x="22" y="30"/>
                    </a:cubicBezTo>
                    <a:cubicBezTo>
                      <a:pt x="18" y="5"/>
                      <a:pt x="18" y="5"/>
                      <a:pt x="18"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73" name="Oval 75">
                <a:extLst>
                  <a:ext uri="{FF2B5EF4-FFF2-40B4-BE49-F238E27FC236}">
                    <a16:creationId xmlns:a16="http://schemas.microsoft.com/office/drawing/2014/main" id="{CAF81240-2E73-7241-AD4C-59951EC5B8ED}"/>
                  </a:ext>
                </a:extLst>
              </p:cNvPr>
              <p:cNvSpPr>
                <a:spLocks noChangeArrowheads="1"/>
              </p:cNvSpPr>
              <p:nvPr/>
            </p:nvSpPr>
            <p:spPr bwMode="auto">
              <a:xfrm>
                <a:off x="3857625"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06" name="กลุ่ม 487">
              <a:extLst>
                <a:ext uri="{FF2B5EF4-FFF2-40B4-BE49-F238E27FC236}">
                  <a16:creationId xmlns:a16="http://schemas.microsoft.com/office/drawing/2014/main" id="{2D4EEADD-795C-3742-A6D4-5ED36675BF8F}"/>
                </a:ext>
              </a:extLst>
            </p:cNvPr>
            <p:cNvGrpSpPr/>
            <p:nvPr/>
          </p:nvGrpSpPr>
          <p:grpSpPr>
            <a:xfrm>
              <a:off x="4712495" y="1592262"/>
              <a:ext cx="219869" cy="541338"/>
              <a:chOff x="4335463" y="8172450"/>
              <a:chExt cx="439738" cy="1082676"/>
            </a:xfrm>
            <a:grpFill/>
          </p:grpSpPr>
          <p:sp>
            <p:nvSpPr>
              <p:cNvPr id="170" name="Freeform 76">
                <a:extLst>
                  <a:ext uri="{FF2B5EF4-FFF2-40B4-BE49-F238E27FC236}">
                    <a16:creationId xmlns:a16="http://schemas.microsoft.com/office/drawing/2014/main" id="{AC49609C-839A-0141-9136-9C03306D04EA}"/>
                  </a:ext>
                </a:extLst>
              </p:cNvPr>
              <p:cNvSpPr>
                <a:spLocks/>
              </p:cNvSpPr>
              <p:nvPr/>
            </p:nvSpPr>
            <p:spPr bwMode="auto">
              <a:xfrm>
                <a:off x="4335463" y="8374063"/>
                <a:ext cx="439738" cy="881063"/>
              </a:xfrm>
              <a:custGeom>
                <a:avLst/>
                <a:gdLst>
                  <a:gd name="T0" fmla="*/ 17 w 24"/>
                  <a:gd name="T1" fmla="*/ 0 h 48"/>
                  <a:gd name="T2" fmla="*/ 7 w 24"/>
                  <a:gd name="T3" fmla="*/ 0 h 48"/>
                  <a:gd name="T4" fmla="*/ 3 w 24"/>
                  <a:gd name="T5" fmla="*/ 4 h 48"/>
                  <a:gd name="T6" fmla="*/ 0 w 24"/>
                  <a:gd name="T7" fmla="*/ 20 h 48"/>
                  <a:gd name="T8" fmla="*/ 1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1 w 24"/>
                  <a:gd name="T39" fmla="*/ 30 h 48"/>
                  <a:gd name="T40" fmla="*/ 17 w 24"/>
                  <a:gd name="T41" fmla="*/ 5 h 48"/>
                  <a:gd name="T42" fmla="*/ 17 w 24"/>
                  <a:gd name="T43" fmla="*/ 5 h 48"/>
                  <a:gd name="T44" fmla="*/ 21 w 24"/>
                  <a:gd name="T45" fmla="*/ 20 h 48"/>
                  <a:gd name="T46" fmla="*/ 22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3" y="2"/>
                      <a:pt x="3" y="4"/>
                    </a:cubicBezTo>
                    <a:cubicBezTo>
                      <a:pt x="0" y="20"/>
                      <a:pt x="0" y="20"/>
                      <a:pt x="0" y="20"/>
                    </a:cubicBezTo>
                    <a:cubicBezTo>
                      <a:pt x="0" y="21"/>
                      <a:pt x="0" y="22"/>
                      <a:pt x="1" y="22"/>
                    </a:cubicBezTo>
                    <a:cubicBezTo>
                      <a:pt x="2"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1" y="30"/>
                      <a:pt x="21" y="30"/>
                      <a:pt x="21" y="30"/>
                    </a:cubicBezTo>
                    <a:cubicBezTo>
                      <a:pt x="17" y="5"/>
                      <a:pt x="17" y="5"/>
                      <a:pt x="17" y="5"/>
                    </a:cubicBezTo>
                    <a:cubicBezTo>
                      <a:pt x="17" y="5"/>
                      <a:pt x="17" y="5"/>
                      <a:pt x="17" y="5"/>
                    </a:cubicBezTo>
                    <a:cubicBezTo>
                      <a:pt x="21" y="20"/>
                      <a:pt x="21" y="20"/>
                      <a:pt x="21" y="20"/>
                    </a:cubicBezTo>
                    <a:cubicBezTo>
                      <a:pt x="21" y="21"/>
                      <a:pt x="21" y="22"/>
                      <a:pt x="22" y="22"/>
                    </a:cubicBezTo>
                    <a:cubicBezTo>
                      <a:pt x="23" y="22"/>
                      <a:pt x="24" y="21"/>
                      <a:pt x="24" y="20"/>
                    </a:cubicBezTo>
                    <a:cubicBezTo>
                      <a:pt x="21" y="4"/>
                      <a:pt x="21" y="4"/>
                      <a:pt x="21" y="4"/>
                    </a:cubicBezTo>
                    <a:cubicBezTo>
                      <a:pt x="20"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71" name="Oval 77">
                <a:extLst>
                  <a:ext uri="{FF2B5EF4-FFF2-40B4-BE49-F238E27FC236}">
                    <a16:creationId xmlns:a16="http://schemas.microsoft.com/office/drawing/2014/main" id="{E7C68F56-3ADB-1542-B33D-8225CAEFEB3D}"/>
                  </a:ext>
                </a:extLst>
              </p:cNvPr>
              <p:cNvSpPr>
                <a:spLocks noChangeArrowheads="1"/>
              </p:cNvSpPr>
              <p:nvPr/>
            </p:nvSpPr>
            <p:spPr bwMode="auto">
              <a:xfrm>
                <a:off x="4481513" y="8172450"/>
                <a:ext cx="147638"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07" name="กลุ่ม 488">
              <a:extLst>
                <a:ext uri="{FF2B5EF4-FFF2-40B4-BE49-F238E27FC236}">
                  <a16:creationId xmlns:a16="http://schemas.microsoft.com/office/drawing/2014/main" id="{24097414-F467-294E-BAF3-0CBF51B29E0C}"/>
                </a:ext>
              </a:extLst>
            </p:cNvPr>
            <p:cNvGrpSpPr/>
            <p:nvPr/>
          </p:nvGrpSpPr>
          <p:grpSpPr>
            <a:xfrm>
              <a:off x="5014913" y="1592262"/>
              <a:ext cx="220663" cy="541338"/>
              <a:chOff x="4940300" y="8172450"/>
              <a:chExt cx="441325" cy="1082676"/>
            </a:xfrm>
            <a:grpFill/>
          </p:grpSpPr>
          <p:sp>
            <p:nvSpPr>
              <p:cNvPr id="168" name="Freeform 78">
                <a:extLst>
                  <a:ext uri="{FF2B5EF4-FFF2-40B4-BE49-F238E27FC236}">
                    <a16:creationId xmlns:a16="http://schemas.microsoft.com/office/drawing/2014/main" id="{5BFCA1ED-F0E5-3F47-B8DE-6A3AB209ED0B}"/>
                  </a:ext>
                </a:extLst>
              </p:cNvPr>
              <p:cNvSpPr>
                <a:spLocks/>
              </p:cNvSpPr>
              <p:nvPr/>
            </p:nvSpPr>
            <p:spPr bwMode="auto">
              <a:xfrm>
                <a:off x="4940300" y="8374063"/>
                <a:ext cx="441325" cy="881063"/>
              </a:xfrm>
              <a:custGeom>
                <a:avLst/>
                <a:gdLst>
                  <a:gd name="T0" fmla="*/ 17 w 24"/>
                  <a:gd name="T1" fmla="*/ 0 h 48"/>
                  <a:gd name="T2" fmla="*/ 7 w 24"/>
                  <a:gd name="T3" fmla="*/ 0 h 48"/>
                  <a:gd name="T4" fmla="*/ 3 w 24"/>
                  <a:gd name="T5" fmla="*/ 4 h 48"/>
                  <a:gd name="T6" fmla="*/ 0 w 24"/>
                  <a:gd name="T7" fmla="*/ 20 h 48"/>
                  <a:gd name="T8" fmla="*/ 1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2 w 24"/>
                  <a:gd name="T39" fmla="*/ 30 h 48"/>
                  <a:gd name="T40" fmla="*/ 17 w 24"/>
                  <a:gd name="T41" fmla="*/ 5 h 48"/>
                  <a:gd name="T42" fmla="*/ 18 w 24"/>
                  <a:gd name="T43" fmla="*/ 5 h 48"/>
                  <a:gd name="T44" fmla="*/ 21 w 24"/>
                  <a:gd name="T45" fmla="*/ 20 h 48"/>
                  <a:gd name="T46" fmla="*/ 22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3" y="2"/>
                      <a:pt x="3" y="4"/>
                    </a:cubicBezTo>
                    <a:cubicBezTo>
                      <a:pt x="0" y="20"/>
                      <a:pt x="0" y="20"/>
                      <a:pt x="0" y="20"/>
                    </a:cubicBezTo>
                    <a:cubicBezTo>
                      <a:pt x="0" y="21"/>
                      <a:pt x="0" y="22"/>
                      <a:pt x="1" y="22"/>
                    </a:cubicBezTo>
                    <a:cubicBezTo>
                      <a:pt x="2"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2" y="22"/>
                    </a:cubicBezTo>
                    <a:cubicBezTo>
                      <a:pt x="23" y="22"/>
                      <a:pt x="24" y="21"/>
                      <a:pt x="24" y="20"/>
                    </a:cubicBezTo>
                    <a:cubicBezTo>
                      <a:pt x="21" y="4"/>
                      <a:pt x="21" y="4"/>
                      <a:pt x="21" y="4"/>
                    </a:cubicBezTo>
                    <a:cubicBezTo>
                      <a:pt x="20"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69" name="Oval 79">
                <a:extLst>
                  <a:ext uri="{FF2B5EF4-FFF2-40B4-BE49-F238E27FC236}">
                    <a16:creationId xmlns:a16="http://schemas.microsoft.com/office/drawing/2014/main" id="{C2B87796-D433-DC4F-B180-4E748AB3EC77}"/>
                  </a:ext>
                </a:extLst>
              </p:cNvPr>
              <p:cNvSpPr>
                <a:spLocks noChangeArrowheads="1"/>
              </p:cNvSpPr>
              <p:nvPr/>
            </p:nvSpPr>
            <p:spPr bwMode="auto">
              <a:xfrm>
                <a:off x="5087938"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08" name="กลุ่ม 489">
              <a:extLst>
                <a:ext uri="{FF2B5EF4-FFF2-40B4-BE49-F238E27FC236}">
                  <a16:creationId xmlns:a16="http://schemas.microsoft.com/office/drawing/2014/main" id="{8E3342C8-EDDA-DF46-AC1B-04A4E7116713}"/>
                </a:ext>
              </a:extLst>
            </p:cNvPr>
            <p:cNvGrpSpPr/>
            <p:nvPr/>
          </p:nvGrpSpPr>
          <p:grpSpPr>
            <a:xfrm>
              <a:off x="5318126" y="1592262"/>
              <a:ext cx="220663" cy="541338"/>
              <a:chOff x="5546725" y="8172450"/>
              <a:chExt cx="441325" cy="1082676"/>
            </a:xfrm>
            <a:grpFill/>
          </p:grpSpPr>
          <p:sp>
            <p:nvSpPr>
              <p:cNvPr id="166" name="Freeform 80">
                <a:extLst>
                  <a:ext uri="{FF2B5EF4-FFF2-40B4-BE49-F238E27FC236}">
                    <a16:creationId xmlns:a16="http://schemas.microsoft.com/office/drawing/2014/main" id="{EE508724-87B0-5547-B582-71C1CD36EEE2}"/>
                  </a:ext>
                </a:extLst>
              </p:cNvPr>
              <p:cNvSpPr>
                <a:spLocks/>
              </p:cNvSpPr>
              <p:nvPr/>
            </p:nvSpPr>
            <p:spPr bwMode="auto">
              <a:xfrm>
                <a:off x="5546725" y="8374063"/>
                <a:ext cx="441325" cy="881063"/>
              </a:xfrm>
              <a:custGeom>
                <a:avLst/>
                <a:gdLst>
                  <a:gd name="T0" fmla="*/ 17 w 24"/>
                  <a:gd name="T1" fmla="*/ 0 h 48"/>
                  <a:gd name="T2" fmla="*/ 7 w 24"/>
                  <a:gd name="T3" fmla="*/ 0 h 48"/>
                  <a:gd name="T4" fmla="*/ 3 w 24"/>
                  <a:gd name="T5" fmla="*/ 4 h 48"/>
                  <a:gd name="T6" fmla="*/ 0 w 24"/>
                  <a:gd name="T7" fmla="*/ 20 h 48"/>
                  <a:gd name="T8" fmla="*/ 2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2 w 24"/>
                  <a:gd name="T39" fmla="*/ 30 h 48"/>
                  <a:gd name="T40" fmla="*/ 17 w 24"/>
                  <a:gd name="T41" fmla="*/ 5 h 48"/>
                  <a:gd name="T42" fmla="*/ 18 w 24"/>
                  <a:gd name="T43" fmla="*/ 5 h 48"/>
                  <a:gd name="T44" fmla="*/ 21 w 24"/>
                  <a:gd name="T45" fmla="*/ 20 h 48"/>
                  <a:gd name="T46" fmla="*/ 23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4" y="21"/>
                      <a:pt x="24" y="20"/>
                    </a:cubicBezTo>
                    <a:cubicBezTo>
                      <a:pt x="21" y="4"/>
                      <a:pt x="21" y="4"/>
                      <a:pt x="21" y="4"/>
                    </a:cubicBezTo>
                    <a:cubicBezTo>
                      <a:pt x="21"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67" name="Oval 81">
                <a:extLst>
                  <a:ext uri="{FF2B5EF4-FFF2-40B4-BE49-F238E27FC236}">
                    <a16:creationId xmlns:a16="http://schemas.microsoft.com/office/drawing/2014/main" id="{0F4F07F8-D4BD-7A41-8C20-E399F8454715}"/>
                  </a:ext>
                </a:extLst>
              </p:cNvPr>
              <p:cNvSpPr>
                <a:spLocks noChangeArrowheads="1"/>
              </p:cNvSpPr>
              <p:nvPr/>
            </p:nvSpPr>
            <p:spPr bwMode="auto">
              <a:xfrm>
                <a:off x="5694363"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09" name="กลุ่ม 490">
              <a:extLst>
                <a:ext uri="{FF2B5EF4-FFF2-40B4-BE49-F238E27FC236}">
                  <a16:creationId xmlns:a16="http://schemas.microsoft.com/office/drawing/2014/main" id="{DD639837-C580-FF41-909C-047B359F5E8B}"/>
                </a:ext>
              </a:extLst>
            </p:cNvPr>
            <p:cNvGrpSpPr/>
            <p:nvPr/>
          </p:nvGrpSpPr>
          <p:grpSpPr>
            <a:xfrm>
              <a:off x="5621338" y="1592262"/>
              <a:ext cx="229394" cy="541338"/>
              <a:chOff x="6153150" y="8172450"/>
              <a:chExt cx="458788" cy="1082676"/>
            </a:xfrm>
            <a:grpFill/>
          </p:grpSpPr>
          <p:sp>
            <p:nvSpPr>
              <p:cNvPr id="164" name="Freeform 82">
                <a:extLst>
                  <a:ext uri="{FF2B5EF4-FFF2-40B4-BE49-F238E27FC236}">
                    <a16:creationId xmlns:a16="http://schemas.microsoft.com/office/drawing/2014/main" id="{AD0233DA-1DAB-AA4A-ABFA-95EA9074F51A}"/>
                  </a:ext>
                </a:extLst>
              </p:cNvPr>
              <p:cNvSpPr>
                <a:spLocks/>
              </p:cNvSpPr>
              <p:nvPr/>
            </p:nvSpPr>
            <p:spPr bwMode="auto">
              <a:xfrm>
                <a:off x="6153150" y="8374063"/>
                <a:ext cx="458788" cy="881063"/>
              </a:xfrm>
              <a:custGeom>
                <a:avLst/>
                <a:gdLst>
                  <a:gd name="T0" fmla="*/ 17 w 25"/>
                  <a:gd name="T1" fmla="*/ 0 h 48"/>
                  <a:gd name="T2" fmla="*/ 7 w 25"/>
                  <a:gd name="T3" fmla="*/ 0 h 48"/>
                  <a:gd name="T4" fmla="*/ 3 w 25"/>
                  <a:gd name="T5" fmla="*/ 4 h 48"/>
                  <a:gd name="T6" fmla="*/ 0 w 25"/>
                  <a:gd name="T7" fmla="*/ 20 h 48"/>
                  <a:gd name="T8" fmla="*/ 2 w 25"/>
                  <a:gd name="T9" fmla="*/ 22 h 48"/>
                  <a:gd name="T10" fmla="*/ 3 w 25"/>
                  <a:gd name="T11" fmla="*/ 20 h 48"/>
                  <a:gd name="T12" fmla="*/ 7 w 25"/>
                  <a:gd name="T13" fmla="*/ 5 h 48"/>
                  <a:gd name="T14" fmla="*/ 7 w 25"/>
                  <a:gd name="T15" fmla="*/ 5 h 48"/>
                  <a:gd name="T16" fmla="*/ 3 w 25"/>
                  <a:gd name="T17" fmla="*/ 30 h 48"/>
                  <a:gd name="T18" fmla="*/ 7 w 25"/>
                  <a:gd name="T19" fmla="*/ 30 h 48"/>
                  <a:gd name="T20" fmla="*/ 7 w 25"/>
                  <a:gd name="T21" fmla="*/ 45 h 48"/>
                  <a:gd name="T22" fmla="*/ 9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1 w 25"/>
                  <a:gd name="T51" fmla="*/ 4 h 48"/>
                  <a:gd name="T52" fmla="*/ 17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3" y="20"/>
                    </a:cubicBezTo>
                    <a:cubicBezTo>
                      <a:pt x="7" y="5"/>
                      <a:pt x="7" y="5"/>
                      <a:pt x="7"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5" y="21"/>
                      <a:pt x="25" y="20"/>
                    </a:cubicBezTo>
                    <a:cubicBezTo>
                      <a:pt x="21" y="4"/>
                      <a:pt x="21" y="4"/>
                      <a:pt x="21" y="4"/>
                    </a:cubicBezTo>
                    <a:cubicBezTo>
                      <a:pt x="21" y="1"/>
                      <a:pt x="20"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65" name="Oval 83">
                <a:extLst>
                  <a:ext uri="{FF2B5EF4-FFF2-40B4-BE49-F238E27FC236}">
                    <a16:creationId xmlns:a16="http://schemas.microsoft.com/office/drawing/2014/main" id="{2C097E3A-1701-0A4D-8BF9-2EB5F4F65EB0}"/>
                  </a:ext>
                </a:extLst>
              </p:cNvPr>
              <p:cNvSpPr>
                <a:spLocks noChangeArrowheads="1"/>
              </p:cNvSpPr>
              <p:nvPr/>
            </p:nvSpPr>
            <p:spPr bwMode="auto">
              <a:xfrm>
                <a:off x="629920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10" name="กลุ่ม 491">
              <a:extLst>
                <a:ext uri="{FF2B5EF4-FFF2-40B4-BE49-F238E27FC236}">
                  <a16:creationId xmlns:a16="http://schemas.microsoft.com/office/drawing/2014/main" id="{5B119789-189C-8F4F-AA60-7F0924C6A1DA}"/>
                </a:ext>
              </a:extLst>
            </p:cNvPr>
            <p:cNvGrpSpPr/>
            <p:nvPr/>
          </p:nvGrpSpPr>
          <p:grpSpPr>
            <a:xfrm>
              <a:off x="5923757" y="1592262"/>
              <a:ext cx="230188" cy="541338"/>
              <a:chOff x="6757988" y="8172450"/>
              <a:chExt cx="460375" cy="1082676"/>
            </a:xfrm>
            <a:grpFill/>
          </p:grpSpPr>
          <p:sp>
            <p:nvSpPr>
              <p:cNvPr id="162" name="Freeform 84">
                <a:extLst>
                  <a:ext uri="{FF2B5EF4-FFF2-40B4-BE49-F238E27FC236}">
                    <a16:creationId xmlns:a16="http://schemas.microsoft.com/office/drawing/2014/main" id="{2DB32CE7-6B13-484C-8040-9580C98042EA}"/>
                  </a:ext>
                </a:extLst>
              </p:cNvPr>
              <p:cNvSpPr>
                <a:spLocks/>
              </p:cNvSpPr>
              <p:nvPr/>
            </p:nvSpPr>
            <p:spPr bwMode="auto">
              <a:xfrm>
                <a:off x="6757988" y="8374063"/>
                <a:ext cx="460375" cy="881063"/>
              </a:xfrm>
              <a:custGeom>
                <a:avLst/>
                <a:gdLst>
                  <a:gd name="T0" fmla="*/ 17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1 w 25"/>
                  <a:gd name="T51" fmla="*/ 4 h 48"/>
                  <a:gd name="T52" fmla="*/ 17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5" y="21"/>
                      <a:pt x="25" y="20"/>
                    </a:cubicBezTo>
                    <a:cubicBezTo>
                      <a:pt x="21" y="4"/>
                      <a:pt x="21" y="4"/>
                      <a:pt x="21" y="4"/>
                    </a:cubicBezTo>
                    <a:cubicBezTo>
                      <a:pt x="21" y="1"/>
                      <a:pt x="20"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63" name="Oval 85">
                <a:extLst>
                  <a:ext uri="{FF2B5EF4-FFF2-40B4-BE49-F238E27FC236}">
                    <a16:creationId xmlns:a16="http://schemas.microsoft.com/office/drawing/2014/main" id="{2BBE6AAE-DD97-D343-B7B7-6DBADC8D539C}"/>
                  </a:ext>
                </a:extLst>
              </p:cNvPr>
              <p:cNvSpPr>
                <a:spLocks noChangeArrowheads="1"/>
              </p:cNvSpPr>
              <p:nvPr/>
            </p:nvSpPr>
            <p:spPr bwMode="auto">
              <a:xfrm>
                <a:off x="6905625"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11" name="กลุ่ม 495">
              <a:extLst>
                <a:ext uri="{FF2B5EF4-FFF2-40B4-BE49-F238E27FC236}">
                  <a16:creationId xmlns:a16="http://schemas.microsoft.com/office/drawing/2014/main" id="{F979A536-AEF0-824A-B3EB-039E2AB30EB4}"/>
                </a:ext>
              </a:extLst>
            </p:cNvPr>
            <p:cNvGrpSpPr/>
            <p:nvPr/>
          </p:nvGrpSpPr>
          <p:grpSpPr>
            <a:xfrm>
              <a:off x="4097338" y="2239962"/>
              <a:ext cx="229394" cy="541338"/>
              <a:chOff x="3105150" y="8172450"/>
              <a:chExt cx="458788" cy="1082676"/>
            </a:xfrm>
            <a:grpFill/>
          </p:grpSpPr>
          <p:sp>
            <p:nvSpPr>
              <p:cNvPr id="160" name="Freeform 72">
                <a:extLst>
                  <a:ext uri="{FF2B5EF4-FFF2-40B4-BE49-F238E27FC236}">
                    <a16:creationId xmlns:a16="http://schemas.microsoft.com/office/drawing/2014/main" id="{06464AFE-5203-B94D-BDD4-2DA31866B2B7}"/>
                  </a:ext>
                </a:extLst>
              </p:cNvPr>
              <p:cNvSpPr>
                <a:spLocks/>
              </p:cNvSpPr>
              <p:nvPr/>
            </p:nvSpPr>
            <p:spPr bwMode="auto">
              <a:xfrm>
                <a:off x="3105150" y="8374063"/>
                <a:ext cx="458788" cy="881063"/>
              </a:xfrm>
              <a:custGeom>
                <a:avLst/>
                <a:gdLst>
                  <a:gd name="T0" fmla="*/ 18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61" name="Oval 73">
                <a:extLst>
                  <a:ext uri="{FF2B5EF4-FFF2-40B4-BE49-F238E27FC236}">
                    <a16:creationId xmlns:a16="http://schemas.microsoft.com/office/drawing/2014/main" id="{22A51880-736E-FD4B-8511-B6BD36E139FC}"/>
                  </a:ext>
                </a:extLst>
              </p:cNvPr>
              <p:cNvSpPr>
                <a:spLocks noChangeArrowheads="1"/>
              </p:cNvSpPr>
              <p:nvPr/>
            </p:nvSpPr>
            <p:spPr bwMode="auto">
              <a:xfrm>
                <a:off x="325120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12" name="กลุ่ม 496">
              <a:extLst>
                <a:ext uri="{FF2B5EF4-FFF2-40B4-BE49-F238E27FC236}">
                  <a16:creationId xmlns:a16="http://schemas.microsoft.com/office/drawing/2014/main" id="{FEFFFE34-B92A-5544-A736-B354951BE7FC}"/>
                </a:ext>
              </a:extLst>
            </p:cNvPr>
            <p:cNvGrpSpPr/>
            <p:nvPr/>
          </p:nvGrpSpPr>
          <p:grpSpPr>
            <a:xfrm>
              <a:off x="4399757" y="2239962"/>
              <a:ext cx="230188" cy="541338"/>
              <a:chOff x="3709988" y="8172450"/>
              <a:chExt cx="460375" cy="1082676"/>
            </a:xfrm>
            <a:grpFill/>
          </p:grpSpPr>
          <p:sp>
            <p:nvSpPr>
              <p:cNvPr id="158" name="Freeform 74">
                <a:extLst>
                  <a:ext uri="{FF2B5EF4-FFF2-40B4-BE49-F238E27FC236}">
                    <a16:creationId xmlns:a16="http://schemas.microsoft.com/office/drawing/2014/main" id="{3F344AA9-14E1-FD44-8ADA-C3ABD34968DA}"/>
                  </a:ext>
                </a:extLst>
              </p:cNvPr>
              <p:cNvSpPr>
                <a:spLocks/>
              </p:cNvSpPr>
              <p:nvPr/>
            </p:nvSpPr>
            <p:spPr bwMode="auto">
              <a:xfrm>
                <a:off x="3709988" y="8374063"/>
                <a:ext cx="460375" cy="881063"/>
              </a:xfrm>
              <a:custGeom>
                <a:avLst/>
                <a:gdLst>
                  <a:gd name="T0" fmla="*/ 18 w 25"/>
                  <a:gd name="T1" fmla="*/ 0 h 48"/>
                  <a:gd name="T2" fmla="*/ 8 w 25"/>
                  <a:gd name="T3" fmla="*/ 0 h 48"/>
                  <a:gd name="T4" fmla="*/ 4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6 w 25"/>
                  <a:gd name="T33" fmla="*/ 48 h 48"/>
                  <a:gd name="T34" fmla="*/ 18 w 25"/>
                  <a:gd name="T35" fmla="*/ 45 h 48"/>
                  <a:gd name="T36" fmla="*/ 18 w 25"/>
                  <a:gd name="T37" fmla="*/ 30 h 48"/>
                  <a:gd name="T38" fmla="*/ 22 w 25"/>
                  <a:gd name="T39" fmla="*/ 30 h 48"/>
                  <a:gd name="T40" fmla="*/ 18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4" y="4"/>
                    </a:cubicBezTo>
                    <a:cubicBezTo>
                      <a:pt x="0" y="20"/>
                      <a:pt x="0" y="20"/>
                      <a:pt x="0" y="20"/>
                    </a:cubicBezTo>
                    <a:cubicBezTo>
                      <a:pt x="0" y="21"/>
                      <a:pt x="1" y="22"/>
                      <a:pt x="2" y="22"/>
                    </a:cubicBezTo>
                    <a:cubicBezTo>
                      <a:pt x="3" y="22"/>
                      <a:pt x="4"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6" y="48"/>
                    </a:cubicBezTo>
                    <a:cubicBezTo>
                      <a:pt x="17" y="48"/>
                      <a:pt x="18" y="47"/>
                      <a:pt x="18" y="45"/>
                    </a:cubicBezTo>
                    <a:cubicBezTo>
                      <a:pt x="18" y="30"/>
                      <a:pt x="18" y="30"/>
                      <a:pt x="18" y="30"/>
                    </a:cubicBezTo>
                    <a:cubicBezTo>
                      <a:pt x="22" y="30"/>
                      <a:pt x="22" y="30"/>
                      <a:pt x="22" y="30"/>
                    </a:cubicBezTo>
                    <a:cubicBezTo>
                      <a:pt x="18" y="5"/>
                      <a:pt x="18" y="5"/>
                      <a:pt x="18"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59" name="Oval 75">
                <a:extLst>
                  <a:ext uri="{FF2B5EF4-FFF2-40B4-BE49-F238E27FC236}">
                    <a16:creationId xmlns:a16="http://schemas.microsoft.com/office/drawing/2014/main" id="{6ED8AC93-14E2-1844-990C-E715D94EBC80}"/>
                  </a:ext>
                </a:extLst>
              </p:cNvPr>
              <p:cNvSpPr>
                <a:spLocks noChangeArrowheads="1"/>
              </p:cNvSpPr>
              <p:nvPr/>
            </p:nvSpPr>
            <p:spPr bwMode="auto">
              <a:xfrm>
                <a:off x="3857625"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13" name="กลุ่ม 497">
              <a:extLst>
                <a:ext uri="{FF2B5EF4-FFF2-40B4-BE49-F238E27FC236}">
                  <a16:creationId xmlns:a16="http://schemas.microsoft.com/office/drawing/2014/main" id="{D900D4E6-BCD1-5B48-AEB5-49C1E6C48BAC}"/>
                </a:ext>
              </a:extLst>
            </p:cNvPr>
            <p:cNvGrpSpPr/>
            <p:nvPr/>
          </p:nvGrpSpPr>
          <p:grpSpPr>
            <a:xfrm>
              <a:off x="4712495" y="2239962"/>
              <a:ext cx="219869" cy="541338"/>
              <a:chOff x="4335463" y="8172450"/>
              <a:chExt cx="439738" cy="1082676"/>
            </a:xfrm>
            <a:grpFill/>
          </p:grpSpPr>
          <p:sp>
            <p:nvSpPr>
              <p:cNvPr id="156" name="Freeform 76">
                <a:extLst>
                  <a:ext uri="{FF2B5EF4-FFF2-40B4-BE49-F238E27FC236}">
                    <a16:creationId xmlns:a16="http://schemas.microsoft.com/office/drawing/2014/main" id="{7DBA09C5-01BA-D549-8D21-B580403397B5}"/>
                  </a:ext>
                </a:extLst>
              </p:cNvPr>
              <p:cNvSpPr>
                <a:spLocks/>
              </p:cNvSpPr>
              <p:nvPr/>
            </p:nvSpPr>
            <p:spPr bwMode="auto">
              <a:xfrm>
                <a:off x="4335463" y="8374063"/>
                <a:ext cx="439738" cy="881063"/>
              </a:xfrm>
              <a:custGeom>
                <a:avLst/>
                <a:gdLst>
                  <a:gd name="T0" fmla="*/ 17 w 24"/>
                  <a:gd name="T1" fmla="*/ 0 h 48"/>
                  <a:gd name="T2" fmla="*/ 7 w 24"/>
                  <a:gd name="T3" fmla="*/ 0 h 48"/>
                  <a:gd name="T4" fmla="*/ 3 w 24"/>
                  <a:gd name="T5" fmla="*/ 4 h 48"/>
                  <a:gd name="T6" fmla="*/ 0 w 24"/>
                  <a:gd name="T7" fmla="*/ 20 h 48"/>
                  <a:gd name="T8" fmla="*/ 1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1 w 24"/>
                  <a:gd name="T39" fmla="*/ 30 h 48"/>
                  <a:gd name="T40" fmla="*/ 17 w 24"/>
                  <a:gd name="T41" fmla="*/ 5 h 48"/>
                  <a:gd name="T42" fmla="*/ 17 w 24"/>
                  <a:gd name="T43" fmla="*/ 5 h 48"/>
                  <a:gd name="T44" fmla="*/ 21 w 24"/>
                  <a:gd name="T45" fmla="*/ 20 h 48"/>
                  <a:gd name="T46" fmla="*/ 22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3" y="2"/>
                      <a:pt x="3" y="4"/>
                    </a:cubicBezTo>
                    <a:cubicBezTo>
                      <a:pt x="0" y="20"/>
                      <a:pt x="0" y="20"/>
                      <a:pt x="0" y="20"/>
                    </a:cubicBezTo>
                    <a:cubicBezTo>
                      <a:pt x="0" y="21"/>
                      <a:pt x="0" y="22"/>
                      <a:pt x="1" y="22"/>
                    </a:cubicBezTo>
                    <a:cubicBezTo>
                      <a:pt x="2"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1" y="30"/>
                      <a:pt x="21" y="30"/>
                      <a:pt x="21" y="30"/>
                    </a:cubicBezTo>
                    <a:cubicBezTo>
                      <a:pt x="17" y="5"/>
                      <a:pt x="17" y="5"/>
                      <a:pt x="17" y="5"/>
                    </a:cubicBezTo>
                    <a:cubicBezTo>
                      <a:pt x="17" y="5"/>
                      <a:pt x="17" y="5"/>
                      <a:pt x="17" y="5"/>
                    </a:cubicBezTo>
                    <a:cubicBezTo>
                      <a:pt x="21" y="20"/>
                      <a:pt x="21" y="20"/>
                      <a:pt x="21" y="20"/>
                    </a:cubicBezTo>
                    <a:cubicBezTo>
                      <a:pt x="21" y="21"/>
                      <a:pt x="21" y="22"/>
                      <a:pt x="22" y="22"/>
                    </a:cubicBezTo>
                    <a:cubicBezTo>
                      <a:pt x="23" y="22"/>
                      <a:pt x="24" y="21"/>
                      <a:pt x="24" y="20"/>
                    </a:cubicBezTo>
                    <a:cubicBezTo>
                      <a:pt x="21" y="4"/>
                      <a:pt x="21" y="4"/>
                      <a:pt x="21" y="4"/>
                    </a:cubicBezTo>
                    <a:cubicBezTo>
                      <a:pt x="20"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57" name="Oval 77">
                <a:extLst>
                  <a:ext uri="{FF2B5EF4-FFF2-40B4-BE49-F238E27FC236}">
                    <a16:creationId xmlns:a16="http://schemas.microsoft.com/office/drawing/2014/main" id="{15DC6284-3411-8A45-A509-0162988F90F4}"/>
                  </a:ext>
                </a:extLst>
              </p:cNvPr>
              <p:cNvSpPr>
                <a:spLocks noChangeArrowheads="1"/>
              </p:cNvSpPr>
              <p:nvPr/>
            </p:nvSpPr>
            <p:spPr bwMode="auto">
              <a:xfrm>
                <a:off x="4481513" y="8172450"/>
                <a:ext cx="147638"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14" name="กลุ่ม 505">
              <a:extLst>
                <a:ext uri="{FF2B5EF4-FFF2-40B4-BE49-F238E27FC236}">
                  <a16:creationId xmlns:a16="http://schemas.microsoft.com/office/drawing/2014/main" id="{C7F62BC0-BAB0-DA4A-9EE8-CD31BB48E585}"/>
                </a:ext>
              </a:extLst>
            </p:cNvPr>
            <p:cNvGrpSpPr/>
            <p:nvPr/>
          </p:nvGrpSpPr>
          <p:grpSpPr>
            <a:xfrm>
              <a:off x="4097338" y="2887662"/>
              <a:ext cx="229394" cy="541338"/>
              <a:chOff x="3105150" y="8172450"/>
              <a:chExt cx="458788" cy="1082676"/>
            </a:xfrm>
            <a:grpFill/>
          </p:grpSpPr>
          <p:sp>
            <p:nvSpPr>
              <p:cNvPr id="154" name="Freeform 72">
                <a:extLst>
                  <a:ext uri="{FF2B5EF4-FFF2-40B4-BE49-F238E27FC236}">
                    <a16:creationId xmlns:a16="http://schemas.microsoft.com/office/drawing/2014/main" id="{3B5B8F1B-CBA8-8B4A-B860-1FCEAB8348B2}"/>
                  </a:ext>
                </a:extLst>
              </p:cNvPr>
              <p:cNvSpPr>
                <a:spLocks/>
              </p:cNvSpPr>
              <p:nvPr/>
            </p:nvSpPr>
            <p:spPr bwMode="auto">
              <a:xfrm>
                <a:off x="3105150" y="8374063"/>
                <a:ext cx="458788" cy="881063"/>
              </a:xfrm>
              <a:custGeom>
                <a:avLst/>
                <a:gdLst>
                  <a:gd name="T0" fmla="*/ 18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55" name="Oval 73">
                <a:extLst>
                  <a:ext uri="{FF2B5EF4-FFF2-40B4-BE49-F238E27FC236}">
                    <a16:creationId xmlns:a16="http://schemas.microsoft.com/office/drawing/2014/main" id="{B9CCA09B-0574-2C4D-91B3-FDB87333CE2D}"/>
                  </a:ext>
                </a:extLst>
              </p:cNvPr>
              <p:cNvSpPr>
                <a:spLocks noChangeArrowheads="1"/>
              </p:cNvSpPr>
              <p:nvPr/>
            </p:nvSpPr>
            <p:spPr bwMode="auto">
              <a:xfrm>
                <a:off x="325120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15" name="กลุ่ม 506">
              <a:extLst>
                <a:ext uri="{FF2B5EF4-FFF2-40B4-BE49-F238E27FC236}">
                  <a16:creationId xmlns:a16="http://schemas.microsoft.com/office/drawing/2014/main" id="{6944A601-C636-CE48-A278-DDAD9FC213E5}"/>
                </a:ext>
              </a:extLst>
            </p:cNvPr>
            <p:cNvGrpSpPr/>
            <p:nvPr/>
          </p:nvGrpSpPr>
          <p:grpSpPr>
            <a:xfrm>
              <a:off x="4399757" y="2887662"/>
              <a:ext cx="230188" cy="541338"/>
              <a:chOff x="3709988" y="8172450"/>
              <a:chExt cx="460375" cy="1082676"/>
            </a:xfrm>
            <a:grpFill/>
          </p:grpSpPr>
          <p:sp>
            <p:nvSpPr>
              <p:cNvPr id="152" name="Freeform 74">
                <a:extLst>
                  <a:ext uri="{FF2B5EF4-FFF2-40B4-BE49-F238E27FC236}">
                    <a16:creationId xmlns:a16="http://schemas.microsoft.com/office/drawing/2014/main" id="{2142416B-EC34-9745-83B3-B0FC43DFF98B}"/>
                  </a:ext>
                </a:extLst>
              </p:cNvPr>
              <p:cNvSpPr>
                <a:spLocks/>
              </p:cNvSpPr>
              <p:nvPr/>
            </p:nvSpPr>
            <p:spPr bwMode="auto">
              <a:xfrm>
                <a:off x="3709988" y="8374063"/>
                <a:ext cx="460375" cy="881063"/>
              </a:xfrm>
              <a:custGeom>
                <a:avLst/>
                <a:gdLst>
                  <a:gd name="T0" fmla="*/ 18 w 25"/>
                  <a:gd name="T1" fmla="*/ 0 h 48"/>
                  <a:gd name="T2" fmla="*/ 8 w 25"/>
                  <a:gd name="T3" fmla="*/ 0 h 48"/>
                  <a:gd name="T4" fmla="*/ 4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6 w 25"/>
                  <a:gd name="T33" fmla="*/ 48 h 48"/>
                  <a:gd name="T34" fmla="*/ 18 w 25"/>
                  <a:gd name="T35" fmla="*/ 45 h 48"/>
                  <a:gd name="T36" fmla="*/ 18 w 25"/>
                  <a:gd name="T37" fmla="*/ 30 h 48"/>
                  <a:gd name="T38" fmla="*/ 22 w 25"/>
                  <a:gd name="T39" fmla="*/ 30 h 48"/>
                  <a:gd name="T40" fmla="*/ 18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4" y="4"/>
                    </a:cubicBezTo>
                    <a:cubicBezTo>
                      <a:pt x="0" y="20"/>
                      <a:pt x="0" y="20"/>
                      <a:pt x="0" y="20"/>
                    </a:cubicBezTo>
                    <a:cubicBezTo>
                      <a:pt x="0" y="21"/>
                      <a:pt x="1" y="22"/>
                      <a:pt x="2" y="22"/>
                    </a:cubicBezTo>
                    <a:cubicBezTo>
                      <a:pt x="3" y="22"/>
                      <a:pt x="4"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6" y="48"/>
                    </a:cubicBezTo>
                    <a:cubicBezTo>
                      <a:pt x="17" y="48"/>
                      <a:pt x="18" y="47"/>
                      <a:pt x="18" y="45"/>
                    </a:cubicBezTo>
                    <a:cubicBezTo>
                      <a:pt x="18" y="30"/>
                      <a:pt x="18" y="30"/>
                      <a:pt x="18" y="30"/>
                    </a:cubicBezTo>
                    <a:cubicBezTo>
                      <a:pt x="22" y="30"/>
                      <a:pt x="22" y="30"/>
                      <a:pt x="22" y="30"/>
                    </a:cubicBezTo>
                    <a:cubicBezTo>
                      <a:pt x="18" y="5"/>
                      <a:pt x="18" y="5"/>
                      <a:pt x="18"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53" name="Oval 75">
                <a:extLst>
                  <a:ext uri="{FF2B5EF4-FFF2-40B4-BE49-F238E27FC236}">
                    <a16:creationId xmlns:a16="http://schemas.microsoft.com/office/drawing/2014/main" id="{534935A8-68E1-974E-A0EB-CF9852512522}"/>
                  </a:ext>
                </a:extLst>
              </p:cNvPr>
              <p:cNvSpPr>
                <a:spLocks noChangeArrowheads="1"/>
              </p:cNvSpPr>
              <p:nvPr/>
            </p:nvSpPr>
            <p:spPr bwMode="auto">
              <a:xfrm>
                <a:off x="3857625"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16" name="กลุ่ม 507">
              <a:extLst>
                <a:ext uri="{FF2B5EF4-FFF2-40B4-BE49-F238E27FC236}">
                  <a16:creationId xmlns:a16="http://schemas.microsoft.com/office/drawing/2014/main" id="{A6E543F7-B4E4-2546-AD6B-CF5D48C99800}"/>
                </a:ext>
              </a:extLst>
            </p:cNvPr>
            <p:cNvGrpSpPr/>
            <p:nvPr/>
          </p:nvGrpSpPr>
          <p:grpSpPr>
            <a:xfrm>
              <a:off x="4712494" y="2887662"/>
              <a:ext cx="219869" cy="541338"/>
              <a:chOff x="4335463" y="8172450"/>
              <a:chExt cx="439738" cy="1082676"/>
            </a:xfrm>
            <a:grpFill/>
          </p:grpSpPr>
          <p:sp>
            <p:nvSpPr>
              <p:cNvPr id="150" name="Freeform 76">
                <a:extLst>
                  <a:ext uri="{FF2B5EF4-FFF2-40B4-BE49-F238E27FC236}">
                    <a16:creationId xmlns:a16="http://schemas.microsoft.com/office/drawing/2014/main" id="{D2228861-E6CF-0A42-82A5-EC9F2490D5CF}"/>
                  </a:ext>
                </a:extLst>
              </p:cNvPr>
              <p:cNvSpPr>
                <a:spLocks/>
              </p:cNvSpPr>
              <p:nvPr/>
            </p:nvSpPr>
            <p:spPr bwMode="auto">
              <a:xfrm>
                <a:off x="4335463" y="8374063"/>
                <a:ext cx="439738" cy="881063"/>
              </a:xfrm>
              <a:custGeom>
                <a:avLst/>
                <a:gdLst>
                  <a:gd name="T0" fmla="*/ 17 w 24"/>
                  <a:gd name="T1" fmla="*/ 0 h 48"/>
                  <a:gd name="T2" fmla="*/ 7 w 24"/>
                  <a:gd name="T3" fmla="*/ 0 h 48"/>
                  <a:gd name="T4" fmla="*/ 3 w 24"/>
                  <a:gd name="T5" fmla="*/ 4 h 48"/>
                  <a:gd name="T6" fmla="*/ 0 w 24"/>
                  <a:gd name="T7" fmla="*/ 20 h 48"/>
                  <a:gd name="T8" fmla="*/ 1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1 w 24"/>
                  <a:gd name="T39" fmla="*/ 30 h 48"/>
                  <a:gd name="T40" fmla="*/ 17 w 24"/>
                  <a:gd name="T41" fmla="*/ 5 h 48"/>
                  <a:gd name="T42" fmla="*/ 17 w 24"/>
                  <a:gd name="T43" fmla="*/ 5 h 48"/>
                  <a:gd name="T44" fmla="*/ 21 w 24"/>
                  <a:gd name="T45" fmla="*/ 20 h 48"/>
                  <a:gd name="T46" fmla="*/ 22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3" y="2"/>
                      <a:pt x="3" y="4"/>
                    </a:cubicBezTo>
                    <a:cubicBezTo>
                      <a:pt x="0" y="20"/>
                      <a:pt x="0" y="20"/>
                      <a:pt x="0" y="20"/>
                    </a:cubicBezTo>
                    <a:cubicBezTo>
                      <a:pt x="0" y="21"/>
                      <a:pt x="0" y="22"/>
                      <a:pt x="1" y="22"/>
                    </a:cubicBezTo>
                    <a:cubicBezTo>
                      <a:pt x="2"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1" y="30"/>
                      <a:pt x="21" y="30"/>
                      <a:pt x="21" y="30"/>
                    </a:cubicBezTo>
                    <a:cubicBezTo>
                      <a:pt x="17" y="5"/>
                      <a:pt x="17" y="5"/>
                      <a:pt x="17" y="5"/>
                    </a:cubicBezTo>
                    <a:cubicBezTo>
                      <a:pt x="17" y="5"/>
                      <a:pt x="17" y="5"/>
                      <a:pt x="17" y="5"/>
                    </a:cubicBezTo>
                    <a:cubicBezTo>
                      <a:pt x="21" y="20"/>
                      <a:pt x="21" y="20"/>
                      <a:pt x="21" y="20"/>
                    </a:cubicBezTo>
                    <a:cubicBezTo>
                      <a:pt x="21" y="21"/>
                      <a:pt x="21" y="22"/>
                      <a:pt x="22" y="22"/>
                    </a:cubicBezTo>
                    <a:cubicBezTo>
                      <a:pt x="23" y="22"/>
                      <a:pt x="24" y="21"/>
                      <a:pt x="24" y="20"/>
                    </a:cubicBezTo>
                    <a:cubicBezTo>
                      <a:pt x="21" y="4"/>
                      <a:pt x="21" y="4"/>
                      <a:pt x="21" y="4"/>
                    </a:cubicBezTo>
                    <a:cubicBezTo>
                      <a:pt x="20"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51" name="Oval 77">
                <a:extLst>
                  <a:ext uri="{FF2B5EF4-FFF2-40B4-BE49-F238E27FC236}">
                    <a16:creationId xmlns:a16="http://schemas.microsoft.com/office/drawing/2014/main" id="{8D3A6690-4362-7043-80A0-28A5754A68B1}"/>
                  </a:ext>
                </a:extLst>
              </p:cNvPr>
              <p:cNvSpPr>
                <a:spLocks noChangeArrowheads="1"/>
              </p:cNvSpPr>
              <p:nvPr/>
            </p:nvSpPr>
            <p:spPr bwMode="auto">
              <a:xfrm>
                <a:off x="4481513" y="8172450"/>
                <a:ext cx="147638"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17" name="กลุ่ม 508">
              <a:extLst>
                <a:ext uri="{FF2B5EF4-FFF2-40B4-BE49-F238E27FC236}">
                  <a16:creationId xmlns:a16="http://schemas.microsoft.com/office/drawing/2014/main" id="{9CDBF506-6AB0-9B4E-A8AF-CE2AF9B32B32}"/>
                </a:ext>
              </a:extLst>
            </p:cNvPr>
            <p:cNvGrpSpPr/>
            <p:nvPr/>
          </p:nvGrpSpPr>
          <p:grpSpPr>
            <a:xfrm>
              <a:off x="5014913" y="2887662"/>
              <a:ext cx="220663" cy="541338"/>
              <a:chOff x="4940300" y="8172450"/>
              <a:chExt cx="441325" cy="1082676"/>
            </a:xfrm>
            <a:grpFill/>
          </p:grpSpPr>
          <p:sp>
            <p:nvSpPr>
              <p:cNvPr id="148" name="Freeform 78">
                <a:extLst>
                  <a:ext uri="{FF2B5EF4-FFF2-40B4-BE49-F238E27FC236}">
                    <a16:creationId xmlns:a16="http://schemas.microsoft.com/office/drawing/2014/main" id="{D628EF3E-8FEB-E346-A8AF-1B19C834D695}"/>
                  </a:ext>
                </a:extLst>
              </p:cNvPr>
              <p:cNvSpPr>
                <a:spLocks/>
              </p:cNvSpPr>
              <p:nvPr/>
            </p:nvSpPr>
            <p:spPr bwMode="auto">
              <a:xfrm>
                <a:off x="4940300" y="8374063"/>
                <a:ext cx="441325" cy="881063"/>
              </a:xfrm>
              <a:custGeom>
                <a:avLst/>
                <a:gdLst>
                  <a:gd name="T0" fmla="*/ 17 w 24"/>
                  <a:gd name="T1" fmla="*/ 0 h 48"/>
                  <a:gd name="T2" fmla="*/ 7 w 24"/>
                  <a:gd name="T3" fmla="*/ 0 h 48"/>
                  <a:gd name="T4" fmla="*/ 3 w 24"/>
                  <a:gd name="T5" fmla="*/ 4 h 48"/>
                  <a:gd name="T6" fmla="*/ 0 w 24"/>
                  <a:gd name="T7" fmla="*/ 20 h 48"/>
                  <a:gd name="T8" fmla="*/ 1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2 w 24"/>
                  <a:gd name="T39" fmla="*/ 30 h 48"/>
                  <a:gd name="T40" fmla="*/ 17 w 24"/>
                  <a:gd name="T41" fmla="*/ 5 h 48"/>
                  <a:gd name="T42" fmla="*/ 18 w 24"/>
                  <a:gd name="T43" fmla="*/ 5 h 48"/>
                  <a:gd name="T44" fmla="*/ 21 w 24"/>
                  <a:gd name="T45" fmla="*/ 20 h 48"/>
                  <a:gd name="T46" fmla="*/ 22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3" y="2"/>
                      <a:pt x="3" y="4"/>
                    </a:cubicBezTo>
                    <a:cubicBezTo>
                      <a:pt x="0" y="20"/>
                      <a:pt x="0" y="20"/>
                      <a:pt x="0" y="20"/>
                    </a:cubicBezTo>
                    <a:cubicBezTo>
                      <a:pt x="0" y="21"/>
                      <a:pt x="0" y="22"/>
                      <a:pt x="1" y="22"/>
                    </a:cubicBezTo>
                    <a:cubicBezTo>
                      <a:pt x="2"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2" y="22"/>
                    </a:cubicBezTo>
                    <a:cubicBezTo>
                      <a:pt x="23" y="22"/>
                      <a:pt x="24" y="21"/>
                      <a:pt x="24" y="20"/>
                    </a:cubicBezTo>
                    <a:cubicBezTo>
                      <a:pt x="21" y="4"/>
                      <a:pt x="21" y="4"/>
                      <a:pt x="21" y="4"/>
                    </a:cubicBezTo>
                    <a:cubicBezTo>
                      <a:pt x="20"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49" name="Oval 79">
                <a:extLst>
                  <a:ext uri="{FF2B5EF4-FFF2-40B4-BE49-F238E27FC236}">
                    <a16:creationId xmlns:a16="http://schemas.microsoft.com/office/drawing/2014/main" id="{A3687F60-BCC4-EB4F-8AB3-3966BC0F2713}"/>
                  </a:ext>
                </a:extLst>
              </p:cNvPr>
              <p:cNvSpPr>
                <a:spLocks noChangeArrowheads="1"/>
              </p:cNvSpPr>
              <p:nvPr/>
            </p:nvSpPr>
            <p:spPr bwMode="auto">
              <a:xfrm>
                <a:off x="5087938"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18" name="กลุ่ม 509">
              <a:extLst>
                <a:ext uri="{FF2B5EF4-FFF2-40B4-BE49-F238E27FC236}">
                  <a16:creationId xmlns:a16="http://schemas.microsoft.com/office/drawing/2014/main" id="{DA25D656-BD3C-A14A-A6E8-C3EC065B6631}"/>
                </a:ext>
              </a:extLst>
            </p:cNvPr>
            <p:cNvGrpSpPr/>
            <p:nvPr/>
          </p:nvGrpSpPr>
          <p:grpSpPr>
            <a:xfrm>
              <a:off x="5318125" y="2887662"/>
              <a:ext cx="220663" cy="541338"/>
              <a:chOff x="5546725" y="8172450"/>
              <a:chExt cx="441325" cy="1082676"/>
            </a:xfrm>
            <a:grpFill/>
          </p:grpSpPr>
          <p:sp>
            <p:nvSpPr>
              <p:cNvPr id="146" name="Freeform 80">
                <a:extLst>
                  <a:ext uri="{FF2B5EF4-FFF2-40B4-BE49-F238E27FC236}">
                    <a16:creationId xmlns:a16="http://schemas.microsoft.com/office/drawing/2014/main" id="{3BAFBCCE-F923-8D48-BDC9-0783F2819E34}"/>
                  </a:ext>
                </a:extLst>
              </p:cNvPr>
              <p:cNvSpPr>
                <a:spLocks/>
              </p:cNvSpPr>
              <p:nvPr/>
            </p:nvSpPr>
            <p:spPr bwMode="auto">
              <a:xfrm>
                <a:off x="5546725" y="8374063"/>
                <a:ext cx="441325" cy="881063"/>
              </a:xfrm>
              <a:custGeom>
                <a:avLst/>
                <a:gdLst>
                  <a:gd name="T0" fmla="*/ 17 w 24"/>
                  <a:gd name="T1" fmla="*/ 0 h 48"/>
                  <a:gd name="T2" fmla="*/ 7 w 24"/>
                  <a:gd name="T3" fmla="*/ 0 h 48"/>
                  <a:gd name="T4" fmla="*/ 3 w 24"/>
                  <a:gd name="T5" fmla="*/ 4 h 48"/>
                  <a:gd name="T6" fmla="*/ 0 w 24"/>
                  <a:gd name="T7" fmla="*/ 20 h 48"/>
                  <a:gd name="T8" fmla="*/ 2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2 w 24"/>
                  <a:gd name="T39" fmla="*/ 30 h 48"/>
                  <a:gd name="T40" fmla="*/ 17 w 24"/>
                  <a:gd name="T41" fmla="*/ 5 h 48"/>
                  <a:gd name="T42" fmla="*/ 18 w 24"/>
                  <a:gd name="T43" fmla="*/ 5 h 48"/>
                  <a:gd name="T44" fmla="*/ 21 w 24"/>
                  <a:gd name="T45" fmla="*/ 20 h 48"/>
                  <a:gd name="T46" fmla="*/ 23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4" y="21"/>
                      <a:pt x="24" y="20"/>
                    </a:cubicBezTo>
                    <a:cubicBezTo>
                      <a:pt x="21" y="4"/>
                      <a:pt x="21" y="4"/>
                      <a:pt x="21" y="4"/>
                    </a:cubicBezTo>
                    <a:cubicBezTo>
                      <a:pt x="21"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47" name="Oval 81">
                <a:extLst>
                  <a:ext uri="{FF2B5EF4-FFF2-40B4-BE49-F238E27FC236}">
                    <a16:creationId xmlns:a16="http://schemas.microsoft.com/office/drawing/2014/main" id="{C3155FF4-ED7D-8048-9275-1E4B70D682D1}"/>
                  </a:ext>
                </a:extLst>
              </p:cNvPr>
              <p:cNvSpPr>
                <a:spLocks noChangeArrowheads="1"/>
              </p:cNvSpPr>
              <p:nvPr/>
            </p:nvSpPr>
            <p:spPr bwMode="auto">
              <a:xfrm>
                <a:off x="5694363"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19" name="กลุ่ม 510">
              <a:extLst>
                <a:ext uri="{FF2B5EF4-FFF2-40B4-BE49-F238E27FC236}">
                  <a16:creationId xmlns:a16="http://schemas.microsoft.com/office/drawing/2014/main" id="{0B6133A8-F304-0249-AD00-96B71E4433B7}"/>
                </a:ext>
              </a:extLst>
            </p:cNvPr>
            <p:cNvGrpSpPr/>
            <p:nvPr/>
          </p:nvGrpSpPr>
          <p:grpSpPr>
            <a:xfrm>
              <a:off x="5621338" y="2887662"/>
              <a:ext cx="229394" cy="541338"/>
              <a:chOff x="6153150" y="8172450"/>
              <a:chExt cx="458788" cy="1082676"/>
            </a:xfrm>
            <a:grpFill/>
          </p:grpSpPr>
          <p:sp>
            <p:nvSpPr>
              <p:cNvPr id="144" name="Freeform 82">
                <a:extLst>
                  <a:ext uri="{FF2B5EF4-FFF2-40B4-BE49-F238E27FC236}">
                    <a16:creationId xmlns:a16="http://schemas.microsoft.com/office/drawing/2014/main" id="{FC7A306B-C976-044D-8B23-5E9B711FC353}"/>
                  </a:ext>
                </a:extLst>
              </p:cNvPr>
              <p:cNvSpPr>
                <a:spLocks/>
              </p:cNvSpPr>
              <p:nvPr/>
            </p:nvSpPr>
            <p:spPr bwMode="auto">
              <a:xfrm>
                <a:off x="6153150" y="8374063"/>
                <a:ext cx="458788" cy="881063"/>
              </a:xfrm>
              <a:custGeom>
                <a:avLst/>
                <a:gdLst>
                  <a:gd name="T0" fmla="*/ 17 w 25"/>
                  <a:gd name="T1" fmla="*/ 0 h 48"/>
                  <a:gd name="T2" fmla="*/ 7 w 25"/>
                  <a:gd name="T3" fmla="*/ 0 h 48"/>
                  <a:gd name="T4" fmla="*/ 3 w 25"/>
                  <a:gd name="T5" fmla="*/ 4 h 48"/>
                  <a:gd name="T6" fmla="*/ 0 w 25"/>
                  <a:gd name="T7" fmla="*/ 20 h 48"/>
                  <a:gd name="T8" fmla="*/ 2 w 25"/>
                  <a:gd name="T9" fmla="*/ 22 h 48"/>
                  <a:gd name="T10" fmla="*/ 3 w 25"/>
                  <a:gd name="T11" fmla="*/ 20 h 48"/>
                  <a:gd name="T12" fmla="*/ 7 w 25"/>
                  <a:gd name="T13" fmla="*/ 5 h 48"/>
                  <a:gd name="T14" fmla="*/ 7 w 25"/>
                  <a:gd name="T15" fmla="*/ 5 h 48"/>
                  <a:gd name="T16" fmla="*/ 3 w 25"/>
                  <a:gd name="T17" fmla="*/ 30 h 48"/>
                  <a:gd name="T18" fmla="*/ 7 w 25"/>
                  <a:gd name="T19" fmla="*/ 30 h 48"/>
                  <a:gd name="T20" fmla="*/ 7 w 25"/>
                  <a:gd name="T21" fmla="*/ 45 h 48"/>
                  <a:gd name="T22" fmla="*/ 9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1 w 25"/>
                  <a:gd name="T51" fmla="*/ 4 h 48"/>
                  <a:gd name="T52" fmla="*/ 17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3" y="20"/>
                    </a:cubicBezTo>
                    <a:cubicBezTo>
                      <a:pt x="7" y="5"/>
                      <a:pt x="7" y="5"/>
                      <a:pt x="7"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5" y="21"/>
                      <a:pt x="25" y="20"/>
                    </a:cubicBezTo>
                    <a:cubicBezTo>
                      <a:pt x="21" y="4"/>
                      <a:pt x="21" y="4"/>
                      <a:pt x="21" y="4"/>
                    </a:cubicBezTo>
                    <a:cubicBezTo>
                      <a:pt x="21" y="1"/>
                      <a:pt x="20"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45" name="Oval 83">
                <a:extLst>
                  <a:ext uri="{FF2B5EF4-FFF2-40B4-BE49-F238E27FC236}">
                    <a16:creationId xmlns:a16="http://schemas.microsoft.com/office/drawing/2014/main" id="{2B5479A1-7AD6-364C-8D62-C3E331D3F7DF}"/>
                  </a:ext>
                </a:extLst>
              </p:cNvPr>
              <p:cNvSpPr>
                <a:spLocks noChangeArrowheads="1"/>
              </p:cNvSpPr>
              <p:nvPr/>
            </p:nvSpPr>
            <p:spPr bwMode="auto">
              <a:xfrm>
                <a:off x="629920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20" name="กลุ่ม 511">
              <a:extLst>
                <a:ext uri="{FF2B5EF4-FFF2-40B4-BE49-F238E27FC236}">
                  <a16:creationId xmlns:a16="http://schemas.microsoft.com/office/drawing/2014/main" id="{F6587832-0819-5748-81BC-8B4CB84FF0AA}"/>
                </a:ext>
              </a:extLst>
            </p:cNvPr>
            <p:cNvGrpSpPr/>
            <p:nvPr/>
          </p:nvGrpSpPr>
          <p:grpSpPr>
            <a:xfrm>
              <a:off x="5923757" y="2887662"/>
              <a:ext cx="230188" cy="541338"/>
              <a:chOff x="6757988" y="8172450"/>
              <a:chExt cx="460375" cy="1082676"/>
            </a:xfrm>
            <a:grpFill/>
          </p:grpSpPr>
          <p:sp>
            <p:nvSpPr>
              <p:cNvPr id="142" name="Freeform 84">
                <a:extLst>
                  <a:ext uri="{FF2B5EF4-FFF2-40B4-BE49-F238E27FC236}">
                    <a16:creationId xmlns:a16="http://schemas.microsoft.com/office/drawing/2014/main" id="{87C939F8-DE33-3746-AA34-94DD683F3947}"/>
                  </a:ext>
                </a:extLst>
              </p:cNvPr>
              <p:cNvSpPr>
                <a:spLocks/>
              </p:cNvSpPr>
              <p:nvPr/>
            </p:nvSpPr>
            <p:spPr bwMode="auto">
              <a:xfrm>
                <a:off x="6757988" y="8374063"/>
                <a:ext cx="460375" cy="881063"/>
              </a:xfrm>
              <a:custGeom>
                <a:avLst/>
                <a:gdLst>
                  <a:gd name="T0" fmla="*/ 17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1 w 25"/>
                  <a:gd name="T51" fmla="*/ 4 h 48"/>
                  <a:gd name="T52" fmla="*/ 17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5" y="21"/>
                      <a:pt x="25" y="20"/>
                    </a:cubicBezTo>
                    <a:cubicBezTo>
                      <a:pt x="21" y="4"/>
                      <a:pt x="21" y="4"/>
                      <a:pt x="21" y="4"/>
                    </a:cubicBezTo>
                    <a:cubicBezTo>
                      <a:pt x="21" y="1"/>
                      <a:pt x="20"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43" name="Oval 85">
                <a:extLst>
                  <a:ext uri="{FF2B5EF4-FFF2-40B4-BE49-F238E27FC236}">
                    <a16:creationId xmlns:a16="http://schemas.microsoft.com/office/drawing/2014/main" id="{272E8591-EDE2-ED4C-A273-B103B41B2BA8}"/>
                  </a:ext>
                </a:extLst>
              </p:cNvPr>
              <p:cNvSpPr>
                <a:spLocks noChangeArrowheads="1"/>
              </p:cNvSpPr>
              <p:nvPr/>
            </p:nvSpPr>
            <p:spPr bwMode="auto">
              <a:xfrm>
                <a:off x="6905625"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21" name="กลุ่ม 515">
              <a:extLst>
                <a:ext uri="{FF2B5EF4-FFF2-40B4-BE49-F238E27FC236}">
                  <a16:creationId xmlns:a16="http://schemas.microsoft.com/office/drawing/2014/main" id="{22482593-12B7-5A49-B0EC-1FD05658CAA7}"/>
                </a:ext>
              </a:extLst>
            </p:cNvPr>
            <p:cNvGrpSpPr/>
            <p:nvPr/>
          </p:nvGrpSpPr>
          <p:grpSpPr>
            <a:xfrm>
              <a:off x="4097338" y="3535362"/>
              <a:ext cx="229394" cy="541338"/>
              <a:chOff x="3105150" y="8172450"/>
              <a:chExt cx="458788" cy="1082676"/>
            </a:xfrm>
            <a:grpFill/>
          </p:grpSpPr>
          <p:sp>
            <p:nvSpPr>
              <p:cNvPr id="140" name="Freeform 72">
                <a:extLst>
                  <a:ext uri="{FF2B5EF4-FFF2-40B4-BE49-F238E27FC236}">
                    <a16:creationId xmlns:a16="http://schemas.microsoft.com/office/drawing/2014/main" id="{288FC33C-F1F6-B44F-8F88-E51C29E0C2CC}"/>
                  </a:ext>
                </a:extLst>
              </p:cNvPr>
              <p:cNvSpPr>
                <a:spLocks/>
              </p:cNvSpPr>
              <p:nvPr/>
            </p:nvSpPr>
            <p:spPr bwMode="auto">
              <a:xfrm>
                <a:off x="3105150" y="8374063"/>
                <a:ext cx="458788" cy="881063"/>
              </a:xfrm>
              <a:custGeom>
                <a:avLst/>
                <a:gdLst>
                  <a:gd name="T0" fmla="*/ 18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41" name="Oval 73">
                <a:extLst>
                  <a:ext uri="{FF2B5EF4-FFF2-40B4-BE49-F238E27FC236}">
                    <a16:creationId xmlns:a16="http://schemas.microsoft.com/office/drawing/2014/main" id="{286511AF-C674-F046-8CDB-6F0356597BBA}"/>
                  </a:ext>
                </a:extLst>
              </p:cNvPr>
              <p:cNvSpPr>
                <a:spLocks noChangeArrowheads="1"/>
              </p:cNvSpPr>
              <p:nvPr/>
            </p:nvSpPr>
            <p:spPr bwMode="auto">
              <a:xfrm>
                <a:off x="325120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22" name="กลุ่ม 516">
              <a:extLst>
                <a:ext uri="{FF2B5EF4-FFF2-40B4-BE49-F238E27FC236}">
                  <a16:creationId xmlns:a16="http://schemas.microsoft.com/office/drawing/2014/main" id="{5A4EEB33-280D-A44A-8495-DBD638D6AE99}"/>
                </a:ext>
              </a:extLst>
            </p:cNvPr>
            <p:cNvGrpSpPr/>
            <p:nvPr/>
          </p:nvGrpSpPr>
          <p:grpSpPr>
            <a:xfrm>
              <a:off x="4399757" y="3535362"/>
              <a:ext cx="230188" cy="541338"/>
              <a:chOff x="3709988" y="8172450"/>
              <a:chExt cx="460375" cy="1082676"/>
            </a:xfrm>
            <a:grpFill/>
          </p:grpSpPr>
          <p:sp>
            <p:nvSpPr>
              <p:cNvPr id="138" name="Freeform 74">
                <a:extLst>
                  <a:ext uri="{FF2B5EF4-FFF2-40B4-BE49-F238E27FC236}">
                    <a16:creationId xmlns:a16="http://schemas.microsoft.com/office/drawing/2014/main" id="{313837AC-447B-B140-8035-607B94EB5D67}"/>
                  </a:ext>
                </a:extLst>
              </p:cNvPr>
              <p:cNvSpPr>
                <a:spLocks/>
              </p:cNvSpPr>
              <p:nvPr/>
            </p:nvSpPr>
            <p:spPr bwMode="auto">
              <a:xfrm>
                <a:off x="3709988" y="8374063"/>
                <a:ext cx="460375" cy="881063"/>
              </a:xfrm>
              <a:custGeom>
                <a:avLst/>
                <a:gdLst>
                  <a:gd name="T0" fmla="*/ 18 w 25"/>
                  <a:gd name="T1" fmla="*/ 0 h 48"/>
                  <a:gd name="T2" fmla="*/ 8 w 25"/>
                  <a:gd name="T3" fmla="*/ 0 h 48"/>
                  <a:gd name="T4" fmla="*/ 4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6 w 25"/>
                  <a:gd name="T33" fmla="*/ 48 h 48"/>
                  <a:gd name="T34" fmla="*/ 18 w 25"/>
                  <a:gd name="T35" fmla="*/ 45 h 48"/>
                  <a:gd name="T36" fmla="*/ 18 w 25"/>
                  <a:gd name="T37" fmla="*/ 30 h 48"/>
                  <a:gd name="T38" fmla="*/ 22 w 25"/>
                  <a:gd name="T39" fmla="*/ 30 h 48"/>
                  <a:gd name="T40" fmla="*/ 18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4" y="4"/>
                    </a:cubicBezTo>
                    <a:cubicBezTo>
                      <a:pt x="0" y="20"/>
                      <a:pt x="0" y="20"/>
                      <a:pt x="0" y="20"/>
                    </a:cubicBezTo>
                    <a:cubicBezTo>
                      <a:pt x="0" y="21"/>
                      <a:pt x="1" y="22"/>
                      <a:pt x="2" y="22"/>
                    </a:cubicBezTo>
                    <a:cubicBezTo>
                      <a:pt x="3" y="22"/>
                      <a:pt x="4"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6" y="48"/>
                    </a:cubicBezTo>
                    <a:cubicBezTo>
                      <a:pt x="17" y="48"/>
                      <a:pt x="18" y="47"/>
                      <a:pt x="18" y="45"/>
                    </a:cubicBezTo>
                    <a:cubicBezTo>
                      <a:pt x="18" y="30"/>
                      <a:pt x="18" y="30"/>
                      <a:pt x="18" y="30"/>
                    </a:cubicBezTo>
                    <a:cubicBezTo>
                      <a:pt x="22" y="30"/>
                      <a:pt x="22" y="30"/>
                      <a:pt x="22" y="30"/>
                    </a:cubicBezTo>
                    <a:cubicBezTo>
                      <a:pt x="18" y="5"/>
                      <a:pt x="18" y="5"/>
                      <a:pt x="18"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39" name="Oval 75">
                <a:extLst>
                  <a:ext uri="{FF2B5EF4-FFF2-40B4-BE49-F238E27FC236}">
                    <a16:creationId xmlns:a16="http://schemas.microsoft.com/office/drawing/2014/main" id="{B682AE2A-42FA-C947-9A67-F69ABD456FF1}"/>
                  </a:ext>
                </a:extLst>
              </p:cNvPr>
              <p:cNvSpPr>
                <a:spLocks noChangeArrowheads="1"/>
              </p:cNvSpPr>
              <p:nvPr/>
            </p:nvSpPr>
            <p:spPr bwMode="auto">
              <a:xfrm>
                <a:off x="3857625"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23" name="กลุ่ม 517">
              <a:extLst>
                <a:ext uri="{FF2B5EF4-FFF2-40B4-BE49-F238E27FC236}">
                  <a16:creationId xmlns:a16="http://schemas.microsoft.com/office/drawing/2014/main" id="{364D0B6F-1016-294B-BA7A-410C65D3FFD3}"/>
                </a:ext>
              </a:extLst>
            </p:cNvPr>
            <p:cNvGrpSpPr/>
            <p:nvPr/>
          </p:nvGrpSpPr>
          <p:grpSpPr>
            <a:xfrm>
              <a:off x="4712494" y="3535362"/>
              <a:ext cx="219869" cy="541338"/>
              <a:chOff x="4335463" y="8172450"/>
              <a:chExt cx="439738" cy="1082676"/>
            </a:xfrm>
            <a:grpFill/>
          </p:grpSpPr>
          <p:sp>
            <p:nvSpPr>
              <p:cNvPr id="136" name="Freeform 76">
                <a:extLst>
                  <a:ext uri="{FF2B5EF4-FFF2-40B4-BE49-F238E27FC236}">
                    <a16:creationId xmlns:a16="http://schemas.microsoft.com/office/drawing/2014/main" id="{19EDD240-43A1-7D4B-8D74-A98DC00059B2}"/>
                  </a:ext>
                </a:extLst>
              </p:cNvPr>
              <p:cNvSpPr>
                <a:spLocks/>
              </p:cNvSpPr>
              <p:nvPr/>
            </p:nvSpPr>
            <p:spPr bwMode="auto">
              <a:xfrm>
                <a:off x="4335463" y="8374063"/>
                <a:ext cx="439738" cy="881063"/>
              </a:xfrm>
              <a:custGeom>
                <a:avLst/>
                <a:gdLst>
                  <a:gd name="T0" fmla="*/ 17 w 24"/>
                  <a:gd name="T1" fmla="*/ 0 h 48"/>
                  <a:gd name="T2" fmla="*/ 7 w 24"/>
                  <a:gd name="T3" fmla="*/ 0 h 48"/>
                  <a:gd name="T4" fmla="*/ 3 w 24"/>
                  <a:gd name="T5" fmla="*/ 4 h 48"/>
                  <a:gd name="T6" fmla="*/ 0 w 24"/>
                  <a:gd name="T7" fmla="*/ 20 h 48"/>
                  <a:gd name="T8" fmla="*/ 1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1 w 24"/>
                  <a:gd name="T39" fmla="*/ 30 h 48"/>
                  <a:gd name="T40" fmla="*/ 17 w 24"/>
                  <a:gd name="T41" fmla="*/ 5 h 48"/>
                  <a:gd name="T42" fmla="*/ 17 w 24"/>
                  <a:gd name="T43" fmla="*/ 5 h 48"/>
                  <a:gd name="T44" fmla="*/ 21 w 24"/>
                  <a:gd name="T45" fmla="*/ 20 h 48"/>
                  <a:gd name="T46" fmla="*/ 22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3" y="2"/>
                      <a:pt x="3" y="4"/>
                    </a:cubicBezTo>
                    <a:cubicBezTo>
                      <a:pt x="0" y="20"/>
                      <a:pt x="0" y="20"/>
                      <a:pt x="0" y="20"/>
                    </a:cubicBezTo>
                    <a:cubicBezTo>
                      <a:pt x="0" y="21"/>
                      <a:pt x="0" y="22"/>
                      <a:pt x="1" y="22"/>
                    </a:cubicBezTo>
                    <a:cubicBezTo>
                      <a:pt x="2"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1" y="30"/>
                      <a:pt x="21" y="30"/>
                      <a:pt x="21" y="30"/>
                    </a:cubicBezTo>
                    <a:cubicBezTo>
                      <a:pt x="17" y="5"/>
                      <a:pt x="17" y="5"/>
                      <a:pt x="17" y="5"/>
                    </a:cubicBezTo>
                    <a:cubicBezTo>
                      <a:pt x="17" y="5"/>
                      <a:pt x="17" y="5"/>
                      <a:pt x="17" y="5"/>
                    </a:cubicBezTo>
                    <a:cubicBezTo>
                      <a:pt x="21" y="20"/>
                      <a:pt x="21" y="20"/>
                      <a:pt x="21" y="20"/>
                    </a:cubicBezTo>
                    <a:cubicBezTo>
                      <a:pt x="21" y="21"/>
                      <a:pt x="21" y="22"/>
                      <a:pt x="22" y="22"/>
                    </a:cubicBezTo>
                    <a:cubicBezTo>
                      <a:pt x="23" y="22"/>
                      <a:pt x="24" y="21"/>
                      <a:pt x="24" y="20"/>
                    </a:cubicBezTo>
                    <a:cubicBezTo>
                      <a:pt x="21" y="4"/>
                      <a:pt x="21" y="4"/>
                      <a:pt x="21" y="4"/>
                    </a:cubicBezTo>
                    <a:cubicBezTo>
                      <a:pt x="20"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37" name="Oval 77">
                <a:extLst>
                  <a:ext uri="{FF2B5EF4-FFF2-40B4-BE49-F238E27FC236}">
                    <a16:creationId xmlns:a16="http://schemas.microsoft.com/office/drawing/2014/main" id="{9BAADBF2-3066-4A4A-A230-C258EB95DDBF}"/>
                  </a:ext>
                </a:extLst>
              </p:cNvPr>
              <p:cNvSpPr>
                <a:spLocks noChangeArrowheads="1"/>
              </p:cNvSpPr>
              <p:nvPr/>
            </p:nvSpPr>
            <p:spPr bwMode="auto">
              <a:xfrm>
                <a:off x="4481513" y="8172450"/>
                <a:ext cx="147638"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24" name="กลุ่ม 518">
              <a:extLst>
                <a:ext uri="{FF2B5EF4-FFF2-40B4-BE49-F238E27FC236}">
                  <a16:creationId xmlns:a16="http://schemas.microsoft.com/office/drawing/2014/main" id="{866DA78B-6FEB-6043-81C4-1C2B9FC89C27}"/>
                </a:ext>
              </a:extLst>
            </p:cNvPr>
            <p:cNvGrpSpPr/>
            <p:nvPr/>
          </p:nvGrpSpPr>
          <p:grpSpPr>
            <a:xfrm>
              <a:off x="5014913" y="3535362"/>
              <a:ext cx="220663" cy="541338"/>
              <a:chOff x="4940300" y="8172450"/>
              <a:chExt cx="441325" cy="1082676"/>
            </a:xfrm>
            <a:grpFill/>
          </p:grpSpPr>
          <p:sp>
            <p:nvSpPr>
              <p:cNvPr id="134" name="Freeform 78">
                <a:extLst>
                  <a:ext uri="{FF2B5EF4-FFF2-40B4-BE49-F238E27FC236}">
                    <a16:creationId xmlns:a16="http://schemas.microsoft.com/office/drawing/2014/main" id="{D01F0A6B-97A8-8949-8C3F-17DA562C8390}"/>
                  </a:ext>
                </a:extLst>
              </p:cNvPr>
              <p:cNvSpPr>
                <a:spLocks/>
              </p:cNvSpPr>
              <p:nvPr/>
            </p:nvSpPr>
            <p:spPr bwMode="auto">
              <a:xfrm>
                <a:off x="4940300" y="8374063"/>
                <a:ext cx="441325" cy="881063"/>
              </a:xfrm>
              <a:custGeom>
                <a:avLst/>
                <a:gdLst>
                  <a:gd name="T0" fmla="*/ 17 w 24"/>
                  <a:gd name="T1" fmla="*/ 0 h 48"/>
                  <a:gd name="T2" fmla="*/ 7 w 24"/>
                  <a:gd name="T3" fmla="*/ 0 h 48"/>
                  <a:gd name="T4" fmla="*/ 3 w 24"/>
                  <a:gd name="T5" fmla="*/ 4 h 48"/>
                  <a:gd name="T6" fmla="*/ 0 w 24"/>
                  <a:gd name="T7" fmla="*/ 20 h 48"/>
                  <a:gd name="T8" fmla="*/ 1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2 w 24"/>
                  <a:gd name="T39" fmla="*/ 30 h 48"/>
                  <a:gd name="T40" fmla="*/ 17 w 24"/>
                  <a:gd name="T41" fmla="*/ 5 h 48"/>
                  <a:gd name="T42" fmla="*/ 18 w 24"/>
                  <a:gd name="T43" fmla="*/ 5 h 48"/>
                  <a:gd name="T44" fmla="*/ 21 w 24"/>
                  <a:gd name="T45" fmla="*/ 20 h 48"/>
                  <a:gd name="T46" fmla="*/ 22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3" y="2"/>
                      <a:pt x="3" y="4"/>
                    </a:cubicBezTo>
                    <a:cubicBezTo>
                      <a:pt x="0" y="20"/>
                      <a:pt x="0" y="20"/>
                      <a:pt x="0" y="20"/>
                    </a:cubicBezTo>
                    <a:cubicBezTo>
                      <a:pt x="0" y="21"/>
                      <a:pt x="0" y="22"/>
                      <a:pt x="1" y="22"/>
                    </a:cubicBezTo>
                    <a:cubicBezTo>
                      <a:pt x="2"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2" y="22"/>
                    </a:cubicBezTo>
                    <a:cubicBezTo>
                      <a:pt x="23" y="22"/>
                      <a:pt x="24" y="21"/>
                      <a:pt x="24" y="20"/>
                    </a:cubicBezTo>
                    <a:cubicBezTo>
                      <a:pt x="21" y="4"/>
                      <a:pt x="21" y="4"/>
                      <a:pt x="21" y="4"/>
                    </a:cubicBezTo>
                    <a:cubicBezTo>
                      <a:pt x="20"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35" name="Oval 79">
                <a:extLst>
                  <a:ext uri="{FF2B5EF4-FFF2-40B4-BE49-F238E27FC236}">
                    <a16:creationId xmlns:a16="http://schemas.microsoft.com/office/drawing/2014/main" id="{BD27F772-7F43-7A4D-B34D-71AB39DC379C}"/>
                  </a:ext>
                </a:extLst>
              </p:cNvPr>
              <p:cNvSpPr>
                <a:spLocks noChangeArrowheads="1"/>
              </p:cNvSpPr>
              <p:nvPr/>
            </p:nvSpPr>
            <p:spPr bwMode="auto">
              <a:xfrm>
                <a:off x="5087938"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25" name="กลุ่ม 519">
              <a:extLst>
                <a:ext uri="{FF2B5EF4-FFF2-40B4-BE49-F238E27FC236}">
                  <a16:creationId xmlns:a16="http://schemas.microsoft.com/office/drawing/2014/main" id="{BD121C17-14D5-7047-B6C1-AC00CAACD2E3}"/>
                </a:ext>
              </a:extLst>
            </p:cNvPr>
            <p:cNvGrpSpPr/>
            <p:nvPr/>
          </p:nvGrpSpPr>
          <p:grpSpPr>
            <a:xfrm>
              <a:off x="5318125" y="3535362"/>
              <a:ext cx="220663" cy="541338"/>
              <a:chOff x="5546725" y="8172450"/>
              <a:chExt cx="441325" cy="1082676"/>
            </a:xfrm>
            <a:grpFill/>
          </p:grpSpPr>
          <p:sp>
            <p:nvSpPr>
              <p:cNvPr id="132" name="Freeform 80">
                <a:extLst>
                  <a:ext uri="{FF2B5EF4-FFF2-40B4-BE49-F238E27FC236}">
                    <a16:creationId xmlns:a16="http://schemas.microsoft.com/office/drawing/2014/main" id="{D32B7748-CA45-2B49-A99F-728E66834FBA}"/>
                  </a:ext>
                </a:extLst>
              </p:cNvPr>
              <p:cNvSpPr>
                <a:spLocks/>
              </p:cNvSpPr>
              <p:nvPr/>
            </p:nvSpPr>
            <p:spPr bwMode="auto">
              <a:xfrm>
                <a:off x="5546725" y="8374063"/>
                <a:ext cx="441325" cy="881063"/>
              </a:xfrm>
              <a:custGeom>
                <a:avLst/>
                <a:gdLst>
                  <a:gd name="T0" fmla="*/ 17 w 24"/>
                  <a:gd name="T1" fmla="*/ 0 h 48"/>
                  <a:gd name="T2" fmla="*/ 7 w 24"/>
                  <a:gd name="T3" fmla="*/ 0 h 48"/>
                  <a:gd name="T4" fmla="*/ 3 w 24"/>
                  <a:gd name="T5" fmla="*/ 4 h 48"/>
                  <a:gd name="T6" fmla="*/ 0 w 24"/>
                  <a:gd name="T7" fmla="*/ 20 h 48"/>
                  <a:gd name="T8" fmla="*/ 2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2 w 24"/>
                  <a:gd name="T39" fmla="*/ 30 h 48"/>
                  <a:gd name="T40" fmla="*/ 17 w 24"/>
                  <a:gd name="T41" fmla="*/ 5 h 48"/>
                  <a:gd name="T42" fmla="*/ 18 w 24"/>
                  <a:gd name="T43" fmla="*/ 5 h 48"/>
                  <a:gd name="T44" fmla="*/ 21 w 24"/>
                  <a:gd name="T45" fmla="*/ 20 h 48"/>
                  <a:gd name="T46" fmla="*/ 23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4" y="21"/>
                      <a:pt x="24" y="20"/>
                    </a:cubicBezTo>
                    <a:cubicBezTo>
                      <a:pt x="21" y="4"/>
                      <a:pt x="21" y="4"/>
                      <a:pt x="21" y="4"/>
                    </a:cubicBezTo>
                    <a:cubicBezTo>
                      <a:pt x="21"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33" name="Oval 81">
                <a:extLst>
                  <a:ext uri="{FF2B5EF4-FFF2-40B4-BE49-F238E27FC236}">
                    <a16:creationId xmlns:a16="http://schemas.microsoft.com/office/drawing/2014/main" id="{A7F4F33D-230E-BE48-9F8E-348F69526902}"/>
                  </a:ext>
                </a:extLst>
              </p:cNvPr>
              <p:cNvSpPr>
                <a:spLocks noChangeArrowheads="1"/>
              </p:cNvSpPr>
              <p:nvPr/>
            </p:nvSpPr>
            <p:spPr bwMode="auto">
              <a:xfrm>
                <a:off x="5694363"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26" name="กลุ่ม 520">
              <a:extLst>
                <a:ext uri="{FF2B5EF4-FFF2-40B4-BE49-F238E27FC236}">
                  <a16:creationId xmlns:a16="http://schemas.microsoft.com/office/drawing/2014/main" id="{1E6A0D7C-5543-E643-A2F9-B7D52D03B27E}"/>
                </a:ext>
              </a:extLst>
            </p:cNvPr>
            <p:cNvGrpSpPr/>
            <p:nvPr/>
          </p:nvGrpSpPr>
          <p:grpSpPr>
            <a:xfrm>
              <a:off x="5621338" y="3535362"/>
              <a:ext cx="229394" cy="541338"/>
              <a:chOff x="6153150" y="8172450"/>
              <a:chExt cx="458788" cy="1082676"/>
            </a:xfrm>
            <a:grpFill/>
          </p:grpSpPr>
          <p:sp>
            <p:nvSpPr>
              <p:cNvPr id="130" name="Freeform 82">
                <a:extLst>
                  <a:ext uri="{FF2B5EF4-FFF2-40B4-BE49-F238E27FC236}">
                    <a16:creationId xmlns:a16="http://schemas.microsoft.com/office/drawing/2014/main" id="{74D6A037-6488-B940-B51A-0633E65F7A14}"/>
                  </a:ext>
                </a:extLst>
              </p:cNvPr>
              <p:cNvSpPr>
                <a:spLocks/>
              </p:cNvSpPr>
              <p:nvPr/>
            </p:nvSpPr>
            <p:spPr bwMode="auto">
              <a:xfrm>
                <a:off x="6153150" y="8374063"/>
                <a:ext cx="458788" cy="881063"/>
              </a:xfrm>
              <a:custGeom>
                <a:avLst/>
                <a:gdLst>
                  <a:gd name="T0" fmla="*/ 17 w 25"/>
                  <a:gd name="T1" fmla="*/ 0 h 48"/>
                  <a:gd name="T2" fmla="*/ 7 w 25"/>
                  <a:gd name="T3" fmla="*/ 0 h 48"/>
                  <a:gd name="T4" fmla="*/ 3 w 25"/>
                  <a:gd name="T5" fmla="*/ 4 h 48"/>
                  <a:gd name="T6" fmla="*/ 0 w 25"/>
                  <a:gd name="T7" fmla="*/ 20 h 48"/>
                  <a:gd name="T8" fmla="*/ 2 w 25"/>
                  <a:gd name="T9" fmla="*/ 22 h 48"/>
                  <a:gd name="T10" fmla="*/ 3 w 25"/>
                  <a:gd name="T11" fmla="*/ 20 h 48"/>
                  <a:gd name="T12" fmla="*/ 7 w 25"/>
                  <a:gd name="T13" fmla="*/ 5 h 48"/>
                  <a:gd name="T14" fmla="*/ 7 w 25"/>
                  <a:gd name="T15" fmla="*/ 5 h 48"/>
                  <a:gd name="T16" fmla="*/ 3 w 25"/>
                  <a:gd name="T17" fmla="*/ 30 h 48"/>
                  <a:gd name="T18" fmla="*/ 7 w 25"/>
                  <a:gd name="T19" fmla="*/ 30 h 48"/>
                  <a:gd name="T20" fmla="*/ 7 w 25"/>
                  <a:gd name="T21" fmla="*/ 45 h 48"/>
                  <a:gd name="T22" fmla="*/ 9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1 w 25"/>
                  <a:gd name="T51" fmla="*/ 4 h 48"/>
                  <a:gd name="T52" fmla="*/ 17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3" y="20"/>
                    </a:cubicBezTo>
                    <a:cubicBezTo>
                      <a:pt x="7" y="5"/>
                      <a:pt x="7" y="5"/>
                      <a:pt x="7"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5" y="21"/>
                      <a:pt x="25" y="20"/>
                    </a:cubicBezTo>
                    <a:cubicBezTo>
                      <a:pt x="21" y="4"/>
                      <a:pt x="21" y="4"/>
                      <a:pt x="21" y="4"/>
                    </a:cubicBezTo>
                    <a:cubicBezTo>
                      <a:pt x="21" y="1"/>
                      <a:pt x="20"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31" name="Oval 83">
                <a:extLst>
                  <a:ext uri="{FF2B5EF4-FFF2-40B4-BE49-F238E27FC236}">
                    <a16:creationId xmlns:a16="http://schemas.microsoft.com/office/drawing/2014/main" id="{6348D78A-6112-DF41-B794-84BD47C399D6}"/>
                  </a:ext>
                </a:extLst>
              </p:cNvPr>
              <p:cNvSpPr>
                <a:spLocks noChangeArrowheads="1"/>
              </p:cNvSpPr>
              <p:nvPr/>
            </p:nvSpPr>
            <p:spPr bwMode="auto">
              <a:xfrm>
                <a:off x="629920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27" name="กลุ่ม 521">
              <a:extLst>
                <a:ext uri="{FF2B5EF4-FFF2-40B4-BE49-F238E27FC236}">
                  <a16:creationId xmlns:a16="http://schemas.microsoft.com/office/drawing/2014/main" id="{E76F6257-6E71-3442-B7D9-3870750FE8EB}"/>
                </a:ext>
              </a:extLst>
            </p:cNvPr>
            <p:cNvGrpSpPr/>
            <p:nvPr/>
          </p:nvGrpSpPr>
          <p:grpSpPr>
            <a:xfrm>
              <a:off x="5923757" y="3535362"/>
              <a:ext cx="230188" cy="541338"/>
              <a:chOff x="6757988" y="8172450"/>
              <a:chExt cx="460375" cy="1082676"/>
            </a:xfrm>
            <a:grpFill/>
          </p:grpSpPr>
          <p:sp>
            <p:nvSpPr>
              <p:cNvPr id="128" name="Freeform 84">
                <a:extLst>
                  <a:ext uri="{FF2B5EF4-FFF2-40B4-BE49-F238E27FC236}">
                    <a16:creationId xmlns:a16="http://schemas.microsoft.com/office/drawing/2014/main" id="{A3C00741-634C-DA4F-9250-DD4A3BE14A1C}"/>
                  </a:ext>
                </a:extLst>
              </p:cNvPr>
              <p:cNvSpPr>
                <a:spLocks/>
              </p:cNvSpPr>
              <p:nvPr/>
            </p:nvSpPr>
            <p:spPr bwMode="auto">
              <a:xfrm>
                <a:off x="6757988" y="8374063"/>
                <a:ext cx="460375" cy="881063"/>
              </a:xfrm>
              <a:custGeom>
                <a:avLst/>
                <a:gdLst>
                  <a:gd name="T0" fmla="*/ 17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1 w 25"/>
                  <a:gd name="T51" fmla="*/ 4 h 48"/>
                  <a:gd name="T52" fmla="*/ 17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5" y="21"/>
                      <a:pt x="25" y="20"/>
                    </a:cubicBezTo>
                    <a:cubicBezTo>
                      <a:pt x="21" y="4"/>
                      <a:pt x="21" y="4"/>
                      <a:pt x="21" y="4"/>
                    </a:cubicBezTo>
                    <a:cubicBezTo>
                      <a:pt x="21" y="1"/>
                      <a:pt x="20"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29" name="Oval 85">
                <a:extLst>
                  <a:ext uri="{FF2B5EF4-FFF2-40B4-BE49-F238E27FC236}">
                    <a16:creationId xmlns:a16="http://schemas.microsoft.com/office/drawing/2014/main" id="{FE06ACCD-2221-9546-8494-7978DC55EEB6}"/>
                  </a:ext>
                </a:extLst>
              </p:cNvPr>
              <p:cNvSpPr>
                <a:spLocks noChangeArrowheads="1"/>
              </p:cNvSpPr>
              <p:nvPr/>
            </p:nvSpPr>
            <p:spPr bwMode="auto">
              <a:xfrm>
                <a:off x="6905625"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grpSp>
        <p:nvGrpSpPr>
          <p:cNvPr id="176" name="Group 175">
            <a:extLst>
              <a:ext uri="{FF2B5EF4-FFF2-40B4-BE49-F238E27FC236}">
                <a16:creationId xmlns:a16="http://schemas.microsoft.com/office/drawing/2014/main" id="{896AD2E0-626C-564A-BB53-98A8A34EA406}"/>
              </a:ext>
            </a:extLst>
          </p:cNvPr>
          <p:cNvGrpSpPr/>
          <p:nvPr/>
        </p:nvGrpSpPr>
        <p:grpSpPr>
          <a:xfrm>
            <a:off x="5823396" y="1701674"/>
            <a:ext cx="1663899" cy="2018606"/>
            <a:chOff x="5014913" y="1592262"/>
            <a:chExt cx="2047876" cy="2484438"/>
          </a:xfrm>
          <a:solidFill>
            <a:schemeClr val="accent2"/>
          </a:solidFill>
        </p:grpSpPr>
        <p:grpSp>
          <p:nvGrpSpPr>
            <p:cNvPr id="177" name="กลุ่ม 492">
              <a:extLst>
                <a:ext uri="{FF2B5EF4-FFF2-40B4-BE49-F238E27FC236}">
                  <a16:creationId xmlns:a16="http://schemas.microsoft.com/office/drawing/2014/main" id="{DE5FE460-103C-1A41-BA2A-F0875CFE93E4}"/>
                </a:ext>
              </a:extLst>
            </p:cNvPr>
            <p:cNvGrpSpPr/>
            <p:nvPr/>
          </p:nvGrpSpPr>
          <p:grpSpPr>
            <a:xfrm>
              <a:off x="6226970" y="1592262"/>
              <a:ext cx="229394" cy="541338"/>
              <a:chOff x="7364413" y="8172450"/>
              <a:chExt cx="458788" cy="1082676"/>
            </a:xfrm>
            <a:grpFill/>
          </p:grpSpPr>
          <p:sp>
            <p:nvSpPr>
              <p:cNvPr id="223" name="Freeform 86">
                <a:extLst>
                  <a:ext uri="{FF2B5EF4-FFF2-40B4-BE49-F238E27FC236}">
                    <a16:creationId xmlns:a16="http://schemas.microsoft.com/office/drawing/2014/main" id="{8B8F6FFB-444F-904A-9942-5E535F4880F6}"/>
                  </a:ext>
                </a:extLst>
              </p:cNvPr>
              <p:cNvSpPr>
                <a:spLocks/>
              </p:cNvSpPr>
              <p:nvPr/>
            </p:nvSpPr>
            <p:spPr bwMode="auto">
              <a:xfrm>
                <a:off x="7364413" y="8374063"/>
                <a:ext cx="458788" cy="881063"/>
              </a:xfrm>
              <a:custGeom>
                <a:avLst/>
                <a:gdLst>
                  <a:gd name="T0" fmla="*/ 18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24" name="Oval 87">
                <a:extLst>
                  <a:ext uri="{FF2B5EF4-FFF2-40B4-BE49-F238E27FC236}">
                    <a16:creationId xmlns:a16="http://schemas.microsoft.com/office/drawing/2014/main" id="{52B6479F-B140-4543-B717-9F1B3AB9891B}"/>
                  </a:ext>
                </a:extLst>
              </p:cNvPr>
              <p:cNvSpPr>
                <a:spLocks noChangeArrowheads="1"/>
              </p:cNvSpPr>
              <p:nvPr/>
            </p:nvSpPr>
            <p:spPr bwMode="auto">
              <a:xfrm>
                <a:off x="751205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78" name="กลุ่ม 493">
              <a:extLst>
                <a:ext uri="{FF2B5EF4-FFF2-40B4-BE49-F238E27FC236}">
                  <a16:creationId xmlns:a16="http://schemas.microsoft.com/office/drawing/2014/main" id="{C24C8F5A-EFB6-474C-BDD5-C6B18FAEE760}"/>
                </a:ext>
              </a:extLst>
            </p:cNvPr>
            <p:cNvGrpSpPr/>
            <p:nvPr/>
          </p:nvGrpSpPr>
          <p:grpSpPr>
            <a:xfrm>
              <a:off x="6530182" y="1592262"/>
              <a:ext cx="229394" cy="541338"/>
              <a:chOff x="7970838" y="8172450"/>
              <a:chExt cx="458788" cy="1082676"/>
            </a:xfrm>
            <a:grpFill/>
          </p:grpSpPr>
          <p:sp>
            <p:nvSpPr>
              <p:cNvPr id="221" name="Freeform 88">
                <a:extLst>
                  <a:ext uri="{FF2B5EF4-FFF2-40B4-BE49-F238E27FC236}">
                    <a16:creationId xmlns:a16="http://schemas.microsoft.com/office/drawing/2014/main" id="{6A0C8A91-C198-4E45-BD8C-B382BC36B07D}"/>
                  </a:ext>
                </a:extLst>
              </p:cNvPr>
              <p:cNvSpPr>
                <a:spLocks/>
              </p:cNvSpPr>
              <p:nvPr/>
            </p:nvSpPr>
            <p:spPr bwMode="auto">
              <a:xfrm>
                <a:off x="7970838" y="8374063"/>
                <a:ext cx="458788" cy="881063"/>
              </a:xfrm>
              <a:custGeom>
                <a:avLst/>
                <a:gdLst>
                  <a:gd name="T0" fmla="*/ 18 w 25"/>
                  <a:gd name="T1" fmla="*/ 0 h 48"/>
                  <a:gd name="T2" fmla="*/ 8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22" name="Oval 89">
                <a:extLst>
                  <a:ext uri="{FF2B5EF4-FFF2-40B4-BE49-F238E27FC236}">
                    <a16:creationId xmlns:a16="http://schemas.microsoft.com/office/drawing/2014/main" id="{9E70238A-9B8B-984A-BA5E-F99E070A0936}"/>
                  </a:ext>
                </a:extLst>
              </p:cNvPr>
              <p:cNvSpPr>
                <a:spLocks noChangeArrowheads="1"/>
              </p:cNvSpPr>
              <p:nvPr/>
            </p:nvSpPr>
            <p:spPr bwMode="auto">
              <a:xfrm>
                <a:off x="8116888"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79" name="กลุ่ม 494">
              <a:extLst>
                <a:ext uri="{FF2B5EF4-FFF2-40B4-BE49-F238E27FC236}">
                  <a16:creationId xmlns:a16="http://schemas.microsoft.com/office/drawing/2014/main" id="{BB7C45EB-585F-E34B-B739-1B1B61E35AA0}"/>
                </a:ext>
              </a:extLst>
            </p:cNvPr>
            <p:cNvGrpSpPr/>
            <p:nvPr/>
          </p:nvGrpSpPr>
          <p:grpSpPr>
            <a:xfrm>
              <a:off x="6833395" y="1592262"/>
              <a:ext cx="229394" cy="541338"/>
              <a:chOff x="8577263" y="8172450"/>
              <a:chExt cx="458788" cy="1082676"/>
            </a:xfrm>
            <a:grpFill/>
          </p:grpSpPr>
          <p:sp>
            <p:nvSpPr>
              <p:cNvPr id="219" name="Freeform 90">
                <a:extLst>
                  <a:ext uri="{FF2B5EF4-FFF2-40B4-BE49-F238E27FC236}">
                    <a16:creationId xmlns:a16="http://schemas.microsoft.com/office/drawing/2014/main" id="{26686EDE-3DFB-4444-857C-FC60CA1F0DBC}"/>
                  </a:ext>
                </a:extLst>
              </p:cNvPr>
              <p:cNvSpPr>
                <a:spLocks/>
              </p:cNvSpPr>
              <p:nvPr/>
            </p:nvSpPr>
            <p:spPr bwMode="auto">
              <a:xfrm>
                <a:off x="8577263" y="8374063"/>
                <a:ext cx="458788" cy="881063"/>
              </a:xfrm>
              <a:custGeom>
                <a:avLst/>
                <a:gdLst>
                  <a:gd name="T0" fmla="*/ 18 w 25"/>
                  <a:gd name="T1" fmla="*/ 0 h 48"/>
                  <a:gd name="T2" fmla="*/ 8 w 25"/>
                  <a:gd name="T3" fmla="*/ 0 h 48"/>
                  <a:gd name="T4" fmla="*/ 4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6 w 25"/>
                  <a:gd name="T33" fmla="*/ 48 h 48"/>
                  <a:gd name="T34" fmla="*/ 18 w 25"/>
                  <a:gd name="T35" fmla="*/ 45 h 48"/>
                  <a:gd name="T36" fmla="*/ 18 w 25"/>
                  <a:gd name="T37" fmla="*/ 30 h 48"/>
                  <a:gd name="T38" fmla="*/ 22 w 25"/>
                  <a:gd name="T39" fmla="*/ 30 h 48"/>
                  <a:gd name="T40" fmla="*/ 18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4" y="4"/>
                    </a:cubicBezTo>
                    <a:cubicBezTo>
                      <a:pt x="0" y="20"/>
                      <a:pt x="0" y="20"/>
                      <a:pt x="0" y="20"/>
                    </a:cubicBezTo>
                    <a:cubicBezTo>
                      <a:pt x="0" y="21"/>
                      <a:pt x="1" y="22"/>
                      <a:pt x="2" y="22"/>
                    </a:cubicBezTo>
                    <a:cubicBezTo>
                      <a:pt x="3" y="22"/>
                      <a:pt x="4"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6" y="48"/>
                    </a:cubicBezTo>
                    <a:cubicBezTo>
                      <a:pt x="17" y="48"/>
                      <a:pt x="18" y="47"/>
                      <a:pt x="18" y="45"/>
                    </a:cubicBezTo>
                    <a:cubicBezTo>
                      <a:pt x="18" y="30"/>
                      <a:pt x="18" y="30"/>
                      <a:pt x="18" y="30"/>
                    </a:cubicBezTo>
                    <a:cubicBezTo>
                      <a:pt x="22" y="30"/>
                      <a:pt x="22" y="30"/>
                      <a:pt x="22" y="30"/>
                    </a:cubicBezTo>
                    <a:cubicBezTo>
                      <a:pt x="18" y="5"/>
                      <a:pt x="18" y="5"/>
                      <a:pt x="18"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20" name="Oval 91">
                <a:extLst>
                  <a:ext uri="{FF2B5EF4-FFF2-40B4-BE49-F238E27FC236}">
                    <a16:creationId xmlns:a16="http://schemas.microsoft.com/office/drawing/2014/main" id="{4D1B6095-22A4-C54F-B8A2-CD478DB2646A}"/>
                  </a:ext>
                </a:extLst>
              </p:cNvPr>
              <p:cNvSpPr>
                <a:spLocks noChangeArrowheads="1"/>
              </p:cNvSpPr>
              <p:nvPr/>
            </p:nvSpPr>
            <p:spPr bwMode="auto">
              <a:xfrm>
                <a:off x="8723313"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80" name="กลุ่ม 498">
              <a:extLst>
                <a:ext uri="{FF2B5EF4-FFF2-40B4-BE49-F238E27FC236}">
                  <a16:creationId xmlns:a16="http://schemas.microsoft.com/office/drawing/2014/main" id="{AC60E5C1-84E8-494A-B7E9-0BEEDEE1BF4A}"/>
                </a:ext>
              </a:extLst>
            </p:cNvPr>
            <p:cNvGrpSpPr/>
            <p:nvPr/>
          </p:nvGrpSpPr>
          <p:grpSpPr>
            <a:xfrm>
              <a:off x="5014913" y="2239962"/>
              <a:ext cx="220663" cy="541338"/>
              <a:chOff x="4940300" y="8172450"/>
              <a:chExt cx="441325" cy="1082676"/>
            </a:xfrm>
            <a:grpFill/>
          </p:grpSpPr>
          <p:sp>
            <p:nvSpPr>
              <p:cNvPr id="217" name="Freeform 78">
                <a:extLst>
                  <a:ext uri="{FF2B5EF4-FFF2-40B4-BE49-F238E27FC236}">
                    <a16:creationId xmlns:a16="http://schemas.microsoft.com/office/drawing/2014/main" id="{840D4547-CB11-864F-AF3A-AE4E4B9B1A21}"/>
                  </a:ext>
                </a:extLst>
              </p:cNvPr>
              <p:cNvSpPr>
                <a:spLocks/>
              </p:cNvSpPr>
              <p:nvPr/>
            </p:nvSpPr>
            <p:spPr bwMode="auto">
              <a:xfrm>
                <a:off x="4940300" y="8374063"/>
                <a:ext cx="441325" cy="881063"/>
              </a:xfrm>
              <a:custGeom>
                <a:avLst/>
                <a:gdLst>
                  <a:gd name="T0" fmla="*/ 17 w 24"/>
                  <a:gd name="T1" fmla="*/ 0 h 48"/>
                  <a:gd name="T2" fmla="*/ 7 w 24"/>
                  <a:gd name="T3" fmla="*/ 0 h 48"/>
                  <a:gd name="T4" fmla="*/ 3 w 24"/>
                  <a:gd name="T5" fmla="*/ 4 h 48"/>
                  <a:gd name="T6" fmla="*/ 0 w 24"/>
                  <a:gd name="T7" fmla="*/ 20 h 48"/>
                  <a:gd name="T8" fmla="*/ 1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2 w 24"/>
                  <a:gd name="T39" fmla="*/ 30 h 48"/>
                  <a:gd name="T40" fmla="*/ 17 w 24"/>
                  <a:gd name="T41" fmla="*/ 5 h 48"/>
                  <a:gd name="T42" fmla="*/ 18 w 24"/>
                  <a:gd name="T43" fmla="*/ 5 h 48"/>
                  <a:gd name="T44" fmla="*/ 21 w 24"/>
                  <a:gd name="T45" fmla="*/ 20 h 48"/>
                  <a:gd name="T46" fmla="*/ 22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3" y="2"/>
                      <a:pt x="3" y="4"/>
                    </a:cubicBezTo>
                    <a:cubicBezTo>
                      <a:pt x="0" y="20"/>
                      <a:pt x="0" y="20"/>
                      <a:pt x="0" y="20"/>
                    </a:cubicBezTo>
                    <a:cubicBezTo>
                      <a:pt x="0" y="21"/>
                      <a:pt x="0" y="22"/>
                      <a:pt x="1" y="22"/>
                    </a:cubicBezTo>
                    <a:cubicBezTo>
                      <a:pt x="2"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2" y="22"/>
                    </a:cubicBezTo>
                    <a:cubicBezTo>
                      <a:pt x="23" y="22"/>
                      <a:pt x="24" y="21"/>
                      <a:pt x="24" y="20"/>
                    </a:cubicBezTo>
                    <a:cubicBezTo>
                      <a:pt x="21" y="4"/>
                      <a:pt x="21" y="4"/>
                      <a:pt x="21" y="4"/>
                    </a:cubicBezTo>
                    <a:cubicBezTo>
                      <a:pt x="20"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18" name="Oval 79">
                <a:extLst>
                  <a:ext uri="{FF2B5EF4-FFF2-40B4-BE49-F238E27FC236}">
                    <a16:creationId xmlns:a16="http://schemas.microsoft.com/office/drawing/2014/main" id="{DF3A9E59-9939-4E43-8793-F61128F14224}"/>
                  </a:ext>
                </a:extLst>
              </p:cNvPr>
              <p:cNvSpPr>
                <a:spLocks noChangeArrowheads="1"/>
              </p:cNvSpPr>
              <p:nvPr/>
            </p:nvSpPr>
            <p:spPr bwMode="auto">
              <a:xfrm>
                <a:off x="5087938"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81" name="กลุ่ม 499">
              <a:extLst>
                <a:ext uri="{FF2B5EF4-FFF2-40B4-BE49-F238E27FC236}">
                  <a16:creationId xmlns:a16="http://schemas.microsoft.com/office/drawing/2014/main" id="{83CA82B8-DCA6-A24A-98E5-1BC78DCAEE49}"/>
                </a:ext>
              </a:extLst>
            </p:cNvPr>
            <p:cNvGrpSpPr/>
            <p:nvPr/>
          </p:nvGrpSpPr>
          <p:grpSpPr>
            <a:xfrm>
              <a:off x="5318126" y="2239962"/>
              <a:ext cx="220663" cy="541338"/>
              <a:chOff x="5546725" y="8172450"/>
              <a:chExt cx="441325" cy="1082676"/>
            </a:xfrm>
            <a:grpFill/>
          </p:grpSpPr>
          <p:sp>
            <p:nvSpPr>
              <p:cNvPr id="215" name="Freeform 80">
                <a:extLst>
                  <a:ext uri="{FF2B5EF4-FFF2-40B4-BE49-F238E27FC236}">
                    <a16:creationId xmlns:a16="http://schemas.microsoft.com/office/drawing/2014/main" id="{5526FCB6-9AD1-B24C-A1B9-FA0122C799B9}"/>
                  </a:ext>
                </a:extLst>
              </p:cNvPr>
              <p:cNvSpPr>
                <a:spLocks/>
              </p:cNvSpPr>
              <p:nvPr/>
            </p:nvSpPr>
            <p:spPr bwMode="auto">
              <a:xfrm>
                <a:off x="5546725" y="8374063"/>
                <a:ext cx="441325" cy="881063"/>
              </a:xfrm>
              <a:custGeom>
                <a:avLst/>
                <a:gdLst>
                  <a:gd name="T0" fmla="*/ 17 w 24"/>
                  <a:gd name="T1" fmla="*/ 0 h 48"/>
                  <a:gd name="T2" fmla="*/ 7 w 24"/>
                  <a:gd name="T3" fmla="*/ 0 h 48"/>
                  <a:gd name="T4" fmla="*/ 3 w 24"/>
                  <a:gd name="T5" fmla="*/ 4 h 48"/>
                  <a:gd name="T6" fmla="*/ 0 w 24"/>
                  <a:gd name="T7" fmla="*/ 20 h 48"/>
                  <a:gd name="T8" fmla="*/ 2 w 24"/>
                  <a:gd name="T9" fmla="*/ 22 h 48"/>
                  <a:gd name="T10" fmla="*/ 3 w 24"/>
                  <a:gd name="T11" fmla="*/ 20 h 48"/>
                  <a:gd name="T12" fmla="*/ 6 w 24"/>
                  <a:gd name="T13" fmla="*/ 5 h 48"/>
                  <a:gd name="T14" fmla="*/ 7 w 24"/>
                  <a:gd name="T15" fmla="*/ 5 h 48"/>
                  <a:gd name="T16" fmla="*/ 3 w 24"/>
                  <a:gd name="T17" fmla="*/ 30 h 48"/>
                  <a:gd name="T18" fmla="*/ 7 w 24"/>
                  <a:gd name="T19" fmla="*/ 30 h 48"/>
                  <a:gd name="T20" fmla="*/ 7 w 24"/>
                  <a:gd name="T21" fmla="*/ 45 h 48"/>
                  <a:gd name="T22" fmla="*/ 9 w 24"/>
                  <a:gd name="T23" fmla="*/ 48 h 48"/>
                  <a:gd name="T24" fmla="*/ 11 w 24"/>
                  <a:gd name="T25" fmla="*/ 45 h 48"/>
                  <a:gd name="T26" fmla="*/ 11 w 24"/>
                  <a:gd name="T27" fmla="*/ 30 h 48"/>
                  <a:gd name="T28" fmla="*/ 13 w 24"/>
                  <a:gd name="T29" fmla="*/ 30 h 48"/>
                  <a:gd name="T30" fmla="*/ 13 w 24"/>
                  <a:gd name="T31" fmla="*/ 45 h 48"/>
                  <a:gd name="T32" fmla="*/ 15 w 24"/>
                  <a:gd name="T33" fmla="*/ 48 h 48"/>
                  <a:gd name="T34" fmla="*/ 17 w 24"/>
                  <a:gd name="T35" fmla="*/ 45 h 48"/>
                  <a:gd name="T36" fmla="*/ 17 w 24"/>
                  <a:gd name="T37" fmla="*/ 30 h 48"/>
                  <a:gd name="T38" fmla="*/ 22 w 24"/>
                  <a:gd name="T39" fmla="*/ 30 h 48"/>
                  <a:gd name="T40" fmla="*/ 17 w 24"/>
                  <a:gd name="T41" fmla="*/ 5 h 48"/>
                  <a:gd name="T42" fmla="*/ 18 w 24"/>
                  <a:gd name="T43" fmla="*/ 5 h 48"/>
                  <a:gd name="T44" fmla="*/ 21 w 24"/>
                  <a:gd name="T45" fmla="*/ 20 h 48"/>
                  <a:gd name="T46" fmla="*/ 23 w 24"/>
                  <a:gd name="T47" fmla="*/ 22 h 48"/>
                  <a:gd name="T48" fmla="*/ 24 w 24"/>
                  <a:gd name="T49" fmla="*/ 20 h 48"/>
                  <a:gd name="T50" fmla="*/ 21 w 24"/>
                  <a:gd name="T51" fmla="*/ 4 h 48"/>
                  <a:gd name="T52" fmla="*/ 17 w 24"/>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3" y="20"/>
                    </a:cubicBezTo>
                    <a:cubicBezTo>
                      <a:pt x="6" y="5"/>
                      <a:pt x="6" y="5"/>
                      <a:pt x="6"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1" y="47"/>
                      <a:pt x="11" y="45"/>
                    </a:cubicBezTo>
                    <a:cubicBezTo>
                      <a:pt x="11" y="30"/>
                      <a:pt x="11" y="30"/>
                      <a:pt x="11" y="30"/>
                    </a:cubicBezTo>
                    <a:cubicBezTo>
                      <a:pt x="13" y="30"/>
                      <a:pt x="13" y="30"/>
                      <a:pt x="13" y="30"/>
                    </a:cubicBezTo>
                    <a:cubicBezTo>
                      <a:pt x="13" y="45"/>
                      <a:pt x="13" y="45"/>
                      <a:pt x="13" y="45"/>
                    </a:cubicBezTo>
                    <a:cubicBezTo>
                      <a:pt x="13" y="47"/>
                      <a:pt x="13" y="48"/>
                      <a:pt x="15" y="48"/>
                    </a:cubicBezTo>
                    <a:cubicBezTo>
                      <a:pt x="16"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4" y="21"/>
                      <a:pt x="24" y="20"/>
                    </a:cubicBezTo>
                    <a:cubicBezTo>
                      <a:pt x="21" y="4"/>
                      <a:pt x="21" y="4"/>
                      <a:pt x="21" y="4"/>
                    </a:cubicBezTo>
                    <a:cubicBezTo>
                      <a:pt x="21" y="1"/>
                      <a:pt x="19"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16" name="Oval 81">
                <a:extLst>
                  <a:ext uri="{FF2B5EF4-FFF2-40B4-BE49-F238E27FC236}">
                    <a16:creationId xmlns:a16="http://schemas.microsoft.com/office/drawing/2014/main" id="{345361DB-52B7-9F45-8F57-8A4AD2B8FB30}"/>
                  </a:ext>
                </a:extLst>
              </p:cNvPr>
              <p:cNvSpPr>
                <a:spLocks noChangeArrowheads="1"/>
              </p:cNvSpPr>
              <p:nvPr/>
            </p:nvSpPr>
            <p:spPr bwMode="auto">
              <a:xfrm>
                <a:off x="5694363"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82" name="กลุ่ม 500">
              <a:extLst>
                <a:ext uri="{FF2B5EF4-FFF2-40B4-BE49-F238E27FC236}">
                  <a16:creationId xmlns:a16="http://schemas.microsoft.com/office/drawing/2014/main" id="{C4B0ABD3-4447-1C4C-B769-ECBD492D045D}"/>
                </a:ext>
              </a:extLst>
            </p:cNvPr>
            <p:cNvGrpSpPr/>
            <p:nvPr/>
          </p:nvGrpSpPr>
          <p:grpSpPr>
            <a:xfrm>
              <a:off x="5621338" y="2239962"/>
              <a:ext cx="229394" cy="541338"/>
              <a:chOff x="6153150" y="8172450"/>
              <a:chExt cx="458788" cy="1082676"/>
            </a:xfrm>
            <a:grpFill/>
          </p:grpSpPr>
          <p:sp>
            <p:nvSpPr>
              <p:cNvPr id="213" name="Freeform 82">
                <a:extLst>
                  <a:ext uri="{FF2B5EF4-FFF2-40B4-BE49-F238E27FC236}">
                    <a16:creationId xmlns:a16="http://schemas.microsoft.com/office/drawing/2014/main" id="{B287625D-97B6-8945-AF9D-B3DBC64CEB21}"/>
                  </a:ext>
                </a:extLst>
              </p:cNvPr>
              <p:cNvSpPr>
                <a:spLocks/>
              </p:cNvSpPr>
              <p:nvPr/>
            </p:nvSpPr>
            <p:spPr bwMode="auto">
              <a:xfrm>
                <a:off x="6153150" y="8374063"/>
                <a:ext cx="458788" cy="881063"/>
              </a:xfrm>
              <a:custGeom>
                <a:avLst/>
                <a:gdLst>
                  <a:gd name="T0" fmla="*/ 17 w 25"/>
                  <a:gd name="T1" fmla="*/ 0 h 48"/>
                  <a:gd name="T2" fmla="*/ 7 w 25"/>
                  <a:gd name="T3" fmla="*/ 0 h 48"/>
                  <a:gd name="T4" fmla="*/ 3 w 25"/>
                  <a:gd name="T5" fmla="*/ 4 h 48"/>
                  <a:gd name="T6" fmla="*/ 0 w 25"/>
                  <a:gd name="T7" fmla="*/ 20 h 48"/>
                  <a:gd name="T8" fmla="*/ 2 w 25"/>
                  <a:gd name="T9" fmla="*/ 22 h 48"/>
                  <a:gd name="T10" fmla="*/ 3 w 25"/>
                  <a:gd name="T11" fmla="*/ 20 h 48"/>
                  <a:gd name="T12" fmla="*/ 7 w 25"/>
                  <a:gd name="T13" fmla="*/ 5 h 48"/>
                  <a:gd name="T14" fmla="*/ 7 w 25"/>
                  <a:gd name="T15" fmla="*/ 5 h 48"/>
                  <a:gd name="T16" fmla="*/ 3 w 25"/>
                  <a:gd name="T17" fmla="*/ 30 h 48"/>
                  <a:gd name="T18" fmla="*/ 7 w 25"/>
                  <a:gd name="T19" fmla="*/ 30 h 48"/>
                  <a:gd name="T20" fmla="*/ 7 w 25"/>
                  <a:gd name="T21" fmla="*/ 45 h 48"/>
                  <a:gd name="T22" fmla="*/ 9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1 w 25"/>
                  <a:gd name="T51" fmla="*/ 4 h 48"/>
                  <a:gd name="T52" fmla="*/ 17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3" y="20"/>
                    </a:cubicBezTo>
                    <a:cubicBezTo>
                      <a:pt x="7" y="5"/>
                      <a:pt x="7" y="5"/>
                      <a:pt x="7" y="5"/>
                    </a:cubicBezTo>
                    <a:cubicBezTo>
                      <a:pt x="7" y="5"/>
                      <a:pt x="7" y="5"/>
                      <a:pt x="7" y="5"/>
                    </a:cubicBezTo>
                    <a:cubicBezTo>
                      <a:pt x="3" y="30"/>
                      <a:pt x="3" y="30"/>
                      <a:pt x="3" y="30"/>
                    </a:cubicBezTo>
                    <a:cubicBezTo>
                      <a:pt x="7" y="30"/>
                      <a:pt x="7" y="30"/>
                      <a:pt x="7" y="30"/>
                    </a:cubicBezTo>
                    <a:cubicBezTo>
                      <a:pt x="7" y="45"/>
                      <a:pt x="7" y="45"/>
                      <a:pt x="7" y="45"/>
                    </a:cubicBezTo>
                    <a:cubicBezTo>
                      <a:pt x="7" y="47"/>
                      <a:pt x="8" y="48"/>
                      <a:pt x="9"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5" y="21"/>
                      <a:pt x="25" y="20"/>
                    </a:cubicBezTo>
                    <a:cubicBezTo>
                      <a:pt x="21" y="4"/>
                      <a:pt x="21" y="4"/>
                      <a:pt x="21" y="4"/>
                    </a:cubicBezTo>
                    <a:cubicBezTo>
                      <a:pt x="21" y="1"/>
                      <a:pt x="20"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14" name="Oval 83">
                <a:extLst>
                  <a:ext uri="{FF2B5EF4-FFF2-40B4-BE49-F238E27FC236}">
                    <a16:creationId xmlns:a16="http://schemas.microsoft.com/office/drawing/2014/main" id="{3F03F021-7F56-844A-A971-EB7AC87D89F4}"/>
                  </a:ext>
                </a:extLst>
              </p:cNvPr>
              <p:cNvSpPr>
                <a:spLocks noChangeArrowheads="1"/>
              </p:cNvSpPr>
              <p:nvPr/>
            </p:nvSpPr>
            <p:spPr bwMode="auto">
              <a:xfrm>
                <a:off x="629920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83" name="กลุ่ม 501">
              <a:extLst>
                <a:ext uri="{FF2B5EF4-FFF2-40B4-BE49-F238E27FC236}">
                  <a16:creationId xmlns:a16="http://schemas.microsoft.com/office/drawing/2014/main" id="{B65D26CC-4C99-7643-A195-B4DEE8D48EC0}"/>
                </a:ext>
              </a:extLst>
            </p:cNvPr>
            <p:cNvGrpSpPr/>
            <p:nvPr/>
          </p:nvGrpSpPr>
          <p:grpSpPr>
            <a:xfrm>
              <a:off x="5923757" y="2239962"/>
              <a:ext cx="230188" cy="541338"/>
              <a:chOff x="6757988" y="8172450"/>
              <a:chExt cx="460375" cy="1082676"/>
            </a:xfrm>
            <a:grpFill/>
          </p:grpSpPr>
          <p:sp>
            <p:nvSpPr>
              <p:cNvPr id="211" name="Freeform 84">
                <a:extLst>
                  <a:ext uri="{FF2B5EF4-FFF2-40B4-BE49-F238E27FC236}">
                    <a16:creationId xmlns:a16="http://schemas.microsoft.com/office/drawing/2014/main" id="{32F7777E-4F82-3048-8A39-E25D446668AF}"/>
                  </a:ext>
                </a:extLst>
              </p:cNvPr>
              <p:cNvSpPr>
                <a:spLocks/>
              </p:cNvSpPr>
              <p:nvPr/>
            </p:nvSpPr>
            <p:spPr bwMode="auto">
              <a:xfrm>
                <a:off x="6757988" y="8374063"/>
                <a:ext cx="460375" cy="881063"/>
              </a:xfrm>
              <a:custGeom>
                <a:avLst/>
                <a:gdLst>
                  <a:gd name="T0" fmla="*/ 17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1 w 25"/>
                  <a:gd name="T51" fmla="*/ 4 h 48"/>
                  <a:gd name="T52" fmla="*/ 17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7"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1" y="21"/>
                      <a:pt x="22" y="22"/>
                      <a:pt x="23" y="22"/>
                    </a:cubicBezTo>
                    <a:cubicBezTo>
                      <a:pt x="24" y="22"/>
                      <a:pt x="25" y="21"/>
                      <a:pt x="25" y="20"/>
                    </a:cubicBezTo>
                    <a:cubicBezTo>
                      <a:pt x="21" y="4"/>
                      <a:pt x="21" y="4"/>
                      <a:pt x="21" y="4"/>
                    </a:cubicBezTo>
                    <a:cubicBezTo>
                      <a:pt x="21" y="1"/>
                      <a:pt x="20"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12" name="Oval 85">
                <a:extLst>
                  <a:ext uri="{FF2B5EF4-FFF2-40B4-BE49-F238E27FC236}">
                    <a16:creationId xmlns:a16="http://schemas.microsoft.com/office/drawing/2014/main" id="{54FCFBC6-00DE-0F49-B94A-D40E806A5560}"/>
                  </a:ext>
                </a:extLst>
              </p:cNvPr>
              <p:cNvSpPr>
                <a:spLocks noChangeArrowheads="1"/>
              </p:cNvSpPr>
              <p:nvPr/>
            </p:nvSpPr>
            <p:spPr bwMode="auto">
              <a:xfrm>
                <a:off x="6905625"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84" name="กลุ่ม 502">
              <a:extLst>
                <a:ext uri="{FF2B5EF4-FFF2-40B4-BE49-F238E27FC236}">
                  <a16:creationId xmlns:a16="http://schemas.microsoft.com/office/drawing/2014/main" id="{38D0574C-27B8-F144-BFDC-3A0E6FC21EA2}"/>
                </a:ext>
              </a:extLst>
            </p:cNvPr>
            <p:cNvGrpSpPr/>
            <p:nvPr/>
          </p:nvGrpSpPr>
          <p:grpSpPr>
            <a:xfrm>
              <a:off x="6226970" y="2239962"/>
              <a:ext cx="229394" cy="541338"/>
              <a:chOff x="7364413" y="8172450"/>
              <a:chExt cx="458788" cy="1082676"/>
            </a:xfrm>
            <a:grpFill/>
          </p:grpSpPr>
          <p:sp>
            <p:nvSpPr>
              <p:cNvPr id="209" name="Freeform 86">
                <a:extLst>
                  <a:ext uri="{FF2B5EF4-FFF2-40B4-BE49-F238E27FC236}">
                    <a16:creationId xmlns:a16="http://schemas.microsoft.com/office/drawing/2014/main" id="{61E0CE6B-0704-2B43-94AD-8F4045D1A952}"/>
                  </a:ext>
                </a:extLst>
              </p:cNvPr>
              <p:cNvSpPr>
                <a:spLocks/>
              </p:cNvSpPr>
              <p:nvPr/>
            </p:nvSpPr>
            <p:spPr bwMode="auto">
              <a:xfrm>
                <a:off x="7364413" y="8374063"/>
                <a:ext cx="458788" cy="881063"/>
              </a:xfrm>
              <a:custGeom>
                <a:avLst/>
                <a:gdLst>
                  <a:gd name="T0" fmla="*/ 18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10" name="Oval 87">
                <a:extLst>
                  <a:ext uri="{FF2B5EF4-FFF2-40B4-BE49-F238E27FC236}">
                    <a16:creationId xmlns:a16="http://schemas.microsoft.com/office/drawing/2014/main" id="{3EA96EB6-187B-FD43-848C-ABC0AA7F2EAE}"/>
                  </a:ext>
                </a:extLst>
              </p:cNvPr>
              <p:cNvSpPr>
                <a:spLocks noChangeArrowheads="1"/>
              </p:cNvSpPr>
              <p:nvPr/>
            </p:nvSpPr>
            <p:spPr bwMode="auto">
              <a:xfrm>
                <a:off x="751205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85" name="กลุ่ม 503">
              <a:extLst>
                <a:ext uri="{FF2B5EF4-FFF2-40B4-BE49-F238E27FC236}">
                  <a16:creationId xmlns:a16="http://schemas.microsoft.com/office/drawing/2014/main" id="{BC86D503-613C-E243-B26C-14A7AE1FB33F}"/>
                </a:ext>
              </a:extLst>
            </p:cNvPr>
            <p:cNvGrpSpPr/>
            <p:nvPr/>
          </p:nvGrpSpPr>
          <p:grpSpPr>
            <a:xfrm>
              <a:off x="6530182" y="2239962"/>
              <a:ext cx="229394" cy="541338"/>
              <a:chOff x="7970838" y="8172450"/>
              <a:chExt cx="458788" cy="1082676"/>
            </a:xfrm>
            <a:grpFill/>
          </p:grpSpPr>
          <p:sp>
            <p:nvSpPr>
              <p:cNvPr id="207" name="Freeform 88">
                <a:extLst>
                  <a:ext uri="{FF2B5EF4-FFF2-40B4-BE49-F238E27FC236}">
                    <a16:creationId xmlns:a16="http://schemas.microsoft.com/office/drawing/2014/main" id="{64D6F8A9-7D2B-954E-B122-060C3D2A683A}"/>
                  </a:ext>
                </a:extLst>
              </p:cNvPr>
              <p:cNvSpPr>
                <a:spLocks/>
              </p:cNvSpPr>
              <p:nvPr/>
            </p:nvSpPr>
            <p:spPr bwMode="auto">
              <a:xfrm>
                <a:off x="7970838" y="8374063"/>
                <a:ext cx="458788" cy="881063"/>
              </a:xfrm>
              <a:custGeom>
                <a:avLst/>
                <a:gdLst>
                  <a:gd name="T0" fmla="*/ 18 w 25"/>
                  <a:gd name="T1" fmla="*/ 0 h 48"/>
                  <a:gd name="T2" fmla="*/ 8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08" name="Oval 89">
                <a:extLst>
                  <a:ext uri="{FF2B5EF4-FFF2-40B4-BE49-F238E27FC236}">
                    <a16:creationId xmlns:a16="http://schemas.microsoft.com/office/drawing/2014/main" id="{C7089488-DD94-D44D-A472-4836FF075B39}"/>
                  </a:ext>
                </a:extLst>
              </p:cNvPr>
              <p:cNvSpPr>
                <a:spLocks noChangeArrowheads="1"/>
              </p:cNvSpPr>
              <p:nvPr/>
            </p:nvSpPr>
            <p:spPr bwMode="auto">
              <a:xfrm>
                <a:off x="8116888"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86" name="กลุ่ม 504">
              <a:extLst>
                <a:ext uri="{FF2B5EF4-FFF2-40B4-BE49-F238E27FC236}">
                  <a16:creationId xmlns:a16="http://schemas.microsoft.com/office/drawing/2014/main" id="{B6F975E8-37A9-CF42-AC08-065448D37370}"/>
                </a:ext>
              </a:extLst>
            </p:cNvPr>
            <p:cNvGrpSpPr/>
            <p:nvPr/>
          </p:nvGrpSpPr>
          <p:grpSpPr>
            <a:xfrm>
              <a:off x="6833395" y="2239962"/>
              <a:ext cx="229394" cy="541338"/>
              <a:chOff x="8577263" y="8172450"/>
              <a:chExt cx="458788" cy="1082676"/>
            </a:xfrm>
            <a:grpFill/>
          </p:grpSpPr>
          <p:sp>
            <p:nvSpPr>
              <p:cNvPr id="205" name="Freeform 90">
                <a:extLst>
                  <a:ext uri="{FF2B5EF4-FFF2-40B4-BE49-F238E27FC236}">
                    <a16:creationId xmlns:a16="http://schemas.microsoft.com/office/drawing/2014/main" id="{0B9CB31F-9335-9443-8537-C488CE0ADEB5}"/>
                  </a:ext>
                </a:extLst>
              </p:cNvPr>
              <p:cNvSpPr>
                <a:spLocks/>
              </p:cNvSpPr>
              <p:nvPr/>
            </p:nvSpPr>
            <p:spPr bwMode="auto">
              <a:xfrm>
                <a:off x="8577263" y="8374063"/>
                <a:ext cx="458788" cy="881063"/>
              </a:xfrm>
              <a:custGeom>
                <a:avLst/>
                <a:gdLst>
                  <a:gd name="T0" fmla="*/ 18 w 25"/>
                  <a:gd name="T1" fmla="*/ 0 h 48"/>
                  <a:gd name="T2" fmla="*/ 8 w 25"/>
                  <a:gd name="T3" fmla="*/ 0 h 48"/>
                  <a:gd name="T4" fmla="*/ 4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6 w 25"/>
                  <a:gd name="T33" fmla="*/ 48 h 48"/>
                  <a:gd name="T34" fmla="*/ 18 w 25"/>
                  <a:gd name="T35" fmla="*/ 45 h 48"/>
                  <a:gd name="T36" fmla="*/ 18 w 25"/>
                  <a:gd name="T37" fmla="*/ 30 h 48"/>
                  <a:gd name="T38" fmla="*/ 22 w 25"/>
                  <a:gd name="T39" fmla="*/ 30 h 48"/>
                  <a:gd name="T40" fmla="*/ 18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4" y="4"/>
                    </a:cubicBezTo>
                    <a:cubicBezTo>
                      <a:pt x="0" y="20"/>
                      <a:pt x="0" y="20"/>
                      <a:pt x="0" y="20"/>
                    </a:cubicBezTo>
                    <a:cubicBezTo>
                      <a:pt x="0" y="21"/>
                      <a:pt x="1" y="22"/>
                      <a:pt x="2" y="22"/>
                    </a:cubicBezTo>
                    <a:cubicBezTo>
                      <a:pt x="3" y="22"/>
                      <a:pt x="4"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6" y="48"/>
                    </a:cubicBezTo>
                    <a:cubicBezTo>
                      <a:pt x="17" y="48"/>
                      <a:pt x="18" y="47"/>
                      <a:pt x="18" y="45"/>
                    </a:cubicBezTo>
                    <a:cubicBezTo>
                      <a:pt x="18" y="30"/>
                      <a:pt x="18" y="30"/>
                      <a:pt x="18" y="30"/>
                    </a:cubicBezTo>
                    <a:cubicBezTo>
                      <a:pt x="22" y="30"/>
                      <a:pt x="22" y="30"/>
                      <a:pt x="22" y="30"/>
                    </a:cubicBezTo>
                    <a:cubicBezTo>
                      <a:pt x="18" y="5"/>
                      <a:pt x="18" y="5"/>
                      <a:pt x="18"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06" name="Oval 91">
                <a:extLst>
                  <a:ext uri="{FF2B5EF4-FFF2-40B4-BE49-F238E27FC236}">
                    <a16:creationId xmlns:a16="http://schemas.microsoft.com/office/drawing/2014/main" id="{0B1E2386-0725-4F44-A25A-ADF16610DEA9}"/>
                  </a:ext>
                </a:extLst>
              </p:cNvPr>
              <p:cNvSpPr>
                <a:spLocks noChangeArrowheads="1"/>
              </p:cNvSpPr>
              <p:nvPr/>
            </p:nvSpPr>
            <p:spPr bwMode="auto">
              <a:xfrm>
                <a:off x="8723313"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87" name="กลุ่ม 512">
              <a:extLst>
                <a:ext uri="{FF2B5EF4-FFF2-40B4-BE49-F238E27FC236}">
                  <a16:creationId xmlns:a16="http://schemas.microsoft.com/office/drawing/2014/main" id="{82409489-0E39-6743-86C1-87DA5BA30C8F}"/>
                </a:ext>
              </a:extLst>
            </p:cNvPr>
            <p:cNvGrpSpPr/>
            <p:nvPr/>
          </p:nvGrpSpPr>
          <p:grpSpPr>
            <a:xfrm>
              <a:off x="6226969" y="2887662"/>
              <a:ext cx="229394" cy="541338"/>
              <a:chOff x="7364413" y="8172450"/>
              <a:chExt cx="458788" cy="1082676"/>
            </a:xfrm>
            <a:grpFill/>
          </p:grpSpPr>
          <p:sp>
            <p:nvSpPr>
              <p:cNvPr id="203" name="Freeform 86">
                <a:extLst>
                  <a:ext uri="{FF2B5EF4-FFF2-40B4-BE49-F238E27FC236}">
                    <a16:creationId xmlns:a16="http://schemas.microsoft.com/office/drawing/2014/main" id="{43E4023F-03D2-C24F-A0C2-965E6C652347}"/>
                  </a:ext>
                </a:extLst>
              </p:cNvPr>
              <p:cNvSpPr>
                <a:spLocks/>
              </p:cNvSpPr>
              <p:nvPr/>
            </p:nvSpPr>
            <p:spPr bwMode="auto">
              <a:xfrm>
                <a:off x="7364413" y="8374063"/>
                <a:ext cx="458788" cy="881063"/>
              </a:xfrm>
              <a:custGeom>
                <a:avLst/>
                <a:gdLst>
                  <a:gd name="T0" fmla="*/ 18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04" name="Oval 87">
                <a:extLst>
                  <a:ext uri="{FF2B5EF4-FFF2-40B4-BE49-F238E27FC236}">
                    <a16:creationId xmlns:a16="http://schemas.microsoft.com/office/drawing/2014/main" id="{DF106C5E-9F15-FC41-894B-8C74648DE23A}"/>
                  </a:ext>
                </a:extLst>
              </p:cNvPr>
              <p:cNvSpPr>
                <a:spLocks noChangeArrowheads="1"/>
              </p:cNvSpPr>
              <p:nvPr/>
            </p:nvSpPr>
            <p:spPr bwMode="auto">
              <a:xfrm>
                <a:off x="751205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88" name="กลุ่ม 513">
              <a:extLst>
                <a:ext uri="{FF2B5EF4-FFF2-40B4-BE49-F238E27FC236}">
                  <a16:creationId xmlns:a16="http://schemas.microsoft.com/office/drawing/2014/main" id="{B5624D27-165B-5E4D-8CA6-03C4AF367D2A}"/>
                </a:ext>
              </a:extLst>
            </p:cNvPr>
            <p:cNvGrpSpPr/>
            <p:nvPr/>
          </p:nvGrpSpPr>
          <p:grpSpPr>
            <a:xfrm>
              <a:off x="6530182" y="2887662"/>
              <a:ext cx="229394" cy="541338"/>
              <a:chOff x="7970838" y="8172450"/>
              <a:chExt cx="458788" cy="1082676"/>
            </a:xfrm>
            <a:grpFill/>
          </p:grpSpPr>
          <p:sp>
            <p:nvSpPr>
              <p:cNvPr id="201" name="Freeform 88">
                <a:extLst>
                  <a:ext uri="{FF2B5EF4-FFF2-40B4-BE49-F238E27FC236}">
                    <a16:creationId xmlns:a16="http://schemas.microsoft.com/office/drawing/2014/main" id="{45BFB359-EACA-554A-B9E1-E1866F42D43A}"/>
                  </a:ext>
                </a:extLst>
              </p:cNvPr>
              <p:cNvSpPr>
                <a:spLocks/>
              </p:cNvSpPr>
              <p:nvPr/>
            </p:nvSpPr>
            <p:spPr bwMode="auto">
              <a:xfrm>
                <a:off x="7970838" y="8374063"/>
                <a:ext cx="458788" cy="881063"/>
              </a:xfrm>
              <a:custGeom>
                <a:avLst/>
                <a:gdLst>
                  <a:gd name="T0" fmla="*/ 18 w 25"/>
                  <a:gd name="T1" fmla="*/ 0 h 48"/>
                  <a:gd name="T2" fmla="*/ 8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02" name="Oval 89">
                <a:extLst>
                  <a:ext uri="{FF2B5EF4-FFF2-40B4-BE49-F238E27FC236}">
                    <a16:creationId xmlns:a16="http://schemas.microsoft.com/office/drawing/2014/main" id="{21E92133-0B75-9D4B-B587-90C5969AC403}"/>
                  </a:ext>
                </a:extLst>
              </p:cNvPr>
              <p:cNvSpPr>
                <a:spLocks noChangeArrowheads="1"/>
              </p:cNvSpPr>
              <p:nvPr/>
            </p:nvSpPr>
            <p:spPr bwMode="auto">
              <a:xfrm>
                <a:off x="8116888"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89" name="กลุ่ม 514">
              <a:extLst>
                <a:ext uri="{FF2B5EF4-FFF2-40B4-BE49-F238E27FC236}">
                  <a16:creationId xmlns:a16="http://schemas.microsoft.com/office/drawing/2014/main" id="{28A05904-26A8-9A43-B3E1-F33911E1509B}"/>
                </a:ext>
              </a:extLst>
            </p:cNvPr>
            <p:cNvGrpSpPr/>
            <p:nvPr/>
          </p:nvGrpSpPr>
          <p:grpSpPr>
            <a:xfrm>
              <a:off x="6833394" y="2887662"/>
              <a:ext cx="229394" cy="541338"/>
              <a:chOff x="8577263" y="8172450"/>
              <a:chExt cx="458788" cy="1082676"/>
            </a:xfrm>
            <a:grpFill/>
          </p:grpSpPr>
          <p:sp>
            <p:nvSpPr>
              <p:cNvPr id="199" name="Freeform 90">
                <a:extLst>
                  <a:ext uri="{FF2B5EF4-FFF2-40B4-BE49-F238E27FC236}">
                    <a16:creationId xmlns:a16="http://schemas.microsoft.com/office/drawing/2014/main" id="{2A8CA36C-19DC-8545-BF87-661420F842DA}"/>
                  </a:ext>
                </a:extLst>
              </p:cNvPr>
              <p:cNvSpPr>
                <a:spLocks/>
              </p:cNvSpPr>
              <p:nvPr/>
            </p:nvSpPr>
            <p:spPr bwMode="auto">
              <a:xfrm>
                <a:off x="8577263" y="8374063"/>
                <a:ext cx="458788" cy="881063"/>
              </a:xfrm>
              <a:custGeom>
                <a:avLst/>
                <a:gdLst>
                  <a:gd name="T0" fmla="*/ 18 w 25"/>
                  <a:gd name="T1" fmla="*/ 0 h 48"/>
                  <a:gd name="T2" fmla="*/ 8 w 25"/>
                  <a:gd name="T3" fmla="*/ 0 h 48"/>
                  <a:gd name="T4" fmla="*/ 4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6 w 25"/>
                  <a:gd name="T33" fmla="*/ 48 h 48"/>
                  <a:gd name="T34" fmla="*/ 18 w 25"/>
                  <a:gd name="T35" fmla="*/ 45 h 48"/>
                  <a:gd name="T36" fmla="*/ 18 w 25"/>
                  <a:gd name="T37" fmla="*/ 30 h 48"/>
                  <a:gd name="T38" fmla="*/ 22 w 25"/>
                  <a:gd name="T39" fmla="*/ 30 h 48"/>
                  <a:gd name="T40" fmla="*/ 18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4" y="4"/>
                    </a:cubicBezTo>
                    <a:cubicBezTo>
                      <a:pt x="0" y="20"/>
                      <a:pt x="0" y="20"/>
                      <a:pt x="0" y="20"/>
                    </a:cubicBezTo>
                    <a:cubicBezTo>
                      <a:pt x="0" y="21"/>
                      <a:pt x="1" y="22"/>
                      <a:pt x="2" y="22"/>
                    </a:cubicBezTo>
                    <a:cubicBezTo>
                      <a:pt x="3" y="22"/>
                      <a:pt x="4"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6" y="48"/>
                    </a:cubicBezTo>
                    <a:cubicBezTo>
                      <a:pt x="17" y="48"/>
                      <a:pt x="18" y="47"/>
                      <a:pt x="18" y="45"/>
                    </a:cubicBezTo>
                    <a:cubicBezTo>
                      <a:pt x="18" y="30"/>
                      <a:pt x="18" y="30"/>
                      <a:pt x="18" y="30"/>
                    </a:cubicBezTo>
                    <a:cubicBezTo>
                      <a:pt x="22" y="30"/>
                      <a:pt x="22" y="30"/>
                      <a:pt x="22" y="30"/>
                    </a:cubicBezTo>
                    <a:cubicBezTo>
                      <a:pt x="18" y="5"/>
                      <a:pt x="18" y="5"/>
                      <a:pt x="18"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200" name="Oval 91">
                <a:extLst>
                  <a:ext uri="{FF2B5EF4-FFF2-40B4-BE49-F238E27FC236}">
                    <a16:creationId xmlns:a16="http://schemas.microsoft.com/office/drawing/2014/main" id="{9D44F8CE-A329-2E42-823B-1F01B2D88456}"/>
                  </a:ext>
                </a:extLst>
              </p:cNvPr>
              <p:cNvSpPr>
                <a:spLocks noChangeArrowheads="1"/>
              </p:cNvSpPr>
              <p:nvPr/>
            </p:nvSpPr>
            <p:spPr bwMode="auto">
              <a:xfrm>
                <a:off x="8723313"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90" name="กลุ่ม 522">
              <a:extLst>
                <a:ext uri="{FF2B5EF4-FFF2-40B4-BE49-F238E27FC236}">
                  <a16:creationId xmlns:a16="http://schemas.microsoft.com/office/drawing/2014/main" id="{589722E0-A465-DC4E-8211-817DC86C5624}"/>
                </a:ext>
              </a:extLst>
            </p:cNvPr>
            <p:cNvGrpSpPr/>
            <p:nvPr/>
          </p:nvGrpSpPr>
          <p:grpSpPr>
            <a:xfrm>
              <a:off x="6226969" y="3535362"/>
              <a:ext cx="229394" cy="541338"/>
              <a:chOff x="7364413" y="8172450"/>
              <a:chExt cx="458788" cy="1082676"/>
            </a:xfrm>
            <a:grpFill/>
          </p:grpSpPr>
          <p:sp>
            <p:nvSpPr>
              <p:cNvPr id="197" name="Freeform 86">
                <a:extLst>
                  <a:ext uri="{FF2B5EF4-FFF2-40B4-BE49-F238E27FC236}">
                    <a16:creationId xmlns:a16="http://schemas.microsoft.com/office/drawing/2014/main" id="{68161F52-9F47-C34E-9EB2-33AE673E35B1}"/>
                  </a:ext>
                </a:extLst>
              </p:cNvPr>
              <p:cNvSpPr>
                <a:spLocks/>
              </p:cNvSpPr>
              <p:nvPr/>
            </p:nvSpPr>
            <p:spPr bwMode="auto">
              <a:xfrm>
                <a:off x="7364413" y="8374063"/>
                <a:ext cx="458788" cy="881063"/>
              </a:xfrm>
              <a:custGeom>
                <a:avLst/>
                <a:gdLst>
                  <a:gd name="T0" fmla="*/ 18 w 25"/>
                  <a:gd name="T1" fmla="*/ 0 h 48"/>
                  <a:gd name="T2" fmla="*/ 7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7" y="0"/>
                      <a:pt x="7" y="0"/>
                      <a:pt x="7"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98" name="Oval 87">
                <a:extLst>
                  <a:ext uri="{FF2B5EF4-FFF2-40B4-BE49-F238E27FC236}">
                    <a16:creationId xmlns:a16="http://schemas.microsoft.com/office/drawing/2014/main" id="{46B9BDAF-ABA9-004E-9659-5B58AE28F3CE}"/>
                  </a:ext>
                </a:extLst>
              </p:cNvPr>
              <p:cNvSpPr>
                <a:spLocks noChangeArrowheads="1"/>
              </p:cNvSpPr>
              <p:nvPr/>
            </p:nvSpPr>
            <p:spPr bwMode="auto">
              <a:xfrm>
                <a:off x="7512050"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91" name="กลุ่ม 523">
              <a:extLst>
                <a:ext uri="{FF2B5EF4-FFF2-40B4-BE49-F238E27FC236}">
                  <a16:creationId xmlns:a16="http://schemas.microsoft.com/office/drawing/2014/main" id="{70EC49A6-577A-C941-B38A-3E70EB4DD952}"/>
                </a:ext>
              </a:extLst>
            </p:cNvPr>
            <p:cNvGrpSpPr/>
            <p:nvPr/>
          </p:nvGrpSpPr>
          <p:grpSpPr>
            <a:xfrm>
              <a:off x="6530182" y="3535362"/>
              <a:ext cx="229394" cy="541338"/>
              <a:chOff x="7970838" y="8172450"/>
              <a:chExt cx="458788" cy="1082676"/>
            </a:xfrm>
            <a:grpFill/>
          </p:grpSpPr>
          <p:sp>
            <p:nvSpPr>
              <p:cNvPr id="195" name="Freeform 88">
                <a:extLst>
                  <a:ext uri="{FF2B5EF4-FFF2-40B4-BE49-F238E27FC236}">
                    <a16:creationId xmlns:a16="http://schemas.microsoft.com/office/drawing/2014/main" id="{584A2E89-32F8-494E-BF21-B1B884B26BB6}"/>
                  </a:ext>
                </a:extLst>
              </p:cNvPr>
              <p:cNvSpPr>
                <a:spLocks/>
              </p:cNvSpPr>
              <p:nvPr/>
            </p:nvSpPr>
            <p:spPr bwMode="auto">
              <a:xfrm>
                <a:off x="7970838" y="8374063"/>
                <a:ext cx="458788" cy="881063"/>
              </a:xfrm>
              <a:custGeom>
                <a:avLst/>
                <a:gdLst>
                  <a:gd name="T0" fmla="*/ 18 w 25"/>
                  <a:gd name="T1" fmla="*/ 0 h 48"/>
                  <a:gd name="T2" fmla="*/ 8 w 25"/>
                  <a:gd name="T3" fmla="*/ 0 h 48"/>
                  <a:gd name="T4" fmla="*/ 3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5 w 25"/>
                  <a:gd name="T33" fmla="*/ 48 h 48"/>
                  <a:gd name="T34" fmla="*/ 17 w 25"/>
                  <a:gd name="T35" fmla="*/ 45 h 48"/>
                  <a:gd name="T36" fmla="*/ 17 w 25"/>
                  <a:gd name="T37" fmla="*/ 30 h 48"/>
                  <a:gd name="T38" fmla="*/ 22 w 25"/>
                  <a:gd name="T39" fmla="*/ 30 h 48"/>
                  <a:gd name="T40" fmla="*/ 17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3" y="4"/>
                    </a:cubicBezTo>
                    <a:cubicBezTo>
                      <a:pt x="0" y="20"/>
                      <a:pt x="0" y="20"/>
                      <a:pt x="0" y="20"/>
                    </a:cubicBezTo>
                    <a:cubicBezTo>
                      <a:pt x="0" y="21"/>
                      <a:pt x="1" y="22"/>
                      <a:pt x="2" y="22"/>
                    </a:cubicBezTo>
                    <a:cubicBezTo>
                      <a:pt x="3" y="22"/>
                      <a:pt x="3"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5" y="48"/>
                    </a:cubicBezTo>
                    <a:cubicBezTo>
                      <a:pt x="17" y="48"/>
                      <a:pt x="17" y="47"/>
                      <a:pt x="17" y="45"/>
                    </a:cubicBezTo>
                    <a:cubicBezTo>
                      <a:pt x="17" y="30"/>
                      <a:pt x="17" y="30"/>
                      <a:pt x="17" y="30"/>
                    </a:cubicBezTo>
                    <a:cubicBezTo>
                      <a:pt x="22" y="30"/>
                      <a:pt x="22" y="30"/>
                      <a:pt x="22" y="30"/>
                    </a:cubicBezTo>
                    <a:cubicBezTo>
                      <a:pt x="17" y="5"/>
                      <a:pt x="17" y="5"/>
                      <a:pt x="17"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96" name="Oval 89">
                <a:extLst>
                  <a:ext uri="{FF2B5EF4-FFF2-40B4-BE49-F238E27FC236}">
                    <a16:creationId xmlns:a16="http://schemas.microsoft.com/office/drawing/2014/main" id="{3118ECF6-F63A-D04C-B92E-F66C90F3E429}"/>
                  </a:ext>
                </a:extLst>
              </p:cNvPr>
              <p:cNvSpPr>
                <a:spLocks noChangeArrowheads="1"/>
              </p:cNvSpPr>
              <p:nvPr/>
            </p:nvSpPr>
            <p:spPr bwMode="auto">
              <a:xfrm>
                <a:off x="8116888"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nvGrpSpPr>
            <p:cNvPr id="192" name="กลุ่ม 524">
              <a:extLst>
                <a:ext uri="{FF2B5EF4-FFF2-40B4-BE49-F238E27FC236}">
                  <a16:creationId xmlns:a16="http://schemas.microsoft.com/office/drawing/2014/main" id="{219B13FB-92F2-E644-B494-89B62279A98E}"/>
                </a:ext>
              </a:extLst>
            </p:cNvPr>
            <p:cNvGrpSpPr/>
            <p:nvPr/>
          </p:nvGrpSpPr>
          <p:grpSpPr>
            <a:xfrm>
              <a:off x="6833394" y="3535362"/>
              <a:ext cx="229394" cy="541338"/>
              <a:chOff x="8577263" y="8172450"/>
              <a:chExt cx="458788" cy="1082676"/>
            </a:xfrm>
            <a:grpFill/>
          </p:grpSpPr>
          <p:sp>
            <p:nvSpPr>
              <p:cNvPr id="193" name="Freeform 90">
                <a:extLst>
                  <a:ext uri="{FF2B5EF4-FFF2-40B4-BE49-F238E27FC236}">
                    <a16:creationId xmlns:a16="http://schemas.microsoft.com/office/drawing/2014/main" id="{28536B44-5341-944F-81E4-EB331DF1247C}"/>
                  </a:ext>
                </a:extLst>
              </p:cNvPr>
              <p:cNvSpPr>
                <a:spLocks/>
              </p:cNvSpPr>
              <p:nvPr/>
            </p:nvSpPr>
            <p:spPr bwMode="auto">
              <a:xfrm>
                <a:off x="8577263" y="8374063"/>
                <a:ext cx="458788" cy="881063"/>
              </a:xfrm>
              <a:custGeom>
                <a:avLst/>
                <a:gdLst>
                  <a:gd name="T0" fmla="*/ 18 w 25"/>
                  <a:gd name="T1" fmla="*/ 0 h 48"/>
                  <a:gd name="T2" fmla="*/ 8 w 25"/>
                  <a:gd name="T3" fmla="*/ 0 h 48"/>
                  <a:gd name="T4" fmla="*/ 4 w 25"/>
                  <a:gd name="T5" fmla="*/ 4 h 48"/>
                  <a:gd name="T6" fmla="*/ 0 w 25"/>
                  <a:gd name="T7" fmla="*/ 20 h 48"/>
                  <a:gd name="T8" fmla="*/ 2 w 25"/>
                  <a:gd name="T9" fmla="*/ 22 h 48"/>
                  <a:gd name="T10" fmla="*/ 4 w 25"/>
                  <a:gd name="T11" fmla="*/ 20 h 48"/>
                  <a:gd name="T12" fmla="*/ 7 w 25"/>
                  <a:gd name="T13" fmla="*/ 5 h 48"/>
                  <a:gd name="T14" fmla="*/ 8 w 25"/>
                  <a:gd name="T15" fmla="*/ 5 h 48"/>
                  <a:gd name="T16" fmla="*/ 3 w 25"/>
                  <a:gd name="T17" fmla="*/ 30 h 48"/>
                  <a:gd name="T18" fmla="*/ 8 w 25"/>
                  <a:gd name="T19" fmla="*/ 30 h 48"/>
                  <a:gd name="T20" fmla="*/ 8 w 25"/>
                  <a:gd name="T21" fmla="*/ 45 h 48"/>
                  <a:gd name="T22" fmla="*/ 10 w 25"/>
                  <a:gd name="T23" fmla="*/ 48 h 48"/>
                  <a:gd name="T24" fmla="*/ 12 w 25"/>
                  <a:gd name="T25" fmla="*/ 45 h 48"/>
                  <a:gd name="T26" fmla="*/ 12 w 25"/>
                  <a:gd name="T27" fmla="*/ 30 h 48"/>
                  <a:gd name="T28" fmla="*/ 13 w 25"/>
                  <a:gd name="T29" fmla="*/ 30 h 48"/>
                  <a:gd name="T30" fmla="*/ 13 w 25"/>
                  <a:gd name="T31" fmla="*/ 45 h 48"/>
                  <a:gd name="T32" fmla="*/ 16 w 25"/>
                  <a:gd name="T33" fmla="*/ 48 h 48"/>
                  <a:gd name="T34" fmla="*/ 18 w 25"/>
                  <a:gd name="T35" fmla="*/ 45 h 48"/>
                  <a:gd name="T36" fmla="*/ 18 w 25"/>
                  <a:gd name="T37" fmla="*/ 30 h 48"/>
                  <a:gd name="T38" fmla="*/ 22 w 25"/>
                  <a:gd name="T39" fmla="*/ 30 h 48"/>
                  <a:gd name="T40" fmla="*/ 18 w 25"/>
                  <a:gd name="T41" fmla="*/ 5 h 48"/>
                  <a:gd name="T42" fmla="*/ 18 w 25"/>
                  <a:gd name="T43" fmla="*/ 5 h 48"/>
                  <a:gd name="T44" fmla="*/ 21 w 25"/>
                  <a:gd name="T45" fmla="*/ 20 h 48"/>
                  <a:gd name="T46" fmla="*/ 23 w 25"/>
                  <a:gd name="T47" fmla="*/ 22 h 48"/>
                  <a:gd name="T48" fmla="*/ 25 w 25"/>
                  <a:gd name="T49" fmla="*/ 20 h 48"/>
                  <a:gd name="T50" fmla="*/ 22 w 25"/>
                  <a:gd name="T51" fmla="*/ 4 h 48"/>
                  <a:gd name="T52" fmla="*/ 18 w 25"/>
                  <a:gd name="T5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48">
                    <a:moveTo>
                      <a:pt x="18" y="0"/>
                    </a:moveTo>
                    <a:cubicBezTo>
                      <a:pt x="8" y="0"/>
                      <a:pt x="8" y="0"/>
                      <a:pt x="8" y="0"/>
                    </a:cubicBezTo>
                    <a:cubicBezTo>
                      <a:pt x="5" y="0"/>
                      <a:pt x="4" y="2"/>
                      <a:pt x="4" y="4"/>
                    </a:cubicBezTo>
                    <a:cubicBezTo>
                      <a:pt x="0" y="20"/>
                      <a:pt x="0" y="20"/>
                      <a:pt x="0" y="20"/>
                    </a:cubicBezTo>
                    <a:cubicBezTo>
                      <a:pt x="0" y="21"/>
                      <a:pt x="1" y="22"/>
                      <a:pt x="2" y="22"/>
                    </a:cubicBezTo>
                    <a:cubicBezTo>
                      <a:pt x="3" y="22"/>
                      <a:pt x="4" y="21"/>
                      <a:pt x="4" y="20"/>
                    </a:cubicBezTo>
                    <a:cubicBezTo>
                      <a:pt x="7" y="5"/>
                      <a:pt x="7" y="5"/>
                      <a:pt x="7" y="5"/>
                    </a:cubicBezTo>
                    <a:cubicBezTo>
                      <a:pt x="8" y="5"/>
                      <a:pt x="8" y="5"/>
                      <a:pt x="8" y="5"/>
                    </a:cubicBezTo>
                    <a:cubicBezTo>
                      <a:pt x="3" y="30"/>
                      <a:pt x="3" y="30"/>
                      <a:pt x="3" y="30"/>
                    </a:cubicBezTo>
                    <a:cubicBezTo>
                      <a:pt x="8" y="30"/>
                      <a:pt x="8" y="30"/>
                      <a:pt x="8" y="30"/>
                    </a:cubicBezTo>
                    <a:cubicBezTo>
                      <a:pt x="8" y="45"/>
                      <a:pt x="8" y="45"/>
                      <a:pt x="8" y="45"/>
                    </a:cubicBezTo>
                    <a:cubicBezTo>
                      <a:pt x="8" y="47"/>
                      <a:pt x="8" y="48"/>
                      <a:pt x="10" y="48"/>
                    </a:cubicBezTo>
                    <a:cubicBezTo>
                      <a:pt x="11" y="48"/>
                      <a:pt x="12" y="47"/>
                      <a:pt x="12" y="45"/>
                    </a:cubicBezTo>
                    <a:cubicBezTo>
                      <a:pt x="12" y="30"/>
                      <a:pt x="12" y="30"/>
                      <a:pt x="12" y="30"/>
                    </a:cubicBezTo>
                    <a:cubicBezTo>
                      <a:pt x="13" y="30"/>
                      <a:pt x="13" y="30"/>
                      <a:pt x="13" y="30"/>
                    </a:cubicBezTo>
                    <a:cubicBezTo>
                      <a:pt x="13" y="45"/>
                      <a:pt x="13" y="45"/>
                      <a:pt x="13" y="45"/>
                    </a:cubicBezTo>
                    <a:cubicBezTo>
                      <a:pt x="13" y="47"/>
                      <a:pt x="14" y="48"/>
                      <a:pt x="16" y="48"/>
                    </a:cubicBezTo>
                    <a:cubicBezTo>
                      <a:pt x="17" y="48"/>
                      <a:pt x="18" y="47"/>
                      <a:pt x="18" y="45"/>
                    </a:cubicBezTo>
                    <a:cubicBezTo>
                      <a:pt x="18" y="30"/>
                      <a:pt x="18" y="30"/>
                      <a:pt x="18" y="30"/>
                    </a:cubicBezTo>
                    <a:cubicBezTo>
                      <a:pt x="22" y="30"/>
                      <a:pt x="22" y="30"/>
                      <a:pt x="22" y="30"/>
                    </a:cubicBezTo>
                    <a:cubicBezTo>
                      <a:pt x="18" y="5"/>
                      <a:pt x="18" y="5"/>
                      <a:pt x="18" y="5"/>
                    </a:cubicBezTo>
                    <a:cubicBezTo>
                      <a:pt x="18" y="5"/>
                      <a:pt x="18" y="5"/>
                      <a:pt x="18" y="5"/>
                    </a:cubicBezTo>
                    <a:cubicBezTo>
                      <a:pt x="21" y="20"/>
                      <a:pt x="21" y="20"/>
                      <a:pt x="21" y="20"/>
                    </a:cubicBezTo>
                    <a:cubicBezTo>
                      <a:pt x="22" y="21"/>
                      <a:pt x="22" y="22"/>
                      <a:pt x="23" y="22"/>
                    </a:cubicBezTo>
                    <a:cubicBezTo>
                      <a:pt x="24" y="22"/>
                      <a:pt x="25" y="21"/>
                      <a:pt x="25" y="20"/>
                    </a:cubicBezTo>
                    <a:cubicBezTo>
                      <a:pt x="22" y="4"/>
                      <a:pt x="22" y="4"/>
                      <a:pt x="22" y="4"/>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sp>
            <p:nvSpPr>
              <p:cNvPr id="194" name="Oval 91">
                <a:extLst>
                  <a:ext uri="{FF2B5EF4-FFF2-40B4-BE49-F238E27FC236}">
                    <a16:creationId xmlns:a16="http://schemas.microsoft.com/office/drawing/2014/main" id="{0B56E015-80B4-C249-BE04-AE3E08076FE7}"/>
                  </a:ext>
                </a:extLst>
              </p:cNvPr>
              <p:cNvSpPr>
                <a:spLocks noChangeArrowheads="1"/>
              </p:cNvSpPr>
              <p:nvPr/>
            </p:nvSpPr>
            <p:spPr bwMode="auto">
              <a:xfrm>
                <a:off x="8723313" y="8172450"/>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37148" tIns="18574" rIns="37148" bIns="18574" numCol="1" anchor="t" anchorCtr="0" compatLnSpc="1">
                <a:prstTxWarp prst="textNoShape">
                  <a:avLst/>
                </a:prstTxWarp>
              </a:bodyPr>
              <a:lstStyle/>
              <a:p>
                <a:pPr defTabSz="742969">
                  <a:defRPr/>
                </a:pPr>
                <a:endParaRPr lang="th-TH" sz="731">
                  <a:solidFill>
                    <a:prstClr val="black"/>
                  </a:solidFill>
                  <a:latin typeface="Calibri Light"/>
                </a:endParaRPr>
              </a:p>
            </p:txBody>
          </p:sp>
        </p:grpSp>
      </p:grpSp>
    </p:spTree>
    <p:extLst>
      <p:ext uri="{BB962C8B-B14F-4D97-AF65-F5344CB8AC3E}">
        <p14:creationId xmlns:p14="http://schemas.microsoft.com/office/powerpoint/2010/main" val="293872539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wipe(left)">
                                      <p:cBhvr>
                                        <p:cTn id="7" dur="250"/>
                                        <p:tgtEl>
                                          <p:spTgt spid="97"/>
                                        </p:tgtEl>
                                      </p:cBhvr>
                                    </p:animEffect>
                                  </p:childTnLst>
                                </p:cTn>
                              </p:par>
                            </p:childTnLst>
                          </p:cTn>
                        </p:par>
                        <p:par>
                          <p:cTn id="8" fill="hold">
                            <p:stCondLst>
                              <p:cond delay="250"/>
                            </p:stCondLst>
                            <p:childTnLst>
                              <p:par>
                                <p:cTn id="9" presetID="22" presetClass="entr" presetSubtype="2"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wipe(right)">
                                      <p:cBhvr>
                                        <p:cTn id="11" dur="250"/>
                                        <p:tgtEl>
                                          <p:spTgt spid="98"/>
                                        </p:tgtEl>
                                      </p:cBhvr>
                                    </p:animEffect>
                                  </p:childTnLst>
                                </p:cTn>
                              </p:par>
                            </p:childTnLst>
                          </p:cTn>
                        </p:par>
                        <p:par>
                          <p:cTn id="12" fill="hold">
                            <p:stCondLst>
                              <p:cond delay="500"/>
                            </p:stCondLst>
                            <p:childTnLst>
                              <p:par>
                                <p:cTn id="13" presetID="22" presetClass="entr" presetSubtype="2" fill="hold" grpId="0" nodeType="afterEffect">
                                  <p:stCondLst>
                                    <p:cond delay="0"/>
                                  </p:stCondLst>
                                  <p:childTnLst>
                                    <p:set>
                                      <p:cBhvr>
                                        <p:cTn id="14" dur="1" fill="hold">
                                          <p:stCondLst>
                                            <p:cond delay="0"/>
                                          </p:stCondLst>
                                        </p:cTn>
                                        <p:tgtEl>
                                          <p:spTgt spid="99"/>
                                        </p:tgtEl>
                                        <p:attrNameLst>
                                          <p:attrName>style.visibility</p:attrName>
                                        </p:attrNameLst>
                                      </p:cBhvr>
                                      <p:to>
                                        <p:strVal val="visible"/>
                                      </p:to>
                                    </p:set>
                                    <p:animEffect transition="in" filter="wipe(right)">
                                      <p:cBhvr>
                                        <p:cTn id="15" dur="250"/>
                                        <p:tgtEl>
                                          <p:spTgt spid="99"/>
                                        </p:tgtEl>
                                      </p:cBhvr>
                                    </p:animEffect>
                                  </p:childTnLst>
                                </p:cTn>
                              </p:par>
                            </p:childTnLst>
                          </p:cTn>
                        </p:par>
                        <p:par>
                          <p:cTn id="16" fill="hold">
                            <p:stCondLst>
                              <p:cond delay="750"/>
                            </p:stCondLst>
                            <p:childTnLst>
                              <p:par>
                                <p:cTn id="17" presetID="22" presetClass="entr" presetSubtype="8" fill="hold" grpId="0" nodeType="after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wipe(left)">
                                      <p:cBhvr>
                                        <p:cTn id="19" dur="250"/>
                                        <p:tgtEl>
                                          <p:spTgt spid="100"/>
                                        </p:tgtEl>
                                      </p:cBhvr>
                                    </p:animEffect>
                                  </p:childTnLst>
                                </p:cTn>
                              </p:par>
                            </p:childTnLst>
                          </p:cTn>
                        </p:par>
                        <p:par>
                          <p:cTn id="20" fill="hold">
                            <p:stCondLst>
                              <p:cond delay="1000"/>
                            </p:stCondLst>
                            <p:childTnLst>
                              <p:par>
                                <p:cTn id="21" presetID="22" presetClass="entr" presetSubtype="2" fill="hold" grpId="0" nodeType="afterEffect">
                                  <p:stCondLst>
                                    <p:cond delay="0"/>
                                  </p:stCondLst>
                                  <p:childTnLst>
                                    <p:set>
                                      <p:cBhvr>
                                        <p:cTn id="22" dur="1" fill="hold">
                                          <p:stCondLst>
                                            <p:cond delay="0"/>
                                          </p:stCondLst>
                                        </p:cTn>
                                        <p:tgtEl>
                                          <p:spTgt spid="101"/>
                                        </p:tgtEl>
                                        <p:attrNameLst>
                                          <p:attrName>style.visibility</p:attrName>
                                        </p:attrNameLst>
                                      </p:cBhvr>
                                      <p:to>
                                        <p:strVal val="visible"/>
                                      </p:to>
                                    </p:set>
                                    <p:animEffect transition="in" filter="wipe(right)">
                                      <p:cBhvr>
                                        <p:cTn id="23" dur="250"/>
                                        <p:tgtEl>
                                          <p:spTgt spid="101"/>
                                        </p:tgtEl>
                                      </p:cBhvr>
                                    </p:animEffect>
                                  </p:childTnLst>
                                </p:cTn>
                              </p:par>
                            </p:childTnLst>
                          </p:cTn>
                        </p:par>
                        <p:par>
                          <p:cTn id="24" fill="hold">
                            <p:stCondLst>
                              <p:cond delay="1250"/>
                            </p:stCondLst>
                            <p:childTnLst>
                              <p:par>
                                <p:cTn id="25" presetID="22" presetClass="entr" presetSubtype="2" fill="hold" grpId="0" nodeType="afterEffect">
                                  <p:stCondLst>
                                    <p:cond delay="0"/>
                                  </p:stCondLst>
                                  <p:childTnLst>
                                    <p:set>
                                      <p:cBhvr>
                                        <p:cTn id="26" dur="1" fill="hold">
                                          <p:stCondLst>
                                            <p:cond delay="0"/>
                                          </p:stCondLst>
                                        </p:cTn>
                                        <p:tgtEl>
                                          <p:spTgt spid="102"/>
                                        </p:tgtEl>
                                        <p:attrNameLst>
                                          <p:attrName>style.visibility</p:attrName>
                                        </p:attrNameLst>
                                      </p:cBhvr>
                                      <p:to>
                                        <p:strVal val="visible"/>
                                      </p:to>
                                    </p:set>
                                    <p:animEffect transition="in" filter="wipe(right)">
                                      <p:cBhvr>
                                        <p:cTn id="27" dur="25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99" grpId="0"/>
      <p:bldP spid="100" grpId="0"/>
      <p:bldP spid="101" grpId="0"/>
      <p:bldP spid="102"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79902BC-54B1-43ED-8D0F-CD883284478E}"/>
              </a:ext>
            </a:extLst>
          </p:cNvPr>
          <p:cNvSpPr>
            <a:spLocks noGrp="1"/>
          </p:cNvSpPr>
          <p:nvPr>
            <p:ph type="title"/>
          </p:nvPr>
        </p:nvSpPr>
        <p:spPr/>
        <p:txBody>
          <a:bodyPr/>
          <a:lstStyle/>
          <a:p>
            <a:r>
              <a:rPr lang="en-US" dirty="0"/>
              <a:t>Funnel</a:t>
            </a:r>
          </a:p>
        </p:txBody>
      </p:sp>
      <p:grpSp>
        <p:nvGrpSpPr>
          <p:cNvPr id="17" name="Group 16">
            <a:extLst>
              <a:ext uri="{FF2B5EF4-FFF2-40B4-BE49-F238E27FC236}">
                <a16:creationId xmlns:a16="http://schemas.microsoft.com/office/drawing/2014/main" id="{9CFED286-6187-4553-AA0C-0E7A6FA335C9}"/>
              </a:ext>
            </a:extLst>
          </p:cNvPr>
          <p:cNvGrpSpPr/>
          <p:nvPr/>
        </p:nvGrpSpPr>
        <p:grpSpPr>
          <a:xfrm>
            <a:off x="844628" y="1726329"/>
            <a:ext cx="8632372" cy="3724520"/>
            <a:chOff x="1371026" y="1359575"/>
            <a:chExt cx="6401949" cy="4119801"/>
          </a:xfrm>
        </p:grpSpPr>
        <p:sp>
          <p:nvSpPr>
            <p:cNvPr id="5" name="Freeform 3">
              <a:extLst>
                <a:ext uri="{FF2B5EF4-FFF2-40B4-BE49-F238E27FC236}">
                  <a16:creationId xmlns:a16="http://schemas.microsoft.com/office/drawing/2014/main" id="{956E848E-F0E1-4C97-BBF9-1255CF0DCD34}"/>
                </a:ext>
              </a:extLst>
            </p:cNvPr>
            <p:cNvSpPr>
              <a:spLocks/>
            </p:cNvSpPr>
            <p:nvPr/>
          </p:nvSpPr>
          <p:spPr bwMode="gray">
            <a:xfrm rot="16200000" flipH="1">
              <a:off x="2012054" y="2812630"/>
              <a:ext cx="2994328" cy="1220611"/>
            </a:xfrm>
            <a:custGeom>
              <a:avLst/>
              <a:gdLst/>
              <a:ahLst/>
              <a:cxnLst>
                <a:cxn ang="0">
                  <a:pos x="0" y="0"/>
                </a:cxn>
                <a:cxn ang="0">
                  <a:pos x="209" y="417"/>
                </a:cxn>
                <a:cxn ang="0">
                  <a:pos x="890" y="531"/>
                </a:cxn>
                <a:cxn ang="0">
                  <a:pos x="1561" y="417"/>
                </a:cxn>
                <a:cxn ang="0">
                  <a:pos x="1768" y="1"/>
                </a:cxn>
                <a:cxn ang="0">
                  <a:pos x="887" y="130"/>
                </a:cxn>
                <a:cxn ang="0">
                  <a:pos x="0" y="0"/>
                </a:cxn>
              </a:cxnLst>
              <a:rect l="0" t="0" r="r" b="b"/>
              <a:pathLst>
                <a:path w="1768" h="531">
                  <a:moveTo>
                    <a:pt x="0" y="0"/>
                  </a:moveTo>
                  <a:cubicBezTo>
                    <a:pt x="53" y="54"/>
                    <a:pt x="177" y="342"/>
                    <a:pt x="209" y="417"/>
                  </a:cubicBezTo>
                  <a:cubicBezTo>
                    <a:pt x="358" y="504"/>
                    <a:pt x="665" y="531"/>
                    <a:pt x="890" y="531"/>
                  </a:cubicBezTo>
                  <a:cubicBezTo>
                    <a:pt x="1115" y="531"/>
                    <a:pt x="1415" y="505"/>
                    <a:pt x="1561" y="417"/>
                  </a:cubicBezTo>
                  <a:cubicBezTo>
                    <a:pt x="1583" y="351"/>
                    <a:pt x="1719" y="59"/>
                    <a:pt x="1768" y="1"/>
                  </a:cubicBezTo>
                  <a:cubicBezTo>
                    <a:pt x="1606" y="111"/>
                    <a:pt x="1182" y="130"/>
                    <a:pt x="887" y="130"/>
                  </a:cubicBezTo>
                  <a:cubicBezTo>
                    <a:pt x="592" y="130"/>
                    <a:pt x="145" y="103"/>
                    <a:pt x="0" y="0"/>
                  </a:cubicBezTo>
                  <a:close/>
                </a:path>
              </a:pathLst>
            </a:custGeom>
            <a:solidFill>
              <a:schemeClr val="accent2"/>
            </a:solidFill>
            <a:ln w="9525" cap="flat" cmpd="sng" algn="ctr">
              <a:noFill/>
              <a:prstDash val="solid"/>
              <a:round/>
              <a:headEnd type="none" w="med" len="med"/>
              <a:tailEnd type="none" w="med" len="med"/>
            </a:ln>
            <a:effectLst/>
          </p:spPr>
          <p:txBody>
            <a:bodyPr vert="horz" wrap="square" lIns="74295" tIns="74295" rIns="74295" bIns="74295" numCol="1" rtlCol="0" anchor="ctr" anchorCtr="0" compatLnSpc="1">
              <a:prstTxWarp prst="textNoShape">
                <a:avLst/>
              </a:prstTxWarp>
            </a:bodyPr>
            <a:lstStyle/>
            <a:p>
              <a:pPr algn="ctr" defTabSz="742389" fontAlgn="base">
                <a:spcBef>
                  <a:spcPct val="0"/>
                </a:spcBef>
                <a:spcAft>
                  <a:spcPct val="0"/>
                </a:spcAft>
                <a:defRPr/>
              </a:pPr>
              <a:endParaRPr lang="en-US" sz="1000" b="1" dirty="0">
                <a:solidFill>
                  <a:prstClr val="white"/>
                </a:solidFill>
                <a:latin typeface="Aptos" panose="020B0004020202020204" pitchFamily="34" charset="0"/>
              </a:endParaRPr>
            </a:p>
          </p:txBody>
        </p:sp>
        <p:sp>
          <p:nvSpPr>
            <p:cNvPr id="6" name="Freeform 5">
              <a:extLst>
                <a:ext uri="{FF2B5EF4-FFF2-40B4-BE49-F238E27FC236}">
                  <a16:creationId xmlns:a16="http://schemas.microsoft.com/office/drawing/2014/main" id="{46DC7ED4-52CF-455E-BBA3-EA58287A9CB8}"/>
                </a:ext>
              </a:extLst>
            </p:cNvPr>
            <p:cNvSpPr>
              <a:spLocks/>
            </p:cNvSpPr>
            <p:nvPr/>
          </p:nvSpPr>
          <p:spPr bwMode="gray">
            <a:xfrm rot="16200000">
              <a:off x="3334774" y="2858949"/>
              <a:ext cx="2313233" cy="1127970"/>
            </a:xfrm>
            <a:custGeom>
              <a:avLst/>
              <a:gdLst/>
              <a:ahLst/>
              <a:cxnLst>
                <a:cxn ang="0">
                  <a:pos x="1366" y="0"/>
                </a:cxn>
                <a:cxn ang="0">
                  <a:pos x="1205" y="417"/>
                </a:cxn>
                <a:cxn ang="0">
                  <a:pos x="678" y="531"/>
                </a:cxn>
                <a:cxn ang="0">
                  <a:pos x="160" y="417"/>
                </a:cxn>
                <a:cxn ang="0">
                  <a:pos x="0" y="1"/>
                </a:cxn>
                <a:cxn ang="0">
                  <a:pos x="681" y="130"/>
                </a:cxn>
                <a:cxn ang="0">
                  <a:pos x="1366" y="0"/>
                </a:cxn>
              </a:cxnLst>
              <a:rect l="0" t="0" r="r" b="b"/>
              <a:pathLst>
                <a:path w="1366" h="531">
                  <a:moveTo>
                    <a:pt x="1366" y="0"/>
                  </a:moveTo>
                  <a:cubicBezTo>
                    <a:pt x="1325" y="54"/>
                    <a:pt x="1229" y="342"/>
                    <a:pt x="1205" y="417"/>
                  </a:cubicBezTo>
                  <a:cubicBezTo>
                    <a:pt x="1088" y="507"/>
                    <a:pt x="852" y="531"/>
                    <a:pt x="678" y="531"/>
                  </a:cubicBezTo>
                  <a:cubicBezTo>
                    <a:pt x="505" y="531"/>
                    <a:pt x="272" y="511"/>
                    <a:pt x="160" y="417"/>
                  </a:cubicBezTo>
                  <a:cubicBezTo>
                    <a:pt x="143" y="351"/>
                    <a:pt x="38" y="59"/>
                    <a:pt x="0" y="1"/>
                  </a:cubicBezTo>
                  <a:cubicBezTo>
                    <a:pt x="130" y="103"/>
                    <a:pt x="453" y="130"/>
                    <a:pt x="681" y="130"/>
                  </a:cubicBezTo>
                  <a:cubicBezTo>
                    <a:pt x="909" y="130"/>
                    <a:pt x="1250" y="93"/>
                    <a:pt x="1366" y="0"/>
                  </a:cubicBezTo>
                  <a:close/>
                </a:path>
              </a:pathLst>
            </a:custGeom>
            <a:solidFill>
              <a:schemeClr val="accent4"/>
            </a:solidFill>
            <a:ln w="9525" cap="flat" cmpd="sng" algn="ctr">
              <a:noFill/>
              <a:prstDash val="solid"/>
              <a:round/>
              <a:headEnd type="none" w="med" len="med"/>
              <a:tailEnd type="none" w="med" len="med"/>
            </a:ln>
            <a:effectLst/>
          </p:spPr>
          <p:txBody>
            <a:bodyPr vert="horz" wrap="square" lIns="74295" tIns="74295" rIns="74295" bIns="74295" numCol="1" rtlCol="0" anchor="ctr" anchorCtr="0" compatLnSpc="1">
              <a:prstTxWarp prst="textNoShape">
                <a:avLst/>
              </a:prstTxWarp>
            </a:bodyPr>
            <a:lstStyle/>
            <a:p>
              <a:pPr algn="ctr" defTabSz="742389" fontAlgn="base">
                <a:spcBef>
                  <a:spcPct val="0"/>
                </a:spcBef>
                <a:spcAft>
                  <a:spcPct val="0"/>
                </a:spcAft>
                <a:defRPr/>
              </a:pPr>
              <a:endParaRPr lang="en-US" sz="1000" b="1" dirty="0">
                <a:solidFill>
                  <a:prstClr val="white"/>
                </a:solidFill>
                <a:latin typeface="Aptos" panose="020B0004020202020204" pitchFamily="34" charset="0"/>
              </a:endParaRPr>
            </a:p>
          </p:txBody>
        </p:sp>
        <p:sp>
          <p:nvSpPr>
            <p:cNvPr id="7" name="Freeform 6">
              <a:extLst>
                <a:ext uri="{FF2B5EF4-FFF2-40B4-BE49-F238E27FC236}">
                  <a16:creationId xmlns:a16="http://schemas.microsoft.com/office/drawing/2014/main" id="{48E99FD0-2A25-4784-85DD-96DAE465E0B7}"/>
                </a:ext>
              </a:extLst>
            </p:cNvPr>
            <p:cNvSpPr>
              <a:spLocks/>
            </p:cNvSpPr>
            <p:nvPr/>
          </p:nvSpPr>
          <p:spPr bwMode="gray">
            <a:xfrm rot="16200000">
              <a:off x="4540693" y="2859576"/>
              <a:ext cx="1795490" cy="1126718"/>
            </a:xfrm>
            <a:custGeom>
              <a:avLst/>
              <a:gdLst/>
              <a:ahLst/>
              <a:cxnLst>
                <a:cxn ang="0">
                  <a:pos x="1060" y="0"/>
                </a:cxn>
                <a:cxn ang="0">
                  <a:pos x="935" y="417"/>
                </a:cxn>
                <a:cxn ang="0">
                  <a:pos x="526" y="531"/>
                </a:cxn>
                <a:cxn ang="0">
                  <a:pos x="123" y="415"/>
                </a:cxn>
                <a:cxn ang="0">
                  <a:pos x="0" y="1"/>
                </a:cxn>
                <a:cxn ang="0">
                  <a:pos x="528" y="130"/>
                </a:cxn>
                <a:cxn ang="0">
                  <a:pos x="1060" y="0"/>
                </a:cxn>
              </a:cxnLst>
              <a:rect l="0" t="0" r="r" b="b"/>
              <a:pathLst>
                <a:path w="1060" h="531">
                  <a:moveTo>
                    <a:pt x="1060" y="0"/>
                  </a:moveTo>
                  <a:cubicBezTo>
                    <a:pt x="1028" y="54"/>
                    <a:pt x="954" y="342"/>
                    <a:pt x="935" y="417"/>
                  </a:cubicBezTo>
                  <a:cubicBezTo>
                    <a:pt x="843" y="505"/>
                    <a:pt x="661" y="531"/>
                    <a:pt x="526" y="531"/>
                  </a:cubicBezTo>
                  <a:cubicBezTo>
                    <a:pt x="391" y="531"/>
                    <a:pt x="221" y="515"/>
                    <a:pt x="123" y="415"/>
                  </a:cubicBezTo>
                  <a:cubicBezTo>
                    <a:pt x="110" y="349"/>
                    <a:pt x="29" y="59"/>
                    <a:pt x="0" y="1"/>
                  </a:cubicBezTo>
                  <a:cubicBezTo>
                    <a:pt x="97" y="111"/>
                    <a:pt x="351" y="130"/>
                    <a:pt x="528" y="130"/>
                  </a:cubicBezTo>
                  <a:cubicBezTo>
                    <a:pt x="705" y="130"/>
                    <a:pt x="959" y="101"/>
                    <a:pt x="1060" y="0"/>
                  </a:cubicBezTo>
                  <a:close/>
                </a:path>
              </a:pathLst>
            </a:custGeom>
            <a:solidFill>
              <a:schemeClr val="accent5">
                <a:lumMod val="50000"/>
              </a:schemeClr>
            </a:solidFill>
            <a:ln w="9525" cap="flat" cmpd="sng" algn="ctr">
              <a:noFill/>
              <a:prstDash val="solid"/>
              <a:round/>
              <a:headEnd type="none" w="med" len="med"/>
              <a:tailEnd type="none" w="med" len="med"/>
            </a:ln>
            <a:effectLst/>
          </p:spPr>
          <p:txBody>
            <a:bodyPr vert="horz" wrap="square" lIns="74295" tIns="74295" rIns="74295" bIns="74295" numCol="1" rtlCol="0" anchor="ctr" anchorCtr="0" compatLnSpc="1">
              <a:prstTxWarp prst="textNoShape">
                <a:avLst/>
              </a:prstTxWarp>
            </a:bodyPr>
            <a:lstStyle/>
            <a:p>
              <a:pPr algn="ctr" defTabSz="742389" fontAlgn="base">
                <a:spcBef>
                  <a:spcPct val="0"/>
                </a:spcBef>
                <a:spcAft>
                  <a:spcPct val="0"/>
                </a:spcAft>
                <a:defRPr/>
              </a:pPr>
              <a:endParaRPr lang="en-US" sz="1000" b="1" dirty="0">
                <a:solidFill>
                  <a:prstClr val="white"/>
                </a:solidFill>
                <a:latin typeface="Aptos" panose="020B0004020202020204" pitchFamily="34" charset="0"/>
              </a:endParaRPr>
            </a:p>
          </p:txBody>
        </p:sp>
        <p:sp>
          <p:nvSpPr>
            <p:cNvPr id="8" name="Freeform 7">
              <a:extLst>
                <a:ext uri="{FF2B5EF4-FFF2-40B4-BE49-F238E27FC236}">
                  <a16:creationId xmlns:a16="http://schemas.microsoft.com/office/drawing/2014/main" id="{3698A9C5-F6C7-4B32-BC1E-CB77173D97BE}"/>
                </a:ext>
              </a:extLst>
            </p:cNvPr>
            <p:cNvSpPr>
              <a:spLocks/>
            </p:cNvSpPr>
            <p:nvPr/>
          </p:nvSpPr>
          <p:spPr bwMode="gray">
            <a:xfrm rot="16200000" flipH="1">
              <a:off x="5691238" y="2858949"/>
              <a:ext cx="1388493" cy="1127970"/>
            </a:xfrm>
            <a:custGeom>
              <a:avLst/>
              <a:gdLst/>
              <a:ahLst/>
              <a:cxnLst>
                <a:cxn ang="0">
                  <a:pos x="0" y="0"/>
                </a:cxn>
                <a:cxn ang="0">
                  <a:pos x="209" y="417"/>
                </a:cxn>
                <a:cxn ang="0">
                  <a:pos x="890" y="531"/>
                </a:cxn>
                <a:cxn ang="0">
                  <a:pos x="1561" y="417"/>
                </a:cxn>
                <a:cxn ang="0">
                  <a:pos x="1768" y="1"/>
                </a:cxn>
                <a:cxn ang="0">
                  <a:pos x="887" y="130"/>
                </a:cxn>
                <a:cxn ang="0">
                  <a:pos x="0" y="0"/>
                </a:cxn>
              </a:cxnLst>
              <a:rect l="0" t="0" r="r" b="b"/>
              <a:pathLst>
                <a:path w="1768" h="531">
                  <a:moveTo>
                    <a:pt x="0" y="0"/>
                  </a:moveTo>
                  <a:cubicBezTo>
                    <a:pt x="53" y="54"/>
                    <a:pt x="177" y="342"/>
                    <a:pt x="209" y="417"/>
                  </a:cubicBezTo>
                  <a:cubicBezTo>
                    <a:pt x="358" y="504"/>
                    <a:pt x="665" y="531"/>
                    <a:pt x="890" y="531"/>
                  </a:cubicBezTo>
                  <a:cubicBezTo>
                    <a:pt x="1115" y="531"/>
                    <a:pt x="1415" y="505"/>
                    <a:pt x="1561" y="417"/>
                  </a:cubicBezTo>
                  <a:cubicBezTo>
                    <a:pt x="1583" y="351"/>
                    <a:pt x="1719" y="59"/>
                    <a:pt x="1768" y="1"/>
                  </a:cubicBezTo>
                  <a:cubicBezTo>
                    <a:pt x="1606" y="111"/>
                    <a:pt x="1182" y="130"/>
                    <a:pt x="887" y="130"/>
                  </a:cubicBezTo>
                  <a:cubicBezTo>
                    <a:pt x="592" y="130"/>
                    <a:pt x="145" y="103"/>
                    <a:pt x="0" y="0"/>
                  </a:cubicBezTo>
                  <a:close/>
                </a:path>
              </a:pathLst>
            </a:custGeom>
            <a:solidFill>
              <a:schemeClr val="bg2">
                <a:lumMod val="50000"/>
              </a:schemeClr>
            </a:solidFill>
            <a:ln w="9525" cap="flat" cmpd="sng" algn="ctr">
              <a:noFill/>
              <a:prstDash val="solid"/>
              <a:round/>
              <a:headEnd type="none" w="med" len="med"/>
              <a:tailEnd type="none" w="med" len="med"/>
            </a:ln>
            <a:effectLst/>
          </p:spPr>
          <p:txBody>
            <a:bodyPr vert="horz" wrap="square" lIns="74295" tIns="74295" rIns="74295" bIns="74295" numCol="1" rtlCol="0" anchor="ctr" anchorCtr="0" compatLnSpc="1">
              <a:prstTxWarp prst="textNoShape">
                <a:avLst/>
              </a:prstTxWarp>
            </a:bodyPr>
            <a:lstStyle/>
            <a:p>
              <a:pPr algn="ctr" defTabSz="742389" fontAlgn="base">
                <a:spcBef>
                  <a:spcPct val="0"/>
                </a:spcBef>
                <a:spcAft>
                  <a:spcPct val="0"/>
                </a:spcAft>
                <a:defRPr/>
              </a:pPr>
              <a:endParaRPr lang="en-US" sz="1000" b="1" dirty="0">
                <a:solidFill>
                  <a:prstClr val="white"/>
                </a:solidFill>
                <a:latin typeface="Aptos" panose="020B0004020202020204" pitchFamily="34" charset="0"/>
              </a:endParaRPr>
            </a:p>
          </p:txBody>
        </p:sp>
        <p:sp>
          <p:nvSpPr>
            <p:cNvPr id="9" name="Freeform 3">
              <a:extLst>
                <a:ext uri="{FF2B5EF4-FFF2-40B4-BE49-F238E27FC236}">
                  <a16:creationId xmlns:a16="http://schemas.microsoft.com/office/drawing/2014/main" id="{EE859B21-93E8-465A-AB38-252FB3BC62FE}"/>
                </a:ext>
              </a:extLst>
            </p:cNvPr>
            <p:cNvSpPr>
              <a:spLocks/>
            </p:cNvSpPr>
            <p:nvPr/>
          </p:nvSpPr>
          <p:spPr bwMode="gray">
            <a:xfrm rot="16200000" flipH="1">
              <a:off x="434756" y="2820478"/>
              <a:ext cx="4097184" cy="1220611"/>
            </a:xfrm>
            <a:custGeom>
              <a:avLst/>
              <a:gdLst/>
              <a:ahLst/>
              <a:cxnLst>
                <a:cxn ang="0">
                  <a:pos x="0" y="0"/>
                </a:cxn>
                <a:cxn ang="0">
                  <a:pos x="209" y="417"/>
                </a:cxn>
                <a:cxn ang="0">
                  <a:pos x="890" y="531"/>
                </a:cxn>
                <a:cxn ang="0">
                  <a:pos x="1561" y="417"/>
                </a:cxn>
                <a:cxn ang="0">
                  <a:pos x="1768" y="1"/>
                </a:cxn>
                <a:cxn ang="0">
                  <a:pos x="887" y="130"/>
                </a:cxn>
                <a:cxn ang="0">
                  <a:pos x="0" y="0"/>
                </a:cxn>
              </a:cxnLst>
              <a:rect l="0" t="0" r="r" b="b"/>
              <a:pathLst>
                <a:path w="1768" h="531">
                  <a:moveTo>
                    <a:pt x="0" y="0"/>
                  </a:moveTo>
                  <a:cubicBezTo>
                    <a:pt x="53" y="54"/>
                    <a:pt x="177" y="342"/>
                    <a:pt x="209" y="417"/>
                  </a:cubicBezTo>
                  <a:cubicBezTo>
                    <a:pt x="358" y="504"/>
                    <a:pt x="665" y="531"/>
                    <a:pt x="890" y="531"/>
                  </a:cubicBezTo>
                  <a:cubicBezTo>
                    <a:pt x="1115" y="531"/>
                    <a:pt x="1415" y="505"/>
                    <a:pt x="1561" y="417"/>
                  </a:cubicBezTo>
                  <a:cubicBezTo>
                    <a:pt x="1583" y="351"/>
                    <a:pt x="1719" y="59"/>
                    <a:pt x="1768" y="1"/>
                  </a:cubicBezTo>
                  <a:cubicBezTo>
                    <a:pt x="1606" y="111"/>
                    <a:pt x="1182" y="130"/>
                    <a:pt x="887" y="130"/>
                  </a:cubicBezTo>
                  <a:cubicBezTo>
                    <a:pt x="592" y="130"/>
                    <a:pt x="145" y="103"/>
                    <a:pt x="0" y="0"/>
                  </a:cubicBezTo>
                  <a:close/>
                </a:path>
              </a:pathLst>
            </a:custGeom>
            <a:solidFill>
              <a:schemeClr val="accent3"/>
            </a:solidFill>
            <a:ln w="9525" cap="flat" cmpd="sng" algn="ctr">
              <a:noFill/>
              <a:prstDash val="solid"/>
              <a:round/>
              <a:headEnd type="none" w="med" len="med"/>
              <a:tailEnd type="none" w="med" len="med"/>
            </a:ln>
            <a:effectLst/>
          </p:spPr>
          <p:txBody>
            <a:bodyPr vert="horz" wrap="square" lIns="74295" tIns="74295" rIns="74295" bIns="74295" numCol="1" rtlCol="0" anchor="ctr" anchorCtr="0" compatLnSpc="1">
              <a:prstTxWarp prst="textNoShape">
                <a:avLst/>
              </a:prstTxWarp>
            </a:bodyPr>
            <a:lstStyle/>
            <a:p>
              <a:pPr algn="ctr" defTabSz="742389" fontAlgn="base">
                <a:spcBef>
                  <a:spcPct val="0"/>
                </a:spcBef>
                <a:spcAft>
                  <a:spcPct val="0"/>
                </a:spcAft>
                <a:defRPr/>
              </a:pPr>
              <a:endParaRPr lang="en-US" sz="1000" b="1" dirty="0">
                <a:solidFill>
                  <a:prstClr val="white"/>
                </a:solidFill>
                <a:latin typeface="Aptos" panose="020B0004020202020204" pitchFamily="34" charset="0"/>
              </a:endParaRPr>
            </a:p>
          </p:txBody>
        </p:sp>
        <p:sp>
          <p:nvSpPr>
            <p:cNvPr id="10" name="Oval 4">
              <a:extLst>
                <a:ext uri="{FF2B5EF4-FFF2-40B4-BE49-F238E27FC236}">
                  <a16:creationId xmlns:a16="http://schemas.microsoft.com/office/drawing/2014/main" id="{23A4C5E6-64C2-4688-A7CB-11686C8ECF4D}"/>
                </a:ext>
              </a:extLst>
            </p:cNvPr>
            <p:cNvSpPr>
              <a:spLocks noChangeArrowheads="1"/>
            </p:cNvSpPr>
            <p:nvPr/>
          </p:nvSpPr>
          <p:spPr bwMode="gray">
            <a:xfrm rot="16200000">
              <a:off x="-259468" y="2990069"/>
              <a:ext cx="4119798" cy="858809"/>
            </a:xfrm>
            <a:prstGeom prst="ellipse">
              <a:avLst/>
            </a:prstGeom>
            <a:gradFill rotWithShape="0">
              <a:gsLst>
                <a:gs pos="0">
                  <a:schemeClr val="accent3"/>
                </a:gs>
                <a:gs pos="100000">
                  <a:schemeClr val="accent3">
                    <a:lumMod val="50000"/>
                  </a:schemeClr>
                </a:gs>
              </a:gsLst>
              <a:lin ang="0" scaled="1"/>
            </a:gradFill>
            <a:ln w="9525">
              <a:noFill/>
              <a:round/>
              <a:headEnd/>
              <a:tailEnd/>
            </a:ln>
            <a:effectLst/>
          </p:spPr>
          <p:txBody>
            <a:bodyPr wrap="none" lIns="0" tIns="0" rIns="0" bIns="0" anchor="ctr"/>
            <a:lstStyle/>
            <a:p>
              <a:pPr algn="ctr" defTabSz="742389">
                <a:defRPr/>
              </a:pPr>
              <a:endParaRPr lang="en-US" sz="1000" dirty="0">
                <a:solidFill>
                  <a:srgbClr val="44546A"/>
                </a:solidFill>
                <a:latin typeface="Aptos" panose="020B0004020202020204" pitchFamily="34" charset="0"/>
              </a:endParaRPr>
            </a:p>
          </p:txBody>
        </p:sp>
        <p:sp>
          <p:nvSpPr>
            <p:cNvPr id="11" name="Text Box 12">
              <a:extLst>
                <a:ext uri="{FF2B5EF4-FFF2-40B4-BE49-F238E27FC236}">
                  <a16:creationId xmlns:a16="http://schemas.microsoft.com/office/drawing/2014/main" id="{2FB2012E-52E9-4284-ABCB-0A7CF01392C0}"/>
                </a:ext>
              </a:extLst>
            </p:cNvPr>
            <p:cNvSpPr txBox="1">
              <a:spLocks noChangeArrowheads="1"/>
            </p:cNvSpPr>
            <p:nvPr/>
          </p:nvSpPr>
          <p:spPr bwMode="gray">
            <a:xfrm>
              <a:off x="6844058" y="3258019"/>
              <a:ext cx="928917" cy="340441"/>
            </a:xfrm>
            <a:prstGeom prst="rect">
              <a:avLst/>
            </a:prstGeom>
            <a:noFill/>
            <a:ln w="9525">
              <a:noFill/>
              <a:miter lim="800000"/>
              <a:headEnd/>
              <a:tailEnd/>
            </a:ln>
          </p:spPr>
          <p:txBody>
            <a:bodyPr lIns="0" tIns="0" rIns="0" bIns="0" anchor="ctr">
              <a:spAutoFit/>
            </a:bodyPr>
            <a:lstStyle/>
            <a:p>
              <a:pPr algn="ctr" defTabSz="742389"/>
              <a:r>
                <a:rPr lang="en-US" sz="1000" dirty="0">
                  <a:solidFill>
                    <a:srgbClr val="44546A"/>
                  </a:solidFill>
                  <a:latin typeface="Aptos" panose="020B0004020202020204" pitchFamily="34" charset="0"/>
                </a:rPr>
                <a:t>Category</a:t>
              </a:r>
            </a:p>
            <a:p>
              <a:pPr algn="ctr" defTabSz="742389"/>
              <a:endParaRPr lang="en-US" sz="1000" dirty="0" err="1">
                <a:solidFill>
                  <a:srgbClr val="44546A"/>
                </a:solidFill>
                <a:latin typeface="Aptos" panose="020B0004020202020204" pitchFamily="34" charset="0"/>
              </a:endParaRPr>
            </a:p>
          </p:txBody>
        </p:sp>
        <p:sp>
          <p:nvSpPr>
            <p:cNvPr id="12" name="Text Box 12">
              <a:extLst>
                <a:ext uri="{FF2B5EF4-FFF2-40B4-BE49-F238E27FC236}">
                  <a16:creationId xmlns:a16="http://schemas.microsoft.com/office/drawing/2014/main" id="{720674C3-A269-419B-8D3C-405DE8E5DBCD}"/>
                </a:ext>
              </a:extLst>
            </p:cNvPr>
            <p:cNvSpPr txBox="1">
              <a:spLocks noChangeArrowheads="1"/>
            </p:cNvSpPr>
            <p:nvPr/>
          </p:nvSpPr>
          <p:spPr bwMode="gray">
            <a:xfrm>
              <a:off x="2463650" y="3343128"/>
              <a:ext cx="370913" cy="170220"/>
            </a:xfrm>
            <a:prstGeom prst="rect">
              <a:avLst/>
            </a:prstGeom>
            <a:noFill/>
            <a:ln w="9525">
              <a:noFill/>
              <a:miter lim="800000"/>
              <a:headEnd/>
              <a:tailEnd/>
            </a:ln>
          </p:spPr>
          <p:txBody>
            <a:bodyPr wrap="none" lIns="0" tIns="0" rIns="0" bIns="0" anchor="ctr">
              <a:spAutoFit/>
            </a:bodyPr>
            <a:lstStyle/>
            <a:p>
              <a:pPr algn="ctr" defTabSz="742389"/>
              <a:r>
                <a:rPr lang="en-US" sz="1000" dirty="0">
                  <a:solidFill>
                    <a:schemeClr val="bg1"/>
                  </a:solidFill>
                  <a:latin typeface="Aptos" panose="020B0004020202020204" pitchFamily="34" charset="0"/>
                  <a:ea typeface="Lato" pitchFamily="34" charset="0"/>
                  <a:cs typeface="Lato" pitchFamily="34" charset="0"/>
                </a:rPr>
                <a:t>Category</a:t>
              </a:r>
              <a:endParaRPr lang="en-US" sz="1000" b="1" dirty="0">
                <a:solidFill>
                  <a:schemeClr val="bg1"/>
                </a:solidFill>
                <a:latin typeface="Aptos" panose="020B0004020202020204" pitchFamily="34" charset="0"/>
              </a:endParaRPr>
            </a:p>
          </p:txBody>
        </p:sp>
        <p:sp>
          <p:nvSpPr>
            <p:cNvPr id="13" name="Text Box 12">
              <a:extLst>
                <a:ext uri="{FF2B5EF4-FFF2-40B4-BE49-F238E27FC236}">
                  <a16:creationId xmlns:a16="http://schemas.microsoft.com/office/drawing/2014/main" id="{F42A4AE1-A7CC-478D-B18B-316378CFA524}"/>
                </a:ext>
              </a:extLst>
            </p:cNvPr>
            <p:cNvSpPr txBox="1">
              <a:spLocks noChangeArrowheads="1"/>
            </p:cNvSpPr>
            <p:nvPr/>
          </p:nvSpPr>
          <p:spPr bwMode="gray">
            <a:xfrm>
              <a:off x="3463011" y="3343128"/>
              <a:ext cx="370913" cy="170220"/>
            </a:xfrm>
            <a:prstGeom prst="rect">
              <a:avLst/>
            </a:prstGeom>
            <a:noFill/>
            <a:ln w="9525">
              <a:noFill/>
              <a:miter lim="800000"/>
              <a:headEnd/>
              <a:tailEnd/>
            </a:ln>
          </p:spPr>
          <p:txBody>
            <a:bodyPr wrap="none" lIns="0" tIns="0" rIns="0" bIns="0" anchor="ctr">
              <a:spAutoFit/>
            </a:bodyPr>
            <a:lstStyle/>
            <a:p>
              <a:pPr algn="ctr" defTabSz="742389"/>
              <a:r>
                <a:rPr lang="en-US" sz="1000" dirty="0">
                  <a:solidFill>
                    <a:schemeClr val="bg1"/>
                  </a:solidFill>
                  <a:latin typeface="Aptos" panose="020B0004020202020204" pitchFamily="34" charset="0"/>
                  <a:ea typeface="Lato" pitchFamily="34" charset="0"/>
                  <a:cs typeface="Lato" pitchFamily="34" charset="0"/>
                </a:rPr>
                <a:t>Category</a:t>
              </a:r>
              <a:endParaRPr lang="en-US" sz="1000" b="1" dirty="0">
                <a:solidFill>
                  <a:schemeClr val="bg1"/>
                </a:solidFill>
                <a:latin typeface="Aptos" panose="020B0004020202020204" pitchFamily="34" charset="0"/>
              </a:endParaRPr>
            </a:p>
          </p:txBody>
        </p:sp>
        <p:sp>
          <p:nvSpPr>
            <p:cNvPr id="14" name="Text Box 12">
              <a:extLst>
                <a:ext uri="{FF2B5EF4-FFF2-40B4-BE49-F238E27FC236}">
                  <a16:creationId xmlns:a16="http://schemas.microsoft.com/office/drawing/2014/main" id="{C11BDCB3-68A2-41CC-91B5-A3FC96E6B9D9}"/>
                </a:ext>
              </a:extLst>
            </p:cNvPr>
            <p:cNvSpPr txBox="1">
              <a:spLocks noChangeArrowheads="1"/>
            </p:cNvSpPr>
            <p:nvPr/>
          </p:nvSpPr>
          <p:spPr bwMode="gray">
            <a:xfrm>
              <a:off x="4387336" y="3343128"/>
              <a:ext cx="370913" cy="170220"/>
            </a:xfrm>
            <a:prstGeom prst="rect">
              <a:avLst/>
            </a:prstGeom>
            <a:noFill/>
            <a:ln w="9525">
              <a:noFill/>
              <a:miter lim="800000"/>
              <a:headEnd/>
              <a:tailEnd/>
            </a:ln>
          </p:spPr>
          <p:txBody>
            <a:bodyPr wrap="none" lIns="0" tIns="0" rIns="0" bIns="0" anchor="ctr">
              <a:spAutoFit/>
            </a:bodyPr>
            <a:lstStyle/>
            <a:p>
              <a:pPr algn="ctr" defTabSz="742389"/>
              <a:r>
                <a:rPr lang="en-US" sz="1000" dirty="0">
                  <a:solidFill>
                    <a:prstClr val="white"/>
                  </a:solidFill>
                  <a:latin typeface="Aptos" panose="020B0004020202020204" pitchFamily="34" charset="0"/>
                  <a:ea typeface="Lato" pitchFamily="34" charset="0"/>
                  <a:cs typeface="Lato" pitchFamily="34" charset="0"/>
                </a:rPr>
                <a:t>Category</a:t>
              </a:r>
              <a:endParaRPr lang="en-US" sz="1000" b="1" dirty="0">
                <a:solidFill>
                  <a:prstClr val="white"/>
                </a:solidFill>
                <a:latin typeface="Aptos" panose="020B0004020202020204" pitchFamily="34" charset="0"/>
              </a:endParaRPr>
            </a:p>
          </p:txBody>
        </p:sp>
        <p:sp>
          <p:nvSpPr>
            <p:cNvPr id="15" name="Text Box 12">
              <a:extLst>
                <a:ext uri="{FF2B5EF4-FFF2-40B4-BE49-F238E27FC236}">
                  <a16:creationId xmlns:a16="http://schemas.microsoft.com/office/drawing/2014/main" id="{18B62734-5EE0-45C2-AECD-225D9DB36A26}"/>
                </a:ext>
              </a:extLst>
            </p:cNvPr>
            <p:cNvSpPr txBox="1">
              <a:spLocks noChangeArrowheads="1"/>
            </p:cNvSpPr>
            <p:nvPr/>
          </p:nvSpPr>
          <p:spPr bwMode="gray">
            <a:xfrm>
              <a:off x="5405169" y="3343128"/>
              <a:ext cx="370913" cy="170220"/>
            </a:xfrm>
            <a:prstGeom prst="rect">
              <a:avLst/>
            </a:prstGeom>
            <a:noFill/>
            <a:ln w="9525">
              <a:noFill/>
              <a:miter lim="800000"/>
              <a:headEnd/>
              <a:tailEnd/>
            </a:ln>
          </p:spPr>
          <p:txBody>
            <a:bodyPr wrap="none" lIns="0" tIns="0" rIns="0" bIns="0" anchor="ctr">
              <a:spAutoFit/>
            </a:bodyPr>
            <a:lstStyle/>
            <a:p>
              <a:pPr algn="ctr" defTabSz="742389"/>
              <a:r>
                <a:rPr lang="en-US" sz="1000" dirty="0">
                  <a:solidFill>
                    <a:prstClr val="white"/>
                  </a:solidFill>
                  <a:latin typeface="Aptos" panose="020B0004020202020204" pitchFamily="34" charset="0"/>
                  <a:ea typeface="Lato" pitchFamily="34" charset="0"/>
                  <a:cs typeface="Lato" pitchFamily="34" charset="0"/>
                </a:rPr>
                <a:t>Category</a:t>
              </a:r>
              <a:endParaRPr lang="en-US" sz="1000" b="1" dirty="0">
                <a:solidFill>
                  <a:prstClr val="white"/>
                </a:solidFill>
                <a:latin typeface="Aptos" panose="020B0004020202020204" pitchFamily="34" charset="0"/>
              </a:endParaRPr>
            </a:p>
          </p:txBody>
        </p:sp>
        <p:sp>
          <p:nvSpPr>
            <p:cNvPr id="16" name="Text Box 12">
              <a:extLst>
                <a:ext uri="{FF2B5EF4-FFF2-40B4-BE49-F238E27FC236}">
                  <a16:creationId xmlns:a16="http://schemas.microsoft.com/office/drawing/2014/main" id="{EC41AFE2-5DC5-4800-8885-0FF1E994A945}"/>
                </a:ext>
              </a:extLst>
            </p:cNvPr>
            <p:cNvSpPr txBox="1">
              <a:spLocks noChangeArrowheads="1"/>
            </p:cNvSpPr>
            <p:nvPr/>
          </p:nvSpPr>
          <p:spPr bwMode="gray">
            <a:xfrm>
              <a:off x="6353082" y="3343128"/>
              <a:ext cx="370913" cy="170220"/>
            </a:xfrm>
            <a:prstGeom prst="rect">
              <a:avLst/>
            </a:prstGeom>
            <a:noFill/>
            <a:ln w="9525">
              <a:noFill/>
              <a:miter lim="800000"/>
              <a:headEnd/>
              <a:tailEnd/>
            </a:ln>
          </p:spPr>
          <p:txBody>
            <a:bodyPr wrap="none" lIns="0" tIns="0" rIns="0" bIns="0" anchor="ctr">
              <a:spAutoFit/>
            </a:bodyPr>
            <a:lstStyle/>
            <a:p>
              <a:pPr algn="ctr" defTabSz="742389"/>
              <a:r>
                <a:rPr lang="en-US" sz="1000" dirty="0">
                  <a:solidFill>
                    <a:prstClr val="white"/>
                  </a:solidFill>
                  <a:latin typeface="Aptos" panose="020B0004020202020204" pitchFamily="34" charset="0"/>
                  <a:ea typeface="Lato" pitchFamily="34" charset="0"/>
                  <a:cs typeface="Lato" pitchFamily="34" charset="0"/>
                </a:rPr>
                <a:t>Category</a:t>
              </a:r>
              <a:endParaRPr lang="en-US" sz="1000" b="1" dirty="0">
                <a:solidFill>
                  <a:prstClr val="white"/>
                </a:solidFill>
                <a:latin typeface="Aptos" panose="020B0004020202020204" pitchFamily="34" charset="0"/>
              </a:endParaRPr>
            </a:p>
          </p:txBody>
        </p:sp>
      </p:grpSp>
    </p:spTree>
    <p:extLst>
      <p:ext uri="{BB962C8B-B14F-4D97-AF65-F5344CB8AC3E}">
        <p14:creationId xmlns:p14="http://schemas.microsoft.com/office/powerpoint/2010/main" val="3596727549"/>
      </p:ext>
    </p:extLst>
  </p:cSld>
  <p:clrMapOvr>
    <a:masterClrMapping/>
  </p:clrMapOvr>
  <p:transition>
    <p:fade/>
  </p:transition>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944994A-D666-7345-A078-C262F7DE2C95}"/>
              </a:ext>
            </a:extLst>
          </p:cNvPr>
          <p:cNvSpPr>
            <a:spLocks noGrp="1"/>
          </p:cNvSpPr>
          <p:nvPr>
            <p:ph type="title"/>
          </p:nvPr>
        </p:nvSpPr>
        <p:spPr/>
        <p:txBody>
          <a:bodyPr/>
          <a:lstStyle/>
          <a:p>
            <a:r>
              <a:rPr lang="en-US" dirty="0"/>
              <a:t>Funnel</a:t>
            </a:r>
          </a:p>
        </p:txBody>
      </p:sp>
      <p:sp>
        <p:nvSpPr>
          <p:cNvPr id="11" name="Freeform 134">
            <a:extLst>
              <a:ext uri="{FF2B5EF4-FFF2-40B4-BE49-F238E27FC236}">
                <a16:creationId xmlns:a16="http://schemas.microsoft.com/office/drawing/2014/main" id="{88E7D19B-238D-D440-A92C-0DB0EBF9176D}"/>
              </a:ext>
            </a:extLst>
          </p:cNvPr>
          <p:cNvSpPr>
            <a:spLocks/>
          </p:cNvSpPr>
          <p:nvPr/>
        </p:nvSpPr>
        <p:spPr bwMode="auto">
          <a:xfrm>
            <a:off x="6676841" y="2356497"/>
            <a:ext cx="1552972" cy="669429"/>
          </a:xfrm>
          <a:custGeom>
            <a:avLst/>
            <a:gdLst>
              <a:gd name="T0" fmla="*/ 16 w 645"/>
              <a:gd name="T1" fmla="*/ 31 h 278"/>
              <a:gd name="T2" fmla="*/ 31 w 645"/>
              <a:gd name="T3" fmla="*/ 17 h 278"/>
              <a:gd name="T4" fmla="*/ 387 w 645"/>
              <a:gd name="T5" fmla="*/ 17 h 278"/>
              <a:gd name="T6" fmla="*/ 387 w 645"/>
              <a:gd name="T7" fmla="*/ 266 h 278"/>
              <a:gd name="T8" fmla="*/ 614 w 645"/>
              <a:gd name="T9" fmla="*/ 266 h 278"/>
              <a:gd name="T10" fmla="*/ 630 w 645"/>
              <a:gd name="T11" fmla="*/ 278 h 278"/>
              <a:gd name="T12" fmla="*/ 645 w 645"/>
              <a:gd name="T13" fmla="*/ 263 h 278"/>
              <a:gd name="T14" fmla="*/ 630 w 645"/>
              <a:gd name="T15" fmla="*/ 247 h 278"/>
              <a:gd name="T16" fmla="*/ 614 w 645"/>
              <a:gd name="T17" fmla="*/ 259 h 278"/>
              <a:gd name="T18" fmla="*/ 393 w 645"/>
              <a:gd name="T19" fmla="*/ 259 h 278"/>
              <a:gd name="T20" fmla="*/ 393 w 645"/>
              <a:gd name="T21" fmla="*/ 10 h 278"/>
              <a:gd name="T22" fmla="*/ 30 w 645"/>
              <a:gd name="T23" fmla="*/ 10 h 278"/>
              <a:gd name="T24" fmla="*/ 16 w 645"/>
              <a:gd name="T25" fmla="*/ 0 h 278"/>
              <a:gd name="T26" fmla="*/ 0 w 645"/>
              <a:gd name="T27" fmla="*/ 15 h 278"/>
              <a:gd name="T28" fmla="*/ 16 w 645"/>
              <a:gd name="T29" fmla="*/ 31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5" h="278">
                <a:moveTo>
                  <a:pt x="16" y="31"/>
                </a:moveTo>
                <a:cubicBezTo>
                  <a:pt x="24" y="31"/>
                  <a:pt x="30" y="25"/>
                  <a:pt x="31" y="17"/>
                </a:cubicBezTo>
                <a:cubicBezTo>
                  <a:pt x="387" y="17"/>
                  <a:pt x="387" y="17"/>
                  <a:pt x="387" y="17"/>
                </a:cubicBezTo>
                <a:cubicBezTo>
                  <a:pt x="387" y="266"/>
                  <a:pt x="387" y="266"/>
                  <a:pt x="387" y="266"/>
                </a:cubicBezTo>
                <a:cubicBezTo>
                  <a:pt x="614" y="266"/>
                  <a:pt x="614" y="266"/>
                  <a:pt x="614" y="266"/>
                </a:cubicBezTo>
                <a:cubicBezTo>
                  <a:pt x="616" y="273"/>
                  <a:pt x="622" y="278"/>
                  <a:pt x="630" y="278"/>
                </a:cubicBezTo>
                <a:cubicBezTo>
                  <a:pt x="638" y="278"/>
                  <a:pt x="645" y="271"/>
                  <a:pt x="645" y="263"/>
                </a:cubicBezTo>
                <a:cubicBezTo>
                  <a:pt x="645" y="254"/>
                  <a:pt x="638" y="247"/>
                  <a:pt x="630" y="247"/>
                </a:cubicBezTo>
                <a:cubicBezTo>
                  <a:pt x="622" y="247"/>
                  <a:pt x="616" y="252"/>
                  <a:pt x="614" y="259"/>
                </a:cubicBezTo>
                <a:cubicBezTo>
                  <a:pt x="393" y="259"/>
                  <a:pt x="393" y="259"/>
                  <a:pt x="393" y="259"/>
                </a:cubicBezTo>
                <a:cubicBezTo>
                  <a:pt x="393" y="10"/>
                  <a:pt x="393" y="10"/>
                  <a:pt x="393" y="10"/>
                </a:cubicBezTo>
                <a:cubicBezTo>
                  <a:pt x="30" y="10"/>
                  <a:pt x="30" y="10"/>
                  <a:pt x="30" y="10"/>
                </a:cubicBezTo>
                <a:cubicBezTo>
                  <a:pt x="28" y="4"/>
                  <a:pt x="23" y="0"/>
                  <a:pt x="16" y="0"/>
                </a:cubicBezTo>
                <a:cubicBezTo>
                  <a:pt x="7" y="0"/>
                  <a:pt x="0" y="7"/>
                  <a:pt x="0" y="15"/>
                </a:cubicBezTo>
                <a:cubicBezTo>
                  <a:pt x="0" y="24"/>
                  <a:pt x="7" y="31"/>
                  <a:pt x="16" y="31"/>
                </a:cubicBezTo>
                <a:close/>
              </a:path>
            </a:pathLst>
          </a:custGeom>
          <a:solidFill>
            <a:srgbClr val="BBBCBC"/>
          </a:solidFill>
          <a:ln>
            <a:solidFill>
              <a:schemeClr val="tx2"/>
            </a:solidFill>
          </a:ln>
        </p:spPr>
        <p:txBody>
          <a:bodyPr vert="horz" wrap="square" lIns="74295" tIns="37148" rIns="74295" bIns="37148" numCol="1" anchor="t" anchorCtr="0" compatLnSpc="1">
            <a:prstTxWarp prst="textNoShape">
              <a:avLst/>
            </a:prstTxWarp>
          </a:bodyPr>
          <a:lstStyle/>
          <a:p>
            <a:pPr defTabSz="742969">
              <a:defRPr/>
            </a:pPr>
            <a:endParaRPr lang="zh-CN" altLang="en-US" sz="1463">
              <a:solidFill>
                <a:prstClr val="black"/>
              </a:solidFill>
              <a:latin typeface="Calibri Light"/>
            </a:endParaRPr>
          </a:p>
        </p:txBody>
      </p:sp>
      <p:sp>
        <p:nvSpPr>
          <p:cNvPr id="12" name="Freeform 176">
            <a:extLst>
              <a:ext uri="{FF2B5EF4-FFF2-40B4-BE49-F238E27FC236}">
                <a16:creationId xmlns:a16="http://schemas.microsoft.com/office/drawing/2014/main" id="{9B404E82-D985-3049-9E33-54620171669B}"/>
              </a:ext>
            </a:extLst>
          </p:cNvPr>
          <p:cNvSpPr>
            <a:spLocks/>
          </p:cNvSpPr>
          <p:nvPr/>
        </p:nvSpPr>
        <p:spPr bwMode="auto">
          <a:xfrm>
            <a:off x="5634935" y="4635652"/>
            <a:ext cx="1774825" cy="668139"/>
          </a:xfrm>
          <a:custGeom>
            <a:avLst/>
            <a:gdLst>
              <a:gd name="T0" fmla="*/ 15 w 737"/>
              <a:gd name="T1" fmla="*/ 247 h 278"/>
              <a:gd name="T2" fmla="*/ 31 w 737"/>
              <a:gd name="T3" fmla="*/ 261 h 278"/>
              <a:gd name="T4" fmla="*/ 479 w 737"/>
              <a:gd name="T5" fmla="*/ 261 h 278"/>
              <a:gd name="T6" fmla="*/ 479 w 737"/>
              <a:gd name="T7" fmla="*/ 13 h 278"/>
              <a:gd name="T8" fmla="*/ 706 w 737"/>
              <a:gd name="T9" fmla="*/ 13 h 278"/>
              <a:gd name="T10" fmla="*/ 722 w 737"/>
              <a:gd name="T11" fmla="*/ 0 h 278"/>
              <a:gd name="T12" fmla="*/ 737 w 737"/>
              <a:gd name="T13" fmla="*/ 16 h 278"/>
              <a:gd name="T14" fmla="*/ 722 w 737"/>
              <a:gd name="T15" fmla="*/ 31 h 278"/>
              <a:gd name="T16" fmla="*/ 706 w 737"/>
              <a:gd name="T17" fmla="*/ 19 h 278"/>
              <a:gd name="T18" fmla="*/ 485 w 737"/>
              <a:gd name="T19" fmla="*/ 19 h 278"/>
              <a:gd name="T20" fmla="*/ 485 w 737"/>
              <a:gd name="T21" fmla="*/ 268 h 278"/>
              <a:gd name="T22" fmla="*/ 30 w 737"/>
              <a:gd name="T23" fmla="*/ 268 h 278"/>
              <a:gd name="T24" fmla="*/ 15 w 737"/>
              <a:gd name="T25" fmla="*/ 278 h 278"/>
              <a:gd name="T26" fmla="*/ 0 w 737"/>
              <a:gd name="T27" fmla="*/ 263 h 278"/>
              <a:gd name="T28" fmla="*/ 15 w 737"/>
              <a:gd name="T29" fmla="*/ 24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7" h="278">
                <a:moveTo>
                  <a:pt x="15" y="247"/>
                </a:moveTo>
                <a:cubicBezTo>
                  <a:pt x="24" y="247"/>
                  <a:pt x="30" y="253"/>
                  <a:pt x="31" y="261"/>
                </a:cubicBezTo>
                <a:cubicBezTo>
                  <a:pt x="479" y="261"/>
                  <a:pt x="479" y="261"/>
                  <a:pt x="479" y="261"/>
                </a:cubicBezTo>
                <a:cubicBezTo>
                  <a:pt x="479" y="13"/>
                  <a:pt x="479" y="13"/>
                  <a:pt x="479" y="13"/>
                </a:cubicBezTo>
                <a:cubicBezTo>
                  <a:pt x="706" y="13"/>
                  <a:pt x="706" y="13"/>
                  <a:pt x="706" y="13"/>
                </a:cubicBezTo>
                <a:cubicBezTo>
                  <a:pt x="708" y="5"/>
                  <a:pt x="714" y="0"/>
                  <a:pt x="722" y="0"/>
                </a:cubicBezTo>
                <a:cubicBezTo>
                  <a:pt x="730" y="0"/>
                  <a:pt x="737" y="7"/>
                  <a:pt x="737" y="16"/>
                </a:cubicBezTo>
                <a:cubicBezTo>
                  <a:pt x="737" y="24"/>
                  <a:pt x="730" y="31"/>
                  <a:pt x="722" y="31"/>
                </a:cubicBezTo>
                <a:cubicBezTo>
                  <a:pt x="714" y="31"/>
                  <a:pt x="708" y="26"/>
                  <a:pt x="706" y="19"/>
                </a:cubicBezTo>
                <a:cubicBezTo>
                  <a:pt x="485" y="19"/>
                  <a:pt x="485" y="19"/>
                  <a:pt x="485" y="19"/>
                </a:cubicBezTo>
                <a:cubicBezTo>
                  <a:pt x="485" y="268"/>
                  <a:pt x="485" y="268"/>
                  <a:pt x="485" y="268"/>
                </a:cubicBezTo>
                <a:cubicBezTo>
                  <a:pt x="30" y="268"/>
                  <a:pt x="30" y="268"/>
                  <a:pt x="30" y="268"/>
                </a:cubicBezTo>
                <a:cubicBezTo>
                  <a:pt x="28" y="274"/>
                  <a:pt x="23" y="278"/>
                  <a:pt x="15" y="278"/>
                </a:cubicBezTo>
                <a:cubicBezTo>
                  <a:pt x="8" y="278"/>
                  <a:pt x="0" y="271"/>
                  <a:pt x="0" y="263"/>
                </a:cubicBezTo>
                <a:cubicBezTo>
                  <a:pt x="0" y="254"/>
                  <a:pt x="7" y="247"/>
                  <a:pt x="15" y="247"/>
                </a:cubicBezTo>
                <a:close/>
              </a:path>
            </a:pathLst>
          </a:custGeom>
          <a:solidFill>
            <a:srgbClr val="BBBCBC"/>
          </a:solidFill>
          <a:ln>
            <a:solidFill>
              <a:schemeClr val="tx2"/>
            </a:solidFill>
          </a:ln>
        </p:spPr>
        <p:txBody>
          <a:bodyPr vert="horz" wrap="square" lIns="74295" tIns="37148" rIns="74295" bIns="37148" numCol="1" anchor="t" anchorCtr="0" compatLnSpc="1">
            <a:prstTxWarp prst="textNoShape">
              <a:avLst/>
            </a:prstTxWarp>
          </a:bodyPr>
          <a:lstStyle/>
          <a:p>
            <a:pPr defTabSz="742969">
              <a:defRPr/>
            </a:pPr>
            <a:endParaRPr lang="zh-CN" altLang="en-US" sz="1000">
              <a:solidFill>
                <a:prstClr val="black"/>
              </a:solidFill>
              <a:latin typeface="Aptos" panose="020B0004020202020204" pitchFamily="34" charset="0"/>
            </a:endParaRPr>
          </a:p>
        </p:txBody>
      </p:sp>
      <p:sp>
        <p:nvSpPr>
          <p:cNvPr id="13" name="Freeform 219">
            <a:extLst>
              <a:ext uri="{FF2B5EF4-FFF2-40B4-BE49-F238E27FC236}">
                <a16:creationId xmlns:a16="http://schemas.microsoft.com/office/drawing/2014/main" id="{26EDF01B-DA90-664F-B13C-9D50DE3DB84C}"/>
              </a:ext>
            </a:extLst>
          </p:cNvPr>
          <p:cNvSpPr>
            <a:spLocks/>
          </p:cNvSpPr>
          <p:nvPr/>
        </p:nvSpPr>
        <p:spPr bwMode="auto">
          <a:xfrm>
            <a:off x="1560714" y="3025927"/>
            <a:ext cx="1778695" cy="668139"/>
          </a:xfrm>
          <a:custGeom>
            <a:avLst/>
            <a:gdLst>
              <a:gd name="T0" fmla="*/ 722 w 738"/>
              <a:gd name="T1" fmla="*/ 247 h 278"/>
              <a:gd name="T2" fmla="*/ 706 w 738"/>
              <a:gd name="T3" fmla="*/ 261 h 278"/>
              <a:gd name="T4" fmla="*/ 258 w 738"/>
              <a:gd name="T5" fmla="*/ 261 h 278"/>
              <a:gd name="T6" fmla="*/ 258 w 738"/>
              <a:gd name="T7" fmla="*/ 12 h 278"/>
              <a:gd name="T8" fmla="*/ 31 w 738"/>
              <a:gd name="T9" fmla="*/ 12 h 278"/>
              <a:gd name="T10" fmla="*/ 16 w 738"/>
              <a:gd name="T11" fmla="*/ 0 h 278"/>
              <a:gd name="T12" fmla="*/ 0 w 738"/>
              <a:gd name="T13" fmla="*/ 15 h 278"/>
              <a:gd name="T14" fmla="*/ 16 w 738"/>
              <a:gd name="T15" fmla="*/ 31 h 278"/>
              <a:gd name="T16" fmla="*/ 31 w 738"/>
              <a:gd name="T17" fmla="*/ 19 h 278"/>
              <a:gd name="T18" fmla="*/ 252 w 738"/>
              <a:gd name="T19" fmla="*/ 19 h 278"/>
              <a:gd name="T20" fmla="*/ 252 w 738"/>
              <a:gd name="T21" fmla="*/ 267 h 278"/>
              <a:gd name="T22" fmla="*/ 707 w 738"/>
              <a:gd name="T23" fmla="*/ 267 h 278"/>
              <a:gd name="T24" fmla="*/ 722 w 738"/>
              <a:gd name="T25" fmla="*/ 278 h 278"/>
              <a:gd name="T26" fmla="*/ 738 w 738"/>
              <a:gd name="T27" fmla="*/ 262 h 278"/>
              <a:gd name="T28" fmla="*/ 722 w 738"/>
              <a:gd name="T29" fmla="*/ 24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8" h="278">
                <a:moveTo>
                  <a:pt x="722" y="247"/>
                </a:moveTo>
                <a:cubicBezTo>
                  <a:pt x="713" y="247"/>
                  <a:pt x="707" y="253"/>
                  <a:pt x="706" y="261"/>
                </a:cubicBezTo>
                <a:cubicBezTo>
                  <a:pt x="258" y="261"/>
                  <a:pt x="258" y="261"/>
                  <a:pt x="258" y="261"/>
                </a:cubicBezTo>
                <a:cubicBezTo>
                  <a:pt x="258" y="12"/>
                  <a:pt x="258" y="12"/>
                  <a:pt x="258" y="12"/>
                </a:cubicBezTo>
                <a:cubicBezTo>
                  <a:pt x="31" y="12"/>
                  <a:pt x="31" y="12"/>
                  <a:pt x="31" y="12"/>
                </a:cubicBezTo>
                <a:cubicBezTo>
                  <a:pt x="30" y="5"/>
                  <a:pt x="23" y="0"/>
                  <a:pt x="16" y="0"/>
                </a:cubicBezTo>
                <a:cubicBezTo>
                  <a:pt x="7" y="0"/>
                  <a:pt x="0" y="7"/>
                  <a:pt x="0" y="15"/>
                </a:cubicBezTo>
                <a:cubicBezTo>
                  <a:pt x="0" y="24"/>
                  <a:pt x="7" y="31"/>
                  <a:pt x="16" y="31"/>
                </a:cubicBezTo>
                <a:cubicBezTo>
                  <a:pt x="23" y="31"/>
                  <a:pt x="29" y="26"/>
                  <a:pt x="31" y="19"/>
                </a:cubicBezTo>
                <a:cubicBezTo>
                  <a:pt x="252" y="19"/>
                  <a:pt x="252" y="19"/>
                  <a:pt x="252" y="19"/>
                </a:cubicBezTo>
                <a:cubicBezTo>
                  <a:pt x="252" y="267"/>
                  <a:pt x="252" y="267"/>
                  <a:pt x="252" y="267"/>
                </a:cubicBezTo>
                <a:cubicBezTo>
                  <a:pt x="707" y="267"/>
                  <a:pt x="707" y="267"/>
                  <a:pt x="707" y="267"/>
                </a:cubicBezTo>
                <a:cubicBezTo>
                  <a:pt x="709" y="274"/>
                  <a:pt x="714" y="278"/>
                  <a:pt x="722" y="278"/>
                </a:cubicBezTo>
                <a:cubicBezTo>
                  <a:pt x="730" y="278"/>
                  <a:pt x="738" y="271"/>
                  <a:pt x="738" y="262"/>
                </a:cubicBezTo>
                <a:cubicBezTo>
                  <a:pt x="738" y="254"/>
                  <a:pt x="730" y="247"/>
                  <a:pt x="722" y="247"/>
                </a:cubicBezTo>
                <a:close/>
              </a:path>
            </a:pathLst>
          </a:custGeom>
          <a:solidFill>
            <a:srgbClr val="BBBCBC"/>
          </a:solidFill>
          <a:ln>
            <a:solidFill>
              <a:schemeClr val="tx2"/>
            </a:solidFill>
          </a:ln>
        </p:spPr>
        <p:txBody>
          <a:bodyPr vert="horz" wrap="square" lIns="74295" tIns="37148" rIns="74295" bIns="37148" numCol="1" anchor="t" anchorCtr="0" compatLnSpc="1">
            <a:prstTxWarp prst="textNoShape">
              <a:avLst/>
            </a:prstTxWarp>
          </a:bodyPr>
          <a:lstStyle/>
          <a:p>
            <a:pPr defTabSz="742969">
              <a:defRPr/>
            </a:pPr>
            <a:endParaRPr lang="zh-CN" altLang="en-US" sz="1000">
              <a:solidFill>
                <a:prstClr val="black"/>
              </a:solidFill>
              <a:latin typeface="Aptos" panose="020B0004020202020204" pitchFamily="34" charset="0"/>
            </a:endParaRPr>
          </a:p>
        </p:txBody>
      </p:sp>
      <p:sp>
        <p:nvSpPr>
          <p:cNvPr id="16" name="文本框 337">
            <a:extLst>
              <a:ext uri="{FF2B5EF4-FFF2-40B4-BE49-F238E27FC236}">
                <a16:creationId xmlns:a16="http://schemas.microsoft.com/office/drawing/2014/main" id="{2C1F93CD-E5D8-E946-BC04-EB789263D3AD}"/>
              </a:ext>
            </a:extLst>
          </p:cNvPr>
          <p:cNvSpPr txBox="1"/>
          <p:nvPr/>
        </p:nvSpPr>
        <p:spPr>
          <a:xfrm>
            <a:off x="561082" y="2973362"/>
            <a:ext cx="1325960" cy="1006686"/>
          </a:xfrm>
          <a:prstGeom prst="rect">
            <a:avLst/>
          </a:prstGeom>
          <a:noFill/>
        </p:spPr>
        <p:txBody>
          <a:bodyPr wrap="square" lIns="0" tIns="0" rIns="0" bIns="0" rtlCol="0">
            <a:spAutoFit/>
          </a:bodyPr>
          <a:lstStyle/>
          <a:p>
            <a:pPr marL="165104" indent="-165104" defTabSz="742969">
              <a:spcBef>
                <a:spcPts val="488"/>
              </a:spcBef>
              <a:buSzPct val="100000"/>
              <a:buFont typeface="Arial"/>
              <a:buChar char="•"/>
              <a:defRPr/>
            </a:pPr>
            <a:r>
              <a:rPr lang="en-US" altLang="zh-CN" sz="975" dirty="0">
                <a:solidFill>
                  <a:prstClr val="white"/>
                </a:solidFill>
                <a:latin typeface="Calibri Light"/>
              </a:rPr>
              <a:t>XXXXX</a:t>
            </a:r>
          </a:p>
          <a:p>
            <a:pPr marL="165104" indent="-165104" defTabSz="742969">
              <a:spcBef>
                <a:spcPts val="488"/>
              </a:spcBef>
              <a:buSzPct val="100000"/>
              <a:buFont typeface="Arial"/>
              <a:buChar char="•"/>
              <a:defRPr/>
            </a:pPr>
            <a:r>
              <a:rPr lang="en-US" altLang="zh-CN" sz="975" dirty="0">
                <a:solidFill>
                  <a:prstClr val="white"/>
                </a:solidFill>
                <a:latin typeface="Calibri Light"/>
              </a:rPr>
              <a:t>XXXXX</a:t>
            </a:r>
          </a:p>
          <a:p>
            <a:pPr marL="165104" indent="-165104" defTabSz="742969">
              <a:spcBef>
                <a:spcPts val="488"/>
              </a:spcBef>
              <a:buSzPct val="100000"/>
              <a:buFont typeface="Arial"/>
              <a:buChar char="•"/>
              <a:defRPr/>
            </a:pPr>
            <a:r>
              <a:rPr lang="en-US" altLang="zh-CN" sz="975" dirty="0">
                <a:solidFill>
                  <a:prstClr val="white"/>
                </a:solidFill>
                <a:latin typeface="Calibri Light"/>
              </a:rPr>
              <a:t>XXXXX</a:t>
            </a:r>
            <a:endParaRPr lang="zh-CN" altLang="en-US" sz="975" dirty="0">
              <a:solidFill>
                <a:prstClr val="white"/>
              </a:solidFill>
              <a:latin typeface="Calibri Light"/>
            </a:endParaRPr>
          </a:p>
          <a:p>
            <a:pPr marL="165104" indent="-165104" defTabSz="742969">
              <a:spcBef>
                <a:spcPts val="488"/>
              </a:spcBef>
              <a:buSzPct val="100000"/>
              <a:buFont typeface="Arial"/>
              <a:buChar char="•"/>
              <a:defRPr/>
            </a:pPr>
            <a:endParaRPr lang="zh-CN" altLang="en-US" sz="975" dirty="0">
              <a:solidFill>
                <a:prstClr val="white"/>
              </a:solidFill>
              <a:latin typeface="Calibri Light"/>
            </a:endParaRPr>
          </a:p>
          <a:p>
            <a:pPr marL="165104" indent="-165104" defTabSz="742969">
              <a:spcBef>
                <a:spcPts val="488"/>
              </a:spcBef>
              <a:buSzPct val="100000"/>
              <a:buFont typeface="Arial"/>
              <a:buChar char="•"/>
              <a:defRPr/>
            </a:pPr>
            <a:endParaRPr lang="en-US" sz="975" dirty="0">
              <a:solidFill>
                <a:prstClr val="white"/>
              </a:solidFill>
              <a:latin typeface="Calibri Light"/>
            </a:endParaRPr>
          </a:p>
        </p:txBody>
      </p:sp>
      <p:sp>
        <p:nvSpPr>
          <p:cNvPr id="17" name="文本框 338">
            <a:extLst>
              <a:ext uri="{FF2B5EF4-FFF2-40B4-BE49-F238E27FC236}">
                <a16:creationId xmlns:a16="http://schemas.microsoft.com/office/drawing/2014/main" id="{3C92380F-CD14-0849-A9F8-108A7C9FFCD8}"/>
              </a:ext>
            </a:extLst>
          </p:cNvPr>
          <p:cNvSpPr txBox="1"/>
          <p:nvPr/>
        </p:nvSpPr>
        <p:spPr>
          <a:xfrm>
            <a:off x="7650963" y="4635650"/>
            <a:ext cx="1325960" cy="1006686"/>
          </a:xfrm>
          <a:prstGeom prst="rect">
            <a:avLst/>
          </a:prstGeom>
          <a:noFill/>
        </p:spPr>
        <p:txBody>
          <a:bodyPr wrap="square" lIns="0" tIns="0" rIns="0" bIns="0" rtlCol="0">
            <a:spAutoFit/>
          </a:bodyPr>
          <a:lstStyle/>
          <a:p>
            <a:pPr marL="165104" indent="-165104" defTabSz="742969">
              <a:spcBef>
                <a:spcPts val="488"/>
              </a:spcBef>
              <a:buSzPct val="100000"/>
              <a:buFont typeface="Arial"/>
              <a:buChar char="•"/>
              <a:defRPr/>
            </a:pPr>
            <a:r>
              <a:rPr lang="en-US" altLang="zh-CN" sz="975" dirty="0">
                <a:solidFill>
                  <a:prstClr val="white"/>
                </a:solidFill>
                <a:latin typeface="Calibri Light"/>
              </a:rPr>
              <a:t>XXXXX</a:t>
            </a:r>
          </a:p>
          <a:p>
            <a:pPr marL="165104" indent="-165104" defTabSz="742969">
              <a:spcBef>
                <a:spcPts val="488"/>
              </a:spcBef>
              <a:buSzPct val="100000"/>
              <a:buFont typeface="Arial"/>
              <a:buChar char="•"/>
              <a:defRPr/>
            </a:pPr>
            <a:r>
              <a:rPr lang="en-US" altLang="zh-CN" sz="975" dirty="0">
                <a:solidFill>
                  <a:prstClr val="white"/>
                </a:solidFill>
                <a:latin typeface="Calibri Light"/>
              </a:rPr>
              <a:t>XXXXX</a:t>
            </a:r>
          </a:p>
          <a:p>
            <a:pPr marL="165104" indent="-165104" defTabSz="742969">
              <a:spcBef>
                <a:spcPts val="488"/>
              </a:spcBef>
              <a:buSzPct val="100000"/>
              <a:buFont typeface="Arial"/>
              <a:buChar char="•"/>
              <a:defRPr/>
            </a:pPr>
            <a:r>
              <a:rPr lang="en-US" altLang="zh-CN" sz="975" dirty="0">
                <a:solidFill>
                  <a:prstClr val="white"/>
                </a:solidFill>
                <a:latin typeface="Calibri Light"/>
              </a:rPr>
              <a:t>XXXXX</a:t>
            </a:r>
            <a:endParaRPr lang="zh-CN" altLang="en-US" sz="975" dirty="0">
              <a:solidFill>
                <a:prstClr val="white"/>
              </a:solidFill>
              <a:latin typeface="Calibri Light"/>
            </a:endParaRPr>
          </a:p>
          <a:p>
            <a:pPr marL="165104" indent="-165104" defTabSz="742969">
              <a:spcBef>
                <a:spcPts val="488"/>
              </a:spcBef>
              <a:buSzPct val="100000"/>
              <a:buFont typeface="Arial"/>
              <a:buChar char="•"/>
              <a:defRPr/>
            </a:pPr>
            <a:endParaRPr lang="zh-CN" altLang="en-US" sz="975" dirty="0">
              <a:solidFill>
                <a:prstClr val="white"/>
              </a:solidFill>
              <a:latin typeface="Calibri Light"/>
            </a:endParaRPr>
          </a:p>
          <a:p>
            <a:pPr marL="165104" indent="-165104" defTabSz="742969">
              <a:spcBef>
                <a:spcPts val="488"/>
              </a:spcBef>
              <a:buSzPct val="100000"/>
              <a:buFont typeface="Arial"/>
              <a:buChar char="•"/>
              <a:defRPr/>
            </a:pPr>
            <a:endParaRPr lang="en-US" sz="975" dirty="0">
              <a:solidFill>
                <a:prstClr val="white"/>
              </a:solidFill>
              <a:latin typeface="Calibri Light"/>
            </a:endParaRPr>
          </a:p>
        </p:txBody>
      </p:sp>
      <p:sp>
        <p:nvSpPr>
          <p:cNvPr id="18" name="文本框 339">
            <a:extLst>
              <a:ext uri="{FF2B5EF4-FFF2-40B4-BE49-F238E27FC236}">
                <a16:creationId xmlns:a16="http://schemas.microsoft.com/office/drawing/2014/main" id="{90793AD6-E764-EE4F-A440-D4B6B2C857B2}"/>
              </a:ext>
            </a:extLst>
          </p:cNvPr>
          <p:cNvSpPr txBox="1"/>
          <p:nvPr/>
        </p:nvSpPr>
        <p:spPr>
          <a:xfrm>
            <a:off x="8301829" y="2973362"/>
            <a:ext cx="1325960" cy="1006686"/>
          </a:xfrm>
          <a:prstGeom prst="rect">
            <a:avLst/>
          </a:prstGeom>
          <a:noFill/>
        </p:spPr>
        <p:txBody>
          <a:bodyPr wrap="square" lIns="0" tIns="0" rIns="0" bIns="0" rtlCol="0">
            <a:spAutoFit/>
          </a:bodyPr>
          <a:lstStyle/>
          <a:p>
            <a:pPr marL="165104" indent="-165104" defTabSz="742969">
              <a:spcBef>
                <a:spcPts val="488"/>
              </a:spcBef>
              <a:buSzPct val="100000"/>
              <a:buFont typeface="Arial"/>
              <a:buChar char="•"/>
              <a:defRPr/>
            </a:pPr>
            <a:r>
              <a:rPr lang="en-US" altLang="zh-CN" sz="975" dirty="0">
                <a:solidFill>
                  <a:prstClr val="white"/>
                </a:solidFill>
                <a:latin typeface="Calibri Light"/>
              </a:rPr>
              <a:t>XXXXX</a:t>
            </a:r>
          </a:p>
          <a:p>
            <a:pPr marL="165104" indent="-165104" defTabSz="742969">
              <a:spcBef>
                <a:spcPts val="488"/>
              </a:spcBef>
              <a:buSzPct val="100000"/>
              <a:buFont typeface="Arial"/>
              <a:buChar char="•"/>
              <a:defRPr/>
            </a:pPr>
            <a:r>
              <a:rPr lang="en-US" altLang="zh-CN" sz="975" dirty="0">
                <a:solidFill>
                  <a:prstClr val="white"/>
                </a:solidFill>
                <a:latin typeface="Calibri Light"/>
              </a:rPr>
              <a:t>XXXXX</a:t>
            </a:r>
          </a:p>
          <a:p>
            <a:pPr marL="165104" indent="-165104" defTabSz="742969">
              <a:spcBef>
                <a:spcPts val="488"/>
              </a:spcBef>
              <a:buSzPct val="100000"/>
              <a:buFont typeface="Arial"/>
              <a:buChar char="•"/>
              <a:defRPr/>
            </a:pPr>
            <a:r>
              <a:rPr lang="en-US" altLang="zh-CN" sz="975" dirty="0">
                <a:solidFill>
                  <a:prstClr val="white"/>
                </a:solidFill>
                <a:latin typeface="Calibri Light"/>
              </a:rPr>
              <a:t>XXXXX</a:t>
            </a:r>
            <a:endParaRPr lang="zh-CN" altLang="en-US" sz="975" dirty="0">
              <a:solidFill>
                <a:prstClr val="white"/>
              </a:solidFill>
              <a:latin typeface="Calibri Light"/>
            </a:endParaRPr>
          </a:p>
          <a:p>
            <a:pPr marL="165104" indent="-165104" defTabSz="742969">
              <a:spcBef>
                <a:spcPts val="488"/>
              </a:spcBef>
              <a:buSzPct val="100000"/>
              <a:buFont typeface="Arial"/>
              <a:buChar char="•"/>
              <a:defRPr/>
            </a:pPr>
            <a:endParaRPr lang="zh-CN" altLang="en-US" sz="975" dirty="0">
              <a:solidFill>
                <a:prstClr val="white"/>
              </a:solidFill>
              <a:latin typeface="Calibri Light"/>
            </a:endParaRPr>
          </a:p>
          <a:p>
            <a:pPr marL="165104" indent="-165104" defTabSz="742969">
              <a:spcBef>
                <a:spcPts val="488"/>
              </a:spcBef>
              <a:buSzPct val="100000"/>
              <a:buFont typeface="Arial"/>
              <a:buChar char="•"/>
              <a:defRPr/>
            </a:pPr>
            <a:endParaRPr lang="en-US" sz="975" dirty="0">
              <a:solidFill>
                <a:prstClr val="white"/>
              </a:solidFill>
              <a:latin typeface="Calibri Light"/>
            </a:endParaRPr>
          </a:p>
        </p:txBody>
      </p:sp>
      <p:grpSp>
        <p:nvGrpSpPr>
          <p:cNvPr id="20" name="Group 19">
            <a:extLst>
              <a:ext uri="{FF2B5EF4-FFF2-40B4-BE49-F238E27FC236}">
                <a16:creationId xmlns:a16="http://schemas.microsoft.com/office/drawing/2014/main" id="{80C48BC1-3A61-0A46-8EC1-5EA8AAC5EF10}"/>
              </a:ext>
            </a:extLst>
          </p:cNvPr>
          <p:cNvGrpSpPr/>
          <p:nvPr/>
        </p:nvGrpSpPr>
        <p:grpSpPr>
          <a:xfrm>
            <a:off x="3003501" y="1888966"/>
            <a:ext cx="3607501" cy="3746956"/>
            <a:chOff x="567554" y="1718528"/>
            <a:chExt cx="4440001" cy="4611638"/>
          </a:xfrm>
        </p:grpSpPr>
        <p:grpSp>
          <p:nvGrpSpPr>
            <p:cNvPr id="21" name="Group 20">
              <a:extLst>
                <a:ext uri="{FF2B5EF4-FFF2-40B4-BE49-F238E27FC236}">
                  <a16:creationId xmlns:a16="http://schemas.microsoft.com/office/drawing/2014/main" id="{E2FD73FF-82F7-0941-998E-F6BD255BEAD1}"/>
                </a:ext>
              </a:extLst>
            </p:cNvPr>
            <p:cNvGrpSpPr/>
            <p:nvPr/>
          </p:nvGrpSpPr>
          <p:grpSpPr>
            <a:xfrm>
              <a:off x="567554" y="1718528"/>
              <a:ext cx="4440001" cy="4611638"/>
              <a:chOff x="567554" y="1869449"/>
              <a:chExt cx="4440001" cy="4611638"/>
            </a:xfrm>
          </p:grpSpPr>
          <p:sp>
            <p:nvSpPr>
              <p:cNvPr id="26" name="Freeform 12">
                <a:extLst>
                  <a:ext uri="{FF2B5EF4-FFF2-40B4-BE49-F238E27FC236}">
                    <a16:creationId xmlns:a16="http://schemas.microsoft.com/office/drawing/2014/main" id="{9AC1D823-D514-9443-8284-94112EEF7754}"/>
                  </a:ext>
                </a:extLst>
              </p:cNvPr>
              <p:cNvSpPr>
                <a:spLocks/>
              </p:cNvSpPr>
              <p:nvPr/>
            </p:nvSpPr>
            <p:spPr bwMode="gray">
              <a:xfrm flipH="1">
                <a:off x="591158" y="2294418"/>
                <a:ext cx="4392793" cy="1190299"/>
              </a:xfrm>
              <a:custGeom>
                <a:avLst/>
                <a:gdLst/>
                <a:ahLst/>
                <a:cxnLst>
                  <a:cxn ang="0">
                    <a:pos x="0" y="0"/>
                  </a:cxn>
                  <a:cxn ang="0">
                    <a:pos x="209" y="417"/>
                  </a:cxn>
                  <a:cxn ang="0">
                    <a:pos x="890" y="531"/>
                  </a:cxn>
                  <a:cxn ang="0">
                    <a:pos x="1561" y="417"/>
                  </a:cxn>
                  <a:cxn ang="0">
                    <a:pos x="1768" y="1"/>
                  </a:cxn>
                  <a:cxn ang="0">
                    <a:pos x="887" y="130"/>
                  </a:cxn>
                  <a:cxn ang="0">
                    <a:pos x="0" y="0"/>
                  </a:cxn>
                </a:cxnLst>
                <a:rect l="0" t="0" r="r" b="b"/>
                <a:pathLst>
                  <a:path w="1768" h="531">
                    <a:moveTo>
                      <a:pt x="0" y="0"/>
                    </a:moveTo>
                    <a:cubicBezTo>
                      <a:pt x="53" y="54"/>
                      <a:pt x="177" y="342"/>
                      <a:pt x="209" y="417"/>
                    </a:cubicBezTo>
                    <a:cubicBezTo>
                      <a:pt x="358" y="504"/>
                      <a:pt x="665" y="531"/>
                      <a:pt x="890" y="531"/>
                    </a:cubicBezTo>
                    <a:cubicBezTo>
                      <a:pt x="1115" y="531"/>
                      <a:pt x="1415" y="505"/>
                      <a:pt x="1561" y="417"/>
                    </a:cubicBezTo>
                    <a:cubicBezTo>
                      <a:pt x="1583" y="351"/>
                      <a:pt x="1719" y="59"/>
                      <a:pt x="1768" y="1"/>
                    </a:cubicBezTo>
                    <a:cubicBezTo>
                      <a:pt x="1606" y="111"/>
                      <a:pt x="1182" y="130"/>
                      <a:pt x="887" y="130"/>
                    </a:cubicBezTo>
                    <a:cubicBezTo>
                      <a:pt x="592" y="130"/>
                      <a:pt x="145" y="103"/>
                      <a:pt x="0" y="0"/>
                    </a:cubicBezTo>
                    <a:close/>
                  </a:path>
                </a:pathLst>
              </a:custGeom>
              <a:solidFill>
                <a:schemeClr val="accent1"/>
              </a:solidFill>
              <a:ln w="9525" cap="flat" cmpd="sng">
                <a:noFill/>
                <a:prstDash val="solid"/>
                <a:round/>
                <a:headEnd type="none" w="med" len="med"/>
                <a:tailEnd type="none" w="med" len="med"/>
              </a:ln>
              <a:effectLst/>
            </p:spPr>
            <p:txBody>
              <a:bodyPr wrap="none" lIns="0" tIns="0" rIns="0" bIns="0" anchor="ctr"/>
              <a:lstStyle/>
              <a:p>
                <a:pPr algn="ctr" defTabSz="742969">
                  <a:spcBef>
                    <a:spcPct val="50000"/>
                  </a:spcBef>
                  <a:defRPr/>
                </a:pPr>
                <a:endParaRPr lang="en-US" sz="1000">
                  <a:solidFill>
                    <a:srgbClr val="000000"/>
                  </a:solidFill>
                  <a:latin typeface="Aptos" panose="020B0004020202020204" pitchFamily="34" charset="0"/>
                </a:endParaRPr>
              </a:p>
            </p:txBody>
          </p:sp>
          <p:sp>
            <p:nvSpPr>
              <p:cNvPr id="27" name="Oval 13">
                <a:extLst>
                  <a:ext uri="{FF2B5EF4-FFF2-40B4-BE49-F238E27FC236}">
                    <a16:creationId xmlns:a16="http://schemas.microsoft.com/office/drawing/2014/main" id="{DB8B8AC9-39B4-2840-9656-4ACB584BB45B}"/>
                  </a:ext>
                </a:extLst>
              </p:cNvPr>
              <p:cNvSpPr>
                <a:spLocks noChangeArrowheads="1"/>
              </p:cNvSpPr>
              <p:nvPr/>
            </p:nvSpPr>
            <p:spPr bwMode="gray">
              <a:xfrm>
                <a:off x="567554" y="1869449"/>
                <a:ext cx="4440001" cy="620432"/>
              </a:xfrm>
              <a:prstGeom prst="ellipse">
                <a:avLst/>
              </a:prstGeom>
              <a:solidFill>
                <a:schemeClr val="bg1">
                  <a:lumMod val="85000"/>
                </a:schemeClr>
              </a:solidFill>
              <a:ln w="9525">
                <a:noFill/>
                <a:round/>
                <a:headEnd/>
                <a:tailEnd/>
              </a:ln>
              <a:effectLst/>
            </p:spPr>
            <p:txBody>
              <a:bodyPr wrap="none" lIns="0" tIns="0" rIns="0" bIns="0" anchor="ctr"/>
              <a:lstStyle/>
              <a:p>
                <a:pPr algn="ctr" defTabSz="742969">
                  <a:spcBef>
                    <a:spcPct val="50000"/>
                  </a:spcBef>
                  <a:defRPr/>
                </a:pPr>
                <a:endParaRPr lang="en-US" sz="1000">
                  <a:solidFill>
                    <a:srgbClr val="FFFFFF"/>
                  </a:solidFill>
                  <a:latin typeface="Aptos" panose="020B0004020202020204" pitchFamily="34" charset="0"/>
                </a:endParaRPr>
              </a:p>
            </p:txBody>
          </p:sp>
          <p:sp>
            <p:nvSpPr>
              <p:cNvPr id="28" name="Freeform 14">
                <a:extLst>
                  <a:ext uri="{FF2B5EF4-FFF2-40B4-BE49-F238E27FC236}">
                    <a16:creationId xmlns:a16="http://schemas.microsoft.com/office/drawing/2014/main" id="{F1E304B8-7250-B44D-84E3-73B09FED3602}"/>
                  </a:ext>
                </a:extLst>
              </p:cNvPr>
              <p:cNvSpPr>
                <a:spLocks/>
              </p:cNvSpPr>
              <p:nvPr/>
            </p:nvSpPr>
            <p:spPr bwMode="gray">
              <a:xfrm>
                <a:off x="1084941" y="3289254"/>
                <a:ext cx="3405226" cy="1202163"/>
              </a:xfrm>
              <a:custGeom>
                <a:avLst/>
                <a:gdLst/>
                <a:ahLst/>
                <a:cxnLst>
                  <a:cxn ang="0">
                    <a:pos x="1366" y="0"/>
                  </a:cxn>
                  <a:cxn ang="0">
                    <a:pos x="1205" y="417"/>
                  </a:cxn>
                  <a:cxn ang="0">
                    <a:pos x="678" y="531"/>
                  </a:cxn>
                  <a:cxn ang="0">
                    <a:pos x="160" y="417"/>
                  </a:cxn>
                  <a:cxn ang="0">
                    <a:pos x="0" y="1"/>
                  </a:cxn>
                  <a:cxn ang="0">
                    <a:pos x="681" y="130"/>
                  </a:cxn>
                  <a:cxn ang="0">
                    <a:pos x="1366" y="0"/>
                  </a:cxn>
                </a:cxnLst>
                <a:rect l="0" t="0" r="r" b="b"/>
                <a:pathLst>
                  <a:path w="1366" h="531">
                    <a:moveTo>
                      <a:pt x="1366" y="0"/>
                    </a:moveTo>
                    <a:cubicBezTo>
                      <a:pt x="1325" y="54"/>
                      <a:pt x="1229" y="342"/>
                      <a:pt x="1205" y="417"/>
                    </a:cubicBezTo>
                    <a:cubicBezTo>
                      <a:pt x="1088" y="507"/>
                      <a:pt x="852" y="531"/>
                      <a:pt x="678" y="531"/>
                    </a:cubicBezTo>
                    <a:cubicBezTo>
                      <a:pt x="505" y="531"/>
                      <a:pt x="272" y="511"/>
                      <a:pt x="160" y="417"/>
                    </a:cubicBezTo>
                    <a:cubicBezTo>
                      <a:pt x="143" y="351"/>
                      <a:pt x="38" y="59"/>
                      <a:pt x="0" y="1"/>
                    </a:cubicBezTo>
                    <a:cubicBezTo>
                      <a:pt x="130" y="103"/>
                      <a:pt x="453" y="130"/>
                      <a:pt x="681" y="130"/>
                    </a:cubicBezTo>
                    <a:cubicBezTo>
                      <a:pt x="909" y="130"/>
                      <a:pt x="1250" y="93"/>
                      <a:pt x="1366" y="0"/>
                    </a:cubicBezTo>
                    <a:close/>
                  </a:path>
                </a:pathLst>
              </a:custGeom>
              <a:solidFill>
                <a:schemeClr val="accent2"/>
              </a:solidFill>
              <a:ln w="9525" cap="flat" cmpd="sng">
                <a:noFill/>
                <a:prstDash val="solid"/>
                <a:round/>
                <a:headEnd type="none" w="med" len="med"/>
                <a:tailEnd type="none" w="med" len="med"/>
              </a:ln>
              <a:effectLst/>
            </p:spPr>
            <p:txBody>
              <a:bodyPr wrap="none" lIns="0" tIns="0" rIns="0" bIns="0" anchor="ctr"/>
              <a:lstStyle/>
              <a:p>
                <a:pPr algn="ctr" defTabSz="742969">
                  <a:spcBef>
                    <a:spcPct val="50000"/>
                  </a:spcBef>
                  <a:defRPr/>
                </a:pPr>
                <a:endParaRPr lang="en-US" sz="1000">
                  <a:solidFill>
                    <a:srgbClr val="000000"/>
                  </a:solidFill>
                  <a:latin typeface="Aptos" panose="020B0004020202020204" pitchFamily="34" charset="0"/>
                </a:endParaRPr>
              </a:p>
            </p:txBody>
          </p:sp>
          <p:sp>
            <p:nvSpPr>
              <p:cNvPr id="29" name="Freeform 15">
                <a:extLst>
                  <a:ext uri="{FF2B5EF4-FFF2-40B4-BE49-F238E27FC236}">
                    <a16:creationId xmlns:a16="http://schemas.microsoft.com/office/drawing/2014/main" id="{E549792C-FFBA-7340-9DEF-30739BB88CF8}"/>
                  </a:ext>
                </a:extLst>
              </p:cNvPr>
              <p:cNvSpPr>
                <a:spLocks/>
              </p:cNvSpPr>
              <p:nvPr/>
            </p:nvSpPr>
            <p:spPr bwMode="gray">
              <a:xfrm>
                <a:off x="1470710" y="4295954"/>
                <a:ext cx="2633689" cy="1190299"/>
              </a:xfrm>
              <a:custGeom>
                <a:avLst/>
                <a:gdLst/>
                <a:ahLst/>
                <a:cxnLst>
                  <a:cxn ang="0">
                    <a:pos x="1060" y="0"/>
                  </a:cxn>
                  <a:cxn ang="0">
                    <a:pos x="935" y="417"/>
                  </a:cxn>
                  <a:cxn ang="0">
                    <a:pos x="526" y="531"/>
                  </a:cxn>
                  <a:cxn ang="0">
                    <a:pos x="123" y="415"/>
                  </a:cxn>
                  <a:cxn ang="0">
                    <a:pos x="0" y="1"/>
                  </a:cxn>
                  <a:cxn ang="0">
                    <a:pos x="528" y="130"/>
                  </a:cxn>
                  <a:cxn ang="0">
                    <a:pos x="1060" y="0"/>
                  </a:cxn>
                </a:cxnLst>
                <a:rect l="0" t="0" r="r" b="b"/>
                <a:pathLst>
                  <a:path w="1060" h="531">
                    <a:moveTo>
                      <a:pt x="1060" y="0"/>
                    </a:moveTo>
                    <a:cubicBezTo>
                      <a:pt x="1028" y="54"/>
                      <a:pt x="954" y="342"/>
                      <a:pt x="935" y="417"/>
                    </a:cubicBezTo>
                    <a:cubicBezTo>
                      <a:pt x="843" y="505"/>
                      <a:pt x="661" y="531"/>
                      <a:pt x="526" y="531"/>
                    </a:cubicBezTo>
                    <a:cubicBezTo>
                      <a:pt x="391" y="531"/>
                      <a:pt x="221" y="515"/>
                      <a:pt x="123" y="415"/>
                    </a:cubicBezTo>
                    <a:cubicBezTo>
                      <a:pt x="110" y="349"/>
                      <a:pt x="29" y="59"/>
                      <a:pt x="0" y="1"/>
                    </a:cubicBezTo>
                    <a:cubicBezTo>
                      <a:pt x="97" y="111"/>
                      <a:pt x="351" y="130"/>
                      <a:pt x="528" y="130"/>
                    </a:cubicBezTo>
                    <a:cubicBezTo>
                      <a:pt x="705" y="130"/>
                      <a:pt x="959" y="101"/>
                      <a:pt x="1060" y="0"/>
                    </a:cubicBezTo>
                    <a:close/>
                  </a:path>
                </a:pathLst>
              </a:custGeom>
              <a:solidFill>
                <a:schemeClr val="accent4"/>
              </a:solidFill>
              <a:ln w="9525" cap="flat" cmpd="sng">
                <a:noFill/>
                <a:prstDash val="solid"/>
                <a:round/>
                <a:headEnd type="none" w="med" len="med"/>
                <a:tailEnd type="none" w="med" len="med"/>
              </a:ln>
              <a:effectLst/>
            </p:spPr>
            <p:txBody>
              <a:bodyPr wrap="none" lIns="0" tIns="0" rIns="0" bIns="0" anchor="ctr"/>
              <a:lstStyle/>
              <a:p>
                <a:pPr algn="ctr" defTabSz="742969">
                  <a:spcBef>
                    <a:spcPct val="50000"/>
                  </a:spcBef>
                  <a:defRPr/>
                </a:pPr>
                <a:endParaRPr lang="en-US" sz="1000">
                  <a:solidFill>
                    <a:srgbClr val="000000"/>
                  </a:solidFill>
                  <a:latin typeface="Aptos" panose="020B0004020202020204" pitchFamily="34" charset="0"/>
                </a:endParaRPr>
              </a:p>
            </p:txBody>
          </p:sp>
          <p:sp>
            <p:nvSpPr>
              <p:cNvPr id="30" name="Freeform 16">
                <a:extLst>
                  <a:ext uri="{FF2B5EF4-FFF2-40B4-BE49-F238E27FC236}">
                    <a16:creationId xmlns:a16="http://schemas.microsoft.com/office/drawing/2014/main" id="{A9F39A93-9D0E-AF4C-8FA8-91EB4ECDDDC9}"/>
                  </a:ext>
                </a:extLst>
              </p:cNvPr>
              <p:cNvSpPr>
                <a:spLocks/>
              </p:cNvSpPr>
              <p:nvPr/>
            </p:nvSpPr>
            <p:spPr bwMode="gray">
              <a:xfrm flipH="1">
                <a:off x="1768864" y="5290788"/>
                <a:ext cx="2037381" cy="1190299"/>
              </a:xfrm>
              <a:custGeom>
                <a:avLst/>
                <a:gdLst/>
                <a:ahLst/>
                <a:cxnLst>
                  <a:cxn ang="0">
                    <a:pos x="0" y="0"/>
                  </a:cxn>
                  <a:cxn ang="0">
                    <a:pos x="209" y="417"/>
                  </a:cxn>
                  <a:cxn ang="0">
                    <a:pos x="890" y="531"/>
                  </a:cxn>
                  <a:cxn ang="0">
                    <a:pos x="1561" y="417"/>
                  </a:cxn>
                  <a:cxn ang="0">
                    <a:pos x="1768" y="1"/>
                  </a:cxn>
                  <a:cxn ang="0">
                    <a:pos x="887" y="130"/>
                  </a:cxn>
                  <a:cxn ang="0">
                    <a:pos x="0" y="0"/>
                  </a:cxn>
                </a:cxnLst>
                <a:rect l="0" t="0" r="r" b="b"/>
                <a:pathLst>
                  <a:path w="1768" h="531">
                    <a:moveTo>
                      <a:pt x="0" y="0"/>
                    </a:moveTo>
                    <a:cubicBezTo>
                      <a:pt x="53" y="54"/>
                      <a:pt x="177" y="342"/>
                      <a:pt x="209" y="417"/>
                    </a:cubicBezTo>
                    <a:cubicBezTo>
                      <a:pt x="358" y="504"/>
                      <a:pt x="665" y="531"/>
                      <a:pt x="890" y="531"/>
                    </a:cubicBezTo>
                    <a:cubicBezTo>
                      <a:pt x="1115" y="531"/>
                      <a:pt x="1415" y="505"/>
                      <a:pt x="1561" y="417"/>
                    </a:cubicBezTo>
                    <a:cubicBezTo>
                      <a:pt x="1583" y="351"/>
                      <a:pt x="1719" y="59"/>
                      <a:pt x="1768" y="1"/>
                    </a:cubicBezTo>
                    <a:cubicBezTo>
                      <a:pt x="1606" y="111"/>
                      <a:pt x="1182" y="130"/>
                      <a:pt x="887" y="130"/>
                    </a:cubicBezTo>
                    <a:cubicBezTo>
                      <a:pt x="592" y="130"/>
                      <a:pt x="145" y="103"/>
                      <a:pt x="0" y="0"/>
                    </a:cubicBezTo>
                    <a:close/>
                  </a:path>
                </a:pathLst>
              </a:custGeom>
              <a:solidFill>
                <a:schemeClr val="accent5"/>
              </a:solidFill>
              <a:ln w="9525" cap="flat" cmpd="sng">
                <a:noFill/>
                <a:prstDash val="solid"/>
                <a:round/>
                <a:headEnd type="none" w="med" len="med"/>
                <a:tailEnd type="none" w="med" len="med"/>
              </a:ln>
              <a:effectLst/>
            </p:spPr>
            <p:txBody>
              <a:bodyPr wrap="none" lIns="0" tIns="0" rIns="0" bIns="0" anchor="ctr"/>
              <a:lstStyle/>
              <a:p>
                <a:pPr algn="ctr" defTabSz="742969">
                  <a:spcBef>
                    <a:spcPct val="50000"/>
                  </a:spcBef>
                  <a:defRPr/>
                </a:pPr>
                <a:endParaRPr lang="en-US" sz="1000">
                  <a:solidFill>
                    <a:srgbClr val="000000"/>
                  </a:solidFill>
                  <a:latin typeface="Aptos" panose="020B0004020202020204" pitchFamily="34" charset="0"/>
                </a:endParaRPr>
              </a:p>
            </p:txBody>
          </p:sp>
        </p:grpSp>
        <p:sp>
          <p:nvSpPr>
            <p:cNvPr id="22" name="Text Box 17">
              <a:extLst>
                <a:ext uri="{FF2B5EF4-FFF2-40B4-BE49-F238E27FC236}">
                  <a16:creationId xmlns:a16="http://schemas.microsoft.com/office/drawing/2014/main" id="{09C0029B-0DCF-554B-A699-D5CFF277D251}"/>
                </a:ext>
              </a:extLst>
            </p:cNvPr>
            <p:cNvSpPr txBox="1">
              <a:spLocks noChangeArrowheads="1"/>
            </p:cNvSpPr>
            <p:nvPr/>
          </p:nvSpPr>
          <p:spPr bwMode="gray">
            <a:xfrm>
              <a:off x="1378779" y="2729927"/>
              <a:ext cx="2817549" cy="189401"/>
            </a:xfrm>
            <a:prstGeom prst="rect">
              <a:avLst/>
            </a:prstGeom>
            <a:noFill/>
            <a:ln w="9525">
              <a:noFill/>
              <a:miter lim="800000"/>
              <a:headEnd/>
              <a:tailEnd/>
            </a:ln>
          </p:spPr>
          <p:txBody>
            <a:bodyPr wrap="square" lIns="0" tIns="0" rIns="0" bIns="0" anchor="ctr">
              <a:spAutoFit/>
            </a:bodyPr>
            <a:lstStyle/>
            <a:p>
              <a:pPr algn="ctr" defTabSz="742389"/>
              <a:r>
                <a:rPr lang="en-US" sz="1000" dirty="0">
                  <a:latin typeface="Aptos" panose="020B0004020202020204" pitchFamily="34" charset="0"/>
                  <a:ea typeface="Lato" pitchFamily="34" charset="0"/>
                  <a:cs typeface="Lato" pitchFamily="34" charset="0"/>
                </a:rPr>
                <a:t>Category</a:t>
              </a:r>
              <a:endParaRPr lang="en-US" sz="1000" b="1" dirty="0">
                <a:latin typeface="Aptos" panose="020B0004020202020204" pitchFamily="34" charset="0"/>
              </a:endParaRPr>
            </a:p>
          </p:txBody>
        </p:sp>
        <p:sp>
          <p:nvSpPr>
            <p:cNvPr id="23" name="Text Box 20">
              <a:extLst>
                <a:ext uri="{FF2B5EF4-FFF2-40B4-BE49-F238E27FC236}">
                  <a16:creationId xmlns:a16="http://schemas.microsoft.com/office/drawing/2014/main" id="{B6447982-D86D-5E43-87B9-ADC48D546F9C}"/>
                </a:ext>
              </a:extLst>
            </p:cNvPr>
            <p:cNvSpPr txBox="1">
              <a:spLocks noChangeArrowheads="1"/>
            </p:cNvSpPr>
            <p:nvPr/>
          </p:nvSpPr>
          <p:spPr bwMode="gray">
            <a:xfrm>
              <a:off x="1378779" y="5711339"/>
              <a:ext cx="2817549" cy="189401"/>
            </a:xfrm>
            <a:prstGeom prst="rect">
              <a:avLst/>
            </a:prstGeom>
            <a:noFill/>
            <a:ln w="9525">
              <a:noFill/>
              <a:miter lim="800000"/>
              <a:headEnd/>
              <a:tailEnd/>
            </a:ln>
          </p:spPr>
          <p:txBody>
            <a:bodyPr wrap="square" lIns="0" tIns="0" rIns="0" bIns="0" anchor="ctr">
              <a:spAutoFit/>
            </a:bodyPr>
            <a:lstStyle/>
            <a:p>
              <a:pPr algn="ctr" defTabSz="742389"/>
              <a:r>
                <a:rPr lang="en-US" sz="1000" dirty="0">
                  <a:solidFill>
                    <a:prstClr val="white"/>
                  </a:solidFill>
                  <a:latin typeface="Aptos" panose="020B0004020202020204" pitchFamily="34" charset="0"/>
                  <a:ea typeface="Lato" pitchFamily="34" charset="0"/>
                  <a:cs typeface="Lato" pitchFamily="34" charset="0"/>
                </a:rPr>
                <a:t>Category</a:t>
              </a:r>
              <a:endParaRPr lang="en-US" sz="1000" b="1" dirty="0">
                <a:solidFill>
                  <a:prstClr val="white"/>
                </a:solidFill>
                <a:latin typeface="Aptos" panose="020B0004020202020204" pitchFamily="34" charset="0"/>
              </a:endParaRPr>
            </a:p>
          </p:txBody>
        </p:sp>
        <p:sp>
          <p:nvSpPr>
            <p:cNvPr id="24" name="Text Box 17">
              <a:extLst>
                <a:ext uri="{FF2B5EF4-FFF2-40B4-BE49-F238E27FC236}">
                  <a16:creationId xmlns:a16="http://schemas.microsoft.com/office/drawing/2014/main" id="{475C367C-45F4-6A49-89DB-B342297EF327}"/>
                </a:ext>
              </a:extLst>
            </p:cNvPr>
            <p:cNvSpPr txBox="1">
              <a:spLocks noChangeArrowheads="1"/>
            </p:cNvSpPr>
            <p:nvPr/>
          </p:nvSpPr>
          <p:spPr bwMode="gray">
            <a:xfrm>
              <a:off x="1378779" y="3731719"/>
              <a:ext cx="2817549" cy="189401"/>
            </a:xfrm>
            <a:prstGeom prst="rect">
              <a:avLst/>
            </a:prstGeom>
            <a:noFill/>
            <a:ln w="9525">
              <a:noFill/>
              <a:miter lim="800000"/>
              <a:headEnd/>
              <a:tailEnd/>
            </a:ln>
          </p:spPr>
          <p:txBody>
            <a:bodyPr wrap="square" lIns="0" tIns="0" rIns="0" bIns="0" anchor="ctr">
              <a:spAutoFit/>
            </a:bodyPr>
            <a:lstStyle/>
            <a:p>
              <a:pPr algn="ctr" defTabSz="742389"/>
              <a:r>
                <a:rPr lang="en-US" sz="1000" dirty="0">
                  <a:latin typeface="Aptos" panose="020B0004020202020204" pitchFamily="34" charset="0"/>
                  <a:ea typeface="Lato" pitchFamily="34" charset="0"/>
                  <a:cs typeface="Lato" pitchFamily="34" charset="0"/>
                </a:rPr>
                <a:t>Category</a:t>
              </a:r>
              <a:endParaRPr lang="en-US" sz="1000" b="1" dirty="0">
                <a:latin typeface="Aptos" panose="020B0004020202020204" pitchFamily="34" charset="0"/>
              </a:endParaRPr>
            </a:p>
          </p:txBody>
        </p:sp>
        <p:sp>
          <p:nvSpPr>
            <p:cNvPr id="25" name="Text Box 17">
              <a:extLst>
                <a:ext uri="{FF2B5EF4-FFF2-40B4-BE49-F238E27FC236}">
                  <a16:creationId xmlns:a16="http://schemas.microsoft.com/office/drawing/2014/main" id="{154C81D5-7CDA-9848-9FE3-CE4C1A21F3A1}"/>
                </a:ext>
              </a:extLst>
            </p:cNvPr>
            <p:cNvSpPr txBox="1">
              <a:spLocks noChangeArrowheads="1"/>
            </p:cNvSpPr>
            <p:nvPr/>
          </p:nvSpPr>
          <p:spPr bwMode="gray">
            <a:xfrm>
              <a:off x="1378779" y="4737063"/>
              <a:ext cx="2817549" cy="189401"/>
            </a:xfrm>
            <a:prstGeom prst="rect">
              <a:avLst/>
            </a:prstGeom>
            <a:noFill/>
            <a:ln w="9525">
              <a:noFill/>
              <a:miter lim="800000"/>
              <a:headEnd/>
              <a:tailEnd/>
            </a:ln>
          </p:spPr>
          <p:txBody>
            <a:bodyPr wrap="square" lIns="0" tIns="0" rIns="0" bIns="0" anchor="ctr">
              <a:spAutoFit/>
            </a:bodyPr>
            <a:lstStyle/>
            <a:p>
              <a:pPr algn="ctr" defTabSz="742389"/>
              <a:r>
                <a:rPr lang="en-US" sz="1000" dirty="0">
                  <a:solidFill>
                    <a:prstClr val="white"/>
                  </a:solidFill>
                  <a:latin typeface="Aptos" panose="020B0004020202020204" pitchFamily="34" charset="0"/>
                  <a:ea typeface="Lato" pitchFamily="34" charset="0"/>
                  <a:cs typeface="Lato" pitchFamily="34" charset="0"/>
                </a:rPr>
                <a:t>Category</a:t>
              </a:r>
              <a:endParaRPr lang="en-US" sz="1000" b="1" dirty="0">
                <a:solidFill>
                  <a:prstClr val="white"/>
                </a:solidFill>
                <a:latin typeface="Aptos" panose="020B0004020202020204" pitchFamily="34" charset="0"/>
              </a:endParaRPr>
            </a:p>
          </p:txBody>
        </p:sp>
      </p:grpSp>
      <p:sp>
        <p:nvSpPr>
          <p:cNvPr id="31" name="Oval 30">
            <a:extLst>
              <a:ext uri="{FF2B5EF4-FFF2-40B4-BE49-F238E27FC236}">
                <a16:creationId xmlns:a16="http://schemas.microsoft.com/office/drawing/2014/main" id="{6A2840AD-53F2-9249-8B58-4667539D67FF}"/>
              </a:ext>
            </a:extLst>
          </p:cNvPr>
          <p:cNvSpPr>
            <a:spLocks noChangeAspect="1"/>
          </p:cNvSpPr>
          <p:nvPr/>
        </p:nvSpPr>
        <p:spPr>
          <a:xfrm>
            <a:off x="3439733" y="2566361"/>
            <a:ext cx="222885" cy="221808"/>
          </a:xfrm>
          <a:prstGeom prst="ellipse">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t"/>
          <a:lstStyle/>
          <a:p>
            <a:pPr algn="ctr" defTabSz="742969">
              <a:defRPr/>
            </a:pPr>
            <a:r>
              <a:rPr lang="en-US" sz="1000" dirty="0">
                <a:solidFill>
                  <a:schemeClr val="tx1"/>
                </a:solidFill>
                <a:latin typeface="Aptos" panose="020B0004020202020204" pitchFamily="34" charset="0"/>
                <a:ea typeface="Open Sans" panose="020B0606030504020204" pitchFamily="34" charset="0"/>
                <a:cs typeface="Open Sans" panose="020B0606030504020204" pitchFamily="34" charset="0"/>
              </a:rPr>
              <a:t>1</a:t>
            </a:r>
          </a:p>
        </p:txBody>
      </p:sp>
      <p:sp>
        <p:nvSpPr>
          <p:cNvPr id="32" name="Oval 31">
            <a:extLst>
              <a:ext uri="{FF2B5EF4-FFF2-40B4-BE49-F238E27FC236}">
                <a16:creationId xmlns:a16="http://schemas.microsoft.com/office/drawing/2014/main" id="{0BDD4489-9D0B-FF49-BB87-2EFA6D2CED4B}"/>
              </a:ext>
            </a:extLst>
          </p:cNvPr>
          <p:cNvSpPr>
            <a:spLocks noChangeAspect="1"/>
          </p:cNvSpPr>
          <p:nvPr/>
        </p:nvSpPr>
        <p:spPr>
          <a:xfrm>
            <a:off x="3775363" y="3411901"/>
            <a:ext cx="222885" cy="221808"/>
          </a:xfrm>
          <a:prstGeom prst="ellipse">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t"/>
          <a:lstStyle/>
          <a:p>
            <a:pPr algn="ctr" defTabSz="742969">
              <a:defRPr/>
            </a:pPr>
            <a:r>
              <a:rPr lang="en-US" sz="1000" dirty="0">
                <a:solidFill>
                  <a:schemeClr val="tx1"/>
                </a:solidFill>
                <a:latin typeface="Aptos" panose="020B0004020202020204" pitchFamily="34" charset="0"/>
                <a:ea typeface="Open Sans" panose="020B0606030504020204" pitchFamily="34" charset="0"/>
                <a:cs typeface="Open Sans" panose="020B0606030504020204" pitchFamily="34" charset="0"/>
              </a:rPr>
              <a:t>2</a:t>
            </a:r>
          </a:p>
        </p:txBody>
      </p:sp>
      <p:sp>
        <p:nvSpPr>
          <p:cNvPr id="33" name="Oval 32">
            <a:extLst>
              <a:ext uri="{FF2B5EF4-FFF2-40B4-BE49-F238E27FC236}">
                <a16:creationId xmlns:a16="http://schemas.microsoft.com/office/drawing/2014/main" id="{2A57BC44-D42C-6A40-A0A6-31ABF8C73B16}"/>
              </a:ext>
            </a:extLst>
          </p:cNvPr>
          <p:cNvSpPr>
            <a:spLocks noChangeAspect="1"/>
          </p:cNvSpPr>
          <p:nvPr/>
        </p:nvSpPr>
        <p:spPr>
          <a:xfrm>
            <a:off x="3978505" y="4178967"/>
            <a:ext cx="222885" cy="221808"/>
          </a:xfrm>
          <a:prstGeom prst="ellipse">
            <a:avLst/>
          </a:prstGeom>
          <a:solidFill>
            <a:schemeClr val="accent4">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t"/>
          <a:lstStyle/>
          <a:p>
            <a:pPr algn="ctr" defTabSz="742969">
              <a:defRPr/>
            </a:pPr>
            <a:r>
              <a:rPr lang="en-US" sz="1000" dirty="0">
                <a:solidFill>
                  <a:srgbClr val="000000">
                    <a:lumMod val="50000"/>
                    <a:lumOff val="50000"/>
                  </a:srgbClr>
                </a:solidFill>
                <a:latin typeface="Aptos" panose="020B0004020202020204" pitchFamily="34" charset="0"/>
                <a:ea typeface="Open Sans" panose="020B0606030504020204" pitchFamily="34" charset="0"/>
                <a:cs typeface="Open Sans" panose="020B0606030504020204" pitchFamily="34" charset="0"/>
              </a:rPr>
              <a:t>3</a:t>
            </a:r>
          </a:p>
        </p:txBody>
      </p:sp>
      <p:sp>
        <p:nvSpPr>
          <p:cNvPr id="34" name="Oval 33">
            <a:extLst>
              <a:ext uri="{FF2B5EF4-FFF2-40B4-BE49-F238E27FC236}">
                <a16:creationId xmlns:a16="http://schemas.microsoft.com/office/drawing/2014/main" id="{D6BB8445-20BD-5D46-875A-519825F6B78E}"/>
              </a:ext>
            </a:extLst>
          </p:cNvPr>
          <p:cNvSpPr>
            <a:spLocks noChangeAspect="1"/>
          </p:cNvSpPr>
          <p:nvPr/>
        </p:nvSpPr>
        <p:spPr>
          <a:xfrm>
            <a:off x="4249286" y="5081980"/>
            <a:ext cx="222885" cy="221808"/>
          </a:xfrm>
          <a:prstGeom prst="ellipse">
            <a:avLst/>
          </a:prstGeom>
          <a:solidFill>
            <a:schemeClr val="accent5">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t"/>
          <a:lstStyle/>
          <a:p>
            <a:pPr algn="ctr" defTabSz="742969">
              <a:defRPr/>
            </a:pPr>
            <a:r>
              <a:rPr lang="en-US" sz="1000" dirty="0">
                <a:solidFill>
                  <a:schemeClr val="tx1"/>
                </a:solidFill>
                <a:latin typeface="Aptos" panose="020B0004020202020204" pitchFamily="34" charset="0"/>
                <a:ea typeface="Open Sans" panose="020B0606030504020204" pitchFamily="34" charset="0"/>
                <a:cs typeface="Open Sans" panose="020B0606030504020204" pitchFamily="34" charset="0"/>
              </a:rPr>
              <a:t>4</a:t>
            </a:r>
          </a:p>
        </p:txBody>
      </p:sp>
    </p:spTree>
    <p:extLst>
      <p:ext uri="{BB962C8B-B14F-4D97-AF65-F5344CB8AC3E}">
        <p14:creationId xmlns:p14="http://schemas.microsoft.com/office/powerpoint/2010/main" val="2587214603"/>
      </p:ext>
    </p:extLst>
  </p:cSld>
  <p:clrMapOvr>
    <a:masterClrMapping/>
  </p:clrMapOvr>
  <p:transition>
    <p:fade/>
  </p:transition>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Highlight users</a:t>
            </a:r>
            <a:endParaRPr lang="en-GB" dirty="0"/>
          </a:p>
        </p:txBody>
      </p:sp>
      <p:sp>
        <p:nvSpPr>
          <p:cNvPr id="3" name="Title 2"/>
          <p:cNvSpPr>
            <a:spLocks noGrp="1"/>
          </p:cNvSpPr>
          <p:nvPr>
            <p:ph type="title"/>
          </p:nvPr>
        </p:nvSpPr>
        <p:spPr/>
        <p:txBody>
          <a:bodyPr/>
          <a:lstStyle/>
          <a:p>
            <a:r>
              <a:rPr lang="en-GB"/>
              <a:t>Process chart</a:t>
            </a:r>
            <a:endParaRPr lang="en-GB" dirty="0"/>
          </a:p>
        </p:txBody>
      </p:sp>
      <p:grpSp>
        <p:nvGrpSpPr>
          <p:cNvPr id="8" name="Group 7"/>
          <p:cNvGrpSpPr/>
          <p:nvPr/>
        </p:nvGrpSpPr>
        <p:grpSpPr>
          <a:xfrm>
            <a:off x="2392838" y="1838961"/>
            <a:ext cx="4879374" cy="3634566"/>
            <a:chOff x="1062790" y="1700213"/>
            <a:chExt cx="6739818" cy="5020381"/>
          </a:xfrm>
        </p:grpSpPr>
        <p:grpSp>
          <p:nvGrpSpPr>
            <p:cNvPr id="5" name="Group 550"/>
            <p:cNvGrpSpPr>
              <a:grpSpLocks noChangeAspect="1"/>
            </p:cNvGrpSpPr>
            <p:nvPr/>
          </p:nvGrpSpPr>
          <p:grpSpPr bwMode="auto">
            <a:xfrm>
              <a:off x="4134090" y="1700213"/>
              <a:ext cx="898019" cy="898019"/>
              <a:chOff x="1520" y="1938"/>
              <a:chExt cx="340" cy="340"/>
            </a:xfrm>
            <a:solidFill>
              <a:schemeClr val="accent6"/>
            </a:solidFill>
          </p:grpSpPr>
          <p:sp>
            <p:nvSpPr>
              <p:cNvPr id="6" name="Freeform 551"/>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7" name="Freeform 552"/>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solidFill>
                <a:schemeClr val="tx2">
                  <a:lumMod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grpSp>
          <p:nvGrpSpPr>
            <p:cNvPr id="11" name="Group 550"/>
            <p:cNvGrpSpPr>
              <a:grpSpLocks noChangeAspect="1"/>
            </p:cNvGrpSpPr>
            <p:nvPr/>
          </p:nvGrpSpPr>
          <p:grpSpPr bwMode="auto">
            <a:xfrm>
              <a:off x="5404516" y="2207894"/>
              <a:ext cx="898019" cy="898019"/>
              <a:chOff x="1520" y="1938"/>
              <a:chExt cx="340" cy="340"/>
            </a:xfrm>
            <a:solidFill>
              <a:schemeClr val="accent1"/>
            </a:solidFill>
          </p:grpSpPr>
          <p:sp>
            <p:nvSpPr>
              <p:cNvPr id="12" name="Freeform 551"/>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13" name="Freeform 552"/>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grpSp>
          <p:nvGrpSpPr>
            <p:cNvPr id="14" name="Group 550"/>
            <p:cNvGrpSpPr>
              <a:grpSpLocks noChangeAspect="1"/>
            </p:cNvGrpSpPr>
            <p:nvPr/>
          </p:nvGrpSpPr>
          <p:grpSpPr bwMode="auto">
            <a:xfrm>
              <a:off x="5987708" y="3559135"/>
              <a:ext cx="898019" cy="898019"/>
              <a:chOff x="1520" y="1938"/>
              <a:chExt cx="340" cy="340"/>
            </a:xfrm>
            <a:solidFill>
              <a:schemeClr val="accent6"/>
            </a:solidFill>
          </p:grpSpPr>
          <p:sp>
            <p:nvSpPr>
              <p:cNvPr id="15" name="Freeform 551"/>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16" name="Freeform 552"/>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solidFill>
                <a:schemeClr val="tx2">
                  <a:lumMod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grpSp>
          <p:nvGrpSpPr>
            <p:cNvPr id="17" name="Group 550"/>
            <p:cNvGrpSpPr>
              <a:grpSpLocks noChangeAspect="1"/>
            </p:cNvGrpSpPr>
            <p:nvPr/>
          </p:nvGrpSpPr>
          <p:grpSpPr bwMode="auto">
            <a:xfrm>
              <a:off x="2863664" y="2207894"/>
              <a:ext cx="898019" cy="898019"/>
              <a:chOff x="1520" y="1938"/>
              <a:chExt cx="340" cy="340"/>
            </a:xfrm>
            <a:solidFill>
              <a:schemeClr val="accent6"/>
            </a:solidFill>
          </p:grpSpPr>
          <p:sp>
            <p:nvSpPr>
              <p:cNvPr id="18" name="Freeform 551"/>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19" name="Freeform 552"/>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solidFill>
                <a:schemeClr val="tx2">
                  <a:lumMod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grpSp>
          <p:nvGrpSpPr>
            <p:cNvPr id="20" name="Group 550"/>
            <p:cNvGrpSpPr>
              <a:grpSpLocks noChangeAspect="1"/>
            </p:cNvGrpSpPr>
            <p:nvPr/>
          </p:nvGrpSpPr>
          <p:grpSpPr bwMode="auto">
            <a:xfrm>
              <a:off x="2258273" y="3559135"/>
              <a:ext cx="898019" cy="898019"/>
              <a:chOff x="1520" y="1938"/>
              <a:chExt cx="340" cy="340"/>
            </a:xfrm>
            <a:solidFill>
              <a:schemeClr val="accent3"/>
            </a:solidFill>
          </p:grpSpPr>
          <p:sp>
            <p:nvSpPr>
              <p:cNvPr id="21" name="Freeform 551"/>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22" name="Freeform 552"/>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grpSp>
          <p:nvGrpSpPr>
            <p:cNvPr id="23" name="Group 550"/>
            <p:cNvGrpSpPr>
              <a:grpSpLocks noChangeAspect="1"/>
            </p:cNvGrpSpPr>
            <p:nvPr/>
          </p:nvGrpSpPr>
          <p:grpSpPr bwMode="auto">
            <a:xfrm>
              <a:off x="2863664" y="4910376"/>
              <a:ext cx="898019" cy="898019"/>
              <a:chOff x="1520" y="1938"/>
              <a:chExt cx="340" cy="340"/>
            </a:xfrm>
            <a:solidFill>
              <a:schemeClr val="accent6"/>
            </a:solidFill>
          </p:grpSpPr>
          <p:sp>
            <p:nvSpPr>
              <p:cNvPr id="24" name="Freeform 551"/>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25" name="Freeform 552"/>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solidFill>
                <a:schemeClr val="tx2">
                  <a:lumMod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grpSp>
          <p:nvGrpSpPr>
            <p:cNvPr id="26" name="Group 550"/>
            <p:cNvGrpSpPr>
              <a:grpSpLocks noChangeAspect="1"/>
            </p:cNvGrpSpPr>
            <p:nvPr/>
          </p:nvGrpSpPr>
          <p:grpSpPr bwMode="auto">
            <a:xfrm>
              <a:off x="5404516" y="4908077"/>
              <a:ext cx="898019" cy="898019"/>
              <a:chOff x="1520" y="1938"/>
              <a:chExt cx="340" cy="340"/>
            </a:xfrm>
            <a:solidFill>
              <a:schemeClr val="accent3"/>
            </a:solidFill>
          </p:grpSpPr>
          <p:sp>
            <p:nvSpPr>
              <p:cNvPr id="27" name="Freeform 551"/>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28" name="Freeform 552"/>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grpSp>
          <p:nvGrpSpPr>
            <p:cNvPr id="29" name="Group 550"/>
            <p:cNvGrpSpPr>
              <a:grpSpLocks noChangeAspect="1"/>
            </p:cNvGrpSpPr>
            <p:nvPr/>
          </p:nvGrpSpPr>
          <p:grpSpPr bwMode="auto">
            <a:xfrm>
              <a:off x="4134089" y="5483732"/>
              <a:ext cx="898019" cy="898019"/>
              <a:chOff x="1520" y="1938"/>
              <a:chExt cx="340" cy="340"/>
            </a:xfrm>
            <a:solidFill>
              <a:schemeClr val="accent6"/>
            </a:solidFill>
          </p:grpSpPr>
          <p:sp>
            <p:nvSpPr>
              <p:cNvPr id="30" name="Freeform 551"/>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31" name="Freeform 552"/>
              <p:cNvSpPr>
                <a:spLocks noEditPoints="1"/>
              </p:cNvSpPr>
              <p:nvPr/>
            </p:nvSpPr>
            <p:spPr bwMode="auto">
              <a:xfrm>
                <a:off x="1520" y="1938"/>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370 h 512"/>
                  <a:gd name="T12" fmla="*/ 405 w 512"/>
                  <a:gd name="T13" fmla="*/ 374 h 512"/>
                  <a:gd name="T14" fmla="*/ 398 w 512"/>
                  <a:gd name="T15" fmla="*/ 371 h 512"/>
                  <a:gd name="T16" fmla="*/ 349 w 512"/>
                  <a:gd name="T17" fmla="*/ 358 h 512"/>
                  <a:gd name="T18" fmla="*/ 316 w 512"/>
                  <a:gd name="T19" fmla="*/ 352 h 512"/>
                  <a:gd name="T20" fmla="*/ 286 w 512"/>
                  <a:gd name="T21" fmla="*/ 324 h 512"/>
                  <a:gd name="T22" fmla="*/ 290 w 512"/>
                  <a:gd name="T23" fmla="*/ 303 h 512"/>
                  <a:gd name="T24" fmla="*/ 320 w 512"/>
                  <a:gd name="T25" fmla="*/ 233 h 512"/>
                  <a:gd name="T26" fmla="*/ 311 w 512"/>
                  <a:gd name="T27" fmla="*/ 142 h 512"/>
                  <a:gd name="T28" fmla="*/ 256 w 512"/>
                  <a:gd name="T29" fmla="*/ 118 h 512"/>
                  <a:gd name="T30" fmla="*/ 256 w 512"/>
                  <a:gd name="T31" fmla="*/ 118 h 512"/>
                  <a:gd name="T32" fmla="*/ 256 w 512"/>
                  <a:gd name="T33" fmla="*/ 118 h 512"/>
                  <a:gd name="T34" fmla="*/ 256 w 512"/>
                  <a:gd name="T35" fmla="*/ 118 h 512"/>
                  <a:gd name="T36" fmla="*/ 201 w 512"/>
                  <a:gd name="T37" fmla="*/ 142 h 512"/>
                  <a:gd name="T38" fmla="*/ 192 w 512"/>
                  <a:gd name="T39" fmla="*/ 233 h 512"/>
                  <a:gd name="T40" fmla="*/ 222 w 512"/>
                  <a:gd name="T41" fmla="*/ 303 h 512"/>
                  <a:gd name="T42" fmla="*/ 225 w 512"/>
                  <a:gd name="T43" fmla="*/ 324 h 512"/>
                  <a:gd name="T44" fmla="*/ 196 w 512"/>
                  <a:gd name="T45" fmla="*/ 352 h 512"/>
                  <a:gd name="T46" fmla="*/ 163 w 512"/>
                  <a:gd name="T47" fmla="*/ 358 h 512"/>
                  <a:gd name="T48" fmla="*/ 114 w 512"/>
                  <a:gd name="T49" fmla="*/ 371 h 512"/>
                  <a:gd name="T50" fmla="*/ 107 w 512"/>
                  <a:gd name="T51" fmla="*/ 374 h 512"/>
                  <a:gd name="T52" fmla="*/ 99 w 512"/>
                  <a:gd name="T53" fmla="*/ 370 h 512"/>
                  <a:gd name="T54" fmla="*/ 100 w 512"/>
                  <a:gd name="T55" fmla="*/ 355 h 512"/>
                  <a:gd name="T56" fmla="*/ 160 w 512"/>
                  <a:gd name="T57" fmla="*/ 337 h 512"/>
                  <a:gd name="T58" fmla="*/ 188 w 512"/>
                  <a:gd name="T59" fmla="*/ 332 h 512"/>
                  <a:gd name="T60" fmla="*/ 205 w 512"/>
                  <a:gd name="T61" fmla="*/ 318 h 512"/>
                  <a:gd name="T62" fmla="*/ 205 w 512"/>
                  <a:gd name="T63" fmla="*/ 316 h 512"/>
                  <a:gd name="T64" fmla="*/ 171 w 512"/>
                  <a:gd name="T65" fmla="*/ 237 h 512"/>
                  <a:gd name="T66" fmla="*/ 184 w 512"/>
                  <a:gd name="T67" fmla="*/ 128 h 512"/>
                  <a:gd name="T68" fmla="*/ 256 w 512"/>
                  <a:gd name="T69" fmla="*/ 96 h 512"/>
                  <a:gd name="T70" fmla="*/ 256 w 512"/>
                  <a:gd name="T71" fmla="*/ 96 h 512"/>
                  <a:gd name="T72" fmla="*/ 328 w 512"/>
                  <a:gd name="T73" fmla="*/ 128 h 512"/>
                  <a:gd name="T74" fmla="*/ 341 w 512"/>
                  <a:gd name="T75" fmla="*/ 237 h 512"/>
                  <a:gd name="T76" fmla="*/ 307 w 512"/>
                  <a:gd name="T77" fmla="*/ 316 h 512"/>
                  <a:gd name="T78" fmla="*/ 307 w 512"/>
                  <a:gd name="T79" fmla="*/ 318 h 512"/>
                  <a:gd name="T80" fmla="*/ 324 w 512"/>
                  <a:gd name="T81" fmla="*/ 332 h 512"/>
                  <a:gd name="T82" fmla="*/ 352 w 512"/>
                  <a:gd name="T83" fmla="*/ 337 h 512"/>
                  <a:gd name="T84" fmla="*/ 412 w 512"/>
                  <a:gd name="T85" fmla="*/ 355 h 512"/>
                  <a:gd name="T86" fmla="*/ 413 w 512"/>
                  <a:gd name="T87" fmla="*/ 37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413" y="370"/>
                    </a:moveTo>
                    <a:cubicBezTo>
                      <a:pt x="411" y="372"/>
                      <a:pt x="408" y="374"/>
                      <a:pt x="405" y="374"/>
                    </a:cubicBezTo>
                    <a:cubicBezTo>
                      <a:pt x="403" y="374"/>
                      <a:pt x="400" y="373"/>
                      <a:pt x="398" y="371"/>
                    </a:cubicBezTo>
                    <a:cubicBezTo>
                      <a:pt x="391" y="364"/>
                      <a:pt x="366" y="361"/>
                      <a:pt x="349" y="358"/>
                    </a:cubicBezTo>
                    <a:cubicBezTo>
                      <a:pt x="335" y="356"/>
                      <a:pt x="324" y="355"/>
                      <a:pt x="316" y="352"/>
                    </a:cubicBezTo>
                    <a:cubicBezTo>
                      <a:pt x="301" y="346"/>
                      <a:pt x="290" y="336"/>
                      <a:pt x="286" y="324"/>
                    </a:cubicBezTo>
                    <a:cubicBezTo>
                      <a:pt x="284" y="317"/>
                      <a:pt x="285" y="310"/>
                      <a:pt x="290" y="303"/>
                    </a:cubicBezTo>
                    <a:cubicBezTo>
                      <a:pt x="301" y="288"/>
                      <a:pt x="314" y="258"/>
                      <a:pt x="320" y="233"/>
                    </a:cubicBezTo>
                    <a:cubicBezTo>
                      <a:pt x="330" y="192"/>
                      <a:pt x="327" y="162"/>
                      <a:pt x="311" y="142"/>
                    </a:cubicBezTo>
                    <a:cubicBezTo>
                      <a:pt x="291" y="117"/>
                      <a:pt x="257" y="118"/>
                      <a:pt x="256" y="118"/>
                    </a:cubicBezTo>
                    <a:cubicBezTo>
                      <a:pt x="256" y="118"/>
                      <a:pt x="256" y="118"/>
                      <a:pt x="256" y="118"/>
                    </a:cubicBezTo>
                    <a:cubicBezTo>
                      <a:pt x="256" y="118"/>
                      <a:pt x="256" y="118"/>
                      <a:pt x="256" y="118"/>
                    </a:cubicBezTo>
                    <a:cubicBezTo>
                      <a:pt x="256" y="118"/>
                      <a:pt x="256" y="118"/>
                      <a:pt x="256" y="118"/>
                    </a:cubicBezTo>
                    <a:cubicBezTo>
                      <a:pt x="255" y="118"/>
                      <a:pt x="220" y="117"/>
                      <a:pt x="201" y="142"/>
                    </a:cubicBezTo>
                    <a:cubicBezTo>
                      <a:pt x="185" y="162"/>
                      <a:pt x="182" y="192"/>
                      <a:pt x="192" y="233"/>
                    </a:cubicBezTo>
                    <a:cubicBezTo>
                      <a:pt x="198" y="258"/>
                      <a:pt x="211" y="288"/>
                      <a:pt x="222" y="303"/>
                    </a:cubicBezTo>
                    <a:cubicBezTo>
                      <a:pt x="226" y="310"/>
                      <a:pt x="228" y="317"/>
                      <a:pt x="225" y="324"/>
                    </a:cubicBezTo>
                    <a:cubicBezTo>
                      <a:pt x="222" y="336"/>
                      <a:pt x="211" y="346"/>
                      <a:pt x="196" y="352"/>
                    </a:cubicBezTo>
                    <a:cubicBezTo>
                      <a:pt x="188" y="355"/>
                      <a:pt x="177" y="356"/>
                      <a:pt x="163" y="358"/>
                    </a:cubicBezTo>
                    <a:cubicBezTo>
                      <a:pt x="145" y="361"/>
                      <a:pt x="121" y="364"/>
                      <a:pt x="114" y="371"/>
                    </a:cubicBezTo>
                    <a:cubicBezTo>
                      <a:pt x="112" y="373"/>
                      <a:pt x="109" y="374"/>
                      <a:pt x="107" y="374"/>
                    </a:cubicBezTo>
                    <a:cubicBezTo>
                      <a:pt x="104" y="374"/>
                      <a:pt x="101" y="372"/>
                      <a:pt x="99" y="370"/>
                    </a:cubicBezTo>
                    <a:cubicBezTo>
                      <a:pt x="95" y="366"/>
                      <a:pt x="95" y="359"/>
                      <a:pt x="100" y="355"/>
                    </a:cubicBezTo>
                    <a:cubicBezTo>
                      <a:pt x="112" y="344"/>
                      <a:pt x="136" y="341"/>
                      <a:pt x="160" y="337"/>
                    </a:cubicBezTo>
                    <a:cubicBezTo>
                      <a:pt x="171" y="335"/>
                      <a:pt x="183" y="334"/>
                      <a:pt x="188" y="332"/>
                    </a:cubicBezTo>
                    <a:cubicBezTo>
                      <a:pt x="198" y="328"/>
                      <a:pt x="204" y="322"/>
                      <a:pt x="205" y="318"/>
                    </a:cubicBezTo>
                    <a:cubicBezTo>
                      <a:pt x="205" y="317"/>
                      <a:pt x="205" y="317"/>
                      <a:pt x="205" y="316"/>
                    </a:cubicBezTo>
                    <a:cubicBezTo>
                      <a:pt x="192" y="298"/>
                      <a:pt x="178" y="265"/>
                      <a:pt x="171" y="237"/>
                    </a:cubicBezTo>
                    <a:cubicBezTo>
                      <a:pt x="160" y="190"/>
                      <a:pt x="164" y="153"/>
                      <a:pt x="184" y="128"/>
                    </a:cubicBezTo>
                    <a:cubicBezTo>
                      <a:pt x="210" y="96"/>
                      <a:pt x="252" y="96"/>
                      <a:pt x="256" y="96"/>
                    </a:cubicBezTo>
                    <a:cubicBezTo>
                      <a:pt x="256" y="96"/>
                      <a:pt x="256" y="96"/>
                      <a:pt x="256" y="96"/>
                    </a:cubicBezTo>
                    <a:cubicBezTo>
                      <a:pt x="258" y="96"/>
                      <a:pt x="301" y="96"/>
                      <a:pt x="328" y="128"/>
                    </a:cubicBezTo>
                    <a:cubicBezTo>
                      <a:pt x="348" y="153"/>
                      <a:pt x="352" y="190"/>
                      <a:pt x="341" y="237"/>
                    </a:cubicBezTo>
                    <a:cubicBezTo>
                      <a:pt x="334" y="265"/>
                      <a:pt x="320" y="298"/>
                      <a:pt x="307" y="316"/>
                    </a:cubicBezTo>
                    <a:cubicBezTo>
                      <a:pt x="307" y="317"/>
                      <a:pt x="306" y="317"/>
                      <a:pt x="307" y="318"/>
                    </a:cubicBezTo>
                    <a:cubicBezTo>
                      <a:pt x="308" y="322"/>
                      <a:pt x="314" y="328"/>
                      <a:pt x="324" y="332"/>
                    </a:cubicBezTo>
                    <a:cubicBezTo>
                      <a:pt x="329" y="334"/>
                      <a:pt x="341" y="335"/>
                      <a:pt x="352" y="337"/>
                    </a:cubicBezTo>
                    <a:cubicBezTo>
                      <a:pt x="375" y="341"/>
                      <a:pt x="400" y="344"/>
                      <a:pt x="412" y="355"/>
                    </a:cubicBezTo>
                    <a:cubicBezTo>
                      <a:pt x="417" y="359"/>
                      <a:pt x="417" y="366"/>
                      <a:pt x="413" y="370"/>
                    </a:cubicBezTo>
                    <a:close/>
                  </a:path>
                </a:pathLst>
              </a:custGeom>
              <a:solidFill>
                <a:schemeClr val="tx2">
                  <a:lumMod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sp>
          <p:nvSpPr>
            <p:cNvPr id="33" name="Half Frame 32"/>
            <p:cNvSpPr/>
            <p:nvPr/>
          </p:nvSpPr>
          <p:spPr bwMode="gray">
            <a:xfrm rot="1500347" flipH="1">
              <a:off x="5129086" y="5586122"/>
              <a:ext cx="157085" cy="157085"/>
            </a:xfrm>
            <a:prstGeom prst="halfFrame">
              <a:avLst>
                <a:gd name="adj1" fmla="val 15530"/>
                <a:gd name="adj2" fmla="val 15319"/>
              </a:avLst>
            </a:prstGeom>
            <a:solidFill>
              <a:schemeClr val="tx2">
                <a:lumMod val="9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34" name="Half Frame 33"/>
            <p:cNvSpPr/>
            <p:nvPr/>
          </p:nvSpPr>
          <p:spPr bwMode="gray">
            <a:xfrm rot="20154718" flipH="1">
              <a:off x="6118343" y="4681953"/>
              <a:ext cx="157085" cy="157085"/>
            </a:xfrm>
            <a:prstGeom prst="halfFrame">
              <a:avLst>
                <a:gd name="adj1" fmla="val 15530"/>
                <a:gd name="adj2" fmla="val 15319"/>
              </a:avLst>
            </a:prstGeom>
            <a:solidFill>
              <a:schemeClr val="tx2">
                <a:lumMod val="9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35" name="Half Frame 34"/>
            <p:cNvSpPr/>
            <p:nvPr/>
          </p:nvSpPr>
          <p:spPr bwMode="gray">
            <a:xfrm rot="17540729" flipH="1">
              <a:off x="6155527" y="3261817"/>
              <a:ext cx="157085" cy="157085"/>
            </a:xfrm>
            <a:prstGeom prst="halfFrame">
              <a:avLst>
                <a:gd name="adj1" fmla="val 15530"/>
                <a:gd name="adj2" fmla="val 15319"/>
              </a:avLst>
            </a:prstGeom>
            <a:solidFill>
              <a:schemeClr val="tx2">
                <a:lumMod val="9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36" name="Half Frame 35"/>
            <p:cNvSpPr/>
            <p:nvPr/>
          </p:nvSpPr>
          <p:spPr bwMode="gray">
            <a:xfrm rot="14934681" flipH="1">
              <a:off x="5203952" y="2289444"/>
              <a:ext cx="157085" cy="157085"/>
            </a:xfrm>
            <a:prstGeom prst="halfFrame">
              <a:avLst>
                <a:gd name="adj1" fmla="val 15530"/>
                <a:gd name="adj2" fmla="val 15319"/>
              </a:avLst>
            </a:prstGeom>
            <a:solidFill>
              <a:schemeClr val="tx2">
                <a:lumMod val="9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37" name="Half Frame 36"/>
            <p:cNvSpPr/>
            <p:nvPr/>
          </p:nvSpPr>
          <p:spPr bwMode="gray">
            <a:xfrm rot="11946707" flipH="1">
              <a:off x="3886655" y="2246226"/>
              <a:ext cx="157085" cy="157085"/>
            </a:xfrm>
            <a:prstGeom prst="halfFrame">
              <a:avLst>
                <a:gd name="adj1" fmla="val 15530"/>
                <a:gd name="adj2" fmla="val 15319"/>
              </a:avLst>
            </a:prstGeom>
            <a:solidFill>
              <a:schemeClr val="tx2">
                <a:lumMod val="9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38" name="Half Frame 37"/>
            <p:cNvSpPr/>
            <p:nvPr/>
          </p:nvSpPr>
          <p:spPr bwMode="gray">
            <a:xfrm rot="9455885" flipH="1">
              <a:off x="2892751" y="3159311"/>
              <a:ext cx="157085" cy="157085"/>
            </a:xfrm>
            <a:prstGeom prst="halfFrame">
              <a:avLst>
                <a:gd name="adj1" fmla="val 15530"/>
                <a:gd name="adj2" fmla="val 15319"/>
              </a:avLst>
            </a:prstGeom>
            <a:solidFill>
              <a:schemeClr val="tx2">
                <a:lumMod val="9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39" name="Half Frame 38"/>
            <p:cNvSpPr/>
            <p:nvPr/>
          </p:nvSpPr>
          <p:spPr bwMode="gray">
            <a:xfrm rot="6842855" flipH="1">
              <a:off x="2858669" y="4593760"/>
              <a:ext cx="157085" cy="157085"/>
            </a:xfrm>
            <a:prstGeom prst="halfFrame">
              <a:avLst>
                <a:gd name="adj1" fmla="val 15530"/>
                <a:gd name="adj2" fmla="val 15319"/>
              </a:avLst>
            </a:prstGeom>
            <a:solidFill>
              <a:schemeClr val="tx2">
                <a:lumMod val="9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40" name="Half Frame 39"/>
            <p:cNvSpPr/>
            <p:nvPr/>
          </p:nvSpPr>
          <p:spPr bwMode="gray">
            <a:xfrm rot="4190970" flipH="1">
              <a:off x="3807226" y="5554213"/>
              <a:ext cx="157085" cy="157085"/>
            </a:xfrm>
            <a:prstGeom prst="halfFrame">
              <a:avLst>
                <a:gd name="adj1" fmla="val 15530"/>
                <a:gd name="adj2" fmla="val 15319"/>
              </a:avLst>
            </a:prstGeom>
            <a:solidFill>
              <a:schemeClr val="tx2">
                <a:lumMod val="9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43" name="TextBox 42"/>
            <p:cNvSpPr txBox="1"/>
            <p:nvPr/>
          </p:nvSpPr>
          <p:spPr>
            <a:xfrm>
              <a:off x="6674942" y="1824728"/>
              <a:ext cx="1127666" cy="1487948"/>
            </a:xfrm>
            <a:prstGeom prst="rect">
              <a:avLst/>
            </a:prstGeom>
            <a:noFill/>
          </p:spPr>
          <p:txBody>
            <a:bodyPr wrap="square" lIns="0" tIns="0" rIns="0" bIns="0" rtlCol="0">
              <a:spAutoFit/>
            </a:bodyPr>
            <a:lstStyle/>
            <a:p>
              <a:pPr>
                <a:spcBef>
                  <a:spcPts val="488"/>
                </a:spcBef>
                <a:buSzPct val="100000"/>
              </a:pPr>
              <a:r>
                <a:rPr lang="en-GB" sz="1000" b="1" dirty="0">
                  <a:latin typeface="Aptos" panose="020B0004020202020204" pitchFamily="34" charset="0"/>
                </a:rPr>
                <a:t>User</a:t>
              </a:r>
            </a:p>
            <a:p>
              <a:r>
                <a:rPr lang="en-GB" sz="1000" dirty="0">
                  <a:latin typeface="Aptos" panose="020B0004020202020204" pitchFamily="34" charset="0"/>
                </a:rPr>
                <a:t>Lorem ipsum</a:t>
              </a:r>
            </a:p>
            <a:p>
              <a:r>
                <a:rPr lang="en-GB" sz="1000" dirty="0" err="1">
                  <a:latin typeface="Aptos" panose="020B0004020202020204" pitchFamily="34" charset="0"/>
                </a:rPr>
                <a:t>odit</a:t>
              </a:r>
              <a:r>
                <a:rPr lang="en-GB" sz="1000" dirty="0">
                  <a:latin typeface="Aptos" panose="020B0004020202020204" pitchFamily="34" charset="0"/>
                </a:rPr>
                <a:t> que </a:t>
              </a:r>
              <a:r>
                <a:rPr lang="en-GB" sz="1000" dirty="0" err="1">
                  <a:latin typeface="Aptos" panose="020B0004020202020204" pitchFamily="34" charset="0"/>
                </a:rPr>
                <a:t>perovit</a:t>
              </a:r>
              <a:endParaRPr lang="en-GB" sz="1000" dirty="0">
                <a:latin typeface="Aptos" panose="020B0004020202020204" pitchFamily="34" charset="0"/>
              </a:endParaRPr>
            </a:p>
            <a:p>
              <a:r>
                <a:rPr lang="en-GB" sz="1000" dirty="0" err="1">
                  <a:latin typeface="Aptos" panose="020B0004020202020204" pitchFamily="34" charset="0"/>
                </a:rPr>
                <a:t>unt</a:t>
              </a:r>
              <a:r>
                <a:rPr lang="en-GB" sz="1000" dirty="0">
                  <a:latin typeface="Aptos" panose="020B0004020202020204" pitchFamily="34" charset="0"/>
                </a:rPr>
                <a:t> pa </a:t>
              </a:r>
              <a:r>
                <a:rPr lang="en-GB" sz="1000" dirty="0" err="1">
                  <a:latin typeface="Aptos" panose="020B0004020202020204" pitchFamily="34" charset="0"/>
                </a:rPr>
                <a:t>voluptio</a:t>
              </a:r>
              <a:endParaRPr lang="en-GB" sz="1000" dirty="0">
                <a:latin typeface="Aptos" panose="020B0004020202020204" pitchFamily="34" charset="0"/>
              </a:endParaRPr>
            </a:p>
            <a:p>
              <a:r>
                <a:rPr lang="en-GB" sz="1000" dirty="0" err="1">
                  <a:latin typeface="Aptos" panose="020B0004020202020204" pitchFamily="34" charset="0"/>
                </a:rPr>
                <a:t>sequi</a:t>
              </a:r>
              <a:r>
                <a:rPr lang="en-GB" sz="1000" dirty="0">
                  <a:latin typeface="Aptos" panose="020B0004020202020204" pitchFamily="34" charset="0"/>
                </a:rPr>
                <a:t> </a:t>
              </a:r>
              <a:r>
                <a:rPr lang="en-GB" sz="1000" dirty="0" err="1">
                  <a:latin typeface="Aptos" panose="020B0004020202020204" pitchFamily="34" charset="0"/>
                </a:rPr>
                <a:t>ut</a:t>
              </a:r>
              <a:r>
                <a:rPr lang="en-GB" sz="1000" dirty="0">
                  <a:latin typeface="Aptos" panose="020B0004020202020204" pitchFamily="34" charset="0"/>
                </a:rPr>
                <a:t> </a:t>
              </a:r>
              <a:r>
                <a:rPr lang="en-GB" sz="1000" dirty="0" err="1">
                  <a:latin typeface="Aptos" panose="020B0004020202020204" pitchFamily="34" charset="0"/>
                </a:rPr>
                <a:t>aute</a:t>
              </a:r>
              <a:endParaRPr lang="en-GB" sz="1000" dirty="0">
                <a:latin typeface="Aptos" panose="020B0004020202020204" pitchFamily="34" charset="0"/>
              </a:endParaRPr>
            </a:p>
          </p:txBody>
        </p:sp>
        <p:sp>
          <p:nvSpPr>
            <p:cNvPr id="44" name="TextBox 43"/>
            <p:cNvSpPr txBox="1"/>
            <p:nvPr/>
          </p:nvSpPr>
          <p:spPr>
            <a:xfrm>
              <a:off x="6674937" y="5232646"/>
              <a:ext cx="1127669" cy="1487948"/>
            </a:xfrm>
            <a:prstGeom prst="rect">
              <a:avLst/>
            </a:prstGeom>
            <a:noFill/>
          </p:spPr>
          <p:txBody>
            <a:bodyPr wrap="square" lIns="0" tIns="0" rIns="0" bIns="0" rtlCol="0">
              <a:spAutoFit/>
            </a:bodyPr>
            <a:lstStyle/>
            <a:p>
              <a:pPr>
                <a:spcBef>
                  <a:spcPts val="488"/>
                </a:spcBef>
                <a:buSzPct val="100000"/>
              </a:pPr>
              <a:r>
                <a:rPr lang="en-GB" sz="1000" b="1" dirty="0">
                  <a:latin typeface="Aptos" panose="020B0004020202020204" pitchFamily="34" charset="0"/>
                </a:rPr>
                <a:t>User</a:t>
              </a:r>
            </a:p>
            <a:p>
              <a:r>
                <a:rPr lang="en-GB" sz="1000" dirty="0">
                  <a:latin typeface="Aptos" panose="020B0004020202020204" pitchFamily="34" charset="0"/>
                </a:rPr>
                <a:t>Lorem ipsum</a:t>
              </a:r>
            </a:p>
            <a:p>
              <a:r>
                <a:rPr lang="en-GB" sz="1000" dirty="0" err="1">
                  <a:latin typeface="Aptos" panose="020B0004020202020204" pitchFamily="34" charset="0"/>
                </a:rPr>
                <a:t>odit</a:t>
              </a:r>
              <a:r>
                <a:rPr lang="en-GB" sz="1000" dirty="0">
                  <a:latin typeface="Aptos" panose="020B0004020202020204" pitchFamily="34" charset="0"/>
                </a:rPr>
                <a:t> que </a:t>
              </a:r>
              <a:r>
                <a:rPr lang="en-GB" sz="1000" dirty="0" err="1">
                  <a:latin typeface="Aptos" panose="020B0004020202020204" pitchFamily="34" charset="0"/>
                </a:rPr>
                <a:t>perovit</a:t>
              </a:r>
              <a:endParaRPr lang="en-GB" sz="1000" dirty="0">
                <a:latin typeface="Aptos" panose="020B0004020202020204" pitchFamily="34" charset="0"/>
              </a:endParaRPr>
            </a:p>
            <a:p>
              <a:r>
                <a:rPr lang="en-GB" sz="1000" dirty="0" err="1">
                  <a:latin typeface="Aptos" panose="020B0004020202020204" pitchFamily="34" charset="0"/>
                </a:rPr>
                <a:t>unt</a:t>
              </a:r>
              <a:r>
                <a:rPr lang="en-GB" sz="1000" dirty="0">
                  <a:latin typeface="Aptos" panose="020B0004020202020204" pitchFamily="34" charset="0"/>
                </a:rPr>
                <a:t> pa </a:t>
              </a:r>
              <a:r>
                <a:rPr lang="en-GB" sz="1000" dirty="0" err="1">
                  <a:latin typeface="Aptos" panose="020B0004020202020204" pitchFamily="34" charset="0"/>
                </a:rPr>
                <a:t>voluptio</a:t>
              </a:r>
              <a:endParaRPr lang="en-GB" sz="1000" dirty="0">
                <a:latin typeface="Aptos" panose="020B0004020202020204" pitchFamily="34" charset="0"/>
              </a:endParaRPr>
            </a:p>
            <a:p>
              <a:r>
                <a:rPr lang="en-GB" sz="1000" dirty="0" err="1">
                  <a:latin typeface="Aptos" panose="020B0004020202020204" pitchFamily="34" charset="0"/>
                </a:rPr>
                <a:t>sequi</a:t>
              </a:r>
              <a:r>
                <a:rPr lang="en-GB" sz="1000" dirty="0">
                  <a:latin typeface="Aptos" panose="020B0004020202020204" pitchFamily="34" charset="0"/>
                </a:rPr>
                <a:t> </a:t>
              </a:r>
              <a:r>
                <a:rPr lang="en-GB" sz="1000" dirty="0" err="1">
                  <a:latin typeface="Aptos" panose="020B0004020202020204" pitchFamily="34" charset="0"/>
                </a:rPr>
                <a:t>ut</a:t>
              </a:r>
              <a:r>
                <a:rPr lang="en-GB" sz="1000" dirty="0">
                  <a:latin typeface="Aptos" panose="020B0004020202020204" pitchFamily="34" charset="0"/>
                </a:rPr>
                <a:t> </a:t>
              </a:r>
              <a:r>
                <a:rPr lang="en-GB" sz="1000" dirty="0" err="1">
                  <a:latin typeface="Aptos" panose="020B0004020202020204" pitchFamily="34" charset="0"/>
                </a:rPr>
                <a:t>aute</a:t>
              </a:r>
              <a:endParaRPr lang="en-GB" sz="1000" dirty="0">
                <a:latin typeface="Aptos" panose="020B0004020202020204" pitchFamily="34" charset="0"/>
              </a:endParaRPr>
            </a:p>
          </p:txBody>
        </p:sp>
        <p:sp>
          <p:nvSpPr>
            <p:cNvPr id="45" name="TextBox 44"/>
            <p:cNvSpPr txBox="1"/>
            <p:nvPr/>
          </p:nvSpPr>
          <p:spPr>
            <a:xfrm>
              <a:off x="1062790" y="2940250"/>
              <a:ext cx="1081420" cy="1487948"/>
            </a:xfrm>
            <a:prstGeom prst="rect">
              <a:avLst/>
            </a:prstGeom>
            <a:noFill/>
          </p:spPr>
          <p:txBody>
            <a:bodyPr wrap="square" lIns="0" tIns="0" rIns="0" bIns="0" rtlCol="0">
              <a:spAutoFit/>
            </a:bodyPr>
            <a:lstStyle/>
            <a:p>
              <a:pPr>
                <a:spcBef>
                  <a:spcPts val="488"/>
                </a:spcBef>
                <a:buSzPct val="100000"/>
              </a:pPr>
              <a:r>
                <a:rPr lang="en-GB" sz="1000" b="1" dirty="0">
                  <a:latin typeface="Aptos" panose="020B0004020202020204" pitchFamily="34" charset="0"/>
                </a:rPr>
                <a:t>User</a:t>
              </a:r>
            </a:p>
            <a:p>
              <a:r>
                <a:rPr lang="en-GB" sz="1000" dirty="0">
                  <a:latin typeface="Aptos" panose="020B0004020202020204" pitchFamily="34" charset="0"/>
                </a:rPr>
                <a:t>Lorem ipsum</a:t>
              </a:r>
            </a:p>
            <a:p>
              <a:r>
                <a:rPr lang="en-GB" sz="1000" dirty="0" err="1">
                  <a:latin typeface="Aptos" panose="020B0004020202020204" pitchFamily="34" charset="0"/>
                </a:rPr>
                <a:t>odit</a:t>
              </a:r>
              <a:r>
                <a:rPr lang="en-GB" sz="1000" dirty="0">
                  <a:latin typeface="Aptos" panose="020B0004020202020204" pitchFamily="34" charset="0"/>
                </a:rPr>
                <a:t> que </a:t>
              </a:r>
              <a:r>
                <a:rPr lang="en-GB" sz="1000" dirty="0" err="1">
                  <a:latin typeface="Aptos" panose="020B0004020202020204" pitchFamily="34" charset="0"/>
                </a:rPr>
                <a:t>perovit</a:t>
              </a:r>
              <a:endParaRPr lang="en-GB" sz="1000" dirty="0">
                <a:latin typeface="Aptos" panose="020B0004020202020204" pitchFamily="34" charset="0"/>
              </a:endParaRPr>
            </a:p>
            <a:p>
              <a:r>
                <a:rPr lang="en-GB" sz="1000" dirty="0" err="1">
                  <a:latin typeface="Aptos" panose="020B0004020202020204" pitchFamily="34" charset="0"/>
                </a:rPr>
                <a:t>unt</a:t>
              </a:r>
              <a:r>
                <a:rPr lang="en-GB" sz="1000" dirty="0">
                  <a:latin typeface="Aptos" panose="020B0004020202020204" pitchFamily="34" charset="0"/>
                </a:rPr>
                <a:t> pa </a:t>
              </a:r>
              <a:r>
                <a:rPr lang="en-GB" sz="1000" dirty="0" err="1">
                  <a:latin typeface="Aptos" panose="020B0004020202020204" pitchFamily="34" charset="0"/>
                </a:rPr>
                <a:t>voluptio</a:t>
              </a:r>
              <a:endParaRPr lang="en-GB" sz="1000" dirty="0">
                <a:latin typeface="Aptos" panose="020B0004020202020204" pitchFamily="34" charset="0"/>
              </a:endParaRPr>
            </a:p>
            <a:p>
              <a:r>
                <a:rPr lang="en-GB" sz="1000" dirty="0" err="1">
                  <a:latin typeface="Aptos" panose="020B0004020202020204" pitchFamily="34" charset="0"/>
                </a:rPr>
                <a:t>sequi</a:t>
              </a:r>
              <a:r>
                <a:rPr lang="en-GB" sz="1000" dirty="0">
                  <a:latin typeface="Aptos" panose="020B0004020202020204" pitchFamily="34" charset="0"/>
                </a:rPr>
                <a:t> </a:t>
              </a:r>
              <a:r>
                <a:rPr lang="en-GB" sz="1000" dirty="0" err="1">
                  <a:latin typeface="Aptos" panose="020B0004020202020204" pitchFamily="34" charset="0"/>
                </a:rPr>
                <a:t>ut</a:t>
              </a:r>
              <a:r>
                <a:rPr lang="en-GB" sz="1000" dirty="0">
                  <a:latin typeface="Aptos" panose="020B0004020202020204" pitchFamily="34" charset="0"/>
                </a:rPr>
                <a:t> </a:t>
              </a:r>
              <a:r>
                <a:rPr lang="en-GB" sz="1000" dirty="0" err="1">
                  <a:latin typeface="Aptos" panose="020B0004020202020204" pitchFamily="34" charset="0"/>
                </a:rPr>
                <a:t>aute</a:t>
              </a:r>
              <a:endParaRPr lang="en-GB" sz="1000" dirty="0">
                <a:latin typeface="Aptos" panose="020B0004020202020204" pitchFamily="34" charset="0"/>
              </a:endParaRPr>
            </a:p>
          </p:txBody>
        </p:sp>
      </p:grpSp>
    </p:spTree>
    <p:extLst>
      <p:ext uri="{BB962C8B-B14F-4D97-AF65-F5344CB8AC3E}">
        <p14:creationId xmlns:p14="http://schemas.microsoft.com/office/powerpoint/2010/main" val="1508576255"/>
      </p:ext>
    </p:extLst>
  </p:cSld>
  <p:clrMapOvr>
    <a:masterClrMapping/>
  </p:clrMapOvr>
  <p:transition>
    <p:fade/>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Manual chart</a:t>
            </a:r>
            <a:endParaRPr lang="en-GB" dirty="0"/>
          </a:p>
        </p:txBody>
      </p:sp>
      <p:sp>
        <p:nvSpPr>
          <p:cNvPr id="3" name="Title 2"/>
          <p:cNvSpPr>
            <a:spLocks noGrp="1"/>
          </p:cNvSpPr>
          <p:nvPr>
            <p:ph type="title"/>
          </p:nvPr>
        </p:nvSpPr>
        <p:spPr/>
        <p:txBody>
          <a:bodyPr/>
          <a:lstStyle/>
          <a:p>
            <a:r>
              <a:rPr lang="en-GB"/>
              <a:t>Icon chart</a:t>
            </a:r>
            <a:endParaRPr lang="en-GB" dirty="0"/>
          </a:p>
        </p:txBody>
      </p:sp>
      <p:grpSp>
        <p:nvGrpSpPr>
          <p:cNvPr id="5" name="Group 4"/>
          <p:cNvGrpSpPr/>
          <p:nvPr/>
        </p:nvGrpSpPr>
        <p:grpSpPr>
          <a:xfrm>
            <a:off x="2544817" y="2035468"/>
            <a:ext cx="5362903" cy="3709767"/>
            <a:chOff x="1248629" y="1705974"/>
            <a:chExt cx="6607992" cy="4571052"/>
          </a:xfrm>
        </p:grpSpPr>
        <p:sp>
          <p:nvSpPr>
            <p:cNvPr id="9" name="Oval 8"/>
            <p:cNvSpPr/>
            <p:nvPr/>
          </p:nvSpPr>
          <p:spPr bwMode="gray">
            <a:xfrm>
              <a:off x="1248629" y="1705974"/>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36" name="Freeform 48"/>
            <p:cNvSpPr>
              <a:spLocks noEditPoints="1"/>
            </p:cNvSpPr>
            <p:nvPr/>
          </p:nvSpPr>
          <p:spPr bwMode="auto">
            <a:xfrm>
              <a:off x="1520748" y="1885783"/>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32" name="Oval 31"/>
            <p:cNvSpPr/>
            <p:nvPr/>
          </p:nvSpPr>
          <p:spPr bwMode="gray">
            <a:xfrm>
              <a:off x="2302816" y="1706785"/>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37" name="Freeform 48"/>
            <p:cNvSpPr>
              <a:spLocks noEditPoints="1"/>
            </p:cNvSpPr>
            <p:nvPr/>
          </p:nvSpPr>
          <p:spPr bwMode="auto">
            <a:xfrm>
              <a:off x="2574935" y="1886594"/>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38" name="Oval 37"/>
            <p:cNvSpPr/>
            <p:nvPr/>
          </p:nvSpPr>
          <p:spPr bwMode="gray">
            <a:xfrm>
              <a:off x="3357003" y="1705974"/>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39" name="Freeform 48"/>
            <p:cNvSpPr>
              <a:spLocks noEditPoints="1"/>
            </p:cNvSpPr>
            <p:nvPr/>
          </p:nvSpPr>
          <p:spPr bwMode="auto">
            <a:xfrm>
              <a:off x="3629122" y="1885783"/>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40" name="Oval 39"/>
            <p:cNvSpPr/>
            <p:nvPr/>
          </p:nvSpPr>
          <p:spPr bwMode="gray">
            <a:xfrm>
              <a:off x="4411190" y="1705974"/>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41" name="Freeform 48"/>
            <p:cNvSpPr>
              <a:spLocks noEditPoints="1"/>
            </p:cNvSpPr>
            <p:nvPr/>
          </p:nvSpPr>
          <p:spPr bwMode="auto">
            <a:xfrm>
              <a:off x="4683309" y="1885783"/>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42" name="Oval 41"/>
            <p:cNvSpPr/>
            <p:nvPr/>
          </p:nvSpPr>
          <p:spPr bwMode="gray">
            <a:xfrm>
              <a:off x="5465377" y="1705974"/>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43" name="Freeform 48"/>
            <p:cNvSpPr>
              <a:spLocks noEditPoints="1"/>
            </p:cNvSpPr>
            <p:nvPr/>
          </p:nvSpPr>
          <p:spPr bwMode="auto">
            <a:xfrm>
              <a:off x="5737496" y="1885783"/>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10" name="Rectangle 9"/>
            <p:cNvSpPr/>
            <p:nvPr/>
          </p:nvSpPr>
          <p:spPr bwMode="gray">
            <a:xfrm>
              <a:off x="5953059" y="1705975"/>
              <a:ext cx="693683" cy="958544"/>
            </a:xfrm>
            <a:prstGeom prst="rect">
              <a:avLst/>
            </a:prstGeom>
            <a:solidFill>
              <a:schemeClr val="bg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44" name="Oval 43"/>
            <p:cNvSpPr/>
            <p:nvPr/>
          </p:nvSpPr>
          <p:spPr bwMode="gray">
            <a:xfrm>
              <a:off x="1248629" y="3530226"/>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45" name="Freeform 48"/>
            <p:cNvSpPr>
              <a:spLocks noEditPoints="1"/>
            </p:cNvSpPr>
            <p:nvPr/>
          </p:nvSpPr>
          <p:spPr bwMode="auto">
            <a:xfrm>
              <a:off x="1520748" y="3710035"/>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46" name="Oval 45"/>
            <p:cNvSpPr/>
            <p:nvPr/>
          </p:nvSpPr>
          <p:spPr bwMode="gray">
            <a:xfrm>
              <a:off x="2302816" y="3531037"/>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47" name="Freeform 48"/>
            <p:cNvSpPr>
              <a:spLocks noEditPoints="1"/>
            </p:cNvSpPr>
            <p:nvPr/>
          </p:nvSpPr>
          <p:spPr bwMode="auto">
            <a:xfrm>
              <a:off x="2574935" y="3710846"/>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48" name="Oval 47"/>
            <p:cNvSpPr/>
            <p:nvPr/>
          </p:nvSpPr>
          <p:spPr bwMode="gray">
            <a:xfrm>
              <a:off x="3357003" y="3530226"/>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49" name="Freeform 48"/>
            <p:cNvSpPr>
              <a:spLocks noEditPoints="1"/>
            </p:cNvSpPr>
            <p:nvPr/>
          </p:nvSpPr>
          <p:spPr bwMode="auto">
            <a:xfrm>
              <a:off x="3629122" y="3710035"/>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50" name="Oval 49"/>
            <p:cNvSpPr/>
            <p:nvPr/>
          </p:nvSpPr>
          <p:spPr bwMode="gray">
            <a:xfrm>
              <a:off x="4411190" y="3530226"/>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51" name="Freeform 48"/>
            <p:cNvSpPr>
              <a:spLocks noEditPoints="1"/>
            </p:cNvSpPr>
            <p:nvPr/>
          </p:nvSpPr>
          <p:spPr bwMode="auto">
            <a:xfrm>
              <a:off x="4683309" y="3710035"/>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52" name="Oval 51"/>
            <p:cNvSpPr/>
            <p:nvPr/>
          </p:nvSpPr>
          <p:spPr bwMode="gray">
            <a:xfrm>
              <a:off x="5465377" y="3530226"/>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53" name="Freeform 48"/>
            <p:cNvSpPr>
              <a:spLocks noEditPoints="1"/>
            </p:cNvSpPr>
            <p:nvPr/>
          </p:nvSpPr>
          <p:spPr bwMode="auto">
            <a:xfrm>
              <a:off x="5737496" y="3710035"/>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54" name="Oval 53"/>
            <p:cNvSpPr/>
            <p:nvPr/>
          </p:nvSpPr>
          <p:spPr bwMode="gray">
            <a:xfrm>
              <a:off x="1248629" y="4590720"/>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55" name="Freeform 48"/>
            <p:cNvSpPr>
              <a:spLocks noEditPoints="1"/>
            </p:cNvSpPr>
            <p:nvPr/>
          </p:nvSpPr>
          <p:spPr bwMode="auto">
            <a:xfrm>
              <a:off x="1520748" y="4770529"/>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56" name="Oval 55"/>
            <p:cNvSpPr/>
            <p:nvPr/>
          </p:nvSpPr>
          <p:spPr bwMode="gray">
            <a:xfrm>
              <a:off x="2302816" y="4591531"/>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57" name="Freeform 48"/>
            <p:cNvSpPr>
              <a:spLocks noEditPoints="1"/>
            </p:cNvSpPr>
            <p:nvPr/>
          </p:nvSpPr>
          <p:spPr bwMode="auto">
            <a:xfrm>
              <a:off x="2574935" y="4771340"/>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58" name="Oval 57"/>
            <p:cNvSpPr/>
            <p:nvPr/>
          </p:nvSpPr>
          <p:spPr bwMode="gray">
            <a:xfrm>
              <a:off x="3357003" y="4590720"/>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59" name="Freeform 58"/>
            <p:cNvSpPr>
              <a:spLocks noEditPoints="1"/>
            </p:cNvSpPr>
            <p:nvPr/>
          </p:nvSpPr>
          <p:spPr bwMode="auto">
            <a:xfrm>
              <a:off x="3629122" y="4770529"/>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60" name="Oval 59"/>
            <p:cNvSpPr/>
            <p:nvPr/>
          </p:nvSpPr>
          <p:spPr bwMode="gray">
            <a:xfrm>
              <a:off x="4411190" y="4590720"/>
              <a:ext cx="958544" cy="958544"/>
            </a:xfrm>
            <a:prstGeom prst="ellipse">
              <a:avLst/>
            </a:prstGeom>
            <a:solidFill>
              <a:schemeClr val="accent3"/>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000" b="1" dirty="0">
                <a:solidFill>
                  <a:schemeClr val="bg1"/>
                </a:solidFill>
                <a:latin typeface="Aptos" panose="020B0004020202020204" pitchFamily="34" charset="0"/>
              </a:endParaRPr>
            </a:p>
          </p:txBody>
        </p:sp>
        <p:sp>
          <p:nvSpPr>
            <p:cNvPr id="61" name="Freeform 48"/>
            <p:cNvSpPr>
              <a:spLocks noEditPoints="1"/>
            </p:cNvSpPr>
            <p:nvPr/>
          </p:nvSpPr>
          <p:spPr bwMode="auto">
            <a:xfrm>
              <a:off x="4683309" y="4770529"/>
              <a:ext cx="427870" cy="581462"/>
            </a:xfrm>
            <a:custGeom>
              <a:avLst/>
              <a:gdLst>
                <a:gd name="T0" fmla="*/ 234 w 234"/>
                <a:gd name="T1" fmla="*/ 107 h 320"/>
                <a:gd name="T2" fmla="*/ 224 w 234"/>
                <a:gd name="T3" fmla="*/ 96 h 320"/>
                <a:gd name="T4" fmla="*/ 224 w 234"/>
                <a:gd name="T5" fmla="*/ 22 h 320"/>
                <a:gd name="T6" fmla="*/ 234 w 234"/>
                <a:gd name="T7" fmla="*/ 11 h 320"/>
                <a:gd name="T8" fmla="*/ 224 w 234"/>
                <a:gd name="T9" fmla="*/ 0 h 320"/>
                <a:gd name="T10" fmla="*/ 10 w 234"/>
                <a:gd name="T11" fmla="*/ 0 h 320"/>
                <a:gd name="T12" fmla="*/ 0 w 234"/>
                <a:gd name="T13" fmla="*/ 11 h 320"/>
                <a:gd name="T14" fmla="*/ 10 w 234"/>
                <a:gd name="T15" fmla="*/ 22 h 320"/>
                <a:gd name="T16" fmla="*/ 10 w 234"/>
                <a:gd name="T17" fmla="*/ 96 h 320"/>
                <a:gd name="T18" fmla="*/ 0 w 234"/>
                <a:gd name="T19" fmla="*/ 107 h 320"/>
                <a:gd name="T20" fmla="*/ 10 w 234"/>
                <a:gd name="T21" fmla="*/ 118 h 320"/>
                <a:gd name="T22" fmla="*/ 10 w 234"/>
                <a:gd name="T23" fmla="*/ 192 h 320"/>
                <a:gd name="T24" fmla="*/ 0 w 234"/>
                <a:gd name="T25" fmla="*/ 203 h 320"/>
                <a:gd name="T26" fmla="*/ 10 w 234"/>
                <a:gd name="T27" fmla="*/ 214 h 320"/>
                <a:gd name="T28" fmla="*/ 10 w 234"/>
                <a:gd name="T29" fmla="*/ 299 h 320"/>
                <a:gd name="T30" fmla="*/ 0 w 234"/>
                <a:gd name="T31" fmla="*/ 310 h 320"/>
                <a:gd name="T32" fmla="*/ 10 w 234"/>
                <a:gd name="T33" fmla="*/ 320 h 320"/>
                <a:gd name="T34" fmla="*/ 224 w 234"/>
                <a:gd name="T35" fmla="*/ 320 h 320"/>
                <a:gd name="T36" fmla="*/ 234 w 234"/>
                <a:gd name="T37" fmla="*/ 310 h 320"/>
                <a:gd name="T38" fmla="*/ 224 w 234"/>
                <a:gd name="T39" fmla="*/ 299 h 320"/>
                <a:gd name="T40" fmla="*/ 224 w 234"/>
                <a:gd name="T41" fmla="*/ 214 h 320"/>
                <a:gd name="T42" fmla="*/ 234 w 234"/>
                <a:gd name="T43" fmla="*/ 203 h 320"/>
                <a:gd name="T44" fmla="*/ 224 w 234"/>
                <a:gd name="T45" fmla="*/ 192 h 320"/>
                <a:gd name="T46" fmla="*/ 224 w 234"/>
                <a:gd name="T47" fmla="*/ 118 h 320"/>
                <a:gd name="T48" fmla="*/ 234 w 234"/>
                <a:gd name="T49" fmla="*/ 107 h 320"/>
                <a:gd name="T50" fmla="*/ 32 w 234"/>
                <a:gd name="T51" fmla="*/ 22 h 320"/>
                <a:gd name="T52" fmla="*/ 202 w 234"/>
                <a:gd name="T53" fmla="*/ 22 h 320"/>
                <a:gd name="T54" fmla="*/ 202 w 234"/>
                <a:gd name="T55" fmla="*/ 96 h 320"/>
                <a:gd name="T56" fmla="*/ 32 w 234"/>
                <a:gd name="T57" fmla="*/ 96 h 320"/>
                <a:gd name="T58" fmla="*/ 32 w 234"/>
                <a:gd name="T59" fmla="*/ 22 h 320"/>
                <a:gd name="T60" fmla="*/ 202 w 234"/>
                <a:gd name="T61" fmla="*/ 299 h 320"/>
                <a:gd name="T62" fmla="*/ 32 w 234"/>
                <a:gd name="T63" fmla="*/ 299 h 320"/>
                <a:gd name="T64" fmla="*/ 32 w 234"/>
                <a:gd name="T65" fmla="*/ 214 h 320"/>
                <a:gd name="T66" fmla="*/ 202 w 234"/>
                <a:gd name="T67" fmla="*/ 214 h 320"/>
                <a:gd name="T68" fmla="*/ 202 w 234"/>
                <a:gd name="T69" fmla="*/ 299 h 320"/>
                <a:gd name="T70" fmla="*/ 202 w 234"/>
                <a:gd name="T71" fmla="*/ 192 h 320"/>
                <a:gd name="T72" fmla="*/ 32 w 234"/>
                <a:gd name="T73" fmla="*/ 192 h 320"/>
                <a:gd name="T74" fmla="*/ 32 w 234"/>
                <a:gd name="T75" fmla="*/ 118 h 320"/>
                <a:gd name="T76" fmla="*/ 202 w 234"/>
                <a:gd name="T77" fmla="*/ 118 h 320"/>
                <a:gd name="T78" fmla="*/ 202 w 234"/>
                <a:gd name="T79"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4" h="320">
                  <a:moveTo>
                    <a:pt x="234" y="107"/>
                  </a:moveTo>
                  <a:cubicBezTo>
                    <a:pt x="234" y="101"/>
                    <a:pt x="230" y="96"/>
                    <a:pt x="224" y="96"/>
                  </a:cubicBezTo>
                  <a:cubicBezTo>
                    <a:pt x="224" y="22"/>
                    <a:pt x="224" y="22"/>
                    <a:pt x="224" y="22"/>
                  </a:cubicBezTo>
                  <a:cubicBezTo>
                    <a:pt x="230" y="22"/>
                    <a:pt x="234" y="17"/>
                    <a:pt x="234" y="11"/>
                  </a:cubicBezTo>
                  <a:cubicBezTo>
                    <a:pt x="234" y="5"/>
                    <a:pt x="230" y="0"/>
                    <a:pt x="224" y="0"/>
                  </a:cubicBezTo>
                  <a:cubicBezTo>
                    <a:pt x="10" y="0"/>
                    <a:pt x="10" y="0"/>
                    <a:pt x="10" y="0"/>
                  </a:cubicBezTo>
                  <a:cubicBezTo>
                    <a:pt x="4" y="0"/>
                    <a:pt x="0" y="5"/>
                    <a:pt x="0" y="11"/>
                  </a:cubicBezTo>
                  <a:cubicBezTo>
                    <a:pt x="0" y="17"/>
                    <a:pt x="4" y="22"/>
                    <a:pt x="10" y="22"/>
                  </a:cubicBezTo>
                  <a:cubicBezTo>
                    <a:pt x="10" y="96"/>
                    <a:pt x="10" y="96"/>
                    <a:pt x="10" y="96"/>
                  </a:cubicBezTo>
                  <a:cubicBezTo>
                    <a:pt x="4" y="96"/>
                    <a:pt x="0" y="101"/>
                    <a:pt x="0" y="107"/>
                  </a:cubicBezTo>
                  <a:cubicBezTo>
                    <a:pt x="0" y="113"/>
                    <a:pt x="4" y="118"/>
                    <a:pt x="10" y="118"/>
                  </a:cubicBezTo>
                  <a:cubicBezTo>
                    <a:pt x="10" y="192"/>
                    <a:pt x="10" y="192"/>
                    <a:pt x="10" y="192"/>
                  </a:cubicBezTo>
                  <a:cubicBezTo>
                    <a:pt x="4" y="192"/>
                    <a:pt x="0" y="197"/>
                    <a:pt x="0" y="203"/>
                  </a:cubicBezTo>
                  <a:cubicBezTo>
                    <a:pt x="0" y="209"/>
                    <a:pt x="4" y="214"/>
                    <a:pt x="10" y="214"/>
                  </a:cubicBezTo>
                  <a:cubicBezTo>
                    <a:pt x="10" y="299"/>
                    <a:pt x="10" y="299"/>
                    <a:pt x="10" y="299"/>
                  </a:cubicBezTo>
                  <a:cubicBezTo>
                    <a:pt x="4" y="299"/>
                    <a:pt x="0" y="304"/>
                    <a:pt x="0" y="310"/>
                  </a:cubicBezTo>
                  <a:cubicBezTo>
                    <a:pt x="0" y="316"/>
                    <a:pt x="4" y="320"/>
                    <a:pt x="10" y="320"/>
                  </a:cubicBezTo>
                  <a:cubicBezTo>
                    <a:pt x="224" y="320"/>
                    <a:pt x="224" y="320"/>
                    <a:pt x="224" y="320"/>
                  </a:cubicBezTo>
                  <a:cubicBezTo>
                    <a:pt x="230" y="320"/>
                    <a:pt x="234" y="316"/>
                    <a:pt x="234" y="310"/>
                  </a:cubicBezTo>
                  <a:cubicBezTo>
                    <a:pt x="234" y="304"/>
                    <a:pt x="230" y="299"/>
                    <a:pt x="224" y="299"/>
                  </a:cubicBezTo>
                  <a:cubicBezTo>
                    <a:pt x="224" y="214"/>
                    <a:pt x="224" y="214"/>
                    <a:pt x="224" y="214"/>
                  </a:cubicBezTo>
                  <a:cubicBezTo>
                    <a:pt x="230" y="214"/>
                    <a:pt x="234" y="209"/>
                    <a:pt x="234" y="203"/>
                  </a:cubicBezTo>
                  <a:cubicBezTo>
                    <a:pt x="234" y="197"/>
                    <a:pt x="230" y="192"/>
                    <a:pt x="224" y="192"/>
                  </a:cubicBezTo>
                  <a:cubicBezTo>
                    <a:pt x="224" y="118"/>
                    <a:pt x="224" y="118"/>
                    <a:pt x="224" y="118"/>
                  </a:cubicBezTo>
                  <a:cubicBezTo>
                    <a:pt x="230" y="118"/>
                    <a:pt x="234" y="113"/>
                    <a:pt x="234" y="107"/>
                  </a:cubicBezTo>
                  <a:close/>
                  <a:moveTo>
                    <a:pt x="32" y="22"/>
                  </a:moveTo>
                  <a:cubicBezTo>
                    <a:pt x="202" y="22"/>
                    <a:pt x="202" y="22"/>
                    <a:pt x="202" y="22"/>
                  </a:cubicBezTo>
                  <a:cubicBezTo>
                    <a:pt x="202" y="96"/>
                    <a:pt x="202" y="96"/>
                    <a:pt x="202" y="96"/>
                  </a:cubicBezTo>
                  <a:cubicBezTo>
                    <a:pt x="32" y="96"/>
                    <a:pt x="32" y="96"/>
                    <a:pt x="32" y="96"/>
                  </a:cubicBezTo>
                  <a:lnTo>
                    <a:pt x="32" y="22"/>
                  </a:lnTo>
                  <a:close/>
                  <a:moveTo>
                    <a:pt x="202" y="299"/>
                  </a:moveTo>
                  <a:cubicBezTo>
                    <a:pt x="32" y="299"/>
                    <a:pt x="32" y="299"/>
                    <a:pt x="32" y="299"/>
                  </a:cubicBezTo>
                  <a:cubicBezTo>
                    <a:pt x="32" y="214"/>
                    <a:pt x="32" y="214"/>
                    <a:pt x="32" y="214"/>
                  </a:cubicBezTo>
                  <a:cubicBezTo>
                    <a:pt x="202" y="214"/>
                    <a:pt x="202" y="214"/>
                    <a:pt x="202" y="214"/>
                  </a:cubicBezTo>
                  <a:lnTo>
                    <a:pt x="202" y="299"/>
                  </a:lnTo>
                  <a:close/>
                  <a:moveTo>
                    <a:pt x="202" y="192"/>
                  </a:moveTo>
                  <a:cubicBezTo>
                    <a:pt x="32" y="192"/>
                    <a:pt x="32" y="192"/>
                    <a:pt x="32" y="192"/>
                  </a:cubicBezTo>
                  <a:cubicBezTo>
                    <a:pt x="32" y="118"/>
                    <a:pt x="32" y="118"/>
                    <a:pt x="32" y="118"/>
                  </a:cubicBezTo>
                  <a:cubicBezTo>
                    <a:pt x="202" y="118"/>
                    <a:pt x="202" y="118"/>
                    <a:pt x="202" y="118"/>
                  </a:cubicBezTo>
                  <a:lnTo>
                    <a:pt x="202" y="192"/>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62" name="TextBox 61"/>
            <p:cNvSpPr txBox="1"/>
            <p:nvPr/>
          </p:nvSpPr>
          <p:spPr>
            <a:xfrm>
              <a:off x="1250680" y="2766468"/>
              <a:ext cx="6605941" cy="625812"/>
            </a:xfrm>
            <a:prstGeom prst="rect">
              <a:avLst/>
            </a:prstGeom>
            <a:noFill/>
          </p:spPr>
          <p:txBody>
            <a:bodyPr wrap="square" lIns="0" tIns="0" rIns="0" bIns="0" rtlCol="0">
              <a:noAutofit/>
            </a:bodyPr>
            <a:lstStyle/>
            <a:p>
              <a:r>
                <a:rPr lang="en-GB" sz="1000" b="1" dirty="0">
                  <a:latin typeface="Aptos" panose="020B0004020202020204" pitchFamily="34" charset="0"/>
                </a:rPr>
                <a:t>47 billion barrels</a:t>
              </a:r>
            </a:p>
            <a:p>
              <a:r>
                <a:rPr lang="en-GB" sz="1000" dirty="0">
                  <a:latin typeface="Aptos" panose="020B0004020202020204" pitchFamily="34" charset="0"/>
                </a:rPr>
                <a:t>Lorem ipsum </a:t>
              </a:r>
              <a:r>
                <a:rPr lang="en-GB" sz="1000" dirty="0" err="1">
                  <a:latin typeface="Aptos" panose="020B0004020202020204" pitchFamily="34" charset="0"/>
                </a:rPr>
                <a:t>iatesequi</a:t>
              </a:r>
              <a:r>
                <a:rPr lang="en-GB" sz="1000" dirty="0">
                  <a:latin typeface="Aptos" panose="020B0004020202020204" pitchFamily="34" charset="0"/>
                </a:rPr>
                <a:t> </a:t>
              </a:r>
              <a:r>
                <a:rPr lang="en-GB" sz="1000" dirty="0" err="1">
                  <a:latin typeface="Aptos" panose="020B0004020202020204" pitchFamily="34" charset="0"/>
                </a:rPr>
                <a:t>omnimpo</a:t>
              </a:r>
              <a:r>
                <a:rPr lang="en-GB" sz="1000" dirty="0">
                  <a:latin typeface="Aptos" panose="020B0004020202020204" pitchFamily="34" charset="0"/>
                </a:rPr>
                <a:t> </a:t>
              </a:r>
            </a:p>
          </p:txBody>
        </p:sp>
        <p:sp>
          <p:nvSpPr>
            <p:cNvPr id="63" name="TextBox 62"/>
            <p:cNvSpPr txBox="1"/>
            <p:nvPr/>
          </p:nvSpPr>
          <p:spPr>
            <a:xfrm>
              <a:off x="1250680" y="5651214"/>
              <a:ext cx="6605941" cy="625812"/>
            </a:xfrm>
            <a:prstGeom prst="rect">
              <a:avLst/>
            </a:prstGeom>
            <a:noFill/>
          </p:spPr>
          <p:txBody>
            <a:bodyPr wrap="square" lIns="0" tIns="0" rIns="0" bIns="0" rtlCol="0">
              <a:noAutofit/>
            </a:bodyPr>
            <a:lstStyle/>
            <a:p>
              <a:r>
                <a:rPr lang="en-GB" sz="1000" b="1" dirty="0">
                  <a:latin typeface="Aptos" panose="020B0004020202020204" pitchFamily="34" charset="0"/>
                </a:rPr>
                <a:t>90 billion barrels</a:t>
              </a:r>
            </a:p>
            <a:p>
              <a:r>
                <a:rPr lang="en-GB" sz="1000" dirty="0">
                  <a:latin typeface="Aptos" panose="020B0004020202020204" pitchFamily="34" charset="0"/>
                </a:rPr>
                <a:t>Lorem ipsum </a:t>
              </a:r>
              <a:r>
                <a:rPr lang="en-GB" sz="1000" dirty="0" err="1">
                  <a:latin typeface="Aptos" panose="020B0004020202020204" pitchFamily="34" charset="0"/>
                </a:rPr>
                <a:t>iatesequi</a:t>
              </a:r>
              <a:r>
                <a:rPr lang="en-GB" sz="1000" dirty="0">
                  <a:latin typeface="Aptos" panose="020B0004020202020204" pitchFamily="34" charset="0"/>
                </a:rPr>
                <a:t> </a:t>
              </a:r>
              <a:r>
                <a:rPr lang="en-GB" sz="1000" dirty="0" err="1">
                  <a:latin typeface="Aptos" panose="020B0004020202020204" pitchFamily="34" charset="0"/>
                </a:rPr>
                <a:t>omnimpo</a:t>
              </a:r>
              <a:r>
                <a:rPr lang="en-GB" sz="1000" dirty="0">
                  <a:latin typeface="Aptos" panose="020B0004020202020204" pitchFamily="34" charset="0"/>
                </a:rPr>
                <a:t> </a:t>
              </a:r>
            </a:p>
          </p:txBody>
        </p:sp>
      </p:grpSp>
    </p:spTree>
    <p:extLst>
      <p:ext uri="{BB962C8B-B14F-4D97-AF65-F5344CB8AC3E}">
        <p14:creationId xmlns:p14="http://schemas.microsoft.com/office/powerpoint/2010/main" val="347320934"/>
      </p:ext>
    </p:extLst>
  </p:cSld>
  <p:clrMapOvr>
    <a:masterClrMapping/>
  </p:clrMapOvr>
  <p:transition>
    <p:fade/>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Icon use with transparency</a:t>
            </a:r>
            <a:endParaRPr lang="en-GB" dirty="0"/>
          </a:p>
        </p:txBody>
      </p:sp>
      <p:sp>
        <p:nvSpPr>
          <p:cNvPr id="3" name="Title 2"/>
          <p:cNvSpPr>
            <a:spLocks noGrp="1"/>
          </p:cNvSpPr>
          <p:nvPr>
            <p:ph type="title"/>
          </p:nvPr>
        </p:nvSpPr>
        <p:spPr/>
        <p:txBody>
          <a:bodyPr/>
          <a:lstStyle/>
          <a:p>
            <a:r>
              <a:rPr lang="en-US"/>
              <a:t>Venn diagram</a:t>
            </a:r>
            <a:endParaRPr lang="en-GB" dirty="0"/>
          </a:p>
        </p:txBody>
      </p:sp>
      <p:grpSp>
        <p:nvGrpSpPr>
          <p:cNvPr id="5" name="Group 4"/>
          <p:cNvGrpSpPr>
            <a:grpSpLocks noChangeAspect="1"/>
          </p:cNvGrpSpPr>
          <p:nvPr/>
        </p:nvGrpSpPr>
        <p:grpSpPr>
          <a:xfrm>
            <a:off x="3260556" y="1905953"/>
            <a:ext cx="3384888" cy="3208725"/>
            <a:chOff x="1999036" y="1236975"/>
            <a:chExt cx="5154861" cy="4886582"/>
          </a:xfrm>
        </p:grpSpPr>
        <p:sp>
          <p:nvSpPr>
            <p:cNvPr id="8" name="Oval 7"/>
            <p:cNvSpPr/>
            <p:nvPr/>
          </p:nvSpPr>
          <p:spPr bwMode="gray">
            <a:xfrm>
              <a:off x="3180418" y="1236975"/>
              <a:ext cx="2783164" cy="2783164"/>
            </a:xfrm>
            <a:prstGeom prst="ellipse">
              <a:avLst/>
            </a:prstGeom>
            <a:solidFill>
              <a:srgbClr val="00A3E0">
                <a:alpha val="70000"/>
              </a:srgb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36" name="Oval 35"/>
            <p:cNvSpPr/>
            <p:nvPr/>
          </p:nvSpPr>
          <p:spPr bwMode="gray">
            <a:xfrm>
              <a:off x="4370733" y="3340393"/>
              <a:ext cx="2783164" cy="2783164"/>
            </a:xfrm>
            <a:prstGeom prst="ellipse">
              <a:avLst/>
            </a:prstGeom>
            <a:solidFill>
              <a:schemeClr val="accent6">
                <a:alpha val="7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37" name="Oval 36"/>
            <p:cNvSpPr/>
            <p:nvPr/>
          </p:nvSpPr>
          <p:spPr bwMode="gray">
            <a:xfrm>
              <a:off x="1999036" y="3340393"/>
              <a:ext cx="2783164" cy="2783164"/>
            </a:xfrm>
            <a:prstGeom prst="ellipse">
              <a:avLst/>
            </a:prstGeom>
            <a:solidFill>
              <a:schemeClr val="accent1">
                <a:alpha val="7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35" name="Freeform 605"/>
            <p:cNvSpPr>
              <a:spLocks noEditPoints="1"/>
            </p:cNvSpPr>
            <p:nvPr/>
          </p:nvSpPr>
          <p:spPr bwMode="auto">
            <a:xfrm>
              <a:off x="5219062" y="4164517"/>
              <a:ext cx="1166088" cy="1184379"/>
            </a:xfrm>
            <a:custGeom>
              <a:avLst/>
              <a:gdLst>
                <a:gd name="T0" fmla="*/ 299 w 310"/>
                <a:gd name="T1" fmla="*/ 75 h 310"/>
                <a:gd name="T2" fmla="*/ 267 w 310"/>
                <a:gd name="T3" fmla="*/ 75 h 310"/>
                <a:gd name="T4" fmla="*/ 267 w 310"/>
                <a:gd name="T5" fmla="*/ 54 h 310"/>
                <a:gd name="T6" fmla="*/ 299 w 310"/>
                <a:gd name="T7" fmla="*/ 54 h 310"/>
                <a:gd name="T8" fmla="*/ 310 w 310"/>
                <a:gd name="T9" fmla="*/ 43 h 310"/>
                <a:gd name="T10" fmla="*/ 299 w 310"/>
                <a:gd name="T11" fmla="*/ 32 h 310"/>
                <a:gd name="T12" fmla="*/ 54 w 310"/>
                <a:gd name="T13" fmla="*/ 32 h 310"/>
                <a:gd name="T14" fmla="*/ 54 w 310"/>
                <a:gd name="T15" fmla="*/ 11 h 310"/>
                <a:gd name="T16" fmla="*/ 43 w 310"/>
                <a:gd name="T17" fmla="*/ 0 h 310"/>
                <a:gd name="T18" fmla="*/ 32 w 310"/>
                <a:gd name="T19" fmla="*/ 11 h 310"/>
                <a:gd name="T20" fmla="*/ 32 w 310"/>
                <a:gd name="T21" fmla="*/ 32 h 310"/>
                <a:gd name="T22" fmla="*/ 11 w 310"/>
                <a:gd name="T23" fmla="*/ 32 h 310"/>
                <a:gd name="T24" fmla="*/ 0 w 310"/>
                <a:gd name="T25" fmla="*/ 43 h 310"/>
                <a:gd name="T26" fmla="*/ 11 w 310"/>
                <a:gd name="T27" fmla="*/ 54 h 310"/>
                <a:gd name="T28" fmla="*/ 32 w 310"/>
                <a:gd name="T29" fmla="*/ 54 h 310"/>
                <a:gd name="T30" fmla="*/ 32 w 310"/>
                <a:gd name="T31" fmla="*/ 299 h 310"/>
                <a:gd name="T32" fmla="*/ 43 w 310"/>
                <a:gd name="T33" fmla="*/ 310 h 310"/>
                <a:gd name="T34" fmla="*/ 54 w 310"/>
                <a:gd name="T35" fmla="*/ 299 h 310"/>
                <a:gd name="T36" fmla="*/ 54 w 310"/>
                <a:gd name="T37" fmla="*/ 54 h 310"/>
                <a:gd name="T38" fmla="*/ 118 w 310"/>
                <a:gd name="T39" fmla="*/ 54 h 310"/>
                <a:gd name="T40" fmla="*/ 118 w 310"/>
                <a:gd name="T41" fmla="*/ 75 h 310"/>
                <a:gd name="T42" fmla="*/ 86 w 310"/>
                <a:gd name="T43" fmla="*/ 75 h 310"/>
                <a:gd name="T44" fmla="*/ 75 w 310"/>
                <a:gd name="T45" fmla="*/ 86 h 310"/>
                <a:gd name="T46" fmla="*/ 75 w 310"/>
                <a:gd name="T47" fmla="*/ 246 h 310"/>
                <a:gd name="T48" fmla="*/ 86 w 310"/>
                <a:gd name="T49" fmla="*/ 256 h 310"/>
                <a:gd name="T50" fmla="*/ 299 w 310"/>
                <a:gd name="T51" fmla="*/ 256 h 310"/>
                <a:gd name="T52" fmla="*/ 310 w 310"/>
                <a:gd name="T53" fmla="*/ 246 h 310"/>
                <a:gd name="T54" fmla="*/ 310 w 310"/>
                <a:gd name="T55" fmla="*/ 86 h 310"/>
                <a:gd name="T56" fmla="*/ 299 w 310"/>
                <a:gd name="T57" fmla="*/ 75 h 310"/>
                <a:gd name="T58" fmla="*/ 139 w 310"/>
                <a:gd name="T59" fmla="*/ 54 h 310"/>
                <a:gd name="T60" fmla="*/ 246 w 310"/>
                <a:gd name="T61" fmla="*/ 54 h 310"/>
                <a:gd name="T62" fmla="*/ 246 w 310"/>
                <a:gd name="T63" fmla="*/ 75 h 310"/>
                <a:gd name="T64" fmla="*/ 139 w 310"/>
                <a:gd name="T65" fmla="*/ 75 h 310"/>
                <a:gd name="T66" fmla="*/ 139 w 310"/>
                <a:gd name="T67" fmla="*/ 54 h 310"/>
                <a:gd name="T68" fmla="*/ 288 w 310"/>
                <a:gd name="T69" fmla="*/ 235 h 310"/>
                <a:gd name="T70" fmla="*/ 96 w 310"/>
                <a:gd name="T71" fmla="*/ 235 h 310"/>
                <a:gd name="T72" fmla="*/ 96 w 310"/>
                <a:gd name="T73" fmla="*/ 96 h 310"/>
                <a:gd name="T74" fmla="*/ 118 w 310"/>
                <a:gd name="T75" fmla="*/ 96 h 310"/>
                <a:gd name="T76" fmla="*/ 118 w 310"/>
                <a:gd name="T77" fmla="*/ 118 h 310"/>
                <a:gd name="T78" fmla="*/ 128 w 310"/>
                <a:gd name="T79" fmla="*/ 128 h 310"/>
                <a:gd name="T80" fmla="*/ 139 w 310"/>
                <a:gd name="T81" fmla="*/ 118 h 310"/>
                <a:gd name="T82" fmla="*/ 139 w 310"/>
                <a:gd name="T83" fmla="*/ 96 h 310"/>
                <a:gd name="T84" fmla="*/ 246 w 310"/>
                <a:gd name="T85" fmla="*/ 96 h 310"/>
                <a:gd name="T86" fmla="*/ 246 w 310"/>
                <a:gd name="T87" fmla="*/ 118 h 310"/>
                <a:gd name="T88" fmla="*/ 256 w 310"/>
                <a:gd name="T89" fmla="*/ 128 h 310"/>
                <a:gd name="T90" fmla="*/ 267 w 310"/>
                <a:gd name="T91" fmla="*/ 118 h 310"/>
                <a:gd name="T92" fmla="*/ 267 w 310"/>
                <a:gd name="T93" fmla="*/ 96 h 310"/>
                <a:gd name="T94" fmla="*/ 288 w 310"/>
                <a:gd name="T95" fmla="*/ 96 h 310"/>
                <a:gd name="T96" fmla="*/ 288 w 310"/>
                <a:gd name="T97" fmla="*/ 23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0" h="310">
                  <a:moveTo>
                    <a:pt x="299" y="75"/>
                  </a:moveTo>
                  <a:cubicBezTo>
                    <a:pt x="267" y="75"/>
                    <a:pt x="267" y="75"/>
                    <a:pt x="267" y="75"/>
                  </a:cubicBezTo>
                  <a:cubicBezTo>
                    <a:pt x="267" y="54"/>
                    <a:pt x="267" y="54"/>
                    <a:pt x="267" y="54"/>
                  </a:cubicBezTo>
                  <a:cubicBezTo>
                    <a:pt x="299" y="54"/>
                    <a:pt x="299" y="54"/>
                    <a:pt x="299" y="54"/>
                  </a:cubicBezTo>
                  <a:cubicBezTo>
                    <a:pt x="305" y="54"/>
                    <a:pt x="310" y="49"/>
                    <a:pt x="310" y="43"/>
                  </a:cubicBezTo>
                  <a:cubicBezTo>
                    <a:pt x="310" y="37"/>
                    <a:pt x="305" y="32"/>
                    <a:pt x="299" y="32"/>
                  </a:cubicBezTo>
                  <a:cubicBezTo>
                    <a:pt x="54" y="32"/>
                    <a:pt x="54" y="32"/>
                    <a:pt x="54" y="32"/>
                  </a:cubicBezTo>
                  <a:cubicBezTo>
                    <a:pt x="54" y="11"/>
                    <a:pt x="54" y="11"/>
                    <a:pt x="54" y="11"/>
                  </a:cubicBezTo>
                  <a:cubicBezTo>
                    <a:pt x="54" y="5"/>
                    <a:pt x="49" y="0"/>
                    <a:pt x="43" y="0"/>
                  </a:cubicBezTo>
                  <a:cubicBezTo>
                    <a:pt x="37" y="0"/>
                    <a:pt x="32" y="5"/>
                    <a:pt x="32" y="11"/>
                  </a:cubicBezTo>
                  <a:cubicBezTo>
                    <a:pt x="32" y="32"/>
                    <a:pt x="32" y="32"/>
                    <a:pt x="32" y="32"/>
                  </a:cubicBezTo>
                  <a:cubicBezTo>
                    <a:pt x="11" y="32"/>
                    <a:pt x="11" y="32"/>
                    <a:pt x="11" y="32"/>
                  </a:cubicBezTo>
                  <a:cubicBezTo>
                    <a:pt x="5" y="32"/>
                    <a:pt x="0" y="37"/>
                    <a:pt x="0" y="43"/>
                  </a:cubicBezTo>
                  <a:cubicBezTo>
                    <a:pt x="0" y="49"/>
                    <a:pt x="5" y="54"/>
                    <a:pt x="11" y="54"/>
                  </a:cubicBezTo>
                  <a:cubicBezTo>
                    <a:pt x="32" y="54"/>
                    <a:pt x="32" y="54"/>
                    <a:pt x="32" y="54"/>
                  </a:cubicBezTo>
                  <a:cubicBezTo>
                    <a:pt x="32" y="299"/>
                    <a:pt x="32" y="299"/>
                    <a:pt x="32" y="299"/>
                  </a:cubicBezTo>
                  <a:cubicBezTo>
                    <a:pt x="32" y="305"/>
                    <a:pt x="37" y="310"/>
                    <a:pt x="43" y="310"/>
                  </a:cubicBezTo>
                  <a:cubicBezTo>
                    <a:pt x="49" y="310"/>
                    <a:pt x="54" y="305"/>
                    <a:pt x="54" y="299"/>
                  </a:cubicBezTo>
                  <a:cubicBezTo>
                    <a:pt x="54" y="54"/>
                    <a:pt x="54" y="54"/>
                    <a:pt x="54" y="54"/>
                  </a:cubicBezTo>
                  <a:cubicBezTo>
                    <a:pt x="118" y="54"/>
                    <a:pt x="118" y="54"/>
                    <a:pt x="118" y="54"/>
                  </a:cubicBezTo>
                  <a:cubicBezTo>
                    <a:pt x="118" y="75"/>
                    <a:pt x="118" y="75"/>
                    <a:pt x="118" y="75"/>
                  </a:cubicBezTo>
                  <a:cubicBezTo>
                    <a:pt x="86" y="75"/>
                    <a:pt x="86" y="75"/>
                    <a:pt x="86" y="75"/>
                  </a:cubicBezTo>
                  <a:cubicBezTo>
                    <a:pt x="80" y="75"/>
                    <a:pt x="75" y="80"/>
                    <a:pt x="75" y="86"/>
                  </a:cubicBezTo>
                  <a:cubicBezTo>
                    <a:pt x="75" y="246"/>
                    <a:pt x="75" y="246"/>
                    <a:pt x="75" y="246"/>
                  </a:cubicBezTo>
                  <a:cubicBezTo>
                    <a:pt x="75" y="252"/>
                    <a:pt x="80" y="256"/>
                    <a:pt x="86" y="256"/>
                  </a:cubicBezTo>
                  <a:cubicBezTo>
                    <a:pt x="299" y="256"/>
                    <a:pt x="299" y="256"/>
                    <a:pt x="299" y="256"/>
                  </a:cubicBezTo>
                  <a:cubicBezTo>
                    <a:pt x="305" y="256"/>
                    <a:pt x="310" y="252"/>
                    <a:pt x="310" y="246"/>
                  </a:cubicBezTo>
                  <a:cubicBezTo>
                    <a:pt x="310" y="86"/>
                    <a:pt x="310" y="86"/>
                    <a:pt x="310" y="86"/>
                  </a:cubicBezTo>
                  <a:cubicBezTo>
                    <a:pt x="310" y="80"/>
                    <a:pt x="305" y="75"/>
                    <a:pt x="299" y="75"/>
                  </a:cubicBezTo>
                  <a:close/>
                  <a:moveTo>
                    <a:pt x="139" y="54"/>
                  </a:moveTo>
                  <a:cubicBezTo>
                    <a:pt x="246" y="54"/>
                    <a:pt x="246" y="54"/>
                    <a:pt x="246" y="54"/>
                  </a:cubicBezTo>
                  <a:cubicBezTo>
                    <a:pt x="246" y="75"/>
                    <a:pt x="246" y="75"/>
                    <a:pt x="246" y="75"/>
                  </a:cubicBezTo>
                  <a:cubicBezTo>
                    <a:pt x="139" y="75"/>
                    <a:pt x="139" y="75"/>
                    <a:pt x="139" y="75"/>
                  </a:cubicBezTo>
                  <a:lnTo>
                    <a:pt x="139" y="54"/>
                  </a:lnTo>
                  <a:close/>
                  <a:moveTo>
                    <a:pt x="288" y="235"/>
                  </a:moveTo>
                  <a:cubicBezTo>
                    <a:pt x="96" y="235"/>
                    <a:pt x="96" y="235"/>
                    <a:pt x="96" y="235"/>
                  </a:cubicBezTo>
                  <a:cubicBezTo>
                    <a:pt x="96" y="96"/>
                    <a:pt x="96" y="96"/>
                    <a:pt x="96" y="96"/>
                  </a:cubicBezTo>
                  <a:cubicBezTo>
                    <a:pt x="118" y="96"/>
                    <a:pt x="118" y="96"/>
                    <a:pt x="118" y="96"/>
                  </a:cubicBezTo>
                  <a:cubicBezTo>
                    <a:pt x="118" y="118"/>
                    <a:pt x="118" y="118"/>
                    <a:pt x="118" y="118"/>
                  </a:cubicBezTo>
                  <a:cubicBezTo>
                    <a:pt x="118" y="124"/>
                    <a:pt x="122" y="128"/>
                    <a:pt x="128" y="128"/>
                  </a:cubicBezTo>
                  <a:cubicBezTo>
                    <a:pt x="134" y="128"/>
                    <a:pt x="139" y="124"/>
                    <a:pt x="139" y="118"/>
                  </a:cubicBezTo>
                  <a:cubicBezTo>
                    <a:pt x="139" y="96"/>
                    <a:pt x="139" y="96"/>
                    <a:pt x="139" y="96"/>
                  </a:cubicBezTo>
                  <a:cubicBezTo>
                    <a:pt x="246" y="96"/>
                    <a:pt x="246" y="96"/>
                    <a:pt x="246" y="96"/>
                  </a:cubicBezTo>
                  <a:cubicBezTo>
                    <a:pt x="246" y="118"/>
                    <a:pt x="246" y="118"/>
                    <a:pt x="246" y="118"/>
                  </a:cubicBezTo>
                  <a:cubicBezTo>
                    <a:pt x="246" y="124"/>
                    <a:pt x="250" y="128"/>
                    <a:pt x="256" y="128"/>
                  </a:cubicBezTo>
                  <a:cubicBezTo>
                    <a:pt x="262" y="128"/>
                    <a:pt x="267" y="124"/>
                    <a:pt x="267" y="118"/>
                  </a:cubicBezTo>
                  <a:cubicBezTo>
                    <a:pt x="267" y="96"/>
                    <a:pt x="267" y="96"/>
                    <a:pt x="267" y="96"/>
                  </a:cubicBezTo>
                  <a:cubicBezTo>
                    <a:pt x="288" y="96"/>
                    <a:pt x="288" y="96"/>
                    <a:pt x="288" y="96"/>
                  </a:cubicBezTo>
                  <a:lnTo>
                    <a:pt x="288" y="235"/>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p>
          </p:txBody>
        </p:sp>
        <p:sp>
          <p:nvSpPr>
            <p:cNvPr id="31" name="Freeform 481"/>
            <p:cNvSpPr>
              <a:spLocks noEditPoints="1"/>
            </p:cNvSpPr>
            <p:nvPr/>
          </p:nvSpPr>
          <p:spPr bwMode="auto">
            <a:xfrm>
              <a:off x="4227216" y="1918774"/>
              <a:ext cx="676711" cy="1449118"/>
            </a:xfrm>
            <a:custGeom>
              <a:avLst/>
              <a:gdLst>
                <a:gd name="T0" fmla="*/ 139 w 149"/>
                <a:gd name="T1" fmla="*/ 0 h 320"/>
                <a:gd name="T2" fmla="*/ 128 w 149"/>
                <a:gd name="T3" fmla="*/ 10 h 320"/>
                <a:gd name="T4" fmla="*/ 128 w 149"/>
                <a:gd name="T5" fmla="*/ 53 h 320"/>
                <a:gd name="T6" fmla="*/ 21 w 149"/>
                <a:gd name="T7" fmla="*/ 53 h 320"/>
                <a:gd name="T8" fmla="*/ 21 w 149"/>
                <a:gd name="T9" fmla="*/ 10 h 320"/>
                <a:gd name="T10" fmla="*/ 11 w 149"/>
                <a:gd name="T11" fmla="*/ 0 h 320"/>
                <a:gd name="T12" fmla="*/ 0 w 149"/>
                <a:gd name="T13" fmla="*/ 10 h 320"/>
                <a:gd name="T14" fmla="*/ 0 w 149"/>
                <a:gd name="T15" fmla="*/ 309 h 320"/>
                <a:gd name="T16" fmla="*/ 11 w 149"/>
                <a:gd name="T17" fmla="*/ 320 h 320"/>
                <a:gd name="T18" fmla="*/ 21 w 149"/>
                <a:gd name="T19" fmla="*/ 309 h 320"/>
                <a:gd name="T20" fmla="*/ 21 w 149"/>
                <a:gd name="T21" fmla="*/ 266 h 320"/>
                <a:gd name="T22" fmla="*/ 128 w 149"/>
                <a:gd name="T23" fmla="*/ 266 h 320"/>
                <a:gd name="T24" fmla="*/ 128 w 149"/>
                <a:gd name="T25" fmla="*/ 309 h 320"/>
                <a:gd name="T26" fmla="*/ 139 w 149"/>
                <a:gd name="T27" fmla="*/ 320 h 320"/>
                <a:gd name="T28" fmla="*/ 149 w 149"/>
                <a:gd name="T29" fmla="*/ 309 h 320"/>
                <a:gd name="T30" fmla="*/ 149 w 149"/>
                <a:gd name="T31" fmla="*/ 10 h 320"/>
                <a:gd name="T32" fmla="*/ 139 w 149"/>
                <a:gd name="T33" fmla="*/ 0 h 320"/>
                <a:gd name="T34" fmla="*/ 128 w 149"/>
                <a:gd name="T35" fmla="*/ 74 h 320"/>
                <a:gd name="T36" fmla="*/ 128 w 149"/>
                <a:gd name="T37" fmla="*/ 117 h 320"/>
                <a:gd name="T38" fmla="*/ 21 w 149"/>
                <a:gd name="T39" fmla="*/ 117 h 320"/>
                <a:gd name="T40" fmla="*/ 21 w 149"/>
                <a:gd name="T41" fmla="*/ 74 h 320"/>
                <a:gd name="T42" fmla="*/ 128 w 149"/>
                <a:gd name="T43" fmla="*/ 74 h 320"/>
                <a:gd name="T44" fmla="*/ 128 w 149"/>
                <a:gd name="T45" fmla="*/ 138 h 320"/>
                <a:gd name="T46" fmla="*/ 128 w 149"/>
                <a:gd name="T47" fmla="*/ 181 h 320"/>
                <a:gd name="T48" fmla="*/ 21 w 149"/>
                <a:gd name="T49" fmla="*/ 181 h 320"/>
                <a:gd name="T50" fmla="*/ 21 w 149"/>
                <a:gd name="T51" fmla="*/ 138 h 320"/>
                <a:gd name="T52" fmla="*/ 128 w 149"/>
                <a:gd name="T53" fmla="*/ 138 h 320"/>
                <a:gd name="T54" fmla="*/ 21 w 149"/>
                <a:gd name="T55" fmla="*/ 245 h 320"/>
                <a:gd name="T56" fmla="*/ 21 w 149"/>
                <a:gd name="T57" fmla="*/ 202 h 320"/>
                <a:gd name="T58" fmla="*/ 128 w 149"/>
                <a:gd name="T59" fmla="*/ 202 h 320"/>
                <a:gd name="T60" fmla="*/ 128 w 149"/>
                <a:gd name="T61" fmla="*/ 245 h 320"/>
                <a:gd name="T62" fmla="*/ 21 w 149"/>
                <a:gd name="T63" fmla="*/ 24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320">
                  <a:moveTo>
                    <a:pt x="139" y="0"/>
                  </a:moveTo>
                  <a:cubicBezTo>
                    <a:pt x="133" y="0"/>
                    <a:pt x="128" y="4"/>
                    <a:pt x="128" y="10"/>
                  </a:cubicBezTo>
                  <a:cubicBezTo>
                    <a:pt x="128" y="53"/>
                    <a:pt x="128" y="53"/>
                    <a:pt x="128" y="53"/>
                  </a:cubicBezTo>
                  <a:cubicBezTo>
                    <a:pt x="21" y="53"/>
                    <a:pt x="21" y="53"/>
                    <a:pt x="21" y="53"/>
                  </a:cubicBezTo>
                  <a:cubicBezTo>
                    <a:pt x="21" y="10"/>
                    <a:pt x="21" y="10"/>
                    <a:pt x="21" y="10"/>
                  </a:cubicBezTo>
                  <a:cubicBezTo>
                    <a:pt x="21" y="4"/>
                    <a:pt x="17" y="0"/>
                    <a:pt x="11" y="0"/>
                  </a:cubicBezTo>
                  <a:cubicBezTo>
                    <a:pt x="5" y="0"/>
                    <a:pt x="0" y="4"/>
                    <a:pt x="0" y="10"/>
                  </a:cubicBezTo>
                  <a:cubicBezTo>
                    <a:pt x="0" y="309"/>
                    <a:pt x="0" y="309"/>
                    <a:pt x="0" y="309"/>
                  </a:cubicBezTo>
                  <a:cubicBezTo>
                    <a:pt x="0" y="315"/>
                    <a:pt x="5" y="320"/>
                    <a:pt x="11" y="320"/>
                  </a:cubicBezTo>
                  <a:cubicBezTo>
                    <a:pt x="17" y="320"/>
                    <a:pt x="21" y="315"/>
                    <a:pt x="21" y="309"/>
                  </a:cubicBezTo>
                  <a:cubicBezTo>
                    <a:pt x="21" y="266"/>
                    <a:pt x="21" y="266"/>
                    <a:pt x="21" y="266"/>
                  </a:cubicBezTo>
                  <a:cubicBezTo>
                    <a:pt x="128" y="266"/>
                    <a:pt x="128" y="266"/>
                    <a:pt x="128" y="266"/>
                  </a:cubicBezTo>
                  <a:cubicBezTo>
                    <a:pt x="128" y="309"/>
                    <a:pt x="128" y="309"/>
                    <a:pt x="128" y="309"/>
                  </a:cubicBezTo>
                  <a:cubicBezTo>
                    <a:pt x="128" y="315"/>
                    <a:pt x="133" y="320"/>
                    <a:pt x="139" y="320"/>
                  </a:cubicBezTo>
                  <a:cubicBezTo>
                    <a:pt x="145" y="320"/>
                    <a:pt x="149" y="315"/>
                    <a:pt x="149" y="309"/>
                  </a:cubicBezTo>
                  <a:cubicBezTo>
                    <a:pt x="149" y="10"/>
                    <a:pt x="149" y="10"/>
                    <a:pt x="149" y="10"/>
                  </a:cubicBezTo>
                  <a:cubicBezTo>
                    <a:pt x="149" y="4"/>
                    <a:pt x="145" y="0"/>
                    <a:pt x="139" y="0"/>
                  </a:cubicBezTo>
                  <a:close/>
                  <a:moveTo>
                    <a:pt x="128" y="74"/>
                  </a:moveTo>
                  <a:cubicBezTo>
                    <a:pt x="128" y="117"/>
                    <a:pt x="128" y="117"/>
                    <a:pt x="128" y="117"/>
                  </a:cubicBezTo>
                  <a:cubicBezTo>
                    <a:pt x="21" y="117"/>
                    <a:pt x="21" y="117"/>
                    <a:pt x="21" y="117"/>
                  </a:cubicBezTo>
                  <a:cubicBezTo>
                    <a:pt x="21" y="74"/>
                    <a:pt x="21" y="74"/>
                    <a:pt x="21" y="74"/>
                  </a:cubicBezTo>
                  <a:lnTo>
                    <a:pt x="128" y="74"/>
                  </a:lnTo>
                  <a:close/>
                  <a:moveTo>
                    <a:pt x="128" y="138"/>
                  </a:moveTo>
                  <a:cubicBezTo>
                    <a:pt x="128" y="181"/>
                    <a:pt x="128" y="181"/>
                    <a:pt x="128" y="181"/>
                  </a:cubicBezTo>
                  <a:cubicBezTo>
                    <a:pt x="21" y="181"/>
                    <a:pt x="21" y="181"/>
                    <a:pt x="21" y="181"/>
                  </a:cubicBezTo>
                  <a:cubicBezTo>
                    <a:pt x="21" y="138"/>
                    <a:pt x="21" y="138"/>
                    <a:pt x="21" y="138"/>
                  </a:cubicBezTo>
                  <a:lnTo>
                    <a:pt x="128" y="138"/>
                  </a:lnTo>
                  <a:close/>
                  <a:moveTo>
                    <a:pt x="21" y="245"/>
                  </a:moveTo>
                  <a:cubicBezTo>
                    <a:pt x="21" y="202"/>
                    <a:pt x="21" y="202"/>
                    <a:pt x="21" y="202"/>
                  </a:cubicBezTo>
                  <a:cubicBezTo>
                    <a:pt x="128" y="202"/>
                    <a:pt x="128" y="202"/>
                    <a:pt x="128" y="202"/>
                  </a:cubicBezTo>
                  <a:cubicBezTo>
                    <a:pt x="128" y="245"/>
                    <a:pt x="128" y="245"/>
                    <a:pt x="128" y="245"/>
                  </a:cubicBezTo>
                  <a:lnTo>
                    <a:pt x="21" y="245"/>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p>
          </p:txBody>
        </p:sp>
        <p:sp>
          <p:nvSpPr>
            <p:cNvPr id="39" name="Freeform 854"/>
            <p:cNvSpPr>
              <a:spLocks noEditPoints="1"/>
            </p:cNvSpPr>
            <p:nvPr/>
          </p:nvSpPr>
          <p:spPr bwMode="auto">
            <a:xfrm>
              <a:off x="2693806" y="4178268"/>
              <a:ext cx="1311855" cy="1225629"/>
            </a:xfrm>
            <a:custGeom>
              <a:avLst/>
              <a:gdLst>
                <a:gd name="T0" fmla="*/ 299 w 321"/>
                <a:gd name="T1" fmla="*/ 32 h 300"/>
                <a:gd name="T2" fmla="*/ 293 w 321"/>
                <a:gd name="T3" fmla="*/ 23 h 300"/>
                <a:gd name="T4" fmla="*/ 283 w 321"/>
                <a:gd name="T5" fmla="*/ 24 h 300"/>
                <a:gd name="T6" fmla="*/ 168 w 321"/>
                <a:gd name="T7" fmla="*/ 4 h 300"/>
                <a:gd name="T8" fmla="*/ 153 w 321"/>
                <a:gd name="T9" fmla="*/ 4 h 300"/>
                <a:gd name="T10" fmla="*/ 38 w 321"/>
                <a:gd name="T11" fmla="*/ 24 h 300"/>
                <a:gd name="T12" fmla="*/ 28 w 321"/>
                <a:gd name="T13" fmla="*/ 23 h 300"/>
                <a:gd name="T14" fmla="*/ 22 w 321"/>
                <a:gd name="T15" fmla="*/ 32 h 300"/>
                <a:gd name="T16" fmla="*/ 156 w 321"/>
                <a:gd name="T17" fmla="*/ 298 h 300"/>
                <a:gd name="T18" fmla="*/ 157 w 321"/>
                <a:gd name="T19" fmla="*/ 299 h 300"/>
                <a:gd name="T20" fmla="*/ 158 w 321"/>
                <a:gd name="T21" fmla="*/ 299 h 300"/>
                <a:gd name="T22" fmla="*/ 161 w 321"/>
                <a:gd name="T23" fmla="*/ 300 h 300"/>
                <a:gd name="T24" fmla="*/ 161 w 321"/>
                <a:gd name="T25" fmla="*/ 300 h 300"/>
                <a:gd name="T26" fmla="*/ 161 w 321"/>
                <a:gd name="T27" fmla="*/ 300 h 300"/>
                <a:gd name="T28" fmla="*/ 163 w 321"/>
                <a:gd name="T29" fmla="*/ 299 h 300"/>
                <a:gd name="T30" fmla="*/ 164 w 321"/>
                <a:gd name="T31" fmla="*/ 299 h 300"/>
                <a:gd name="T32" fmla="*/ 166 w 321"/>
                <a:gd name="T33" fmla="*/ 298 h 300"/>
                <a:gd name="T34" fmla="*/ 299 w 321"/>
                <a:gd name="T35" fmla="*/ 32 h 300"/>
                <a:gd name="T36" fmla="*/ 252 w 321"/>
                <a:gd name="T37" fmla="*/ 55 h 300"/>
                <a:gd name="T38" fmla="*/ 92 w 321"/>
                <a:gd name="T39" fmla="*/ 215 h 300"/>
                <a:gd name="T40" fmla="*/ 82 w 321"/>
                <a:gd name="T41" fmla="*/ 201 h 300"/>
                <a:gd name="T42" fmla="*/ 228 w 321"/>
                <a:gd name="T43" fmla="*/ 55 h 300"/>
                <a:gd name="T44" fmla="*/ 252 w 321"/>
                <a:gd name="T45" fmla="*/ 55 h 300"/>
                <a:gd name="T46" fmla="*/ 42 w 321"/>
                <a:gd name="T47" fmla="*/ 49 h 300"/>
                <a:gd name="T48" fmla="*/ 161 w 321"/>
                <a:gd name="T49" fmla="*/ 26 h 300"/>
                <a:gd name="T50" fmla="*/ 203 w 321"/>
                <a:gd name="T51" fmla="*/ 50 h 300"/>
                <a:gd name="T52" fmla="*/ 71 w 321"/>
                <a:gd name="T53" fmla="*/ 183 h 300"/>
                <a:gd name="T54" fmla="*/ 42 w 321"/>
                <a:gd name="T55" fmla="*/ 49 h 300"/>
                <a:gd name="T56" fmla="*/ 161 w 321"/>
                <a:gd name="T57" fmla="*/ 277 h 300"/>
                <a:gd name="T58" fmla="*/ 106 w 321"/>
                <a:gd name="T59" fmla="*/ 231 h 300"/>
                <a:gd name="T60" fmla="*/ 280 w 321"/>
                <a:gd name="T61" fmla="*/ 57 h 300"/>
                <a:gd name="T62" fmla="*/ 161 w 321"/>
                <a:gd name="T63" fmla="*/ 27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1" h="300">
                  <a:moveTo>
                    <a:pt x="299" y="32"/>
                  </a:moveTo>
                  <a:cubicBezTo>
                    <a:pt x="299" y="28"/>
                    <a:pt x="297" y="25"/>
                    <a:pt x="293" y="23"/>
                  </a:cubicBezTo>
                  <a:cubicBezTo>
                    <a:pt x="290" y="22"/>
                    <a:pt x="286" y="22"/>
                    <a:pt x="283" y="24"/>
                  </a:cubicBezTo>
                  <a:cubicBezTo>
                    <a:pt x="283" y="24"/>
                    <a:pt x="222" y="58"/>
                    <a:pt x="168" y="4"/>
                  </a:cubicBezTo>
                  <a:cubicBezTo>
                    <a:pt x="164" y="0"/>
                    <a:pt x="157" y="0"/>
                    <a:pt x="153" y="4"/>
                  </a:cubicBezTo>
                  <a:cubicBezTo>
                    <a:pt x="100" y="58"/>
                    <a:pt x="40" y="25"/>
                    <a:pt x="38" y="24"/>
                  </a:cubicBezTo>
                  <a:cubicBezTo>
                    <a:pt x="35" y="22"/>
                    <a:pt x="31" y="22"/>
                    <a:pt x="28" y="23"/>
                  </a:cubicBezTo>
                  <a:cubicBezTo>
                    <a:pt x="25" y="25"/>
                    <a:pt x="22" y="28"/>
                    <a:pt x="22" y="32"/>
                  </a:cubicBezTo>
                  <a:cubicBezTo>
                    <a:pt x="0" y="216"/>
                    <a:pt x="154" y="298"/>
                    <a:pt x="156" y="298"/>
                  </a:cubicBezTo>
                  <a:cubicBezTo>
                    <a:pt x="156" y="299"/>
                    <a:pt x="157" y="299"/>
                    <a:pt x="157" y="299"/>
                  </a:cubicBezTo>
                  <a:cubicBezTo>
                    <a:pt x="157" y="299"/>
                    <a:pt x="158" y="299"/>
                    <a:pt x="158" y="299"/>
                  </a:cubicBezTo>
                  <a:cubicBezTo>
                    <a:pt x="159" y="300"/>
                    <a:pt x="160" y="300"/>
                    <a:pt x="161" y="300"/>
                  </a:cubicBezTo>
                  <a:cubicBezTo>
                    <a:pt x="161" y="300"/>
                    <a:pt x="161" y="300"/>
                    <a:pt x="161" y="300"/>
                  </a:cubicBezTo>
                  <a:cubicBezTo>
                    <a:pt x="161" y="300"/>
                    <a:pt x="161" y="300"/>
                    <a:pt x="161" y="300"/>
                  </a:cubicBezTo>
                  <a:cubicBezTo>
                    <a:pt x="162" y="300"/>
                    <a:pt x="162" y="300"/>
                    <a:pt x="163" y="299"/>
                  </a:cubicBezTo>
                  <a:cubicBezTo>
                    <a:pt x="164" y="299"/>
                    <a:pt x="164" y="299"/>
                    <a:pt x="164" y="299"/>
                  </a:cubicBezTo>
                  <a:cubicBezTo>
                    <a:pt x="165" y="299"/>
                    <a:pt x="165" y="299"/>
                    <a:pt x="166" y="298"/>
                  </a:cubicBezTo>
                  <a:cubicBezTo>
                    <a:pt x="167" y="298"/>
                    <a:pt x="321" y="216"/>
                    <a:pt x="299" y="32"/>
                  </a:cubicBezTo>
                  <a:close/>
                  <a:moveTo>
                    <a:pt x="252" y="55"/>
                  </a:moveTo>
                  <a:cubicBezTo>
                    <a:pt x="92" y="215"/>
                    <a:pt x="92" y="215"/>
                    <a:pt x="92" y="215"/>
                  </a:cubicBezTo>
                  <a:cubicBezTo>
                    <a:pt x="89" y="210"/>
                    <a:pt x="85" y="206"/>
                    <a:pt x="82" y="201"/>
                  </a:cubicBezTo>
                  <a:cubicBezTo>
                    <a:pt x="228" y="55"/>
                    <a:pt x="228" y="55"/>
                    <a:pt x="228" y="55"/>
                  </a:cubicBezTo>
                  <a:cubicBezTo>
                    <a:pt x="236" y="56"/>
                    <a:pt x="244" y="56"/>
                    <a:pt x="252" y="55"/>
                  </a:cubicBezTo>
                  <a:close/>
                  <a:moveTo>
                    <a:pt x="42" y="49"/>
                  </a:moveTo>
                  <a:cubicBezTo>
                    <a:pt x="66" y="57"/>
                    <a:pt x="115" y="66"/>
                    <a:pt x="161" y="26"/>
                  </a:cubicBezTo>
                  <a:cubicBezTo>
                    <a:pt x="175" y="38"/>
                    <a:pt x="189" y="46"/>
                    <a:pt x="203" y="50"/>
                  </a:cubicBezTo>
                  <a:cubicBezTo>
                    <a:pt x="71" y="183"/>
                    <a:pt x="71" y="183"/>
                    <a:pt x="71" y="183"/>
                  </a:cubicBezTo>
                  <a:cubicBezTo>
                    <a:pt x="51" y="148"/>
                    <a:pt x="38" y="104"/>
                    <a:pt x="42" y="49"/>
                  </a:cubicBezTo>
                  <a:close/>
                  <a:moveTo>
                    <a:pt x="161" y="277"/>
                  </a:moveTo>
                  <a:cubicBezTo>
                    <a:pt x="151" y="271"/>
                    <a:pt x="129" y="256"/>
                    <a:pt x="106" y="231"/>
                  </a:cubicBezTo>
                  <a:cubicBezTo>
                    <a:pt x="280" y="57"/>
                    <a:pt x="280" y="57"/>
                    <a:pt x="280" y="57"/>
                  </a:cubicBezTo>
                  <a:cubicBezTo>
                    <a:pt x="285" y="195"/>
                    <a:pt x="185" y="263"/>
                    <a:pt x="161" y="277"/>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p>
          </p:txBody>
        </p:sp>
      </p:grpSp>
    </p:spTree>
    <p:extLst>
      <p:ext uri="{BB962C8B-B14F-4D97-AF65-F5344CB8AC3E}">
        <p14:creationId xmlns:p14="http://schemas.microsoft.com/office/powerpoint/2010/main" val="1462606876"/>
      </p:ext>
    </p:extLst>
  </p:cSld>
  <p:clrMapOvr>
    <a:masterClrMapping/>
  </p:clrMapOvr>
  <p:transition>
    <p:fade/>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Outline icons</a:t>
            </a:r>
            <a:endParaRPr lang="en-GB" dirty="0"/>
          </a:p>
        </p:txBody>
      </p:sp>
      <p:sp>
        <p:nvSpPr>
          <p:cNvPr id="3" name="Title 2"/>
          <p:cNvSpPr>
            <a:spLocks noGrp="1"/>
          </p:cNvSpPr>
          <p:nvPr>
            <p:ph type="title"/>
          </p:nvPr>
        </p:nvSpPr>
        <p:spPr/>
        <p:txBody>
          <a:bodyPr/>
          <a:lstStyle/>
          <a:p>
            <a:r>
              <a:rPr lang="en-US"/>
              <a:t>Venn diagram</a:t>
            </a:r>
            <a:endParaRPr lang="en-GB" dirty="0"/>
          </a:p>
        </p:txBody>
      </p:sp>
      <p:grpSp>
        <p:nvGrpSpPr>
          <p:cNvPr id="5" name="Group 4"/>
          <p:cNvGrpSpPr/>
          <p:nvPr/>
        </p:nvGrpSpPr>
        <p:grpSpPr>
          <a:xfrm>
            <a:off x="3260162" y="1902055"/>
            <a:ext cx="3385676" cy="3209473"/>
            <a:chOff x="1999036" y="1236975"/>
            <a:chExt cx="5154861" cy="4886582"/>
          </a:xfrm>
        </p:grpSpPr>
        <p:sp>
          <p:nvSpPr>
            <p:cNvPr id="8" name="Oval 7"/>
            <p:cNvSpPr/>
            <p:nvPr/>
          </p:nvSpPr>
          <p:spPr bwMode="gray">
            <a:xfrm>
              <a:off x="3180418" y="1236975"/>
              <a:ext cx="2783164" cy="2783164"/>
            </a:xfrm>
            <a:prstGeom prst="ellipse">
              <a:avLst/>
            </a:prstGeom>
            <a:noFill/>
            <a:ln w="63500" algn="ctr">
              <a:solidFill>
                <a:schemeClr val="accent3"/>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36" name="Oval 35"/>
            <p:cNvSpPr/>
            <p:nvPr/>
          </p:nvSpPr>
          <p:spPr bwMode="gray">
            <a:xfrm>
              <a:off x="4370733" y="3340393"/>
              <a:ext cx="2783164" cy="2783164"/>
            </a:xfrm>
            <a:prstGeom prst="ellipse">
              <a:avLst/>
            </a:prstGeom>
            <a:noFill/>
            <a:ln w="63500" algn="ctr">
              <a:solidFill>
                <a:schemeClr val="accent6"/>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37" name="Oval 36"/>
            <p:cNvSpPr/>
            <p:nvPr/>
          </p:nvSpPr>
          <p:spPr bwMode="gray">
            <a:xfrm>
              <a:off x="1999036" y="3340393"/>
              <a:ext cx="2783164" cy="2783164"/>
            </a:xfrm>
            <a:prstGeom prst="ellipse">
              <a:avLst/>
            </a:prstGeom>
            <a:noFill/>
            <a:ln w="63500" algn="ctr">
              <a:solidFill>
                <a:schemeClr val="accent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35" name="Freeform 605"/>
            <p:cNvSpPr>
              <a:spLocks noEditPoints="1"/>
            </p:cNvSpPr>
            <p:nvPr/>
          </p:nvSpPr>
          <p:spPr bwMode="auto">
            <a:xfrm>
              <a:off x="5219062" y="4164517"/>
              <a:ext cx="1166088" cy="1184379"/>
            </a:xfrm>
            <a:custGeom>
              <a:avLst/>
              <a:gdLst>
                <a:gd name="T0" fmla="*/ 299 w 310"/>
                <a:gd name="T1" fmla="*/ 75 h 310"/>
                <a:gd name="T2" fmla="*/ 267 w 310"/>
                <a:gd name="T3" fmla="*/ 75 h 310"/>
                <a:gd name="T4" fmla="*/ 267 w 310"/>
                <a:gd name="T5" fmla="*/ 54 h 310"/>
                <a:gd name="T6" fmla="*/ 299 w 310"/>
                <a:gd name="T7" fmla="*/ 54 h 310"/>
                <a:gd name="T8" fmla="*/ 310 w 310"/>
                <a:gd name="T9" fmla="*/ 43 h 310"/>
                <a:gd name="T10" fmla="*/ 299 w 310"/>
                <a:gd name="T11" fmla="*/ 32 h 310"/>
                <a:gd name="T12" fmla="*/ 54 w 310"/>
                <a:gd name="T13" fmla="*/ 32 h 310"/>
                <a:gd name="T14" fmla="*/ 54 w 310"/>
                <a:gd name="T15" fmla="*/ 11 h 310"/>
                <a:gd name="T16" fmla="*/ 43 w 310"/>
                <a:gd name="T17" fmla="*/ 0 h 310"/>
                <a:gd name="T18" fmla="*/ 32 w 310"/>
                <a:gd name="T19" fmla="*/ 11 h 310"/>
                <a:gd name="T20" fmla="*/ 32 w 310"/>
                <a:gd name="T21" fmla="*/ 32 h 310"/>
                <a:gd name="T22" fmla="*/ 11 w 310"/>
                <a:gd name="T23" fmla="*/ 32 h 310"/>
                <a:gd name="T24" fmla="*/ 0 w 310"/>
                <a:gd name="T25" fmla="*/ 43 h 310"/>
                <a:gd name="T26" fmla="*/ 11 w 310"/>
                <a:gd name="T27" fmla="*/ 54 h 310"/>
                <a:gd name="T28" fmla="*/ 32 w 310"/>
                <a:gd name="T29" fmla="*/ 54 h 310"/>
                <a:gd name="T30" fmla="*/ 32 w 310"/>
                <a:gd name="T31" fmla="*/ 299 h 310"/>
                <a:gd name="T32" fmla="*/ 43 w 310"/>
                <a:gd name="T33" fmla="*/ 310 h 310"/>
                <a:gd name="T34" fmla="*/ 54 w 310"/>
                <a:gd name="T35" fmla="*/ 299 h 310"/>
                <a:gd name="T36" fmla="*/ 54 w 310"/>
                <a:gd name="T37" fmla="*/ 54 h 310"/>
                <a:gd name="T38" fmla="*/ 118 w 310"/>
                <a:gd name="T39" fmla="*/ 54 h 310"/>
                <a:gd name="T40" fmla="*/ 118 w 310"/>
                <a:gd name="T41" fmla="*/ 75 h 310"/>
                <a:gd name="T42" fmla="*/ 86 w 310"/>
                <a:gd name="T43" fmla="*/ 75 h 310"/>
                <a:gd name="T44" fmla="*/ 75 w 310"/>
                <a:gd name="T45" fmla="*/ 86 h 310"/>
                <a:gd name="T46" fmla="*/ 75 w 310"/>
                <a:gd name="T47" fmla="*/ 246 h 310"/>
                <a:gd name="T48" fmla="*/ 86 w 310"/>
                <a:gd name="T49" fmla="*/ 256 h 310"/>
                <a:gd name="T50" fmla="*/ 299 w 310"/>
                <a:gd name="T51" fmla="*/ 256 h 310"/>
                <a:gd name="T52" fmla="*/ 310 w 310"/>
                <a:gd name="T53" fmla="*/ 246 h 310"/>
                <a:gd name="T54" fmla="*/ 310 w 310"/>
                <a:gd name="T55" fmla="*/ 86 h 310"/>
                <a:gd name="T56" fmla="*/ 299 w 310"/>
                <a:gd name="T57" fmla="*/ 75 h 310"/>
                <a:gd name="T58" fmla="*/ 139 w 310"/>
                <a:gd name="T59" fmla="*/ 54 h 310"/>
                <a:gd name="T60" fmla="*/ 246 w 310"/>
                <a:gd name="T61" fmla="*/ 54 h 310"/>
                <a:gd name="T62" fmla="*/ 246 w 310"/>
                <a:gd name="T63" fmla="*/ 75 h 310"/>
                <a:gd name="T64" fmla="*/ 139 w 310"/>
                <a:gd name="T65" fmla="*/ 75 h 310"/>
                <a:gd name="T66" fmla="*/ 139 w 310"/>
                <a:gd name="T67" fmla="*/ 54 h 310"/>
                <a:gd name="T68" fmla="*/ 288 w 310"/>
                <a:gd name="T69" fmla="*/ 235 h 310"/>
                <a:gd name="T70" fmla="*/ 96 w 310"/>
                <a:gd name="T71" fmla="*/ 235 h 310"/>
                <a:gd name="T72" fmla="*/ 96 w 310"/>
                <a:gd name="T73" fmla="*/ 96 h 310"/>
                <a:gd name="T74" fmla="*/ 118 w 310"/>
                <a:gd name="T75" fmla="*/ 96 h 310"/>
                <a:gd name="T76" fmla="*/ 118 w 310"/>
                <a:gd name="T77" fmla="*/ 118 h 310"/>
                <a:gd name="T78" fmla="*/ 128 w 310"/>
                <a:gd name="T79" fmla="*/ 128 h 310"/>
                <a:gd name="T80" fmla="*/ 139 w 310"/>
                <a:gd name="T81" fmla="*/ 118 h 310"/>
                <a:gd name="T82" fmla="*/ 139 w 310"/>
                <a:gd name="T83" fmla="*/ 96 h 310"/>
                <a:gd name="T84" fmla="*/ 246 w 310"/>
                <a:gd name="T85" fmla="*/ 96 h 310"/>
                <a:gd name="T86" fmla="*/ 246 w 310"/>
                <a:gd name="T87" fmla="*/ 118 h 310"/>
                <a:gd name="T88" fmla="*/ 256 w 310"/>
                <a:gd name="T89" fmla="*/ 128 h 310"/>
                <a:gd name="T90" fmla="*/ 267 w 310"/>
                <a:gd name="T91" fmla="*/ 118 h 310"/>
                <a:gd name="T92" fmla="*/ 267 w 310"/>
                <a:gd name="T93" fmla="*/ 96 h 310"/>
                <a:gd name="T94" fmla="*/ 288 w 310"/>
                <a:gd name="T95" fmla="*/ 96 h 310"/>
                <a:gd name="T96" fmla="*/ 288 w 310"/>
                <a:gd name="T97" fmla="*/ 23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0" h="310">
                  <a:moveTo>
                    <a:pt x="299" y="75"/>
                  </a:moveTo>
                  <a:cubicBezTo>
                    <a:pt x="267" y="75"/>
                    <a:pt x="267" y="75"/>
                    <a:pt x="267" y="75"/>
                  </a:cubicBezTo>
                  <a:cubicBezTo>
                    <a:pt x="267" y="54"/>
                    <a:pt x="267" y="54"/>
                    <a:pt x="267" y="54"/>
                  </a:cubicBezTo>
                  <a:cubicBezTo>
                    <a:pt x="299" y="54"/>
                    <a:pt x="299" y="54"/>
                    <a:pt x="299" y="54"/>
                  </a:cubicBezTo>
                  <a:cubicBezTo>
                    <a:pt x="305" y="54"/>
                    <a:pt x="310" y="49"/>
                    <a:pt x="310" y="43"/>
                  </a:cubicBezTo>
                  <a:cubicBezTo>
                    <a:pt x="310" y="37"/>
                    <a:pt x="305" y="32"/>
                    <a:pt x="299" y="32"/>
                  </a:cubicBezTo>
                  <a:cubicBezTo>
                    <a:pt x="54" y="32"/>
                    <a:pt x="54" y="32"/>
                    <a:pt x="54" y="32"/>
                  </a:cubicBezTo>
                  <a:cubicBezTo>
                    <a:pt x="54" y="11"/>
                    <a:pt x="54" y="11"/>
                    <a:pt x="54" y="11"/>
                  </a:cubicBezTo>
                  <a:cubicBezTo>
                    <a:pt x="54" y="5"/>
                    <a:pt x="49" y="0"/>
                    <a:pt x="43" y="0"/>
                  </a:cubicBezTo>
                  <a:cubicBezTo>
                    <a:pt x="37" y="0"/>
                    <a:pt x="32" y="5"/>
                    <a:pt x="32" y="11"/>
                  </a:cubicBezTo>
                  <a:cubicBezTo>
                    <a:pt x="32" y="32"/>
                    <a:pt x="32" y="32"/>
                    <a:pt x="32" y="32"/>
                  </a:cubicBezTo>
                  <a:cubicBezTo>
                    <a:pt x="11" y="32"/>
                    <a:pt x="11" y="32"/>
                    <a:pt x="11" y="32"/>
                  </a:cubicBezTo>
                  <a:cubicBezTo>
                    <a:pt x="5" y="32"/>
                    <a:pt x="0" y="37"/>
                    <a:pt x="0" y="43"/>
                  </a:cubicBezTo>
                  <a:cubicBezTo>
                    <a:pt x="0" y="49"/>
                    <a:pt x="5" y="54"/>
                    <a:pt x="11" y="54"/>
                  </a:cubicBezTo>
                  <a:cubicBezTo>
                    <a:pt x="32" y="54"/>
                    <a:pt x="32" y="54"/>
                    <a:pt x="32" y="54"/>
                  </a:cubicBezTo>
                  <a:cubicBezTo>
                    <a:pt x="32" y="299"/>
                    <a:pt x="32" y="299"/>
                    <a:pt x="32" y="299"/>
                  </a:cubicBezTo>
                  <a:cubicBezTo>
                    <a:pt x="32" y="305"/>
                    <a:pt x="37" y="310"/>
                    <a:pt x="43" y="310"/>
                  </a:cubicBezTo>
                  <a:cubicBezTo>
                    <a:pt x="49" y="310"/>
                    <a:pt x="54" y="305"/>
                    <a:pt x="54" y="299"/>
                  </a:cubicBezTo>
                  <a:cubicBezTo>
                    <a:pt x="54" y="54"/>
                    <a:pt x="54" y="54"/>
                    <a:pt x="54" y="54"/>
                  </a:cubicBezTo>
                  <a:cubicBezTo>
                    <a:pt x="118" y="54"/>
                    <a:pt x="118" y="54"/>
                    <a:pt x="118" y="54"/>
                  </a:cubicBezTo>
                  <a:cubicBezTo>
                    <a:pt x="118" y="75"/>
                    <a:pt x="118" y="75"/>
                    <a:pt x="118" y="75"/>
                  </a:cubicBezTo>
                  <a:cubicBezTo>
                    <a:pt x="86" y="75"/>
                    <a:pt x="86" y="75"/>
                    <a:pt x="86" y="75"/>
                  </a:cubicBezTo>
                  <a:cubicBezTo>
                    <a:pt x="80" y="75"/>
                    <a:pt x="75" y="80"/>
                    <a:pt x="75" y="86"/>
                  </a:cubicBezTo>
                  <a:cubicBezTo>
                    <a:pt x="75" y="246"/>
                    <a:pt x="75" y="246"/>
                    <a:pt x="75" y="246"/>
                  </a:cubicBezTo>
                  <a:cubicBezTo>
                    <a:pt x="75" y="252"/>
                    <a:pt x="80" y="256"/>
                    <a:pt x="86" y="256"/>
                  </a:cubicBezTo>
                  <a:cubicBezTo>
                    <a:pt x="299" y="256"/>
                    <a:pt x="299" y="256"/>
                    <a:pt x="299" y="256"/>
                  </a:cubicBezTo>
                  <a:cubicBezTo>
                    <a:pt x="305" y="256"/>
                    <a:pt x="310" y="252"/>
                    <a:pt x="310" y="246"/>
                  </a:cubicBezTo>
                  <a:cubicBezTo>
                    <a:pt x="310" y="86"/>
                    <a:pt x="310" y="86"/>
                    <a:pt x="310" y="86"/>
                  </a:cubicBezTo>
                  <a:cubicBezTo>
                    <a:pt x="310" y="80"/>
                    <a:pt x="305" y="75"/>
                    <a:pt x="299" y="75"/>
                  </a:cubicBezTo>
                  <a:close/>
                  <a:moveTo>
                    <a:pt x="139" y="54"/>
                  </a:moveTo>
                  <a:cubicBezTo>
                    <a:pt x="246" y="54"/>
                    <a:pt x="246" y="54"/>
                    <a:pt x="246" y="54"/>
                  </a:cubicBezTo>
                  <a:cubicBezTo>
                    <a:pt x="246" y="75"/>
                    <a:pt x="246" y="75"/>
                    <a:pt x="246" y="75"/>
                  </a:cubicBezTo>
                  <a:cubicBezTo>
                    <a:pt x="139" y="75"/>
                    <a:pt x="139" y="75"/>
                    <a:pt x="139" y="75"/>
                  </a:cubicBezTo>
                  <a:lnTo>
                    <a:pt x="139" y="54"/>
                  </a:lnTo>
                  <a:close/>
                  <a:moveTo>
                    <a:pt x="288" y="235"/>
                  </a:moveTo>
                  <a:cubicBezTo>
                    <a:pt x="96" y="235"/>
                    <a:pt x="96" y="235"/>
                    <a:pt x="96" y="235"/>
                  </a:cubicBezTo>
                  <a:cubicBezTo>
                    <a:pt x="96" y="96"/>
                    <a:pt x="96" y="96"/>
                    <a:pt x="96" y="96"/>
                  </a:cubicBezTo>
                  <a:cubicBezTo>
                    <a:pt x="118" y="96"/>
                    <a:pt x="118" y="96"/>
                    <a:pt x="118" y="96"/>
                  </a:cubicBezTo>
                  <a:cubicBezTo>
                    <a:pt x="118" y="118"/>
                    <a:pt x="118" y="118"/>
                    <a:pt x="118" y="118"/>
                  </a:cubicBezTo>
                  <a:cubicBezTo>
                    <a:pt x="118" y="124"/>
                    <a:pt x="122" y="128"/>
                    <a:pt x="128" y="128"/>
                  </a:cubicBezTo>
                  <a:cubicBezTo>
                    <a:pt x="134" y="128"/>
                    <a:pt x="139" y="124"/>
                    <a:pt x="139" y="118"/>
                  </a:cubicBezTo>
                  <a:cubicBezTo>
                    <a:pt x="139" y="96"/>
                    <a:pt x="139" y="96"/>
                    <a:pt x="139" y="96"/>
                  </a:cubicBezTo>
                  <a:cubicBezTo>
                    <a:pt x="246" y="96"/>
                    <a:pt x="246" y="96"/>
                    <a:pt x="246" y="96"/>
                  </a:cubicBezTo>
                  <a:cubicBezTo>
                    <a:pt x="246" y="118"/>
                    <a:pt x="246" y="118"/>
                    <a:pt x="246" y="118"/>
                  </a:cubicBezTo>
                  <a:cubicBezTo>
                    <a:pt x="246" y="124"/>
                    <a:pt x="250" y="128"/>
                    <a:pt x="256" y="128"/>
                  </a:cubicBezTo>
                  <a:cubicBezTo>
                    <a:pt x="262" y="128"/>
                    <a:pt x="267" y="124"/>
                    <a:pt x="267" y="118"/>
                  </a:cubicBezTo>
                  <a:cubicBezTo>
                    <a:pt x="267" y="96"/>
                    <a:pt x="267" y="96"/>
                    <a:pt x="267" y="96"/>
                  </a:cubicBezTo>
                  <a:cubicBezTo>
                    <a:pt x="288" y="96"/>
                    <a:pt x="288" y="96"/>
                    <a:pt x="288" y="96"/>
                  </a:cubicBezTo>
                  <a:lnTo>
                    <a:pt x="288" y="235"/>
                  </a:lnTo>
                  <a:close/>
                </a:path>
              </a:pathLst>
            </a:custGeom>
            <a:solidFill>
              <a:schemeClr val="accent6"/>
            </a:solidFill>
            <a:ln>
              <a:noFill/>
            </a:ln>
          </p:spPr>
          <p:txBody>
            <a:bodyPr vert="horz" wrap="square" lIns="74295" tIns="37148" rIns="74295" bIns="37148" numCol="1" anchor="t" anchorCtr="0" compatLnSpc="1">
              <a:prstTxWarp prst="textNoShape">
                <a:avLst/>
              </a:prstTxWarp>
            </a:bodyPr>
            <a:lstStyle/>
            <a:p>
              <a:endParaRPr lang="en-GB" sz="1463"/>
            </a:p>
          </p:txBody>
        </p:sp>
        <p:sp>
          <p:nvSpPr>
            <p:cNvPr id="31" name="Freeform 481"/>
            <p:cNvSpPr>
              <a:spLocks noEditPoints="1"/>
            </p:cNvSpPr>
            <p:nvPr/>
          </p:nvSpPr>
          <p:spPr bwMode="auto">
            <a:xfrm>
              <a:off x="4227216" y="1918774"/>
              <a:ext cx="676711" cy="1449118"/>
            </a:xfrm>
            <a:custGeom>
              <a:avLst/>
              <a:gdLst>
                <a:gd name="T0" fmla="*/ 139 w 149"/>
                <a:gd name="T1" fmla="*/ 0 h 320"/>
                <a:gd name="T2" fmla="*/ 128 w 149"/>
                <a:gd name="T3" fmla="*/ 10 h 320"/>
                <a:gd name="T4" fmla="*/ 128 w 149"/>
                <a:gd name="T5" fmla="*/ 53 h 320"/>
                <a:gd name="T6" fmla="*/ 21 w 149"/>
                <a:gd name="T7" fmla="*/ 53 h 320"/>
                <a:gd name="T8" fmla="*/ 21 w 149"/>
                <a:gd name="T9" fmla="*/ 10 h 320"/>
                <a:gd name="T10" fmla="*/ 11 w 149"/>
                <a:gd name="T11" fmla="*/ 0 h 320"/>
                <a:gd name="T12" fmla="*/ 0 w 149"/>
                <a:gd name="T13" fmla="*/ 10 h 320"/>
                <a:gd name="T14" fmla="*/ 0 w 149"/>
                <a:gd name="T15" fmla="*/ 309 h 320"/>
                <a:gd name="T16" fmla="*/ 11 w 149"/>
                <a:gd name="T17" fmla="*/ 320 h 320"/>
                <a:gd name="T18" fmla="*/ 21 w 149"/>
                <a:gd name="T19" fmla="*/ 309 h 320"/>
                <a:gd name="T20" fmla="*/ 21 w 149"/>
                <a:gd name="T21" fmla="*/ 266 h 320"/>
                <a:gd name="T22" fmla="*/ 128 w 149"/>
                <a:gd name="T23" fmla="*/ 266 h 320"/>
                <a:gd name="T24" fmla="*/ 128 w 149"/>
                <a:gd name="T25" fmla="*/ 309 h 320"/>
                <a:gd name="T26" fmla="*/ 139 w 149"/>
                <a:gd name="T27" fmla="*/ 320 h 320"/>
                <a:gd name="T28" fmla="*/ 149 w 149"/>
                <a:gd name="T29" fmla="*/ 309 h 320"/>
                <a:gd name="T30" fmla="*/ 149 w 149"/>
                <a:gd name="T31" fmla="*/ 10 h 320"/>
                <a:gd name="T32" fmla="*/ 139 w 149"/>
                <a:gd name="T33" fmla="*/ 0 h 320"/>
                <a:gd name="T34" fmla="*/ 128 w 149"/>
                <a:gd name="T35" fmla="*/ 74 h 320"/>
                <a:gd name="T36" fmla="*/ 128 w 149"/>
                <a:gd name="T37" fmla="*/ 117 h 320"/>
                <a:gd name="T38" fmla="*/ 21 w 149"/>
                <a:gd name="T39" fmla="*/ 117 h 320"/>
                <a:gd name="T40" fmla="*/ 21 w 149"/>
                <a:gd name="T41" fmla="*/ 74 h 320"/>
                <a:gd name="T42" fmla="*/ 128 w 149"/>
                <a:gd name="T43" fmla="*/ 74 h 320"/>
                <a:gd name="T44" fmla="*/ 128 w 149"/>
                <a:gd name="T45" fmla="*/ 138 h 320"/>
                <a:gd name="T46" fmla="*/ 128 w 149"/>
                <a:gd name="T47" fmla="*/ 181 h 320"/>
                <a:gd name="T48" fmla="*/ 21 w 149"/>
                <a:gd name="T49" fmla="*/ 181 h 320"/>
                <a:gd name="T50" fmla="*/ 21 w 149"/>
                <a:gd name="T51" fmla="*/ 138 h 320"/>
                <a:gd name="T52" fmla="*/ 128 w 149"/>
                <a:gd name="T53" fmla="*/ 138 h 320"/>
                <a:gd name="T54" fmla="*/ 21 w 149"/>
                <a:gd name="T55" fmla="*/ 245 h 320"/>
                <a:gd name="T56" fmla="*/ 21 w 149"/>
                <a:gd name="T57" fmla="*/ 202 h 320"/>
                <a:gd name="T58" fmla="*/ 128 w 149"/>
                <a:gd name="T59" fmla="*/ 202 h 320"/>
                <a:gd name="T60" fmla="*/ 128 w 149"/>
                <a:gd name="T61" fmla="*/ 245 h 320"/>
                <a:gd name="T62" fmla="*/ 21 w 149"/>
                <a:gd name="T63" fmla="*/ 245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320">
                  <a:moveTo>
                    <a:pt x="139" y="0"/>
                  </a:moveTo>
                  <a:cubicBezTo>
                    <a:pt x="133" y="0"/>
                    <a:pt x="128" y="4"/>
                    <a:pt x="128" y="10"/>
                  </a:cubicBezTo>
                  <a:cubicBezTo>
                    <a:pt x="128" y="53"/>
                    <a:pt x="128" y="53"/>
                    <a:pt x="128" y="53"/>
                  </a:cubicBezTo>
                  <a:cubicBezTo>
                    <a:pt x="21" y="53"/>
                    <a:pt x="21" y="53"/>
                    <a:pt x="21" y="53"/>
                  </a:cubicBezTo>
                  <a:cubicBezTo>
                    <a:pt x="21" y="10"/>
                    <a:pt x="21" y="10"/>
                    <a:pt x="21" y="10"/>
                  </a:cubicBezTo>
                  <a:cubicBezTo>
                    <a:pt x="21" y="4"/>
                    <a:pt x="17" y="0"/>
                    <a:pt x="11" y="0"/>
                  </a:cubicBezTo>
                  <a:cubicBezTo>
                    <a:pt x="5" y="0"/>
                    <a:pt x="0" y="4"/>
                    <a:pt x="0" y="10"/>
                  </a:cubicBezTo>
                  <a:cubicBezTo>
                    <a:pt x="0" y="309"/>
                    <a:pt x="0" y="309"/>
                    <a:pt x="0" y="309"/>
                  </a:cubicBezTo>
                  <a:cubicBezTo>
                    <a:pt x="0" y="315"/>
                    <a:pt x="5" y="320"/>
                    <a:pt x="11" y="320"/>
                  </a:cubicBezTo>
                  <a:cubicBezTo>
                    <a:pt x="17" y="320"/>
                    <a:pt x="21" y="315"/>
                    <a:pt x="21" y="309"/>
                  </a:cubicBezTo>
                  <a:cubicBezTo>
                    <a:pt x="21" y="266"/>
                    <a:pt x="21" y="266"/>
                    <a:pt x="21" y="266"/>
                  </a:cubicBezTo>
                  <a:cubicBezTo>
                    <a:pt x="128" y="266"/>
                    <a:pt x="128" y="266"/>
                    <a:pt x="128" y="266"/>
                  </a:cubicBezTo>
                  <a:cubicBezTo>
                    <a:pt x="128" y="309"/>
                    <a:pt x="128" y="309"/>
                    <a:pt x="128" y="309"/>
                  </a:cubicBezTo>
                  <a:cubicBezTo>
                    <a:pt x="128" y="315"/>
                    <a:pt x="133" y="320"/>
                    <a:pt x="139" y="320"/>
                  </a:cubicBezTo>
                  <a:cubicBezTo>
                    <a:pt x="145" y="320"/>
                    <a:pt x="149" y="315"/>
                    <a:pt x="149" y="309"/>
                  </a:cubicBezTo>
                  <a:cubicBezTo>
                    <a:pt x="149" y="10"/>
                    <a:pt x="149" y="10"/>
                    <a:pt x="149" y="10"/>
                  </a:cubicBezTo>
                  <a:cubicBezTo>
                    <a:pt x="149" y="4"/>
                    <a:pt x="145" y="0"/>
                    <a:pt x="139" y="0"/>
                  </a:cubicBezTo>
                  <a:close/>
                  <a:moveTo>
                    <a:pt x="128" y="74"/>
                  </a:moveTo>
                  <a:cubicBezTo>
                    <a:pt x="128" y="117"/>
                    <a:pt x="128" y="117"/>
                    <a:pt x="128" y="117"/>
                  </a:cubicBezTo>
                  <a:cubicBezTo>
                    <a:pt x="21" y="117"/>
                    <a:pt x="21" y="117"/>
                    <a:pt x="21" y="117"/>
                  </a:cubicBezTo>
                  <a:cubicBezTo>
                    <a:pt x="21" y="74"/>
                    <a:pt x="21" y="74"/>
                    <a:pt x="21" y="74"/>
                  </a:cubicBezTo>
                  <a:lnTo>
                    <a:pt x="128" y="74"/>
                  </a:lnTo>
                  <a:close/>
                  <a:moveTo>
                    <a:pt x="128" y="138"/>
                  </a:moveTo>
                  <a:cubicBezTo>
                    <a:pt x="128" y="181"/>
                    <a:pt x="128" y="181"/>
                    <a:pt x="128" y="181"/>
                  </a:cubicBezTo>
                  <a:cubicBezTo>
                    <a:pt x="21" y="181"/>
                    <a:pt x="21" y="181"/>
                    <a:pt x="21" y="181"/>
                  </a:cubicBezTo>
                  <a:cubicBezTo>
                    <a:pt x="21" y="138"/>
                    <a:pt x="21" y="138"/>
                    <a:pt x="21" y="138"/>
                  </a:cubicBezTo>
                  <a:lnTo>
                    <a:pt x="128" y="138"/>
                  </a:lnTo>
                  <a:close/>
                  <a:moveTo>
                    <a:pt x="21" y="245"/>
                  </a:moveTo>
                  <a:cubicBezTo>
                    <a:pt x="21" y="202"/>
                    <a:pt x="21" y="202"/>
                    <a:pt x="21" y="202"/>
                  </a:cubicBezTo>
                  <a:cubicBezTo>
                    <a:pt x="128" y="202"/>
                    <a:pt x="128" y="202"/>
                    <a:pt x="128" y="202"/>
                  </a:cubicBezTo>
                  <a:cubicBezTo>
                    <a:pt x="128" y="245"/>
                    <a:pt x="128" y="245"/>
                    <a:pt x="128" y="245"/>
                  </a:cubicBezTo>
                  <a:lnTo>
                    <a:pt x="21" y="245"/>
                  </a:lnTo>
                  <a:close/>
                </a:path>
              </a:pathLst>
            </a:custGeom>
            <a:solidFill>
              <a:schemeClr val="accent3"/>
            </a:solidFill>
            <a:ln>
              <a:noFill/>
            </a:ln>
          </p:spPr>
          <p:txBody>
            <a:bodyPr vert="horz" wrap="square" lIns="74295" tIns="37148" rIns="74295" bIns="37148" numCol="1" anchor="t" anchorCtr="0" compatLnSpc="1">
              <a:prstTxWarp prst="textNoShape">
                <a:avLst/>
              </a:prstTxWarp>
            </a:bodyPr>
            <a:lstStyle/>
            <a:p>
              <a:endParaRPr lang="en-GB" sz="1463"/>
            </a:p>
          </p:txBody>
        </p:sp>
        <p:sp>
          <p:nvSpPr>
            <p:cNvPr id="39" name="Freeform 854"/>
            <p:cNvSpPr>
              <a:spLocks noEditPoints="1"/>
            </p:cNvSpPr>
            <p:nvPr/>
          </p:nvSpPr>
          <p:spPr bwMode="auto">
            <a:xfrm>
              <a:off x="2693806" y="4178268"/>
              <a:ext cx="1311855" cy="1225629"/>
            </a:xfrm>
            <a:custGeom>
              <a:avLst/>
              <a:gdLst>
                <a:gd name="T0" fmla="*/ 299 w 321"/>
                <a:gd name="T1" fmla="*/ 32 h 300"/>
                <a:gd name="T2" fmla="*/ 293 w 321"/>
                <a:gd name="T3" fmla="*/ 23 h 300"/>
                <a:gd name="T4" fmla="*/ 283 w 321"/>
                <a:gd name="T5" fmla="*/ 24 h 300"/>
                <a:gd name="T6" fmla="*/ 168 w 321"/>
                <a:gd name="T7" fmla="*/ 4 h 300"/>
                <a:gd name="T8" fmla="*/ 153 w 321"/>
                <a:gd name="T9" fmla="*/ 4 h 300"/>
                <a:gd name="T10" fmla="*/ 38 w 321"/>
                <a:gd name="T11" fmla="*/ 24 h 300"/>
                <a:gd name="T12" fmla="*/ 28 w 321"/>
                <a:gd name="T13" fmla="*/ 23 h 300"/>
                <a:gd name="T14" fmla="*/ 22 w 321"/>
                <a:gd name="T15" fmla="*/ 32 h 300"/>
                <a:gd name="T16" fmla="*/ 156 w 321"/>
                <a:gd name="T17" fmla="*/ 298 h 300"/>
                <a:gd name="T18" fmla="*/ 157 w 321"/>
                <a:gd name="T19" fmla="*/ 299 h 300"/>
                <a:gd name="T20" fmla="*/ 158 w 321"/>
                <a:gd name="T21" fmla="*/ 299 h 300"/>
                <a:gd name="T22" fmla="*/ 161 w 321"/>
                <a:gd name="T23" fmla="*/ 300 h 300"/>
                <a:gd name="T24" fmla="*/ 161 w 321"/>
                <a:gd name="T25" fmla="*/ 300 h 300"/>
                <a:gd name="T26" fmla="*/ 161 w 321"/>
                <a:gd name="T27" fmla="*/ 300 h 300"/>
                <a:gd name="T28" fmla="*/ 163 w 321"/>
                <a:gd name="T29" fmla="*/ 299 h 300"/>
                <a:gd name="T30" fmla="*/ 164 w 321"/>
                <a:gd name="T31" fmla="*/ 299 h 300"/>
                <a:gd name="T32" fmla="*/ 166 w 321"/>
                <a:gd name="T33" fmla="*/ 298 h 300"/>
                <a:gd name="T34" fmla="*/ 299 w 321"/>
                <a:gd name="T35" fmla="*/ 32 h 300"/>
                <a:gd name="T36" fmla="*/ 252 w 321"/>
                <a:gd name="T37" fmla="*/ 55 h 300"/>
                <a:gd name="T38" fmla="*/ 92 w 321"/>
                <a:gd name="T39" fmla="*/ 215 h 300"/>
                <a:gd name="T40" fmla="*/ 82 w 321"/>
                <a:gd name="T41" fmla="*/ 201 h 300"/>
                <a:gd name="T42" fmla="*/ 228 w 321"/>
                <a:gd name="T43" fmla="*/ 55 h 300"/>
                <a:gd name="T44" fmla="*/ 252 w 321"/>
                <a:gd name="T45" fmla="*/ 55 h 300"/>
                <a:gd name="T46" fmla="*/ 42 w 321"/>
                <a:gd name="T47" fmla="*/ 49 h 300"/>
                <a:gd name="T48" fmla="*/ 161 w 321"/>
                <a:gd name="T49" fmla="*/ 26 h 300"/>
                <a:gd name="T50" fmla="*/ 203 w 321"/>
                <a:gd name="T51" fmla="*/ 50 h 300"/>
                <a:gd name="T52" fmla="*/ 71 w 321"/>
                <a:gd name="T53" fmla="*/ 183 h 300"/>
                <a:gd name="T54" fmla="*/ 42 w 321"/>
                <a:gd name="T55" fmla="*/ 49 h 300"/>
                <a:gd name="T56" fmla="*/ 161 w 321"/>
                <a:gd name="T57" fmla="*/ 277 h 300"/>
                <a:gd name="T58" fmla="*/ 106 w 321"/>
                <a:gd name="T59" fmla="*/ 231 h 300"/>
                <a:gd name="T60" fmla="*/ 280 w 321"/>
                <a:gd name="T61" fmla="*/ 57 h 300"/>
                <a:gd name="T62" fmla="*/ 161 w 321"/>
                <a:gd name="T63" fmla="*/ 27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1" h="300">
                  <a:moveTo>
                    <a:pt x="299" y="32"/>
                  </a:moveTo>
                  <a:cubicBezTo>
                    <a:pt x="299" y="28"/>
                    <a:pt x="297" y="25"/>
                    <a:pt x="293" y="23"/>
                  </a:cubicBezTo>
                  <a:cubicBezTo>
                    <a:pt x="290" y="22"/>
                    <a:pt x="286" y="22"/>
                    <a:pt x="283" y="24"/>
                  </a:cubicBezTo>
                  <a:cubicBezTo>
                    <a:pt x="283" y="24"/>
                    <a:pt x="222" y="58"/>
                    <a:pt x="168" y="4"/>
                  </a:cubicBezTo>
                  <a:cubicBezTo>
                    <a:pt x="164" y="0"/>
                    <a:pt x="157" y="0"/>
                    <a:pt x="153" y="4"/>
                  </a:cubicBezTo>
                  <a:cubicBezTo>
                    <a:pt x="100" y="58"/>
                    <a:pt x="40" y="25"/>
                    <a:pt x="38" y="24"/>
                  </a:cubicBezTo>
                  <a:cubicBezTo>
                    <a:pt x="35" y="22"/>
                    <a:pt x="31" y="22"/>
                    <a:pt x="28" y="23"/>
                  </a:cubicBezTo>
                  <a:cubicBezTo>
                    <a:pt x="25" y="25"/>
                    <a:pt x="22" y="28"/>
                    <a:pt x="22" y="32"/>
                  </a:cubicBezTo>
                  <a:cubicBezTo>
                    <a:pt x="0" y="216"/>
                    <a:pt x="154" y="298"/>
                    <a:pt x="156" y="298"/>
                  </a:cubicBezTo>
                  <a:cubicBezTo>
                    <a:pt x="156" y="299"/>
                    <a:pt x="157" y="299"/>
                    <a:pt x="157" y="299"/>
                  </a:cubicBezTo>
                  <a:cubicBezTo>
                    <a:pt x="157" y="299"/>
                    <a:pt x="158" y="299"/>
                    <a:pt x="158" y="299"/>
                  </a:cubicBezTo>
                  <a:cubicBezTo>
                    <a:pt x="159" y="300"/>
                    <a:pt x="160" y="300"/>
                    <a:pt x="161" y="300"/>
                  </a:cubicBezTo>
                  <a:cubicBezTo>
                    <a:pt x="161" y="300"/>
                    <a:pt x="161" y="300"/>
                    <a:pt x="161" y="300"/>
                  </a:cubicBezTo>
                  <a:cubicBezTo>
                    <a:pt x="161" y="300"/>
                    <a:pt x="161" y="300"/>
                    <a:pt x="161" y="300"/>
                  </a:cubicBezTo>
                  <a:cubicBezTo>
                    <a:pt x="162" y="300"/>
                    <a:pt x="162" y="300"/>
                    <a:pt x="163" y="299"/>
                  </a:cubicBezTo>
                  <a:cubicBezTo>
                    <a:pt x="164" y="299"/>
                    <a:pt x="164" y="299"/>
                    <a:pt x="164" y="299"/>
                  </a:cubicBezTo>
                  <a:cubicBezTo>
                    <a:pt x="165" y="299"/>
                    <a:pt x="165" y="299"/>
                    <a:pt x="166" y="298"/>
                  </a:cubicBezTo>
                  <a:cubicBezTo>
                    <a:pt x="167" y="298"/>
                    <a:pt x="321" y="216"/>
                    <a:pt x="299" y="32"/>
                  </a:cubicBezTo>
                  <a:close/>
                  <a:moveTo>
                    <a:pt x="252" y="55"/>
                  </a:moveTo>
                  <a:cubicBezTo>
                    <a:pt x="92" y="215"/>
                    <a:pt x="92" y="215"/>
                    <a:pt x="92" y="215"/>
                  </a:cubicBezTo>
                  <a:cubicBezTo>
                    <a:pt x="89" y="210"/>
                    <a:pt x="85" y="206"/>
                    <a:pt x="82" y="201"/>
                  </a:cubicBezTo>
                  <a:cubicBezTo>
                    <a:pt x="228" y="55"/>
                    <a:pt x="228" y="55"/>
                    <a:pt x="228" y="55"/>
                  </a:cubicBezTo>
                  <a:cubicBezTo>
                    <a:pt x="236" y="56"/>
                    <a:pt x="244" y="56"/>
                    <a:pt x="252" y="55"/>
                  </a:cubicBezTo>
                  <a:close/>
                  <a:moveTo>
                    <a:pt x="42" y="49"/>
                  </a:moveTo>
                  <a:cubicBezTo>
                    <a:pt x="66" y="57"/>
                    <a:pt x="115" y="66"/>
                    <a:pt x="161" y="26"/>
                  </a:cubicBezTo>
                  <a:cubicBezTo>
                    <a:pt x="175" y="38"/>
                    <a:pt x="189" y="46"/>
                    <a:pt x="203" y="50"/>
                  </a:cubicBezTo>
                  <a:cubicBezTo>
                    <a:pt x="71" y="183"/>
                    <a:pt x="71" y="183"/>
                    <a:pt x="71" y="183"/>
                  </a:cubicBezTo>
                  <a:cubicBezTo>
                    <a:pt x="51" y="148"/>
                    <a:pt x="38" y="104"/>
                    <a:pt x="42" y="49"/>
                  </a:cubicBezTo>
                  <a:close/>
                  <a:moveTo>
                    <a:pt x="161" y="277"/>
                  </a:moveTo>
                  <a:cubicBezTo>
                    <a:pt x="151" y="271"/>
                    <a:pt x="129" y="256"/>
                    <a:pt x="106" y="231"/>
                  </a:cubicBezTo>
                  <a:cubicBezTo>
                    <a:pt x="280" y="57"/>
                    <a:pt x="280" y="57"/>
                    <a:pt x="280" y="57"/>
                  </a:cubicBezTo>
                  <a:cubicBezTo>
                    <a:pt x="285" y="195"/>
                    <a:pt x="185" y="263"/>
                    <a:pt x="161" y="277"/>
                  </a:cubicBezTo>
                  <a:close/>
                </a:path>
              </a:pathLst>
            </a:custGeom>
            <a:solidFill>
              <a:schemeClr val="accent1"/>
            </a:solidFill>
            <a:ln w="38100">
              <a:noFill/>
            </a:ln>
          </p:spPr>
          <p:txBody>
            <a:bodyPr vert="horz" wrap="square" lIns="74295" tIns="37148" rIns="74295" bIns="37148" numCol="1" anchor="t" anchorCtr="0" compatLnSpc="1">
              <a:prstTxWarp prst="textNoShape">
                <a:avLst/>
              </a:prstTxWarp>
            </a:bodyPr>
            <a:lstStyle/>
            <a:p>
              <a:endParaRPr lang="en-GB" sz="1463"/>
            </a:p>
          </p:txBody>
        </p:sp>
      </p:grpSp>
    </p:spTree>
    <p:extLst>
      <p:ext uri="{BB962C8B-B14F-4D97-AF65-F5344CB8AC3E}">
        <p14:creationId xmlns:p14="http://schemas.microsoft.com/office/powerpoint/2010/main" val="2679706960"/>
      </p:ext>
    </p:extLst>
  </p:cSld>
  <p:clrMapOvr>
    <a:masterClrMapping/>
  </p:clrMapOvr>
  <p:transition>
    <p:fade/>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Title round shape</a:t>
            </a:r>
            <a:endParaRPr lang="en-GB" dirty="0"/>
          </a:p>
        </p:txBody>
      </p:sp>
      <p:sp>
        <p:nvSpPr>
          <p:cNvPr id="3" name="Title 2"/>
          <p:cNvSpPr>
            <a:spLocks noGrp="1"/>
          </p:cNvSpPr>
          <p:nvPr>
            <p:ph type="title"/>
          </p:nvPr>
        </p:nvSpPr>
        <p:spPr/>
        <p:txBody>
          <a:bodyPr/>
          <a:lstStyle/>
          <a:p>
            <a:r>
              <a:rPr lang="en-GB"/>
              <a:t>Circle diagram</a:t>
            </a:r>
            <a:endParaRPr lang="en-GB" dirty="0"/>
          </a:p>
        </p:txBody>
      </p:sp>
      <p:grpSp>
        <p:nvGrpSpPr>
          <p:cNvPr id="4" name="Group 3">
            <a:extLst>
              <a:ext uri="{FF2B5EF4-FFF2-40B4-BE49-F238E27FC236}">
                <a16:creationId xmlns:a16="http://schemas.microsoft.com/office/drawing/2014/main" id="{425D36B4-4F3A-49F2-AD13-EE1389495FE8}"/>
              </a:ext>
            </a:extLst>
          </p:cNvPr>
          <p:cNvGrpSpPr/>
          <p:nvPr/>
        </p:nvGrpSpPr>
        <p:grpSpPr>
          <a:xfrm>
            <a:off x="1554217" y="1825845"/>
            <a:ext cx="6652391" cy="3825371"/>
            <a:chOff x="3178629" y="2183733"/>
            <a:chExt cx="5774785" cy="3320715"/>
          </a:xfrm>
        </p:grpSpPr>
        <p:sp>
          <p:nvSpPr>
            <p:cNvPr id="36" name="TextBox 35"/>
            <p:cNvSpPr txBox="1"/>
            <p:nvPr/>
          </p:nvSpPr>
          <p:spPr>
            <a:xfrm>
              <a:off x="3178629" y="3021875"/>
              <a:ext cx="1792324" cy="1751197"/>
            </a:xfrm>
            <a:prstGeom prst="rect">
              <a:avLst/>
            </a:prstGeom>
            <a:noFill/>
          </p:spPr>
          <p:txBody>
            <a:bodyPr spcFirstLastPara="1" wrap="square" lIns="0" tIns="0" rIns="0" bIns="0" numCol="1" rtlCol="0">
              <a:prstTxWarp prst="textArchUp">
                <a:avLst>
                  <a:gd name="adj" fmla="val 10781328"/>
                </a:avLst>
              </a:prstTxWarp>
              <a:noAutofit/>
            </a:bodyPr>
            <a:lstStyle/>
            <a:p>
              <a:r>
                <a:rPr lang="en-GB" sz="1463" dirty="0">
                  <a:latin typeface="Aptos" panose="020B0004020202020204" pitchFamily="34" charset="0"/>
                </a:rPr>
                <a:t>Title two here</a:t>
              </a:r>
              <a:endParaRPr lang="en-GB" sz="1138" dirty="0">
                <a:latin typeface="Aptos" panose="020B0004020202020204" pitchFamily="34" charset="0"/>
              </a:endParaRPr>
            </a:p>
          </p:txBody>
        </p:sp>
        <p:sp>
          <p:nvSpPr>
            <p:cNvPr id="35" name="TextBox 34"/>
            <p:cNvSpPr txBox="1"/>
            <p:nvPr/>
          </p:nvSpPr>
          <p:spPr>
            <a:xfrm>
              <a:off x="5626769" y="2183733"/>
              <a:ext cx="3326645" cy="3320715"/>
            </a:xfrm>
            <a:prstGeom prst="rect">
              <a:avLst/>
            </a:prstGeom>
            <a:noFill/>
          </p:spPr>
          <p:txBody>
            <a:bodyPr spcFirstLastPara="1" wrap="square" lIns="0" tIns="0" rIns="0" bIns="0" numCol="1" rtlCol="0">
              <a:prstTxWarp prst="textArchUp">
                <a:avLst>
                  <a:gd name="adj" fmla="val 11715203"/>
                </a:avLst>
              </a:prstTxWarp>
              <a:noAutofit/>
            </a:bodyPr>
            <a:lstStyle/>
            <a:p>
              <a:r>
                <a:rPr lang="en-GB" sz="1463" dirty="0">
                  <a:latin typeface="Aptos" panose="020B0004020202020204" pitchFamily="34" charset="0"/>
                </a:rPr>
                <a:t>Title one here</a:t>
              </a:r>
              <a:endParaRPr lang="en-GB" sz="1138" dirty="0">
                <a:latin typeface="Aptos" panose="020B0004020202020204" pitchFamily="34" charset="0"/>
              </a:endParaRPr>
            </a:p>
          </p:txBody>
        </p:sp>
        <p:sp>
          <p:nvSpPr>
            <p:cNvPr id="10" name="Oval 9"/>
            <p:cNvSpPr/>
            <p:nvPr/>
          </p:nvSpPr>
          <p:spPr bwMode="gray">
            <a:xfrm>
              <a:off x="3298658" y="3138073"/>
              <a:ext cx="1536196" cy="1536196"/>
            </a:xfrm>
            <a:prstGeom prst="ellipse">
              <a:avLst/>
            </a:prstGeom>
            <a:solidFill>
              <a:schemeClr val="accent2"/>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1300" b="1" dirty="0"/>
                <a:t>$XXM</a:t>
              </a:r>
            </a:p>
          </p:txBody>
        </p:sp>
        <p:sp>
          <p:nvSpPr>
            <p:cNvPr id="32" name="Oval 31"/>
            <p:cNvSpPr/>
            <p:nvPr/>
          </p:nvSpPr>
          <p:spPr bwMode="gray">
            <a:xfrm>
              <a:off x="5791199" y="2365882"/>
              <a:ext cx="2982155" cy="2982155"/>
            </a:xfrm>
            <a:prstGeom prst="ellipse">
              <a:avLst/>
            </a:prstGeom>
            <a:solidFill>
              <a:schemeClr val="accent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3250" b="1" dirty="0"/>
                <a:t>$XXM</a:t>
              </a:r>
            </a:p>
          </p:txBody>
        </p:sp>
      </p:grpSp>
    </p:spTree>
    <p:extLst>
      <p:ext uri="{BB962C8B-B14F-4D97-AF65-F5344CB8AC3E}">
        <p14:creationId xmlns:p14="http://schemas.microsoft.com/office/powerpoint/2010/main" val="4038912118"/>
      </p:ext>
    </p:extLst>
  </p:cSld>
  <p:clrMapOvr>
    <a:masterClrMapping/>
  </p:clrMapOvr>
  <p:transition>
    <p:fade/>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Highlight colors</a:t>
            </a:r>
            <a:endParaRPr lang="en-GB" dirty="0"/>
          </a:p>
        </p:txBody>
      </p:sp>
      <p:sp>
        <p:nvSpPr>
          <p:cNvPr id="3" name="Title 2"/>
          <p:cNvSpPr>
            <a:spLocks noGrp="1"/>
          </p:cNvSpPr>
          <p:nvPr>
            <p:ph type="title"/>
          </p:nvPr>
        </p:nvSpPr>
        <p:spPr/>
        <p:txBody>
          <a:bodyPr/>
          <a:lstStyle/>
          <a:p>
            <a:r>
              <a:rPr lang="en-US"/>
              <a:t>Circle diagram</a:t>
            </a:r>
            <a:endParaRPr lang="en-GB" dirty="0"/>
          </a:p>
        </p:txBody>
      </p:sp>
      <p:grpSp>
        <p:nvGrpSpPr>
          <p:cNvPr id="4" name="Group 3">
            <a:extLst>
              <a:ext uri="{FF2B5EF4-FFF2-40B4-BE49-F238E27FC236}">
                <a16:creationId xmlns:a16="http://schemas.microsoft.com/office/drawing/2014/main" id="{CE797E52-C564-4578-A8BF-968A9417D48B}"/>
              </a:ext>
            </a:extLst>
          </p:cNvPr>
          <p:cNvGrpSpPr/>
          <p:nvPr/>
        </p:nvGrpSpPr>
        <p:grpSpPr>
          <a:xfrm>
            <a:off x="575088" y="2619868"/>
            <a:ext cx="8527223" cy="2459420"/>
            <a:chOff x="1920000" y="2784717"/>
            <a:chExt cx="8182641" cy="2360036"/>
          </a:xfrm>
        </p:grpSpPr>
        <p:grpSp>
          <p:nvGrpSpPr>
            <p:cNvPr id="7" name="Group 6"/>
            <p:cNvGrpSpPr/>
            <p:nvPr/>
          </p:nvGrpSpPr>
          <p:grpSpPr>
            <a:xfrm>
              <a:off x="1920000" y="2784717"/>
              <a:ext cx="3500876" cy="2360036"/>
              <a:chOff x="511731" y="1788975"/>
              <a:chExt cx="3500876" cy="2360036"/>
            </a:xfrm>
          </p:grpSpPr>
          <p:sp>
            <p:nvSpPr>
              <p:cNvPr id="37" name="Oval 36"/>
              <p:cNvSpPr/>
              <p:nvPr/>
            </p:nvSpPr>
            <p:spPr bwMode="gray">
              <a:xfrm>
                <a:off x="1446470" y="2010310"/>
                <a:ext cx="1752377" cy="1752377"/>
              </a:xfrm>
              <a:prstGeom prst="ellipse">
                <a:avLst/>
              </a:prstGeom>
              <a:solidFill>
                <a:srgbClr val="86BC25">
                  <a:alpha val="70000"/>
                </a:srgbClr>
              </a:solidFill>
              <a:ln w="3810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1200" dirty="0">
                    <a:latin typeface="Aptos" panose="020B0004020202020204" pitchFamily="34" charset="0"/>
                  </a:rPr>
                  <a:t>Title</a:t>
                </a:r>
              </a:p>
            </p:txBody>
          </p:sp>
          <p:sp>
            <p:nvSpPr>
              <p:cNvPr id="12" name="Oval 11"/>
              <p:cNvSpPr/>
              <p:nvPr/>
            </p:nvSpPr>
            <p:spPr bwMode="gray">
              <a:xfrm>
                <a:off x="511731" y="1788975"/>
                <a:ext cx="1286195" cy="1286195"/>
              </a:xfrm>
              <a:prstGeom prst="ellipse">
                <a:avLst/>
              </a:prstGeom>
              <a:solidFill>
                <a:schemeClr val="accent6">
                  <a:lumMod val="60000"/>
                  <a:lumOff val="40000"/>
                  <a:alpha val="70000"/>
                </a:schemeClr>
              </a:solidFill>
              <a:ln w="3810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1200" dirty="0">
                    <a:latin typeface="Aptos" panose="020B0004020202020204" pitchFamily="34" charset="0"/>
                  </a:rPr>
                  <a:t>54%</a:t>
                </a:r>
              </a:p>
            </p:txBody>
          </p:sp>
          <p:sp>
            <p:nvSpPr>
              <p:cNvPr id="13" name="Oval 12"/>
              <p:cNvSpPr/>
              <p:nvPr/>
            </p:nvSpPr>
            <p:spPr bwMode="gray">
              <a:xfrm>
                <a:off x="2957256" y="2662508"/>
                <a:ext cx="1055351" cy="1055351"/>
              </a:xfrm>
              <a:prstGeom prst="ellipse">
                <a:avLst/>
              </a:prstGeom>
              <a:solidFill>
                <a:schemeClr val="accent6">
                  <a:lumMod val="60000"/>
                  <a:lumOff val="40000"/>
                  <a:alpha val="70000"/>
                </a:schemeClr>
              </a:solidFill>
              <a:ln w="3810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1200" dirty="0">
                    <a:latin typeface="Aptos" panose="020B0004020202020204" pitchFamily="34" charset="0"/>
                  </a:rPr>
                  <a:t>24%</a:t>
                </a:r>
              </a:p>
            </p:txBody>
          </p:sp>
          <p:sp>
            <p:nvSpPr>
              <p:cNvPr id="14" name="Oval 13"/>
              <p:cNvSpPr/>
              <p:nvPr/>
            </p:nvSpPr>
            <p:spPr bwMode="gray">
              <a:xfrm>
                <a:off x="1341769" y="3383599"/>
                <a:ext cx="765412" cy="765412"/>
              </a:xfrm>
              <a:prstGeom prst="ellipse">
                <a:avLst/>
              </a:prstGeom>
              <a:solidFill>
                <a:schemeClr val="accent6">
                  <a:lumMod val="75000"/>
                  <a:alpha val="70000"/>
                </a:schemeClr>
              </a:solidFill>
              <a:ln w="3810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1200" dirty="0">
                    <a:latin typeface="Aptos" panose="020B0004020202020204" pitchFamily="34" charset="0"/>
                  </a:rPr>
                  <a:t>7%</a:t>
                </a:r>
              </a:p>
            </p:txBody>
          </p:sp>
        </p:grpSp>
        <p:grpSp>
          <p:nvGrpSpPr>
            <p:cNvPr id="8" name="Group 7"/>
            <p:cNvGrpSpPr/>
            <p:nvPr/>
          </p:nvGrpSpPr>
          <p:grpSpPr>
            <a:xfrm>
              <a:off x="6383232" y="2786389"/>
              <a:ext cx="3719409" cy="2358364"/>
              <a:chOff x="4504253" y="3515858"/>
              <a:chExt cx="4077838" cy="2585633"/>
            </a:xfrm>
          </p:grpSpPr>
          <p:sp>
            <p:nvSpPr>
              <p:cNvPr id="11" name="Oval 10"/>
              <p:cNvSpPr/>
              <p:nvPr/>
            </p:nvSpPr>
            <p:spPr bwMode="gray">
              <a:xfrm>
                <a:off x="5109009" y="3762687"/>
                <a:ext cx="1752377" cy="1752377"/>
              </a:xfrm>
              <a:prstGeom prst="ellipse">
                <a:avLst/>
              </a:prstGeom>
              <a:solidFill>
                <a:schemeClr val="accent5">
                  <a:alpha val="70000"/>
                </a:schemeClr>
              </a:solidFill>
              <a:ln w="3810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1200" dirty="0">
                    <a:latin typeface="Aptos" panose="020B0004020202020204" pitchFamily="34" charset="0"/>
                  </a:rPr>
                  <a:t>Title</a:t>
                </a:r>
              </a:p>
            </p:txBody>
          </p:sp>
          <p:sp>
            <p:nvSpPr>
              <p:cNvPr id="15" name="Oval 14"/>
              <p:cNvSpPr/>
              <p:nvPr/>
            </p:nvSpPr>
            <p:spPr bwMode="gray">
              <a:xfrm>
                <a:off x="4598239" y="4984355"/>
                <a:ext cx="1117136" cy="1117136"/>
              </a:xfrm>
              <a:prstGeom prst="ellipse">
                <a:avLst/>
              </a:prstGeom>
              <a:solidFill>
                <a:schemeClr val="accent6">
                  <a:lumMod val="75000"/>
                  <a:alpha val="70000"/>
                </a:schemeClr>
              </a:solidFill>
              <a:ln w="3810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1200" dirty="0">
                    <a:latin typeface="Aptos" panose="020B0004020202020204" pitchFamily="34" charset="0"/>
                  </a:rPr>
                  <a:t>32%</a:t>
                </a:r>
              </a:p>
            </p:txBody>
          </p:sp>
          <p:sp>
            <p:nvSpPr>
              <p:cNvPr id="16" name="Oval 15"/>
              <p:cNvSpPr/>
              <p:nvPr/>
            </p:nvSpPr>
            <p:spPr bwMode="gray">
              <a:xfrm>
                <a:off x="4504253" y="3515858"/>
                <a:ext cx="984267" cy="984267"/>
              </a:xfrm>
              <a:prstGeom prst="ellipse">
                <a:avLst/>
              </a:prstGeom>
              <a:solidFill>
                <a:schemeClr val="accent6">
                  <a:lumMod val="60000"/>
                  <a:lumOff val="40000"/>
                  <a:alpha val="70000"/>
                </a:schemeClr>
              </a:solidFill>
              <a:ln w="3810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1200" dirty="0">
                    <a:latin typeface="Aptos" panose="020B0004020202020204" pitchFamily="34" charset="0"/>
                  </a:rPr>
                  <a:t>11%</a:t>
                </a:r>
              </a:p>
            </p:txBody>
          </p:sp>
          <p:sp>
            <p:nvSpPr>
              <p:cNvPr id="17" name="Oval 16"/>
              <p:cNvSpPr/>
              <p:nvPr/>
            </p:nvSpPr>
            <p:spPr bwMode="gray">
              <a:xfrm>
                <a:off x="6577687" y="3933256"/>
                <a:ext cx="2004404" cy="2004404"/>
              </a:xfrm>
              <a:prstGeom prst="ellipse">
                <a:avLst/>
              </a:prstGeom>
              <a:solidFill>
                <a:schemeClr val="accent6">
                  <a:lumMod val="60000"/>
                  <a:lumOff val="40000"/>
                  <a:alpha val="70000"/>
                </a:schemeClr>
              </a:solidFill>
              <a:ln w="38100" algn="ctr">
                <a:noFill/>
                <a:miter lim="800000"/>
                <a:headEnd/>
                <a:tailEnd/>
              </a:ln>
            </p:spPr>
            <p:txBody>
              <a:bodyPr wrap="square" lIns="72231" tIns="72231" rIns="72231" bIns="72231" rtlCol="0" anchor="ctr"/>
              <a:lstStyle/>
              <a:p>
                <a:pPr algn="ctr">
                  <a:lnSpc>
                    <a:spcPct val="106000"/>
                  </a:lnSpc>
                  <a:buFont typeface="Wingdings 2" pitchFamily="18" charset="2"/>
                  <a:buNone/>
                </a:pPr>
                <a:r>
                  <a:rPr lang="en-GB" sz="1200" dirty="0">
                    <a:latin typeface="Aptos" panose="020B0004020202020204" pitchFamily="34" charset="0"/>
                  </a:rPr>
                  <a:t>74%</a:t>
                </a:r>
              </a:p>
            </p:txBody>
          </p:sp>
        </p:grpSp>
      </p:grpSp>
    </p:spTree>
    <p:extLst>
      <p:ext uri="{BB962C8B-B14F-4D97-AF65-F5344CB8AC3E}">
        <p14:creationId xmlns:p14="http://schemas.microsoft.com/office/powerpoint/2010/main" val="2657698934"/>
      </p:ext>
    </p:extLst>
  </p:cSld>
  <p:clrMapOvr>
    <a:masterClrMapping/>
  </p:clrMapOvr>
  <p:transition>
    <p:fade/>
  </p:transition>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GB"/>
              <a:t>Icon chart</a:t>
            </a:r>
            <a:endParaRPr lang="en-GB" dirty="0"/>
          </a:p>
        </p:txBody>
      </p:sp>
      <p:grpSp>
        <p:nvGrpSpPr>
          <p:cNvPr id="7" name="Group 6"/>
          <p:cNvGrpSpPr/>
          <p:nvPr/>
        </p:nvGrpSpPr>
        <p:grpSpPr>
          <a:xfrm>
            <a:off x="2493785" y="2189078"/>
            <a:ext cx="4918431" cy="3349725"/>
            <a:chOff x="788456" y="1258060"/>
            <a:chExt cx="7508358" cy="5113608"/>
          </a:xfrm>
        </p:grpSpPr>
        <p:sp>
          <p:nvSpPr>
            <p:cNvPr id="9" name="TextBox 8"/>
            <p:cNvSpPr txBox="1"/>
            <p:nvPr/>
          </p:nvSpPr>
          <p:spPr>
            <a:xfrm>
              <a:off x="3470506" y="1258060"/>
              <a:ext cx="4259435" cy="788864"/>
            </a:xfrm>
            <a:prstGeom prst="rect">
              <a:avLst/>
            </a:prstGeom>
            <a:noFill/>
          </p:spPr>
          <p:txBody>
            <a:bodyPr wrap="square" lIns="0" tIns="0" rIns="0" bIns="0" rtlCol="0">
              <a:noAutofit/>
            </a:bodyPr>
            <a:lstStyle/>
            <a:p>
              <a:r>
                <a:rPr lang="en-GB" sz="1200" b="1" dirty="0">
                  <a:solidFill>
                    <a:schemeClr val="accent3"/>
                  </a:solidFill>
                  <a:latin typeface="Aptos" panose="020B0004020202020204" pitchFamily="34" charset="0"/>
                </a:rPr>
                <a:t>XX</a:t>
              </a:r>
            </a:p>
            <a:p>
              <a:r>
                <a:rPr lang="en-US" sz="1200" dirty="0">
                  <a:latin typeface="Aptos" panose="020B0004020202020204" pitchFamily="34" charset="0"/>
                </a:rPr>
                <a:t>This is dummy text it is not here to be read.</a:t>
              </a:r>
              <a:endParaRPr lang="en-GB" sz="1200" dirty="0">
                <a:solidFill>
                  <a:srgbClr val="53565A"/>
                </a:solidFill>
                <a:latin typeface="Aptos" panose="020B0004020202020204" pitchFamily="34" charset="0"/>
              </a:endParaRPr>
            </a:p>
          </p:txBody>
        </p:sp>
        <p:sp>
          <p:nvSpPr>
            <p:cNvPr id="11" name="TextBox 10"/>
            <p:cNvSpPr txBox="1"/>
            <p:nvPr/>
          </p:nvSpPr>
          <p:spPr>
            <a:xfrm>
              <a:off x="3470506" y="2340153"/>
              <a:ext cx="4826308" cy="788864"/>
            </a:xfrm>
            <a:prstGeom prst="rect">
              <a:avLst/>
            </a:prstGeom>
            <a:noFill/>
          </p:spPr>
          <p:txBody>
            <a:bodyPr wrap="square" lIns="0" tIns="0" rIns="0" bIns="0" rtlCol="0">
              <a:noAutofit/>
            </a:bodyPr>
            <a:lstStyle/>
            <a:p>
              <a:r>
                <a:rPr lang="en-GB" sz="1200" b="1" dirty="0">
                  <a:solidFill>
                    <a:schemeClr val="accent3"/>
                  </a:solidFill>
                  <a:latin typeface="Aptos" panose="020B0004020202020204" pitchFamily="34" charset="0"/>
                </a:rPr>
                <a:t>XXX</a:t>
              </a:r>
            </a:p>
            <a:p>
              <a:r>
                <a:rPr lang="en-US" sz="1200" dirty="0">
                  <a:latin typeface="Aptos" panose="020B0004020202020204" pitchFamily="34" charset="0"/>
                </a:rPr>
                <a:t>This is dummy text it is not here to be read.</a:t>
              </a:r>
              <a:endParaRPr lang="en-GB" sz="1200" dirty="0">
                <a:solidFill>
                  <a:srgbClr val="53565A"/>
                </a:solidFill>
                <a:latin typeface="Aptos" panose="020B0004020202020204" pitchFamily="34" charset="0"/>
              </a:endParaRPr>
            </a:p>
          </p:txBody>
        </p:sp>
        <p:sp>
          <p:nvSpPr>
            <p:cNvPr id="12" name="TextBox 11"/>
            <p:cNvSpPr txBox="1"/>
            <p:nvPr/>
          </p:nvSpPr>
          <p:spPr>
            <a:xfrm>
              <a:off x="3470506" y="3695003"/>
              <a:ext cx="4826308" cy="788864"/>
            </a:xfrm>
            <a:prstGeom prst="rect">
              <a:avLst/>
            </a:prstGeom>
            <a:noFill/>
          </p:spPr>
          <p:txBody>
            <a:bodyPr wrap="square" lIns="0" tIns="0" rIns="0" bIns="0" rtlCol="0">
              <a:noAutofit/>
            </a:bodyPr>
            <a:lstStyle/>
            <a:p>
              <a:r>
                <a:rPr lang="en-GB" sz="1200" b="1" dirty="0">
                  <a:solidFill>
                    <a:schemeClr val="accent3"/>
                  </a:solidFill>
                  <a:latin typeface="Aptos" panose="020B0004020202020204" pitchFamily="34" charset="0"/>
                </a:rPr>
                <a:t>XXXX </a:t>
              </a:r>
            </a:p>
            <a:p>
              <a:r>
                <a:rPr lang="en-US" sz="1200" dirty="0">
                  <a:latin typeface="Aptos" panose="020B0004020202020204" pitchFamily="34" charset="0"/>
                </a:rPr>
                <a:t>This is dummy text it is not here to be read.</a:t>
              </a:r>
              <a:endParaRPr lang="en-GB" sz="1200" dirty="0">
                <a:solidFill>
                  <a:srgbClr val="53565A"/>
                </a:solidFill>
                <a:latin typeface="Aptos" panose="020B0004020202020204" pitchFamily="34" charset="0"/>
              </a:endParaRPr>
            </a:p>
          </p:txBody>
        </p:sp>
        <p:sp>
          <p:nvSpPr>
            <p:cNvPr id="13" name="TextBox 12"/>
            <p:cNvSpPr txBox="1"/>
            <p:nvPr/>
          </p:nvSpPr>
          <p:spPr>
            <a:xfrm>
              <a:off x="3470506" y="5144597"/>
              <a:ext cx="4826308" cy="788864"/>
            </a:xfrm>
            <a:prstGeom prst="rect">
              <a:avLst/>
            </a:prstGeom>
            <a:noFill/>
          </p:spPr>
          <p:txBody>
            <a:bodyPr wrap="square" lIns="0" tIns="0" rIns="0" bIns="0" rtlCol="0">
              <a:noAutofit/>
            </a:bodyPr>
            <a:lstStyle/>
            <a:p>
              <a:r>
                <a:rPr lang="en-GB" sz="1200" b="1" dirty="0">
                  <a:solidFill>
                    <a:schemeClr val="accent3"/>
                  </a:solidFill>
                  <a:latin typeface="Aptos" panose="020B0004020202020204" pitchFamily="34" charset="0"/>
                </a:rPr>
                <a:t>XXXXX </a:t>
              </a:r>
            </a:p>
            <a:p>
              <a:r>
                <a:rPr lang="en-US" sz="1200" dirty="0">
                  <a:latin typeface="Aptos" panose="020B0004020202020204" pitchFamily="34" charset="0"/>
                </a:rPr>
                <a:t>This is dummy text it is not here to be read.</a:t>
              </a:r>
              <a:endParaRPr lang="en-GB" sz="1200" dirty="0">
                <a:solidFill>
                  <a:srgbClr val="53565A"/>
                </a:solidFill>
                <a:latin typeface="Aptos" panose="020B0004020202020204" pitchFamily="34" charset="0"/>
              </a:endParaRPr>
            </a:p>
          </p:txBody>
        </p:sp>
        <p:grpSp>
          <p:nvGrpSpPr>
            <p:cNvPr id="6" name="Group 5"/>
            <p:cNvGrpSpPr/>
            <p:nvPr/>
          </p:nvGrpSpPr>
          <p:grpSpPr>
            <a:xfrm>
              <a:off x="788456" y="4842122"/>
              <a:ext cx="1529546" cy="1529546"/>
              <a:chOff x="799346" y="2126913"/>
              <a:chExt cx="2088359" cy="2088359"/>
            </a:xfrm>
          </p:grpSpPr>
          <p:sp>
            <p:nvSpPr>
              <p:cNvPr id="5" name="Oval 4"/>
              <p:cNvSpPr/>
              <p:nvPr/>
            </p:nvSpPr>
            <p:spPr bwMode="gray">
              <a:xfrm>
                <a:off x="799346" y="2126913"/>
                <a:ext cx="2088359" cy="2088359"/>
              </a:xfrm>
              <a:prstGeom prst="ellipse">
                <a:avLst/>
              </a:prstGeom>
              <a:solidFill>
                <a:schemeClr val="accent2"/>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19" name="Freeform 547"/>
              <p:cNvSpPr>
                <a:spLocks/>
              </p:cNvSpPr>
              <p:nvPr/>
            </p:nvSpPr>
            <p:spPr bwMode="auto">
              <a:xfrm>
                <a:off x="1189398" y="2548248"/>
                <a:ext cx="1308257" cy="1125710"/>
              </a:xfrm>
              <a:custGeom>
                <a:avLst/>
                <a:gdLst>
                  <a:gd name="T0" fmla="*/ 318 w 323"/>
                  <a:gd name="T1" fmla="*/ 259 h 278"/>
                  <a:gd name="T2" fmla="*/ 257 w 323"/>
                  <a:gd name="T3" fmla="*/ 241 h 278"/>
                  <a:gd name="T4" fmla="*/ 229 w 323"/>
                  <a:gd name="T5" fmla="*/ 236 h 278"/>
                  <a:gd name="T6" fmla="*/ 212 w 323"/>
                  <a:gd name="T7" fmla="*/ 223 h 278"/>
                  <a:gd name="T8" fmla="*/ 213 w 323"/>
                  <a:gd name="T9" fmla="*/ 220 h 278"/>
                  <a:gd name="T10" fmla="*/ 246 w 323"/>
                  <a:gd name="T11" fmla="*/ 142 h 278"/>
                  <a:gd name="T12" fmla="*/ 233 w 323"/>
                  <a:gd name="T13" fmla="*/ 33 h 278"/>
                  <a:gd name="T14" fmla="*/ 161 w 323"/>
                  <a:gd name="T15" fmla="*/ 1 h 278"/>
                  <a:gd name="T16" fmla="*/ 161 w 323"/>
                  <a:gd name="T17" fmla="*/ 1 h 278"/>
                  <a:gd name="T18" fmla="*/ 90 w 323"/>
                  <a:gd name="T19" fmla="*/ 33 h 278"/>
                  <a:gd name="T20" fmla="*/ 77 w 323"/>
                  <a:gd name="T21" fmla="*/ 142 h 278"/>
                  <a:gd name="T22" fmla="*/ 110 w 323"/>
                  <a:gd name="T23" fmla="*/ 220 h 278"/>
                  <a:gd name="T24" fmla="*/ 111 w 323"/>
                  <a:gd name="T25" fmla="*/ 223 h 278"/>
                  <a:gd name="T26" fmla="*/ 94 w 323"/>
                  <a:gd name="T27" fmla="*/ 236 h 278"/>
                  <a:gd name="T28" fmla="*/ 66 w 323"/>
                  <a:gd name="T29" fmla="*/ 241 h 278"/>
                  <a:gd name="T30" fmla="*/ 5 w 323"/>
                  <a:gd name="T31" fmla="*/ 259 h 278"/>
                  <a:gd name="T32" fmla="*/ 4 w 323"/>
                  <a:gd name="T33" fmla="*/ 274 h 278"/>
                  <a:gd name="T34" fmla="*/ 12 w 323"/>
                  <a:gd name="T35" fmla="*/ 278 h 278"/>
                  <a:gd name="T36" fmla="*/ 19 w 323"/>
                  <a:gd name="T37" fmla="*/ 275 h 278"/>
                  <a:gd name="T38" fmla="*/ 69 w 323"/>
                  <a:gd name="T39" fmla="*/ 263 h 278"/>
                  <a:gd name="T40" fmla="*/ 101 w 323"/>
                  <a:gd name="T41" fmla="*/ 256 h 278"/>
                  <a:gd name="T42" fmla="*/ 131 w 323"/>
                  <a:gd name="T43" fmla="*/ 229 h 278"/>
                  <a:gd name="T44" fmla="*/ 128 w 323"/>
                  <a:gd name="T45" fmla="*/ 208 h 278"/>
                  <a:gd name="T46" fmla="*/ 97 w 323"/>
                  <a:gd name="T47" fmla="*/ 137 h 278"/>
                  <a:gd name="T48" fmla="*/ 106 w 323"/>
                  <a:gd name="T49" fmla="*/ 46 h 278"/>
                  <a:gd name="T50" fmla="*/ 161 w 323"/>
                  <a:gd name="T51" fmla="*/ 22 h 278"/>
                  <a:gd name="T52" fmla="*/ 162 w 323"/>
                  <a:gd name="T53" fmla="*/ 22 h 278"/>
                  <a:gd name="T54" fmla="*/ 162 w 323"/>
                  <a:gd name="T55" fmla="*/ 22 h 278"/>
                  <a:gd name="T56" fmla="*/ 162 w 323"/>
                  <a:gd name="T57" fmla="*/ 22 h 278"/>
                  <a:gd name="T58" fmla="*/ 217 w 323"/>
                  <a:gd name="T59" fmla="*/ 46 h 278"/>
                  <a:gd name="T60" fmla="*/ 226 w 323"/>
                  <a:gd name="T61" fmla="*/ 137 h 278"/>
                  <a:gd name="T62" fmla="*/ 195 w 323"/>
                  <a:gd name="T63" fmla="*/ 208 h 278"/>
                  <a:gd name="T64" fmla="*/ 192 w 323"/>
                  <a:gd name="T65" fmla="*/ 229 h 278"/>
                  <a:gd name="T66" fmla="*/ 222 w 323"/>
                  <a:gd name="T67" fmla="*/ 256 h 278"/>
                  <a:gd name="T68" fmla="*/ 254 w 323"/>
                  <a:gd name="T69" fmla="*/ 263 h 278"/>
                  <a:gd name="T70" fmla="*/ 304 w 323"/>
                  <a:gd name="T71" fmla="*/ 275 h 278"/>
                  <a:gd name="T72" fmla="*/ 311 w 323"/>
                  <a:gd name="T73" fmla="*/ 278 h 278"/>
                  <a:gd name="T74" fmla="*/ 319 w 323"/>
                  <a:gd name="T75" fmla="*/ 274 h 278"/>
                  <a:gd name="T76" fmla="*/ 318 w 323"/>
                  <a:gd name="T77" fmla="*/ 25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3" h="278">
                    <a:moveTo>
                      <a:pt x="318" y="259"/>
                    </a:moveTo>
                    <a:cubicBezTo>
                      <a:pt x="306" y="249"/>
                      <a:pt x="281" y="245"/>
                      <a:pt x="257" y="241"/>
                    </a:cubicBezTo>
                    <a:cubicBezTo>
                      <a:pt x="246" y="240"/>
                      <a:pt x="235" y="238"/>
                      <a:pt x="229" y="236"/>
                    </a:cubicBezTo>
                    <a:cubicBezTo>
                      <a:pt x="220" y="232"/>
                      <a:pt x="214" y="226"/>
                      <a:pt x="212" y="223"/>
                    </a:cubicBezTo>
                    <a:cubicBezTo>
                      <a:pt x="212" y="221"/>
                      <a:pt x="212" y="221"/>
                      <a:pt x="213" y="220"/>
                    </a:cubicBezTo>
                    <a:cubicBezTo>
                      <a:pt x="226" y="202"/>
                      <a:pt x="240" y="170"/>
                      <a:pt x="246" y="142"/>
                    </a:cubicBezTo>
                    <a:cubicBezTo>
                      <a:pt x="258" y="95"/>
                      <a:pt x="253" y="58"/>
                      <a:pt x="233" y="33"/>
                    </a:cubicBezTo>
                    <a:cubicBezTo>
                      <a:pt x="207" y="0"/>
                      <a:pt x="163" y="1"/>
                      <a:pt x="161" y="1"/>
                    </a:cubicBezTo>
                    <a:cubicBezTo>
                      <a:pt x="161" y="1"/>
                      <a:pt x="161" y="1"/>
                      <a:pt x="161" y="1"/>
                    </a:cubicBezTo>
                    <a:cubicBezTo>
                      <a:pt x="158" y="1"/>
                      <a:pt x="116" y="1"/>
                      <a:pt x="90" y="33"/>
                    </a:cubicBezTo>
                    <a:cubicBezTo>
                      <a:pt x="70" y="58"/>
                      <a:pt x="65" y="95"/>
                      <a:pt x="77" y="142"/>
                    </a:cubicBezTo>
                    <a:cubicBezTo>
                      <a:pt x="83" y="170"/>
                      <a:pt x="97" y="202"/>
                      <a:pt x="110" y="220"/>
                    </a:cubicBezTo>
                    <a:cubicBezTo>
                      <a:pt x="111" y="221"/>
                      <a:pt x="111" y="221"/>
                      <a:pt x="111" y="223"/>
                    </a:cubicBezTo>
                    <a:cubicBezTo>
                      <a:pt x="110" y="226"/>
                      <a:pt x="103" y="232"/>
                      <a:pt x="94" y="236"/>
                    </a:cubicBezTo>
                    <a:cubicBezTo>
                      <a:pt x="88" y="238"/>
                      <a:pt x="77" y="240"/>
                      <a:pt x="66" y="241"/>
                    </a:cubicBezTo>
                    <a:cubicBezTo>
                      <a:pt x="42" y="245"/>
                      <a:pt x="17" y="249"/>
                      <a:pt x="5" y="259"/>
                    </a:cubicBezTo>
                    <a:cubicBezTo>
                      <a:pt x="1" y="263"/>
                      <a:pt x="0" y="270"/>
                      <a:pt x="4" y="274"/>
                    </a:cubicBezTo>
                    <a:cubicBezTo>
                      <a:pt x="6" y="277"/>
                      <a:pt x="9" y="278"/>
                      <a:pt x="12" y="278"/>
                    </a:cubicBezTo>
                    <a:cubicBezTo>
                      <a:pt x="15" y="278"/>
                      <a:pt x="17" y="277"/>
                      <a:pt x="19" y="275"/>
                    </a:cubicBezTo>
                    <a:cubicBezTo>
                      <a:pt x="27" y="269"/>
                      <a:pt x="51" y="265"/>
                      <a:pt x="69" y="263"/>
                    </a:cubicBezTo>
                    <a:cubicBezTo>
                      <a:pt x="82" y="261"/>
                      <a:pt x="94" y="259"/>
                      <a:pt x="101" y="256"/>
                    </a:cubicBezTo>
                    <a:cubicBezTo>
                      <a:pt x="117" y="250"/>
                      <a:pt x="128" y="240"/>
                      <a:pt x="131" y="229"/>
                    </a:cubicBezTo>
                    <a:cubicBezTo>
                      <a:pt x="133" y="221"/>
                      <a:pt x="132" y="214"/>
                      <a:pt x="128" y="208"/>
                    </a:cubicBezTo>
                    <a:cubicBezTo>
                      <a:pt x="116" y="192"/>
                      <a:pt x="103" y="162"/>
                      <a:pt x="97" y="137"/>
                    </a:cubicBezTo>
                    <a:cubicBezTo>
                      <a:pt x="88" y="96"/>
                      <a:pt x="91" y="66"/>
                      <a:pt x="106" y="46"/>
                    </a:cubicBezTo>
                    <a:cubicBezTo>
                      <a:pt x="126" y="22"/>
                      <a:pt x="160" y="22"/>
                      <a:pt x="161" y="22"/>
                    </a:cubicBezTo>
                    <a:cubicBezTo>
                      <a:pt x="161" y="22"/>
                      <a:pt x="161" y="22"/>
                      <a:pt x="162" y="22"/>
                    </a:cubicBezTo>
                    <a:cubicBezTo>
                      <a:pt x="162" y="22"/>
                      <a:pt x="162" y="22"/>
                      <a:pt x="162" y="22"/>
                    </a:cubicBezTo>
                    <a:cubicBezTo>
                      <a:pt x="162" y="22"/>
                      <a:pt x="162" y="22"/>
                      <a:pt x="162" y="22"/>
                    </a:cubicBezTo>
                    <a:cubicBezTo>
                      <a:pt x="162" y="22"/>
                      <a:pt x="197" y="22"/>
                      <a:pt x="217" y="46"/>
                    </a:cubicBezTo>
                    <a:cubicBezTo>
                      <a:pt x="232" y="66"/>
                      <a:pt x="235" y="96"/>
                      <a:pt x="226" y="137"/>
                    </a:cubicBezTo>
                    <a:cubicBezTo>
                      <a:pt x="220" y="162"/>
                      <a:pt x="207" y="192"/>
                      <a:pt x="195" y="208"/>
                    </a:cubicBezTo>
                    <a:cubicBezTo>
                      <a:pt x="191" y="214"/>
                      <a:pt x="190" y="221"/>
                      <a:pt x="192" y="229"/>
                    </a:cubicBezTo>
                    <a:cubicBezTo>
                      <a:pt x="195" y="240"/>
                      <a:pt x="206" y="250"/>
                      <a:pt x="222" y="256"/>
                    </a:cubicBezTo>
                    <a:cubicBezTo>
                      <a:pt x="229" y="259"/>
                      <a:pt x="241" y="261"/>
                      <a:pt x="254" y="263"/>
                    </a:cubicBezTo>
                    <a:cubicBezTo>
                      <a:pt x="272" y="265"/>
                      <a:pt x="296" y="269"/>
                      <a:pt x="304" y="275"/>
                    </a:cubicBezTo>
                    <a:cubicBezTo>
                      <a:pt x="306" y="277"/>
                      <a:pt x="308" y="278"/>
                      <a:pt x="311" y="278"/>
                    </a:cubicBezTo>
                    <a:cubicBezTo>
                      <a:pt x="314" y="278"/>
                      <a:pt x="317" y="277"/>
                      <a:pt x="319" y="274"/>
                    </a:cubicBezTo>
                    <a:cubicBezTo>
                      <a:pt x="323" y="270"/>
                      <a:pt x="322" y="263"/>
                      <a:pt x="318" y="259"/>
                    </a:cubicBezTo>
                    <a:close/>
                  </a:path>
                </a:pathLst>
              </a:custGeom>
              <a:solidFill>
                <a:schemeClr val="bg1"/>
              </a:solidFill>
              <a:ln w="9525">
                <a:noFill/>
                <a:round/>
                <a:headEnd/>
                <a:tailEnd/>
              </a:ln>
            </p:spPr>
            <p:txBody>
              <a:bodyPr vert="horz" wrap="square" lIns="74295" tIns="37148" rIns="74295" bIns="37148" numCol="1" anchor="t" anchorCtr="0" compatLnSpc="1">
                <a:prstTxWarp prst="textNoShape">
                  <a:avLst/>
                </a:prstTxWarp>
              </a:bodyPr>
              <a:lstStyle/>
              <a:p>
                <a:endParaRPr lang="en-GB" sz="1200">
                  <a:latin typeface="Aptos" panose="020B0004020202020204" pitchFamily="34" charset="0"/>
                </a:endParaRPr>
              </a:p>
            </p:txBody>
          </p:sp>
        </p:grpSp>
        <p:grpSp>
          <p:nvGrpSpPr>
            <p:cNvPr id="21" name="Group 20"/>
            <p:cNvGrpSpPr/>
            <p:nvPr/>
          </p:nvGrpSpPr>
          <p:grpSpPr>
            <a:xfrm>
              <a:off x="953476" y="3461885"/>
              <a:ext cx="1206973" cy="1206973"/>
              <a:chOff x="799346" y="2126913"/>
              <a:chExt cx="2088359" cy="2088359"/>
            </a:xfrm>
          </p:grpSpPr>
          <p:sp>
            <p:nvSpPr>
              <p:cNvPr id="22" name="Oval 21"/>
              <p:cNvSpPr/>
              <p:nvPr/>
            </p:nvSpPr>
            <p:spPr bwMode="gray">
              <a:xfrm>
                <a:off x="799346" y="2126913"/>
                <a:ext cx="2088359" cy="2088359"/>
              </a:xfrm>
              <a:prstGeom prst="ellipse">
                <a:avLst/>
              </a:prstGeom>
              <a:solidFill>
                <a:schemeClr val="accent2"/>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23" name="Freeform 547"/>
              <p:cNvSpPr>
                <a:spLocks/>
              </p:cNvSpPr>
              <p:nvPr/>
            </p:nvSpPr>
            <p:spPr bwMode="auto">
              <a:xfrm>
                <a:off x="1189398" y="2548248"/>
                <a:ext cx="1308257" cy="1125710"/>
              </a:xfrm>
              <a:custGeom>
                <a:avLst/>
                <a:gdLst>
                  <a:gd name="T0" fmla="*/ 318 w 323"/>
                  <a:gd name="T1" fmla="*/ 259 h 278"/>
                  <a:gd name="T2" fmla="*/ 257 w 323"/>
                  <a:gd name="T3" fmla="*/ 241 h 278"/>
                  <a:gd name="T4" fmla="*/ 229 w 323"/>
                  <a:gd name="T5" fmla="*/ 236 h 278"/>
                  <a:gd name="T6" fmla="*/ 212 w 323"/>
                  <a:gd name="T7" fmla="*/ 223 h 278"/>
                  <a:gd name="T8" fmla="*/ 213 w 323"/>
                  <a:gd name="T9" fmla="*/ 220 h 278"/>
                  <a:gd name="T10" fmla="*/ 246 w 323"/>
                  <a:gd name="T11" fmla="*/ 142 h 278"/>
                  <a:gd name="T12" fmla="*/ 233 w 323"/>
                  <a:gd name="T13" fmla="*/ 33 h 278"/>
                  <a:gd name="T14" fmla="*/ 161 w 323"/>
                  <a:gd name="T15" fmla="*/ 1 h 278"/>
                  <a:gd name="T16" fmla="*/ 161 w 323"/>
                  <a:gd name="T17" fmla="*/ 1 h 278"/>
                  <a:gd name="T18" fmla="*/ 90 w 323"/>
                  <a:gd name="T19" fmla="*/ 33 h 278"/>
                  <a:gd name="T20" fmla="*/ 77 w 323"/>
                  <a:gd name="T21" fmla="*/ 142 h 278"/>
                  <a:gd name="T22" fmla="*/ 110 w 323"/>
                  <a:gd name="T23" fmla="*/ 220 h 278"/>
                  <a:gd name="T24" fmla="*/ 111 w 323"/>
                  <a:gd name="T25" fmla="*/ 223 h 278"/>
                  <a:gd name="T26" fmla="*/ 94 w 323"/>
                  <a:gd name="T27" fmla="*/ 236 h 278"/>
                  <a:gd name="T28" fmla="*/ 66 w 323"/>
                  <a:gd name="T29" fmla="*/ 241 h 278"/>
                  <a:gd name="T30" fmla="*/ 5 w 323"/>
                  <a:gd name="T31" fmla="*/ 259 h 278"/>
                  <a:gd name="T32" fmla="*/ 4 w 323"/>
                  <a:gd name="T33" fmla="*/ 274 h 278"/>
                  <a:gd name="T34" fmla="*/ 12 w 323"/>
                  <a:gd name="T35" fmla="*/ 278 h 278"/>
                  <a:gd name="T36" fmla="*/ 19 w 323"/>
                  <a:gd name="T37" fmla="*/ 275 h 278"/>
                  <a:gd name="T38" fmla="*/ 69 w 323"/>
                  <a:gd name="T39" fmla="*/ 263 h 278"/>
                  <a:gd name="T40" fmla="*/ 101 w 323"/>
                  <a:gd name="T41" fmla="*/ 256 h 278"/>
                  <a:gd name="T42" fmla="*/ 131 w 323"/>
                  <a:gd name="T43" fmla="*/ 229 h 278"/>
                  <a:gd name="T44" fmla="*/ 128 w 323"/>
                  <a:gd name="T45" fmla="*/ 208 h 278"/>
                  <a:gd name="T46" fmla="*/ 97 w 323"/>
                  <a:gd name="T47" fmla="*/ 137 h 278"/>
                  <a:gd name="T48" fmla="*/ 106 w 323"/>
                  <a:gd name="T49" fmla="*/ 46 h 278"/>
                  <a:gd name="T50" fmla="*/ 161 w 323"/>
                  <a:gd name="T51" fmla="*/ 22 h 278"/>
                  <a:gd name="T52" fmla="*/ 162 w 323"/>
                  <a:gd name="T53" fmla="*/ 22 h 278"/>
                  <a:gd name="T54" fmla="*/ 162 w 323"/>
                  <a:gd name="T55" fmla="*/ 22 h 278"/>
                  <a:gd name="T56" fmla="*/ 162 w 323"/>
                  <a:gd name="T57" fmla="*/ 22 h 278"/>
                  <a:gd name="T58" fmla="*/ 217 w 323"/>
                  <a:gd name="T59" fmla="*/ 46 h 278"/>
                  <a:gd name="T60" fmla="*/ 226 w 323"/>
                  <a:gd name="T61" fmla="*/ 137 h 278"/>
                  <a:gd name="T62" fmla="*/ 195 w 323"/>
                  <a:gd name="T63" fmla="*/ 208 h 278"/>
                  <a:gd name="T64" fmla="*/ 192 w 323"/>
                  <a:gd name="T65" fmla="*/ 229 h 278"/>
                  <a:gd name="T66" fmla="*/ 222 w 323"/>
                  <a:gd name="T67" fmla="*/ 256 h 278"/>
                  <a:gd name="T68" fmla="*/ 254 w 323"/>
                  <a:gd name="T69" fmla="*/ 263 h 278"/>
                  <a:gd name="T70" fmla="*/ 304 w 323"/>
                  <a:gd name="T71" fmla="*/ 275 h 278"/>
                  <a:gd name="T72" fmla="*/ 311 w 323"/>
                  <a:gd name="T73" fmla="*/ 278 h 278"/>
                  <a:gd name="T74" fmla="*/ 319 w 323"/>
                  <a:gd name="T75" fmla="*/ 274 h 278"/>
                  <a:gd name="T76" fmla="*/ 318 w 323"/>
                  <a:gd name="T77" fmla="*/ 25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3" h="278">
                    <a:moveTo>
                      <a:pt x="318" y="259"/>
                    </a:moveTo>
                    <a:cubicBezTo>
                      <a:pt x="306" y="249"/>
                      <a:pt x="281" y="245"/>
                      <a:pt x="257" y="241"/>
                    </a:cubicBezTo>
                    <a:cubicBezTo>
                      <a:pt x="246" y="240"/>
                      <a:pt x="235" y="238"/>
                      <a:pt x="229" y="236"/>
                    </a:cubicBezTo>
                    <a:cubicBezTo>
                      <a:pt x="220" y="232"/>
                      <a:pt x="214" y="226"/>
                      <a:pt x="212" y="223"/>
                    </a:cubicBezTo>
                    <a:cubicBezTo>
                      <a:pt x="212" y="221"/>
                      <a:pt x="212" y="221"/>
                      <a:pt x="213" y="220"/>
                    </a:cubicBezTo>
                    <a:cubicBezTo>
                      <a:pt x="226" y="202"/>
                      <a:pt x="240" y="170"/>
                      <a:pt x="246" y="142"/>
                    </a:cubicBezTo>
                    <a:cubicBezTo>
                      <a:pt x="258" y="95"/>
                      <a:pt x="253" y="58"/>
                      <a:pt x="233" y="33"/>
                    </a:cubicBezTo>
                    <a:cubicBezTo>
                      <a:pt x="207" y="0"/>
                      <a:pt x="163" y="1"/>
                      <a:pt x="161" y="1"/>
                    </a:cubicBezTo>
                    <a:cubicBezTo>
                      <a:pt x="161" y="1"/>
                      <a:pt x="161" y="1"/>
                      <a:pt x="161" y="1"/>
                    </a:cubicBezTo>
                    <a:cubicBezTo>
                      <a:pt x="158" y="1"/>
                      <a:pt x="116" y="1"/>
                      <a:pt x="90" y="33"/>
                    </a:cubicBezTo>
                    <a:cubicBezTo>
                      <a:pt x="70" y="58"/>
                      <a:pt x="65" y="95"/>
                      <a:pt x="77" y="142"/>
                    </a:cubicBezTo>
                    <a:cubicBezTo>
                      <a:pt x="83" y="170"/>
                      <a:pt x="97" y="202"/>
                      <a:pt x="110" y="220"/>
                    </a:cubicBezTo>
                    <a:cubicBezTo>
                      <a:pt x="111" y="221"/>
                      <a:pt x="111" y="221"/>
                      <a:pt x="111" y="223"/>
                    </a:cubicBezTo>
                    <a:cubicBezTo>
                      <a:pt x="110" y="226"/>
                      <a:pt x="103" y="232"/>
                      <a:pt x="94" y="236"/>
                    </a:cubicBezTo>
                    <a:cubicBezTo>
                      <a:pt x="88" y="238"/>
                      <a:pt x="77" y="240"/>
                      <a:pt x="66" y="241"/>
                    </a:cubicBezTo>
                    <a:cubicBezTo>
                      <a:pt x="42" y="245"/>
                      <a:pt x="17" y="249"/>
                      <a:pt x="5" y="259"/>
                    </a:cubicBezTo>
                    <a:cubicBezTo>
                      <a:pt x="1" y="263"/>
                      <a:pt x="0" y="270"/>
                      <a:pt x="4" y="274"/>
                    </a:cubicBezTo>
                    <a:cubicBezTo>
                      <a:pt x="6" y="277"/>
                      <a:pt x="9" y="278"/>
                      <a:pt x="12" y="278"/>
                    </a:cubicBezTo>
                    <a:cubicBezTo>
                      <a:pt x="15" y="278"/>
                      <a:pt x="17" y="277"/>
                      <a:pt x="19" y="275"/>
                    </a:cubicBezTo>
                    <a:cubicBezTo>
                      <a:pt x="27" y="269"/>
                      <a:pt x="51" y="265"/>
                      <a:pt x="69" y="263"/>
                    </a:cubicBezTo>
                    <a:cubicBezTo>
                      <a:pt x="82" y="261"/>
                      <a:pt x="94" y="259"/>
                      <a:pt x="101" y="256"/>
                    </a:cubicBezTo>
                    <a:cubicBezTo>
                      <a:pt x="117" y="250"/>
                      <a:pt x="128" y="240"/>
                      <a:pt x="131" y="229"/>
                    </a:cubicBezTo>
                    <a:cubicBezTo>
                      <a:pt x="133" y="221"/>
                      <a:pt x="132" y="214"/>
                      <a:pt x="128" y="208"/>
                    </a:cubicBezTo>
                    <a:cubicBezTo>
                      <a:pt x="116" y="192"/>
                      <a:pt x="103" y="162"/>
                      <a:pt x="97" y="137"/>
                    </a:cubicBezTo>
                    <a:cubicBezTo>
                      <a:pt x="88" y="96"/>
                      <a:pt x="91" y="66"/>
                      <a:pt x="106" y="46"/>
                    </a:cubicBezTo>
                    <a:cubicBezTo>
                      <a:pt x="126" y="22"/>
                      <a:pt x="160" y="22"/>
                      <a:pt x="161" y="22"/>
                    </a:cubicBezTo>
                    <a:cubicBezTo>
                      <a:pt x="161" y="22"/>
                      <a:pt x="161" y="22"/>
                      <a:pt x="162" y="22"/>
                    </a:cubicBezTo>
                    <a:cubicBezTo>
                      <a:pt x="162" y="22"/>
                      <a:pt x="162" y="22"/>
                      <a:pt x="162" y="22"/>
                    </a:cubicBezTo>
                    <a:cubicBezTo>
                      <a:pt x="162" y="22"/>
                      <a:pt x="162" y="22"/>
                      <a:pt x="162" y="22"/>
                    </a:cubicBezTo>
                    <a:cubicBezTo>
                      <a:pt x="162" y="22"/>
                      <a:pt x="197" y="22"/>
                      <a:pt x="217" y="46"/>
                    </a:cubicBezTo>
                    <a:cubicBezTo>
                      <a:pt x="232" y="66"/>
                      <a:pt x="235" y="96"/>
                      <a:pt x="226" y="137"/>
                    </a:cubicBezTo>
                    <a:cubicBezTo>
                      <a:pt x="220" y="162"/>
                      <a:pt x="207" y="192"/>
                      <a:pt x="195" y="208"/>
                    </a:cubicBezTo>
                    <a:cubicBezTo>
                      <a:pt x="191" y="214"/>
                      <a:pt x="190" y="221"/>
                      <a:pt x="192" y="229"/>
                    </a:cubicBezTo>
                    <a:cubicBezTo>
                      <a:pt x="195" y="240"/>
                      <a:pt x="206" y="250"/>
                      <a:pt x="222" y="256"/>
                    </a:cubicBezTo>
                    <a:cubicBezTo>
                      <a:pt x="229" y="259"/>
                      <a:pt x="241" y="261"/>
                      <a:pt x="254" y="263"/>
                    </a:cubicBezTo>
                    <a:cubicBezTo>
                      <a:pt x="272" y="265"/>
                      <a:pt x="296" y="269"/>
                      <a:pt x="304" y="275"/>
                    </a:cubicBezTo>
                    <a:cubicBezTo>
                      <a:pt x="306" y="277"/>
                      <a:pt x="308" y="278"/>
                      <a:pt x="311" y="278"/>
                    </a:cubicBezTo>
                    <a:cubicBezTo>
                      <a:pt x="314" y="278"/>
                      <a:pt x="317" y="277"/>
                      <a:pt x="319" y="274"/>
                    </a:cubicBezTo>
                    <a:cubicBezTo>
                      <a:pt x="323" y="270"/>
                      <a:pt x="322" y="263"/>
                      <a:pt x="318" y="259"/>
                    </a:cubicBezTo>
                    <a:close/>
                  </a:path>
                </a:pathLst>
              </a:custGeom>
              <a:solidFill>
                <a:schemeClr val="bg1"/>
              </a:solidFill>
              <a:ln w="9525">
                <a:noFill/>
                <a:round/>
                <a:headEnd/>
                <a:tailEnd/>
              </a:ln>
            </p:spPr>
            <p:txBody>
              <a:bodyPr vert="horz" wrap="square" lIns="74295" tIns="37148" rIns="74295" bIns="37148" numCol="1" anchor="t" anchorCtr="0" compatLnSpc="1">
                <a:prstTxWarp prst="textNoShape">
                  <a:avLst/>
                </a:prstTxWarp>
              </a:bodyPr>
              <a:lstStyle/>
              <a:p>
                <a:endParaRPr lang="en-GB" sz="1200">
                  <a:latin typeface="Aptos" panose="020B0004020202020204" pitchFamily="34" charset="0"/>
                </a:endParaRPr>
              </a:p>
            </p:txBody>
          </p:sp>
        </p:grpSp>
        <p:grpSp>
          <p:nvGrpSpPr>
            <p:cNvPr id="24" name="Group 23"/>
            <p:cNvGrpSpPr/>
            <p:nvPr/>
          </p:nvGrpSpPr>
          <p:grpSpPr>
            <a:xfrm>
              <a:off x="1120498" y="2290696"/>
              <a:ext cx="882399" cy="882399"/>
              <a:chOff x="799346" y="2126913"/>
              <a:chExt cx="2088359" cy="2088359"/>
            </a:xfrm>
          </p:grpSpPr>
          <p:sp>
            <p:nvSpPr>
              <p:cNvPr id="25" name="Oval 24"/>
              <p:cNvSpPr/>
              <p:nvPr/>
            </p:nvSpPr>
            <p:spPr bwMode="gray">
              <a:xfrm>
                <a:off x="799346" y="2126913"/>
                <a:ext cx="2088359" cy="2088359"/>
              </a:xfrm>
              <a:prstGeom prst="ellipse">
                <a:avLst/>
              </a:prstGeom>
              <a:solidFill>
                <a:schemeClr val="accent2"/>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26" name="Freeform 547"/>
              <p:cNvSpPr>
                <a:spLocks/>
              </p:cNvSpPr>
              <p:nvPr/>
            </p:nvSpPr>
            <p:spPr bwMode="auto">
              <a:xfrm>
                <a:off x="1189398" y="2548248"/>
                <a:ext cx="1308257" cy="1125710"/>
              </a:xfrm>
              <a:custGeom>
                <a:avLst/>
                <a:gdLst>
                  <a:gd name="T0" fmla="*/ 318 w 323"/>
                  <a:gd name="T1" fmla="*/ 259 h 278"/>
                  <a:gd name="T2" fmla="*/ 257 w 323"/>
                  <a:gd name="T3" fmla="*/ 241 h 278"/>
                  <a:gd name="T4" fmla="*/ 229 w 323"/>
                  <a:gd name="T5" fmla="*/ 236 h 278"/>
                  <a:gd name="T6" fmla="*/ 212 w 323"/>
                  <a:gd name="T7" fmla="*/ 223 h 278"/>
                  <a:gd name="T8" fmla="*/ 213 w 323"/>
                  <a:gd name="T9" fmla="*/ 220 h 278"/>
                  <a:gd name="T10" fmla="*/ 246 w 323"/>
                  <a:gd name="T11" fmla="*/ 142 h 278"/>
                  <a:gd name="T12" fmla="*/ 233 w 323"/>
                  <a:gd name="T13" fmla="*/ 33 h 278"/>
                  <a:gd name="T14" fmla="*/ 161 w 323"/>
                  <a:gd name="T15" fmla="*/ 1 h 278"/>
                  <a:gd name="T16" fmla="*/ 161 w 323"/>
                  <a:gd name="T17" fmla="*/ 1 h 278"/>
                  <a:gd name="T18" fmla="*/ 90 w 323"/>
                  <a:gd name="T19" fmla="*/ 33 h 278"/>
                  <a:gd name="T20" fmla="*/ 77 w 323"/>
                  <a:gd name="T21" fmla="*/ 142 h 278"/>
                  <a:gd name="T22" fmla="*/ 110 w 323"/>
                  <a:gd name="T23" fmla="*/ 220 h 278"/>
                  <a:gd name="T24" fmla="*/ 111 w 323"/>
                  <a:gd name="T25" fmla="*/ 223 h 278"/>
                  <a:gd name="T26" fmla="*/ 94 w 323"/>
                  <a:gd name="T27" fmla="*/ 236 h 278"/>
                  <a:gd name="T28" fmla="*/ 66 w 323"/>
                  <a:gd name="T29" fmla="*/ 241 h 278"/>
                  <a:gd name="T30" fmla="*/ 5 w 323"/>
                  <a:gd name="T31" fmla="*/ 259 h 278"/>
                  <a:gd name="T32" fmla="*/ 4 w 323"/>
                  <a:gd name="T33" fmla="*/ 274 h 278"/>
                  <a:gd name="T34" fmla="*/ 12 w 323"/>
                  <a:gd name="T35" fmla="*/ 278 h 278"/>
                  <a:gd name="T36" fmla="*/ 19 w 323"/>
                  <a:gd name="T37" fmla="*/ 275 h 278"/>
                  <a:gd name="T38" fmla="*/ 69 w 323"/>
                  <a:gd name="T39" fmla="*/ 263 h 278"/>
                  <a:gd name="T40" fmla="*/ 101 w 323"/>
                  <a:gd name="T41" fmla="*/ 256 h 278"/>
                  <a:gd name="T42" fmla="*/ 131 w 323"/>
                  <a:gd name="T43" fmla="*/ 229 h 278"/>
                  <a:gd name="T44" fmla="*/ 128 w 323"/>
                  <a:gd name="T45" fmla="*/ 208 h 278"/>
                  <a:gd name="T46" fmla="*/ 97 w 323"/>
                  <a:gd name="T47" fmla="*/ 137 h 278"/>
                  <a:gd name="T48" fmla="*/ 106 w 323"/>
                  <a:gd name="T49" fmla="*/ 46 h 278"/>
                  <a:gd name="T50" fmla="*/ 161 w 323"/>
                  <a:gd name="T51" fmla="*/ 22 h 278"/>
                  <a:gd name="T52" fmla="*/ 162 w 323"/>
                  <a:gd name="T53" fmla="*/ 22 h 278"/>
                  <a:gd name="T54" fmla="*/ 162 w 323"/>
                  <a:gd name="T55" fmla="*/ 22 h 278"/>
                  <a:gd name="T56" fmla="*/ 162 w 323"/>
                  <a:gd name="T57" fmla="*/ 22 h 278"/>
                  <a:gd name="T58" fmla="*/ 217 w 323"/>
                  <a:gd name="T59" fmla="*/ 46 h 278"/>
                  <a:gd name="T60" fmla="*/ 226 w 323"/>
                  <a:gd name="T61" fmla="*/ 137 h 278"/>
                  <a:gd name="T62" fmla="*/ 195 w 323"/>
                  <a:gd name="T63" fmla="*/ 208 h 278"/>
                  <a:gd name="T64" fmla="*/ 192 w 323"/>
                  <a:gd name="T65" fmla="*/ 229 h 278"/>
                  <a:gd name="T66" fmla="*/ 222 w 323"/>
                  <a:gd name="T67" fmla="*/ 256 h 278"/>
                  <a:gd name="T68" fmla="*/ 254 w 323"/>
                  <a:gd name="T69" fmla="*/ 263 h 278"/>
                  <a:gd name="T70" fmla="*/ 304 w 323"/>
                  <a:gd name="T71" fmla="*/ 275 h 278"/>
                  <a:gd name="T72" fmla="*/ 311 w 323"/>
                  <a:gd name="T73" fmla="*/ 278 h 278"/>
                  <a:gd name="T74" fmla="*/ 319 w 323"/>
                  <a:gd name="T75" fmla="*/ 274 h 278"/>
                  <a:gd name="T76" fmla="*/ 318 w 323"/>
                  <a:gd name="T77" fmla="*/ 25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3" h="278">
                    <a:moveTo>
                      <a:pt x="318" y="259"/>
                    </a:moveTo>
                    <a:cubicBezTo>
                      <a:pt x="306" y="249"/>
                      <a:pt x="281" y="245"/>
                      <a:pt x="257" y="241"/>
                    </a:cubicBezTo>
                    <a:cubicBezTo>
                      <a:pt x="246" y="240"/>
                      <a:pt x="235" y="238"/>
                      <a:pt x="229" y="236"/>
                    </a:cubicBezTo>
                    <a:cubicBezTo>
                      <a:pt x="220" y="232"/>
                      <a:pt x="214" y="226"/>
                      <a:pt x="212" y="223"/>
                    </a:cubicBezTo>
                    <a:cubicBezTo>
                      <a:pt x="212" y="221"/>
                      <a:pt x="212" y="221"/>
                      <a:pt x="213" y="220"/>
                    </a:cubicBezTo>
                    <a:cubicBezTo>
                      <a:pt x="226" y="202"/>
                      <a:pt x="240" y="170"/>
                      <a:pt x="246" y="142"/>
                    </a:cubicBezTo>
                    <a:cubicBezTo>
                      <a:pt x="258" y="95"/>
                      <a:pt x="253" y="58"/>
                      <a:pt x="233" y="33"/>
                    </a:cubicBezTo>
                    <a:cubicBezTo>
                      <a:pt x="207" y="0"/>
                      <a:pt x="163" y="1"/>
                      <a:pt x="161" y="1"/>
                    </a:cubicBezTo>
                    <a:cubicBezTo>
                      <a:pt x="161" y="1"/>
                      <a:pt x="161" y="1"/>
                      <a:pt x="161" y="1"/>
                    </a:cubicBezTo>
                    <a:cubicBezTo>
                      <a:pt x="158" y="1"/>
                      <a:pt x="116" y="1"/>
                      <a:pt x="90" y="33"/>
                    </a:cubicBezTo>
                    <a:cubicBezTo>
                      <a:pt x="70" y="58"/>
                      <a:pt x="65" y="95"/>
                      <a:pt x="77" y="142"/>
                    </a:cubicBezTo>
                    <a:cubicBezTo>
                      <a:pt x="83" y="170"/>
                      <a:pt x="97" y="202"/>
                      <a:pt x="110" y="220"/>
                    </a:cubicBezTo>
                    <a:cubicBezTo>
                      <a:pt x="111" y="221"/>
                      <a:pt x="111" y="221"/>
                      <a:pt x="111" y="223"/>
                    </a:cubicBezTo>
                    <a:cubicBezTo>
                      <a:pt x="110" y="226"/>
                      <a:pt x="103" y="232"/>
                      <a:pt x="94" y="236"/>
                    </a:cubicBezTo>
                    <a:cubicBezTo>
                      <a:pt x="88" y="238"/>
                      <a:pt x="77" y="240"/>
                      <a:pt x="66" y="241"/>
                    </a:cubicBezTo>
                    <a:cubicBezTo>
                      <a:pt x="42" y="245"/>
                      <a:pt x="17" y="249"/>
                      <a:pt x="5" y="259"/>
                    </a:cubicBezTo>
                    <a:cubicBezTo>
                      <a:pt x="1" y="263"/>
                      <a:pt x="0" y="270"/>
                      <a:pt x="4" y="274"/>
                    </a:cubicBezTo>
                    <a:cubicBezTo>
                      <a:pt x="6" y="277"/>
                      <a:pt x="9" y="278"/>
                      <a:pt x="12" y="278"/>
                    </a:cubicBezTo>
                    <a:cubicBezTo>
                      <a:pt x="15" y="278"/>
                      <a:pt x="17" y="277"/>
                      <a:pt x="19" y="275"/>
                    </a:cubicBezTo>
                    <a:cubicBezTo>
                      <a:pt x="27" y="269"/>
                      <a:pt x="51" y="265"/>
                      <a:pt x="69" y="263"/>
                    </a:cubicBezTo>
                    <a:cubicBezTo>
                      <a:pt x="82" y="261"/>
                      <a:pt x="94" y="259"/>
                      <a:pt x="101" y="256"/>
                    </a:cubicBezTo>
                    <a:cubicBezTo>
                      <a:pt x="117" y="250"/>
                      <a:pt x="128" y="240"/>
                      <a:pt x="131" y="229"/>
                    </a:cubicBezTo>
                    <a:cubicBezTo>
                      <a:pt x="133" y="221"/>
                      <a:pt x="132" y="214"/>
                      <a:pt x="128" y="208"/>
                    </a:cubicBezTo>
                    <a:cubicBezTo>
                      <a:pt x="116" y="192"/>
                      <a:pt x="103" y="162"/>
                      <a:pt x="97" y="137"/>
                    </a:cubicBezTo>
                    <a:cubicBezTo>
                      <a:pt x="88" y="96"/>
                      <a:pt x="91" y="66"/>
                      <a:pt x="106" y="46"/>
                    </a:cubicBezTo>
                    <a:cubicBezTo>
                      <a:pt x="126" y="22"/>
                      <a:pt x="160" y="22"/>
                      <a:pt x="161" y="22"/>
                    </a:cubicBezTo>
                    <a:cubicBezTo>
                      <a:pt x="161" y="22"/>
                      <a:pt x="161" y="22"/>
                      <a:pt x="162" y="22"/>
                    </a:cubicBezTo>
                    <a:cubicBezTo>
                      <a:pt x="162" y="22"/>
                      <a:pt x="162" y="22"/>
                      <a:pt x="162" y="22"/>
                    </a:cubicBezTo>
                    <a:cubicBezTo>
                      <a:pt x="162" y="22"/>
                      <a:pt x="162" y="22"/>
                      <a:pt x="162" y="22"/>
                    </a:cubicBezTo>
                    <a:cubicBezTo>
                      <a:pt x="162" y="22"/>
                      <a:pt x="197" y="22"/>
                      <a:pt x="217" y="46"/>
                    </a:cubicBezTo>
                    <a:cubicBezTo>
                      <a:pt x="232" y="66"/>
                      <a:pt x="235" y="96"/>
                      <a:pt x="226" y="137"/>
                    </a:cubicBezTo>
                    <a:cubicBezTo>
                      <a:pt x="220" y="162"/>
                      <a:pt x="207" y="192"/>
                      <a:pt x="195" y="208"/>
                    </a:cubicBezTo>
                    <a:cubicBezTo>
                      <a:pt x="191" y="214"/>
                      <a:pt x="190" y="221"/>
                      <a:pt x="192" y="229"/>
                    </a:cubicBezTo>
                    <a:cubicBezTo>
                      <a:pt x="195" y="240"/>
                      <a:pt x="206" y="250"/>
                      <a:pt x="222" y="256"/>
                    </a:cubicBezTo>
                    <a:cubicBezTo>
                      <a:pt x="229" y="259"/>
                      <a:pt x="241" y="261"/>
                      <a:pt x="254" y="263"/>
                    </a:cubicBezTo>
                    <a:cubicBezTo>
                      <a:pt x="272" y="265"/>
                      <a:pt x="296" y="269"/>
                      <a:pt x="304" y="275"/>
                    </a:cubicBezTo>
                    <a:cubicBezTo>
                      <a:pt x="306" y="277"/>
                      <a:pt x="308" y="278"/>
                      <a:pt x="311" y="278"/>
                    </a:cubicBezTo>
                    <a:cubicBezTo>
                      <a:pt x="314" y="278"/>
                      <a:pt x="317" y="277"/>
                      <a:pt x="319" y="274"/>
                    </a:cubicBezTo>
                    <a:cubicBezTo>
                      <a:pt x="323" y="270"/>
                      <a:pt x="322" y="263"/>
                      <a:pt x="318" y="259"/>
                    </a:cubicBezTo>
                    <a:close/>
                  </a:path>
                </a:pathLst>
              </a:custGeom>
              <a:solidFill>
                <a:schemeClr val="bg1"/>
              </a:solidFill>
              <a:ln w="9525">
                <a:noFill/>
                <a:round/>
                <a:headEnd/>
                <a:tailEnd/>
              </a:ln>
            </p:spPr>
            <p:txBody>
              <a:bodyPr vert="horz" wrap="square" lIns="74295" tIns="37148" rIns="74295" bIns="37148" numCol="1" anchor="t" anchorCtr="0" compatLnSpc="1">
                <a:prstTxWarp prst="textNoShape">
                  <a:avLst/>
                </a:prstTxWarp>
              </a:bodyPr>
              <a:lstStyle/>
              <a:p>
                <a:endParaRPr lang="en-GB" sz="1200">
                  <a:latin typeface="Aptos" panose="020B0004020202020204" pitchFamily="34" charset="0"/>
                </a:endParaRPr>
              </a:p>
            </p:txBody>
          </p:sp>
        </p:grpSp>
        <p:grpSp>
          <p:nvGrpSpPr>
            <p:cNvPr id="27" name="Group 26"/>
            <p:cNvGrpSpPr/>
            <p:nvPr/>
          </p:nvGrpSpPr>
          <p:grpSpPr>
            <a:xfrm>
              <a:off x="1207743" y="1298539"/>
              <a:ext cx="707907" cy="707907"/>
              <a:chOff x="799346" y="2126913"/>
              <a:chExt cx="2088359" cy="2088359"/>
            </a:xfrm>
          </p:grpSpPr>
          <p:sp>
            <p:nvSpPr>
              <p:cNvPr id="28" name="Oval 27"/>
              <p:cNvSpPr/>
              <p:nvPr/>
            </p:nvSpPr>
            <p:spPr bwMode="gray">
              <a:xfrm>
                <a:off x="799346" y="2126913"/>
                <a:ext cx="2088359" cy="2088359"/>
              </a:xfrm>
              <a:prstGeom prst="ellipse">
                <a:avLst/>
              </a:prstGeom>
              <a:solidFill>
                <a:schemeClr val="accent2"/>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200" b="1" dirty="0">
                  <a:solidFill>
                    <a:schemeClr val="bg1"/>
                  </a:solidFill>
                  <a:latin typeface="Aptos" panose="020B0004020202020204" pitchFamily="34" charset="0"/>
                </a:endParaRPr>
              </a:p>
            </p:txBody>
          </p:sp>
          <p:sp>
            <p:nvSpPr>
              <p:cNvPr id="29" name="Freeform 547"/>
              <p:cNvSpPr>
                <a:spLocks/>
              </p:cNvSpPr>
              <p:nvPr/>
            </p:nvSpPr>
            <p:spPr bwMode="auto">
              <a:xfrm>
                <a:off x="1189398" y="2548248"/>
                <a:ext cx="1308257" cy="1125710"/>
              </a:xfrm>
              <a:custGeom>
                <a:avLst/>
                <a:gdLst>
                  <a:gd name="T0" fmla="*/ 318 w 323"/>
                  <a:gd name="T1" fmla="*/ 259 h 278"/>
                  <a:gd name="T2" fmla="*/ 257 w 323"/>
                  <a:gd name="T3" fmla="*/ 241 h 278"/>
                  <a:gd name="T4" fmla="*/ 229 w 323"/>
                  <a:gd name="T5" fmla="*/ 236 h 278"/>
                  <a:gd name="T6" fmla="*/ 212 w 323"/>
                  <a:gd name="T7" fmla="*/ 223 h 278"/>
                  <a:gd name="T8" fmla="*/ 213 w 323"/>
                  <a:gd name="T9" fmla="*/ 220 h 278"/>
                  <a:gd name="T10" fmla="*/ 246 w 323"/>
                  <a:gd name="T11" fmla="*/ 142 h 278"/>
                  <a:gd name="T12" fmla="*/ 233 w 323"/>
                  <a:gd name="T13" fmla="*/ 33 h 278"/>
                  <a:gd name="T14" fmla="*/ 161 w 323"/>
                  <a:gd name="T15" fmla="*/ 1 h 278"/>
                  <a:gd name="T16" fmla="*/ 161 w 323"/>
                  <a:gd name="T17" fmla="*/ 1 h 278"/>
                  <a:gd name="T18" fmla="*/ 90 w 323"/>
                  <a:gd name="T19" fmla="*/ 33 h 278"/>
                  <a:gd name="T20" fmla="*/ 77 w 323"/>
                  <a:gd name="T21" fmla="*/ 142 h 278"/>
                  <a:gd name="T22" fmla="*/ 110 w 323"/>
                  <a:gd name="T23" fmla="*/ 220 h 278"/>
                  <a:gd name="T24" fmla="*/ 111 w 323"/>
                  <a:gd name="T25" fmla="*/ 223 h 278"/>
                  <a:gd name="T26" fmla="*/ 94 w 323"/>
                  <a:gd name="T27" fmla="*/ 236 h 278"/>
                  <a:gd name="T28" fmla="*/ 66 w 323"/>
                  <a:gd name="T29" fmla="*/ 241 h 278"/>
                  <a:gd name="T30" fmla="*/ 5 w 323"/>
                  <a:gd name="T31" fmla="*/ 259 h 278"/>
                  <a:gd name="T32" fmla="*/ 4 w 323"/>
                  <a:gd name="T33" fmla="*/ 274 h 278"/>
                  <a:gd name="T34" fmla="*/ 12 w 323"/>
                  <a:gd name="T35" fmla="*/ 278 h 278"/>
                  <a:gd name="T36" fmla="*/ 19 w 323"/>
                  <a:gd name="T37" fmla="*/ 275 h 278"/>
                  <a:gd name="T38" fmla="*/ 69 w 323"/>
                  <a:gd name="T39" fmla="*/ 263 h 278"/>
                  <a:gd name="T40" fmla="*/ 101 w 323"/>
                  <a:gd name="T41" fmla="*/ 256 h 278"/>
                  <a:gd name="T42" fmla="*/ 131 w 323"/>
                  <a:gd name="T43" fmla="*/ 229 h 278"/>
                  <a:gd name="T44" fmla="*/ 128 w 323"/>
                  <a:gd name="T45" fmla="*/ 208 h 278"/>
                  <a:gd name="T46" fmla="*/ 97 w 323"/>
                  <a:gd name="T47" fmla="*/ 137 h 278"/>
                  <a:gd name="T48" fmla="*/ 106 w 323"/>
                  <a:gd name="T49" fmla="*/ 46 h 278"/>
                  <a:gd name="T50" fmla="*/ 161 w 323"/>
                  <a:gd name="T51" fmla="*/ 22 h 278"/>
                  <a:gd name="T52" fmla="*/ 162 w 323"/>
                  <a:gd name="T53" fmla="*/ 22 h 278"/>
                  <a:gd name="T54" fmla="*/ 162 w 323"/>
                  <a:gd name="T55" fmla="*/ 22 h 278"/>
                  <a:gd name="T56" fmla="*/ 162 w 323"/>
                  <a:gd name="T57" fmla="*/ 22 h 278"/>
                  <a:gd name="T58" fmla="*/ 217 w 323"/>
                  <a:gd name="T59" fmla="*/ 46 h 278"/>
                  <a:gd name="T60" fmla="*/ 226 w 323"/>
                  <a:gd name="T61" fmla="*/ 137 h 278"/>
                  <a:gd name="T62" fmla="*/ 195 w 323"/>
                  <a:gd name="T63" fmla="*/ 208 h 278"/>
                  <a:gd name="T64" fmla="*/ 192 w 323"/>
                  <a:gd name="T65" fmla="*/ 229 h 278"/>
                  <a:gd name="T66" fmla="*/ 222 w 323"/>
                  <a:gd name="T67" fmla="*/ 256 h 278"/>
                  <a:gd name="T68" fmla="*/ 254 w 323"/>
                  <a:gd name="T69" fmla="*/ 263 h 278"/>
                  <a:gd name="T70" fmla="*/ 304 w 323"/>
                  <a:gd name="T71" fmla="*/ 275 h 278"/>
                  <a:gd name="T72" fmla="*/ 311 w 323"/>
                  <a:gd name="T73" fmla="*/ 278 h 278"/>
                  <a:gd name="T74" fmla="*/ 319 w 323"/>
                  <a:gd name="T75" fmla="*/ 274 h 278"/>
                  <a:gd name="T76" fmla="*/ 318 w 323"/>
                  <a:gd name="T77" fmla="*/ 25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3" h="278">
                    <a:moveTo>
                      <a:pt x="318" y="259"/>
                    </a:moveTo>
                    <a:cubicBezTo>
                      <a:pt x="306" y="249"/>
                      <a:pt x="281" y="245"/>
                      <a:pt x="257" y="241"/>
                    </a:cubicBezTo>
                    <a:cubicBezTo>
                      <a:pt x="246" y="240"/>
                      <a:pt x="235" y="238"/>
                      <a:pt x="229" y="236"/>
                    </a:cubicBezTo>
                    <a:cubicBezTo>
                      <a:pt x="220" y="232"/>
                      <a:pt x="214" y="226"/>
                      <a:pt x="212" y="223"/>
                    </a:cubicBezTo>
                    <a:cubicBezTo>
                      <a:pt x="212" y="221"/>
                      <a:pt x="212" y="221"/>
                      <a:pt x="213" y="220"/>
                    </a:cubicBezTo>
                    <a:cubicBezTo>
                      <a:pt x="226" y="202"/>
                      <a:pt x="240" y="170"/>
                      <a:pt x="246" y="142"/>
                    </a:cubicBezTo>
                    <a:cubicBezTo>
                      <a:pt x="258" y="95"/>
                      <a:pt x="253" y="58"/>
                      <a:pt x="233" y="33"/>
                    </a:cubicBezTo>
                    <a:cubicBezTo>
                      <a:pt x="207" y="0"/>
                      <a:pt x="163" y="1"/>
                      <a:pt x="161" y="1"/>
                    </a:cubicBezTo>
                    <a:cubicBezTo>
                      <a:pt x="161" y="1"/>
                      <a:pt x="161" y="1"/>
                      <a:pt x="161" y="1"/>
                    </a:cubicBezTo>
                    <a:cubicBezTo>
                      <a:pt x="158" y="1"/>
                      <a:pt x="116" y="1"/>
                      <a:pt x="90" y="33"/>
                    </a:cubicBezTo>
                    <a:cubicBezTo>
                      <a:pt x="70" y="58"/>
                      <a:pt x="65" y="95"/>
                      <a:pt x="77" y="142"/>
                    </a:cubicBezTo>
                    <a:cubicBezTo>
                      <a:pt x="83" y="170"/>
                      <a:pt x="97" y="202"/>
                      <a:pt x="110" y="220"/>
                    </a:cubicBezTo>
                    <a:cubicBezTo>
                      <a:pt x="111" y="221"/>
                      <a:pt x="111" y="221"/>
                      <a:pt x="111" y="223"/>
                    </a:cubicBezTo>
                    <a:cubicBezTo>
                      <a:pt x="110" y="226"/>
                      <a:pt x="103" y="232"/>
                      <a:pt x="94" y="236"/>
                    </a:cubicBezTo>
                    <a:cubicBezTo>
                      <a:pt x="88" y="238"/>
                      <a:pt x="77" y="240"/>
                      <a:pt x="66" y="241"/>
                    </a:cubicBezTo>
                    <a:cubicBezTo>
                      <a:pt x="42" y="245"/>
                      <a:pt x="17" y="249"/>
                      <a:pt x="5" y="259"/>
                    </a:cubicBezTo>
                    <a:cubicBezTo>
                      <a:pt x="1" y="263"/>
                      <a:pt x="0" y="270"/>
                      <a:pt x="4" y="274"/>
                    </a:cubicBezTo>
                    <a:cubicBezTo>
                      <a:pt x="6" y="277"/>
                      <a:pt x="9" y="278"/>
                      <a:pt x="12" y="278"/>
                    </a:cubicBezTo>
                    <a:cubicBezTo>
                      <a:pt x="15" y="278"/>
                      <a:pt x="17" y="277"/>
                      <a:pt x="19" y="275"/>
                    </a:cubicBezTo>
                    <a:cubicBezTo>
                      <a:pt x="27" y="269"/>
                      <a:pt x="51" y="265"/>
                      <a:pt x="69" y="263"/>
                    </a:cubicBezTo>
                    <a:cubicBezTo>
                      <a:pt x="82" y="261"/>
                      <a:pt x="94" y="259"/>
                      <a:pt x="101" y="256"/>
                    </a:cubicBezTo>
                    <a:cubicBezTo>
                      <a:pt x="117" y="250"/>
                      <a:pt x="128" y="240"/>
                      <a:pt x="131" y="229"/>
                    </a:cubicBezTo>
                    <a:cubicBezTo>
                      <a:pt x="133" y="221"/>
                      <a:pt x="132" y="214"/>
                      <a:pt x="128" y="208"/>
                    </a:cubicBezTo>
                    <a:cubicBezTo>
                      <a:pt x="116" y="192"/>
                      <a:pt x="103" y="162"/>
                      <a:pt x="97" y="137"/>
                    </a:cubicBezTo>
                    <a:cubicBezTo>
                      <a:pt x="88" y="96"/>
                      <a:pt x="91" y="66"/>
                      <a:pt x="106" y="46"/>
                    </a:cubicBezTo>
                    <a:cubicBezTo>
                      <a:pt x="126" y="22"/>
                      <a:pt x="160" y="22"/>
                      <a:pt x="161" y="22"/>
                    </a:cubicBezTo>
                    <a:cubicBezTo>
                      <a:pt x="161" y="22"/>
                      <a:pt x="161" y="22"/>
                      <a:pt x="162" y="22"/>
                    </a:cubicBezTo>
                    <a:cubicBezTo>
                      <a:pt x="162" y="22"/>
                      <a:pt x="162" y="22"/>
                      <a:pt x="162" y="22"/>
                    </a:cubicBezTo>
                    <a:cubicBezTo>
                      <a:pt x="162" y="22"/>
                      <a:pt x="162" y="22"/>
                      <a:pt x="162" y="22"/>
                    </a:cubicBezTo>
                    <a:cubicBezTo>
                      <a:pt x="162" y="22"/>
                      <a:pt x="197" y="22"/>
                      <a:pt x="217" y="46"/>
                    </a:cubicBezTo>
                    <a:cubicBezTo>
                      <a:pt x="232" y="66"/>
                      <a:pt x="235" y="96"/>
                      <a:pt x="226" y="137"/>
                    </a:cubicBezTo>
                    <a:cubicBezTo>
                      <a:pt x="220" y="162"/>
                      <a:pt x="207" y="192"/>
                      <a:pt x="195" y="208"/>
                    </a:cubicBezTo>
                    <a:cubicBezTo>
                      <a:pt x="191" y="214"/>
                      <a:pt x="190" y="221"/>
                      <a:pt x="192" y="229"/>
                    </a:cubicBezTo>
                    <a:cubicBezTo>
                      <a:pt x="195" y="240"/>
                      <a:pt x="206" y="250"/>
                      <a:pt x="222" y="256"/>
                    </a:cubicBezTo>
                    <a:cubicBezTo>
                      <a:pt x="229" y="259"/>
                      <a:pt x="241" y="261"/>
                      <a:pt x="254" y="263"/>
                    </a:cubicBezTo>
                    <a:cubicBezTo>
                      <a:pt x="272" y="265"/>
                      <a:pt x="296" y="269"/>
                      <a:pt x="304" y="275"/>
                    </a:cubicBezTo>
                    <a:cubicBezTo>
                      <a:pt x="306" y="277"/>
                      <a:pt x="308" y="278"/>
                      <a:pt x="311" y="278"/>
                    </a:cubicBezTo>
                    <a:cubicBezTo>
                      <a:pt x="314" y="278"/>
                      <a:pt x="317" y="277"/>
                      <a:pt x="319" y="274"/>
                    </a:cubicBezTo>
                    <a:cubicBezTo>
                      <a:pt x="323" y="270"/>
                      <a:pt x="322" y="263"/>
                      <a:pt x="318" y="259"/>
                    </a:cubicBezTo>
                    <a:close/>
                  </a:path>
                </a:pathLst>
              </a:custGeom>
              <a:solidFill>
                <a:schemeClr val="bg1"/>
              </a:solidFill>
              <a:ln w="9525">
                <a:noFill/>
                <a:round/>
                <a:headEnd/>
                <a:tailEnd/>
              </a:ln>
            </p:spPr>
            <p:txBody>
              <a:bodyPr vert="horz" wrap="square" lIns="74295" tIns="37148" rIns="74295" bIns="37148" numCol="1" anchor="t" anchorCtr="0" compatLnSpc="1">
                <a:prstTxWarp prst="textNoShape">
                  <a:avLst/>
                </a:prstTxWarp>
              </a:bodyPr>
              <a:lstStyle/>
              <a:p>
                <a:endParaRPr lang="en-GB" sz="1200">
                  <a:latin typeface="Aptos" panose="020B0004020202020204" pitchFamily="34" charset="0"/>
                </a:endParaRPr>
              </a:p>
            </p:txBody>
          </p:sp>
        </p:grpSp>
      </p:grpSp>
    </p:spTree>
    <p:extLst>
      <p:ext uri="{BB962C8B-B14F-4D97-AF65-F5344CB8AC3E}">
        <p14:creationId xmlns:p14="http://schemas.microsoft.com/office/powerpoint/2010/main" val="3375728961"/>
      </p:ext>
    </p:extLst>
  </p:cSld>
  <p:clrMapOvr>
    <a:masterClrMapping/>
  </p:clrMapOvr>
  <p:transition>
    <p:fade/>
  </p:transition>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3"/>
          </p:nvPr>
        </p:nvSpPr>
        <p:spPr/>
        <p:txBody>
          <a:bodyPr/>
          <a:lstStyle/>
          <a:p>
            <a:r>
              <a:rPr lang="en-GB"/>
              <a:t>Example use</a:t>
            </a:r>
            <a:endParaRPr lang="en-GB" dirty="0"/>
          </a:p>
        </p:txBody>
      </p:sp>
      <p:sp>
        <p:nvSpPr>
          <p:cNvPr id="3" name="Title 2"/>
          <p:cNvSpPr>
            <a:spLocks noGrp="1"/>
          </p:cNvSpPr>
          <p:nvPr>
            <p:ph type="title"/>
          </p:nvPr>
        </p:nvSpPr>
        <p:spPr/>
        <p:txBody>
          <a:bodyPr/>
          <a:lstStyle/>
          <a:p>
            <a:r>
              <a:rPr lang="en-GB"/>
              <a:t>Icon graphics</a:t>
            </a:r>
            <a:endParaRPr lang="en-GB" dirty="0"/>
          </a:p>
        </p:txBody>
      </p:sp>
      <p:grpSp>
        <p:nvGrpSpPr>
          <p:cNvPr id="14" name="Group 13"/>
          <p:cNvGrpSpPr/>
          <p:nvPr/>
        </p:nvGrpSpPr>
        <p:grpSpPr>
          <a:xfrm>
            <a:off x="5335404" y="1915520"/>
            <a:ext cx="1719603" cy="2824413"/>
            <a:chOff x="5138818" y="765175"/>
            <a:chExt cx="2857801" cy="4693878"/>
          </a:xfrm>
        </p:grpSpPr>
        <p:sp>
          <p:nvSpPr>
            <p:cNvPr id="62" name="Rounded Rectangle 61"/>
            <p:cNvSpPr/>
            <p:nvPr/>
          </p:nvSpPr>
          <p:spPr bwMode="gray">
            <a:xfrm>
              <a:off x="5343669" y="878314"/>
              <a:ext cx="2440155" cy="4004814"/>
            </a:xfrm>
            <a:prstGeom prst="roundRect">
              <a:avLst>
                <a:gd name="adj" fmla="val 4667"/>
              </a:avLst>
            </a:prstGeom>
            <a:solidFill>
              <a:schemeClr val="accent4"/>
            </a:solid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grpSp>
          <p:nvGrpSpPr>
            <p:cNvPr id="10" name="Group 9"/>
            <p:cNvGrpSpPr/>
            <p:nvPr/>
          </p:nvGrpSpPr>
          <p:grpSpPr>
            <a:xfrm>
              <a:off x="5138818" y="765175"/>
              <a:ext cx="2857801" cy="4693878"/>
              <a:chOff x="5138818" y="765175"/>
              <a:chExt cx="2857801" cy="4693878"/>
            </a:xfrm>
          </p:grpSpPr>
          <p:sp>
            <p:nvSpPr>
              <p:cNvPr id="60" name="Rounded Rectangle 59"/>
              <p:cNvSpPr/>
              <p:nvPr/>
            </p:nvSpPr>
            <p:spPr bwMode="gray">
              <a:xfrm>
                <a:off x="5218027" y="765175"/>
                <a:ext cx="2697823" cy="4693878"/>
              </a:xfrm>
              <a:prstGeom prst="roundRect">
                <a:avLst>
                  <a:gd name="adj" fmla="val 4667"/>
                </a:avLst>
              </a:prstGeom>
              <a:no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63" name="Oval 62"/>
              <p:cNvSpPr/>
              <p:nvPr/>
            </p:nvSpPr>
            <p:spPr bwMode="gray">
              <a:xfrm>
                <a:off x="6442305" y="4979919"/>
                <a:ext cx="327923" cy="327923"/>
              </a:xfrm>
              <a:prstGeom prst="ellipse">
                <a:avLst/>
              </a:prstGeom>
              <a:no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80" name="Rectangle 79"/>
              <p:cNvSpPr/>
              <p:nvPr/>
            </p:nvSpPr>
            <p:spPr bwMode="gray">
              <a:xfrm>
                <a:off x="5138818" y="1133173"/>
                <a:ext cx="79794" cy="321617"/>
              </a:xfrm>
              <a:prstGeom prst="rect">
                <a:avLst/>
              </a:prstGeom>
              <a:no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81" name="Rectangle 80"/>
              <p:cNvSpPr/>
              <p:nvPr/>
            </p:nvSpPr>
            <p:spPr bwMode="gray">
              <a:xfrm>
                <a:off x="5138818" y="1501171"/>
                <a:ext cx="79794" cy="321617"/>
              </a:xfrm>
              <a:prstGeom prst="rect">
                <a:avLst/>
              </a:prstGeom>
              <a:no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82" name="Rectangle 81"/>
              <p:cNvSpPr/>
              <p:nvPr/>
            </p:nvSpPr>
            <p:spPr bwMode="gray">
              <a:xfrm>
                <a:off x="7916825" y="1133173"/>
                <a:ext cx="79794" cy="321617"/>
              </a:xfrm>
              <a:prstGeom prst="rect">
                <a:avLst/>
              </a:prstGeom>
              <a:no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grpSp>
      </p:grpSp>
      <p:grpSp>
        <p:nvGrpSpPr>
          <p:cNvPr id="13" name="Group 12"/>
          <p:cNvGrpSpPr/>
          <p:nvPr/>
        </p:nvGrpSpPr>
        <p:grpSpPr>
          <a:xfrm>
            <a:off x="2850997" y="1915520"/>
            <a:ext cx="1719603" cy="2824413"/>
            <a:chOff x="1009996" y="765175"/>
            <a:chExt cx="2857801" cy="4693878"/>
          </a:xfrm>
        </p:grpSpPr>
        <p:sp>
          <p:nvSpPr>
            <p:cNvPr id="20" name="Rounded Rectangle 19"/>
            <p:cNvSpPr/>
            <p:nvPr/>
          </p:nvSpPr>
          <p:spPr bwMode="gray">
            <a:xfrm>
              <a:off x="1214847" y="878314"/>
              <a:ext cx="2440155" cy="4004814"/>
            </a:xfrm>
            <a:prstGeom prst="roundRect">
              <a:avLst>
                <a:gd name="adj" fmla="val 4667"/>
              </a:avLst>
            </a:prstGeom>
            <a:solidFill>
              <a:schemeClr val="accent5"/>
            </a:solid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grpSp>
          <p:nvGrpSpPr>
            <p:cNvPr id="11" name="Group 10"/>
            <p:cNvGrpSpPr/>
            <p:nvPr/>
          </p:nvGrpSpPr>
          <p:grpSpPr>
            <a:xfrm>
              <a:off x="1009996" y="765175"/>
              <a:ext cx="2857801" cy="4693878"/>
              <a:chOff x="1009996" y="765175"/>
              <a:chExt cx="2857801" cy="4693878"/>
            </a:xfrm>
          </p:grpSpPr>
          <p:sp>
            <p:nvSpPr>
              <p:cNvPr id="5" name="Rounded Rectangle 4"/>
              <p:cNvSpPr/>
              <p:nvPr/>
            </p:nvSpPr>
            <p:spPr bwMode="gray">
              <a:xfrm>
                <a:off x="1089205" y="765175"/>
                <a:ext cx="2697823" cy="4693878"/>
              </a:xfrm>
              <a:prstGeom prst="roundRect">
                <a:avLst>
                  <a:gd name="adj" fmla="val 4667"/>
                </a:avLst>
              </a:prstGeom>
              <a:no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6" name="Oval 5"/>
              <p:cNvSpPr/>
              <p:nvPr/>
            </p:nvSpPr>
            <p:spPr bwMode="gray">
              <a:xfrm>
                <a:off x="2313483" y="4979919"/>
                <a:ext cx="327923" cy="327923"/>
              </a:xfrm>
              <a:prstGeom prst="ellipse">
                <a:avLst/>
              </a:prstGeom>
              <a:no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8" name="Rectangle 7"/>
              <p:cNvSpPr/>
              <p:nvPr/>
            </p:nvSpPr>
            <p:spPr bwMode="gray">
              <a:xfrm>
                <a:off x="1009996" y="1133173"/>
                <a:ext cx="79794" cy="321617"/>
              </a:xfrm>
              <a:prstGeom prst="rect">
                <a:avLst/>
              </a:prstGeom>
              <a:no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38" name="Rectangle 37"/>
              <p:cNvSpPr/>
              <p:nvPr/>
            </p:nvSpPr>
            <p:spPr bwMode="gray">
              <a:xfrm>
                <a:off x="1009996" y="1501171"/>
                <a:ext cx="79794" cy="321617"/>
              </a:xfrm>
              <a:prstGeom prst="rect">
                <a:avLst/>
              </a:prstGeom>
              <a:no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39" name="Rectangle 38"/>
              <p:cNvSpPr/>
              <p:nvPr/>
            </p:nvSpPr>
            <p:spPr bwMode="gray">
              <a:xfrm>
                <a:off x="3788003" y="1133173"/>
                <a:ext cx="79794" cy="321617"/>
              </a:xfrm>
              <a:prstGeom prst="rect">
                <a:avLst/>
              </a:prstGeom>
              <a:noFill/>
              <a:ln w="6350" algn="ctr">
                <a:solidFill>
                  <a:schemeClr val="tx1"/>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grpSp>
      </p:grpSp>
      <p:sp>
        <p:nvSpPr>
          <p:cNvPr id="19" name="TextBox 18"/>
          <p:cNvSpPr txBox="1"/>
          <p:nvPr/>
        </p:nvSpPr>
        <p:spPr>
          <a:xfrm>
            <a:off x="3072505" y="2057909"/>
            <a:ext cx="1384078" cy="689899"/>
          </a:xfrm>
          <a:prstGeom prst="rect">
            <a:avLst/>
          </a:prstGeom>
          <a:noFill/>
        </p:spPr>
        <p:txBody>
          <a:bodyPr wrap="square" lIns="0" tIns="0" rIns="0" bIns="0" rtlCol="0">
            <a:noAutofit/>
          </a:bodyPr>
          <a:lstStyle/>
          <a:p>
            <a:r>
              <a:rPr lang="en-GB" sz="1600" b="1" dirty="0">
                <a:solidFill>
                  <a:schemeClr val="bg1"/>
                </a:solidFill>
                <a:latin typeface="Aptos" panose="020B0004020202020204" pitchFamily="34" charset="0"/>
              </a:rPr>
              <a:t>Early adopters</a:t>
            </a:r>
            <a:endParaRPr lang="en-GB" sz="1600" dirty="0">
              <a:solidFill>
                <a:schemeClr val="bg1"/>
              </a:solidFill>
              <a:latin typeface="Aptos" panose="020B0004020202020204" pitchFamily="34" charset="0"/>
            </a:endParaRPr>
          </a:p>
        </p:txBody>
      </p:sp>
      <p:grpSp>
        <p:nvGrpSpPr>
          <p:cNvPr id="7" name="Group 6"/>
          <p:cNvGrpSpPr/>
          <p:nvPr/>
        </p:nvGrpSpPr>
        <p:grpSpPr>
          <a:xfrm>
            <a:off x="3276634" y="2744564"/>
            <a:ext cx="821630" cy="821630"/>
            <a:chOff x="5009507" y="3352896"/>
            <a:chExt cx="1194615" cy="1194615"/>
          </a:xfrm>
          <a:solidFill>
            <a:schemeClr val="bg1"/>
          </a:solidFill>
        </p:grpSpPr>
        <p:sp>
          <p:nvSpPr>
            <p:cNvPr id="23" name="Freeform 22"/>
            <p:cNvSpPr>
              <a:spLocks noEditPoints="1"/>
            </p:cNvSpPr>
            <p:nvPr/>
          </p:nvSpPr>
          <p:spPr bwMode="auto">
            <a:xfrm>
              <a:off x="5246176" y="3589565"/>
              <a:ext cx="721277" cy="721277"/>
            </a:xfrm>
            <a:custGeom>
              <a:avLst/>
              <a:gdLst>
                <a:gd name="T0" fmla="*/ 96 w 192"/>
                <a:gd name="T1" fmla="*/ 0 h 192"/>
                <a:gd name="T2" fmla="*/ 0 w 192"/>
                <a:gd name="T3" fmla="*/ 96 h 192"/>
                <a:gd name="T4" fmla="*/ 96 w 192"/>
                <a:gd name="T5" fmla="*/ 192 h 192"/>
                <a:gd name="T6" fmla="*/ 192 w 192"/>
                <a:gd name="T7" fmla="*/ 96 h 192"/>
                <a:gd name="T8" fmla="*/ 96 w 192"/>
                <a:gd name="T9" fmla="*/ 0 h 192"/>
                <a:gd name="T10" fmla="*/ 96 w 192"/>
                <a:gd name="T11" fmla="*/ 170 h 192"/>
                <a:gd name="T12" fmla="*/ 21 w 192"/>
                <a:gd name="T13" fmla="*/ 96 h 192"/>
                <a:gd name="T14" fmla="*/ 96 w 192"/>
                <a:gd name="T15" fmla="*/ 21 h 192"/>
                <a:gd name="T16" fmla="*/ 170 w 192"/>
                <a:gd name="T17" fmla="*/ 96 h 192"/>
                <a:gd name="T18" fmla="*/ 96 w 192"/>
                <a:gd name="T19" fmla="*/ 17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0"/>
                  </a:moveTo>
                  <a:cubicBezTo>
                    <a:pt x="43" y="0"/>
                    <a:pt x="0" y="43"/>
                    <a:pt x="0" y="96"/>
                  </a:cubicBezTo>
                  <a:cubicBezTo>
                    <a:pt x="0" y="149"/>
                    <a:pt x="43" y="192"/>
                    <a:pt x="96" y="192"/>
                  </a:cubicBezTo>
                  <a:cubicBezTo>
                    <a:pt x="149" y="192"/>
                    <a:pt x="192" y="149"/>
                    <a:pt x="192" y="96"/>
                  </a:cubicBezTo>
                  <a:cubicBezTo>
                    <a:pt x="192" y="43"/>
                    <a:pt x="149" y="0"/>
                    <a:pt x="96" y="0"/>
                  </a:cubicBezTo>
                  <a:close/>
                  <a:moveTo>
                    <a:pt x="96" y="170"/>
                  </a:moveTo>
                  <a:cubicBezTo>
                    <a:pt x="54" y="170"/>
                    <a:pt x="21" y="137"/>
                    <a:pt x="21" y="96"/>
                  </a:cubicBezTo>
                  <a:cubicBezTo>
                    <a:pt x="21" y="54"/>
                    <a:pt x="54" y="21"/>
                    <a:pt x="96" y="21"/>
                  </a:cubicBezTo>
                  <a:cubicBezTo>
                    <a:pt x="137" y="21"/>
                    <a:pt x="170" y="54"/>
                    <a:pt x="170" y="96"/>
                  </a:cubicBezTo>
                  <a:cubicBezTo>
                    <a:pt x="170" y="137"/>
                    <a:pt x="137" y="170"/>
                    <a:pt x="96"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4" name="Freeform 23"/>
            <p:cNvSpPr>
              <a:spLocks/>
            </p:cNvSpPr>
            <p:nvPr/>
          </p:nvSpPr>
          <p:spPr bwMode="auto">
            <a:xfrm>
              <a:off x="6046343" y="3910759"/>
              <a:ext cx="157779" cy="78890"/>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5" name="Freeform 24"/>
            <p:cNvSpPr>
              <a:spLocks/>
            </p:cNvSpPr>
            <p:nvPr/>
          </p:nvSpPr>
          <p:spPr bwMode="auto">
            <a:xfrm>
              <a:off x="5009507" y="3910759"/>
              <a:ext cx="157779" cy="78890"/>
            </a:xfrm>
            <a:custGeom>
              <a:avLst/>
              <a:gdLst>
                <a:gd name="T0" fmla="*/ 32 w 42"/>
                <a:gd name="T1" fmla="*/ 0 h 21"/>
                <a:gd name="T2" fmla="*/ 10 w 42"/>
                <a:gd name="T3" fmla="*/ 0 h 21"/>
                <a:gd name="T4" fmla="*/ 0 w 42"/>
                <a:gd name="T5" fmla="*/ 11 h 21"/>
                <a:gd name="T6" fmla="*/ 10 w 42"/>
                <a:gd name="T7" fmla="*/ 21 h 21"/>
                <a:gd name="T8" fmla="*/ 32 w 42"/>
                <a:gd name="T9" fmla="*/ 21 h 21"/>
                <a:gd name="T10" fmla="*/ 42 w 42"/>
                <a:gd name="T11" fmla="*/ 11 h 21"/>
                <a:gd name="T12" fmla="*/ 32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32" y="0"/>
                  </a:moveTo>
                  <a:cubicBezTo>
                    <a:pt x="10" y="0"/>
                    <a:pt x="10" y="0"/>
                    <a:pt x="10" y="0"/>
                  </a:cubicBezTo>
                  <a:cubicBezTo>
                    <a:pt x="4" y="0"/>
                    <a:pt x="0" y="5"/>
                    <a:pt x="0" y="11"/>
                  </a:cubicBezTo>
                  <a:cubicBezTo>
                    <a:pt x="0" y="17"/>
                    <a:pt x="4" y="21"/>
                    <a:pt x="10" y="21"/>
                  </a:cubicBezTo>
                  <a:cubicBezTo>
                    <a:pt x="32" y="21"/>
                    <a:pt x="32" y="21"/>
                    <a:pt x="32" y="21"/>
                  </a:cubicBezTo>
                  <a:cubicBezTo>
                    <a:pt x="38" y="21"/>
                    <a:pt x="42" y="17"/>
                    <a:pt x="42" y="11"/>
                  </a:cubicBezTo>
                  <a:cubicBezTo>
                    <a:pt x="42" y="5"/>
                    <a:pt x="38"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6" name="Freeform 25"/>
            <p:cNvSpPr>
              <a:spLocks/>
            </p:cNvSpPr>
            <p:nvPr/>
          </p:nvSpPr>
          <p:spPr bwMode="auto">
            <a:xfrm>
              <a:off x="5567370" y="3352896"/>
              <a:ext cx="78890" cy="157779"/>
            </a:xfrm>
            <a:custGeom>
              <a:avLst/>
              <a:gdLst>
                <a:gd name="T0" fmla="*/ 11 w 21"/>
                <a:gd name="T1" fmla="*/ 42 h 42"/>
                <a:gd name="T2" fmla="*/ 21 w 21"/>
                <a:gd name="T3" fmla="*/ 32 h 42"/>
                <a:gd name="T4" fmla="*/ 21 w 21"/>
                <a:gd name="T5" fmla="*/ 10 h 42"/>
                <a:gd name="T6" fmla="*/ 11 w 21"/>
                <a:gd name="T7" fmla="*/ 0 h 42"/>
                <a:gd name="T8" fmla="*/ 0 w 21"/>
                <a:gd name="T9" fmla="*/ 10 h 42"/>
                <a:gd name="T10" fmla="*/ 0 w 21"/>
                <a:gd name="T11" fmla="*/ 32 h 42"/>
                <a:gd name="T12" fmla="*/ 11 w 21"/>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11" y="42"/>
                  </a:moveTo>
                  <a:cubicBezTo>
                    <a:pt x="17" y="42"/>
                    <a:pt x="21" y="38"/>
                    <a:pt x="21" y="32"/>
                  </a:cubicBezTo>
                  <a:cubicBezTo>
                    <a:pt x="21" y="10"/>
                    <a:pt x="21" y="10"/>
                    <a:pt x="21" y="10"/>
                  </a:cubicBezTo>
                  <a:cubicBezTo>
                    <a:pt x="21" y="4"/>
                    <a:pt x="17" y="0"/>
                    <a:pt x="11" y="0"/>
                  </a:cubicBezTo>
                  <a:cubicBezTo>
                    <a:pt x="5" y="0"/>
                    <a:pt x="0" y="4"/>
                    <a:pt x="0" y="10"/>
                  </a:cubicBezTo>
                  <a:cubicBezTo>
                    <a:pt x="0" y="32"/>
                    <a:pt x="0" y="32"/>
                    <a:pt x="0" y="32"/>
                  </a:cubicBezTo>
                  <a:cubicBezTo>
                    <a:pt x="0" y="38"/>
                    <a:pt x="5" y="42"/>
                    <a:pt x="1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7" name="Freeform 26"/>
            <p:cNvSpPr>
              <a:spLocks/>
            </p:cNvSpPr>
            <p:nvPr/>
          </p:nvSpPr>
          <p:spPr bwMode="auto">
            <a:xfrm>
              <a:off x="5567370" y="4389732"/>
              <a:ext cx="78890" cy="157779"/>
            </a:xfrm>
            <a:custGeom>
              <a:avLst/>
              <a:gdLst>
                <a:gd name="T0" fmla="*/ 11 w 21"/>
                <a:gd name="T1" fmla="*/ 0 h 43"/>
                <a:gd name="T2" fmla="*/ 0 w 21"/>
                <a:gd name="T3" fmla="*/ 11 h 43"/>
                <a:gd name="T4" fmla="*/ 0 w 21"/>
                <a:gd name="T5" fmla="*/ 32 h 43"/>
                <a:gd name="T6" fmla="*/ 11 w 21"/>
                <a:gd name="T7" fmla="*/ 43 h 43"/>
                <a:gd name="T8" fmla="*/ 21 w 21"/>
                <a:gd name="T9" fmla="*/ 32 h 43"/>
                <a:gd name="T10" fmla="*/ 21 w 21"/>
                <a:gd name="T11" fmla="*/ 11 h 43"/>
                <a:gd name="T12" fmla="*/ 11 w 21"/>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1" h="43">
                  <a:moveTo>
                    <a:pt x="11" y="0"/>
                  </a:moveTo>
                  <a:cubicBezTo>
                    <a:pt x="5" y="0"/>
                    <a:pt x="0" y="5"/>
                    <a:pt x="0" y="11"/>
                  </a:cubicBezTo>
                  <a:cubicBezTo>
                    <a:pt x="0" y="32"/>
                    <a:pt x="0" y="32"/>
                    <a:pt x="0" y="32"/>
                  </a:cubicBezTo>
                  <a:cubicBezTo>
                    <a:pt x="0" y="38"/>
                    <a:pt x="5" y="43"/>
                    <a:pt x="11" y="43"/>
                  </a:cubicBezTo>
                  <a:cubicBezTo>
                    <a:pt x="17" y="43"/>
                    <a:pt x="21" y="38"/>
                    <a:pt x="21" y="32"/>
                  </a:cubicBezTo>
                  <a:cubicBezTo>
                    <a:pt x="21" y="11"/>
                    <a:pt x="21" y="11"/>
                    <a:pt x="21" y="11"/>
                  </a:cubicBezTo>
                  <a:cubicBezTo>
                    <a:pt x="21" y="5"/>
                    <a:pt x="17"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8" name="Freeform 27"/>
            <p:cNvSpPr>
              <a:spLocks/>
            </p:cNvSpPr>
            <p:nvPr/>
          </p:nvSpPr>
          <p:spPr bwMode="auto">
            <a:xfrm>
              <a:off x="5899833" y="3510675"/>
              <a:ext cx="146509" cy="140874"/>
            </a:xfrm>
            <a:custGeom>
              <a:avLst/>
              <a:gdLst>
                <a:gd name="T0" fmla="*/ 20 w 39"/>
                <a:gd name="T1" fmla="*/ 5 h 38"/>
                <a:gd name="T2" fmla="*/ 5 w 39"/>
                <a:gd name="T3" fmla="*/ 20 h 38"/>
                <a:gd name="T4" fmla="*/ 5 w 39"/>
                <a:gd name="T5" fmla="*/ 35 h 38"/>
                <a:gd name="T6" fmla="*/ 12 w 39"/>
                <a:gd name="T7" fmla="*/ 38 h 38"/>
                <a:gd name="T8" fmla="*/ 20 w 39"/>
                <a:gd name="T9" fmla="*/ 35 h 38"/>
                <a:gd name="T10" fmla="*/ 35 w 39"/>
                <a:gd name="T11" fmla="*/ 20 h 38"/>
                <a:gd name="T12" fmla="*/ 35 w 39"/>
                <a:gd name="T13" fmla="*/ 5 h 38"/>
                <a:gd name="T14" fmla="*/ 20 w 39"/>
                <a:gd name="T15" fmla="*/ 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8">
                  <a:moveTo>
                    <a:pt x="20" y="5"/>
                  </a:moveTo>
                  <a:cubicBezTo>
                    <a:pt x="5" y="20"/>
                    <a:pt x="5" y="20"/>
                    <a:pt x="5" y="20"/>
                  </a:cubicBezTo>
                  <a:cubicBezTo>
                    <a:pt x="0" y="24"/>
                    <a:pt x="0" y="31"/>
                    <a:pt x="5" y="35"/>
                  </a:cubicBezTo>
                  <a:cubicBezTo>
                    <a:pt x="7" y="37"/>
                    <a:pt x="9" y="38"/>
                    <a:pt x="12" y="38"/>
                  </a:cubicBezTo>
                  <a:cubicBezTo>
                    <a:pt x="15" y="38"/>
                    <a:pt x="18" y="37"/>
                    <a:pt x="20" y="35"/>
                  </a:cubicBezTo>
                  <a:cubicBezTo>
                    <a:pt x="35" y="20"/>
                    <a:pt x="35" y="20"/>
                    <a:pt x="35" y="20"/>
                  </a:cubicBezTo>
                  <a:cubicBezTo>
                    <a:pt x="39" y="15"/>
                    <a:pt x="39" y="9"/>
                    <a:pt x="35" y="5"/>
                  </a:cubicBezTo>
                  <a:cubicBezTo>
                    <a:pt x="31" y="0"/>
                    <a:pt x="24" y="0"/>
                    <a:pt x="2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9" name="Freeform 28"/>
            <p:cNvSpPr>
              <a:spLocks/>
            </p:cNvSpPr>
            <p:nvPr/>
          </p:nvSpPr>
          <p:spPr bwMode="auto">
            <a:xfrm>
              <a:off x="5167286" y="4243222"/>
              <a:ext cx="146509" cy="140874"/>
            </a:xfrm>
            <a:custGeom>
              <a:avLst/>
              <a:gdLst>
                <a:gd name="T0" fmla="*/ 20 w 39"/>
                <a:gd name="T1" fmla="*/ 5 h 38"/>
                <a:gd name="T2" fmla="*/ 5 w 39"/>
                <a:gd name="T3" fmla="*/ 20 h 38"/>
                <a:gd name="T4" fmla="*/ 5 w 39"/>
                <a:gd name="T5" fmla="*/ 35 h 38"/>
                <a:gd name="T6" fmla="*/ 12 w 39"/>
                <a:gd name="T7" fmla="*/ 38 h 38"/>
                <a:gd name="T8" fmla="*/ 20 w 39"/>
                <a:gd name="T9" fmla="*/ 35 h 38"/>
                <a:gd name="T10" fmla="*/ 35 w 39"/>
                <a:gd name="T11" fmla="*/ 20 h 38"/>
                <a:gd name="T12" fmla="*/ 35 w 39"/>
                <a:gd name="T13" fmla="*/ 5 h 38"/>
                <a:gd name="T14" fmla="*/ 20 w 39"/>
                <a:gd name="T15" fmla="*/ 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8">
                  <a:moveTo>
                    <a:pt x="20" y="5"/>
                  </a:moveTo>
                  <a:cubicBezTo>
                    <a:pt x="5" y="20"/>
                    <a:pt x="5" y="20"/>
                    <a:pt x="5" y="20"/>
                  </a:cubicBezTo>
                  <a:cubicBezTo>
                    <a:pt x="0" y="24"/>
                    <a:pt x="0" y="31"/>
                    <a:pt x="5" y="35"/>
                  </a:cubicBezTo>
                  <a:cubicBezTo>
                    <a:pt x="7" y="37"/>
                    <a:pt x="9" y="38"/>
                    <a:pt x="12" y="38"/>
                  </a:cubicBezTo>
                  <a:cubicBezTo>
                    <a:pt x="15" y="38"/>
                    <a:pt x="18" y="37"/>
                    <a:pt x="20" y="35"/>
                  </a:cubicBezTo>
                  <a:cubicBezTo>
                    <a:pt x="35" y="20"/>
                    <a:pt x="35" y="20"/>
                    <a:pt x="35" y="20"/>
                  </a:cubicBezTo>
                  <a:cubicBezTo>
                    <a:pt x="39" y="16"/>
                    <a:pt x="39" y="9"/>
                    <a:pt x="35" y="5"/>
                  </a:cubicBezTo>
                  <a:cubicBezTo>
                    <a:pt x="31" y="0"/>
                    <a:pt x="24" y="0"/>
                    <a:pt x="2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0" name="Freeform 29"/>
            <p:cNvSpPr>
              <a:spLocks/>
            </p:cNvSpPr>
            <p:nvPr/>
          </p:nvSpPr>
          <p:spPr bwMode="auto">
            <a:xfrm>
              <a:off x="5167286" y="3510675"/>
              <a:ext cx="146509" cy="140874"/>
            </a:xfrm>
            <a:custGeom>
              <a:avLst/>
              <a:gdLst>
                <a:gd name="T0" fmla="*/ 20 w 39"/>
                <a:gd name="T1" fmla="*/ 35 h 38"/>
                <a:gd name="T2" fmla="*/ 27 w 39"/>
                <a:gd name="T3" fmla="*/ 38 h 38"/>
                <a:gd name="T4" fmla="*/ 35 w 39"/>
                <a:gd name="T5" fmla="*/ 35 h 38"/>
                <a:gd name="T6" fmla="*/ 35 w 39"/>
                <a:gd name="T7" fmla="*/ 20 h 38"/>
                <a:gd name="T8" fmla="*/ 20 w 39"/>
                <a:gd name="T9" fmla="*/ 5 h 38"/>
                <a:gd name="T10" fmla="*/ 5 w 39"/>
                <a:gd name="T11" fmla="*/ 5 h 38"/>
                <a:gd name="T12" fmla="*/ 5 w 39"/>
                <a:gd name="T13" fmla="*/ 20 h 38"/>
                <a:gd name="T14" fmla="*/ 20 w 39"/>
                <a:gd name="T15" fmla="*/ 3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8">
                  <a:moveTo>
                    <a:pt x="20" y="35"/>
                  </a:moveTo>
                  <a:cubicBezTo>
                    <a:pt x="22" y="37"/>
                    <a:pt x="24" y="38"/>
                    <a:pt x="27" y="38"/>
                  </a:cubicBezTo>
                  <a:cubicBezTo>
                    <a:pt x="30" y="38"/>
                    <a:pt x="33" y="37"/>
                    <a:pt x="35" y="35"/>
                  </a:cubicBezTo>
                  <a:cubicBezTo>
                    <a:pt x="39" y="31"/>
                    <a:pt x="39" y="24"/>
                    <a:pt x="35" y="20"/>
                  </a:cubicBezTo>
                  <a:cubicBezTo>
                    <a:pt x="20" y="5"/>
                    <a:pt x="20" y="5"/>
                    <a:pt x="20" y="5"/>
                  </a:cubicBezTo>
                  <a:cubicBezTo>
                    <a:pt x="15" y="0"/>
                    <a:pt x="9" y="0"/>
                    <a:pt x="5" y="5"/>
                  </a:cubicBezTo>
                  <a:cubicBezTo>
                    <a:pt x="0" y="9"/>
                    <a:pt x="0" y="15"/>
                    <a:pt x="5" y="20"/>
                  </a:cubicBezTo>
                  <a:lnTo>
                    <a:pt x="2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1" name="Freeform 30"/>
            <p:cNvSpPr>
              <a:spLocks/>
            </p:cNvSpPr>
            <p:nvPr/>
          </p:nvSpPr>
          <p:spPr bwMode="auto">
            <a:xfrm>
              <a:off x="5899833" y="4243222"/>
              <a:ext cx="146509" cy="140874"/>
            </a:xfrm>
            <a:custGeom>
              <a:avLst/>
              <a:gdLst>
                <a:gd name="T0" fmla="*/ 20 w 39"/>
                <a:gd name="T1" fmla="*/ 5 h 38"/>
                <a:gd name="T2" fmla="*/ 5 w 39"/>
                <a:gd name="T3" fmla="*/ 5 h 38"/>
                <a:gd name="T4" fmla="*/ 5 w 39"/>
                <a:gd name="T5" fmla="*/ 20 h 38"/>
                <a:gd name="T6" fmla="*/ 20 w 39"/>
                <a:gd name="T7" fmla="*/ 35 h 38"/>
                <a:gd name="T8" fmla="*/ 27 w 39"/>
                <a:gd name="T9" fmla="*/ 38 h 38"/>
                <a:gd name="T10" fmla="*/ 35 w 39"/>
                <a:gd name="T11" fmla="*/ 35 h 38"/>
                <a:gd name="T12" fmla="*/ 35 w 39"/>
                <a:gd name="T13" fmla="*/ 20 h 38"/>
                <a:gd name="T14" fmla="*/ 20 w 39"/>
                <a:gd name="T15" fmla="*/ 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8">
                  <a:moveTo>
                    <a:pt x="20" y="5"/>
                  </a:moveTo>
                  <a:cubicBezTo>
                    <a:pt x="16" y="0"/>
                    <a:pt x="9" y="0"/>
                    <a:pt x="5" y="5"/>
                  </a:cubicBezTo>
                  <a:cubicBezTo>
                    <a:pt x="0" y="9"/>
                    <a:pt x="0" y="16"/>
                    <a:pt x="5" y="20"/>
                  </a:cubicBezTo>
                  <a:cubicBezTo>
                    <a:pt x="20" y="35"/>
                    <a:pt x="20" y="35"/>
                    <a:pt x="20" y="35"/>
                  </a:cubicBezTo>
                  <a:cubicBezTo>
                    <a:pt x="22" y="37"/>
                    <a:pt x="25" y="38"/>
                    <a:pt x="27" y="38"/>
                  </a:cubicBezTo>
                  <a:cubicBezTo>
                    <a:pt x="30" y="38"/>
                    <a:pt x="33" y="37"/>
                    <a:pt x="35" y="35"/>
                  </a:cubicBezTo>
                  <a:cubicBezTo>
                    <a:pt x="39" y="31"/>
                    <a:pt x="39" y="24"/>
                    <a:pt x="35" y="20"/>
                  </a:cubicBezTo>
                  <a:lnTo>
                    <a:pt x="2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sp>
        <p:nvSpPr>
          <p:cNvPr id="33" name="TextBox 32"/>
          <p:cNvSpPr txBox="1"/>
          <p:nvPr/>
        </p:nvSpPr>
        <p:spPr>
          <a:xfrm>
            <a:off x="3070246" y="3768583"/>
            <a:ext cx="1414777" cy="529311"/>
          </a:xfrm>
          <a:prstGeom prst="rect">
            <a:avLst/>
          </a:prstGeom>
          <a:noFill/>
        </p:spPr>
        <p:txBody>
          <a:bodyPr wrap="square" lIns="0" tIns="0" rIns="0" bIns="0" rtlCol="0">
            <a:noAutofit/>
          </a:bodyPr>
          <a:lstStyle/>
          <a:p>
            <a:r>
              <a:rPr lang="en-GB" sz="800" i="1" dirty="0">
                <a:solidFill>
                  <a:schemeClr val="bg1"/>
                </a:solidFill>
                <a:latin typeface="Aptos" panose="020B0004020202020204" pitchFamily="34" charset="0"/>
              </a:rPr>
              <a:t>“I’m always keen to </a:t>
            </a:r>
          </a:p>
          <a:p>
            <a:r>
              <a:rPr lang="en-GB" sz="800" i="1" dirty="0">
                <a:solidFill>
                  <a:schemeClr val="bg1"/>
                </a:solidFill>
                <a:latin typeface="Aptos" panose="020B0004020202020204" pitchFamily="34" charset="0"/>
              </a:rPr>
              <a:t>use new technology </a:t>
            </a:r>
          </a:p>
          <a:p>
            <a:r>
              <a:rPr lang="en-GB" sz="800" i="1" dirty="0">
                <a:solidFill>
                  <a:schemeClr val="bg1"/>
                </a:solidFill>
                <a:latin typeface="Aptos" panose="020B0004020202020204" pitchFamily="34" charset="0"/>
              </a:rPr>
              <a:t>products as soon as </a:t>
            </a:r>
          </a:p>
          <a:p>
            <a:r>
              <a:rPr lang="en-GB" sz="800" i="1" dirty="0">
                <a:solidFill>
                  <a:schemeClr val="bg1"/>
                </a:solidFill>
                <a:latin typeface="Aptos" panose="020B0004020202020204" pitchFamily="34" charset="0"/>
              </a:rPr>
              <a:t>they enter the market.”</a:t>
            </a:r>
          </a:p>
        </p:txBody>
      </p:sp>
      <p:grpSp>
        <p:nvGrpSpPr>
          <p:cNvPr id="18" name="Group 17"/>
          <p:cNvGrpSpPr/>
          <p:nvPr/>
        </p:nvGrpSpPr>
        <p:grpSpPr>
          <a:xfrm>
            <a:off x="3013380" y="4851864"/>
            <a:ext cx="1428230" cy="277176"/>
            <a:chOff x="1279862" y="5645076"/>
            <a:chExt cx="2373569" cy="460638"/>
          </a:xfrm>
        </p:grpSpPr>
        <p:grpSp>
          <p:nvGrpSpPr>
            <p:cNvPr id="15" name="Group 14"/>
            <p:cNvGrpSpPr/>
            <p:nvPr/>
          </p:nvGrpSpPr>
          <p:grpSpPr>
            <a:xfrm>
              <a:off x="1279862" y="5645076"/>
              <a:ext cx="2373569" cy="460638"/>
              <a:chOff x="1279862" y="5645076"/>
              <a:chExt cx="2373569" cy="460638"/>
            </a:xfrm>
          </p:grpSpPr>
          <p:sp>
            <p:nvSpPr>
              <p:cNvPr id="9" name="Rectangle 8"/>
              <p:cNvSpPr/>
              <p:nvPr/>
            </p:nvSpPr>
            <p:spPr bwMode="gray">
              <a:xfrm>
                <a:off x="1279862" y="5645076"/>
                <a:ext cx="2294930" cy="460638"/>
              </a:xfrm>
              <a:prstGeom prst="rect">
                <a:avLst/>
              </a:prstGeom>
              <a:solidFill>
                <a:schemeClr val="accent5"/>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51" name="Rectangle 50"/>
              <p:cNvSpPr/>
              <p:nvPr/>
            </p:nvSpPr>
            <p:spPr bwMode="gray">
              <a:xfrm>
                <a:off x="3574792" y="5754770"/>
                <a:ext cx="78639" cy="241250"/>
              </a:xfrm>
              <a:prstGeom prst="rect">
                <a:avLst/>
              </a:prstGeom>
              <a:solidFill>
                <a:schemeClr val="accent5"/>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grpSp>
        <p:sp>
          <p:nvSpPr>
            <p:cNvPr id="48" name="Rectangle 47"/>
            <p:cNvSpPr/>
            <p:nvPr/>
          </p:nvSpPr>
          <p:spPr bwMode="gray">
            <a:xfrm>
              <a:off x="1682819" y="5685316"/>
              <a:ext cx="1846048" cy="380158"/>
            </a:xfrm>
            <a:prstGeom prst="rect">
              <a:avLst/>
            </a:prstGeom>
            <a:solidFill>
              <a:schemeClr val="bg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grpSp>
      <p:sp>
        <p:nvSpPr>
          <p:cNvPr id="57" name="TextBox 56"/>
          <p:cNvSpPr txBox="1"/>
          <p:nvPr/>
        </p:nvSpPr>
        <p:spPr>
          <a:xfrm>
            <a:off x="3294768" y="4902150"/>
            <a:ext cx="1052204" cy="149014"/>
          </a:xfrm>
          <a:prstGeom prst="rect">
            <a:avLst/>
          </a:prstGeom>
          <a:noFill/>
        </p:spPr>
        <p:txBody>
          <a:bodyPr wrap="square" lIns="0" tIns="0" rIns="0" bIns="0" rtlCol="0">
            <a:noAutofit/>
          </a:bodyPr>
          <a:lstStyle/>
          <a:p>
            <a:r>
              <a:rPr lang="en-GB" sz="1138" b="1" dirty="0">
                <a:solidFill>
                  <a:schemeClr val="accent5"/>
                </a:solidFill>
                <a:latin typeface="Aptos" panose="020B0004020202020204" pitchFamily="34" charset="0"/>
              </a:rPr>
              <a:t>XX% </a:t>
            </a:r>
            <a:r>
              <a:rPr lang="en-GB" sz="731" dirty="0">
                <a:solidFill>
                  <a:schemeClr val="accent5"/>
                </a:solidFill>
                <a:latin typeface="Aptos" panose="020B0004020202020204" pitchFamily="34" charset="0"/>
              </a:rPr>
              <a:t>of the UK</a:t>
            </a:r>
          </a:p>
        </p:txBody>
      </p:sp>
      <p:sp>
        <p:nvSpPr>
          <p:cNvPr id="64" name="TextBox 63"/>
          <p:cNvSpPr txBox="1"/>
          <p:nvPr/>
        </p:nvSpPr>
        <p:spPr>
          <a:xfrm>
            <a:off x="5556911" y="2057909"/>
            <a:ext cx="1384078" cy="689899"/>
          </a:xfrm>
          <a:prstGeom prst="rect">
            <a:avLst/>
          </a:prstGeom>
          <a:noFill/>
        </p:spPr>
        <p:txBody>
          <a:bodyPr wrap="square" lIns="0" tIns="0" rIns="0" bIns="0" rtlCol="0">
            <a:noAutofit/>
          </a:bodyPr>
          <a:lstStyle/>
          <a:p>
            <a:r>
              <a:rPr lang="en-GB" sz="1600" b="1" dirty="0">
                <a:solidFill>
                  <a:schemeClr val="bg1"/>
                </a:solidFill>
                <a:latin typeface="Aptos" panose="020B0004020202020204" pitchFamily="34" charset="0"/>
              </a:rPr>
              <a:t>Late adopters</a:t>
            </a:r>
            <a:endParaRPr lang="en-GB" sz="1600" dirty="0">
              <a:solidFill>
                <a:schemeClr val="bg1"/>
              </a:solidFill>
              <a:latin typeface="Aptos" panose="020B0004020202020204" pitchFamily="34" charset="0"/>
            </a:endParaRPr>
          </a:p>
        </p:txBody>
      </p:sp>
      <p:sp>
        <p:nvSpPr>
          <p:cNvPr id="79" name="TextBox 78"/>
          <p:cNvSpPr txBox="1"/>
          <p:nvPr/>
        </p:nvSpPr>
        <p:spPr>
          <a:xfrm>
            <a:off x="5554651" y="3768583"/>
            <a:ext cx="1414777" cy="529311"/>
          </a:xfrm>
          <a:prstGeom prst="rect">
            <a:avLst/>
          </a:prstGeom>
          <a:noFill/>
        </p:spPr>
        <p:txBody>
          <a:bodyPr wrap="square" lIns="0" tIns="0" rIns="0" bIns="0" rtlCol="0">
            <a:noAutofit/>
          </a:bodyPr>
          <a:lstStyle/>
          <a:p>
            <a:r>
              <a:rPr lang="en-GB" sz="800" i="1" dirty="0">
                <a:solidFill>
                  <a:schemeClr val="bg1"/>
                </a:solidFill>
                <a:latin typeface="Aptos" panose="020B0004020202020204" pitchFamily="34" charset="0"/>
              </a:rPr>
              <a:t>“I only replace </a:t>
            </a:r>
          </a:p>
          <a:p>
            <a:r>
              <a:rPr lang="en-GB" sz="800" i="1" dirty="0">
                <a:solidFill>
                  <a:schemeClr val="bg1"/>
                </a:solidFill>
                <a:latin typeface="Aptos" panose="020B0004020202020204" pitchFamily="34" charset="0"/>
              </a:rPr>
              <a:t> technology products </a:t>
            </a:r>
          </a:p>
          <a:p>
            <a:r>
              <a:rPr lang="en-GB" sz="800" i="1" dirty="0">
                <a:solidFill>
                  <a:schemeClr val="bg1"/>
                </a:solidFill>
                <a:latin typeface="Aptos" panose="020B0004020202020204" pitchFamily="34" charset="0"/>
              </a:rPr>
              <a:t> when they go wrong </a:t>
            </a:r>
          </a:p>
          <a:p>
            <a:r>
              <a:rPr lang="en-GB" sz="800" i="1" dirty="0">
                <a:solidFill>
                  <a:schemeClr val="bg1"/>
                </a:solidFill>
                <a:latin typeface="Aptos" panose="020B0004020202020204" pitchFamily="34" charset="0"/>
              </a:rPr>
              <a:t> or are broken.”</a:t>
            </a:r>
          </a:p>
        </p:txBody>
      </p:sp>
      <p:grpSp>
        <p:nvGrpSpPr>
          <p:cNvPr id="17" name="Group 16"/>
          <p:cNvGrpSpPr/>
          <p:nvPr/>
        </p:nvGrpSpPr>
        <p:grpSpPr>
          <a:xfrm>
            <a:off x="5497786" y="4851864"/>
            <a:ext cx="1428230" cy="277176"/>
            <a:chOff x="5408684" y="5645076"/>
            <a:chExt cx="2373569" cy="460638"/>
          </a:xfrm>
        </p:grpSpPr>
        <p:grpSp>
          <p:nvGrpSpPr>
            <p:cNvPr id="16" name="Group 15"/>
            <p:cNvGrpSpPr/>
            <p:nvPr/>
          </p:nvGrpSpPr>
          <p:grpSpPr>
            <a:xfrm>
              <a:off x="5408684" y="5645076"/>
              <a:ext cx="2373569" cy="460638"/>
              <a:chOff x="5408684" y="5645076"/>
              <a:chExt cx="2373569" cy="460638"/>
            </a:xfrm>
          </p:grpSpPr>
          <p:sp>
            <p:nvSpPr>
              <p:cNvPr id="83" name="Rectangle 82"/>
              <p:cNvSpPr/>
              <p:nvPr/>
            </p:nvSpPr>
            <p:spPr bwMode="gray">
              <a:xfrm>
                <a:off x="5408684" y="5645076"/>
                <a:ext cx="2294930" cy="460638"/>
              </a:xfrm>
              <a:prstGeom prst="rect">
                <a:avLst/>
              </a:prstGeom>
              <a:solidFill>
                <a:schemeClr val="accent4"/>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sp>
            <p:nvSpPr>
              <p:cNvPr id="85" name="Rectangle 84"/>
              <p:cNvSpPr/>
              <p:nvPr/>
            </p:nvSpPr>
            <p:spPr bwMode="gray">
              <a:xfrm>
                <a:off x="7703614" y="5754770"/>
                <a:ext cx="78639" cy="241250"/>
              </a:xfrm>
              <a:prstGeom prst="rect">
                <a:avLst/>
              </a:prstGeom>
              <a:solidFill>
                <a:schemeClr val="accent4"/>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grpSp>
        <p:sp>
          <p:nvSpPr>
            <p:cNvPr id="84" name="Rectangle 83"/>
            <p:cNvSpPr/>
            <p:nvPr/>
          </p:nvSpPr>
          <p:spPr bwMode="gray">
            <a:xfrm>
              <a:off x="5811641" y="5685316"/>
              <a:ext cx="1846048" cy="380158"/>
            </a:xfrm>
            <a:prstGeom prst="rect">
              <a:avLst/>
            </a:prstGeom>
            <a:solidFill>
              <a:schemeClr val="bg1"/>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1300" b="1" dirty="0">
                <a:solidFill>
                  <a:schemeClr val="bg1"/>
                </a:solidFill>
              </a:endParaRPr>
            </a:p>
          </p:txBody>
        </p:sp>
      </p:grpSp>
      <p:sp>
        <p:nvSpPr>
          <p:cNvPr id="86" name="TextBox 85"/>
          <p:cNvSpPr txBox="1"/>
          <p:nvPr/>
        </p:nvSpPr>
        <p:spPr>
          <a:xfrm>
            <a:off x="5779174" y="4902150"/>
            <a:ext cx="1071889" cy="149014"/>
          </a:xfrm>
          <a:prstGeom prst="rect">
            <a:avLst/>
          </a:prstGeom>
          <a:noFill/>
        </p:spPr>
        <p:txBody>
          <a:bodyPr wrap="square" lIns="0" tIns="0" rIns="0" bIns="0" rtlCol="0">
            <a:noAutofit/>
          </a:bodyPr>
          <a:lstStyle/>
          <a:p>
            <a:r>
              <a:rPr lang="en-GB" sz="1138" b="1" dirty="0">
                <a:solidFill>
                  <a:schemeClr val="accent4"/>
                </a:solidFill>
                <a:latin typeface="Aptos" panose="020B0004020202020204" pitchFamily="34" charset="0"/>
              </a:rPr>
              <a:t>XX% </a:t>
            </a:r>
            <a:r>
              <a:rPr lang="en-GB" sz="813" dirty="0">
                <a:solidFill>
                  <a:schemeClr val="accent4"/>
                </a:solidFill>
                <a:latin typeface="Aptos" panose="020B0004020202020204" pitchFamily="34" charset="0"/>
              </a:rPr>
              <a:t>of the UK</a:t>
            </a:r>
          </a:p>
        </p:txBody>
      </p:sp>
      <p:sp>
        <p:nvSpPr>
          <p:cNvPr id="41" name="Freeform 923"/>
          <p:cNvSpPr>
            <a:spLocks noEditPoints="1"/>
          </p:cNvSpPr>
          <p:nvPr/>
        </p:nvSpPr>
        <p:spPr bwMode="auto">
          <a:xfrm rot="9057761">
            <a:off x="5685779" y="2687572"/>
            <a:ext cx="970669" cy="1001839"/>
          </a:xfrm>
          <a:custGeom>
            <a:avLst/>
            <a:gdLst>
              <a:gd name="T0" fmla="*/ 148 w 329"/>
              <a:gd name="T1" fmla="*/ 338 h 338"/>
              <a:gd name="T2" fmla="*/ 2 w 329"/>
              <a:gd name="T3" fmla="*/ 245 h 338"/>
              <a:gd name="T4" fmla="*/ 5 w 329"/>
              <a:gd name="T5" fmla="*/ 233 h 338"/>
              <a:gd name="T6" fmla="*/ 18 w 329"/>
              <a:gd name="T7" fmla="*/ 232 h 338"/>
              <a:gd name="T8" fmla="*/ 117 w 329"/>
              <a:gd name="T9" fmla="*/ 246 h 338"/>
              <a:gd name="T10" fmla="*/ 176 w 329"/>
              <a:gd name="T11" fmla="*/ 190 h 338"/>
              <a:gd name="T12" fmla="*/ 179 w 329"/>
              <a:gd name="T13" fmla="*/ 109 h 338"/>
              <a:gd name="T14" fmla="*/ 102 w 329"/>
              <a:gd name="T15" fmla="*/ 45 h 338"/>
              <a:gd name="T16" fmla="*/ 94 w 329"/>
              <a:gd name="T17" fmla="*/ 34 h 338"/>
              <a:gd name="T18" fmla="*/ 101 w 329"/>
              <a:gd name="T19" fmla="*/ 24 h 338"/>
              <a:gd name="T20" fmla="*/ 297 w 329"/>
              <a:gd name="T21" fmla="*/ 121 h 338"/>
              <a:gd name="T22" fmla="*/ 204 w 329"/>
              <a:gd name="T23" fmla="*/ 327 h 338"/>
              <a:gd name="T24" fmla="*/ 148 w 329"/>
              <a:gd name="T25" fmla="*/ 338 h 338"/>
              <a:gd name="T26" fmla="*/ 41 w 329"/>
              <a:gd name="T27" fmla="*/ 267 h 338"/>
              <a:gd name="T28" fmla="*/ 197 w 329"/>
              <a:gd name="T29" fmla="*/ 307 h 338"/>
              <a:gd name="T30" fmla="*/ 277 w 329"/>
              <a:gd name="T31" fmla="*/ 128 h 338"/>
              <a:gd name="T32" fmla="*/ 143 w 329"/>
              <a:gd name="T33" fmla="*/ 39 h 338"/>
              <a:gd name="T34" fmla="*/ 199 w 329"/>
              <a:gd name="T35" fmla="*/ 101 h 338"/>
              <a:gd name="T36" fmla="*/ 196 w 329"/>
              <a:gd name="T37" fmla="*/ 199 h 338"/>
              <a:gd name="T38" fmla="*/ 124 w 329"/>
              <a:gd name="T39" fmla="*/ 266 h 338"/>
              <a:gd name="T40" fmla="*/ 41 w 329"/>
              <a:gd name="T41" fmla="*/ 26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9" h="338">
                <a:moveTo>
                  <a:pt x="148" y="338"/>
                </a:moveTo>
                <a:cubicBezTo>
                  <a:pt x="88" y="338"/>
                  <a:pt x="30" y="303"/>
                  <a:pt x="2" y="245"/>
                </a:cubicBezTo>
                <a:cubicBezTo>
                  <a:pt x="0" y="241"/>
                  <a:pt x="1" y="236"/>
                  <a:pt x="5" y="233"/>
                </a:cubicBezTo>
                <a:cubicBezTo>
                  <a:pt x="8" y="229"/>
                  <a:pt x="14" y="229"/>
                  <a:pt x="18" y="232"/>
                </a:cubicBezTo>
                <a:cubicBezTo>
                  <a:pt x="42" y="248"/>
                  <a:pt x="81" y="260"/>
                  <a:pt x="117" y="246"/>
                </a:cubicBezTo>
                <a:cubicBezTo>
                  <a:pt x="143" y="236"/>
                  <a:pt x="164" y="216"/>
                  <a:pt x="176" y="190"/>
                </a:cubicBezTo>
                <a:cubicBezTo>
                  <a:pt x="188" y="165"/>
                  <a:pt x="189" y="136"/>
                  <a:pt x="179" y="109"/>
                </a:cubicBezTo>
                <a:cubicBezTo>
                  <a:pt x="165" y="73"/>
                  <a:pt x="130" y="52"/>
                  <a:pt x="102" y="45"/>
                </a:cubicBezTo>
                <a:cubicBezTo>
                  <a:pt x="97" y="43"/>
                  <a:pt x="94" y="39"/>
                  <a:pt x="94" y="34"/>
                </a:cubicBezTo>
                <a:cubicBezTo>
                  <a:pt x="94" y="30"/>
                  <a:pt x="97" y="25"/>
                  <a:pt x="101" y="24"/>
                </a:cubicBezTo>
                <a:cubicBezTo>
                  <a:pt x="179" y="0"/>
                  <a:pt x="268" y="44"/>
                  <a:pt x="297" y="121"/>
                </a:cubicBezTo>
                <a:cubicBezTo>
                  <a:pt x="329" y="203"/>
                  <a:pt x="287" y="296"/>
                  <a:pt x="204" y="327"/>
                </a:cubicBezTo>
                <a:cubicBezTo>
                  <a:pt x="186" y="334"/>
                  <a:pt x="167" y="338"/>
                  <a:pt x="148" y="338"/>
                </a:cubicBezTo>
                <a:close/>
                <a:moveTo>
                  <a:pt x="41" y="267"/>
                </a:moveTo>
                <a:cubicBezTo>
                  <a:pt x="79" y="311"/>
                  <a:pt x="141" y="329"/>
                  <a:pt x="197" y="307"/>
                </a:cubicBezTo>
                <a:cubicBezTo>
                  <a:pt x="268" y="280"/>
                  <a:pt x="304" y="200"/>
                  <a:pt x="277" y="128"/>
                </a:cubicBezTo>
                <a:cubicBezTo>
                  <a:pt x="257" y="74"/>
                  <a:pt x="200" y="38"/>
                  <a:pt x="143" y="39"/>
                </a:cubicBezTo>
                <a:cubicBezTo>
                  <a:pt x="169" y="54"/>
                  <a:pt x="189" y="76"/>
                  <a:pt x="199" y="101"/>
                </a:cubicBezTo>
                <a:cubicBezTo>
                  <a:pt x="211" y="133"/>
                  <a:pt x="210" y="168"/>
                  <a:pt x="196" y="199"/>
                </a:cubicBezTo>
                <a:cubicBezTo>
                  <a:pt x="182" y="230"/>
                  <a:pt x="156" y="254"/>
                  <a:pt x="124" y="266"/>
                </a:cubicBezTo>
                <a:cubicBezTo>
                  <a:pt x="99" y="276"/>
                  <a:pt x="69" y="276"/>
                  <a:pt x="41" y="267"/>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p>
        </p:txBody>
      </p:sp>
      <p:sp>
        <p:nvSpPr>
          <p:cNvPr id="87" name="TextBox 86"/>
          <p:cNvSpPr txBox="1"/>
          <p:nvPr/>
        </p:nvSpPr>
        <p:spPr>
          <a:xfrm>
            <a:off x="4526825" y="3051573"/>
            <a:ext cx="856241" cy="623989"/>
          </a:xfrm>
          <a:prstGeom prst="rect">
            <a:avLst/>
          </a:prstGeom>
          <a:noFill/>
        </p:spPr>
        <p:txBody>
          <a:bodyPr wrap="square" lIns="0" tIns="0" rIns="0" bIns="0" rtlCol="0">
            <a:noAutofit/>
          </a:bodyPr>
          <a:lstStyle/>
          <a:p>
            <a:pPr algn="ctr"/>
            <a:r>
              <a:rPr lang="en-GB" sz="3900" dirty="0"/>
              <a:t>&lt;</a:t>
            </a:r>
          </a:p>
        </p:txBody>
      </p:sp>
    </p:spTree>
    <p:extLst>
      <p:ext uri="{BB962C8B-B14F-4D97-AF65-F5344CB8AC3E}">
        <p14:creationId xmlns:p14="http://schemas.microsoft.com/office/powerpoint/2010/main" val="898335840"/>
      </p:ext>
    </p:extLst>
  </p:cSld>
  <p:clrMapOvr>
    <a:masterClrMapping/>
  </p:clrMapOvr>
  <p:transition>
    <p:fade/>
  </p:transition>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Oval 8"/>
          <p:cNvSpPr/>
          <p:nvPr/>
        </p:nvSpPr>
        <p:spPr>
          <a:xfrm rot="21012786">
            <a:off x="1517422" y="3668124"/>
            <a:ext cx="1552311" cy="781248"/>
          </a:xfrm>
          <a:custGeom>
            <a:avLst/>
            <a:gdLst/>
            <a:ahLst/>
            <a:cxnLst/>
            <a:rect l="l" t="t" r="r" b="b"/>
            <a:pathLst>
              <a:path w="1910537" h="961536">
                <a:moveTo>
                  <a:pt x="1224063" y="21329"/>
                </a:moveTo>
                <a:cubicBezTo>
                  <a:pt x="1580673" y="92833"/>
                  <a:pt x="1810771" y="325621"/>
                  <a:pt x="1897387" y="433649"/>
                </a:cubicBezTo>
                <a:lnTo>
                  <a:pt x="1626803" y="496581"/>
                </a:lnTo>
                <a:lnTo>
                  <a:pt x="1910537" y="522352"/>
                </a:lnTo>
                <a:cubicBezTo>
                  <a:pt x="1832352" y="630519"/>
                  <a:pt x="1569369" y="963849"/>
                  <a:pt x="1012869" y="961524"/>
                </a:cubicBezTo>
                <a:cubicBezTo>
                  <a:pt x="339966" y="958711"/>
                  <a:pt x="6948" y="510122"/>
                  <a:pt x="82" y="472334"/>
                </a:cubicBezTo>
                <a:cubicBezTo>
                  <a:pt x="-6785" y="434546"/>
                  <a:pt x="415497" y="-2798"/>
                  <a:pt x="1012869" y="14"/>
                </a:cubicBezTo>
                <a:cubicBezTo>
                  <a:pt x="1087541" y="366"/>
                  <a:pt x="1157975" y="8078"/>
                  <a:pt x="1224063" y="21329"/>
                </a:cubicBezTo>
                <a:close/>
              </a:path>
            </a:pathLst>
          </a:custGeom>
          <a:solidFill>
            <a:srgbClr val="C4D6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dirty="0">
              <a:solidFill>
                <a:schemeClr val="tx2"/>
              </a:solidFill>
              <a:latin typeface="Aptos" panose="020B0004020202020204" pitchFamily="34" charset="0"/>
            </a:endParaRPr>
          </a:p>
        </p:txBody>
      </p:sp>
      <p:sp>
        <p:nvSpPr>
          <p:cNvPr id="51" name="Oval 8"/>
          <p:cNvSpPr/>
          <p:nvPr/>
        </p:nvSpPr>
        <p:spPr>
          <a:xfrm rot="13988512">
            <a:off x="1543252" y="2389944"/>
            <a:ext cx="1847513" cy="992648"/>
          </a:xfrm>
          <a:custGeom>
            <a:avLst/>
            <a:gdLst/>
            <a:ahLst/>
            <a:cxnLst/>
            <a:rect l="l" t="t" r="r" b="b"/>
            <a:pathLst>
              <a:path w="2273862" h="1221721">
                <a:moveTo>
                  <a:pt x="2211107" y="708980"/>
                </a:moveTo>
                <a:cubicBezTo>
                  <a:pt x="2088160" y="876314"/>
                  <a:pt x="1773874" y="1224386"/>
                  <a:pt x="1171429" y="1221706"/>
                </a:cubicBezTo>
                <a:cubicBezTo>
                  <a:pt x="503391" y="1218735"/>
                  <a:pt x="115978" y="824007"/>
                  <a:pt x="0" y="663401"/>
                </a:cubicBezTo>
                <a:lnTo>
                  <a:pt x="337733" y="637869"/>
                </a:lnTo>
                <a:lnTo>
                  <a:pt x="3164" y="534988"/>
                </a:lnTo>
                <a:cubicBezTo>
                  <a:pt x="135621" y="376002"/>
                  <a:pt x="582164" y="-2935"/>
                  <a:pt x="1171429" y="17"/>
                </a:cubicBezTo>
                <a:cubicBezTo>
                  <a:pt x="1884527" y="3590"/>
                  <a:pt x="2273862" y="605714"/>
                  <a:pt x="2273862" y="621578"/>
                </a:cubicBezTo>
                <a:cubicBezTo>
                  <a:pt x="2271813" y="617507"/>
                  <a:pt x="2252090" y="653203"/>
                  <a:pt x="2211107" y="708980"/>
                </a:cubicBezTo>
                <a:close/>
              </a:path>
            </a:pathLst>
          </a:cu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dirty="0">
              <a:solidFill>
                <a:schemeClr val="tx2"/>
              </a:solidFill>
              <a:latin typeface="Aptos" panose="020B0004020202020204" pitchFamily="34" charset="0"/>
            </a:endParaRPr>
          </a:p>
        </p:txBody>
      </p:sp>
      <p:sp>
        <p:nvSpPr>
          <p:cNvPr id="48" name="Oval 8"/>
          <p:cNvSpPr/>
          <p:nvPr/>
        </p:nvSpPr>
        <p:spPr>
          <a:xfrm rot="17081601">
            <a:off x="2736634" y="2436874"/>
            <a:ext cx="1554031" cy="781248"/>
          </a:xfrm>
          <a:custGeom>
            <a:avLst/>
            <a:gdLst/>
            <a:ahLst/>
            <a:cxnLst/>
            <a:rect l="l" t="t" r="r" b="b"/>
            <a:pathLst>
              <a:path w="1912653" h="961536">
                <a:moveTo>
                  <a:pt x="1912653" y="489203"/>
                </a:moveTo>
                <a:cubicBezTo>
                  <a:pt x="1905787" y="476386"/>
                  <a:pt x="1662032" y="964336"/>
                  <a:pt x="989128" y="961524"/>
                </a:cubicBezTo>
                <a:cubicBezTo>
                  <a:pt x="413506" y="959118"/>
                  <a:pt x="86598" y="630509"/>
                  <a:pt x="0" y="511752"/>
                </a:cubicBezTo>
                <a:lnTo>
                  <a:pt x="277056" y="446503"/>
                </a:lnTo>
                <a:lnTo>
                  <a:pt x="12939" y="418139"/>
                </a:lnTo>
                <a:cubicBezTo>
                  <a:pt x="127078" y="291434"/>
                  <a:pt x="499223" y="-2292"/>
                  <a:pt x="989128" y="14"/>
                </a:cubicBezTo>
                <a:cubicBezTo>
                  <a:pt x="1586501" y="2826"/>
                  <a:pt x="1912653" y="476717"/>
                  <a:pt x="1912653" y="489203"/>
                </a:cubicBez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dirty="0">
              <a:solidFill>
                <a:schemeClr val="tx2"/>
              </a:solidFill>
              <a:latin typeface="Aptos" panose="020B0004020202020204" pitchFamily="34" charset="0"/>
            </a:endParaRPr>
          </a:p>
        </p:txBody>
      </p:sp>
      <p:sp>
        <p:nvSpPr>
          <p:cNvPr id="49" name="Oval 8"/>
          <p:cNvSpPr/>
          <p:nvPr/>
        </p:nvSpPr>
        <p:spPr>
          <a:xfrm rot="20617441">
            <a:off x="3452458" y="3038237"/>
            <a:ext cx="1881414" cy="781248"/>
          </a:xfrm>
          <a:custGeom>
            <a:avLst/>
            <a:gdLst/>
            <a:ahLst/>
            <a:cxnLst/>
            <a:rect l="l" t="t" r="r" b="b"/>
            <a:pathLst>
              <a:path w="2315587" h="961536">
                <a:moveTo>
                  <a:pt x="1678234" y="75880"/>
                </a:moveTo>
                <a:cubicBezTo>
                  <a:pt x="2093797" y="210934"/>
                  <a:pt x="2315587" y="479838"/>
                  <a:pt x="2315587" y="489203"/>
                </a:cubicBezTo>
                <a:cubicBezTo>
                  <a:pt x="2307286" y="476386"/>
                  <a:pt x="2012605" y="964336"/>
                  <a:pt x="1199116" y="961524"/>
                </a:cubicBezTo>
                <a:cubicBezTo>
                  <a:pt x="495868" y="959092"/>
                  <a:pt x="99695" y="623517"/>
                  <a:pt x="0" y="508086"/>
                </a:cubicBezTo>
                <a:lnTo>
                  <a:pt x="251227" y="479748"/>
                </a:lnTo>
                <a:lnTo>
                  <a:pt x="12129" y="424785"/>
                </a:lnTo>
                <a:cubicBezTo>
                  <a:pt x="141272" y="301798"/>
                  <a:pt x="596501" y="-2333"/>
                  <a:pt x="1199116" y="14"/>
                </a:cubicBezTo>
                <a:cubicBezTo>
                  <a:pt x="1379661" y="717"/>
                  <a:pt x="1539712" y="30862"/>
                  <a:pt x="1678234" y="75880"/>
                </a:cubicBez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dirty="0">
              <a:solidFill>
                <a:schemeClr val="tx2"/>
              </a:solidFill>
              <a:latin typeface="Aptos" panose="020B0004020202020204" pitchFamily="34" charset="0"/>
            </a:endParaRPr>
          </a:p>
        </p:txBody>
      </p:sp>
      <p:sp>
        <p:nvSpPr>
          <p:cNvPr id="50" name="Oval 8"/>
          <p:cNvSpPr/>
          <p:nvPr/>
        </p:nvSpPr>
        <p:spPr>
          <a:xfrm rot="2134922">
            <a:off x="3252776" y="3955324"/>
            <a:ext cx="1377274" cy="781248"/>
          </a:xfrm>
          <a:custGeom>
            <a:avLst/>
            <a:gdLst/>
            <a:ahLst/>
            <a:cxnLst/>
            <a:rect l="l" t="t" r="r" b="b"/>
            <a:pathLst>
              <a:path w="1695106" h="961536">
                <a:moveTo>
                  <a:pt x="233971" y="220949"/>
                </a:moveTo>
                <a:cubicBezTo>
                  <a:pt x="392198" y="107241"/>
                  <a:pt x="617046" y="-1392"/>
                  <a:pt x="880505" y="14"/>
                </a:cubicBezTo>
                <a:cubicBezTo>
                  <a:pt x="1407421" y="2826"/>
                  <a:pt x="1695106" y="476717"/>
                  <a:pt x="1695106" y="489203"/>
                </a:cubicBezTo>
                <a:cubicBezTo>
                  <a:pt x="1689050" y="476386"/>
                  <a:pt x="1474044" y="964336"/>
                  <a:pt x="880505" y="961524"/>
                </a:cubicBezTo>
                <a:cubicBezTo>
                  <a:pt x="352858" y="959024"/>
                  <a:pt x="62139" y="604229"/>
                  <a:pt x="0" y="498840"/>
                </a:cubicBezTo>
                <a:lnTo>
                  <a:pt x="220344" y="468230"/>
                </a:lnTo>
                <a:lnTo>
                  <a:pt x="13371" y="426223"/>
                </a:lnTo>
                <a:cubicBezTo>
                  <a:pt x="50549" y="376944"/>
                  <a:pt x="127049" y="297787"/>
                  <a:pt x="233971" y="220949"/>
                </a:cubicBezTo>
                <a:close/>
              </a:path>
            </a:pathLst>
          </a:cu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dirty="0">
              <a:solidFill>
                <a:schemeClr val="tx2"/>
              </a:solidFill>
              <a:latin typeface="Aptos" panose="020B0004020202020204" pitchFamily="34" charset="0"/>
            </a:endParaRPr>
          </a:p>
        </p:txBody>
      </p:sp>
      <p:sp>
        <p:nvSpPr>
          <p:cNvPr id="55" name="Freeform 7"/>
          <p:cNvSpPr>
            <a:spLocks noChangeAspect="1"/>
          </p:cNvSpPr>
          <p:nvPr/>
        </p:nvSpPr>
        <p:spPr bwMode="auto">
          <a:xfrm>
            <a:off x="2662671" y="3816448"/>
            <a:ext cx="1146231" cy="1901952"/>
          </a:xfrm>
          <a:custGeom>
            <a:avLst/>
            <a:gdLst>
              <a:gd name="T0" fmla="*/ 219 w 441"/>
              <a:gd name="T1" fmla="*/ 0 h 732"/>
              <a:gd name="T2" fmla="*/ 32 w 441"/>
              <a:gd name="T3" fmla="*/ 732 h 732"/>
              <a:gd name="T4" fmla="*/ 441 w 441"/>
              <a:gd name="T5" fmla="*/ 732 h 732"/>
              <a:gd name="T6" fmla="*/ 219 w 441"/>
              <a:gd name="T7" fmla="*/ 0 h 732"/>
            </a:gdLst>
            <a:ahLst/>
            <a:cxnLst>
              <a:cxn ang="0">
                <a:pos x="T0" y="T1"/>
              </a:cxn>
              <a:cxn ang="0">
                <a:pos x="T2" y="T3"/>
              </a:cxn>
              <a:cxn ang="0">
                <a:pos x="T4" y="T5"/>
              </a:cxn>
              <a:cxn ang="0">
                <a:pos x="T6" y="T7"/>
              </a:cxn>
            </a:cxnLst>
            <a:rect l="0" t="0" r="r" b="b"/>
            <a:pathLst>
              <a:path w="441" h="732">
                <a:moveTo>
                  <a:pt x="219" y="0"/>
                </a:moveTo>
                <a:cubicBezTo>
                  <a:pt x="60" y="441"/>
                  <a:pt x="0" y="544"/>
                  <a:pt x="32" y="732"/>
                </a:cubicBezTo>
                <a:cubicBezTo>
                  <a:pt x="441" y="732"/>
                  <a:pt x="441" y="732"/>
                  <a:pt x="441" y="732"/>
                </a:cubicBezTo>
                <a:cubicBezTo>
                  <a:pt x="339" y="517"/>
                  <a:pt x="198" y="328"/>
                  <a:pt x="219" y="0"/>
                </a:cubicBezTo>
                <a:close/>
              </a:path>
            </a:pathLst>
          </a:custGeom>
          <a:solidFill>
            <a:schemeClr val="accent6"/>
          </a:solidFill>
          <a:ln>
            <a:noFill/>
          </a:ln>
        </p:spPr>
        <p:txBody>
          <a:bodyPr vert="horz" wrap="square" lIns="74295" tIns="74295" rIns="74295" bIns="74295" numCol="1" anchor="t" anchorCtr="0" compatLnSpc="1">
            <a:prstTxWarp prst="textNoShape">
              <a:avLst/>
            </a:prstTxWarp>
            <a:noAutofit/>
          </a:bodyPr>
          <a:lstStyle/>
          <a:p>
            <a:endParaRPr lang="en-US" sz="800" dirty="0">
              <a:latin typeface="Aptos" panose="020B0004020202020204" pitchFamily="34" charset="0"/>
            </a:endParaRPr>
          </a:p>
        </p:txBody>
      </p:sp>
      <p:sp>
        <p:nvSpPr>
          <p:cNvPr id="371719" name="Title 1"/>
          <p:cNvSpPr>
            <a:spLocks noGrp="1"/>
          </p:cNvSpPr>
          <p:nvPr>
            <p:ph type="title"/>
          </p:nvPr>
        </p:nvSpPr>
        <p:spPr/>
        <p:txBody>
          <a:bodyPr/>
          <a:lstStyle/>
          <a:p>
            <a:r>
              <a:rPr lang="en-US" altLang="ja-JP"/>
              <a:t>Tree with accompanying text</a:t>
            </a:r>
            <a:endParaRPr lang="en-US" dirty="0"/>
          </a:p>
        </p:txBody>
      </p:sp>
      <p:sp>
        <p:nvSpPr>
          <p:cNvPr id="36" name="TextBox 35"/>
          <p:cNvSpPr txBox="1"/>
          <p:nvPr/>
        </p:nvSpPr>
        <p:spPr>
          <a:xfrm>
            <a:off x="5829579" y="2108417"/>
            <a:ext cx="2526030" cy="461665"/>
          </a:xfrm>
          <a:prstGeom prst="rect">
            <a:avLst/>
          </a:prstGeom>
          <a:noFill/>
        </p:spPr>
        <p:txBody>
          <a:bodyPr wrap="square" lIns="0" tIns="0" rIns="0" bIns="0" rtlCol="0">
            <a:spAutoFit/>
          </a:bodyPr>
          <a:lstStyle/>
          <a:p>
            <a:r>
              <a:rPr lang="en-US" sz="1000" b="1" dirty="0">
                <a:latin typeface="Aptos" panose="020B0004020202020204" pitchFamily="34" charset="0"/>
                <a:cs typeface="Times New Roman" pitchFamily="18" charset="0"/>
              </a:rPr>
              <a:t>Lorem ipsum </a:t>
            </a:r>
            <a:br>
              <a:rPr lang="en-US" sz="1000" b="1" dirty="0">
                <a:latin typeface="Aptos" panose="020B0004020202020204" pitchFamily="34" charset="0"/>
              </a:rPr>
            </a:br>
            <a:r>
              <a:rPr lang="en-US" sz="1000" dirty="0">
                <a:latin typeface="Aptos" panose="020B0004020202020204" pitchFamily="34" charset="0"/>
              </a:rPr>
              <a:t>This is dummy text it is not here to be read this is dummy text it is not here to be read. </a:t>
            </a:r>
          </a:p>
        </p:txBody>
      </p:sp>
      <p:sp>
        <p:nvSpPr>
          <p:cNvPr id="41" name="Oval 8"/>
          <p:cNvSpPr/>
          <p:nvPr/>
        </p:nvSpPr>
        <p:spPr>
          <a:xfrm rot="21012786">
            <a:off x="5382548" y="2141223"/>
            <a:ext cx="390015" cy="193666"/>
          </a:xfrm>
          <a:custGeom>
            <a:avLst/>
            <a:gdLst>
              <a:gd name="connsiteX0" fmla="*/ 0 w 1587398"/>
              <a:gd name="connsiteY0" fmla="*/ 416967 h 833933"/>
              <a:gd name="connsiteX1" fmla="*/ 793699 w 1587398"/>
              <a:gd name="connsiteY1" fmla="*/ 0 h 833933"/>
              <a:gd name="connsiteX2" fmla="*/ 1587398 w 1587398"/>
              <a:gd name="connsiteY2" fmla="*/ 416967 h 833933"/>
              <a:gd name="connsiteX3" fmla="*/ 793699 w 1587398"/>
              <a:gd name="connsiteY3" fmla="*/ 833934 h 833933"/>
              <a:gd name="connsiteX4" fmla="*/ 0 w 1587398"/>
              <a:gd name="connsiteY4" fmla="*/ 416967 h 833933"/>
              <a:gd name="connsiteX0" fmla="*/ 0 w 1777593"/>
              <a:gd name="connsiteY0" fmla="*/ 416972 h 833945"/>
              <a:gd name="connsiteX1" fmla="*/ 793699 w 1777593"/>
              <a:gd name="connsiteY1" fmla="*/ 5 h 833945"/>
              <a:gd name="connsiteX2" fmla="*/ 1777593 w 1777593"/>
              <a:gd name="connsiteY2" fmla="*/ 424287 h 833945"/>
              <a:gd name="connsiteX3" fmla="*/ 793699 w 1777593"/>
              <a:gd name="connsiteY3" fmla="*/ 833939 h 833945"/>
              <a:gd name="connsiteX4" fmla="*/ 0 w 1777593"/>
              <a:gd name="connsiteY4" fmla="*/ 416972 h 833945"/>
              <a:gd name="connsiteX0" fmla="*/ 0 w 2062886"/>
              <a:gd name="connsiteY0" fmla="*/ 409675 h 833982"/>
              <a:gd name="connsiteX1" fmla="*/ 1078992 w 2062886"/>
              <a:gd name="connsiteY1" fmla="*/ 24 h 833982"/>
              <a:gd name="connsiteX2" fmla="*/ 2062886 w 2062886"/>
              <a:gd name="connsiteY2" fmla="*/ 424306 h 833982"/>
              <a:gd name="connsiteX3" fmla="*/ 1078992 w 2062886"/>
              <a:gd name="connsiteY3" fmla="*/ 833958 h 833982"/>
              <a:gd name="connsiteX4" fmla="*/ 0 w 2062886"/>
              <a:gd name="connsiteY4" fmla="*/ 409675 h 833982"/>
              <a:gd name="connsiteX0" fmla="*/ 53 w 2062939"/>
              <a:gd name="connsiteY0" fmla="*/ 409663 h 833970"/>
              <a:gd name="connsiteX1" fmla="*/ 1079045 w 2062939"/>
              <a:gd name="connsiteY1" fmla="*/ 12 h 833970"/>
              <a:gd name="connsiteX2" fmla="*/ 2062939 w 2062939"/>
              <a:gd name="connsiteY2" fmla="*/ 424294 h 833970"/>
              <a:gd name="connsiteX3" fmla="*/ 1079045 w 2062939"/>
              <a:gd name="connsiteY3" fmla="*/ 833946 h 833970"/>
              <a:gd name="connsiteX4" fmla="*/ 53 w 2062939"/>
              <a:gd name="connsiteY4" fmla="*/ 409663 h 833970"/>
              <a:gd name="connsiteX0" fmla="*/ 53 w 2062939"/>
              <a:gd name="connsiteY0" fmla="*/ 409663 h 833970"/>
              <a:gd name="connsiteX1" fmla="*/ 1079045 w 2062939"/>
              <a:gd name="connsiteY1" fmla="*/ 12 h 833970"/>
              <a:gd name="connsiteX2" fmla="*/ 2062939 w 2062939"/>
              <a:gd name="connsiteY2" fmla="*/ 424294 h 833970"/>
              <a:gd name="connsiteX3" fmla="*/ 1079045 w 2062939"/>
              <a:gd name="connsiteY3" fmla="*/ 833946 h 833970"/>
              <a:gd name="connsiteX4" fmla="*/ 53 w 2062939"/>
              <a:gd name="connsiteY4" fmla="*/ 409663 h 833970"/>
              <a:gd name="connsiteX0" fmla="*/ 53 w 2062939"/>
              <a:gd name="connsiteY0" fmla="*/ 409663 h 833956"/>
              <a:gd name="connsiteX1" fmla="*/ 1079045 w 2062939"/>
              <a:gd name="connsiteY1" fmla="*/ 12 h 833956"/>
              <a:gd name="connsiteX2" fmla="*/ 2062939 w 2062939"/>
              <a:gd name="connsiteY2" fmla="*/ 424294 h 833956"/>
              <a:gd name="connsiteX3" fmla="*/ 1079045 w 2062939"/>
              <a:gd name="connsiteY3" fmla="*/ 833946 h 833956"/>
              <a:gd name="connsiteX4" fmla="*/ 53 w 2062939"/>
              <a:gd name="connsiteY4" fmla="*/ 409663 h 833956"/>
              <a:gd name="connsiteX0" fmla="*/ 87 w 2062973"/>
              <a:gd name="connsiteY0" fmla="*/ 409663 h 833956"/>
              <a:gd name="connsiteX1" fmla="*/ 1079079 w 2062973"/>
              <a:gd name="connsiteY1" fmla="*/ 12 h 833956"/>
              <a:gd name="connsiteX2" fmla="*/ 2062973 w 2062973"/>
              <a:gd name="connsiteY2" fmla="*/ 424294 h 833956"/>
              <a:gd name="connsiteX3" fmla="*/ 1079079 w 2062973"/>
              <a:gd name="connsiteY3" fmla="*/ 833946 h 833956"/>
              <a:gd name="connsiteX4" fmla="*/ 87 w 2062973"/>
              <a:gd name="connsiteY4" fmla="*/ 409663 h 833956"/>
              <a:gd name="connsiteX0" fmla="*/ 87 w 2062973"/>
              <a:gd name="connsiteY0" fmla="*/ 409663 h 833956"/>
              <a:gd name="connsiteX1" fmla="*/ 1079079 w 2062973"/>
              <a:gd name="connsiteY1" fmla="*/ 12 h 833956"/>
              <a:gd name="connsiteX2" fmla="*/ 2062973 w 2062973"/>
              <a:gd name="connsiteY2" fmla="*/ 424294 h 833956"/>
              <a:gd name="connsiteX3" fmla="*/ 1079079 w 2062973"/>
              <a:gd name="connsiteY3" fmla="*/ 833946 h 833956"/>
              <a:gd name="connsiteX4" fmla="*/ 87 w 2062973"/>
              <a:gd name="connsiteY4" fmla="*/ 409663 h 833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2973" h="833956">
                <a:moveTo>
                  <a:pt x="87" y="409663"/>
                </a:moveTo>
                <a:cubicBezTo>
                  <a:pt x="-7228" y="376889"/>
                  <a:pt x="442657" y="-2427"/>
                  <a:pt x="1079079" y="12"/>
                </a:cubicBezTo>
                <a:cubicBezTo>
                  <a:pt x="1715501" y="2451"/>
                  <a:pt x="2062973" y="413465"/>
                  <a:pt x="2062973" y="424294"/>
                </a:cubicBezTo>
                <a:cubicBezTo>
                  <a:pt x="2055658" y="413178"/>
                  <a:pt x="1795969" y="836385"/>
                  <a:pt x="1079079" y="833946"/>
                </a:cubicBezTo>
                <a:cubicBezTo>
                  <a:pt x="362189" y="831507"/>
                  <a:pt x="7402" y="442437"/>
                  <a:pt x="87" y="409663"/>
                </a:cubicBezTo>
                <a:close/>
              </a:path>
            </a:pathLst>
          </a:custGeom>
          <a:solidFill>
            <a:srgbClr val="C4D6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74295" tIns="74295" rIns="74295" bIns="74295" rtlCol="0" anchor="ctr">
            <a:noAutofit/>
          </a:bodyPr>
          <a:lstStyle/>
          <a:p>
            <a:pPr algn="ctr"/>
            <a:endParaRPr lang="en-US" sz="1138" dirty="0">
              <a:solidFill>
                <a:schemeClr val="tx2"/>
              </a:solidFill>
              <a:latin typeface="Aptos" panose="020B0004020202020204" pitchFamily="34" charset="0"/>
            </a:endParaRPr>
          </a:p>
        </p:txBody>
      </p:sp>
      <p:sp>
        <p:nvSpPr>
          <p:cNvPr id="39" name="TextBox 38"/>
          <p:cNvSpPr txBox="1"/>
          <p:nvPr/>
        </p:nvSpPr>
        <p:spPr>
          <a:xfrm>
            <a:off x="5829579" y="2911463"/>
            <a:ext cx="2526030" cy="461665"/>
          </a:xfrm>
          <a:prstGeom prst="rect">
            <a:avLst/>
          </a:prstGeom>
          <a:noFill/>
        </p:spPr>
        <p:txBody>
          <a:bodyPr wrap="square" lIns="0" tIns="0" rIns="0" bIns="0" rtlCol="0">
            <a:spAutoFit/>
          </a:bodyPr>
          <a:lstStyle/>
          <a:p>
            <a:r>
              <a:rPr lang="en-US" sz="1000" b="1" dirty="0" err="1">
                <a:latin typeface="Aptos" panose="020B0004020202020204" pitchFamily="34" charset="0"/>
                <a:cs typeface="Times New Roman" pitchFamily="18" charset="0"/>
              </a:rPr>
              <a:t>Lorem</a:t>
            </a:r>
            <a:r>
              <a:rPr lang="en-US" sz="1000" b="1" dirty="0">
                <a:latin typeface="Aptos" panose="020B0004020202020204" pitchFamily="34" charset="0"/>
                <a:cs typeface="Times New Roman" pitchFamily="18" charset="0"/>
              </a:rPr>
              <a:t> </a:t>
            </a:r>
            <a:r>
              <a:rPr lang="en-US" sz="1000" b="1" dirty="0" err="1">
                <a:latin typeface="Aptos" panose="020B0004020202020204" pitchFamily="34" charset="0"/>
                <a:cs typeface="Times New Roman" pitchFamily="18" charset="0"/>
              </a:rPr>
              <a:t>ipsum</a:t>
            </a:r>
            <a:r>
              <a:rPr lang="en-US" sz="1000" b="1" dirty="0">
                <a:latin typeface="Aptos" panose="020B0004020202020204" pitchFamily="34" charset="0"/>
                <a:cs typeface="Times New Roman" pitchFamily="18" charset="0"/>
              </a:rPr>
              <a:t> </a:t>
            </a:r>
            <a:br>
              <a:rPr lang="en-US" sz="1000" b="1" dirty="0">
                <a:latin typeface="Aptos" panose="020B0004020202020204" pitchFamily="34" charset="0"/>
              </a:rPr>
            </a:br>
            <a:r>
              <a:rPr lang="en-US" sz="1000" dirty="0">
                <a:latin typeface="Aptos" panose="020B0004020202020204" pitchFamily="34" charset="0"/>
              </a:rPr>
              <a:t>This is dummy text it is not here to be read this is dummy text it is not here to be read.</a:t>
            </a:r>
          </a:p>
        </p:txBody>
      </p:sp>
      <p:sp>
        <p:nvSpPr>
          <p:cNvPr id="42" name="Oval 8"/>
          <p:cNvSpPr/>
          <p:nvPr/>
        </p:nvSpPr>
        <p:spPr>
          <a:xfrm rot="13988512">
            <a:off x="5399818" y="2990555"/>
            <a:ext cx="355479" cy="187883"/>
          </a:xfrm>
          <a:custGeom>
            <a:avLst/>
            <a:gdLst>
              <a:gd name="connsiteX0" fmla="*/ 0 w 1587398"/>
              <a:gd name="connsiteY0" fmla="*/ 416967 h 833933"/>
              <a:gd name="connsiteX1" fmla="*/ 793699 w 1587398"/>
              <a:gd name="connsiteY1" fmla="*/ 0 h 833933"/>
              <a:gd name="connsiteX2" fmla="*/ 1587398 w 1587398"/>
              <a:gd name="connsiteY2" fmla="*/ 416967 h 833933"/>
              <a:gd name="connsiteX3" fmla="*/ 793699 w 1587398"/>
              <a:gd name="connsiteY3" fmla="*/ 833934 h 833933"/>
              <a:gd name="connsiteX4" fmla="*/ 0 w 1587398"/>
              <a:gd name="connsiteY4" fmla="*/ 416967 h 833933"/>
              <a:gd name="connsiteX0" fmla="*/ 0 w 1777593"/>
              <a:gd name="connsiteY0" fmla="*/ 416972 h 833945"/>
              <a:gd name="connsiteX1" fmla="*/ 793699 w 1777593"/>
              <a:gd name="connsiteY1" fmla="*/ 5 h 833945"/>
              <a:gd name="connsiteX2" fmla="*/ 1777593 w 1777593"/>
              <a:gd name="connsiteY2" fmla="*/ 424287 h 833945"/>
              <a:gd name="connsiteX3" fmla="*/ 793699 w 1777593"/>
              <a:gd name="connsiteY3" fmla="*/ 833939 h 833945"/>
              <a:gd name="connsiteX4" fmla="*/ 0 w 1777593"/>
              <a:gd name="connsiteY4" fmla="*/ 416972 h 833945"/>
              <a:gd name="connsiteX0" fmla="*/ 0 w 2062886"/>
              <a:gd name="connsiteY0" fmla="*/ 409675 h 833982"/>
              <a:gd name="connsiteX1" fmla="*/ 1078992 w 2062886"/>
              <a:gd name="connsiteY1" fmla="*/ 24 h 833982"/>
              <a:gd name="connsiteX2" fmla="*/ 2062886 w 2062886"/>
              <a:gd name="connsiteY2" fmla="*/ 424306 h 833982"/>
              <a:gd name="connsiteX3" fmla="*/ 1078992 w 2062886"/>
              <a:gd name="connsiteY3" fmla="*/ 833958 h 833982"/>
              <a:gd name="connsiteX4" fmla="*/ 0 w 2062886"/>
              <a:gd name="connsiteY4" fmla="*/ 409675 h 833982"/>
              <a:gd name="connsiteX0" fmla="*/ 53 w 2062939"/>
              <a:gd name="connsiteY0" fmla="*/ 409663 h 833970"/>
              <a:gd name="connsiteX1" fmla="*/ 1079045 w 2062939"/>
              <a:gd name="connsiteY1" fmla="*/ 12 h 833970"/>
              <a:gd name="connsiteX2" fmla="*/ 2062939 w 2062939"/>
              <a:gd name="connsiteY2" fmla="*/ 424294 h 833970"/>
              <a:gd name="connsiteX3" fmla="*/ 1079045 w 2062939"/>
              <a:gd name="connsiteY3" fmla="*/ 833946 h 833970"/>
              <a:gd name="connsiteX4" fmla="*/ 53 w 2062939"/>
              <a:gd name="connsiteY4" fmla="*/ 409663 h 833970"/>
              <a:gd name="connsiteX0" fmla="*/ 53 w 2062939"/>
              <a:gd name="connsiteY0" fmla="*/ 409663 h 833970"/>
              <a:gd name="connsiteX1" fmla="*/ 1079045 w 2062939"/>
              <a:gd name="connsiteY1" fmla="*/ 12 h 833970"/>
              <a:gd name="connsiteX2" fmla="*/ 2062939 w 2062939"/>
              <a:gd name="connsiteY2" fmla="*/ 424294 h 833970"/>
              <a:gd name="connsiteX3" fmla="*/ 1079045 w 2062939"/>
              <a:gd name="connsiteY3" fmla="*/ 833946 h 833970"/>
              <a:gd name="connsiteX4" fmla="*/ 53 w 2062939"/>
              <a:gd name="connsiteY4" fmla="*/ 409663 h 833970"/>
              <a:gd name="connsiteX0" fmla="*/ 53 w 2062939"/>
              <a:gd name="connsiteY0" fmla="*/ 409663 h 833956"/>
              <a:gd name="connsiteX1" fmla="*/ 1079045 w 2062939"/>
              <a:gd name="connsiteY1" fmla="*/ 12 h 833956"/>
              <a:gd name="connsiteX2" fmla="*/ 2062939 w 2062939"/>
              <a:gd name="connsiteY2" fmla="*/ 424294 h 833956"/>
              <a:gd name="connsiteX3" fmla="*/ 1079045 w 2062939"/>
              <a:gd name="connsiteY3" fmla="*/ 833946 h 833956"/>
              <a:gd name="connsiteX4" fmla="*/ 53 w 2062939"/>
              <a:gd name="connsiteY4" fmla="*/ 409663 h 833956"/>
              <a:gd name="connsiteX0" fmla="*/ 87 w 2062973"/>
              <a:gd name="connsiteY0" fmla="*/ 409663 h 833956"/>
              <a:gd name="connsiteX1" fmla="*/ 1079079 w 2062973"/>
              <a:gd name="connsiteY1" fmla="*/ 12 h 833956"/>
              <a:gd name="connsiteX2" fmla="*/ 2062973 w 2062973"/>
              <a:gd name="connsiteY2" fmla="*/ 424294 h 833956"/>
              <a:gd name="connsiteX3" fmla="*/ 1079079 w 2062973"/>
              <a:gd name="connsiteY3" fmla="*/ 833946 h 833956"/>
              <a:gd name="connsiteX4" fmla="*/ 87 w 2062973"/>
              <a:gd name="connsiteY4" fmla="*/ 409663 h 833956"/>
              <a:gd name="connsiteX0" fmla="*/ 87 w 2062973"/>
              <a:gd name="connsiteY0" fmla="*/ 409663 h 833956"/>
              <a:gd name="connsiteX1" fmla="*/ 1079079 w 2062973"/>
              <a:gd name="connsiteY1" fmla="*/ 12 h 833956"/>
              <a:gd name="connsiteX2" fmla="*/ 2062973 w 2062973"/>
              <a:gd name="connsiteY2" fmla="*/ 424294 h 833956"/>
              <a:gd name="connsiteX3" fmla="*/ 1079079 w 2062973"/>
              <a:gd name="connsiteY3" fmla="*/ 833946 h 833956"/>
              <a:gd name="connsiteX4" fmla="*/ 87 w 2062973"/>
              <a:gd name="connsiteY4" fmla="*/ 409663 h 833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2973" h="833956">
                <a:moveTo>
                  <a:pt x="87" y="409663"/>
                </a:moveTo>
                <a:cubicBezTo>
                  <a:pt x="-7228" y="376889"/>
                  <a:pt x="442657" y="-2427"/>
                  <a:pt x="1079079" y="12"/>
                </a:cubicBezTo>
                <a:cubicBezTo>
                  <a:pt x="1715501" y="2451"/>
                  <a:pt x="2062973" y="413465"/>
                  <a:pt x="2062973" y="424294"/>
                </a:cubicBezTo>
                <a:cubicBezTo>
                  <a:pt x="2055658" y="413178"/>
                  <a:pt x="1795969" y="836385"/>
                  <a:pt x="1079079" y="833946"/>
                </a:cubicBezTo>
                <a:cubicBezTo>
                  <a:pt x="362189" y="831507"/>
                  <a:pt x="7402" y="442437"/>
                  <a:pt x="87" y="409663"/>
                </a:cubicBezTo>
                <a:close/>
              </a:path>
            </a:pathLst>
          </a:cu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37" name="TextBox 36"/>
          <p:cNvSpPr txBox="1"/>
          <p:nvPr/>
        </p:nvSpPr>
        <p:spPr>
          <a:xfrm>
            <a:off x="5845056" y="3714508"/>
            <a:ext cx="2526030" cy="461665"/>
          </a:xfrm>
          <a:prstGeom prst="rect">
            <a:avLst/>
          </a:prstGeom>
          <a:noFill/>
        </p:spPr>
        <p:txBody>
          <a:bodyPr wrap="square" lIns="0" tIns="0" rIns="0" bIns="0" rtlCol="0">
            <a:spAutoFit/>
          </a:bodyPr>
          <a:lstStyle/>
          <a:p>
            <a:r>
              <a:rPr lang="en-US" sz="1000" b="1" dirty="0" err="1">
                <a:latin typeface="Aptos" panose="020B0004020202020204" pitchFamily="34" charset="0"/>
                <a:cs typeface="Times New Roman" pitchFamily="18" charset="0"/>
              </a:rPr>
              <a:t>Lorem</a:t>
            </a:r>
            <a:r>
              <a:rPr lang="en-US" sz="1000" b="1" dirty="0">
                <a:latin typeface="Aptos" panose="020B0004020202020204" pitchFamily="34" charset="0"/>
                <a:cs typeface="Times New Roman" pitchFamily="18" charset="0"/>
              </a:rPr>
              <a:t> </a:t>
            </a:r>
            <a:r>
              <a:rPr lang="en-US" sz="1000" b="1" dirty="0" err="1">
                <a:latin typeface="Aptos" panose="020B0004020202020204" pitchFamily="34" charset="0"/>
                <a:cs typeface="Times New Roman" pitchFamily="18" charset="0"/>
              </a:rPr>
              <a:t>ipsum</a:t>
            </a:r>
            <a:r>
              <a:rPr lang="en-US" sz="1000" b="1" dirty="0">
                <a:latin typeface="Aptos" panose="020B0004020202020204" pitchFamily="34" charset="0"/>
                <a:cs typeface="Times New Roman" pitchFamily="18" charset="0"/>
              </a:rPr>
              <a:t> </a:t>
            </a:r>
            <a:br>
              <a:rPr lang="en-US" sz="1000" b="1" dirty="0">
                <a:latin typeface="Aptos" panose="020B0004020202020204" pitchFamily="34" charset="0"/>
              </a:rPr>
            </a:br>
            <a:r>
              <a:rPr lang="en-US" sz="1000" dirty="0">
                <a:latin typeface="Aptos" panose="020B0004020202020204" pitchFamily="34" charset="0"/>
              </a:rPr>
              <a:t>This is dummy text it is not here to be read this is dummy text it is not here to be read.</a:t>
            </a:r>
          </a:p>
        </p:txBody>
      </p:sp>
      <p:sp>
        <p:nvSpPr>
          <p:cNvPr id="43" name="Oval 8"/>
          <p:cNvSpPr/>
          <p:nvPr/>
        </p:nvSpPr>
        <p:spPr>
          <a:xfrm rot="17081601">
            <a:off x="5371767" y="3821048"/>
            <a:ext cx="411578" cy="204373"/>
          </a:xfrm>
          <a:custGeom>
            <a:avLst/>
            <a:gdLst>
              <a:gd name="connsiteX0" fmla="*/ 0 w 1587398"/>
              <a:gd name="connsiteY0" fmla="*/ 416967 h 833933"/>
              <a:gd name="connsiteX1" fmla="*/ 793699 w 1587398"/>
              <a:gd name="connsiteY1" fmla="*/ 0 h 833933"/>
              <a:gd name="connsiteX2" fmla="*/ 1587398 w 1587398"/>
              <a:gd name="connsiteY2" fmla="*/ 416967 h 833933"/>
              <a:gd name="connsiteX3" fmla="*/ 793699 w 1587398"/>
              <a:gd name="connsiteY3" fmla="*/ 833934 h 833933"/>
              <a:gd name="connsiteX4" fmla="*/ 0 w 1587398"/>
              <a:gd name="connsiteY4" fmla="*/ 416967 h 833933"/>
              <a:gd name="connsiteX0" fmla="*/ 0 w 1777593"/>
              <a:gd name="connsiteY0" fmla="*/ 416972 h 833945"/>
              <a:gd name="connsiteX1" fmla="*/ 793699 w 1777593"/>
              <a:gd name="connsiteY1" fmla="*/ 5 h 833945"/>
              <a:gd name="connsiteX2" fmla="*/ 1777593 w 1777593"/>
              <a:gd name="connsiteY2" fmla="*/ 424287 h 833945"/>
              <a:gd name="connsiteX3" fmla="*/ 793699 w 1777593"/>
              <a:gd name="connsiteY3" fmla="*/ 833939 h 833945"/>
              <a:gd name="connsiteX4" fmla="*/ 0 w 1777593"/>
              <a:gd name="connsiteY4" fmla="*/ 416972 h 833945"/>
              <a:gd name="connsiteX0" fmla="*/ 0 w 2062886"/>
              <a:gd name="connsiteY0" fmla="*/ 409675 h 833982"/>
              <a:gd name="connsiteX1" fmla="*/ 1078992 w 2062886"/>
              <a:gd name="connsiteY1" fmla="*/ 24 h 833982"/>
              <a:gd name="connsiteX2" fmla="*/ 2062886 w 2062886"/>
              <a:gd name="connsiteY2" fmla="*/ 424306 h 833982"/>
              <a:gd name="connsiteX3" fmla="*/ 1078992 w 2062886"/>
              <a:gd name="connsiteY3" fmla="*/ 833958 h 833982"/>
              <a:gd name="connsiteX4" fmla="*/ 0 w 2062886"/>
              <a:gd name="connsiteY4" fmla="*/ 409675 h 833982"/>
              <a:gd name="connsiteX0" fmla="*/ 53 w 2062939"/>
              <a:gd name="connsiteY0" fmla="*/ 409663 h 833970"/>
              <a:gd name="connsiteX1" fmla="*/ 1079045 w 2062939"/>
              <a:gd name="connsiteY1" fmla="*/ 12 h 833970"/>
              <a:gd name="connsiteX2" fmla="*/ 2062939 w 2062939"/>
              <a:gd name="connsiteY2" fmla="*/ 424294 h 833970"/>
              <a:gd name="connsiteX3" fmla="*/ 1079045 w 2062939"/>
              <a:gd name="connsiteY3" fmla="*/ 833946 h 833970"/>
              <a:gd name="connsiteX4" fmla="*/ 53 w 2062939"/>
              <a:gd name="connsiteY4" fmla="*/ 409663 h 833970"/>
              <a:gd name="connsiteX0" fmla="*/ 53 w 2062939"/>
              <a:gd name="connsiteY0" fmla="*/ 409663 h 833970"/>
              <a:gd name="connsiteX1" fmla="*/ 1079045 w 2062939"/>
              <a:gd name="connsiteY1" fmla="*/ 12 h 833970"/>
              <a:gd name="connsiteX2" fmla="*/ 2062939 w 2062939"/>
              <a:gd name="connsiteY2" fmla="*/ 424294 h 833970"/>
              <a:gd name="connsiteX3" fmla="*/ 1079045 w 2062939"/>
              <a:gd name="connsiteY3" fmla="*/ 833946 h 833970"/>
              <a:gd name="connsiteX4" fmla="*/ 53 w 2062939"/>
              <a:gd name="connsiteY4" fmla="*/ 409663 h 833970"/>
              <a:gd name="connsiteX0" fmla="*/ 53 w 2062939"/>
              <a:gd name="connsiteY0" fmla="*/ 409663 h 833956"/>
              <a:gd name="connsiteX1" fmla="*/ 1079045 w 2062939"/>
              <a:gd name="connsiteY1" fmla="*/ 12 h 833956"/>
              <a:gd name="connsiteX2" fmla="*/ 2062939 w 2062939"/>
              <a:gd name="connsiteY2" fmla="*/ 424294 h 833956"/>
              <a:gd name="connsiteX3" fmla="*/ 1079045 w 2062939"/>
              <a:gd name="connsiteY3" fmla="*/ 833946 h 833956"/>
              <a:gd name="connsiteX4" fmla="*/ 53 w 2062939"/>
              <a:gd name="connsiteY4" fmla="*/ 409663 h 833956"/>
              <a:gd name="connsiteX0" fmla="*/ 87 w 2062973"/>
              <a:gd name="connsiteY0" fmla="*/ 409663 h 833956"/>
              <a:gd name="connsiteX1" fmla="*/ 1079079 w 2062973"/>
              <a:gd name="connsiteY1" fmla="*/ 12 h 833956"/>
              <a:gd name="connsiteX2" fmla="*/ 2062973 w 2062973"/>
              <a:gd name="connsiteY2" fmla="*/ 424294 h 833956"/>
              <a:gd name="connsiteX3" fmla="*/ 1079079 w 2062973"/>
              <a:gd name="connsiteY3" fmla="*/ 833946 h 833956"/>
              <a:gd name="connsiteX4" fmla="*/ 87 w 2062973"/>
              <a:gd name="connsiteY4" fmla="*/ 409663 h 833956"/>
              <a:gd name="connsiteX0" fmla="*/ 87 w 2062973"/>
              <a:gd name="connsiteY0" fmla="*/ 409663 h 833956"/>
              <a:gd name="connsiteX1" fmla="*/ 1079079 w 2062973"/>
              <a:gd name="connsiteY1" fmla="*/ 12 h 833956"/>
              <a:gd name="connsiteX2" fmla="*/ 2062973 w 2062973"/>
              <a:gd name="connsiteY2" fmla="*/ 424294 h 833956"/>
              <a:gd name="connsiteX3" fmla="*/ 1079079 w 2062973"/>
              <a:gd name="connsiteY3" fmla="*/ 833946 h 833956"/>
              <a:gd name="connsiteX4" fmla="*/ 87 w 2062973"/>
              <a:gd name="connsiteY4" fmla="*/ 409663 h 833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2973" h="833956">
                <a:moveTo>
                  <a:pt x="87" y="409663"/>
                </a:moveTo>
                <a:cubicBezTo>
                  <a:pt x="-7228" y="376889"/>
                  <a:pt x="442657" y="-2427"/>
                  <a:pt x="1079079" y="12"/>
                </a:cubicBezTo>
                <a:cubicBezTo>
                  <a:pt x="1715501" y="2451"/>
                  <a:pt x="2062973" y="413465"/>
                  <a:pt x="2062973" y="424294"/>
                </a:cubicBezTo>
                <a:cubicBezTo>
                  <a:pt x="2055658" y="413178"/>
                  <a:pt x="1795969" y="836385"/>
                  <a:pt x="1079079" y="833946"/>
                </a:cubicBezTo>
                <a:cubicBezTo>
                  <a:pt x="362189" y="831507"/>
                  <a:pt x="7402" y="442437"/>
                  <a:pt x="87" y="409663"/>
                </a:cubicBez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38" name="TextBox 37"/>
          <p:cNvSpPr txBox="1"/>
          <p:nvPr/>
        </p:nvSpPr>
        <p:spPr>
          <a:xfrm>
            <a:off x="5845056" y="4517554"/>
            <a:ext cx="2526030" cy="461665"/>
          </a:xfrm>
          <a:prstGeom prst="rect">
            <a:avLst/>
          </a:prstGeom>
          <a:noFill/>
        </p:spPr>
        <p:txBody>
          <a:bodyPr wrap="square" lIns="0" tIns="0" rIns="0" bIns="0" rtlCol="0">
            <a:spAutoFit/>
          </a:bodyPr>
          <a:lstStyle/>
          <a:p>
            <a:r>
              <a:rPr lang="en-US" sz="1000" b="1" dirty="0" err="1">
                <a:latin typeface="Aptos" panose="020B0004020202020204" pitchFamily="34" charset="0"/>
                <a:cs typeface="Times New Roman" pitchFamily="18" charset="0"/>
              </a:rPr>
              <a:t>Lorem</a:t>
            </a:r>
            <a:r>
              <a:rPr lang="en-US" sz="1000" b="1" dirty="0">
                <a:latin typeface="Aptos" panose="020B0004020202020204" pitchFamily="34" charset="0"/>
                <a:cs typeface="Times New Roman" pitchFamily="18" charset="0"/>
              </a:rPr>
              <a:t> </a:t>
            </a:r>
            <a:r>
              <a:rPr lang="en-US" sz="1000" b="1" dirty="0" err="1">
                <a:latin typeface="Aptos" panose="020B0004020202020204" pitchFamily="34" charset="0"/>
                <a:cs typeface="Times New Roman" pitchFamily="18" charset="0"/>
              </a:rPr>
              <a:t>ipsum</a:t>
            </a:r>
            <a:r>
              <a:rPr lang="en-US" sz="1000" b="1" dirty="0">
                <a:latin typeface="Aptos" panose="020B0004020202020204" pitchFamily="34" charset="0"/>
                <a:cs typeface="Times New Roman" pitchFamily="18" charset="0"/>
              </a:rPr>
              <a:t> </a:t>
            </a:r>
            <a:br>
              <a:rPr lang="en-US" sz="1000" b="1" dirty="0">
                <a:latin typeface="Aptos" panose="020B0004020202020204" pitchFamily="34" charset="0"/>
              </a:rPr>
            </a:br>
            <a:r>
              <a:rPr lang="en-US" sz="1000" dirty="0">
                <a:latin typeface="Aptos" panose="020B0004020202020204" pitchFamily="34" charset="0"/>
              </a:rPr>
              <a:t>This is dummy text it is not here to be read this is dummy text it is not here to be read.</a:t>
            </a:r>
          </a:p>
        </p:txBody>
      </p:sp>
      <p:sp>
        <p:nvSpPr>
          <p:cNvPr id="44" name="Oval 8"/>
          <p:cNvSpPr/>
          <p:nvPr/>
        </p:nvSpPr>
        <p:spPr>
          <a:xfrm rot="20617441">
            <a:off x="5379996" y="4560266"/>
            <a:ext cx="395120" cy="162294"/>
          </a:xfrm>
          <a:custGeom>
            <a:avLst/>
            <a:gdLst>
              <a:gd name="connsiteX0" fmla="*/ 0 w 1587398"/>
              <a:gd name="connsiteY0" fmla="*/ 416967 h 833933"/>
              <a:gd name="connsiteX1" fmla="*/ 793699 w 1587398"/>
              <a:gd name="connsiteY1" fmla="*/ 0 h 833933"/>
              <a:gd name="connsiteX2" fmla="*/ 1587398 w 1587398"/>
              <a:gd name="connsiteY2" fmla="*/ 416967 h 833933"/>
              <a:gd name="connsiteX3" fmla="*/ 793699 w 1587398"/>
              <a:gd name="connsiteY3" fmla="*/ 833934 h 833933"/>
              <a:gd name="connsiteX4" fmla="*/ 0 w 1587398"/>
              <a:gd name="connsiteY4" fmla="*/ 416967 h 833933"/>
              <a:gd name="connsiteX0" fmla="*/ 0 w 1777593"/>
              <a:gd name="connsiteY0" fmla="*/ 416972 h 833945"/>
              <a:gd name="connsiteX1" fmla="*/ 793699 w 1777593"/>
              <a:gd name="connsiteY1" fmla="*/ 5 h 833945"/>
              <a:gd name="connsiteX2" fmla="*/ 1777593 w 1777593"/>
              <a:gd name="connsiteY2" fmla="*/ 424287 h 833945"/>
              <a:gd name="connsiteX3" fmla="*/ 793699 w 1777593"/>
              <a:gd name="connsiteY3" fmla="*/ 833939 h 833945"/>
              <a:gd name="connsiteX4" fmla="*/ 0 w 1777593"/>
              <a:gd name="connsiteY4" fmla="*/ 416972 h 833945"/>
              <a:gd name="connsiteX0" fmla="*/ 0 w 2062886"/>
              <a:gd name="connsiteY0" fmla="*/ 409675 h 833982"/>
              <a:gd name="connsiteX1" fmla="*/ 1078992 w 2062886"/>
              <a:gd name="connsiteY1" fmla="*/ 24 h 833982"/>
              <a:gd name="connsiteX2" fmla="*/ 2062886 w 2062886"/>
              <a:gd name="connsiteY2" fmla="*/ 424306 h 833982"/>
              <a:gd name="connsiteX3" fmla="*/ 1078992 w 2062886"/>
              <a:gd name="connsiteY3" fmla="*/ 833958 h 833982"/>
              <a:gd name="connsiteX4" fmla="*/ 0 w 2062886"/>
              <a:gd name="connsiteY4" fmla="*/ 409675 h 833982"/>
              <a:gd name="connsiteX0" fmla="*/ 53 w 2062939"/>
              <a:gd name="connsiteY0" fmla="*/ 409663 h 833970"/>
              <a:gd name="connsiteX1" fmla="*/ 1079045 w 2062939"/>
              <a:gd name="connsiteY1" fmla="*/ 12 h 833970"/>
              <a:gd name="connsiteX2" fmla="*/ 2062939 w 2062939"/>
              <a:gd name="connsiteY2" fmla="*/ 424294 h 833970"/>
              <a:gd name="connsiteX3" fmla="*/ 1079045 w 2062939"/>
              <a:gd name="connsiteY3" fmla="*/ 833946 h 833970"/>
              <a:gd name="connsiteX4" fmla="*/ 53 w 2062939"/>
              <a:gd name="connsiteY4" fmla="*/ 409663 h 833970"/>
              <a:gd name="connsiteX0" fmla="*/ 53 w 2062939"/>
              <a:gd name="connsiteY0" fmla="*/ 409663 h 833970"/>
              <a:gd name="connsiteX1" fmla="*/ 1079045 w 2062939"/>
              <a:gd name="connsiteY1" fmla="*/ 12 h 833970"/>
              <a:gd name="connsiteX2" fmla="*/ 2062939 w 2062939"/>
              <a:gd name="connsiteY2" fmla="*/ 424294 h 833970"/>
              <a:gd name="connsiteX3" fmla="*/ 1079045 w 2062939"/>
              <a:gd name="connsiteY3" fmla="*/ 833946 h 833970"/>
              <a:gd name="connsiteX4" fmla="*/ 53 w 2062939"/>
              <a:gd name="connsiteY4" fmla="*/ 409663 h 833970"/>
              <a:gd name="connsiteX0" fmla="*/ 53 w 2062939"/>
              <a:gd name="connsiteY0" fmla="*/ 409663 h 833956"/>
              <a:gd name="connsiteX1" fmla="*/ 1079045 w 2062939"/>
              <a:gd name="connsiteY1" fmla="*/ 12 h 833956"/>
              <a:gd name="connsiteX2" fmla="*/ 2062939 w 2062939"/>
              <a:gd name="connsiteY2" fmla="*/ 424294 h 833956"/>
              <a:gd name="connsiteX3" fmla="*/ 1079045 w 2062939"/>
              <a:gd name="connsiteY3" fmla="*/ 833946 h 833956"/>
              <a:gd name="connsiteX4" fmla="*/ 53 w 2062939"/>
              <a:gd name="connsiteY4" fmla="*/ 409663 h 833956"/>
              <a:gd name="connsiteX0" fmla="*/ 87 w 2062973"/>
              <a:gd name="connsiteY0" fmla="*/ 409663 h 833956"/>
              <a:gd name="connsiteX1" fmla="*/ 1079079 w 2062973"/>
              <a:gd name="connsiteY1" fmla="*/ 12 h 833956"/>
              <a:gd name="connsiteX2" fmla="*/ 2062973 w 2062973"/>
              <a:gd name="connsiteY2" fmla="*/ 424294 h 833956"/>
              <a:gd name="connsiteX3" fmla="*/ 1079079 w 2062973"/>
              <a:gd name="connsiteY3" fmla="*/ 833946 h 833956"/>
              <a:gd name="connsiteX4" fmla="*/ 87 w 2062973"/>
              <a:gd name="connsiteY4" fmla="*/ 409663 h 833956"/>
              <a:gd name="connsiteX0" fmla="*/ 87 w 2062973"/>
              <a:gd name="connsiteY0" fmla="*/ 409663 h 833956"/>
              <a:gd name="connsiteX1" fmla="*/ 1079079 w 2062973"/>
              <a:gd name="connsiteY1" fmla="*/ 12 h 833956"/>
              <a:gd name="connsiteX2" fmla="*/ 2062973 w 2062973"/>
              <a:gd name="connsiteY2" fmla="*/ 424294 h 833956"/>
              <a:gd name="connsiteX3" fmla="*/ 1079079 w 2062973"/>
              <a:gd name="connsiteY3" fmla="*/ 833946 h 833956"/>
              <a:gd name="connsiteX4" fmla="*/ 87 w 2062973"/>
              <a:gd name="connsiteY4" fmla="*/ 409663 h 833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2973" h="833956">
                <a:moveTo>
                  <a:pt x="87" y="409663"/>
                </a:moveTo>
                <a:cubicBezTo>
                  <a:pt x="-7228" y="376889"/>
                  <a:pt x="442657" y="-2427"/>
                  <a:pt x="1079079" y="12"/>
                </a:cubicBezTo>
                <a:cubicBezTo>
                  <a:pt x="1715501" y="2451"/>
                  <a:pt x="2062973" y="413465"/>
                  <a:pt x="2062973" y="424294"/>
                </a:cubicBezTo>
                <a:cubicBezTo>
                  <a:pt x="2055658" y="413178"/>
                  <a:pt x="1795969" y="836385"/>
                  <a:pt x="1079079" y="833946"/>
                </a:cubicBezTo>
                <a:cubicBezTo>
                  <a:pt x="362189" y="831507"/>
                  <a:pt x="7402" y="442437"/>
                  <a:pt x="87" y="409663"/>
                </a:cubicBez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40" name="TextBox 39"/>
          <p:cNvSpPr txBox="1"/>
          <p:nvPr/>
        </p:nvSpPr>
        <p:spPr>
          <a:xfrm>
            <a:off x="5845056" y="5320601"/>
            <a:ext cx="2526030" cy="461665"/>
          </a:xfrm>
          <a:prstGeom prst="rect">
            <a:avLst/>
          </a:prstGeom>
          <a:noFill/>
        </p:spPr>
        <p:txBody>
          <a:bodyPr wrap="square" lIns="0" tIns="0" rIns="0" bIns="0" rtlCol="0">
            <a:spAutoFit/>
          </a:bodyPr>
          <a:lstStyle/>
          <a:p>
            <a:r>
              <a:rPr lang="en-US" sz="1000" b="1" dirty="0" err="1">
                <a:latin typeface="Aptos" panose="020B0004020202020204" pitchFamily="34" charset="0"/>
                <a:cs typeface="Times New Roman" pitchFamily="18" charset="0"/>
              </a:rPr>
              <a:t>Lorem</a:t>
            </a:r>
            <a:r>
              <a:rPr lang="en-US" sz="1000" b="1" dirty="0">
                <a:latin typeface="Aptos" panose="020B0004020202020204" pitchFamily="34" charset="0"/>
                <a:cs typeface="Times New Roman" pitchFamily="18" charset="0"/>
              </a:rPr>
              <a:t> </a:t>
            </a:r>
            <a:r>
              <a:rPr lang="en-US" sz="1000" b="1" dirty="0" err="1">
                <a:latin typeface="Aptos" panose="020B0004020202020204" pitchFamily="34" charset="0"/>
                <a:cs typeface="Times New Roman" pitchFamily="18" charset="0"/>
              </a:rPr>
              <a:t>ipsum</a:t>
            </a:r>
            <a:r>
              <a:rPr lang="en-US" sz="1000" b="1" dirty="0">
                <a:latin typeface="Aptos" panose="020B0004020202020204" pitchFamily="34" charset="0"/>
                <a:cs typeface="Times New Roman" pitchFamily="18" charset="0"/>
              </a:rPr>
              <a:t> </a:t>
            </a:r>
            <a:br>
              <a:rPr lang="en-US" sz="1000" b="1" dirty="0">
                <a:latin typeface="Aptos" panose="020B0004020202020204" pitchFamily="34" charset="0"/>
              </a:rPr>
            </a:br>
            <a:r>
              <a:rPr lang="en-US" sz="1000" dirty="0">
                <a:latin typeface="Aptos" panose="020B0004020202020204" pitchFamily="34" charset="0"/>
              </a:rPr>
              <a:t>This is dummy text it is not here to be read this is dummy text it is not here to be read.</a:t>
            </a:r>
          </a:p>
        </p:txBody>
      </p:sp>
      <p:sp>
        <p:nvSpPr>
          <p:cNvPr id="45" name="Oval 8"/>
          <p:cNvSpPr/>
          <p:nvPr/>
        </p:nvSpPr>
        <p:spPr>
          <a:xfrm rot="2134922">
            <a:off x="5400887" y="5350606"/>
            <a:ext cx="353332" cy="198911"/>
          </a:xfrm>
          <a:custGeom>
            <a:avLst/>
            <a:gdLst>
              <a:gd name="connsiteX0" fmla="*/ 0 w 1587398"/>
              <a:gd name="connsiteY0" fmla="*/ 416967 h 833933"/>
              <a:gd name="connsiteX1" fmla="*/ 793699 w 1587398"/>
              <a:gd name="connsiteY1" fmla="*/ 0 h 833933"/>
              <a:gd name="connsiteX2" fmla="*/ 1587398 w 1587398"/>
              <a:gd name="connsiteY2" fmla="*/ 416967 h 833933"/>
              <a:gd name="connsiteX3" fmla="*/ 793699 w 1587398"/>
              <a:gd name="connsiteY3" fmla="*/ 833934 h 833933"/>
              <a:gd name="connsiteX4" fmla="*/ 0 w 1587398"/>
              <a:gd name="connsiteY4" fmla="*/ 416967 h 833933"/>
              <a:gd name="connsiteX0" fmla="*/ 0 w 1777593"/>
              <a:gd name="connsiteY0" fmla="*/ 416972 h 833945"/>
              <a:gd name="connsiteX1" fmla="*/ 793699 w 1777593"/>
              <a:gd name="connsiteY1" fmla="*/ 5 h 833945"/>
              <a:gd name="connsiteX2" fmla="*/ 1777593 w 1777593"/>
              <a:gd name="connsiteY2" fmla="*/ 424287 h 833945"/>
              <a:gd name="connsiteX3" fmla="*/ 793699 w 1777593"/>
              <a:gd name="connsiteY3" fmla="*/ 833939 h 833945"/>
              <a:gd name="connsiteX4" fmla="*/ 0 w 1777593"/>
              <a:gd name="connsiteY4" fmla="*/ 416972 h 833945"/>
              <a:gd name="connsiteX0" fmla="*/ 0 w 2062886"/>
              <a:gd name="connsiteY0" fmla="*/ 409675 h 833982"/>
              <a:gd name="connsiteX1" fmla="*/ 1078992 w 2062886"/>
              <a:gd name="connsiteY1" fmla="*/ 24 h 833982"/>
              <a:gd name="connsiteX2" fmla="*/ 2062886 w 2062886"/>
              <a:gd name="connsiteY2" fmla="*/ 424306 h 833982"/>
              <a:gd name="connsiteX3" fmla="*/ 1078992 w 2062886"/>
              <a:gd name="connsiteY3" fmla="*/ 833958 h 833982"/>
              <a:gd name="connsiteX4" fmla="*/ 0 w 2062886"/>
              <a:gd name="connsiteY4" fmla="*/ 409675 h 833982"/>
              <a:gd name="connsiteX0" fmla="*/ 53 w 2062939"/>
              <a:gd name="connsiteY0" fmla="*/ 409663 h 833970"/>
              <a:gd name="connsiteX1" fmla="*/ 1079045 w 2062939"/>
              <a:gd name="connsiteY1" fmla="*/ 12 h 833970"/>
              <a:gd name="connsiteX2" fmla="*/ 2062939 w 2062939"/>
              <a:gd name="connsiteY2" fmla="*/ 424294 h 833970"/>
              <a:gd name="connsiteX3" fmla="*/ 1079045 w 2062939"/>
              <a:gd name="connsiteY3" fmla="*/ 833946 h 833970"/>
              <a:gd name="connsiteX4" fmla="*/ 53 w 2062939"/>
              <a:gd name="connsiteY4" fmla="*/ 409663 h 833970"/>
              <a:gd name="connsiteX0" fmla="*/ 53 w 2062939"/>
              <a:gd name="connsiteY0" fmla="*/ 409663 h 833970"/>
              <a:gd name="connsiteX1" fmla="*/ 1079045 w 2062939"/>
              <a:gd name="connsiteY1" fmla="*/ 12 h 833970"/>
              <a:gd name="connsiteX2" fmla="*/ 2062939 w 2062939"/>
              <a:gd name="connsiteY2" fmla="*/ 424294 h 833970"/>
              <a:gd name="connsiteX3" fmla="*/ 1079045 w 2062939"/>
              <a:gd name="connsiteY3" fmla="*/ 833946 h 833970"/>
              <a:gd name="connsiteX4" fmla="*/ 53 w 2062939"/>
              <a:gd name="connsiteY4" fmla="*/ 409663 h 833970"/>
              <a:gd name="connsiteX0" fmla="*/ 53 w 2062939"/>
              <a:gd name="connsiteY0" fmla="*/ 409663 h 833956"/>
              <a:gd name="connsiteX1" fmla="*/ 1079045 w 2062939"/>
              <a:gd name="connsiteY1" fmla="*/ 12 h 833956"/>
              <a:gd name="connsiteX2" fmla="*/ 2062939 w 2062939"/>
              <a:gd name="connsiteY2" fmla="*/ 424294 h 833956"/>
              <a:gd name="connsiteX3" fmla="*/ 1079045 w 2062939"/>
              <a:gd name="connsiteY3" fmla="*/ 833946 h 833956"/>
              <a:gd name="connsiteX4" fmla="*/ 53 w 2062939"/>
              <a:gd name="connsiteY4" fmla="*/ 409663 h 833956"/>
              <a:gd name="connsiteX0" fmla="*/ 87 w 2062973"/>
              <a:gd name="connsiteY0" fmla="*/ 409663 h 833956"/>
              <a:gd name="connsiteX1" fmla="*/ 1079079 w 2062973"/>
              <a:gd name="connsiteY1" fmla="*/ 12 h 833956"/>
              <a:gd name="connsiteX2" fmla="*/ 2062973 w 2062973"/>
              <a:gd name="connsiteY2" fmla="*/ 424294 h 833956"/>
              <a:gd name="connsiteX3" fmla="*/ 1079079 w 2062973"/>
              <a:gd name="connsiteY3" fmla="*/ 833946 h 833956"/>
              <a:gd name="connsiteX4" fmla="*/ 87 w 2062973"/>
              <a:gd name="connsiteY4" fmla="*/ 409663 h 833956"/>
              <a:gd name="connsiteX0" fmla="*/ 87 w 2062973"/>
              <a:gd name="connsiteY0" fmla="*/ 409663 h 833956"/>
              <a:gd name="connsiteX1" fmla="*/ 1079079 w 2062973"/>
              <a:gd name="connsiteY1" fmla="*/ 12 h 833956"/>
              <a:gd name="connsiteX2" fmla="*/ 2062973 w 2062973"/>
              <a:gd name="connsiteY2" fmla="*/ 424294 h 833956"/>
              <a:gd name="connsiteX3" fmla="*/ 1079079 w 2062973"/>
              <a:gd name="connsiteY3" fmla="*/ 833946 h 833956"/>
              <a:gd name="connsiteX4" fmla="*/ 87 w 2062973"/>
              <a:gd name="connsiteY4" fmla="*/ 409663 h 833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2973" h="833956">
                <a:moveTo>
                  <a:pt x="87" y="409663"/>
                </a:moveTo>
                <a:cubicBezTo>
                  <a:pt x="-7228" y="376889"/>
                  <a:pt x="442657" y="-2427"/>
                  <a:pt x="1079079" y="12"/>
                </a:cubicBezTo>
                <a:cubicBezTo>
                  <a:pt x="1715501" y="2451"/>
                  <a:pt x="2062973" y="413465"/>
                  <a:pt x="2062973" y="424294"/>
                </a:cubicBezTo>
                <a:cubicBezTo>
                  <a:pt x="2055658" y="413178"/>
                  <a:pt x="1795969" y="836385"/>
                  <a:pt x="1079079" y="833946"/>
                </a:cubicBezTo>
                <a:cubicBezTo>
                  <a:pt x="362189" y="831507"/>
                  <a:pt x="7402" y="442437"/>
                  <a:pt x="87" y="409663"/>
                </a:cubicBezTo>
                <a:close/>
              </a:path>
            </a:pathLst>
          </a:cu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53" name="Rectangle 52"/>
          <p:cNvSpPr/>
          <p:nvPr/>
        </p:nvSpPr>
        <p:spPr>
          <a:xfrm>
            <a:off x="2724012" y="5317967"/>
            <a:ext cx="944348" cy="246221"/>
          </a:xfrm>
          <a:prstGeom prst="rect">
            <a:avLst/>
          </a:prstGeom>
        </p:spPr>
        <p:txBody>
          <a:bodyPr wrap="square" lIns="0" tIns="0" rIns="0" bIns="0" anchor="ctr" anchorCtr="0">
            <a:spAutoFit/>
          </a:bodyPr>
          <a:lstStyle/>
          <a:p>
            <a:pPr algn="ct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endParaRPr lang="en-US" sz="800" dirty="0">
              <a:solidFill>
                <a:schemeClr val="bg1"/>
              </a:solidFill>
              <a:latin typeface="Aptos" panose="020B0004020202020204" pitchFamily="34" charset="0"/>
            </a:endParaRPr>
          </a:p>
        </p:txBody>
      </p:sp>
      <p:sp>
        <p:nvSpPr>
          <p:cNvPr id="54" name="Rectangle 53"/>
          <p:cNvSpPr/>
          <p:nvPr/>
        </p:nvSpPr>
        <p:spPr>
          <a:xfrm rot="21126068">
            <a:off x="1788198" y="3869316"/>
            <a:ext cx="1046148" cy="375296"/>
          </a:xfrm>
          <a:prstGeom prst="rect">
            <a:avLst/>
          </a:prstGeom>
        </p:spPr>
        <p:txBody>
          <a:bodyPr wrap="square" lIns="0" tIns="0" rIns="0" bIns="0" anchor="ctr" anchorCtr="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a:t>
            </a:r>
          </a:p>
        </p:txBody>
      </p:sp>
      <p:sp>
        <p:nvSpPr>
          <p:cNvPr id="56" name="Rectangle 55"/>
          <p:cNvSpPr/>
          <p:nvPr/>
        </p:nvSpPr>
        <p:spPr>
          <a:xfrm>
            <a:off x="2051306" y="2488241"/>
            <a:ext cx="741750" cy="500393"/>
          </a:xfrm>
          <a:prstGeom prst="rect">
            <a:avLst/>
          </a:prstGeom>
        </p:spPr>
        <p:txBody>
          <a:bodyPr wrap="square" lIns="0" tIns="0" rIns="0" bIns="0" anchor="ctr" anchorCtr="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a:t>
            </a:r>
          </a:p>
        </p:txBody>
      </p:sp>
      <p:sp>
        <p:nvSpPr>
          <p:cNvPr id="57" name="Rectangle 56"/>
          <p:cNvSpPr/>
          <p:nvPr/>
        </p:nvSpPr>
        <p:spPr>
          <a:xfrm>
            <a:off x="3311181" y="2403873"/>
            <a:ext cx="522165" cy="875689"/>
          </a:xfrm>
          <a:prstGeom prst="rect">
            <a:avLst/>
          </a:prstGeom>
        </p:spPr>
        <p:txBody>
          <a:bodyPr wrap="square" lIns="0" tIns="0" rIns="0" bIns="0" anchor="ctr" anchorCtr="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a:t>
            </a:r>
          </a:p>
          <a:p>
            <a:r>
              <a:rPr lang="en-US" sz="800" dirty="0">
                <a:solidFill>
                  <a:schemeClr val="bg1"/>
                </a:solidFill>
                <a:latin typeface="Aptos" panose="020B0004020202020204" pitchFamily="34" charset="0"/>
              </a:rPr>
              <a:t>read </a:t>
            </a:r>
          </a:p>
        </p:txBody>
      </p:sp>
      <p:sp>
        <p:nvSpPr>
          <p:cNvPr id="58" name="Rectangle 57"/>
          <p:cNvSpPr/>
          <p:nvPr/>
        </p:nvSpPr>
        <p:spPr>
          <a:xfrm>
            <a:off x="3944918" y="3252539"/>
            <a:ext cx="1046148" cy="375296"/>
          </a:xfrm>
          <a:prstGeom prst="rect">
            <a:avLst/>
          </a:prstGeom>
        </p:spPr>
        <p:txBody>
          <a:bodyPr wrap="square" lIns="0" tIns="0" rIns="0" bIns="0" anchor="ctr" anchorCtr="0">
            <a:spAutoFit/>
          </a:bodyPr>
          <a:lstStyle/>
          <a:p>
            <a:r>
              <a:rPr lang="en-US" sz="813" b="1" dirty="0" err="1">
                <a:solidFill>
                  <a:schemeClr val="bg1"/>
                </a:solidFill>
                <a:latin typeface="Aptos" panose="020B0004020202020204" pitchFamily="34" charset="0"/>
              </a:rPr>
              <a:t>Lorem</a:t>
            </a:r>
            <a:r>
              <a:rPr lang="en-US" sz="813" b="1" dirty="0">
                <a:solidFill>
                  <a:schemeClr val="bg1"/>
                </a:solidFill>
                <a:latin typeface="Aptos" panose="020B0004020202020204" pitchFamily="34" charset="0"/>
              </a:rPr>
              <a:t> </a:t>
            </a:r>
            <a:r>
              <a:rPr lang="en-US" sz="813" b="1" dirty="0" err="1">
                <a:solidFill>
                  <a:schemeClr val="bg1"/>
                </a:solidFill>
                <a:latin typeface="Aptos" panose="020B0004020202020204" pitchFamily="34" charset="0"/>
              </a:rPr>
              <a:t>ipsum</a:t>
            </a:r>
            <a:r>
              <a:rPr lang="en-US" sz="813" b="1" dirty="0">
                <a:solidFill>
                  <a:schemeClr val="bg1"/>
                </a:solidFill>
                <a:latin typeface="Aptos" panose="020B0004020202020204" pitchFamily="34" charset="0"/>
              </a:rPr>
              <a:t> </a:t>
            </a:r>
            <a:br>
              <a:rPr lang="en-US" sz="813" b="1" dirty="0">
                <a:solidFill>
                  <a:schemeClr val="bg1"/>
                </a:solidFill>
                <a:latin typeface="Aptos" panose="020B0004020202020204" pitchFamily="34" charset="0"/>
              </a:rPr>
            </a:br>
            <a:r>
              <a:rPr lang="en-US" sz="813" dirty="0">
                <a:solidFill>
                  <a:schemeClr val="bg1"/>
                </a:solidFill>
                <a:latin typeface="Aptos" panose="020B0004020202020204" pitchFamily="34" charset="0"/>
              </a:rPr>
              <a:t>This is dummy text it is not here to be read</a:t>
            </a:r>
          </a:p>
        </p:txBody>
      </p:sp>
      <p:sp>
        <p:nvSpPr>
          <p:cNvPr id="59" name="Rectangle 58"/>
          <p:cNvSpPr/>
          <p:nvPr/>
        </p:nvSpPr>
        <p:spPr>
          <a:xfrm rot="1945462">
            <a:off x="3471378" y="4202321"/>
            <a:ext cx="1046148" cy="375296"/>
          </a:xfrm>
          <a:prstGeom prst="rect">
            <a:avLst/>
          </a:prstGeom>
        </p:spPr>
        <p:txBody>
          <a:bodyPr wrap="square" lIns="0" tIns="0" rIns="0" bIns="0" anchor="ctr" anchorCtr="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a:t>
            </a:r>
          </a:p>
        </p:txBody>
      </p:sp>
    </p:spTree>
    <p:extLst>
      <p:ext uri="{BB962C8B-B14F-4D97-AF65-F5344CB8AC3E}">
        <p14:creationId xmlns:p14="http://schemas.microsoft.com/office/powerpoint/2010/main" val="621174475"/>
      </p:ext>
    </p:extLst>
  </p:cSld>
  <p:clrMapOvr>
    <a:masterClrMapping/>
  </p:clrMapOvr>
  <p:transition>
    <p:fade/>
  </p:transition>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Tree with circular text boxes</a:t>
            </a:r>
            <a:endParaRPr lang="en-US" dirty="0"/>
          </a:p>
        </p:txBody>
      </p:sp>
      <p:grpSp>
        <p:nvGrpSpPr>
          <p:cNvPr id="26" name="Group 25"/>
          <p:cNvGrpSpPr/>
          <p:nvPr/>
        </p:nvGrpSpPr>
        <p:grpSpPr>
          <a:xfrm>
            <a:off x="4318505" y="2533913"/>
            <a:ext cx="1532693" cy="3181982"/>
            <a:chOff x="3791079" y="2327353"/>
            <a:chExt cx="1886391" cy="3916285"/>
          </a:xfrm>
          <a:solidFill>
            <a:schemeClr val="tx2"/>
          </a:solidFill>
        </p:grpSpPr>
        <p:sp>
          <p:nvSpPr>
            <p:cNvPr id="27" name="Isosceles Triangle 9"/>
            <p:cNvSpPr/>
            <p:nvPr/>
          </p:nvSpPr>
          <p:spPr>
            <a:xfrm rot="16570907">
              <a:off x="4117494" y="3198057"/>
              <a:ext cx="301791" cy="931740"/>
            </a:xfrm>
            <a:custGeom>
              <a:avLst/>
              <a:gdLst>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Lst>
              <a:ahLst/>
              <a:cxnLst>
                <a:cxn ang="0">
                  <a:pos x="connsiteX0" y="connsiteY0"/>
                </a:cxn>
                <a:cxn ang="0">
                  <a:pos x="connsiteX1" y="connsiteY1"/>
                </a:cxn>
                <a:cxn ang="0">
                  <a:pos x="connsiteX2" y="connsiteY2"/>
                </a:cxn>
                <a:cxn ang="0">
                  <a:pos x="connsiteX3" y="connsiteY3"/>
                </a:cxn>
              </a:cxnLst>
              <a:rect l="l" t="t" r="r" b="b"/>
              <a:pathLst>
                <a:path w="301791" h="931740">
                  <a:moveTo>
                    <a:pt x="0" y="931740"/>
                  </a:moveTo>
                  <a:cubicBezTo>
                    <a:pt x="122153" y="644020"/>
                    <a:pt x="168107" y="440120"/>
                    <a:pt x="137860" y="0"/>
                  </a:cubicBezTo>
                  <a:cubicBezTo>
                    <a:pt x="351453" y="310580"/>
                    <a:pt x="305967" y="689740"/>
                    <a:pt x="275720" y="931740"/>
                  </a:cubicBezTo>
                  <a:lnTo>
                    <a:pt x="0" y="931740"/>
                  </a:lnTo>
                  <a:close/>
                </a:path>
              </a:pathLst>
            </a:cu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endParaRPr>
            </a:p>
          </p:txBody>
        </p:sp>
        <p:sp>
          <p:nvSpPr>
            <p:cNvPr id="28" name="Isosceles Triangle 9"/>
            <p:cNvSpPr/>
            <p:nvPr/>
          </p:nvSpPr>
          <p:spPr>
            <a:xfrm rot="3443184">
              <a:off x="5060704" y="3070148"/>
              <a:ext cx="301791" cy="931740"/>
            </a:xfrm>
            <a:custGeom>
              <a:avLst/>
              <a:gdLst>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Lst>
              <a:ahLst/>
              <a:cxnLst>
                <a:cxn ang="0">
                  <a:pos x="connsiteX0" y="connsiteY0"/>
                </a:cxn>
                <a:cxn ang="0">
                  <a:pos x="connsiteX1" y="connsiteY1"/>
                </a:cxn>
                <a:cxn ang="0">
                  <a:pos x="connsiteX2" y="connsiteY2"/>
                </a:cxn>
                <a:cxn ang="0">
                  <a:pos x="connsiteX3" y="connsiteY3"/>
                </a:cxn>
              </a:cxnLst>
              <a:rect l="l" t="t" r="r" b="b"/>
              <a:pathLst>
                <a:path w="301791" h="931740">
                  <a:moveTo>
                    <a:pt x="0" y="931740"/>
                  </a:moveTo>
                  <a:cubicBezTo>
                    <a:pt x="122153" y="644020"/>
                    <a:pt x="168107" y="440120"/>
                    <a:pt x="137860" y="0"/>
                  </a:cubicBezTo>
                  <a:cubicBezTo>
                    <a:pt x="351453" y="310580"/>
                    <a:pt x="305967" y="689740"/>
                    <a:pt x="275720" y="931740"/>
                  </a:cubicBezTo>
                  <a:lnTo>
                    <a:pt x="0" y="931740"/>
                  </a:lnTo>
                  <a:close/>
                </a:path>
              </a:pathLst>
            </a:cu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endParaRPr>
            </a:p>
          </p:txBody>
        </p:sp>
        <p:sp>
          <p:nvSpPr>
            <p:cNvPr id="29" name="Isosceles Triangle 9"/>
            <p:cNvSpPr/>
            <p:nvPr/>
          </p:nvSpPr>
          <p:spPr>
            <a:xfrm rot="2891513">
              <a:off x="4807007" y="2401867"/>
              <a:ext cx="175131" cy="614285"/>
            </a:xfrm>
            <a:custGeom>
              <a:avLst/>
              <a:gdLst>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 name="connsiteX0" fmla="*/ 0 w 298496"/>
                <a:gd name="connsiteY0" fmla="*/ 931740 h 1046998"/>
                <a:gd name="connsiteX1" fmla="*/ 137860 w 298496"/>
                <a:gd name="connsiteY1" fmla="*/ 0 h 1046998"/>
                <a:gd name="connsiteX2" fmla="*/ 270650 w 298496"/>
                <a:gd name="connsiteY2" fmla="*/ 1046997 h 1046998"/>
                <a:gd name="connsiteX3" fmla="*/ 0 w 298496"/>
                <a:gd name="connsiteY3" fmla="*/ 931740 h 1046998"/>
              </a:gdLst>
              <a:ahLst/>
              <a:cxnLst>
                <a:cxn ang="0">
                  <a:pos x="connsiteX0" y="connsiteY0"/>
                </a:cxn>
                <a:cxn ang="0">
                  <a:pos x="connsiteX1" y="connsiteY1"/>
                </a:cxn>
                <a:cxn ang="0">
                  <a:pos x="connsiteX2" y="connsiteY2"/>
                </a:cxn>
                <a:cxn ang="0">
                  <a:pos x="connsiteX3" y="connsiteY3"/>
                </a:cxn>
              </a:cxnLst>
              <a:rect l="l" t="t" r="r" b="b"/>
              <a:pathLst>
                <a:path w="298496" h="1046998">
                  <a:moveTo>
                    <a:pt x="0" y="931740"/>
                  </a:moveTo>
                  <a:cubicBezTo>
                    <a:pt x="122153" y="644020"/>
                    <a:pt x="168107" y="440120"/>
                    <a:pt x="137860" y="0"/>
                  </a:cubicBezTo>
                  <a:cubicBezTo>
                    <a:pt x="351453" y="310580"/>
                    <a:pt x="300897" y="804997"/>
                    <a:pt x="270650" y="1046997"/>
                  </a:cubicBezTo>
                  <a:lnTo>
                    <a:pt x="0" y="931740"/>
                  </a:lnTo>
                  <a:close/>
                </a:path>
              </a:pathLst>
            </a:cu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endParaRPr>
            </a:p>
          </p:txBody>
        </p:sp>
        <p:sp>
          <p:nvSpPr>
            <p:cNvPr id="30" name="Isosceles Triangle 9"/>
            <p:cNvSpPr/>
            <p:nvPr/>
          </p:nvSpPr>
          <p:spPr>
            <a:xfrm rot="7286374" flipV="1">
              <a:off x="4383855" y="2453287"/>
              <a:ext cx="174792" cy="575221"/>
            </a:xfrm>
            <a:custGeom>
              <a:avLst/>
              <a:gdLst>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 name="connsiteX0" fmla="*/ 0 w 297919"/>
                <a:gd name="connsiteY0" fmla="*/ 931740 h 980416"/>
                <a:gd name="connsiteX1" fmla="*/ 137860 w 297919"/>
                <a:gd name="connsiteY1" fmla="*/ 0 h 980416"/>
                <a:gd name="connsiteX2" fmla="*/ 269746 w 297919"/>
                <a:gd name="connsiteY2" fmla="*/ 980416 h 980416"/>
                <a:gd name="connsiteX3" fmla="*/ 0 w 297919"/>
                <a:gd name="connsiteY3" fmla="*/ 931740 h 980416"/>
                <a:gd name="connsiteX0" fmla="*/ 0 w 297919"/>
                <a:gd name="connsiteY0" fmla="*/ 931740 h 980416"/>
                <a:gd name="connsiteX1" fmla="*/ 137860 w 297919"/>
                <a:gd name="connsiteY1" fmla="*/ 0 h 980416"/>
                <a:gd name="connsiteX2" fmla="*/ 269746 w 297919"/>
                <a:gd name="connsiteY2" fmla="*/ 980416 h 980416"/>
                <a:gd name="connsiteX3" fmla="*/ 0 w 297919"/>
                <a:gd name="connsiteY3" fmla="*/ 931740 h 980416"/>
              </a:gdLst>
              <a:ahLst/>
              <a:cxnLst>
                <a:cxn ang="0">
                  <a:pos x="connsiteX0" y="connsiteY0"/>
                </a:cxn>
                <a:cxn ang="0">
                  <a:pos x="connsiteX1" y="connsiteY1"/>
                </a:cxn>
                <a:cxn ang="0">
                  <a:pos x="connsiteX2" y="connsiteY2"/>
                </a:cxn>
                <a:cxn ang="0">
                  <a:pos x="connsiteX3" y="connsiteY3"/>
                </a:cxn>
              </a:cxnLst>
              <a:rect l="l" t="t" r="r" b="b"/>
              <a:pathLst>
                <a:path w="297919" h="980416">
                  <a:moveTo>
                    <a:pt x="0" y="931740"/>
                  </a:moveTo>
                  <a:cubicBezTo>
                    <a:pt x="122153" y="644020"/>
                    <a:pt x="168107" y="440120"/>
                    <a:pt x="137860" y="0"/>
                  </a:cubicBezTo>
                  <a:cubicBezTo>
                    <a:pt x="351453" y="310580"/>
                    <a:pt x="299993" y="738416"/>
                    <a:pt x="269746" y="980416"/>
                  </a:cubicBezTo>
                  <a:lnTo>
                    <a:pt x="0" y="931740"/>
                  </a:lnTo>
                  <a:close/>
                </a:path>
              </a:pathLst>
            </a:cu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endParaRPr>
            </a:p>
          </p:txBody>
        </p:sp>
        <p:sp>
          <p:nvSpPr>
            <p:cNvPr id="31" name="Isosceles Triangle 9"/>
            <p:cNvSpPr/>
            <p:nvPr/>
          </p:nvSpPr>
          <p:spPr>
            <a:xfrm rot="3443184">
              <a:off x="5053400" y="4175048"/>
              <a:ext cx="301791" cy="931740"/>
            </a:xfrm>
            <a:custGeom>
              <a:avLst/>
              <a:gdLst>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Lst>
              <a:ahLst/>
              <a:cxnLst>
                <a:cxn ang="0">
                  <a:pos x="connsiteX0" y="connsiteY0"/>
                </a:cxn>
                <a:cxn ang="0">
                  <a:pos x="connsiteX1" y="connsiteY1"/>
                </a:cxn>
                <a:cxn ang="0">
                  <a:pos x="connsiteX2" y="connsiteY2"/>
                </a:cxn>
                <a:cxn ang="0">
                  <a:pos x="connsiteX3" y="connsiteY3"/>
                </a:cxn>
              </a:cxnLst>
              <a:rect l="l" t="t" r="r" b="b"/>
              <a:pathLst>
                <a:path w="301791" h="931740">
                  <a:moveTo>
                    <a:pt x="0" y="931740"/>
                  </a:moveTo>
                  <a:cubicBezTo>
                    <a:pt x="122153" y="644020"/>
                    <a:pt x="168107" y="440120"/>
                    <a:pt x="137860" y="0"/>
                  </a:cubicBezTo>
                  <a:cubicBezTo>
                    <a:pt x="351453" y="310580"/>
                    <a:pt x="305967" y="689740"/>
                    <a:pt x="275720" y="931740"/>
                  </a:cubicBezTo>
                  <a:lnTo>
                    <a:pt x="0" y="931740"/>
                  </a:lnTo>
                  <a:close/>
                </a:path>
              </a:pathLst>
            </a:cu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endParaRPr>
            </a:p>
          </p:txBody>
        </p:sp>
        <p:sp>
          <p:nvSpPr>
            <p:cNvPr id="32" name="Isosceles Triangle 9"/>
            <p:cNvSpPr/>
            <p:nvPr/>
          </p:nvSpPr>
          <p:spPr>
            <a:xfrm rot="16570907">
              <a:off x="4106053" y="4302957"/>
              <a:ext cx="301791" cy="931740"/>
            </a:xfrm>
            <a:custGeom>
              <a:avLst/>
              <a:gdLst>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275720"/>
                <a:gd name="connsiteY0" fmla="*/ 931740 h 931740"/>
                <a:gd name="connsiteX1" fmla="*/ 137860 w 275720"/>
                <a:gd name="connsiteY1" fmla="*/ 0 h 931740"/>
                <a:gd name="connsiteX2" fmla="*/ 275720 w 275720"/>
                <a:gd name="connsiteY2" fmla="*/ 931740 h 931740"/>
                <a:gd name="connsiteX3" fmla="*/ 0 w 275720"/>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 name="connsiteX0" fmla="*/ 0 w 301791"/>
                <a:gd name="connsiteY0" fmla="*/ 931740 h 931740"/>
                <a:gd name="connsiteX1" fmla="*/ 137860 w 301791"/>
                <a:gd name="connsiteY1" fmla="*/ 0 h 931740"/>
                <a:gd name="connsiteX2" fmla="*/ 275720 w 301791"/>
                <a:gd name="connsiteY2" fmla="*/ 931740 h 931740"/>
                <a:gd name="connsiteX3" fmla="*/ 0 w 301791"/>
                <a:gd name="connsiteY3" fmla="*/ 931740 h 931740"/>
              </a:gdLst>
              <a:ahLst/>
              <a:cxnLst>
                <a:cxn ang="0">
                  <a:pos x="connsiteX0" y="connsiteY0"/>
                </a:cxn>
                <a:cxn ang="0">
                  <a:pos x="connsiteX1" y="connsiteY1"/>
                </a:cxn>
                <a:cxn ang="0">
                  <a:pos x="connsiteX2" y="connsiteY2"/>
                </a:cxn>
                <a:cxn ang="0">
                  <a:pos x="connsiteX3" y="connsiteY3"/>
                </a:cxn>
              </a:cxnLst>
              <a:rect l="l" t="t" r="r" b="b"/>
              <a:pathLst>
                <a:path w="301791" h="931740">
                  <a:moveTo>
                    <a:pt x="0" y="931740"/>
                  </a:moveTo>
                  <a:cubicBezTo>
                    <a:pt x="122153" y="644020"/>
                    <a:pt x="168107" y="440120"/>
                    <a:pt x="137860" y="0"/>
                  </a:cubicBezTo>
                  <a:cubicBezTo>
                    <a:pt x="351453" y="310580"/>
                    <a:pt x="305967" y="689740"/>
                    <a:pt x="275720" y="931740"/>
                  </a:cubicBezTo>
                  <a:lnTo>
                    <a:pt x="0" y="931740"/>
                  </a:lnTo>
                  <a:close/>
                </a:path>
              </a:pathLst>
            </a:cu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endParaRPr>
            </a:p>
          </p:txBody>
        </p:sp>
        <p:sp>
          <p:nvSpPr>
            <p:cNvPr id="33" name="Isosceles Triangle 7"/>
            <p:cNvSpPr/>
            <p:nvPr/>
          </p:nvSpPr>
          <p:spPr>
            <a:xfrm>
              <a:off x="4387335" y="2327353"/>
              <a:ext cx="642305" cy="3916285"/>
            </a:xfrm>
            <a:custGeom>
              <a:avLst/>
              <a:gdLst>
                <a:gd name="connsiteX0" fmla="*/ 0 w 571817"/>
                <a:gd name="connsiteY0" fmla="*/ 3832225 h 3832225"/>
                <a:gd name="connsiteX1" fmla="*/ 285909 w 571817"/>
                <a:gd name="connsiteY1" fmla="*/ 0 h 3832225"/>
                <a:gd name="connsiteX2" fmla="*/ 571817 w 571817"/>
                <a:gd name="connsiteY2" fmla="*/ 3832225 h 3832225"/>
                <a:gd name="connsiteX3" fmla="*/ 0 w 571817"/>
                <a:gd name="connsiteY3" fmla="*/ 3832225 h 3832225"/>
                <a:gd name="connsiteX0" fmla="*/ 0 w 571817"/>
                <a:gd name="connsiteY0" fmla="*/ 4152265 h 4152265"/>
                <a:gd name="connsiteX1" fmla="*/ 316389 w 571817"/>
                <a:gd name="connsiteY1" fmla="*/ 0 h 4152265"/>
                <a:gd name="connsiteX2" fmla="*/ 571817 w 571817"/>
                <a:gd name="connsiteY2" fmla="*/ 4152265 h 4152265"/>
                <a:gd name="connsiteX3" fmla="*/ 0 w 571817"/>
                <a:gd name="connsiteY3" fmla="*/ 4152265 h 4152265"/>
                <a:gd name="connsiteX0" fmla="*/ 0 w 571817"/>
                <a:gd name="connsiteY0" fmla="*/ 4266565 h 4266565"/>
                <a:gd name="connsiteX1" fmla="*/ 202089 w 571817"/>
                <a:gd name="connsiteY1" fmla="*/ 0 h 4266565"/>
                <a:gd name="connsiteX2" fmla="*/ 571817 w 571817"/>
                <a:gd name="connsiteY2" fmla="*/ 4266565 h 4266565"/>
                <a:gd name="connsiteX3" fmla="*/ 0 w 571817"/>
                <a:gd name="connsiteY3" fmla="*/ 4266565 h 4266565"/>
                <a:gd name="connsiteX0" fmla="*/ 0 w 618752"/>
                <a:gd name="connsiteY0" fmla="*/ 4266565 h 4266565"/>
                <a:gd name="connsiteX1" fmla="*/ 202089 w 618752"/>
                <a:gd name="connsiteY1" fmla="*/ 0 h 4266565"/>
                <a:gd name="connsiteX2" fmla="*/ 571817 w 618752"/>
                <a:gd name="connsiteY2" fmla="*/ 4266565 h 4266565"/>
                <a:gd name="connsiteX3" fmla="*/ 0 w 618752"/>
                <a:gd name="connsiteY3" fmla="*/ 4266565 h 4266565"/>
                <a:gd name="connsiteX0" fmla="*/ 0 w 642305"/>
                <a:gd name="connsiteY0" fmla="*/ 4266565 h 4266565"/>
                <a:gd name="connsiteX1" fmla="*/ 202089 w 642305"/>
                <a:gd name="connsiteY1" fmla="*/ 0 h 4266565"/>
                <a:gd name="connsiteX2" fmla="*/ 571817 w 642305"/>
                <a:gd name="connsiteY2" fmla="*/ 4266565 h 4266565"/>
                <a:gd name="connsiteX3" fmla="*/ 0 w 642305"/>
                <a:gd name="connsiteY3" fmla="*/ 4266565 h 4266565"/>
                <a:gd name="connsiteX0" fmla="*/ 0 w 642305"/>
                <a:gd name="connsiteY0" fmla="*/ 4266565 h 4266565"/>
                <a:gd name="connsiteX1" fmla="*/ 202089 w 642305"/>
                <a:gd name="connsiteY1" fmla="*/ 0 h 4266565"/>
                <a:gd name="connsiteX2" fmla="*/ 571817 w 642305"/>
                <a:gd name="connsiteY2" fmla="*/ 4266565 h 4266565"/>
                <a:gd name="connsiteX3" fmla="*/ 0 w 642305"/>
                <a:gd name="connsiteY3" fmla="*/ 4266565 h 4266565"/>
                <a:gd name="connsiteX0" fmla="*/ 0 w 642305"/>
                <a:gd name="connsiteY0" fmla="*/ 4266565 h 4266565"/>
                <a:gd name="connsiteX1" fmla="*/ 202089 w 642305"/>
                <a:gd name="connsiteY1" fmla="*/ 0 h 4266565"/>
                <a:gd name="connsiteX2" fmla="*/ 571817 w 642305"/>
                <a:gd name="connsiteY2" fmla="*/ 4266565 h 4266565"/>
                <a:gd name="connsiteX3" fmla="*/ 0 w 642305"/>
                <a:gd name="connsiteY3" fmla="*/ 4266565 h 4266565"/>
              </a:gdLst>
              <a:ahLst/>
              <a:cxnLst>
                <a:cxn ang="0">
                  <a:pos x="connsiteX0" y="connsiteY0"/>
                </a:cxn>
                <a:cxn ang="0">
                  <a:pos x="connsiteX1" y="connsiteY1"/>
                </a:cxn>
                <a:cxn ang="0">
                  <a:pos x="connsiteX2" y="connsiteY2"/>
                </a:cxn>
                <a:cxn ang="0">
                  <a:pos x="connsiteX3" y="connsiteY3"/>
                </a:cxn>
              </a:cxnLst>
              <a:rect l="l" t="t" r="r" b="b"/>
              <a:pathLst>
                <a:path w="642305" h="4266565">
                  <a:moveTo>
                    <a:pt x="0" y="4266565"/>
                  </a:moveTo>
                  <a:cubicBezTo>
                    <a:pt x="326443" y="3126317"/>
                    <a:pt x="416666" y="1498388"/>
                    <a:pt x="202089" y="0"/>
                  </a:cubicBezTo>
                  <a:cubicBezTo>
                    <a:pt x="546312" y="1437428"/>
                    <a:pt x="760994" y="2730077"/>
                    <a:pt x="571817" y="4266565"/>
                  </a:cubicBezTo>
                  <a:lnTo>
                    <a:pt x="0" y="4266565"/>
                  </a:lnTo>
                  <a:close/>
                </a:path>
              </a:pathLst>
            </a:cu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endParaRPr>
            </a:p>
          </p:txBody>
        </p:sp>
      </p:grpSp>
      <p:sp>
        <p:nvSpPr>
          <p:cNvPr id="34" name="Oval 33"/>
          <p:cNvSpPr/>
          <p:nvPr/>
        </p:nvSpPr>
        <p:spPr>
          <a:xfrm>
            <a:off x="2983884" y="3893488"/>
            <a:ext cx="1575665" cy="1575665"/>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bg1"/>
              </a:solidFill>
            </a:endParaRPr>
          </a:p>
        </p:txBody>
      </p:sp>
      <p:sp>
        <p:nvSpPr>
          <p:cNvPr id="35" name="Oval 34"/>
          <p:cNvSpPr/>
          <p:nvPr/>
        </p:nvSpPr>
        <p:spPr>
          <a:xfrm>
            <a:off x="5639931" y="3416761"/>
            <a:ext cx="1575665" cy="1575665"/>
          </a:xfrm>
          <a:prstGeom prst="ellipse">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46" name="Oval 45"/>
          <p:cNvSpPr/>
          <p:nvPr/>
        </p:nvSpPr>
        <p:spPr>
          <a:xfrm>
            <a:off x="5385198" y="2296802"/>
            <a:ext cx="1425574" cy="1425574"/>
          </a:xfrm>
          <a:prstGeom prst="ellipse">
            <a:avLst/>
          </a:prstGeom>
          <a:solidFill>
            <a:schemeClr val="bg2"/>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47" name="Oval 46"/>
          <p:cNvSpPr/>
          <p:nvPr/>
        </p:nvSpPr>
        <p:spPr>
          <a:xfrm>
            <a:off x="3377389" y="2703977"/>
            <a:ext cx="1425574" cy="1425574"/>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60" name="Oval 59"/>
          <p:cNvSpPr/>
          <p:nvPr/>
        </p:nvSpPr>
        <p:spPr>
          <a:xfrm>
            <a:off x="3829606" y="1716685"/>
            <a:ext cx="1160229" cy="1160229"/>
          </a:xfrm>
          <a:prstGeom prst="ellipse">
            <a:avLst/>
          </a:prstGeom>
          <a:solidFill>
            <a:srgbClr val="62B5E5"/>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bg1"/>
              </a:solidFill>
            </a:endParaRPr>
          </a:p>
        </p:txBody>
      </p:sp>
      <p:sp>
        <p:nvSpPr>
          <p:cNvPr id="61" name="Oval 60"/>
          <p:cNvSpPr/>
          <p:nvPr/>
        </p:nvSpPr>
        <p:spPr>
          <a:xfrm>
            <a:off x="4805080" y="1688121"/>
            <a:ext cx="1160229" cy="1160229"/>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63" name="Rectangle 62"/>
          <p:cNvSpPr/>
          <p:nvPr/>
        </p:nvSpPr>
        <p:spPr>
          <a:xfrm>
            <a:off x="3138358" y="4305483"/>
            <a:ext cx="1305252" cy="750590"/>
          </a:xfrm>
          <a:prstGeom prst="rect">
            <a:avLst/>
          </a:prstGeom>
        </p:spPr>
        <p:txBody>
          <a:bodyPr wrap="square" lIns="0" tIns="0" rIns="0" bIns="0" anchor="ctr" anchorCtr="0">
            <a:spAutoFit/>
          </a:bodyPr>
          <a:lstStyle/>
          <a:p>
            <a:pPr algn="ctr">
              <a:spcAft>
                <a:spcPts val="488"/>
              </a:spcAft>
            </a:pPr>
            <a:r>
              <a:rPr lang="en-US" sz="813" b="1" dirty="0" err="1">
                <a:solidFill>
                  <a:schemeClr val="bg1"/>
                </a:solidFill>
              </a:rPr>
              <a:t>Lorem</a:t>
            </a:r>
            <a:r>
              <a:rPr lang="en-US" sz="813" b="1" dirty="0">
                <a:solidFill>
                  <a:schemeClr val="bg1"/>
                </a:solidFill>
              </a:rPr>
              <a:t> </a:t>
            </a:r>
            <a:r>
              <a:rPr lang="en-US" sz="813" b="1" dirty="0" err="1">
                <a:solidFill>
                  <a:schemeClr val="bg1"/>
                </a:solidFill>
              </a:rPr>
              <a:t>ipsum</a:t>
            </a:r>
            <a:r>
              <a:rPr lang="en-US" sz="813" b="1" dirty="0">
                <a:solidFill>
                  <a:schemeClr val="bg1"/>
                </a:solidFill>
              </a:rPr>
              <a:t> </a:t>
            </a:r>
            <a:br>
              <a:rPr lang="en-US" sz="813" b="1" dirty="0">
                <a:solidFill>
                  <a:schemeClr val="bg1"/>
                </a:solidFill>
              </a:rPr>
            </a:br>
            <a:r>
              <a:rPr lang="en-US" sz="813" dirty="0">
                <a:solidFill>
                  <a:schemeClr val="bg1"/>
                </a:solidFill>
              </a:rPr>
              <a:t>This is dummy text it is not here to be read this is dummy text it is not here to be read. This is dummy text it is not here to be read.</a:t>
            </a:r>
          </a:p>
        </p:txBody>
      </p:sp>
      <p:sp>
        <p:nvSpPr>
          <p:cNvPr id="65" name="Rectangle 64"/>
          <p:cNvSpPr/>
          <p:nvPr/>
        </p:nvSpPr>
        <p:spPr>
          <a:xfrm>
            <a:off x="5775137" y="3829300"/>
            <a:ext cx="1305252" cy="750590"/>
          </a:xfrm>
          <a:prstGeom prst="rect">
            <a:avLst/>
          </a:prstGeom>
        </p:spPr>
        <p:txBody>
          <a:bodyPr wrap="square" lIns="0" tIns="0" rIns="0" bIns="0" anchor="ctr" anchorCtr="0">
            <a:spAutoFit/>
          </a:bodyPr>
          <a:lstStyle/>
          <a:p>
            <a:pPr algn="ctr">
              <a:spcAft>
                <a:spcPts val="488"/>
              </a:spcAft>
            </a:pPr>
            <a:r>
              <a:rPr lang="en-US" sz="813" b="1" dirty="0" err="1"/>
              <a:t>Lorem</a:t>
            </a:r>
            <a:r>
              <a:rPr lang="en-US" sz="813" b="1" dirty="0"/>
              <a:t> </a:t>
            </a:r>
            <a:r>
              <a:rPr lang="en-US" sz="813" b="1" dirty="0" err="1"/>
              <a:t>ipsum</a:t>
            </a:r>
            <a:r>
              <a:rPr lang="en-US" sz="813" b="1" dirty="0"/>
              <a:t> </a:t>
            </a:r>
            <a:br>
              <a:rPr lang="en-US" sz="813" b="1" dirty="0"/>
            </a:br>
            <a:r>
              <a:rPr lang="en-US" sz="813" dirty="0"/>
              <a:t>This is dummy text it is not here to be read this is dummy text it is not here to be read. This is dummy text it is not here to be read.</a:t>
            </a:r>
          </a:p>
        </p:txBody>
      </p:sp>
      <p:sp>
        <p:nvSpPr>
          <p:cNvPr id="66" name="Rectangle 65"/>
          <p:cNvSpPr/>
          <p:nvPr/>
        </p:nvSpPr>
        <p:spPr>
          <a:xfrm>
            <a:off x="3988934" y="1987637"/>
            <a:ext cx="776878" cy="625492"/>
          </a:xfrm>
          <a:prstGeom prst="rect">
            <a:avLst/>
          </a:prstGeom>
        </p:spPr>
        <p:txBody>
          <a:bodyPr wrap="square" lIns="0" tIns="0" rIns="0" bIns="0" anchor="ctr" anchorCtr="0">
            <a:spAutoFit/>
          </a:bodyPr>
          <a:lstStyle/>
          <a:p>
            <a:pPr algn="ctr">
              <a:spcAft>
                <a:spcPts val="488"/>
              </a:spcAft>
            </a:pPr>
            <a:r>
              <a:rPr lang="en-US" sz="813" b="1" dirty="0" err="1"/>
              <a:t>Lorem</a:t>
            </a:r>
            <a:r>
              <a:rPr lang="en-US" sz="813" b="1" dirty="0"/>
              <a:t> </a:t>
            </a:r>
            <a:r>
              <a:rPr lang="en-US" sz="813" b="1" dirty="0" err="1"/>
              <a:t>ipsum</a:t>
            </a:r>
            <a:r>
              <a:rPr lang="en-US" sz="813" b="1" dirty="0"/>
              <a:t> </a:t>
            </a:r>
            <a:br>
              <a:rPr lang="en-US" sz="813" b="1" dirty="0"/>
            </a:br>
            <a:r>
              <a:rPr lang="en-US" sz="813" dirty="0"/>
              <a:t>This is dummy text it is not here to be read. This is dummy text.</a:t>
            </a:r>
          </a:p>
        </p:txBody>
      </p:sp>
      <p:sp>
        <p:nvSpPr>
          <p:cNvPr id="67" name="Rectangle 66"/>
          <p:cNvSpPr/>
          <p:nvPr/>
        </p:nvSpPr>
        <p:spPr>
          <a:xfrm>
            <a:off x="4953000" y="1966981"/>
            <a:ext cx="847098" cy="625492"/>
          </a:xfrm>
          <a:prstGeom prst="rect">
            <a:avLst/>
          </a:prstGeom>
        </p:spPr>
        <p:txBody>
          <a:bodyPr wrap="square" lIns="0" tIns="0" rIns="0" bIns="0" anchor="ctr" anchorCtr="0">
            <a:spAutoFit/>
          </a:bodyPr>
          <a:lstStyle/>
          <a:p>
            <a:pPr algn="ctr">
              <a:spcAft>
                <a:spcPts val="488"/>
              </a:spcAft>
            </a:pPr>
            <a:r>
              <a:rPr lang="en-US" sz="813" b="1" dirty="0" err="1"/>
              <a:t>Lorem</a:t>
            </a:r>
            <a:r>
              <a:rPr lang="en-US" sz="813" b="1" dirty="0"/>
              <a:t> </a:t>
            </a:r>
            <a:r>
              <a:rPr lang="en-US" sz="813" b="1" dirty="0" err="1"/>
              <a:t>ipsum</a:t>
            </a:r>
            <a:r>
              <a:rPr lang="en-US" sz="813" b="1" dirty="0"/>
              <a:t> </a:t>
            </a:r>
            <a:br>
              <a:rPr lang="en-US" sz="813" b="1" dirty="0"/>
            </a:br>
            <a:r>
              <a:rPr lang="en-US" sz="813" dirty="0"/>
              <a:t>This is dummy text it is not here to be read. This is dummy text .</a:t>
            </a:r>
          </a:p>
        </p:txBody>
      </p:sp>
      <p:sp>
        <p:nvSpPr>
          <p:cNvPr id="24" name="Rectangle 23">
            <a:extLst>
              <a:ext uri="{FF2B5EF4-FFF2-40B4-BE49-F238E27FC236}">
                <a16:creationId xmlns:a16="http://schemas.microsoft.com/office/drawing/2014/main" id="{1957A397-5A7A-40FF-991A-79F360EF751B}"/>
              </a:ext>
            </a:extLst>
          </p:cNvPr>
          <p:cNvSpPr/>
          <p:nvPr/>
        </p:nvSpPr>
        <p:spPr>
          <a:xfrm>
            <a:off x="5592038" y="2771702"/>
            <a:ext cx="1078721" cy="625492"/>
          </a:xfrm>
          <a:prstGeom prst="rect">
            <a:avLst/>
          </a:prstGeom>
        </p:spPr>
        <p:txBody>
          <a:bodyPr wrap="square" lIns="0" tIns="0" rIns="0" bIns="0" anchor="ctr" anchorCtr="0">
            <a:spAutoFit/>
          </a:bodyPr>
          <a:lstStyle/>
          <a:p>
            <a:pPr algn="ctr">
              <a:spcAft>
                <a:spcPts val="488"/>
              </a:spcAft>
            </a:pPr>
            <a:r>
              <a:rPr lang="en-US" sz="813" b="1" dirty="0" err="1"/>
              <a:t>Lorem</a:t>
            </a:r>
            <a:r>
              <a:rPr lang="en-US" sz="813" b="1" dirty="0"/>
              <a:t> </a:t>
            </a:r>
            <a:r>
              <a:rPr lang="en-US" sz="813" b="1" dirty="0" err="1"/>
              <a:t>ipsum</a:t>
            </a:r>
            <a:r>
              <a:rPr lang="en-US" sz="813" b="1" dirty="0"/>
              <a:t> </a:t>
            </a:r>
            <a:br>
              <a:rPr lang="en-US" sz="813" b="1" dirty="0"/>
            </a:br>
            <a:r>
              <a:rPr lang="en-US" sz="813" dirty="0"/>
              <a:t>This is dummy text it is not here to be read. This is dummy text it is not here to be read.</a:t>
            </a:r>
          </a:p>
        </p:txBody>
      </p:sp>
      <p:sp>
        <p:nvSpPr>
          <p:cNvPr id="25" name="Rectangle 24">
            <a:extLst>
              <a:ext uri="{FF2B5EF4-FFF2-40B4-BE49-F238E27FC236}">
                <a16:creationId xmlns:a16="http://schemas.microsoft.com/office/drawing/2014/main" id="{481B71F3-3535-409C-9FEE-C9BF33634FFB}"/>
              </a:ext>
            </a:extLst>
          </p:cNvPr>
          <p:cNvSpPr/>
          <p:nvPr/>
        </p:nvSpPr>
        <p:spPr>
          <a:xfrm>
            <a:off x="3556008" y="3126559"/>
            <a:ext cx="1078721" cy="625492"/>
          </a:xfrm>
          <a:prstGeom prst="rect">
            <a:avLst/>
          </a:prstGeom>
        </p:spPr>
        <p:txBody>
          <a:bodyPr wrap="square" lIns="0" tIns="0" rIns="0" bIns="0" anchor="ctr" anchorCtr="0">
            <a:spAutoFit/>
          </a:bodyPr>
          <a:lstStyle/>
          <a:p>
            <a:pPr algn="ctr">
              <a:spcAft>
                <a:spcPts val="488"/>
              </a:spcAft>
            </a:pPr>
            <a:r>
              <a:rPr lang="en-US" sz="813" b="1" dirty="0" err="1">
                <a:solidFill>
                  <a:schemeClr val="bg1"/>
                </a:solidFill>
              </a:rPr>
              <a:t>Lorem</a:t>
            </a:r>
            <a:r>
              <a:rPr lang="en-US" sz="813" b="1" dirty="0">
                <a:solidFill>
                  <a:schemeClr val="bg1"/>
                </a:solidFill>
              </a:rPr>
              <a:t> </a:t>
            </a:r>
            <a:r>
              <a:rPr lang="en-US" sz="813" b="1" dirty="0" err="1">
                <a:solidFill>
                  <a:schemeClr val="bg1"/>
                </a:solidFill>
              </a:rPr>
              <a:t>ipsum</a:t>
            </a:r>
            <a:r>
              <a:rPr lang="en-US" sz="813" b="1" dirty="0">
                <a:solidFill>
                  <a:schemeClr val="bg1"/>
                </a:solidFill>
              </a:rPr>
              <a:t> </a:t>
            </a:r>
            <a:br>
              <a:rPr lang="en-US" sz="813" b="1" dirty="0">
                <a:solidFill>
                  <a:schemeClr val="bg1"/>
                </a:solidFill>
              </a:rPr>
            </a:br>
            <a:r>
              <a:rPr lang="en-US" sz="813" dirty="0">
                <a:solidFill>
                  <a:schemeClr val="bg1"/>
                </a:solidFill>
              </a:rPr>
              <a:t>This is dummy text it is not here to be read. This is dummy text it is not here to be read.</a:t>
            </a:r>
          </a:p>
        </p:txBody>
      </p:sp>
    </p:spTree>
    <p:extLst>
      <p:ext uri="{BB962C8B-B14F-4D97-AF65-F5344CB8AC3E}">
        <p14:creationId xmlns:p14="http://schemas.microsoft.com/office/powerpoint/2010/main" val="3878358533"/>
      </p:ext>
    </p:extLst>
  </p:cSld>
  <p:clrMapOvr>
    <a:masterClrMapping/>
  </p:clrMapOvr>
  <p:transition>
    <p:fade/>
  </p:transition>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Connectors with honeycomb</a:t>
            </a:r>
            <a:endParaRPr lang="en-US" dirty="0"/>
          </a:p>
        </p:txBody>
      </p:sp>
      <p:sp>
        <p:nvSpPr>
          <p:cNvPr id="24" name="Hexagon 23"/>
          <p:cNvSpPr/>
          <p:nvPr/>
        </p:nvSpPr>
        <p:spPr bwMode="gray">
          <a:xfrm>
            <a:off x="4513934" y="3284714"/>
            <a:ext cx="883595" cy="761720"/>
          </a:xfrm>
          <a:prstGeom prst="hexagon">
            <a:avLst/>
          </a:prstGeom>
          <a:solidFill>
            <a:schemeClr val="accent5">
              <a:lumMod val="40000"/>
              <a:lumOff val="6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25" name="Hexagon 24"/>
          <p:cNvSpPr/>
          <p:nvPr/>
        </p:nvSpPr>
        <p:spPr bwMode="gray">
          <a:xfrm>
            <a:off x="4513934" y="2485327"/>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endParaRPr>
          </a:p>
        </p:txBody>
      </p:sp>
      <p:sp>
        <p:nvSpPr>
          <p:cNvPr id="36" name="Hexagon 35"/>
          <p:cNvSpPr/>
          <p:nvPr/>
        </p:nvSpPr>
        <p:spPr bwMode="gray">
          <a:xfrm>
            <a:off x="4513934" y="4084101"/>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37" name="Hexagon 36"/>
          <p:cNvSpPr/>
          <p:nvPr/>
        </p:nvSpPr>
        <p:spPr bwMode="gray">
          <a:xfrm>
            <a:off x="5246357" y="3682315"/>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38" name="Hexagon 37"/>
          <p:cNvSpPr/>
          <p:nvPr/>
        </p:nvSpPr>
        <p:spPr bwMode="gray">
          <a:xfrm>
            <a:off x="5246357" y="2887114"/>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39" name="Hexagon 38"/>
          <p:cNvSpPr/>
          <p:nvPr/>
        </p:nvSpPr>
        <p:spPr bwMode="gray">
          <a:xfrm>
            <a:off x="3781513" y="3682315"/>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40" name="Hexagon 39"/>
          <p:cNvSpPr/>
          <p:nvPr/>
        </p:nvSpPr>
        <p:spPr bwMode="gray">
          <a:xfrm>
            <a:off x="3781513" y="2887114"/>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41" name="Rectangle 40"/>
          <p:cNvSpPr/>
          <p:nvPr/>
        </p:nvSpPr>
        <p:spPr>
          <a:xfrm>
            <a:off x="6457097" y="4862988"/>
            <a:ext cx="1634490" cy="125099"/>
          </a:xfrm>
          <a:prstGeom prst="rect">
            <a:avLst/>
          </a:prstGeom>
        </p:spPr>
        <p:txBody>
          <a:bodyPr wrap="square" lIns="0" tIns="0" rIns="0" bIns="0">
            <a:spAutoFit/>
          </a:bodyPr>
          <a:lstStyle/>
          <a:p>
            <a:r>
              <a:rPr lang="en-US" sz="800" b="1" dirty="0" err="1">
                <a:solidFill>
                  <a:srgbClr val="53565A"/>
                </a:solidFill>
                <a:latin typeface="Aptos" panose="020B0004020202020204" pitchFamily="34" charset="0"/>
              </a:rPr>
              <a:t>Lorem</a:t>
            </a:r>
            <a:r>
              <a:rPr lang="en-US" sz="800" b="1" dirty="0">
                <a:solidFill>
                  <a:srgbClr val="53565A"/>
                </a:solidFill>
                <a:latin typeface="Aptos" panose="020B0004020202020204" pitchFamily="34" charset="0"/>
              </a:rPr>
              <a:t> </a:t>
            </a:r>
            <a:r>
              <a:rPr lang="en-US" sz="800" b="1" dirty="0" err="1">
                <a:solidFill>
                  <a:srgbClr val="53565A"/>
                </a:solidFill>
                <a:latin typeface="Aptos" panose="020B0004020202020204" pitchFamily="34" charset="0"/>
              </a:rPr>
              <a:t>ipsum</a:t>
            </a:r>
            <a:endParaRPr lang="en-US" sz="800" dirty="0">
              <a:solidFill>
                <a:srgbClr val="53565A"/>
              </a:solidFill>
              <a:latin typeface="Aptos" panose="020B0004020202020204" pitchFamily="34" charset="0"/>
            </a:endParaRPr>
          </a:p>
        </p:txBody>
      </p:sp>
      <p:sp>
        <p:nvSpPr>
          <p:cNvPr id="42" name="Rectangle 41"/>
          <p:cNvSpPr/>
          <p:nvPr/>
        </p:nvSpPr>
        <p:spPr>
          <a:xfrm>
            <a:off x="6457097" y="5036488"/>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43" name="Freeform 42"/>
          <p:cNvSpPr/>
          <p:nvPr/>
        </p:nvSpPr>
        <p:spPr bwMode="gray">
          <a:xfrm flipH="1">
            <a:off x="5912876" y="4413250"/>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chemeClr val="accent6"/>
            </a:solidFill>
            <a:miter lim="800000"/>
            <a:headEnd/>
            <a:tailEnd/>
          </a:ln>
        </p:spPr>
        <p:txBody>
          <a:bodyPr rtlCol="0" anchor="ctr"/>
          <a:lstStyle/>
          <a:p>
            <a:pPr algn="ctr"/>
            <a:endParaRPr lang="en-US" sz="800">
              <a:latin typeface="Aptos" panose="020B0004020202020204" pitchFamily="34" charset="0"/>
            </a:endParaRPr>
          </a:p>
        </p:txBody>
      </p:sp>
      <p:sp>
        <p:nvSpPr>
          <p:cNvPr id="44" name="Freeform 43"/>
          <p:cNvSpPr/>
          <p:nvPr/>
        </p:nvSpPr>
        <p:spPr bwMode="gray">
          <a:xfrm>
            <a:off x="1816101" y="4413250"/>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chemeClr val="accent6"/>
            </a:solidFill>
            <a:miter lim="800000"/>
            <a:headEnd/>
            <a:tailEnd/>
          </a:ln>
        </p:spPr>
        <p:txBody>
          <a:bodyPr rtlCol="0" anchor="ctr"/>
          <a:lstStyle/>
          <a:p>
            <a:pPr algn="ctr"/>
            <a:endParaRPr lang="en-US" sz="800">
              <a:latin typeface="Aptos" panose="020B0004020202020204" pitchFamily="34" charset="0"/>
            </a:endParaRPr>
          </a:p>
        </p:txBody>
      </p:sp>
      <p:sp>
        <p:nvSpPr>
          <p:cNvPr id="45" name="Rectangle 44"/>
          <p:cNvSpPr/>
          <p:nvPr/>
        </p:nvSpPr>
        <p:spPr>
          <a:xfrm>
            <a:off x="1816100" y="4862988"/>
            <a:ext cx="1634490" cy="125099"/>
          </a:xfrm>
          <a:prstGeom prst="rect">
            <a:avLst/>
          </a:prstGeom>
        </p:spPr>
        <p:txBody>
          <a:bodyPr wrap="square" lIns="0" tIns="0" rIns="0" bIns="0">
            <a:spAutoFit/>
          </a:bodyPr>
          <a:lstStyle/>
          <a:p>
            <a:r>
              <a:rPr lang="en-US" sz="800" b="1" dirty="0" err="1">
                <a:solidFill>
                  <a:srgbClr val="53565A"/>
                </a:solidFill>
                <a:latin typeface="Aptos" panose="020B0004020202020204" pitchFamily="34" charset="0"/>
              </a:rPr>
              <a:t>Lorem</a:t>
            </a:r>
            <a:r>
              <a:rPr lang="en-US" sz="800" b="1" dirty="0">
                <a:solidFill>
                  <a:srgbClr val="53565A"/>
                </a:solidFill>
                <a:latin typeface="Aptos" panose="020B0004020202020204" pitchFamily="34" charset="0"/>
              </a:rPr>
              <a:t> </a:t>
            </a:r>
            <a:r>
              <a:rPr lang="en-US" sz="800" b="1" dirty="0" err="1">
                <a:solidFill>
                  <a:srgbClr val="53565A"/>
                </a:solidFill>
                <a:latin typeface="Aptos" panose="020B0004020202020204" pitchFamily="34" charset="0"/>
              </a:rPr>
              <a:t>ipsum</a:t>
            </a:r>
            <a:endParaRPr lang="en-US" sz="800" dirty="0">
              <a:solidFill>
                <a:srgbClr val="53565A"/>
              </a:solidFill>
              <a:latin typeface="Aptos" panose="020B0004020202020204" pitchFamily="34" charset="0"/>
            </a:endParaRPr>
          </a:p>
        </p:txBody>
      </p:sp>
      <p:sp>
        <p:nvSpPr>
          <p:cNvPr id="48" name="Rectangle 47"/>
          <p:cNvSpPr/>
          <p:nvPr/>
        </p:nvSpPr>
        <p:spPr>
          <a:xfrm>
            <a:off x="1816100" y="5036488"/>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49" name="Freeform 48"/>
          <p:cNvSpPr/>
          <p:nvPr/>
        </p:nvSpPr>
        <p:spPr bwMode="gray">
          <a:xfrm>
            <a:off x="4700191" y="4826000"/>
            <a:ext cx="1634490" cy="665559"/>
          </a:xfrm>
          <a:custGeom>
            <a:avLst/>
            <a:gdLst>
              <a:gd name="connsiteX0" fmla="*/ 0 w 2241550"/>
              <a:gd name="connsiteY0" fmla="*/ 0 h 819150"/>
              <a:gd name="connsiteX1" fmla="*/ 165100 w 2241550"/>
              <a:gd name="connsiteY1" fmla="*/ 819150 h 819150"/>
              <a:gd name="connsiteX2" fmla="*/ 2241550 w 2241550"/>
              <a:gd name="connsiteY2" fmla="*/ 819150 h 819150"/>
            </a:gdLst>
            <a:ahLst/>
            <a:cxnLst>
              <a:cxn ang="0">
                <a:pos x="connsiteX0" y="connsiteY0"/>
              </a:cxn>
              <a:cxn ang="0">
                <a:pos x="connsiteX1" y="connsiteY1"/>
              </a:cxn>
              <a:cxn ang="0">
                <a:pos x="connsiteX2" y="connsiteY2"/>
              </a:cxn>
            </a:cxnLst>
            <a:rect l="l" t="t" r="r" b="b"/>
            <a:pathLst>
              <a:path w="2241550" h="819150">
                <a:moveTo>
                  <a:pt x="0" y="0"/>
                </a:moveTo>
                <a:lnTo>
                  <a:pt x="165100" y="819150"/>
                </a:lnTo>
                <a:lnTo>
                  <a:pt x="2241550" y="819150"/>
                </a:lnTo>
              </a:path>
            </a:pathLst>
          </a:custGeom>
          <a:noFill/>
          <a:ln w="9525" algn="ctr">
            <a:solidFill>
              <a:schemeClr val="accent6"/>
            </a:solidFill>
            <a:miter lim="800000"/>
            <a:headEnd/>
            <a:tailEnd/>
          </a:ln>
        </p:spPr>
        <p:txBody>
          <a:bodyPr rtlCol="0" anchor="ctr"/>
          <a:lstStyle/>
          <a:p>
            <a:pPr algn="ctr"/>
            <a:endParaRPr lang="en-US" sz="800">
              <a:latin typeface="Aptos" panose="020B0004020202020204" pitchFamily="34" charset="0"/>
            </a:endParaRPr>
          </a:p>
        </p:txBody>
      </p:sp>
      <p:sp>
        <p:nvSpPr>
          <p:cNvPr id="50" name="Rectangle 49"/>
          <p:cNvSpPr/>
          <p:nvPr/>
        </p:nvSpPr>
        <p:spPr>
          <a:xfrm>
            <a:off x="4848781" y="5346680"/>
            <a:ext cx="1485900" cy="125099"/>
          </a:xfrm>
          <a:prstGeom prst="rect">
            <a:avLst/>
          </a:prstGeom>
        </p:spPr>
        <p:txBody>
          <a:bodyPr wrap="square" lIns="0" tIns="0" rIns="0" bIns="0">
            <a:spAutoFit/>
          </a:bodyPr>
          <a:lstStyle/>
          <a:p>
            <a:r>
              <a:rPr lang="en-US" sz="800" b="1" dirty="0" err="1">
                <a:solidFill>
                  <a:srgbClr val="53565A"/>
                </a:solidFill>
                <a:latin typeface="Aptos" panose="020B0004020202020204" pitchFamily="34" charset="0"/>
              </a:rPr>
              <a:t>Lorem</a:t>
            </a:r>
            <a:r>
              <a:rPr lang="en-US" sz="800" b="1" dirty="0">
                <a:solidFill>
                  <a:srgbClr val="53565A"/>
                </a:solidFill>
                <a:latin typeface="Aptos" panose="020B0004020202020204" pitchFamily="34" charset="0"/>
              </a:rPr>
              <a:t> </a:t>
            </a:r>
            <a:r>
              <a:rPr lang="en-US" sz="800" b="1" dirty="0" err="1">
                <a:solidFill>
                  <a:srgbClr val="53565A"/>
                </a:solidFill>
                <a:latin typeface="Aptos" panose="020B0004020202020204" pitchFamily="34" charset="0"/>
              </a:rPr>
              <a:t>ipsum</a:t>
            </a:r>
            <a:endParaRPr lang="en-US" sz="800" dirty="0">
              <a:solidFill>
                <a:srgbClr val="53565A"/>
              </a:solidFill>
              <a:latin typeface="Aptos" panose="020B0004020202020204" pitchFamily="34" charset="0"/>
            </a:endParaRPr>
          </a:p>
        </p:txBody>
      </p:sp>
      <p:sp>
        <p:nvSpPr>
          <p:cNvPr id="51" name="Rectangle 50"/>
          <p:cNvSpPr/>
          <p:nvPr/>
        </p:nvSpPr>
        <p:spPr>
          <a:xfrm>
            <a:off x="4848781" y="5520179"/>
            <a:ext cx="148590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52" name="Freeform 51"/>
          <p:cNvSpPr/>
          <p:nvPr/>
        </p:nvSpPr>
        <p:spPr bwMode="gray">
          <a:xfrm flipV="1">
            <a:off x="1816101" y="2323703"/>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chemeClr val="accent6"/>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53" name="Rectangle 52"/>
          <p:cNvSpPr/>
          <p:nvPr/>
        </p:nvSpPr>
        <p:spPr>
          <a:xfrm>
            <a:off x="1816100" y="2176002"/>
            <a:ext cx="1634490" cy="125099"/>
          </a:xfrm>
          <a:prstGeom prst="rect">
            <a:avLst/>
          </a:prstGeom>
        </p:spPr>
        <p:txBody>
          <a:bodyPr wrap="square" lIns="0" tIns="0" rIns="0" bIns="0">
            <a:spAutoFit/>
          </a:bodyPr>
          <a:lstStyle/>
          <a:p>
            <a:r>
              <a:rPr lang="en-US" sz="800" b="1" dirty="0" err="1">
                <a:solidFill>
                  <a:srgbClr val="53565A"/>
                </a:solidFill>
                <a:latin typeface="Aptos" panose="020B0004020202020204" pitchFamily="34" charset="0"/>
              </a:rPr>
              <a:t>Lorem</a:t>
            </a:r>
            <a:r>
              <a:rPr lang="en-US" sz="800" b="1" dirty="0">
                <a:solidFill>
                  <a:srgbClr val="53565A"/>
                </a:solidFill>
                <a:latin typeface="Aptos" panose="020B0004020202020204" pitchFamily="34" charset="0"/>
              </a:rPr>
              <a:t> </a:t>
            </a:r>
            <a:r>
              <a:rPr lang="en-US" sz="800" b="1" dirty="0" err="1">
                <a:solidFill>
                  <a:srgbClr val="53565A"/>
                </a:solidFill>
                <a:latin typeface="Aptos" panose="020B0004020202020204" pitchFamily="34" charset="0"/>
              </a:rPr>
              <a:t>ipsum</a:t>
            </a:r>
            <a:endParaRPr lang="en-US" sz="800" dirty="0">
              <a:solidFill>
                <a:srgbClr val="53565A"/>
              </a:solidFill>
              <a:latin typeface="Aptos" panose="020B0004020202020204" pitchFamily="34" charset="0"/>
            </a:endParaRPr>
          </a:p>
        </p:txBody>
      </p:sp>
      <p:sp>
        <p:nvSpPr>
          <p:cNvPr id="54" name="Rectangle 53"/>
          <p:cNvSpPr/>
          <p:nvPr/>
        </p:nvSpPr>
        <p:spPr>
          <a:xfrm>
            <a:off x="1816100" y="2349501"/>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55" name="Freeform 54"/>
          <p:cNvSpPr/>
          <p:nvPr/>
        </p:nvSpPr>
        <p:spPr bwMode="gray">
          <a:xfrm flipH="1" flipV="1">
            <a:off x="5912876" y="2323703"/>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chemeClr val="accent6"/>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56" name="Rectangle 55"/>
          <p:cNvSpPr/>
          <p:nvPr/>
        </p:nvSpPr>
        <p:spPr>
          <a:xfrm>
            <a:off x="6457097" y="2176002"/>
            <a:ext cx="1634490" cy="125099"/>
          </a:xfrm>
          <a:prstGeom prst="rect">
            <a:avLst/>
          </a:prstGeom>
        </p:spPr>
        <p:txBody>
          <a:bodyPr wrap="square" lIns="0" tIns="0" rIns="0" bIns="0">
            <a:spAutoFit/>
          </a:bodyPr>
          <a:lstStyle/>
          <a:p>
            <a:r>
              <a:rPr lang="en-US" sz="800" b="1" dirty="0" err="1">
                <a:solidFill>
                  <a:srgbClr val="53565A"/>
                </a:solidFill>
                <a:latin typeface="Aptos" panose="020B0004020202020204" pitchFamily="34" charset="0"/>
              </a:rPr>
              <a:t>Lorem</a:t>
            </a:r>
            <a:r>
              <a:rPr lang="en-US" sz="800" b="1" dirty="0">
                <a:solidFill>
                  <a:srgbClr val="53565A"/>
                </a:solidFill>
                <a:latin typeface="Aptos" panose="020B0004020202020204" pitchFamily="34" charset="0"/>
              </a:rPr>
              <a:t> </a:t>
            </a:r>
            <a:r>
              <a:rPr lang="en-US" sz="800" b="1" dirty="0" err="1">
                <a:solidFill>
                  <a:srgbClr val="53565A"/>
                </a:solidFill>
                <a:latin typeface="Aptos" panose="020B0004020202020204" pitchFamily="34" charset="0"/>
              </a:rPr>
              <a:t>ipsum</a:t>
            </a:r>
            <a:endParaRPr lang="en-US" sz="800" dirty="0">
              <a:solidFill>
                <a:srgbClr val="53565A"/>
              </a:solidFill>
              <a:latin typeface="Aptos" panose="020B0004020202020204" pitchFamily="34" charset="0"/>
            </a:endParaRPr>
          </a:p>
        </p:txBody>
      </p:sp>
      <p:sp>
        <p:nvSpPr>
          <p:cNvPr id="57" name="Rectangle 56"/>
          <p:cNvSpPr/>
          <p:nvPr/>
        </p:nvSpPr>
        <p:spPr>
          <a:xfrm>
            <a:off x="6457097" y="2349501"/>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59" name="Rectangle 58"/>
          <p:cNvSpPr/>
          <p:nvPr/>
        </p:nvSpPr>
        <p:spPr>
          <a:xfrm>
            <a:off x="4848781" y="1694889"/>
            <a:ext cx="1485900" cy="125099"/>
          </a:xfrm>
          <a:prstGeom prst="rect">
            <a:avLst/>
          </a:prstGeom>
        </p:spPr>
        <p:txBody>
          <a:bodyPr wrap="square" lIns="0" tIns="0" rIns="0" bIns="0">
            <a:spAutoFit/>
          </a:bodyPr>
          <a:lstStyle/>
          <a:p>
            <a:r>
              <a:rPr lang="en-US" sz="800" b="1" dirty="0" err="1">
                <a:solidFill>
                  <a:srgbClr val="53565A"/>
                </a:solidFill>
                <a:latin typeface="Aptos" panose="020B0004020202020204" pitchFamily="34" charset="0"/>
              </a:rPr>
              <a:t>Lorem</a:t>
            </a:r>
            <a:r>
              <a:rPr lang="en-US" sz="800" b="1" dirty="0">
                <a:solidFill>
                  <a:srgbClr val="53565A"/>
                </a:solidFill>
                <a:latin typeface="Aptos" panose="020B0004020202020204" pitchFamily="34" charset="0"/>
              </a:rPr>
              <a:t> </a:t>
            </a:r>
            <a:r>
              <a:rPr lang="en-US" sz="800" b="1" dirty="0" err="1">
                <a:solidFill>
                  <a:srgbClr val="53565A"/>
                </a:solidFill>
                <a:latin typeface="Aptos" panose="020B0004020202020204" pitchFamily="34" charset="0"/>
              </a:rPr>
              <a:t>ipsum</a:t>
            </a:r>
            <a:endParaRPr lang="en-US" sz="800" dirty="0">
              <a:solidFill>
                <a:srgbClr val="53565A"/>
              </a:solidFill>
              <a:latin typeface="Aptos" panose="020B0004020202020204" pitchFamily="34" charset="0"/>
            </a:endParaRPr>
          </a:p>
        </p:txBody>
      </p:sp>
      <p:sp>
        <p:nvSpPr>
          <p:cNvPr id="68" name="Rectangle 67"/>
          <p:cNvSpPr/>
          <p:nvPr/>
        </p:nvSpPr>
        <p:spPr>
          <a:xfrm>
            <a:off x="4848781" y="1868388"/>
            <a:ext cx="148590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46" name="Freeform 45"/>
          <p:cNvSpPr/>
          <p:nvPr/>
        </p:nvSpPr>
        <p:spPr bwMode="gray">
          <a:xfrm flipV="1">
            <a:off x="4711448" y="1833564"/>
            <a:ext cx="1634490" cy="665559"/>
          </a:xfrm>
          <a:custGeom>
            <a:avLst/>
            <a:gdLst>
              <a:gd name="connsiteX0" fmla="*/ 0 w 2241550"/>
              <a:gd name="connsiteY0" fmla="*/ 0 h 819150"/>
              <a:gd name="connsiteX1" fmla="*/ 165100 w 2241550"/>
              <a:gd name="connsiteY1" fmla="*/ 819150 h 819150"/>
              <a:gd name="connsiteX2" fmla="*/ 2241550 w 2241550"/>
              <a:gd name="connsiteY2" fmla="*/ 819150 h 819150"/>
            </a:gdLst>
            <a:ahLst/>
            <a:cxnLst>
              <a:cxn ang="0">
                <a:pos x="connsiteX0" y="connsiteY0"/>
              </a:cxn>
              <a:cxn ang="0">
                <a:pos x="connsiteX1" y="connsiteY1"/>
              </a:cxn>
              <a:cxn ang="0">
                <a:pos x="connsiteX2" y="connsiteY2"/>
              </a:cxn>
            </a:cxnLst>
            <a:rect l="l" t="t" r="r" b="b"/>
            <a:pathLst>
              <a:path w="2241550" h="819150">
                <a:moveTo>
                  <a:pt x="0" y="0"/>
                </a:moveTo>
                <a:lnTo>
                  <a:pt x="165100" y="819150"/>
                </a:lnTo>
                <a:lnTo>
                  <a:pt x="2241550" y="819150"/>
                </a:lnTo>
              </a:path>
            </a:pathLst>
          </a:custGeom>
          <a:noFill/>
          <a:ln w="9525" algn="ctr">
            <a:solidFill>
              <a:schemeClr val="accent6"/>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62" name="Freeform 516"/>
          <p:cNvSpPr>
            <a:spLocks noChangeAspect="1" noEditPoints="1"/>
          </p:cNvSpPr>
          <p:nvPr/>
        </p:nvSpPr>
        <p:spPr bwMode="auto">
          <a:xfrm>
            <a:off x="4683165" y="2613273"/>
            <a:ext cx="551257" cy="549641"/>
          </a:xfrm>
          <a:custGeom>
            <a:avLst/>
            <a:gdLst>
              <a:gd name="T0" fmla="*/ 141 w 512"/>
              <a:gd name="T1" fmla="*/ 138 h 512"/>
              <a:gd name="T2" fmla="*/ 203 w 512"/>
              <a:gd name="T3" fmla="*/ 213 h 512"/>
              <a:gd name="T4" fmla="*/ 245 w 512"/>
              <a:gd name="T5" fmla="*/ 309 h 512"/>
              <a:gd name="T6" fmla="*/ 266 w 512"/>
              <a:gd name="T7" fmla="*/ 266 h 512"/>
              <a:gd name="T8" fmla="*/ 245 w 512"/>
              <a:gd name="T9" fmla="*/ 309 h 512"/>
              <a:gd name="T10" fmla="*/ 224 w 512"/>
              <a:gd name="T11" fmla="*/ 330 h 512"/>
              <a:gd name="T12" fmla="*/ 139 w 512"/>
              <a:gd name="T13" fmla="*/ 234 h 512"/>
              <a:gd name="T14" fmla="*/ 170 w 512"/>
              <a:gd name="T15" fmla="*/ 373 h 512"/>
              <a:gd name="T16" fmla="*/ 213 w 512"/>
              <a:gd name="T17" fmla="*/ 352 h 512"/>
              <a:gd name="T18" fmla="*/ 170 w 512"/>
              <a:gd name="T19" fmla="*/ 373 h 512"/>
              <a:gd name="T20" fmla="*/ 341 w 512"/>
              <a:gd name="T21" fmla="*/ 373 h 512"/>
              <a:gd name="T22" fmla="*/ 298 w 512"/>
              <a:gd name="T23" fmla="*/ 352 h 512"/>
              <a:gd name="T24" fmla="*/ 512 w 512"/>
              <a:gd name="T25" fmla="*/ 256 h 512"/>
              <a:gd name="T26" fmla="*/ 0 w 512"/>
              <a:gd name="T27" fmla="*/ 256 h 512"/>
              <a:gd name="T28" fmla="*/ 512 w 512"/>
              <a:gd name="T29" fmla="*/ 256 h 512"/>
              <a:gd name="T30" fmla="*/ 392 w 512"/>
              <a:gd name="T31" fmla="*/ 217 h 512"/>
              <a:gd name="T32" fmla="*/ 376 w 512"/>
              <a:gd name="T33" fmla="*/ 213 h 512"/>
              <a:gd name="T34" fmla="*/ 392 w 512"/>
              <a:gd name="T35" fmla="*/ 121 h 512"/>
              <a:gd name="T36" fmla="*/ 288 w 512"/>
              <a:gd name="T37" fmla="*/ 117 h 512"/>
              <a:gd name="T38" fmla="*/ 277 w 512"/>
              <a:gd name="T39" fmla="*/ 129 h 512"/>
              <a:gd name="T40" fmla="*/ 277 w 512"/>
              <a:gd name="T41" fmla="*/ 213 h 512"/>
              <a:gd name="T42" fmla="*/ 266 w 512"/>
              <a:gd name="T43" fmla="*/ 245 h 512"/>
              <a:gd name="T44" fmla="*/ 245 w 512"/>
              <a:gd name="T45" fmla="*/ 224 h 512"/>
              <a:gd name="T46" fmla="*/ 225 w 512"/>
              <a:gd name="T47" fmla="*/ 213 h 512"/>
              <a:gd name="T48" fmla="*/ 232 w 512"/>
              <a:gd name="T49" fmla="*/ 121 h 512"/>
              <a:gd name="T50" fmla="*/ 128 w 512"/>
              <a:gd name="T51" fmla="*/ 117 h 512"/>
              <a:gd name="T52" fmla="*/ 117 w 512"/>
              <a:gd name="T53" fmla="*/ 130 h 512"/>
              <a:gd name="T54" fmla="*/ 128 w 512"/>
              <a:gd name="T55" fmla="*/ 213 h 512"/>
              <a:gd name="T56" fmla="*/ 117 w 512"/>
              <a:gd name="T57" fmla="*/ 225 h 512"/>
              <a:gd name="T58" fmla="*/ 139 w 512"/>
              <a:gd name="T59" fmla="*/ 352 h 512"/>
              <a:gd name="T60" fmla="*/ 149 w 512"/>
              <a:gd name="T61" fmla="*/ 384 h 512"/>
              <a:gd name="T62" fmla="*/ 224 w 512"/>
              <a:gd name="T63" fmla="*/ 394 h 512"/>
              <a:gd name="T64" fmla="*/ 234 w 512"/>
              <a:gd name="T65" fmla="*/ 352 h 512"/>
              <a:gd name="T66" fmla="*/ 245 w 512"/>
              <a:gd name="T67" fmla="*/ 330 h 512"/>
              <a:gd name="T68" fmla="*/ 266 w 512"/>
              <a:gd name="T69" fmla="*/ 341 h 512"/>
              <a:gd name="T70" fmla="*/ 277 w 512"/>
              <a:gd name="T71" fmla="*/ 384 h 512"/>
              <a:gd name="T72" fmla="*/ 352 w 512"/>
              <a:gd name="T73" fmla="*/ 394 h 512"/>
              <a:gd name="T74" fmla="*/ 362 w 512"/>
              <a:gd name="T75" fmla="*/ 352 h 512"/>
              <a:gd name="T76" fmla="*/ 383 w 512"/>
              <a:gd name="T77" fmla="*/ 342 h 512"/>
              <a:gd name="T78" fmla="*/ 354 w 512"/>
              <a:gd name="T79" fmla="*/ 213 h 512"/>
              <a:gd name="T80" fmla="*/ 300 w 512"/>
              <a:gd name="T81" fmla="*/ 138 h 512"/>
              <a:gd name="T82" fmla="*/ 354 w 512"/>
              <a:gd name="T83" fmla="*/ 213 h 512"/>
              <a:gd name="T84" fmla="*/ 362 w 512"/>
              <a:gd name="T85" fmla="*/ 330 h 512"/>
              <a:gd name="T86" fmla="*/ 288 w 512"/>
              <a:gd name="T87" fmla="*/ 23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158" y="213"/>
                </a:moveTo>
                <a:cubicBezTo>
                  <a:pt x="141" y="138"/>
                  <a:pt x="141" y="138"/>
                  <a:pt x="141" y="138"/>
                </a:cubicBezTo>
                <a:cubicBezTo>
                  <a:pt x="212" y="138"/>
                  <a:pt x="212" y="138"/>
                  <a:pt x="212" y="138"/>
                </a:cubicBezTo>
                <a:cubicBezTo>
                  <a:pt x="203" y="213"/>
                  <a:pt x="203" y="213"/>
                  <a:pt x="203" y="213"/>
                </a:cubicBezTo>
                <a:lnTo>
                  <a:pt x="158" y="213"/>
                </a:lnTo>
                <a:close/>
                <a:moveTo>
                  <a:pt x="245" y="309"/>
                </a:moveTo>
                <a:cubicBezTo>
                  <a:pt x="266" y="309"/>
                  <a:pt x="266" y="309"/>
                  <a:pt x="266" y="309"/>
                </a:cubicBezTo>
                <a:cubicBezTo>
                  <a:pt x="266" y="266"/>
                  <a:pt x="266" y="266"/>
                  <a:pt x="266" y="266"/>
                </a:cubicBezTo>
                <a:cubicBezTo>
                  <a:pt x="245" y="266"/>
                  <a:pt x="245" y="266"/>
                  <a:pt x="245" y="266"/>
                </a:cubicBezTo>
                <a:lnTo>
                  <a:pt x="245" y="309"/>
                </a:lnTo>
                <a:close/>
                <a:moveTo>
                  <a:pt x="149" y="330"/>
                </a:moveTo>
                <a:cubicBezTo>
                  <a:pt x="224" y="330"/>
                  <a:pt x="224" y="330"/>
                  <a:pt x="224" y="330"/>
                </a:cubicBezTo>
                <a:cubicBezTo>
                  <a:pt x="224" y="234"/>
                  <a:pt x="224" y="234"/>
                  <a:pt x="224" y="234"/>
                </a:cubicBezTo>
                <a:cubicBezTo>
                  <a:pt x="139" y="234"/>
                  <a:pt x="139" y="234"/>
                  <a:pt x="139" y="234"/>
                </a:cubicBezTo>
                <a:lnTo>
                  <a:pt x="149" y="330"/>
                </a:lnTo>
                <a:close/>
                <a:moveTo>
                  <a:pt x="170" y="373"/>
                </a:moveTo>
                <a:cubicBezTo>
                  <a:pt x="213" y="373"/>
                  <a:pt x="213" y="373"/>
                  <a:pt x="213" y="373"/>
                </a:cubicBezTo>
                <a:cubicBezTo>
                  <a:pt x="213" y="352"/>
                  <a:pt x="213" y="352"/>
                  <a:pt x="213" y="352"/>
                </a:cubicBezTo>
                <a:cubicBezTo>
                  <a:pt x="170" y="352"/>
                  <a:pt x="170" y="352"/>
                  <a:pt x="170" y="352"/>
                </a:cubicBezTo>
                <a:lnTo>
                  <a:pt x="170" y="373"/>
                </a:lnTo>
                <a:close/>
                <a:moveTo>
                  <a:pt x="298" y="373"/>
                </a:moveTo>
                <a:cubicBezTo>
                  <a:pt x="341" y="373"/>
                  <a:pt x="341" y="373"/>
                  <a:pt x="341" y="373"/>
                </a:cubicBezTo>
                <a:cubicBezTo>
                  <a:pt x="341" y="352"/>
                  <a:pt x="341" y="352"/>
                  <a:pt x="341" y="352"/>
                </a:cubicBezTo>
                <a:cubicBezTo>
                  <a:pt x="298" y="352"/>
                  <a:pt x="298" y="352"/>
                  <a:pt x="298" y="352"/>
                </a:cubicBezTo>
                <a:lnTo>
                  <a:pt x="298" y="3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225"/>
                </a:moveTo>
                <a:cubicBezTo>
                  <a:pt x="395" y="222"/>
                  <a:pt x="394" y="219"/>
                  <a:pt x="392" y="217"/>
                </a:cubicBezTo>
                <a:cubicBezTo>
                  <a:pt x="390" y="214"/>
                  <a:pt x="387" y="213"/>
                  <a:pt x="384" y="213"/>
                </a:cubicBezTo>
                <a:cubicBezTo>
                  <a:pt x="376" y="213"/>
                  <a:pt x="376" y="213"/>
                  <a:pt x="376" y="213"/>
                </a:cubicBezTo>
                <a:cubicBezTo>
                  <a:pt x="394" y="130"/>
                  <a:pt x="394" y="130"/>
                  <a:pt x="394" y="130"/>
                </a:cubicBezTo>
                <a:cubicBezTo>
                  <a:pt x="395" y="127"/>
                  <a:pt x="394" y="124"/>
                  <a:pt x="392" y="121"/>
                </a:cubicBezTo>
                <a:cubicBezTo>
                  <a:pt x="390" y="118"/>
                  <a:pt x="387" y="117"/>
                  <a:pt x="384" y="117"/>
                </a:cubicBezTo>
                <a:cubicBezTo>
                  <a:pt x="288" y="117"/>
                  <a:pt x="288" y="117"/>
                  <a:pt x="288" y="117"/>
                </a:cubicBezTo>
                <a:cubicBezTo>
                  <a:pt x="285" y="117"/>
                  <a:pt x="282" y="118"/>
                  <a:pt x="280" y="121"/>
                </a:cubicBezTo>
                <a:cubicBezTo>
                  <a:pt x="278" y="123"/>
                  <a:pt x="277" y="126"/>
                  <a:pt x="277" y="129"/>
                </a:cubicBezTo>
                <a:cubicBezTo>
                  <a:pt x="286" y="213"/>
                  <a:pt x="286" y="213"/>
                  <a:pt x="286" y="213"/>
                </a:cubicBezTo>
                <a:cubicBezTo>
                  <a:pt x="277" y="213"/>
                  <a:pt x="277" y="213"/>
                  <a:pt x="277" y="213"/>
                </a:cubicBezTo>
                <a:cubicBezTo>
                  <a:pt x="271" y="213"/>
                  <a:pt x="266" y="218"/>
                  <a:pt x="266" y="224"/>
                </a:cubicBezTo>
                <a:cubicBezTo>
                  <a:pt x="266" y="245"/>
                  <a:pt x="266" y="245"/>
                  <a:pt x="266" y="245"/>
                </a:cubicBezTo>
                <a:cubicBezTo>
                  <a:pt x="245" y="245"/>
                  <a:pt x="245" y="245"/>
                  <a:pt x="245" y="245"/>
                </a:cubicBezTo>
                <a:cubicBezTo>
                  <a:pt x="245" y="224"/>
                  <a:pt x="245" y="224"/>
                  <a:pt x="245" y="224"/>
                </a:cubicBezTo>
                <a:cubicBezTo>
                  <a:pt x="245" y="218"/>
                  <a:pt x="240" y="213"/>
                  <a:pt x="234" y="213"/>
                </a:cubicBezTo>
                <a:cubicBezTo>
                  <a:pt x="225" y="213"/>
                  <a:pt x="225" y="213"/>
                  <a:pt x="225" y="213"/>
                </a:cubicBezTo>
                <a:cubicBezTo>
                  <a:pt x="234" y="129"/>
                  <a:pt x="234" y="129"/>
                  <a:pt x="234" y="129"/>
                </a:cubicBezTo>
                <a:cubicBezTo>
                  <a:pt x="235" y="126"/>
                  <a:pt x="234" y="123"/>
                  <a:pt x="232" y="121"/>
                </a:cubicBezTo>
                <a:cubicBezTo>
                  <a:pt x="230" y="118"/>
                  <a:pt x="227" y="117"/>
                  <a:pt x="224" y="117"/>
                </a:cubicBezTo>
                <a:cubicBezTo>
                  <a:pt x="128" y="117"/>
                  <a:pt x="128" y="117"/>
                  <a:pt x="128" y="117"/>
                </a:cubicBezTo>
                <a:cubicBezTo>
                  <a:pt x="124" y="117"/>
                  <a:pt x="121" y="118"/>
                  <a:pt x="119" y="121"/>
                </a:cubicBezTo>
                <a:cubicBezTo>
                  <a:pt x="117" y="124"/>
                  <a:pt x="117" y="127"/>
                  <a:pt x="117" y="130"/>
                </a:cubicBezTo>
                <a:cubicBezTo>
                  <a:pt x="136" y="213"/>
                  <a:pt x="136" y="213"/>
                  <a:pt x="136" y="213"/>
                </a:cubicBezTo>
                <a:cubicBezTo>
                  <a:pt x="128" y="213"/>
                  <a:pt x="128" y="213"/>
                  <a:pt x="128" y="213"/>
                </a:cubicBezTo>
                <a:cubicBezTo>
                  <a:pt x="125" y="213"/>
                  <a:pt x="122" y="214"/>
                  <a:pt x="120" y="217"/>
                </a:cubicBezTo>
                <a:cubicBezTo>
                  <a:pt x="118" y="219"/>
                  <a:pt x="117" y="222"/>
                  <a:pt x="117" y="225"/>
                </a:cubicBezTo>
                <a:cubicBezTo>
                  <a:pt x="129" y="342"/>
                  <a:pt x="129" y="342"/>
                  <a:pt x="129" y="342"/>
                </a:cubicBezTo>
                <a:cubicBezTo>
                  <a:pt x="129" y="348"/>
                  <a:pt x="134" y="352"/>
                  <a:pt x="139" y="352"/>
                </a:cubicBezTo>
                <a:cubicBezTo>
                  <a:pt x="149" y="352"/>
                  <a:pt x="149" y="352"/>
                  <a:pt x="149" y="352"/>
                </a:cubicBezTo>
                <a:cubicBezTo>
                  <a:pt x="149" y="384"/>
                  <a:pt x="149" y="384"/>
                  <a:pt x="149" y="384"/>
                </a:cubicBezTo>
                <a:cubicBezTo>
                  <a:pt x="149" y="390"/>
                  <a:pt x="154" y="394"/>
                  <a:pt x="160" y="394"/>
                </a:cubicBezTo>
                <a:cubicBezTo>
                  <a:pt x="224" y="394"/>
                  <a:pt x="224" y="394"/>
                  <a:pt x="224" y="394"/>
                </a:cubicBezTo>
                <a:cubicBezTo>
                  <a:pt x="230" y="394"/>
                  <a:pt x="234" y="390"/>
                  <a:pt x="234" y="384"/>
                </a:cubicBezTo>
                <a:cubicBezTo>
                  <a:pt x="234" y="352"/>
                  <a:pt x="234" y="352"/>
                  <a:pt x="234" y="352"/>
                </a:cubicBezTo>
                <a:cubicBezTo>
                  <a:pt x="245" y="352"/>
                  <a:pt x="245" y="347"/>
                  <a:pt x="245" y="341"/>
                </a:cubicBezTo>
                <a:cubicBezTo>
                  <a:pt x="245" y="330"/>
                  <a:pt x="245" y="330"/>
                  <a:pt x="245" y="330"/>
                </a:cubicBezTo>
                <a:cubicBezTo>
                  <a:pt x="266" y="330"/>
                  <a:pt x="266" y="330"/>
                  <a:pt x="266" y="330"/>
                </a:cubicBezTo>
                <a:cubicBezTo>
                  <a:pt x="266" y="341"/>
                  <a:pt x="266" y="341"/>
                  <a:pt x="266" y="341"/>
                </a:cubicBezTo>
                <a:cubicBezTo>
                  <a:pt x="266" y="347"/>
                  <a:pt x="266" y="352"/>
                  <a:pt x="277" y="352"/>
                </a:cubicBezTo>
                <a:cubicBezTo>
                  <a:pt x="277" y="384"/>
                  <a:pt x="277" y="384"/>
                  <a:pt x="277" y="384"/>
                </a:cubicBezTo>
                <a:cubicBezTo>
                  <a:pt x="277" y="390"/>
                  <a:pt x="282" y="394"/>
                  <a:pt x="288" y="394"/>
                </a:cubicBezTo>
                <a:cubicBezTo>
                  <a:pt x="352" y="394"/>
                  <a:pt x="352" y="394"/>
                  <a:pt x="352" y="394"/>
                </a:cubicBezTo>
                <a:cubicBezTo>
                  <a:pt x="358" y="394"/>
                  <a:pt x="362" y="390"/>
                  <a:pt x="362" y="384"/>
                </a:cubicBezTo>
                <a:cubicBezTo>
                  <a:pt x="362" y="352"/>
                  <a:pt x="362" y="352"/>
                  <a:pt x="362" y="352"/>
                </a:cubicBezTo>
                <a:cubicBezTo>
                  <a:pt x="372" y="352"/>
                  <a:pt x="372" y="352"/>
                  <a:pt x="372" y="352"/>
                </a:cubicBezTo>
                <a:cubicBezTo>
                  <a:pt x="377" y="352"/>
                  <a:pt x="382" y="348"/>
                  <a:pt x="383" y="342"/>
                </a:cubicBezTo>
                <a:lnTo>
                  <a:pt x="394" y="225"/>
                </a:lnTo>
                <a:close/>
                <a:moveTo>
                  <a:pt x="354" y="213"/>
                </a:moveTo>
                <a:cubicBezTo>
                  <a:pt x="370" y="138"/>
                  <a:pt x="370" y="138"/>
                  <a:pt x="370" y="138"/>
                </a:cubicBezTo>
                <a:cubicBezTo>
                  <a:pt x="300" y="138"/>
                  <a:pt x="300" y="138"/>
                  <a:pt x="300" y="138"/>
                </a:cubicBezTo>
                <a:cubicBezTo>
                  <a:pt x="308" y="213"/>
                  <a:pt x="308" y="213"/>
                  <a:pt x="308" y="213"/>
                </a:cubicBezTo>
                <a:lnTo>
                  <a:pt x="354" y="213"/>
                </a:lnTo>
                <a:close/>
                <a:moveTo>
                  <a:pt x="288" y="330"/>
                </a:moveTo>
                <a:cubicBezTo>
                  <a:pt x="362" y="330"/>
                  <a:pt x="362" y="330"/>
                  <a:pt x="362" y="330"/>
                </a:cubicBezTo>
                <a:cubicBezTo>
                  <a:pt x="372" y="234"/>
                  <a:pt x="372" y="234"/>
                  <a:pt x="372" y="234"/>
                </a:cubicBezTo>
                <a:cubicBezTo>
                  <a:pt x="288" y="234"/>
                  <a:pt x="288" y="234"/>
                  <a:pt x="288" y="234"/>
                </a:cubicBezTo>
                <a:lnTo>
                  <a:pt x="288" y="330"/>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63" name="Freeform 992"/>
          <p:cNvSpPr>
            <a:spLocks noChangeAspect="1" noEditPoints="1"/>
          </p:cNvSpPr>
          <p:nvPr/>
        </p:nvSpPr>
        <p:spPr bwMode="auto">
          <a:xfrm>
            <a:off x="3941690" y="3764557"/>
            <a:ext cx="568023" cy="568023"/>
          </a:xfrm>
          <a:custGeom>
            <a:avLst/>
            <a:gdLst>
              <a:gd name="T0" fmla="*/ 158 w 512"/>
              <a:gd name="T1" fmla="*/ 373 h 512"/>
              <a:gd name="T2" fmla="*/ 353 w 512"/>
              <a:gd name="T3" fmla="*/ 373 h 512"/>
              <a:gd name="T4" fmla="*/ 381 w 512"/>
              <a:gd name="T5" fmla="*/ 224 h 512"/>
              <a:gd name="T6" fmla="*/ 130 w 512"/>
              <a:gd name="T7" fmla="*/ 224 h 512"/>
              <a:gd name="T8" fmla="*/ 158 w 512"/>
              <a:gd name="T9" fmla="*/ 373 h 512"/>
              <a:gd name="T10" fmla="*/ 309 w 512"/>
              <a:gd name="T11" fmla="*/ 256 h 512"/>
              <a:gd name="T12" fmla="*/ 320 w 512"/>
              <a:gd name="T13" fmla="*/ 245 h 512"/>
              <a:gd name="T14" fmla="*/ 330 w 512"/>
              <a:gd name="T15" fmla="*/ 256 h 512"/>
              <a:gd name="T16" fmla="*/ 330 w 512"/>
              <a:gd name="T17" fmla="*/ 341 h 512"/>
              <a:gd name="T18" fmla="*/ 320 w 512"/>
              <a:gd name="T19" fmla="*/ 352 h 512"/>
              <a:gd name="T20" fmla="*/ 309 w 512"/>
              <a:gd name="T21" fmla="*/ 341 h 512"/>
              <a:gd name="T22" fmla="*/ 309 w 512"/>
              <a:gd name="T23" fmla="*/ 256 h 512"/>
              <a:gd name="T24" fmla="*/ 266 w 512"/>
              <a:gd name="T25" fmla="*/ 256 h 512"/>
              <a:gd name="T26" fmla="*/ 277 w 512"/>
              <a:gd name="T27" fmla="*/ 245 h 512"/>
              <a:gd name="T28" fmla="*/ 288 w 512"/>
              <a:gd name="T29" fmla="*/ 256 h 512"/>
              <a:gd name="T30" fmla="*/ 288 w 512"/>
              <a:gd name="T31" fmla="*/ 341 h 512"/>
              <a:gd name="T32" fmla="*/ 277 w 512"/>
              <a:gd name="T33" fmla="*/ 352 h 512"/>
              <a:gd name="T34" fmla="*/ 266 w 512"/>
              <a:gd name="T35" fmla="*/ 341 h 512"/>
              <a:gd name="T36" fmla="*/ 266 w 512"/>
              <a:gd name="T37" fmla="*/ 256 h 512"/>
              <a:gd name="T38" fmla="*/ 224 w 512"/>
              <a:gd name="T39" fmla="*/ 256 h 512"/>
              <a:gd name="T40" fmla="*/ 234 w 512"/>
              <a:gd name="T41" fmla="*/ 245 h 512"/>
              <a:gd name="T42" fmla="*/ 245 w 512"/>
              <a:gd name="T43" fmla="*/ 256 h 512"/>
              <a:gd name="T44" fmla="*/ 245 w 512"/>
              <a:gd name="T45" fmla="*/ 341 h 512"/>
              <a:gd name="T46" fmla="*/ 234 w 512"/>
              <a:gd name="T47" fmla="*/ 352 h 512"/>
              <a:gd name="T48" fmla="*/ 224 w 512"/>
              <a:gd name="T49" fmla="*/ 341 h 512"/>
              <a:gd name="T50" fmla="*/ 224 w 512"/>
              <a:gd name="T51" fmla="*/ 256 h 512"/>
              <a:gd name="T52" fmla="*/ 181 w 512"/>
              <a:gd name="T53" fmla="*/ 256 h 512"/>
              <a:gd name="T54" fmla="*/ 192 w 512"/>
              <a:gd name="T55" fmla="*/ 245 h 512"/>
              <a:gd name="T56" fmla="*/ 202 w 512"/>
              <a:gd name="T57" fmla="*/ 256 h 512"/>
              <a:gd name="T58" fmla="*/ 202 w 512"/>
              <a:gd name="T59" fmla="*/ 341 h 512"/>
              <a:gd name="T60" fmla="*/ 192 w 512"/>
              <a:gd name="T61" fmla="*/ 352 h 512"/>
              <a:gd name="T62" fmla="*/ 181 w 512"/>
              <a:gd name="T63" fmla="*/ 341 h 512"/>
              <a:gd name="T64" fmla="*/ 181 w 512"/>
              <a:gd name="T65" fmla="*/ 256 h 512"/>
              <a:gd name="T66" fmla="*/ 256 w 512"/>
              <a:gd name="T67" fmla="*/ 0 h 512"/>
              <a:gd name="T68" fmla="*/ 0 w 512"/>
              <a:gd name="T69" fmla="*/ 256 h 512"/>
              <a:gd name="T70" fmla="*/ 256 w 512"/>
              <a:gd name="T71" fmla="*/ 512 h 512"/>
              <a:gd name="T72" fmla="*/ 512 w 512"/>
              <a:gd name="T73" fmla="*/ 256 h 512"/>
              <a:gd name="T74" fmla="*/ 256 w 512"/>
              <a:gd name="T75" fmla="*/ 0 h 512"/>
              <a:gd name="T76" fmla="*/ 405 w 512"/>
              <a:gd name="T77" fmla="*/ 224 h 512"/>
              <a:gd name="T78" fmla="*/ 403 w 512"/>
              <a:gd name="T79" fmla="*/ 224 h 512"/>
              <a:gd name="T80" fmla="*/ 373 w 512"/>
              <a:gd name="T81" fmla="*/ 386 h 512"/>
              <a:gd name="T82" fmla="*/ 362 w 512"/>
              <a:gd name="T83" fmla="*/ 394 h 512"/>
              <a:gd name="T84" fmla="*/ 149 w 512"/>
              <a:gd name="T85" fmla="*/ 394 h 512"/>
              <a:gd name="T86" fmla="*/ 139 w 512"/>
              <a:gd name="T87" fmla="*/ 386 h 512"/>
              <a:gd name="T88" fmla="*/ 108 w 512"/>
              <a:gd name="T89" fmla="*/ 224 h 512"/>
              <a:gd name="T90" fmla="*/ 106 w 512"/>
              <a:gd name="T91" fmla="*/ 224 h 512"/>
              <a:gd name="T92" fmla="*/ 96 w 512"/>
              <a:gd name="T93" fmla="*/ 213 h 512"/>
              <a:gd name="T94" fmla="*/ 106 w 512"/>
              <a:gd name="T95" fmla="*/ 202 h 512"/>
              <a:gd name="T96" fmla="*/ 143 w 512"/>
              <a:gd name="T97" fmla="*/ 202 h 512"/>
              <a:gd name="T98" fmla="*/ 204 w 512"/>
              <a:gd name="T99" fmla="*/ 111 h 512"/>
              <a:gd name="T100" fmla="*/ 219 w 512"/>
              <a:gd name="T101" fmla="*/ 108 h 512"/>
              <a:gd name="T102" fmla="*/ 222 w 512"/>
              <a:gd name="T103" fmla="*/ 123 h 512"/>
              <a:gd name="T104" fmla="*/ 169 w 512"/>
              <a:gd name="T105" fmla="*/ 202 h 512"/>
              <a:gd name="T106" fmla="*/ 342 w 512"/>
              <a:gd name="T107" fmla="*/ 202 h 512"/>
              <a:gd name="T108" fmla="*/ 289 w 512"/>
              <a:gd name="T109" fmla="*/ 123 h 512"/>
              <a:gd name="T110" fmla="*/ 292 w 512"/>
              <a:gd name="T111" fmla="*/ 108 h 512"/>
              <a:gd name="T112" fmla="*/ 307 w 512"/>
              <a:gd name="T113" fmla="*/ 111 h 512"/>
              <a:gd name="T114" fmla="*/ 368 w 512"/>
              <a:gd name="T115" fmla="*/ 202 h 512"/>
              <a:gd name="T116" fmla="*/ 405 w 512"/>
              <a:gd name="T117" fmla="*/ 202 h 512"/>
              <a:gd name="T118" fmla="*/ 416 w 512"/>
              <a:gd name="T119" fmla="*/ 213 h 512"/>
              <a:gd name="T120" fmla="*/ 405 w 512"/>
              <a:gd name="T121"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512">
                <a:moveTo>
                  <a:pt x="158" y="373"/>
                </a:moveTo>
                <a:cubicBezTo>
                  <a:pt x="353" y="373"/>
                  <a:pt x="353" y="373"/>
                  <a:pt x="353" y="373"/>
                </a:cubicBezTo>
                <a:cubicBezTo>
                  <a:pt x="381" y="224"/>
                  <a:pt x="381" y="224"/>
                  <a:pt x="381" y="224"/>
                </a:cubicBezTo>
                <a:cubicBezTo>
                  <a:pt x="130" y="224"/>
                  <a:pt x="130" y="224"/>
                  <a:pt x="130" y="224"/>
                </a:cubicBezTo>
                <a:lnTo>
                  <a:pt x="158" y="373"/>
                </a:lnTo>
                <a:close/>
                <a:moveTo>
                  <a:pt x="309" y="256"/>
                </a:moveTo>
                <a:cubicBezTo>
                  <a:pt x="309" y="250"/>
                  <a:pt x="314" y="245"/>
                  <a:pt x="320" y="245"/>
                </a:cubicBezTo>
                <a:cubicBezTo>
                  <a:pt x="326" y="245"/>
                  <a:pt x="330" y="250"/>
                  <a:pt x="330" y="256"/>
                </a:cubicBezTo>
                <a:cubicBezTo>
                  <a:pt x="330" y="341"/>
                  <a:pt x="330" y="341"/>
                  <a:pt x="330" y="341"/>
                </a:cubicBezTo>
                <a:cubicBezTo>
                  <a:pt x="330" y="347"/>
                  <a:pt x="326" y="352"/>
                  <a:pt x="320" y="352"/>
                </a:cubicBezTo>
                <a:cubicBezTo>
                  <a:pt x="314" y="352"/>
                  <a:pt x="309" y="347"/>
                  <a:pt x="309" y="341"/>
                </a:cubicBezTo>
                <a:lnTo>
                  <a:pt x="309" y="256"/>
                </a:lnTo>
                <a:close/>
                <a:moveTo>
                  <a:pt x="266" y="256"/>
                </a:moveTo>
                <a:cubicBezTo>
                  <a:pt x="266" y="250"/>
                  <a:pt x="271" y="245"/>
                  <a:pt x="277" y="245"/>
                </a:cubicBezTo>
                <a:cubicBezTo>
                  <a:pt x="283" y="245"/>
                  <a:pt x="288" y="250"/>
                  <a:pt x="288" y="256"/>
                </a:cubicBezTo>
                <a:cubicBezTo>
                  <a:pt x="288" y="341"/>
                  <a:pt x="288" y="341"/>
                  <a:pt x="288" y="341"/>
                </a:cubicBezTo>
                <a:cubicBezTo>
                  <a:pt x="288" y="347"/>
                  <a:pt x="283" y="352"/>
                  <a:pt x="277" y="352"/>
                </a:cubicBezTo>
                <a:cubicBezTo>
                  <a:pt x="271" y="352"/>
                  <a:pt x="266" y="347"/>
                  <a:pt x="266" y="341"/>
                </a:cubicBezTo>
                <a:lnTo>
                  <a:pt x="266" y="256"/>
                </a:lnTo>
                <a:close/>
                <a:moveTo>
                  <a:pt x="224" y="256"/>
                </a:moveTo>
                <a:cubicBezTo>
                  <a:pt x="224" y="250"/>
                  <a:pt x="228" y="245"/>
                  <a:pt x="234" y="245"/>
                </a:cubicBezTo>
                <a:cubicBezTo>
                  <a:pt x="240" y="245"/>
                  <a:pt x="245" y="250"/>
                  <a:pt x="245" y="256"/>
                </a:cubicBezTo>
                <a:cubicBezTo>
                  <a:pt x="245" y="341"/>
                  <a:pt x="245" y="341"/>
                  <a:pt x="245" y="341"/>
                </a:cubicBezTo>
                <a:cubicBezTo>
                  <a:pt x="245" y="347"/>
                  <a:pt x="240" y="352"/>
                  <a:pt x="234" y="352"/>
                </a:cubicBezTo>
                <a:cubicBezTo>
                  <a:pt x="228" y="352"/>
                  <a:pt x="224" y="347"/>
                  <a:pt x="224" y="341"/>
                </a:cubicBezTo>
                <a:lnTo>
                  <a:pt x="224" y="256"/>
                </a:lnTo>
                <a:close/>
                <a:moveTo>
                  <a:pt x="181" y="256"/>
                </a:moveTo>
                <a:cubicBezTo>
                  <a:pt x="181" y="250"/>
                  <a:pt x="186" y="245"/>
                  <a:pt x="192" y="245"/>
                </a:cubicBezTo>
                <a:cubicBezTo>
                  <a:pt x="198" y="245"/>
                  <a:pt x="202" y="250"/>
                  <a:pt x="202" y="256"/>
                </a:cubicBezTo>
                <a:cubicBezTo>
                  <a:pt x="202" y="341"/>
                  <a:pt x="202" y="341"/>
                  <a:pt x="202" y="341"/>
                </a:cubicBezTo>
                <a:cubicBezTo>
                  <a:pt x="202" y="347"/>
                  <a:pt x="198" y="352"/>
                  <a:pt x="192" y="352"/>
                </a:cubicBezTo>
                <a:cubicBezTo>
                  <a:pt x="186" y="352"/>
                  <a:pt x="181" y="347"/>
                  <a:pt x="181" y="341"/>
                </a:cubicBezTo>
                <a:lnTo>
                  <a:pt x="181" y="256"/>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24"/>
                </a:moveTo>
                <a:cubicBezTo>
                  <a:pt x="403" y="224"/>
                  <a:pt x="403" y="224"/>
                  <a:pt x="403" y="224"/>
                </a:cubicBezTo>
                <a:cubicBezTo>
                  <a:pt x="373" y="386"/>
                  <a:pt x="373" y="386"/>
                  <a:pt x="373" y="386"/>
                </a:cubicBezTo>
                <a:cubicBezTo>
                  <a:pt x="372" y="391"/>
                  <a:pt x="367" y="394"/>
                  <a:pt x="362" y="394"/>
                </a:cubicBezTo>
                <a:cubicBezTo>
                  <a:pt x="149" y="394"/>
                  <a:pt x="149" y="394"/>
                  <a:pt x="149" y="394"/>
                </a:cubicBezTo>
                <a:cubicBezTo>
                  <a:pt x="144" y="394"/>
                  <a:pt x="139" y="391"/>
                  <a:pt x="139" y="386"/>
                </a:cubicBezTo>
                <a:cubicBezTo>
                  <a:pt x="108" y="224"/>
                  <a:pt x="108" y="224"/>
                  <a:pt x="108" y="224"/>
                </a:cubicBezTo>
                <a:cubicBezTo>
                  <a:pt x="106" y="224"/>
                  <a:pt x="106" y="224"/>
                  <a:pt x="106" y="224"/>
                </a:cubicBezTo>
                <a:cubicBezTo>
                  <a:pt x="100" y="224"/>
                  <a:pt x="96" y="219"/>
                  <a:pt x="96" y="213"/>
                </a:cubicBezTo>
                <a:cubicBezTo>
                  <a:pt x="96" y="207"/>
                  <a:pt x="100" y="202"/>
                  <a:pt x="106" y="202"/>
                </a:cubicBezTo>
                <a:cubicBezTo>
                  <a:pt x="143" y="202"/>
                  <a:pt x="143" y="202"/>
                  <a:pt x="143" y="202"/>
                </a:cubicBezTo>
                <a:cubicBezTo>
                  <a:pt x="204" y="111"/>
                  <a:pt x="204" y="111"/>
                  <a:pt x="204" y="111"/>
                </a:cubicBezTo>
                <a:cubicBezTo>
                  <a:pt x="207" y="106"/>
                  <a:pt x="214" y="105"/>
                  <a:pt x="219" y="108"/>
                </a:cubicBezTo>
                <a:cubicBezTo>
                  <a:pt x="224" y="111"/>
                  <a:pt x="225" y="118"/>
                  <a:pt x="222" y="123"/>
                </a:cubicBezTo>
                <a:cubicBezTo>
                  <a:pt x="169" y="202"/>
                  <a:pt x="169" y="202"/>
                  <a:pt x="169" y="202"/>
                </a:cubicBezTo>
                <a:cubicBezTo>
                  <a:pt x="342" y="202"/>
                  <a:pt x="342" y="202"/>
                  <a:pt x="342" y="202"/>
                </a:cubicBezTo>
                <a:cubicBezTo>
                  <a:pt x="289" y="123"/>
                  <a:pt x="289" y="123"/>
                  <a:pt x="289" y="123"/>
                </a:cubicBezTo>
                <a:cubicBezTo>
                  <a:pt x="286" y="118"/>
                  <a:pt x="288" y="111"/>
                  <a:pt x="292" y="108"/>
                </a:cubicBezTo>
                <a:cubicBezTo>
                  <a:pt x="297" y="105"/>
                  <a:pt x="304" y="106"/>
                  <a:pt x="307" y="111"/>
                </a:cubicBezTo>
                <a:cubicBezTo>
                  <a:pt x="368" y="202"/>
                  <a:pt x="368" y="202"/>
                  <a:pt x="368" y="202"/>
                </a:cubicBezTo>
                <a:cubicBezTo>
                  <a:pt x="405" y="202"/>
                  <a:pt x="405" y="202"/>
                  <a:pt x="405" y="202"/>
                </a:cubicBezTo>
                <a:cubicBezTo>
                  <a:pt x="411" y="202"/>
                  <a:pt x="416" y="207"/>
                  <a:pt x="416" y="213"/>
                </a:cubicBezTo>
                <a:cubicBezTo>
                  <a:pt x="416" y="219"/>
                  <a:pt x="411" y="224"/>
                  <a:pt x="405" y="224"/>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nvGrpSpPr>
          <p:cNvPr id="64" name="Group 674"/>
          <p:cNvGrpSpPr>
            <a:grpSpLocks noChangeAspect="1"/>
          </p:cNvGrpSpPr>
          <p:nvPr/>
        </p:nvGrpSpPr>
        <p:grpSpPr bwMode="auto">
          <a:xfrm>
            <a:off x="4658809" y="4163753"/>
            <a:ext cx="596587" cy="596587"/>
            <a:chOff x="1549" y="2327"/>
            <a:chExt cx="340" cy="340"/>
          </a:xfrm>
          <a:solidFill>
            <a:schemeClr val="accent1"/>
          </a:solidFill>
        </p:grpSpPr>
        <p:sp>
          <p:nvSpPr>
            <p:cNvPr id="65" name="Freeform 675"/>
            <p:cNvSpPr>
              <a:spLocks/>
            </p:cNvSpPr>
            <p:nvPr/>
          </p:nvSpPr>
          <p:spPr bwMode="auto">
            <a:xfrm>
              <a:off x="1708" y="2565"/>
              <a:ext cx="21" cy="24"/>
            </a:xfrm>
            <a:custGeom>
              <a:avLst/>
              <a:gdLst>
                <a:gd name="T0" fmla="*/ 0 w 21"/>
                <a:gd name="T1" fmla="*/ 24 h 24"/>
                <a:gd name="T2" fmla="*/ 21 w 21"/>
                <a:gd name="T3" fmla="*/ 24 h 24"/>
                <a:gd name="T4" fmla="*/ 11 w 21"/>
                <a:gd name="T5" fmla="*/ 0 h 24"/>
                <a:gd name="T6" fmla="*/ 0 w 21"/>
                <a:gd name="T7" fmla="*/ 24 h 24"/>
              </a:gdLst>
              <a:ahLst/>
              <a:cxnLst>
                <a:cxn ang="0">
                  <a:pos x="T0" y="T1"/>
                </a:cxn>
                <a:cxn ang="0">
                  <a:pos x="T2" y="T3"/>
                </a:cxn>
                <a:cxn ang="0">
                  <a:pos x="T4" y="T5"/>
                </a:cxn>
                <a:cxn ang="0">
                  <a:pos x="T6" y="T7"/>
                </a:cxn>
              </a:cxnLst>
              <a:rect l="0" t="0" r="r" b="b"/>
              <a:pathLst>
                <a:path w="21" h="24">
                  <a:moveTo>
                    <a:pt x="0" y="24"/>
                  </a:moveTo>
                  <a:lnTo>
                    <a:pt x="21" y="24"/>
                  </a:lnTo>
                  <a:lnTo>
                    <a:pt x="11" y="0"/>
                  </a:lnTo>
                  <a:lnTo>
                    <a:pt x="0" y="24"/>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66" name="Freeform 676"/>
            <p:cNvSpPr>
              <a:spLocks/>
            </p:cNvSpPr>
            <p:nvPr/>
          </p:nvSpPr>
          <p:spPr bwMode="auto">
            <a:xfrm>
              <a:off x="1628" y="2439"/>
              <a:ext cx="48" cy="75"/>
            </a:xfrm>
            <a:custGeom>
              <a:avLst/>
              <a:gdLst>
                <a:gd name="T0" fmla="*/ 15 w 73"/>
                <a:gd name="T1" fmla="*/ 9 h 114"/>
                <a:gd name="T2" fmla="*/ 42 w 73"/>
                <a:gd name="T3" fmla="*/ 89 h 114"/>
                <a:gd name="T4" fmla="*/ 73 w 73"/>
                <a:gd name="T5" fmla="*/ 114 h 114"/>
                <a:gd name="T6" fmla="*/ 53 w 73"/>
                <a:gd name="T7" fmla="*/ 5 h 114"/>
                <a:gd name="T8" fmla="*/ 15 w 73"/>
                <a:gd name="T9" fmla="*/ 9 h 114"/>
              </a:gdLst>
              <a:ahLst/>
              <a:cxnLst>
                <a:cxn ang="0">
                  <a:pos x="T0" y="T1"/>
                </a:cxn>
                <a:cxn ang="0">
                  <a:pos x="T2" y="T3"/>
                </a:cxn>
                <a:cxn ang="0">
                  <a:pos x="T4" y="T5"/>
                </a:cxn>
                <a:cxn ang="0">
                  <a:pos x="T6" y="T7"/>
                </a:cxn>
                <a:cxn ang="0">
                  <a:pos x="T8" y="T9"/>
                </a:cxn>
              </a:cxnLst>
              <a:rect l="0" t="0" r="r" b="b"/>
              <a:pathLst>
                <a:path w="73" h="114">
                  <a:moveTo>
                    <a:pt x="15" y="9"/>
                  </a:moveTo>
                  <a:cubicBezTo>
                    <a:pt x="0" y="25"/>
                    <a:pt x="13" y="62"/>
                    <a:pt x="42" y="89"/>
                  </a:cubicBezTo>
                  <a:cubicBezTo>
                    <a:pt x="52" y="98"/>
                    <a:pt x="62" y="107"/>
                    <a:pt x="73" y="114"/>
                  </a:cubicBezTo>
                  <a:cubicBezTo>
                    <a:pt x="61" y="81"/>
                    <a:pt x="55" y="40"/>
                    <a:pt x="53" y="5"/>
                  </a:cubicBezTo>
                  <a:cubicBezTo>
                    <a:pt x="36" y="0"/>
                    <a:pt x="22" y="2"/>
                    <a:pt x="15" y="9"/>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67" name="Freeform 677"/>
            <p:cNvSpPr>
              <a:spLocks/>
            </p:cNvSpPr>
            <p:nvPr/>
          </p:nvSpPr>
          <p:spPr bwMode="auto">
            <a:xfrm>
              <a:off x="1676" y="2405"/>
              <a:ext cx="85" cy="134"/>
            </a:xfrm>
            <a:custGeom>
              <a:avLst/>
              <a:gdLst>
                <a:gd name="T0" fmla="*/ 129 w 129"/>
                <a:gd name="T1" fmla="*/ 0 h 203"/>
                <a:gd name="T2" fmla="*/ 0 w 129"/>
                <a:gd name="T3" fmla="*/ 0 h 203"/>
                <a:gd name="T4" fmla="*/ 40 w 129"/>
                <a:gd name="T5" fmla="*/ 192 h 203"/>
                <a:gd name="T6" fmla="*/ 65 w 129"/>
                <a:gd name="T7" fmla="*/ 203 h 203"/>
                <a:gd name="T8" fmla="*/ 89 w 129"/>
                <a:gd name="T9" fmla="*/ 192 h 203"/>
                <a:gd name="T10" fmla="*/ 129 w 129"/>
                <a:gd name="T11" fmla="*/ 0 h 203"/>
              </a:gdLst>
              <a:ahLst/>
              <a:cxnLst>
                <a:cxn ang="0">
                  <a:pos x="T0" y="T1"/>
                </a:cxn>
                <a:cxn ang="0">
                  <a:pos x="T2" y="T3"/>
                </a:cxn>
                <a:cxn ang="0">
                  <a:pos x="T4" y="T5"/>
                </a:cxn>
                <a:cxn ang="0">
                  <a:pos x="T6" y="T7"/>
                </a:cxn>
                <a:cxn ang="0">
                  <a:pos x="T8" y="T9"/>
                </a:cxn>
                <a:cxn ang="0">
                  <a:pos x="T10" y="T11"/>
                </a:cxn>
              </a:cxnLst>
              <a:rect l="0" t="0" r="r" b="b"/>
              <a:pathLst>
                <a:path w="129" h="203">
                  <a:moveTo>
                    <a:pt x="129" y="0"/>
                  </a:moveTo>
                  <a:cubicBezTo>
                    <a:pt x="0" y="0"/>
                    <a:pt x="0" y="0"/>
                    <a:pt x="0" y="0"/>
                  </a:cubicBezTo>
                  <a:cubicBezTo>
                    <a:pt x="0" y="49"/>
                    <a:pt x="6" y="156"/>
                    <a:pt x="40" y="192"/>
                  </a:cubicBezTo>
                  <a:cubicBezTo>
                    <a:pt x="47" y="199"/>
                    <a:pt x="55" y="203"/>
                    <a:pt x="65" y="203"/>
                  </a:cubicBezTo>
                  <a:cubicBezTo>
                    <a:pt x="74" y="203"/>
                    <a:pt x="82" y="199"/>
                    <a:pt x="89" y="192"/>
                  </a:cubicBezTo>
                  <a:cubicBezTo>
                    <a:pt x="124" y="156"/>
                    <a:pt x="129" y="49"/>
                    <a:pt x="129" y="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78" name="Freeform 678"/>
            <p:cNvSpPr>
              <a:spLocks noEditPoints="1"/>
            </p:cNvSpPr>
            <p:nvPr/>
          </p:nvSpPr>
          <p:spPr bwMode="auto">
            <a:xfrm>
              <a:off x="1549" y="2327"/>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65 w 512"/>
                <a:gd name="T11" fmla="*/ 273 h 512"/>
                <a:gd name="T12" fmla="*/ 312 w 512"/>
                <a:gd name="T13" fmla="*/ 309 h 512"/>
                <a:gd name="T14" fmla="*/ 309 w 512"/>
                <a:gd name="T15" fmla="*/ 309 h 512"/>
                <a:gd name="T16" fmla="*/ 307 w 512"/>
                <a:gd name="T17" fmla="*/ 309 h 512"/>
                <a:gd name="T18" fmla="*/ 296 w 512"/>
                <a:gd name="T19" fmla="*/ 323 h 512"/>
                <a:gd name="T20" fmla="*/ 271 w 512"/>
                <a:gd name="T21" fmla="*/ 339 h 512"/>
                <a:gd name="T22" fmla="*/ 297 w 512"/>
                <a:gd name="T23" fmla="*/ 401 h 512"/>
                <a:gd name="T24" fmla="*/ 297 w 512"/>
                <a:gd name="T25" fmla="*/ 411 h 512"/>
                <a:gd name="T26" fmla="*/ 288 w 512"/>
                <a:gd name="T27" fmla="*/ 416 h 512"/>
                <a:gd name="T28" fmla="*/ 224 w 512"/>
                <a:gd name="T29" fmla="*/ 416 h 512"/>
                <a:gd name="T30" fmla="*/ 215 w 512"/>
                <a:gd name="T31" fmla="*/ 411 h 512"/>
                <a:gd name="T32" fmla="*/ 214 w 512"/>
                <a:gd name="T33" fmla="*/ 401 h 512"/>
                <a:gd name="T34" fmla="*/ 241 w 512"/>
                <a:gd name="T35" fmla="*/ 339 h 512"/>
                <a:gd name="T36" fmla="*/ 216 w 512"/>
                <a:gd name="T37" fmla="*/ 323 h 512"/>
                <a:gd name="T38" fmla="*/ 204 w 512"/>
                <a:gd name="T39" fmla="*/ 309 h 512"/>
                <a:gd name="T40" fmla="*/ 202 w 512"/>
                <a:gd name="T41" fmla="*/ 309 h 512"/>
                <a:gd name="T42" fmla="*/ 199 w 512"/>
                <a:gd name="T43" fmla="*/ 309 h 512"/>
                <a:gd name="T44" fmla="*/ 147 w 512"/>
                <a:gd name="T45" fmla="*/ 273 h 512"/>
                <a:gd name="T46" fmla="*/ 118 w 512"/>
                <a:gd name="T47" fmla="*/ 163 h 512"/>
                <a:gd name="T48" fmla="*/ 171 w 512"/>
                <a:gd name="T49" fmla="*/ 151 h 512"/>
                <a:gd name="T50" fmla="*/ 170 w 512"/>
                <a:gd name="T51" fmla="*/ 106 h 512"/>
                <a:gd name="T52" fmla="*/ 181 w 512"/>
                <a:gd name="T53" fmla="*/ 96 h 512"/>
                <a:gd name="T54" fmla="*/ 330 w 512"/>
                <a:gd name="T55" fmla="*/ 96 h 512"/>
                <a:gd name="T56" fmla="*/ 341 w 512"/>
                <a:gd name="T57" fmla="*/ 106 h 512"/>
                <a:gd name="T58" fmla="*/ 341 w 512"/>
                <a:gd name="T59" fmla="*/ 151 h 512"/>
                <a:gd name="T60" fmla="*/ 393 w 512"/>
                <a:gd name="T61" fmla="*/ 163 h 512"/>
                <a:gd name="T62" fmla="*/ 365 w 512"/>
                <a:gd name="T63" fmla="*/ 2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65" y="273"/>
                  </a:moveTo>
                  <a:cubicBezTo>
                    <a:pt x="349" y="287"/>
                    <a:pt x="331" y="303"/>
                    <a:pt x="312" y="309"/>
                  </a:cubicBezTo>
                  <a:cubicBezTo>
                    <a:pt x="311" y="309"/>
                    <a:pt x="310" y="309"/>
                    <a:pt x="309" y="309"/>
                  </a:cubicBezTo>
                  <a:cubicBezTo>
                    <a:pt x="308" y="309"/>
                    <a:pt x="308" y="309"/>
                    <a:pt x="307" y="309"/>
                  </a:cubicBezTo>
                  <a:cubicBezTo>
                    <a:pt x="304" y="314"/>
                    <a:pt x="300" y="319"/>
                    <a:pt x="296" y="323"/>
                  </a:cubicBezTo>
                  <a:cubicBezTo>
                    <a:pt x="288" y="331"/>
                    <a:pt x="280" y="336"/>
                    <a:pt x="271" y="339"/>
                  </a:cubicBezTo>
                  <a:cubicBezTo>
                    <a:pt x="297" y="401"/>
                    <a:pt x="297" y="401"/>
                    <a:pt x="297" y="401"/>
                  </a:cubicBezTo>
                  <a:cubicBezTo>
                    <a:pt x="299" y="404"/>
                    <a:pt x="299" y="408"/>
                    <a:pt x="297" y="411"/>
                  </a:cubicBezTo>
                  <a:cubicBezTo>
                    <a:pt x="295" y="414"/>
                    <a:pt x="291" y="416"/>
                    <a:pt x="288" y="416"/>
                  </a:cubicBezTo>
                  <a:cubicBezTo>
                    <a:pt x="224" y="416"/>
                    <a:pt x="224" y="416"/>
                    <a:pt x="224" y="416"/>
                  </a:cubicBezTo>
                  <a:cubicBezTo>
                    <a:pt x="220" y="416"/>
                    <a:pt x="217" y="414"/>
                    <a:pt x="215" y="411"/>
                  </a:cubicBezTo>
                  <a:cubicBezTo>
                    <a:pt x="213" y="408"/>
                    <a:pt x="212" y="404"/>
                    <a:pt x="214" y="401"/>
                  </a:cubicBezTo>
                  <a:cubicBezTo>
                    <a:pt x="241" y="339"/>
                    <a:pt x="241" y="339"/>
                    <a:pt x="241" y="339"/>
                  </a:cubicBezTo>
                  <a:cubicBezTo>
                    <a:pt x="231" y="336"/>
                    <a:pt x="223" y="331"/>
                    <a:pt x="216" y="323"/>
                  </a:cubicBezTo>
                  <a:cubicBezTo>
                    <a:pt x="212" y="319"/>
                    <a:pt x="208" y="314"/>
                    <a:pt x="204" y="309"/>
                  </a:cubicBezTo>
                  <a:cubicBezTo>
                    <a:pt x="204" y="309"/>
                    <a:pt x="203" y="309"/>
                    <a:pt x="202" y="309"/>
                  </a:cubicBezTo>
                  <a:cubicBezTo>
                    <a:pt x="201" y="309"/>
                    <a:pt x="200" y="309"/>
                    <a:pt x="199" y="309"/>
                  </a:cubicBezTo>
                  <a:cubicBezTo>
                    <a:pt x="180" y="303"/>
                    <a:pt x="162" y="287"/>
                    <a:pt x="147" y="273"/>
                  </a:cubicBezTo>
                  <a:cubicBezTo>
                    <a:pt x="107" y="236"/>
                    <a:pt x="95" y="188"/>
                    <a:pt x="118" y="163"/>
                  </a:cubicBezTo>
                  <a:cubicBezTo>
                    <a:pt x="130" y="150"/>
                    <a:pt x="149" y="146"/>
                    <a:pt x="171" y="151"/>
                  </a:cubicBezTo>
                  <a:cubicBezTo>
                    <a:pt x="170" y="126"/>
                    <a:pt x="170" y="108"/>
                    <a:pt x="170" y="106"/>
                  </a:cubicBezTo>
                  <a:cubicBezTo>
                    <a:pt x="171" y="100"/>
                    <a:pt x="175" y="96"/>
                    <a:pt x="181" y="96"/>
                  </a:cubicBezTo>
                  <a:cubicBezTo>
                    <a:pt x="330" y="96"/>
                    <a:pt x="330" y="96"/>
                    <a:pt x="330" y="96"/>
                  </a:cubicBezTo>
                  <a:cubicBezTo>
                    <a:pt x="336" y="96"/>
                    <a:pt x="341" y="100"/>
                    <a:pt x="341" y="106"/>
                  </a:cubicBezTo>
                  <a:cubicBezTo>
                    <a:pt x="341" y="108"/>
                    <a:pt x="342" y="126"/>
                    <a:pt x="341" y="151"/>
                  </a:cubicBezTo>
                  <a:cubicBezTo>
                    <a:pt x="363" y="146"/>
                    <a:pt x="381" y="150"/>
                    <a:pt x="393" y="163"/>
                  </a:cubicBezTo>
                  <a:cubicBezTo>
                    <a:pt x="417" y="188"/>
                    <a:pt x="404" y="236"/>
                    <a:pt x="365" y="273"/>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79" name="Freeform 679"/>
            <p:cNvSpPr>
              <a:spLocks/>
            </p:cNvSpPr>
            <p:nvPr/>
          </p:nvSpPr>
          <p:spPr bwMode="auto">
            <a:xfrm>
              <a:off x="1761" y="2439"/>
              <a:ext cx="48" cy="75"/>
            </a:xfrm>
            <a:custGeom>
              <a:avLst/>
              <a:gdLst>
                <a:gd name="T0" fmla="*/ 20 w 72"/>
                <a:gd name="T1" fmla="*/ 5 h 114"/>
                <a:gd name="T2" fmla="*/ 0 w 72"/>
                <a:gd name="T3" fmla="*/ 114 h 114"/>
                <a:gd name="T4" fmla="*/ 30 w 72"/>
                <a:gd name="T5" fmla="*/ 89 h 114"/>
                <a:gd name="T6" fmla="*/ 58 w 72"/>
                <a:gd name="T7" fmla="*/ 9 h 114"/>
                <a:gd name="T8" fmla="*/ 20 w 72"/>
                <a:gd name="T9" fmla="*/ 5 h 114"/>
              </a:gdLst>
              <a:ahLst/>
              <a:cxnLst>
                <a:cxn ang="0">
                  <a:pos x="T0" y="T1"/>
                </a:cxn>
                <a:cxn ang="0">
                  <a:pos x="T2" y="T3"/>
                </a:cxn>
                <a:cxn ang="0">
                  <a:pos x="T4" y="T5"/>
                </a:cxn>
                <a:cxn ang="0">
                  <a:pos x="T6" y="T7"/>
                </a:cxn>
                <a:cxn ang="0">
                  <a:pos x="T8" y="T9"/>
                </a:cxn>
              </a:cxnLst>
              <a:rect l="0" t="0" r="r" b="b"/>
              <a:pathLst>
                <a:path w="72" h="114">
                  <a:moveTo>
                    <a:pt x="20" y="5"/>
                  </a:moveTo>
                  <a:cubicBezTo>
                    <a:pt x="17" y="40"/>
                    <a:pt x="12" y="81"/>
                    <a:pt x="0" y="114"/>
                  </a:cubicBezTo>
                  <a:cubicBezTo>
                    <a:pt x="10" y="107"/>
                    <a:pt x="21" y="98"/>
                    <a:pt x="30" y="89"/>
                  </a:cubicBezTo>
                  <a:cubicBezTo>
                    <a:pt x="59" y="62"/>
                    <a:pt x="72" y="25"/>
                    <a:pt x="58" y="9"/>
                  </a:cubicBezTo>
                  <a:cubicBezTo>
                    <a:pt x="50" y="2"/>
                    <a:pt x="36" y="0"/>
                    <a:pt x="20" y="5"/>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80" name="Group 927"/>
          <p:cNvGrpSpPr>
            <a:grpSpLocks noChangeAspect="1"/>
          </p:cNvGrpSpPr>
          <p:nvPr/>
        </p:nvGrpSpPr>
        <p:grpSpPr bwMode="auto">
          <a:xfrm>
            <a:off x="5405836" y="2987272"/>
            <a:ext cx="557330" cy="557330"/>
            <a:chOff x="5432" y="3568"/>
            <a:chExt cx="340" cy="340"/>
          </a:xfrm>
          <a:solidFill>
            <a:schemeClr val="accent4"/>
          </a:solidFill>
        </p:grpSpPr>
        <p:sp>
          <p:nvSpPr>
            <p:cNvPr id="81" name="Freeform 928"/>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82" name="Freeform 929"/>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sp>
        <p:nvSpPr>
          <p:cNvPr id="83" name="Freeform 331"/>
          <p:cNvSpPr>
            <a:spLocks noChangeAspect="1" noEditPoints="1"/>
          </p:cNvSpPr>
          <p:nvPr/>
        </p:nvSpPr>
        <p:spPr bwMode="auto">
          <a:xfrm>
            <a:off x="5439163" y="3785942"/>
            <a:ext cx="522585" cy="52412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7 w 512"/>
              <a:gd name="T11" fmla="*/ 175 h 512"/>
              <a:gd name="T12" fmla="*/ 389 w 512"/>
              <a:gd name="T13" fmla="*/ 178 h 512"/>
              <a:gd name="T14" fmla="*/ 382 w 512"/>
              <a:gd name="T15" fmla="*/ 175 h 512"/>
              <a:gd name="T16" fmla="*/ 367 w 512"/>
              <a:gd name="T17" fmla="*/ 160 h 512"/>
              <a:gd name="T18" fmla="*/ 350 w 512"/>
              <a:gd name="T19" fmla="*/ 176 h 512"/>
              <a:gd name="T20" fmla="*/ 394 w 512"/>
              <a:gd name="T21" fmla="*/ 277 h 512"/>
              <a:gd name="T22" fmla="*/ 256 w 512"/>
              <a:gd name="T23" fmla="*/ 416 h 512"/>
              <a:gd name="T24" fmla="*/ 117 w 512"/>
              <a:gd name="T25" fmla="*/ 277 h 512"/>
              <a:gd name="T26" fmla="*/ 245 w 512"/>
              <a:gd name="T27" fmla="*/ 139 h 512"/>
              <a:gd name="T28" fmla="*/ 245 w 512"/>
              <a:gd name="T29" fmla="*/ 117 h 512"/>
              <a:gd name="T30" fmla="*/ 224 w 512"/>
              <a:gd name="T31" fmla="*/ 117 h 512"/>
              <a:gd name="T32" fmla="*/ 213 w 512"/>
              <a:gd name="T33" fmla="*/ 106 h 512"/>
              <a:gd name="T34" fmla="*/ 224 w 512"/>
              <a:gd name="T35" fmla="*/ 96 h 512"/>
              <a:gd name="T36" fmla="*/ 288 w 512"/>
              <a:gd name="T37" fmla="*/ 96 h 512"/>
              <a:gd name="T38" fmla="*/ 298 w 512"/>
              <a:gd name="T39" fmla="*/ 106 h 512"/>
              <a:gd name="T40" fmla="*/ 288 w 512"/>
              <a:gd name="T41" fmla="*/ 117 h 512"/>
              <a:gd name="T42" fmla="*/ 266 w 512"/>
              <a:gd name="T43" fmla="*/ 117 h 512"/>
              <a:gd name="T44" fmla="*/ 266 w 512"/>
              <a:gd name="T45" fmla="*/ 139 h 512"/>
              <a:gd name="T46" fmla="*/ 334 w 512"/>
              <a:gd name="T47" fmla="*/ 163 h 512"/>
              <a:gd name="T48" fmla="*/ 352 w 512"/>
              <a:gd name="T49" fmla="*/ 145 h 512"/>
              <a:gd name="T50" fmla="*/ 337 w 512"/>
              <a:gd name="T51" fmla="*/ 129 h 512"/>
              <a:gd name="T52" fmla="*/ 337 w 512"/>
              <a:gd name="T53" fmla="*/ 114 h 512"/>
              <a:gd name="T54" fmla="*/ 352 w 512"/>
              <a:gd name="T55" fmla="*/ 114 h 512"/>
              <a:gd name="T56" fmla="*/ 397 w 512"/>
              <a:gd name="T57" fmla="*/ 160 h 512"/>
              <a:gd name="T58" fmla="*/ 397 w 512"/>
              <a:gd name="T59" fmla="*/ 175 h 512"/>
              <a:gd name="T60" fmla="*/ 256 w 512"/>
              <a:gd name="T61" fmla="*/ 160 h 512"/>
              <a:gd name="T62" fmla="*/ 138 w 512"/>
              <a:gd name="T63" fmla="*/ 277 h 512"/>
              <a:gd name="T64" fmla="*/ 256 w 512"/>
              <a:gd name="T65" fmla="*/ 394 h 512"/>
              <a:gd name="T66" fmla="*/ 373 w 512"/>
              <a:gd name="T67" fmla="*/ 277 h 512"/>
              <a:gd name="T68" fmla="*/ 256 w 512"/>
              <a:gd name="T69" fmla="*/ 160 h 512"/>
              <a:gd name="T70" fmla="*/ 266 w 512"/>
              <a:gd name="T71" fmla="*/ 277 h 512"/>
              <a:gd name="T72" fmla="*/ 256 w 512"/>
              <a:gd name="T73" fmla="*/ 288 h 512"/>
              <a:gd name="T74" fmla="*/ 245 w 512"/>
              <a:gd name="T75" fmla="*/ 277 h 512"/>
              <a:gd name="T76" fmla="*/ 245 w 512"/>
              <a:gd name="T77" fmla="*/ 202 h 512"/>
              <a:gd name="T78" fmla="*/ 256 w 512"/>
              <a:gd name="T79" fmla="*/ 192 h 512"/>
              <a:gd name="T80" fmla="*/ 266 w 512"/>
              <a:gd name="T81" fmla="*/ 202 h 512"/>
              <a:gd name="T82" fmla="*/ 266 w 512"/>
              <a:gd name="T83"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7" y="175"/>
                </a:moveTo>
                <a:cubicBezTo>
                  <a:pt x="395" y="177"/>
                  <a:pt x="392" y="178"/>
                  <a:pt x="389" y="178"/>
                </a:cubicBezTo>
                <a:cubicBezTo>
                  <a:pt x="387" y="178"/>
                  <a:pt x="384" y="177"/>
                  <a:pt x="382" y="175"/>
                </a:cubicBezTo>
                <a:cubicBezTo>
                  <a:pt x="367" y="160"/>
                  <a:pt x="367" y="160"/>
                  <a:pt x="367" y="160"/>
                </a:cubicBezTo>
                <a:cubicBezTo>
                  <a:pt x="350" y="176"/>
                  <a:pt x="350" y="176"/>
                  <a:pt x="350" y="176"/>
                </a:cubicBezTo>
                <a:cubicBezTo>
                  <a:pt x="377" y="201"/>
                  <a:pt x="394" y="237"/>
                  <a:pt x="394" y="277"/>
                </a:cubicBezTo>
                <a:cubicBezTo>
                  <a:pt x="394" y="353"/>
                  <a:pt x="332" y="416"/>
                  <a:pt x="256" y="416"/>
                </a:cubicBezTo>
                <a:cubicBezTo>
                  <a:pt x="179" y="416"/>
                  <a:pt x="117" y="353"/>
                  <a:pt x="117" y="277"/>
                </a:cubicBezTo>
                <a:cubicBezTo>
                  <a:pt x="117" y="204"/>
                  <a:pt x="174" y="144"/>
                  <a:pt x="245" y="139"/>
                </a:cubicBezTo>
                <a:cubicBezTo>
                  <a:pt x="245" y="117"/>
                  <a:pt x="245" y="117"/>
                  <a:pt x="245" y="117"/>
                </a:cubicBezTo>
                <a:cubicBezTo>
                  <a:pt x="224" y="117"/>
                  <a:pt x="224" y="117"/>
                  <a:pt x="224" y="117"/>
                </a:cubicBezTo>
                <a:cubicBezTo>
                  <a:pt x="218" y="117"/>
                  <a:pt x="213" y="112"/>
                  <a:pt x="213" y="106"/>
                </a:cubicBezTo>
                <a:cubicBezTo>
                  <a:pt x="213" y="100"/>
                  <a:pt x="218" y="96"/>
                  <a:pt x="224" y="96"/>
                </a:cubicBezTo>
                <a:cubicBezTo>
                  <a:pt x="288" y="96"/>
                  <a:pt x="288" y="96"/>
                  <a:pt x="288" y="96"/>
                </a:cubicBezTo>
                <a:cubicBezTo>
                  <a:pt x="294" y="96"/>
                  <a:pt x="298" y="100"/>
                  <a:pt x="298" y="106"/>
                </a:cubicBezTo>
                <a:cubicBezTo>
                  <a:pt x="298" y="112"/>
                  <a:pt x="294" y="117"/>
                  <a:pt x="288" y="117"/>
                </a:cubicBezTo>
                <a:cubicBezTo>
                  <a:pt x="266" y="117"/>
                  <a:pt x="266" y="117"/>
                  <a:pt x="266" y="117"/>
                </a:cubicBezTo>
                <a:cubicBezTo>
                  <a:pt x="266" y="139"/>
                  <a:pt x="266" y="139"/>
                  <a:pt x="266" y="139"/>
                </a:cubicBezTo>
                <a:cubicBezTo>
                  <a:pt x="291" y="141"/>
                  <a:pt x="314" y="149"/>
                  <a:pt x="334" y="163"/>
                </a:cubicBezTo>
                <a:cubicBezTo>
                  <a:pt x="352" y="145"/>
                  <a:pt x="352" y="145"/>
                  <a:pt x="352" y="145"/>
                </a:cubicBezTo>
                <a:cubicBezTo>
                  <a:pt x="337" y="129"/>
                  <a:pt x="337" y="129"/>
                  <a:pt x="337" y="129"/>
                </a:cubicBezTo>
                <a:cubicBezTo>
                  <a:pt x="332" y="125"/>
                  <a:pt x="332" y="119"/>
                  <a:pt x="337" y="114"/>
                </a:cubicBezTo>
                <a:cubicBezTo>
                  <a:pt x="341" y="110"/>
                  <a:pt x="348" y="110"/>
                  <a:pt x="352" y="114"/>
                </a:cubicBezTo>
                <a:cubicBezTo>
                  <a:pt x="397" y="160"/>
                  <a:pt x="397" y="160"/>
                  <a:pt x="397" y="160"/>
                </a:cubicBezTo>
                <a:cubicBezTo>
                  <a:pt x="401" y="164"/>
                  <a:pt x="401" y="171"/>
                  <a:pt x="397" y="175"/>
                </a:cubicBezTo>
                <a:close/>
                <a:moveTo>
                  <a:pt x="256" y="160"/>
                </a:moveTo>
                <a:cubicBezTo>
                  <a:pt x="191" y="160"/>
                  <a:pt x="138" y="212"/>
                  <a:pt x="138" y="277"/>
                </a:cubicBezTo>
                <a:cubicBezTo>
                  <a:pt x="138" y="342"/>
                  <a:pt x="191" y="394"/>
                  <a:pt x="256" y="394"/>
                </a:cubicBezTo>
                <a:cubicBezTo>
                  <a:pt x="320" y="394"/>
                  <a:pt x="373" y="342"/>
                  <a:pt x="373" y="277"/>
                </a:cubicBezTo>
                <a:cubicBezTo>
                  <a:pt x="373" y="212"/>
                  <a:pt x="320" y="160"/>
                  <a:pt x="256" y="160"/>
                </a:cubicBezTo>
                <a:close/>
                <a:moveTo>
                  <a:pt x="266" y="277"/>
                </a:moveTo>
                <a:cubicBezTo>
                  <a:pt x="266" y="283"/>
                  <a:pt x="262" y="288"/>
                  <a:pt x="256" y="288"/>
                </a:cubicBezTo>
                <a:cubicBezTo>
                  <a:pt x="250" y="288"/>
                  <a:pt x="245" y="283"/>
                  <a:pt x="245" y="277"/>
                </a:cubicBezTo>
                <a:cubicBezTo>
                  <a:pt x="245" y="202"/>
                  <a:pt x="245" y="202"/>
                  <a:pt x="245" y="202"/>
                </a:cubicBezTo>
                <a:cubicBezTo>
                  <a:pt x="245" y="196"/>
                  <a:pt x="250" y="192"/>
                  <a:pt x="256" y="192"/>
                </a:cubicBezTo>
                <a:cubicBezTo>
                  <a:pt x="262" y="192"/>
                  <a:pt x="266" y="196"/>
                  <a:pt x="266" y="202"/>
                </a:cubicBezTo>
                <a:lnTo>
                  <a:pt x="266" y="277"/>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84" name="Freeform 507"/>
          <p:cNvSpPr>
            <a:spLocks noChangeAspect="1" noEditPoints="1"/>
          </p:cNvSpPr>
          <p:nvPr/>
        </p:nvSpPr>
        <p:spPr bwMode="auto">
          <a:xfrm>
            <a:off x="3951641" y="2990790"/>
            <a:ext cx="552188" cy="553812"/>
          </a:xfrm>
          <a:custGeom>
            <a:avLst/>
            <a:gdLst>
              <a:gd name="T0" fmla="*/ 181 w 512"/>
              <a:gd name="T1" fmla="*/ 394 h 512"/>
              <a:gd name="T2" fmla="*/ 330 w 512"/>
              <a:gd name="T3" fmla="*/ 394 h 512"/>
              <a:gd name="T4" fmla="*/ 330 w 512"/>
              <a:gd name="T5" fmla="*/ 202 h 512"/>
              <a:gd name="T6" fmla="*/ 181 w 512"/>
              <a:gd name="T7" fmla="*/ 202 h 512"/>
              <a:gd name="T8" fmla="*/ 181 w 512"/>
              <a:gd name="T9" fmla="*/ 394 h 512"/>
              <a:gd name="T10" fmla="*/ 288 w 512"/>
              <a:gd name="T11" fmla="*/ 234 h 512"/>
              <a:gd name="T12" fmla="*/ 298 w 512"/>
              <a:gd name="T13" fmla="*/ 224 h 512"/>
              <a:gd name="T14" fmla="*/ 309 w 512"/>
              <a:gd name="T15" fmla="*/ 234 h 512"/>
              <a:gd name="T16" fmla="*/ 309 w 512"/>
              <a:gd name="T17" fmla="*/ 362 h 512"/>
              <a:gd name="T18" fmla="*/ 298 w 512"/>
              <a:gd name="T19" fmla="*/ 373 h 512"/>
              <a:gd name="T20" fmla="*/ 288 w 512"/>
              <a:gd name="T21" fmla="*/ 362 h 512"/>
              <a:gd name="T22" fmla="*/ 288 w 512"/>
              <a:gd name="T23" fmla="*/ 234 h 512"/>
              <a:gd name="T24" fmla="*/ 245 w 512"/>
              <a:gd name="T25" fmla="*/ 234 h 512"/>
              <a:gd name="T26" fmla="*/ 256 w 512"/>
              <a:gd name="T27" fmla="*/ 224 h 512"/>
              <a:gd name="T28" fmla="*/ 266 w 512"/>
              <a:gd name="T29" fmla="*/ 234 h 512"/>
              <a:gd name="T30" fmla="*/ 266 w 512"/>
              <a:gd name="T31" fmla="*/ 362 h 512"/>
              <a:gd name="T32" fmla="*/ 256 w 512"/>
              <a:gd name="T33" fmla="*/ 373 h 512"/>
              <a:gd name="T34" fmla="*/ 245 w 512"/>
              <a:gd name="T35" fmla="*/ 362 h 512"/>
              <a:gd name="T36" fmla="*/ 245 w 512"/>
              <a:gd name="T37" fmla="*/ 234 h 512"/>
              <a:gd name="T38" fmla="*/ 202 w 512"/>
              <a:gd name="T39" fmla="*/ 234 h 512"/>
              <a:gd name="T40" fmla="*/ 213 w 512"/>
              <a:gd name="T41" fmla="*/ 224 h 512"/>
              <a:gd name="T42" fmla="*/ 224 w 512"/>
              <a:gd name="T43" fmla="*/ 234 h 512"/>
              <a:gd name="T44" fmla="*/ 224 w 512"/>
              <a:gd name="T45" fmla="*/ 362 h 512"/>
              <a:gd name="T46" fmla="*/ 213 w 512"/>
              <a:gd name="T47" fmla="*/ 373 h 512"/>
              <a:gd name="T48" fmla="*/ 202 w 512"/>
              <a:gd name="T49" fmla="*/ 362 h 512"/>
              <a:gd name="T50" fmla="*/ 202 w 512"/>
              <a:gd name="T51" fmla="*/ 234 h 512"/>
              <a:gd name="T52" fmla="*/ 293 w 512"/>
              <a:gd name="T53" fmla="*/ 138 h 512"/>
              <a:gd name="T54" fmla="*/ 219 w 512"/>
              <a:gd name="T55" fmla="*/ 138 h 512"/>
              <a:gd name="T56" fmla="*/ 256 w 512"/>
              <a:gd name="T57" fmla="*/ 117 h 512"/>
              <a:gd name="T58" fmla="*/ 293 w 512"/>
              <a:gd name="T59" fmla="*/ 138 h 512"/>
              <a:gd name="T60" fmla="*/ 256 w 512"/>
              <a:gd name="T61" fmla="*/ 0 h 512"/>
              <a:gd name="T62" fmla="*/ 0 w 512"/>
              <a:gd name="T63" fmla="*/ 256 h 512"/>
              <a:gd name="T64" fmla="*/ 256 w 512"/>
              <a:gd name="T65" fmla="*/ 512 h 512"/>
              <a:gd name="T66" fmla="*/ 512 w 512"/>
              <a:gd name="T67" fmla="*/ 256 h 512"/>
              <a:gd name="T68" fmla="*/ 256 w 512"/>
              <a:gd name="T69" fmla="*/ 0 h 512"/>
              <a:gd name="T70" fmla="*/ 352 w 512"/>
              <a:gd name="T71" fmla="*/ 202 h 512"/>
              <a:gd name="T72" fmla="*/ 352 w 512"/>
              <a:gd name="T73" fmla="*/ 405 h 512"/>
              <a:gd name="T74" fmla="*/ 341 w 512"/>
              <a:gd name="T75" fmla="*/ 416 h 512"/>
              <a:gd name="T76" fmla="*/ 170 w 512"/>
              <a:gd name="T77" fmla="*/ 416 h 512"/>
              <a:gd name="T78" fmla="*/ 160 w 512"/>
              <a:gd name="T79" fmla="*/ 405 h 512"/>
              <a:gd name="T80" fmla="*/ 160 w 512"/>
              <a:gd name="T81" fmla="*/ 202 h 512"/>
              <a:gd name="T82" fmla="*/ 149 w 512"/>
              <a:gd name="T83" fmla="*/ 192 h 512"/>
              <a:gd name="T84" fmla="*/ 160 w 512"/>
              <a:gd name="T85" fmla="*/ 181 h 512"/>
              <a:gd name="T86" fmla="*/ 170 w 512"/>
              <a:gd name="T87" fmla="*/ 181 h 512"/>
              <a:gd name="T88" fmla="*/ 341 w 512"/>
              <a:gd name="T89" fmla="*/ 181 h 512"/>
              <a:gd name="T90" fmla="*/ 352 w 512"/>
              <a:gd name="T91" fmla="*/ 181 h 512"/>
              <a:gd name="T92" fmla="*/ 362 w 512"/>
              <a:gd name="T93" fmla="*/ 192 h 512"/>
              <a:gd name="T94" fmla="*/ 352 w 512"/>
              <a:gd name="T95" fmla="*/ 202 h 512"/>
              <a:gd name="T96" fmla="*/ 352 w 512"/>
              <a:gd name="T97" fmla="*/ 160 h 512"/>
              <a:gd name="T98" fmla="*/ 160 w 512"/>
              <a:gd name="T99" fmla="*/ 160 h 512"/>
              <a:gd name="T100" fmla="*/ 149 w 512"/>
              <a:gd name="T101" fmla="*/ 149 h 512"/>
              <a:gd name="T102" fmla="*/ 160 w 512"/>
              <a:gd name="T103" fmla="*/ 138 h 512"/>
              <a:gd name="T104" fmla="*/ 195 w 512"/>
              <a:gd name="T105" fmla="*/ 138 h 512"/>
              <a:gd name="T106" fmla="*/ 197 w 512"/>
              <a:gd name="T107" fmla="*/ 134 h 512"/>
              <a:gd name="T108" fmla="*/ 197 w 512"/>
              <a:gd name="T109" fmla="*/ 134 h 512"/>
              <a:gd name="T110" fmla="*/ 256 w 512"/>
              <a:gd name="T111" fmla="*/ 96 h 512"/>
              <a:gd name="T112" fmla="*/ 316 w 512"/>
              <a:gd name="T113" fmla="*/ 138 h 512"/>
              <a:gd name="T114" fmla="*/ 352 w 512"/>
              <a:gd name="T115" fmla="*/ 138 h 512"/>
              <a:gd name="T116" fmla="*/ 362 w 512"/>
              <a:gd name="T117" fmla="*/ 149 h 512"/>
              <a:gd name="T118" fmla="*/ 352 w 512"/>
              <a:gd name="T119" fmla="*/ 16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512">
                <a:moveTo>
                  <a:pt x="181" y="394"/>
                </a:moveTo>
                <a:cubicBezTo>
                  <a:pt x="330" y="394"/>
                  <a:pt x="330" y="394"/>
                  <a:pt x="330" y="394"/>
                </a:cubicBezTo>
                <a:cubicBezTo>
                  <a:pt x="330" y="202"/>
                  <a:pt x="330" y="202"/>
                  <a:pt x="330" y="202"/>
                </a:cubicBezTo>
                <a:cubicBezTo>
                  <a:pt x="181" y="202"/>
                  <a:pt x="181" y="202"/>
                  <a:pt x="181" y="202"/>
                </a:cubicBezTo>
                <a:lnTo>
                  <a:pt x="181" y="394"/>
                </a:lnTo>
                <a:close/>
                <a:moveTo>
                  <a:pt x="288" y="234"/>
                </a:moveTo>
                <a:cubicBezTo>
                  <a:pt x="288" y="228"/>
                  <a:pt x="292" y="224"/>
                  <a:pt x="298" y="224"/>
                </a:cubicBezTo>
                <a:cubicBezTo>
                  <a:pt x="304" y="224"/>
                  <a:pt x="309" y="228"/>
                  <a:pt x="309" y="234"/>
                </a:cubicBezTo>
                <a:cubicBezTo>
                  <a:pt x="309" y="362"/>
                  <a:pt x="309" y="362"/>
                  <a:pt x="309" y="362"/>
                </a:cubicBezTo>
                <a:cubicBezTo>
                  <a:pt x="309" y="368"/>
                  <a:pt x="304" y="373"/>
                  <a:pt x="298" y="373"/>
                </a:cubicBezTo>
                <a:cubicBezTo>
                  <a:pt x="292" y="373"/>
                  <a:pt x="288" y="368"/>
                  <a:pt x="288" y="362"/>
                </a:cubicBezTo>
                <a:lnTo>
                  <a:pt x="288" y="234"/>
                </a:lnTo>
                <a:close/>
                <a:moveTo>
                  <a:pt x="245" y="234"/>
                </a:moveTo>
                <a:cubicBezTo>
                  <a:pt x="245" y="228"/>
                  <a:pt x="250" y="224"/>
                  <a:pt x="256" y="224"/>
                </a:cubicBezTo>
                <a:cubicBezTo>
                  <a:pt x="262" y="224"/>
                  <a:pt x="266" y="228"/>
                  <a:pt x="266" y="234"/>
                </a:cubicBezTo>
                <a:cubicBezTo>
                  <a:pt x="266" y="362"/>
                  <a:pt x="266" y="362"/>
                  <a:pt x="266" y="362"/>
                </a:cubicBezTo>
                <a:cubicBezTo>
                  <a:pt x="266" y="368"/>
                  <a:pt x="262" y="373"/>
                  <a:pt x="256" y="373"/>
                </a:cubicBezTo>
                <a:cubicBezTo>
                  <a:pt x="250" y="373"/>
                  <a:pt x="245" y="368"/>
                  <a:pt x="245" y="362"/>
                </a:cubicBezTo>
                <a:lnTo>
                  <a:pt x="245" y="234"/>
                </a:lnTo>
                <a:close/>
                <a:moveTo>
                  <a:pt x="202" y="234"/>
                </a:moveTo>
                <a:cubicBezTo>
                  <a:pt x="202" y="228"/>
                  <a:pt x="207" y="224"/>
                  <a:pt x="213" y="224"/>
                </a:cubicBezTo>
                <a:cubicBezTo>
                  <a:pt x="219" y="224"/>
                  <a:pt x="224" y="228"/>
                  <a:pt x="224" y="234"/>
                </a:cubicBezTo>
                <a:cubicBezTo>
                  <a:pt x="224" y="362"/>
                  <a:pt x="224" y="362"/>
                  <a:pt x="224" y="362"/>
                </a:cubicBezTo>
                <a:cubicBezTo>
                  <a:pt x="224" y="368"/>
                  <a:pt x="219" y="373"/>
                  <a:pt x="213" y="373"/>
                </a:cubicBezTo>
                <a:cubicBezTo>
                  <a:pt x="207" y="373"/>
                  <a:pt x="202" y="368"/>
                  <a:pt x="202" y="362"/>
                </a:cubicBezTo>
                <a:lnTo>
                  <a:pt x="202" y="234"/>
                </a:lnTo>
                <a:close/>
                <a:moveTo>
                  <a:pt x="293" y="138"/>
                </a:moveTo>
                <a:cubicBezTo>
                  <a:pt x="219" y="138"/>
                  <a:pt x="219" y="138"/>
                  <a:pt x="219" y="138"/>
                </a:cubicBezTo>
                <a:cubicBezTo>
                  <a:pt x="226" y="125"/>
                  <a:pt x="240" y="117"/>
                  <a:pt x="256" y="117"/>
                </a:cubicBezTo>
                <a:cubicBezTo>
                  <a:pt x="271" y="117"/>
                  <a:pt x="285" y="125"/>
                  <a:pt x="293" y="138"/>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52" y="202"/>
                </a:moveTo>
                <a:cubicBezTo>
                  <a:pt x="352" y="405"/>
                  <a:pt x="352" y="405"/>
                  <a:pt x="352" y="405"/>
                </a:cubicBezTo>
                <a:cubicBezTo>
                  <a:pt x="352" y="411"/>
                  <a:pt x="347" y="416"/>
                  <a:pt x="341" y="416"/>
                </a:cubicBezTo>
                <a:cubicBezTo>
                  <a:pt x="170" y="416"/>
                  <a:pt x="170" y="416"/>
                  <a:pt x="170" y="416"/>
                </a:cubicBezTo>
                <a:cubicBezTo>
                  <a:pt x="164" y="416"/>
                  <a:pt x="160" y="411"/>
                  <a:pt x="160" y="405"/>
                </a:cubicBezTo>
                <a:cubicBezTo>
                  <a:pt x="160" y="202"/>
                  <a:pt x="160" y="202"/>
                  <a:pt x="160" y="202"/>
                </a:cubicBezTo>
                <a:cubicBezTo>
                  <a:pt x="154" y="202"/>
                  <a:pt x="149" y="198"/>
                  <a:pt x="149" y="192"/>
                </a:cubicBezTo>
                <a:cubicBezTo>
                  <a:pt x="149" y="186"/>
                  <a:pt x="154" y="181"/>
                  <a:pt x="160" y="181"/>
                </a:cubicBezTo>
                <a:cubicBezTo>
                  <a:pt x="170" y="181"/>
                  <a:pt x="170" y="181"/>
                  <a:pt x="170" y="181"/>
                </a:cubicBezTo>
                <a:cubicBezTo>
                  <a:pt x="341" y="181"/>
                  <a:pt x="341" y="181"/>
                  <a:pt x="341" y="181"/>
                </a:cubicBezTo>
                <a:cubicBezTo>
                  <a:pt x="352" y="181"/>
                  <a:pt x="352" y="181"/>
                  <a:pt x="352" y="181"/>
                </a:cubicBezTo>
                <a:cubicBezTo>
                  <a:pt x="358" y="181"/>
                  <a:pt x="362" y="186"/>
                  <a:pt x="362" y="192"/>
                </a:cubicBezTo>
                <a:cubicBezTo>
                  <a:pt x="362" y="198"/>
                  <a:pt x="358" y="202"/>
                  <a:pt x="352" y="202"/>
                </a:cubicBezTo>
                <a:close/>
                <a:moveTo>
                  <a:pt x="352" y="160"/>
                </a:moveTo>
                <a:cubicBezTo>
                  <a:pt x="160" y="160"/>
                  <a:pt x="160" y="160"/>
                  <a:pt x="160" y="160"/>
                </a:cubicBezTo>
                <a:cubicBezTo>
                  <a:pt x="154" y="160"/>
                  <a:pt x="149" y="155"/>
                  <a:pt x="149" y="149"/>
                </a:cubicBezTo>
                <a:cubicBezTo>
                  <a:pt x="149" y="143"/>
                  <a:pt x="154" y="138"/>
                  <a:pt x="160" y="138"/>
                </a:cubicBezTo>
                <a:cubicBezTo>
                  <a:pt x="195" y="138"/>
                  <a:pt x="195" y="138"/>
                  <a:pt x="195" y="138"/>
                </a:cubicBezTo>
                <a:cubicBezTo>
                  <a:pt x="196" y="137"/>
                  <a:pt x="196" y="135"/>
                  <a:pt x="197" y="134"/>
                </a:cubicBezTo>
                <a:cubicBezTo>
                  <a:pt x="197" y="134"/>
                  <a:pt x="197" y="134"/>
                  <a:pt x="197" y="134"/>
                </a:cubicBezTo>
                <a:cubicBezTo>
                  <a:pt x="207" y="111"/>
                  <a:pt x="230" y="96"/>
                  <a:pt x="256" y="96"/>
                </a:cubicBezTo>
                <a:cubicBezTo>
                  <a:pt x="283" y="96"/>
                  <a:pt x="307" y="113"/>
                  <a:pt x="316" y="138"/>
                </a:cubicBezTo>
                <a:cubicBezTo>
                  <a:pt x="352" y="138"/>
                  <a:pt x="352" y="138"/>
                  <a:pt x="352" y="138"/>
                </a:cubicBezTo>
                <a:cubicBezTo>
                  <a:pt x="358" y="138"/>
                  <a:pt x="362" y="143"/>
                  <a:pt x="362" y="149"/>
                </a:cubicBezTo>
                <a:cubicBezTo>
                  <a:pt x="362" y="155"/>
                  <a:pt x="358" y="160"/>
                  <a:pt x="352" y="160"/>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Tree>
    <p:extLst>
      <p:ext uri="{BB962C8B-B14F-4D97-AF65-F5344CB8AC3E}">
        <p14:creationId xmlns:p14="http://schemas.microsoft.com/office/powerpoint/2010/main" val="2875881303"/>
      </p:ext>
    </p:extLst>
  </p:cSld>
  <p:clrMapOvr>
    <a:masterClrMapping/>
  </p:clrMapOvr>
  <p:transition>
    <p:fade/>
  </p:transition>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Freeform 68"/>
          <p:cNvSpPr/>
          <p:nvPr/>
        </p:nvSpPr>
        <p:spPr bwMode="gray">
          <a:xfrm flipH="1">
            <a:off x="5912876" y="4400550"/>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chemeClr val="tx1"/>
            </a:solidFill>
            <a:miter lim="800000"/>
            <a:headEnd/>
            <a:tailEnd/>
          </a:ln>
        </p:spPr>
        <p:txBody>
          <a:bodyPr rtlCol="0" anchor="ctr"/>
          <a:lstStyle/>
          <a:p>
            <a:pPr algn="ctr"/>
            <a:endParaRPr lang="en-US" sz="800">
              <a:latin typeface="Aptos" panose="020B0004020202020204" pitchFamily="34" charset="0"/>
            </a:endParaRPr>
          </a:p>
        </p:txBody>
      </p:sp>
      <p:sp>
        <p:nvSpPr>
          <p:cNvPr id="71" name="Freeform 70"/>
          <p:cNvSpPr/>
          <p:nvPr/>
        </p:nvSpPr>
        <p:spPr bwMode="gray">
          <a:xfrm>
            <a:off x="1816101" y="4400550"/>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chemeClr val="tx1"/>
            </a:solidFill>
            <a:miter lim="800000"/>
            <a:headEnd/>
            <a:tailEnd/>
          </a:ln>
        </p:spPr>
        <p:txBody>
          <a:bodyPr rtlCol="0" anchor="ctr"/>
          <a:lstStyle/>
          <a:p>
            <a:pPr algn="ctr"/>
            <a:endParaRPr lang="en-US" sz="800">
              <a:latin typeface="Aptos" panose="020B0004020202020204" pitchFamily="34" charset="0"/>
            </a:endParaRPr>
          </a:p>
        </p:txBody>
      </p:sp>
      <p:sp>
        <p:nvSpPr>
          <p:cNvPr id="75" name="Freeform 74"/>
          <p:cNvSpPr/>
          <p:nvPr/>
        </p:nvSpPr>
        <p:spPr bwMode="gray">
          <a:xfrm>
            <a:off x="4700191" y="4813300"/>
            <a:ext cx="1634490" cy="665559"/>
          </a:xfrm>
          <a:custGeom>
            <a:avLst/>
            <a:gdLst>
              <a:gd name="connsiteX0" fmla="*/ 0 w 2241550"/>
              <a:gd name="connsiteY0" fmla="*/ 0 h 819150"/>
              <a:gd name="connsiteX1" fmla="*/ 165100 w 2241550"/>
              <a:gd name="connsiteY1" fmla="*/ 819150 h 819150"/>
              <a:gd name="connsiteX2" fmla="*/ 2241550 w 2241550"/>
              <a:gd name="connsiteY2" fmla="*/ 819150 h 819150"/>
            </a:gdLst>
            <a:ahLst/>
            <a:cxnLst>
              <a:cxn ang="0">
                <a:pos x="connsiteX0" y="connsiteY0"/>
              </a:cxn>
              <a:cxn ang="0">
                <a:pos x="connsiteX1" y="connsiteY1"/>
              </a:cxn>
              <a:cxn ang="0">
                <a:pos x="connsiteX2" y="connsiteY2"/>
              </a:cxn>
            </a:cxnLst>
            <a:rect l="l" t="t" r="r" b="b"/>
            <a:pathLst>
              <a:path w="2241550" h="819150">
                <a:moveTo>
                  <a:pt x="0" y="0"/>
                </a:moveTo>
                <a:lnTo>
                  <a:pt x="165100" y="819150"/>
                </a:lnTo>
                <a:lnTo>
                  <a:pt x="2241550" y="819150"/>
                </a:lnTo>
              </a:path>
            </a:pathLst>
          </a:custGeom>
          <a:noFill/>
          <a:ln w="9525" algn="ctr">
            <a:solidFill>
              <a:schemeClr val="tx1"/>
            </a:solidFill>
            <a:miter lim="800000"/>
            <a:headEnd/>
            <a:tailEnd/>
          </a:ln>
        </p:spPr>
        <p:txBody>
          <a:bodyPr rtlCol="0" anchor="ctr"/>
          <a:lstStyle/>
          <a:p>
            <a:pPr algn="ctr"/>
            <a:endParaRPr lang="en-US" sz="800">
              <a:latin typeface="Aptos" panose="020B0004020202020204" pitchFamily="34" charset="0"/>
            </a:endParaRPr>
          </a:p>
        </p:txBody>
      </p:sp>
      <p:sp>
        <p:nvSpPr>
          <p:cNvPr id="81" name="Freeform 80"/>
          <p:cNvSpPr/>
          <p:nvPr/>
        </p:nvSpPr>
        <p:spPr bwMode="gray">
          <a:xfrm flipV="1">
            <a:off x="1816101" y="2311003"/>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chemeClr val="tx1"/>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86" name="Freeform 85"/>
          <p:cNvSpPr/>
          <p:nvPr/>
        </p:nvSpPr>
        <p:spPr bwMode="gray">
          <a:xfrm flipH="1" flipV="1">
            <a:off x="5912876" y="2311003"/>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chemeClr val="tx1"/>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91" name="Freeform 90"/>
          <p:cNvSpPr/>
          <p:nvPr/>
        </p:nvSpPr>
        <p:spPr bwMode="gray">
          <a:xfrm flipV="1">
            <a:off x="4700191" y="1826791"/>
            <a:ext cx="1634490" cy="665559"/>
          </a:xfrm>
          <a:custGeom>
            <a:avLst/>
            <a:gdLst>
              <a:gd name="connsiteX0" fmla="*/ 0 w 2241550"/>
              <a:gd name="connsiteY0" fmla="*/ 0 h 819150"/>
              <a:gd name="connsiteX1" fmla="*/ 165100 w 2241550"/>
              <a:gd name="connsiteY1" fmla="*/ 819150 h 819150"/>
              <a:gd name="connsiteX2" fmla="*/ 2241550 w 2241550"/>
              <a:gd name="connsiteY2" fmla="*/ 819150 h 819150"/>
            </a:gdLst>
            <a:ahLst/>
            <a:cxnLst>
              <a:cxn ang="0">
                <a:pos x="connsiteX0" y="connsiteY0"/>
              </a:cxn>
              <a:cxn ang="0">
                <a:pos x="connsiteX1" y="connsiteY1"/>
              </a:cxn>
              <a:cxn ang="0">
                <a:pos x="connsiteX2" y="connsiteY2"/>
              </a:cxn>
            </a:cxnLst>
            <a:rect l="l" t="t" r="r" b="b"/>
            <a:pathLst>
              <a:path w="2241550" h="819150">
                <a:moveTo>
                  <a:pt x="0" y="0"/>
                </a:moveTo>
                <a:lnTo>
                  <a:pt x="165100" y="819150"/>
                </a:lnTo>
                <a:lnTo>
                  <a:pt x="2241550" y="819150"/>
                </a:lnTo>
              </a:path>
            </a:pathLst>
          </a:custGeom>
          <a:noFill/>
          <a:ln w="9525" algn="ctr">
            <a:solidFill>
              <a:schemeClr val="tx1"/>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104" name="Rectangle 103"/>
          <p:cNvSpPr/>
          <p:nvPr/>
        </p:nvSpPr>
        <p:spPr bwMode="gray">
          <a:xfrm>
            <a:off x="1560001" y="1851137"/>
            <a:ext cx="6787869" cy="4040477"/>
          </a:xfrm>
          <a:prstGeom prst="rect">
            <a:avLst/>
          </a:prstGeom>
          <a:no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GB" sz="800" b="1" dirty="0">
              <a:solidFill>
                <a:schemeClr val="bg1"/>
              </a:solidFill>
              <a:latin typeface="Aptos" panose="020B0004020202020204" pitchFamily="34" charset="0"/>
            </a:endParaRPr>
          </a:p>
        </p:txBody>
      </p:sp>
      <p:sp>
        <p:nvSpPr>
          <p:cNvPr id="5" name="Text Placeholder 4"/>
          <p:cNvSpPr>
            <a:spLocks noGrp="1"/>
          </p:cNvSpPr>
          <p:nvPr>
            <p:ph type="body" sz="quarter" idx="13"/>
          </p:nvPr>
        </p:nvSpPr>
        <p:spPr/>
        <p:txBody>
          <a:bodyPr/>
          <a:lstStyle/>
          <a:p>
            <a:r>
              <a:rPr lang="en-GB"/>
              <a:t>On solid background</a:t>
            </a:r>
            <a:endParaRPr lang="en-GB" dirty="0"/>
          </a:p>
        </p:txBody>
      </p:sp>
      <p:sp>
        <p:nvSpPr>
          <p:cNvPr id="3" name="Title 2"/>
          <p:cNvSpPr>
            <a:spLocks noGrp="1"/>
          </p:cNvSpPr>
          <p:nvPr>
            <p:ph type="title"/>
          </p:nvPr>
        </p:nvSpPr>
        <p:spPr/>
        <p:txBody>
          <a:bodyPr/>
          <a:lstStyle/>
          <a:p>
            <a:r>
              <a:rPr lang="en-US" altLang="ja-JP"/>
              <a:t>Connectors with honeycomb</a:t>
            </a:r>
            <a:endParaRPr lang="en-GB" dirty="0"/>
          </a:p>
        </p:txBody>
      </p:sp>
      <p:sp>
        <p:nvSpPr>
          <p:cNvPr id="55" name="Hexagon 54"/>
          <p:cNvSpPr/>
          <p:nvPr/>
        </p:nvSpPr>
        <p:spPr bwMode="gray">
          <a:xfrm>
            <a:off x="4513934" y="3272014"/>
            <a:ext cx="883595" cy="761720"/>
          </a:xfrm>
          <a:prstGeom prst="hexagon">
            <a:avLst/>
          </a:prstGeom>
          <a:solidFill>
            <a:schemeClr val="accent5">
              <a:lumMod val="40000"/>
              <a:lumOff val="6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56" name="Hexagon 55"/>
          <p:cNvSpPr/>
          <p:nvPr/>
        </p:nvSpPr>
        <p:spPr bwMode="gray">
          <a:xfrm>
            <a:off x="4513934" y="2472627"/>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endParaRPr>
          </a:p>
        </p:txBody>
      </p:sp>
      <p:sp>
        <p:nvSpPr>
          <p:cNvPr id="58" name="Hexagon 57"/>
          <p:cNvSpPr/>
          <p:nvPr/>
        </p:nvSpPr>
        <p:spPr bwMode="gray">
          <a:xfrm>
            <a:off x="4513934" y="4071401"/>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59" name="Hexagon 58"/>
          <p:cNvSpPr/>
          <p:nvPr/>
        </p:nvSpPr>
        <p:spPr bwMode="gray">
          <a:xfrm>
            <a:off x="5246357" y="3669615"/>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61" name="Hexagon 60"/>
          <p:cNvSpPr/>
          <p:nvPr/>
        </p:nvSpPr>
        <p:spPr bwMode="gray">
          <a:xfrm>
            <a:off x="5246357" y="2874414"/>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62" name="Hexagon 61"/>
          <p:cNvSpPr/>
          <p:nvPr/>
        </p:nvSpPr>
        <p:spPr bwMode="gray">
          <a:xfrm>
            <a:off x="3781513" y="3669615"/>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63" name="Hexagon 62"/>
          <p:cNvSpPr/>
          <p:nvPr/>
        </p:nvSpPr>
        <p:spPr bwMode="gray">
          <a:xfrm>
            <a:off x="3781513" y="2874414"/>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65" name="Rectangle 64"/>
          <p:cNvSpPr/>
          <p:nvPr/>
        </p:nvSpPr>
        <p:spPr>
          <a:xfrm>
            <a:off x="6457097" y="4850288"/>
            <a:ext cx="163449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67" name="Rectangle 66"/>
          <p:cNvSpPr/>
          <p:nvPr/>
        </p:nvSpPr>
        <p:spPr>
          <a:xfrm>
            <a:off x="6457097" y="5023788"/>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72" name="Rectangle 71"/>
          <p:cNvSpPr/>
          <p:nvPr/>
        </p:nvSpPr>
        <p:spPr>
          <a:xfrm>
            <a:off x="1816100" y="4850288"/>
            <a:ext cx="163449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73" name="Rectangle 72"/>
          <p:cNvSpPr/>
          <p:nvPr/>
        </p:nvSpPr>
        <p:spPr>
          <a:xfrm>
            <a:off x="1816100" y="5023788"/>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78" name="Rectangle 77"/>
          <p:cNvSpPr/>
          <p:nvPr/>
        </p:nvSpPr>
        <p:spPr>
          <a:xfrm>
            <a:off x="4848781" y="5333980"/>
            <a:ext cx="148590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79" name="Rectangle 78"/>
          <p:cNvSpPr/>
          <p:nvPr/>
        </p:nvSpPr>
        <p:spPr>
          <a:xfrm>
            <a:off x="4848781" y="5507479"/>
            <a:ext cx="148590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83" name="Rectangle 82"/>
          <p:cNvSpPr/>
          <p:nvPr/>
        </p:nvSpPr>
        <p:spPr>
          <a:xfrm>
            <a:off x="1816100" y="2163302"/>
            <a:ext cx="163449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85" name="Rectangle 84"/>
          <p:cNvSpPr/>
          <p:nvPr/>
        </p:nvSpPr>
        <p:spPr>
          <a:xfrm>
            <a:off x="1816100" y="2336801"/>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88" name="Rectangle 87"/>
          <p:cNvSpPr/>
          <p:nvPr/>
        </p:nvSpPr>
        <p:spPr>
          <a:xfrm>
            <a:off x="6457097" y="2163302"/>
            <a:ext cx="163449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90" name="Rectangle 89"/>
          <p:cNvSpPr/>
          <p:nvPr/>
        </p:nvSpPr>
        <p:spPr>
          <a:xfrm>
            <a:off x="6457097" y="2336801"/>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93" name="Rectangle 92"/>
          <p:cNvSpPr/>
          <p:nvPr/>
        </p:nvSpPr>
        <p:spPr>
          <a:xfrm>
            <a:off x="4848781" y="1682189"/>
            <a:ext cx="148590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94" name="Rectangle 93"/>
          <p:cNvSpPr/>
          <p:nvPr/>
        </p:nvSpPr>
        <p:spPr>
          <a:xfrm>
            <a:off x="4848781" y="1855688"/>
            <a:ext cx="148590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grpSp>
        <p:nvGrpSpPr>
          <p:cNvPr id="122" name="Group 510"/>
          <p:cNvGrpSpPr>
            <a:grpSpLocks noChangeAspect="1"/>
          </p:cNvGrpSpPr>
          <p:nvPr/>
        </p:nvGrpSpPr>
        <p:grpSpPr bwMode="auto">
          <a:xfrm>
            <a:off x="3928589" y="2953006"/>
            <a:ext cx="599873" cy="598114"/>
            <a:chOff x="4155" y="3088"/>
            <a:chExt cx="341" cy="340"/>
          </a:xfrm>
          <a:solidFill>
            <a:schemeClr val="tx1"/>
          </a:solidFill>
        </p:grpSpPr>
        <p:sp>
          <p:nvSpPr>
            <p:cNvPr id="123" name="Freeform 511"/>
            <p:cNvSpPr>
              <a:spLocks noEditPoints="1"/>
            </p:cNvSpPr>
            <p:nvPr/>
          </p:nvSpPr>
          <p:spPr bwMode="auto">
            <a:xfrm>
              <a:off x="4254" y="3152"/>
              <a:ext cx="142" cy="212"/>
            </a:xfrm>
            <a:custGeom>
              <a:avLst/>
              <a:gdLst>
                <a:gd name="T0" fmla="*/ 11 w 213"/>
                <a:gd name="T1" fmla="*/ 64 h 320"/>
                <a:gd name="T2" fmla="*/ 203 w 213"/>
                <a:gd name="T3" fmla="*/ 64 h 320"/>
                <a:gd name="T4" fmla="*/ 213 w 213"/>
                <a:gd name="T5" fmla="*/ 53 h 320"/>
                <a:gd name="T6" fmla="*/ 203 w 213"/>
                <a:gd name="T7" fmla="*/ 42 h 320"/>
                <a:gd name="T8" fmla="*/ 167 w 213"/>
                <a:gd name="T9" fmla="*/ 42 h 320"/>
                <a:gd name="T10" fmla="*/ 107 w 213"/>
                <a:gd name="T11" fmla="*/ 0 h 320"/>
                <a:gd name="T12" fmla="*/ 48 w 213"/>
                <a:gd name="T13" fmla="*/ 38 h 320"/>
                <a:gd name="T14" fmla="*/ 48 w 213"/>
                <a:gd name="T15" fmla="*/ 38 h 320"/>
                <a:gd name="T16" fmla="*/ 46 w 213"/>
                <a:gd name="T17" fmla="*/ 42 h 320"/>
                <a:gd name="T18" fmla="*/ 11 w 213"/>
                <a:gd name="T19" fmla="*/ 42 h 320"/>
                <a:gd name="T20" fmla="*/ 0 w 213"/>
                <a:gd name="T21" fmla="*/ 53 h 320"/>
                <a:gd name="T22" fmla="*/ 11 w 213"/>
                <a:gd name="T23" fmla="*/ 64 h 320"/>
                <a:gd name="T24" fmla="*/ 107 w 213"/>
                <a:gd name="T25" fmla="*/ 21 h 320"/>
                <a:gd name="T26" fmla="*/ 144 w 213"/>
                <a:gd name="T27" fmla="*/ 42 h 320"/>
                <a:gd name="T28" fmla="*/ 70 w 213"/>
                <a:gd name="T29" fmla="*/ 42 h 320"/>
                <a:gd name="T30" fmla="*/ 107 w 213"/>
                <a:gd name="T31" fmla="*/ 21 h 320"/>
                <a:gd name="T32" fmla="*/ 203 w 213"/>
                <a:gd name="T33" fmla="*/ 85 h 320"/>
                <a:gd name="T34" fmla="*/ 192 w 213"/>
                <a:gd name="T35" fmla="*/ 85 h 320"/>
                <a:gd name="T36" fmla="*/ 21 w 213"/>
                <a:gd name="T37" fmla="*/ 85 h 320"/>
                <a:gd name="T38" fmla="*/ 11 w 213"/>
                <a:gd name="T39" fmla="*/ 85 h 320"/>
                <a:gd name="T40" fmla="*/ 0 w 213"/>
                <a:gd name="T41" fmla="*/ 96 h 320"/>
                <a:gd name="T42" fmla="*/ 11 w 213"/>
                <a:gd name="T43" fmla="*/ 106 h 320"/>
                <a:gd name="T44" fmla="*/ 11 w 213"/>
                <a:gd name="T45" fmla="*/ 309 h 320"/>
                <a:gd name="T46" fmla="*/ 21 w 213"/>
                <a:gd name="T47" fmla="*/ 320 h 320"/>
                <a:gd name="T48" fmla="*/ 192 w 213"/>
                <a:gd name="T49" fmla="*/ 320 h 320"/>
                <a:gd name="T50" fmla="*/ 203 w 213"/>
                <a:gd name="T51" fmla="*/ 309 h 320"/>
                <a:gd name="T52" fmla="*/ 203 w 213"/>
                <a:gd name="T53" fmla="*/ 106 h 320"/>
                <a:gd name="T54" fmla="*/ 213 w 213"/>
                <a:gd name="T55" fmla="*/ 96 h 320"/>
                <a:gd name="T56" fmla="*/ 203 w 213"/>
                <a:gd name="T57" fmla="*/ 85 h 320"/>
                <a:gd name="T58" fmla="*/ 181 w 213"/>
                <a:gd name="T59" fmla="*/ 298 h 320"/>
                <a:gd name="T60" fmla="*/ 32 w 213"/>
                <a:gd name="T61" fmla="*/ 298 h 320"/>
                <a:gd name="T62" fmla="*/ 32 w 213"/>
                <a:gd name="T63" fmla="*/ 106 h 320"/>
                <a:gd name="T64" fmla="*/ 181 w 213"/>
                <a:gd name="T65" fmla="*/ 106 h 320"/>
                <a:gd name="T66" fmla="*/ 181 w 213"/>
                <a:gd name="T67" fmla="*/ 298 h 320"/>
                <a:gd name="T68" fmla="*/ 53 w 213"/>
                <a:gd name="T69" fmla="*/ 266 h 320"/>
                <a:gd name="T70" fmla="*/ 53 w 213"/>
                <a:gd name="T71" fmla="*/ 138 h 320"/>
                <a:gd name="T72" fmla="*/ 64 w 213"/>
                <a:gd name="T73" fmla="*/ 128 h 320"/>
                <a:gd name="T74" fmla="*/ 75 w 213"/>
                <a:gd name="T75" fmla="*/ 138 h 320"/>
                <a:gd name="T76" fmla="*/ 75 w 213"/>
                <a:gd name="T77" fmla="*/ 266 h 320"/>
                <a:gd name="T78" fmla="*/ 64 w 213"/>
                <a:gd name="T79" fmla="*/ 277 h 320"/>
                <a:gd name="T80" fmla="*/ 53 w 213"/>
                <a:gd name="T81" fmla="*/ 266 h 320"/>
                <a:gd name="T82" fmla="*/ 96 w 213"/>
                <a:gd name="T83" fmla="*/ 266 h 320"/>
                <a:gd name="T84" fmla="*/ 96 w 213"/>
                <a:gd name="T85" fmla="*/ 138 h 320"/>
                <a:gd name="T86" fmla="*/ 107 w 213"/>
                <a:gd name="T87" fmla="*/ 128 h 320"/>
                <a:gd name="T88" fmla="*/ 117 w 213"/>
                <a:gd name="T89" fmla="*/ 138 h 320"/>
                <a:gd name="T90" fmla="*/ 117 w 213"/>
                <a:gd name="T91" fmla="*/ 266 h 320"/>
                <a:gd name="T92" fmla="*/ 107 w 213"/>
                <a:gd name="T93" fmla="*/ 277 h 320"/>
                <a:gd name="T94" fmla="*/ 96 w 213"/>
                <a:gd name="T95" fmla="*/ 266 h 320"/>
                <a:gd name="T96" fmla="*/ 139 w 213"/>
                <a:gd name="T97" fmla="*/ 266 h 320"/>
                <a:gd name="T98" fmla="*/ 139 w 213"/>
                <a:gd name="T99" fmla="*/ 138 h 320"/>
                <a:gd name="T100" fmla="*/ 149 w 213"/>
                <a:gd name="T101" fmla="*/ 128 h 320"/>
                <a:gd name="T102" fmla="*/ 160 w 213"/>
                <a:gd name="T103" fmla="*/ 138 h 320"/>
                <a:gd name="T104" fmla="*/ 160 w 213"/>
                <a:gd name="T105" fmla="*/ 266 h 320"/>
                <a:gd name="T106" fmla="*/ 149 w 213"/>
                <a:gd name="T107" fmla="*/ 277 h 320"/>
                <a:gd name="T108" fmla="*/ 139 w 213"/>
                <a:gd name="T109"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 h="320">
                  <a:moveTo>
                    <a:pt x="11" y="64"/>
                  </a:moveTo>
                  <a:cubicBezTo>
                    <a:pt x="203" y="64"/>
                    <a:pt x="203" y="64"/>
                    <a:pt x="203" y="64"/>
                  </a:cubicBezTo>
                  <a:cubicBezTo>
                    <a:pt x="209" y="64"/>
                    <a:pt x="213" y="59"/>
                    <a:pt x="213" y="53"/>
                  </a:cubicBezTo>
                  <a:cubicBezTo>
                    <a:pt x="213" y="47"/>
                    <a:pt x="209" y="42"/>
                    <a:pt x="203" y="42"/>
                  </a:cubicBezTo>
                  <a:cubicBezTo>
                    <a:pt x="167" y="42"/>
                    <a:pt x="167" y="42"/>
                    <a:pt x="167" y="42"/>
                  </a:cubicBezTo>
                  <a:cubicBezTo>
                    <a:pt x="158" y="17"/>
                    <a:pt x="134" y="0"/>
                    <a:pt x="107" y="0"/>
                  </a:cubicBezTo>
                  <a:cubicBezTo>
                    <a:pt x="81" y="0"/>
                    <a:pt x="58" y="15"/>
                    <a:pt x="48" y="38"/>
                  </a:cubicBezTo>
                  <a:cubicBezTo>
                    <a:pt x="48" y="38"/>
                    <a:pt x="48" y="38"/>
                    <a:pt x="48" y="38"/>
                  </a:cubicBezTo>
                  <a:cubicBezTo>
                    <a:pt x="47" y="39"/>
                    <a:pt x="47" y="41"/>
                    <a:pt x="46" y="42"/>
                  </a:cubicBezTo>
                  <a:cubicBezTo>
                    <a:pt x="11" y="42"/>
                    <a:pt x="11" y="42"/>
                    <a:pt x="11" y="42"/>
                  </a:cubicBezTo>
                  <a:cubicBezTo>
                    <a:pt x="5" y="42"/>
                    <a:pt x="0" y="47"/>
                    <a:pt x="0" y="53"/>
                  </a:cubicBezTo>
                  <a:cubicBezTo>
                    <a:pt x="0" y="59"/>
                    <a:pt x="5" y="64"/>
                    <a:pt x="11" y="64"/>
                  </a:cubicBezTo>
                  <a:close/>
                  <a:moveTo>
                    <a:pt x="107" y="21"/>
                  </a:moveTo>
                  <a:cubicBezTo>
                    <a:pt x="122" y="21"/>
                    <a:pt x="136" y="29"/>
                    <a:pt x="144" y="42"/>
                  </a:cubicBezTo>
                  <a:cubicBezTo>
                    <a:pt x="70" y="42"/>
                    <a:pt x="70" y="42"/>
                    <a:pt x="70" y="42"/>
                  </a:cubicBezTo>
                  <a:cubicBezTo>
                    <a:pt x="77" y="29"/>
                    <a:pt x="91" y="21"/>
                    <a:pt x="107" y="21"/>
                  </a:cubicBezTo>
                  <a:close/>
                  <a:moveTo>
                    <a:pt x="203" y="85"/>
                  </a:moveTo>
                  <a:cubicBezTo>
                    <a:pt x="192" y="85"/>
                    <a:pt x="192" y="85"/>
                    <a:pt x="192" y="85"/>
                  </a:cubicBezTo>
                  <a:cubicBezTo>
                    <a:pt x="21" y="85"/>
                    <a:pt x="21" y="85"/>
                    <a:pt x="21" y="85"/>
                  </a:cubicBezTo>
                  <a:cubicBezTo>
                    <a:pt x="11" y="85"/>
                    <a:pt x="11" y="85"/>
                    <a:pt x="11" y="85"/>
                  </a:cubicBezTo>
                  <a:cubicBezTo>
                    <a:pt x="5" y="85"/>
                    <a:pt x="0" y="90"/>
                    <a:pt x="0" y="96"/>
                  </a:cubicBezTo>
                  <a:cubicBezTo>
                    <a:pt x="0" y="102"/>
                    <a:pt x="5" y="106"/>
                    <a:pt x="11" y="106"/>
                  </a:cubicBezTo>
                  <a:cubicBezTo>
                    <a:pt x="11" y="309"/>
                    <a:pt x="11" y="309"/>
                    <a:pt x="11" y="309"/>
                  </a:cubicBezTo>
                  <a:cubicBezTo>
                    <a:pt x="11" y="315"/>
                    <a:pt x="15" y="320"/>
                    <a:pt x="21" y="320"/>
                  </a:cubicBezTo>
                  <a:cubicBezTo>
                    <a:pt x="192" y="320"/>
                    <a:pt x="192" y="320"/>
                    <a:pt x="192" y="320"/>
                  </a:cubicBezTo>
                  <a:cubicBezTo>
                    <a:pt x="198" y="320"/>
                    <a:pt x="203" y="315"/>
                    <a:pt x="203" y="309"/>
                  </a:cubicBezTo>
                  <a:cubicBezTo>
                    <a:pt x="203" y="106"/>
                    <a:pt x="203" y="106"/>
                    <a:pt x="203" y="106"/>
                  </a:cubicBezTo>
                  <a:cubicBezTo>
                    <a:pt x="209" y="106"/>
                    <a:pt x="213" y="102"/>
                    <a:pt x="213" y="96"/>
                  </a:cubicBezTo>
                  <a:cubicBezTo>
                    <a:pt x="213" y="90"/>
                    <a:pt x="209" y="85"/>
                    <a:pt x="203" y="85"/>
                  </a:cubicBezTo>
                  <a:close/>
                  <a:moveTo>
                    <a:pt x="181" y="298"/>
                  </a:moveTo>
                  <a:cubicBezTo>
                    <a:pt x="32" y="298"/>
                    <a:pt x="32" y="298"/>
                    <a:pt x="32" y="298"/>
                  </a:cubicBezTo>
                  <a:cubicBezTo>
                    <a:pt x="32" y="106"/>
                    <a:pt x="32" y="106"/>
                    <a:pt x="32" y="106"/>
                  </a:cubicBezTo>
                  <a:cubicBezTo>
                    <a:pt x="181" y="106"/>
                    <a:pt x="181" y="106"/>
                    <a:pt x="181" y="106"/>
                  </a:cubicBezTo>
                  <a:lnTo>
                    <a:pt x="181" y="298"/>
                  </a:lnTo>
                  <a:close/>
                  <a:moveTo>
                    <a:pt x="53" y="266"/>
                  </a:moveTo>
                  <a:cubicBezTo>
                    <a:pt x="53" y="138"/>
                    <a:pt x="53" y="138"/>
                    <a:pt x="53" y="138"/>
                  </a:cubicBezTo>
                  <a:cubicBezTo>
                    <a:pt x="53" y="132"/>
                    <a:pt x="58" y="128"/>
                    <a:pt x="64" y="128"/>
                  </a:cubicBezTo>
                  <a:cubicBezTo>
                    <a:pt x="70" y="128"/>
                    <a:pt x="75" y="132"/>
                    <a:pt x="75" y="138"/>
                  </a:cubicBezTo>
                  <a:cubicBezTo>
                    <a:pt x="75" y="266"/>
                    <a:pt x="75" y="266"/>
                    <a:pt x="75" y="266"/>
                  </a:cubicBezTo>
                  <a:cubicBezTo>
                    <a:pt x="75" y="272"/>
                    <a:pt x="70" y="277"/>
                    <a:pt x="64" y="277"/>
                  </a:cubicBezTo>
                  <a:cubicBezTo>
                    <a:pt x="58" y="277"/>
                    <a:pt x="53" y="272"/>
                    <a:pt x="53" y="266"/>
                  </a:cubicBezTo>
                  <a:close/>
                  <a:moveTo>
                    <a:pt x="96" y="266"/>
                  </a:moveTo>
                  <a:cubicBezTo>
                    <a:pt x="96" y="138"/>
                    <a:pt x="96" y="138"/>
                    <a:pt x="96" y="138"/>
                  </a:cubicBezTo>
                  <a:cubicBezTo>
                    <a:pt x="96" y="132"/>
                    <a:pt x="101" y="128"/>
                    <a:pt x="107" y="128"/>
                  </a:cubicBezTo>
                  <a:cubicBezTo>
                    <a:pt x="113" y="128"/>
                    <a:pt x="117" y="132"/>
                    <a:pt x="117" y="138"/>
                  </a:cubicBezTo>
                  <a:cubicBezTo>
                    <a:pt x="117" y="266"/>
                    <a:pt x="117" y="266"/>
                    <a:pt x="117" y="266"/>
                  </a:cubicBezTo>
                  <a:cubicBezTo>
                    <a:pt x="117" y="272"/>
                    <a:pt x="113" y="277"/>
                    <a:pt x="107" y="277"/>
                  </a:cubicBezTo>
                  <a:cubicBezTo>
                    <a:pt x="101" y="277"/>
                    <a:pt x="96" y="272"/>
                    <a:pt x="96" y="266"/>
                  </a:cubicBezTo>
                  <a:close/>
                  <a:moveTo>
                    <a:pt x="139" y="266"/>
                  </a:moveTo>
                  <a:cubicBezTo>
                    <a:pt x="139" y="138"/>
                    <a:pt x="139" y="138"/>
                    <a:pt x="139" y="138"/>
                  </a:cubicBezTo>
                  <a:cubicBezTo>
                    <a:pt x="139" y="132"/>
                    <a:pt x="143" y="128"/>
                    <a:pt x="149" y="128"/>
                  </a:cubicBezTo>
                  <a:cubicBezTo>
                    <a:pt x="155" y="128"/>
                    <a:pt x="160" y="132"/>
                    <a:pt x="160" y="138"/>
                  </a:cubicBezTo>
                  <a:cubicBezTo>
                    <a:pt x="160" y="266"/>
                    <a:pt x="160" y="266"/>
                    <a:pt x="160" y="266"/>
                  </a:cubicBezTo>
                  <a:cubicBezTo>
                    <a:pt x="160" y="272"/>
                    <a:pt x="155" y="277"/>
                    <a:pt x="149" y="277"/>
                  </a:cubicBezTo>
                  <a:cubicBezTo>
                    <a:pt x="143" y="277"/>
                    <a:pt x="139" y="272"/>
                    <a:pt x="139"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24" name="Freeform 512"/>
            <p:cNvSpPr>
              <a:spLocks noEditPoints="1"/>
            </p:cNvSpPr>
            <p:nvPr/>
          </p:nvSpPr>
          <p:spPr bwMode="auto">
            <a:xfrm>
              <a:off x="4155" y="3088"/>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28" name="Group 325"/>
          <p:cNvGrpSpPr>
            <a:grpSpLocks noChangeAspect="1"/>
          </p:cNvGrpSpPr>
          <p:nvPr/>
        </p:nvGrpSpPr>
        <p:grpSpPr bwMode="auto">
          <a:xfrm>
            <a:off x="5399423" y="3750728"/>
            <a:ext cx="556256" cy="557892"/>
            <a:chOff x="5044" y="1157"/>
            <a:chExt cx="340" cy="341"/>
          </a:xfrm>
          <a:solidFill>
            <a:schemeClr val="tx1"/>
          </a:solidFill>
        </p:grpSpPr>
        <p:sp>
          <p:nvSpPr>
            <p:cNvPr id="129" name="Freeform 326"/>
            <p:cNvSpPr>
              <a:spLocks noEditPoints="1"/>
            </p:cNvSpPr>
            <p:nvPr/>
          </p:nvSpPr>
          <p:spPr bwMode="auto">
            <a:xfrm>
              <a:off x="5044" y="1157"/>
              <a:ext cx="340" cy="34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30" name="Freeform 327"/>
            <p:cNvSpPr>
              <a:spLocks noEditPoints="1"/>
            </p:cNvSpPr>
            <p:nvPr/>
          </p:nvSpPr>
          <p:spPr bwMode="auto">
            <a:xfrm>
              <a:off x="5122" y="1221"/>
              <a:ext cx="188" cy="213"/>
            </a:xfrm>
            <a:custGeom>
              <a:avLst/>
              <a:gdLst>
                <a:gd name="T0" fmla="*/ 149 w 284"/>
                <a:gd name="T1" fmla="*/ 106 h 320"/>
                <a:gd name="T2" fmla="*/ 149 w 284"/>
                <a:gd name="T3" fmla="*/ 181 h 320"/>
                <a:gd name="T4" fmla="*/ 139 w 284"/>
                <a:gd name="T5" fmla="*/ 192 h 320"/>
                <a:gd name="T6" fmla="*/ 128 w 284"/>
                <a:gd name="T7" fmla="*/ 181 h 320"/>
                <a:gd name="T8" fmla="*/ 128 w 284"/>
                <a:gd name="T9" fmla="*/ 106 h 320"/>
                <a:gd name="T10" fmla="*/ 139 w 284"/>
                <a:gd name="T11" fmla="*/ 96 h 320"/>
                <a:gd name="T12" fmla="*/ 149 w 284"/>
                <a:gd name="T13" fmla="*/ 106 h 320"/>
                <a:gd name="T14" fmla="*/ 280 w 284"/>
                <a:gd name="T15" fmla="*/ 64 h 320"/>
                <a:gd name="T16" fmla="*/ 280 w 284"/>
                <a:gd name="T17" fmla="*/ 79 h 320"/>
                <a:gd name="T18" fmla="*/ 272 w 284"/>
                <a:gd name="T19" fmla="*/ 82 h 320"/>
                <a:gd name="T20" fmla="*/ 265 w 284"/>
                <a:gd name="T21" fmla="*/ 79 h 320"/>
                <a:gd name="T22" fmla="*/ 250 w 284"/>
                <a:gd name="T23" fmla="*/ 64 h 320"/>
                <a:gd name="T24" fmla="*/ 233 w 284"/>
                <a:gd name="T25" fmla="*/ 80 h 320"/>
                <a:gd name="T26" fmla="*/ 277 w 284"/>
                <a:gd name="T27" fmla="*/ 181 h 320"/>
                <a:gd name="T28" fmla="*/ 139 w 284"/>
                <a:gd name="T29" fmla="*/ 320 h 320"/>
                <a:gd name="T30" fmla="*/ 0 w 284"/>
                <a:gd name="T31" fmla="*/ 181 h 320"/>
                <a:gd name="T32" fmla="*/ 128 w 284"/>
                <a:gd name="T33" fmla="*/ 43 h 320"/>
                <a:gd name="T34" fmla="*/ 128 w 284"/>
                <a:gd name="T35" fmla="*/ 21 h 320"/>
                <a:gd name="T36" fmla="*/ 107 w 284"/>
                <a:gd name="T37" fmla="*/ 21 h 320"/>
                <a:gd name="T38" fmla="*/ 96 w 284"/>
                <a:gd name="T39" fmla="*/ 10 h 320"/>
                <a:gd name="T40" fmla="*/ 107 w 284"/>
                <a:gd name="T41" fmla="*/ 0 h 320"/>
                <a:gd name="T42" fmla="*/ 171 w 284"/>
                <a:gd name="T43" fmla="*/ 0 h 320"/>
                <a:gd name="T44" fmla="*/ 181 w 284"/>
                <a:gd name="T45" fmla="*/ 10 h 320"/>
                <a:gd name="T46" fmla="*/ 171 w 284"/>
                <a:gd name="T47" fmla="*/ 21 h 320"/>
                <a:gd name="T48" fmla="*/ 149 w 284"/>
                <a:gd name="T49" fmla="*/ 21 h 320"/>
                <a:gd name="T50" fmla="*/ 149 w 284"/>
                <a:gd name="T51" fmla="*/ 43 h 320"/>
                <a:gd name="T52" fmla="*/ 217 w 284"/>
                <a:gd name="T53" fmla="*/ 67 h 320"/>
                <a:gd name="T54" fmla="*/ 235 w 284"/>
                <a:gd name="T55" fmla="*/ 49 h 320"/>
                <a:gd name="T56" fmla="*/ 220 w 284"/>
                <a:gd name="T57" fmla="*/ 33 h 320"/>
                <a:gd name="T58" fmla="*/ 220 w 284"/>
                <a:gd name="T59" fmla="*/ 18 h 320"/>
                <a:gd name="T60" fmla="*/ 235 w 284"/>
                <a:gd name="T61" fmla="*/ 18 h 320"/>
                <a:gd name="T62" fmla="*/ 280 w 284"/>
                <a:gd name="T63" fmla="*/ 64 h 320"/>
                <a:gd name="T64" fmla="*/ 139 w 284"/>
                <a:gd name="T65" fmla="*/ 64 h 320"/>
                <a:gd name="T66" fmla="*/ 21 w 284"/>
                <a:gd name="T67" fmla="*/ 181 h 320"/>
                <a:gd name="T68" fmla="*/ 139 w 284"/>
                <a:gd name="T69" fmla="*/ 298 h 320"/>
                <a:gd name="T70" fmla="*/ 256 w 284"/>
                <a:gd name="T71" fmla="*/ 181 h 320"/>
                <a:gd name="T72" fmla="*/ 139 w 284"/>
                <a:gd name="T73" fmla="*/ 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4" h="320">
                  <a:moveTo>
                    <a:pt x="149" y="106"/>
                  </a:moveTo>
                  <a:cubicBezTo>
                    <a:pt x="149" y="181"/>
                    <a:pt x="149" y="181"/>
                    <a:pt x="149" y="181"/>
                  </a:cubicBezTo>
                  <a:cubicBezTo>
                    <a:pt x="149" y="187"/>
                    <a:pt x="145" y="192"/>
                    <a:pt x="139" y="192"/>
                  </a:cubicBezTo>
                  <a:cubicBezTo>
                    <a:pt x="133" y="192"/>
                    <a:pt x="128" y="187"/>
                    <a:pt x="128" y="181"/>
                  </a:cubicBezTo>
                  <a:cubicBezTo>
                    <a:pt x="128" y="106"/>
                    <a:pt x="128" y="106"/>
                    <a:pt x="128" y="106"/>
                  </a:cubicBezTo>
                  <a:cubicBezTo>
                    <a:pt x="128" y="100"/>
                    <a:pt x="133" y="96"/>
                    <a:pt x="139" y="96"/>
                  </a:cubicBezTo>
                  <a:cubicBezTo>
                    <a:pt x="145" y="96"/>
                    <a:pt x="149" y="100"/>
                    <a:pt x="149" y="106"/>
                  </a:cubicBezTo>
                  <a:close/>
                  <a:moveTo>
                    <a:pt x="280" y="64"/>
                  </a:moveTo>
                  <a:cubicBezTo>
                    <a:pt x="284" y="68"/>
                    <a:pt x="284" y="75"/>
                    <a:pt x="280" y="79"/>
                  </a:cubicBezTo>
                  <a:cubicBezTo>
                    <a:pt x="278" y="81"/>
                    <a:pt x="275" y="82"/>
                    <a:pt x="272" y="82"/>
                  </a:cubicBezTo>
                  <a:cubicBezTo>
                    <a:pt x="270" y="82"/>
                    <a:pt x="267" y="81"/>
                    <a:pt x="265" y="79"/>
                  </a:cubicBezTo>
                  <a:cubicBezTo>
                    <a:pt x="250" y="64"/>
                    <a:pt x="250" y="64"/>
                    <a:pt x="250" y="64"/>
                  </a:cubicBezTo>
                  <a:cubicBezTo>
                    <a:pt x="233" y="80"/>
                    <a:pt x="233" y="80"/>
                    <a:pt x="233" y="80"/>
                  </a:cubicBezTo>
                  <a:cubicBezTo>
                    <a:pt x="260" y="105"/>
                    <a:pt x="277" y="141"/>
                    <a:pt x="277" y="181"/>
                  </a:cubicBezTo>
                  <a:cubicBezTo>
                    <a:pt x="277" y="257"/>
                    <a:pt x="215" y="320"/>
                    <a:pt x="139" y="320"/>
                  </a:cubicBezTo>
                  <a:cubicBezTo>
                    <a:pt x="62" y="320"/>
                    <a:pt x="0" y="257"/>
                    <a:pt x="0" y="181"/>
                  </a:cubicBezTo>
                  <a:cubicBezTo>
                    <a:pt x="0" y="108"/>
                    <a:pt x="57" y="48"/>
                    <a:pt x="128" y="43"/>
                  </a:cubicBezTo>
                  <a:cubicBezTo>
                    <a:pt x="128" y="21"/>
                    <a:pt x="128" y="21"/>
                    <a:pt x="128" y="21"/>
                  </a:cubicBezTo>
                  <a:cubicBezTo>
                    <a:pt x="107" y="21"/>
                    <a:pt x="107" y="21"/>
                    <a:pt x="107" y="21"/>
                  </a:cubicBezTo>
                  <a:cubicBezTo>
                    <a:pt x="101" y="21"/>
                    <a:pt x="96" y="16"/>
                    <a:pt x="96" y="10"/>
                  </a:cubicBezTo>
                  <a:cubicBezTo>
                    <a:pt x="96" y="4"/>
                    <a:pt x="101" y="0"/>
                    <a:pt x="107" y="0"/>
                  </a:cubicBezTo>
                  <a:cubicBezTo>
                    <a:pt x="171" y="0"/>
                    <a:pt x="171" y="0"/>
                    <a:pt x="171" y="0"/>
                  </a:cubicBezTo>
                  <a:cubicBezTo>
                    <a:pt x="177" y="0"/>
                    <a:pt x="181" y="4"/>
                    <a:pt x="181" y="10"/>
                  </a:cubicBezTo>
                  <a:cubicBezTo>
                    <a:pt x="181" y="16"/>
                    <a:pt x="177" y="21"/>
                    <a:pt x="171" y="21"/>
                  </a:cubicBezTo>
                  <a:cubicBezTo>
                    <a:pt x="149" y="21"/>
                    <a:pt x="149" y="21"/>
                    <a:pt x="149" y="21"/>
                  </a:cubicBezTo>
                  <a:cubicBezTo>
                    <a:pt x="149" y="43"/>
                    <a:pt x="149" y="43"/>
                    <a:pt x="149" y="43"/>
                  </a:cubicBezTo>
                  <a:cubicBezTo>
                    <a:pt x="174" y="45"/>
                    <a:pt x="197" y="53"/>
                    <a:pt x="217" y="67"/>
                  </a:cubicBezTo>
                  <a:cubicBezTo>
                    <a:pt x="235" y="49"/>
                    <a:pt x="235" y="49"/>
                    <a:pt x="235" y="49"/>
                  </a:cubicBezTo>
                  <a:cubicBezTo>
                    <a:pt x="220" y="33"/>
                    <a:pt x="220" y="33"/>
                    <a:pt x="220" y="33"/>
                  </a:cubicBezTo>
                  <a:cubicBezTo>
                    <a:pt x="215" y="29"/>
                    <a:pt x="215" y="23"/>
                    <a:pt x="220" y="18"/>
                  </a:cubicBezTo>
                  <a:cubicBezTo>
                    <a:pt x="224" y="14"/>
                    <a:pt x="231" y="14"/>
                    <a:pt x="235" y="18"/>
                  </a:cubicBezTo>
                  <a:lnTo>
                    <a:pt x="280" y="64"/>
                  </a:lnTo>
                  <a:close/>
                  <a:moveTo>
                    <a:pt x="139" y="64"/>
                  </a:moveTo>
                  <a:cubicBezTo>
                    <a:pt x="74" y="64"/>
                    <a:pt x="21" y="116"/>
                    <a:pt x="21" y="181"/>
                  </a:cubicBezTo>
                  <a:cubicBezTo>
                    <a:pt x="21" y="246"/>
                    <a:pt x="74" y="298"/>
                    <a:pt x="139" y="298"/>
                  </a:cubicBezTo>
                  <a:cubicBezTo>
                    <a:pt x="203" y="298"/>
                    <a:pt x="256" y="246"/>
                    <a:pt x="256" y="181"/>
                  </a:cubicBezTo>
                  <a:cubicBezTo>
                    <a:pt x="256" y="116"/>
                    <a:pt x="203" y="64"/>
                    <a:pt x="139"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34" name="Group 932"/>
          <p:cNvGrpSpPr>
            <a:grpSpLocks noChangeAspect="1"/>
          </p:cNvGrpSpPr>
          <p:nvPr/>
        </p:nvGrpSpPr>
        <p:grpSpPr bwMode="auto">
          <a:xfrm>
            <a:off x="5407061" y="2963314"/>
            <a:ext cx="581566" cy="581566"/>
            <a:chOff x="5795" y="3560"/>
            <a:chExt cx="340" cy="340"/>
          </a:xfrm>
          <a:solidFill>
            <a:schemeClr val="tx1"/>
          </a:solidFill>
        </p:grpSpPr>
        <p:sp>
          <p:nvSpPr>
            <p:cNvPr id="135" name="Freeform 933"/>
            <p:cNvSpPr>
              <a:spLocks noEditPoints="1"/>
            </p:cNvSpPr>
            <p:nvPr/>
          </p:nvSpPr>
          <p:spPr bwMode="auto">
            <a:xfrm>
              <a:off x="5859" y="3652"/>
              <a:ext cx="212" cy="148"/>
            </a:xfrm>
            <a:custGeom>
              <a:avLst/>
              <a:gdLst>
                <a:gd name="T0" fmla="*/ 313 w 320"/>
                <a:gd name="T1" fmla="*/ 54 h 224"/>
                <a:gd name="T2" fmla="*/ 163 w 320"/>
                <a:gd name="T3" fmla="*/ 1 h 224"/>
                <a:gd name="T4" fmla="*/ 156 w 320"/>
                <a:gd name="T5" fmla="*/ 1 h 224"/>
                <a:gd name="T6" fmla="*/ 7 w 320"/>
                <a:gd name="T7" fmla="*/ 54 h 224"/>
                <a:gd name="T8" fmla="*/ 0 w 320"/>
                <a:gd name="T9" fmla="*/ 64 h 224"/>
                <a:gd name="T10" fmla="*/ 6 w 320"/>
                <a:gd name="T11" fmla="*/ 74 h 224"/>
                <a:gd name="T12" fmla="*/ 63 w 320"/>
                <a:gd name="T13" fmla="*/ 98 h 224"/>
                <a:gd name="T14" fmla="*/ 53 w 320"/>
                <a:gd name="T15" fmla="*/ 170 h 224"/>
                <a:gd name="T16" fmla="*/ 54 w 320"/>
                <a:gd name="T17" fmla="*/ 176 h 224"/>
                <a:gd name="T18" fmla="*/ 160 w 320"/>
                <a:gd name="T19" fmla="*/ 224 h 224"/>
                <a:gd name="T20" fmla="*/ 264 w 320"/>
                <a:gd name="T21" fmla="*/ 178 h 224"/>
                <a:gd name="T22" fmla="*/ 266 w 320"/>
                <a:gd name="T23" fmla="*/ 170 h 224"/>
                <a:gd name="T24" fmla="*/ 257 w 320"/>
                <a:gd name="T25" fmla="*/ 98 h 224"/>
                <a:gd name="T26" fmla="*/ 288 w 320"/>
                <a:gd name="T27" fmla="*/ 85 h 224"/>
                <a:gd name="T28" fmla="*/ 288 w 320"/>
                <a:gd name="T29" fmla="*/ 214 h 224"/>
                <a:gd name="T30" fmla="*/ 298 w 320"/>
                <a:gd name="T31" fmla="*/ 224 h 224"/>
                <a:gd name="T32" fmla="*/ 309 w 320"/>
                <a:gd name="T33" fmla="*/ 214 h 224"/>
                <a:gd name="T34" fmla="*/ 309 w 320"/>
                <a:gd name="T35" fmla="*/ 76 h 224"/>
                <a:gd name="T36" fmla="*/ 313 w 320"/>
                <a:gd name="T37" fmla="*/ 74 h 224"/>
                <a:gd name="T38" fmla="*/ 320 w 320"/>
                <a:gd name="T39" fmla="*/ 64 h 224"/>
                <a:gd name="T40" fmla="*/ 313 w 320"/>
                <a:gd name="T41" fmla="*/ 54 h 224"/>
                <a:gd name="T42" fmla="*/ 244 w 320"/>
                <a:gd name="T43" fmla="*/ 167 h 224"/>
                <a:gd name="T44" fmla="*/ 160 w 320"/>
                <a:gd name="T45" fmla="*/ 203 h 224"/>
                <a:gd name="T46" fmla="*/ 75 w 320"/>
                <a:gd name="T47" fmla="*/ 168 h 224"/>
                <a:gd name="T48" fmla="*/ 83 w 320"/>
                <a:gd name="T49" fmla="*/ 107 h 224"/>
                <a:gd name="T50" fmla="*/ 155 w 320"/>
                <a:gd name="T51" fmla="*/ 138 h 224"/>
                <a:gd name="T52" fmla="*/ 160 w 320"/>
                <a:gd name="T53" fmla="*/ 139 h 224"/>
                <a:gd name="T54" fmla="*/ 164 w 320"/>
                <a:gd name="T55" fmla="*/ 138 h 224"/>
                <a:gd name="T56" fmla="*/ 236 w 320"/>
                <a:gd name="T57" fmla="*/ 107 h 224"/>
                <a:gd name="T58" fmla="*/ 244 w 320"/>
                <a:gd name="T59" fmla="*/ 167 h 224"/>
                <a:gd name="T60" fmla="*/ 160 w 320"/>
                <a:gd name="T61" fmla="*/ 117 h 224"/>
                <a:gd name="T62" fmla="*/ 40 w 320"/>
                <a:gd name="T63" fmla="*/ 65 h 224"/>
                <a:gd name="T64" fmla="*/ 160 w 320"/>
                <a:gd name="T65" fmla="*/ 22 h 224"/>
                <a:gd name="T66" fmla="*/ 280 w 320"/>
                <a:gd name="T67" fmla="*/ 65 h 224"/>
                <a:gd name="T68" fmla="*/ 160 w 320"/>
                <a:gd name="T69" fmla="*/ 11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24">
                  <a:moveTo>
                    <a:pt x="313" y="54"/>
                  </a:moveTo>
                  <a:cubicBezTo>
                    <a:pt x="163" y="1"/>
                    <a:pt x="163" y="1"/>
                    <a:pt x="163" y="1"/>
                  </a:cubicBezTo>
                  <a:cubicBezTo>
                    <a:pt x="161" y="0"/>
                    <a:pt x="158" y="0"/>
                    <a:pt x="156" y="1"/>
                  </a:cubicBezTo>
                  <a:cubicBezTo>
                    <a:pt x="7" y="54"/>
                    <a:pt x="7" y="54"/>
                    <a:pt x="7" y="54"/>
                  </a:cubicBezTo>
                  <a:cubicBezTo>
                    <a:pt x="3" y="56"/>
                    <a:pt x="0" y="60"/>
                    <a:pt x="0" y="64"/>
                  </a:cubicBezTo>
                  <a:cubicBezTo>
                    <a:pt x="0" y="68"/>
                    <a:pt x="2" y="72"/>
                    <a:pt x="6" y="74"/>
                  </a:cubicBezTo>
                  <a:cubicBezTo>
                    <a:pt x="63" y="98"/>
                    <a:pt x="63" y="98"/>
                    <a:pt x="63" y="98"/>
                  </a:cubicBezTo>
                  <a:cubicBezTo>
                    <a:pt x="53" y="170"/>
                    <a:pt x="53" y="170"/>
                    <a:pt x="53" y="170"/>
                  </a:cubicBezTo>
                  <a:cubicBezTo>
                    <a:pt x="53" y="172"/>
                    <a:pt x="53" y="174"/>
                    <a:pt x="54" y="176"/>
                  </a:cubicBezTo>
                  <a:cubicBezTo>
                    <a:pt x="56" y="178"/>
                    <a:pt x="83" y="224"/>
                    <a:pt x="160" y="224"/>
                  </a:cubicBezTo>
                  <a:cubicBezTo>
                    <a:pt x="223" y="224"/>
                    <a:pt x="262" y="180"/>
                    <a:pt x="264" y="178"/>
                  </a:cubicBezTo>
                  <a:cubicBezTo>
                    <a:pt x="266" y="176"/>
                    <a:pt x="267" y="173"/>
                    <a:pt x="266" y="170"/>
                  </a:cubicBezTo>
                  <a:cubicBezTo>
                    <a:pt x="257" y="98"/>
                    <a:pt x="257" y="98"/>
                    <a:pt x="257" y="98"/>
                  </a:cubicBezTo>
                  <a:cubicBezTo>
                    <a:pt x="288" y="85"/>
                    <a:pt x="288" y="85"/>
                    <a:pt x="288" y="85"/>
                  </a:cubicBezTo>
                  <a:cubicBezTo>
                    <a:pt x="288" y="214"/>
                    <a:pt x="288" y="214"/>
                    <a:pt x="288" y="214"/>
                  </a:cubicBezTo>
                  <a:cubicBezTo>
                    <a:pt x="288" y="220"/>
                    <a:pt x="292" y="224"/>
                    <a:pt x="298" y="224"/>
                  </a:cubicBezTo>
                  <a:cubicBezTo>
                    <a:pt x="304" y="224"/>
                    <a:pt x="309" y="220"/>
                    <a:pt x="309" y="214"/>
                  </a:cubicBezTo>
                  <a:cubicBezTo>
                    <a:pt x="309" y="76"/>
                    <a:pt x="309" y="76"/>
                    <a:pt x="309" y="76"/>
                  </a:cubicBezTo>
                  <a:cubicBezTo>
                    <a:pt x="313" y="74"/>
                    <a:pt x="313" y="74"/>
                    <a:pt x="313" y="74"/>
                  </a:cubicBezTo>
                  <a:cubicBezTo>
                    <a:pt x="317" y="72"/>
                    <a:pt x="320" y="68"/>
                    <a:pt x="320" y="64"/>
                  </a:cubicBezTo>
                  <a:cubicBezTo>
                    <a:pt x="320" y="60"/>
                    <a:pt x="317" y="56"/>
                    <a:pt x="313" y="54"/>
                  </a:cubicBezTo>
                  <a:close/>
                  <a:moveTo>
                    <a:pt x="244" y="167"/>
                  </a:moveTo>
                  <a:cubicBezTo>
                    <a:pt x="235" y="177"/>
                    <a:pt x="203" y="203"/>
                    <a:pt x="160" y="203"/>
                  </a:cubicBezTo>
                  <a:cubicBezTo>
                    <a:pt x="105" y="203"/>
                    <a:pt x="81" y="177"/>
                    <a:pt x="75" y="168"/>
                  </a:cubicBezTo>
                  <a:cubicBezTo>
                    <a:pt x="83" y="107"/>
                    <a:pt x="83" y="107"/>
                    <a:pt x="83" y="107"/>
                  </a:cubicBezTo>
                  <a:cubicBezTo>
                    <a:pt x="155" y="138"/>
                    <a:pt x="155" y="138"/>
                    <a:pt x="155" y="138"/>
                  </a:cubicBezTo>
                  <a:cubicBezTo>
                    <a:pt x="157" y="139"/>
                    <a:pt x="158" y="139"/>
                    <a:pt x="160" y="139"/>
                  </a:cubicBezTo>
                  <a:cubicBezTo>
                    <a:pt x="161" y="139"/>
                    <a:pt x="163" y="139"/>
                    <a:pt x="164" y="138"/>
                  </a:cubicBezTo>
                  <a:cubicBezTo>
                    <a:pt x="236" y="107"/>
                    <a:pt x="236" y="107"/>
                    <a:pt x="236" y="107"/>
                  </a:cubicBezTo>
                  <a:lnTo>
                    <a:pt x="244" y="167"/>
                  </a:lnTo>
                  <a:close/>
                  <a:moveTo>
                    <a:pt x="160" y="117"/>
                  </a:moveTo>
                  <a:cubicBezTo>
                    <a:pt x="40" y="65"/>
                    <a:pt x="40" y="65"/>
                    <a:pt x="40" y="65"/>
                  </a:cubicBezTo>
                  <a:cubicBezTo>
                    <a:pt x="160" y="22"/>
                    <a:pt x="160" y="22"/>
                    <a:pt x="160" y="22"/>
                  </a:cubicBezTo>
                  <a:cubicBezTo>
                    <a:pt x="280" y="65"/>
                    <a:pt x="280" y="65"/>
                    <a:pt x="280" y="65"/>
                  </a:cubicBezTo>
                  <a:lnTo>
                    <a:pt x="160" y="11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36" name="Freeform 934"/>
            <p:cNvSpPr>
              <a:spLocks noEditPoints="1"/>
            </p:cNvSpPr>
            <p:nvPr/>
          </p:nvSpPr>
          <p:spPr bwMode="auto">
            <a:xfrm>
              <a:off x="5795" y="35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40" name="Group 669"/>
          <p:cNvGrpSpPr>
            <a:grpSpLocks noChangeAspect="1"/>
          </p:cNvGrpSpPr>
          <p:nvPr/>
        </p:nvGrpSpPr>
        <p:grpSpPr bwMode="auto">
          <a:xfrm>
            <a:off x="4634192" y="4139795"/>
            <a:ext cx="634003" cy="634003"/>
            <a:chOff x="1910" y="2326"/>
            <a:chExt cx="340" cy="340"/>
          </a:xfrm>
          <a:solidFill>
            <a:schemeClr val="tx1"/>
          </a:solidFill>
        </p:grpSpPr>
        <p:sp>
          <p:nvSpPr>
            <p:cNvPr id="141" name="Freeform 670"/>
            <p:cNvSpPr>
              <a:spLocks noEditPoints="1"/>
            </p:cNvSpPr>
            <p:nvPr/>
          </p:nvSpPr>
          <p:spPr bwMode="auto">
            <a:xfrm>
              <a:off x="1910" y="232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42" name="Freeform 671"/>
            <p:cNvSpPr>
              <a:spLocks noEditPoints="1"/>
            </p:cNvSpPr>
            <p:nvPr/>
          </p:nvSpPr>
          <p:spPr bwMode="auto">
            <a:xfrm>
              <a:off x="1973" y="2390"/>
              <a:ext cx="214" cy="212"/>
            </a:xfrm>
            <a:custGeom>
              <a:avLst/>
              <a:gdLst>
                <a:gd name="T0" fmla="*/ 298 w 322"/>
                <a:gd name="T1" fmla="*/ 67 h 320"/>
                <a:gd name="T2" fmla="*/ 246 w 322"/>
                <a:gd name="T3" fmla="*/ 55 h 320"/>
                <a:gd name="T4" fmla="*/ 246 w 322"/>
                <a:gd name="T5" fmla="*/ 10 h 320"/>
                <a:gd name="T6" fmla="*/ 235 w 322"/>
                <a:gd name="T7" fmla="*/ 0 h 320"/>
                <a:gd name="T8" fmla="*/ 86 w 322"/>
                <a:gd name="T9" fmla="*/ 0 h 320"/>
                <a:gd name="T10" fmla="*/ 75 w 322"/>
                <a:gd name="T11" fmla="*/ 10 h 320"/>
                <a:gd name="T12" fmla="*/ 76 w 322"/>
                <a:gd name="T13" fmla="*/ 55 h 320"/>
                <a:gd name="T14" fmla="*/ 23 w 322"/>
                <a:gd name="T15" fmla="*/ 67 h 320"/>
                <a:gd name="T16" fmla="*/ 52 w 322"/>
                <a:gd name="T17" fmla="*/ 177 h 320"/>
                <a:gd name="T18" fmla="*/ 104 w 322"/>
                <a:gd name="T19" fmla="*/ 213 h 320"/>
                <a:gd name="T20" fmla="*/ 107 w 322"/>
                <a:gd name="T21" fmla="*/ 213 h 320"/>
                <a:gd name="T22" fmla="*/ 109 w 322"/>
                <a:gd name="T23" fmla="*/ 213 h 320"/>
                <a:gd name="T24" fmla="*/ 121 w 322"/>
                <a:gd name="T25" fmla="*/ 227 h 320"/>
                <a:gd name="T26" fmla="*/ 146 w 322"/>
                <a:gd name="T27" fmla="*/ 243 h 320"/>
                <a:gd name="T28" fmla="*/ 119 w 322"/>
                <a:gd name="T29" fmla="*/ 305 h 320"/>
                <a:gd name="T30" fmla="*/ 120 w 322"/>
                <a:gd name="T31" fmla="*/ 315 h 320"/>
                <a:gd name="T32" fmla="*/ 129 w 322"/>
                <a:gd name="T33" fmla="*/ 320 h 320"/>
                <a:gd name="T34" fmla="*/ 193 w 322"/>
                <a:gd name="T35" fmla="*/ 320 h 320"/>
                <a:gd name="T36" fmla="*/ 202 w 322"/>
                <a:gd name="T37" fmla="*/ 315 h 320"/>
                <a:gd name="T38" fmla="*/ 202 w 322"/>
                <a:gd name="T39" fmla="*/ 305 h 320"/>
                <a:gd name="T40" fmla="*/ 176 w 322"/>
                <a:gd name="T41" fmla="*/ 243 h 320"/>
                <a:gd name="T42" fmla="*/ 201 w 322"/>
                <a:gd name="T43" fmla="*/ 227 h 320"/>
                <a:gd name="T44" fmla="*/ 212 w 322"/>
                <a:gd name="T45" fmla="*/ 213 h 320"/>
                <a:gd name="T46" fmla="*/ 214 w 322"/>
                <a:gd name="T47" fmla="*/ 213 h 320"/>
                <a:gd name="T48" fmla="*/ 217 w 322"/>
                <a:gd name="T49" fmla="*/ 213 h 320"/>
                <a:gd name="T50" fmla="*/ 270 w 322"/>
                <a:gd name="T51" fmla="*/ 177 h 320"/>
                <a:gd name="T52" fmla="*/ 298 w 322"/>
                <a:gd name="T53" fmla="*/ 67 h 320"/>
                <a:gd name="T54" fmla="*/ 66 w 322"/>
                <a:gd name="T55" fmla="*/ 161 h 320"/>
                <a:gd name="T56" fmla="*/ 39 w 322"/>
                <a:gd name="T57" fmla="*/ 81 h 320"/>
                <a:gd name="T58" fmla="*/ 77 w 322"/>
                <a:gd name="T59" fmla="*/ 77 h 320"/>
                <a:gd name="T60" fmla="*/ 97 w 322"/>
                <a:gd name="T61" fmla="*/ 186 h 320"/>
                <a:gd name="T62" fmla="*/ 66 w 322"/>
                <a:gd name="T63" fmla="*/ 161 h 320"/>
                <a:gd name="T64" fmla="*/ 145 w 322"/>
                <a:gd name="T65" fmla="*/ 298 h 320"/>
                <a:gd name="T66" fmla="*/ 161 w 322"/>
                <a:gd name="T67" fmla="*/ 262 h 320"/>
                <a:gd name="T68" fmla="*/ 176 w 322"/>
                <a:gd name="T69" fmla="*/ 298 h 320"/>
                <a:gd name="T70" fmla="*/ 145 w 322"/>
                <a:gd name="T71" fmla="*/ 298 h 320"/>
                <a:gd name="T72" fmla="*/ 185 w 322"/>
                <a:gd name="T73" fmla="*/ 213 h 320"/>
                <a:gd name="T74" fmla="*/ 161 w 322"/>
                <a:gd name="T75" fmla="*/ 224 h 320"/>
                <a:gd name="T76" fmla="*/ 136 w 322"/>
                <a:gd name="T77" fmla="*/ 213 h 320"/>
                <a:gd name="T78" fmla="*/ 96 w 322"/>
                <a:gd name="T79" fmla="*/ 21 h 320"/>
                <a:gd name="T80" fmla="*/ 225 w 322"/>
                <a:gd name="T81" fmla="*/ 21 h 320"/>
                <a:gd name="T82" fmla="*/ 185 w 322"/>
                <a:gd name="T83" fmla="*/ 213 h 320"/>
                <a:gd name="T84" fmla="*/ 255 w 322"/>
                <a:gd name="T85" fmla="*/ 161 h 320"/>
                <a:gd name="T86" fmla="*/ 225 w 322"/>
                <a:gd name="T87" fmla="*/ 186 h 320"/>
                <a:gd name="T88" fmla="*/ 245 w 322"/>
                <a:gd name="T89" fmla="*/ 77 h 320"/>
                <a:gd name="T90" fmla="*/ 283 w 322"/>
                <a:gd name="T91" fmla="*/ 81 h 320"/>
                <a:gd name="T92" fmla="*/ 255 w 322"/>
                <a:gd name="T93" fmla="*/ 16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2" h="320">
                  <a:moveTo>
                    <a:pt x="298" y="67"/>
                  </a:moveTo>
                  <a:cubicBezTo>
                    <a:pt x="286" y="54"/>
                    <a:pt x="268" y="50"/>
                    <a:pt x="246" y="55"/>
                  </a:cubicBezTo>
                  <a:cubicBezTo>
                    <a:pt x="247" y="30"/>
                    <a:pt x="246" y="12"/>
                    <a:pt x="246" y="10"/>
                  </a:cubicBezTo>
                  <a:cubicBezTo>
                    <a:pt x="246" y="4"/>
                    <a:pt x="241" y="0"/>
                    <a:pt x="235" y="0"/>
                  </a:cubicBezTo>
                  <a:cubicBezTo>
                    <a:pt x="86" y="0"/>
                    <a:pt x="86" y="0"/>
                    <a:pt x="86" y="0"/>
                  </a:cubicBezTo>
                  <a:cubicBezTo>
                    <a:pt x="80" y="0"/>
                    <a:pt x="76" y="4"/>
                    <a:pt x="75" y="10"/>
                  </a:cubicBezTo>
                  <a:cubicBezTo>
                    <a:pt x="75" y="12"/>
                    <a:pt x="75" y="30"/>
                    <a:pt x="76" y="55"/>
                  </a:cubicBezTo>
                  <a:cubicBezTo>
                    <a:pt x="54" y="50"/>
                    <a:pt x="35" y="54"/>
                    <a:pt x="23" y="67"/>
                  </a:cubicBezTo>
                  <a:cubicBezTo>
                    <a:pt x="0" y="92"/>
                    <a:pt x="12" y="140"/>
                    <a:pt x="52" y="177"/>
                  </a:cubicBezTo>
                  <a:cubicBezTo>
                    <a:pt x="67" y="191"/>
                    <a:pt x="85" y="207"/>
                    <a:pt x="104" y="213"/>
                  </a:cubicBezTo>
                  <a:cubicBezTo>
                    <a:pt x="105" y="213"/>
                    <a:pt x="106" y="213"/>
                    <a:pt x="107" y="213"/>
                  </a:cubicBezTo>
                  <a:cubicBezTo>
                    <a:pt x="108" y="213"/>
                    <a:pt x="109" y="213"/>
                    <a:pt x="109" y="213"/>
                  </a:cubicBezTo>
                  <a:cubicBezTo>
                    <a:pt x="113" y="218"/>
                    <a:pt x="117" y="223"/>
                    <a:pt x="121" y="227"/>
                  </a:cubicBezTo>
                  <a:cubicBezTo>
                    <a:pt x="128" y="235"/>
                    <a:pt x="136" y="240"/>
                    <a:pt x="146" y="243"/>
                  </a:cubicBezTo>
                  <a:cubicBezTo>
                    <a:pt x="119" y="305"/>
                    <a:pt x="119" y="305"/>
                    <a:pt x="119" y="305"/>
                  </a:cubicBezTo>
                  <a:cubicBezTo>
                    <a:pt x="117" y="308"/>
                    <a:pt x="118" y="312"/>
                    <a:pt x="120" y="315"/>
                  </a:cubicBezTo>
                  <a:cubicBezTo>
                    <a:pt x="122" y="318"/>
                    <a:pt x="125" y="320"/>
                    <a:pt x="129" y="320"/>
                  </a:cubicBezTo>
                  <a:cubicBezTo>
                    <a:pt x="193" y="320"/>
                    <a:pt x="193" y="320"/>
                    <a:pt x="193" y="320"/>
                  </a:cubicBezTo>
                  <a:cubicBezTo>
                    <a:pt x="196" y="320"/>
                    <a:pt x="200" y="318"/>
                    <a:pt x="202" y="315"/>
                  </a:cubicBezTo>
                  <a:cubicBezTo>
                    <a:pt x="204" y="312"/>
                    <a:pt x="204" y="308"/>
                    <a:pt x="202" y="305"/>
                  </a:cubicBezTo>
                  <a:cubicBezTo>
                    <a:pt x="176" y="243"/>
                    <a:pt x="176" y="243"/>
                    <a:pt x="176" y="243"/>
                  </a:cubicBezTo>
                  <a:cubicBezTo>
                    <a:pt x="185" y="240"/>
                    <a:pt x="193" y="235"/>
                    <a:pt x="201" y="227"/>
                  </a:cubicBezTo>
                  <a:cubicBezTo>
                    <a:pt x="205" y="223"/>
                    <a:pt x="209" y="218"/>
                    <a:pt x="212" y="213"/>
                  </a:cubicBezTo>
                  <a:cubicBezTo>
                    <a:pt x="213" y="213"/>
                    <a:pt x="213" y="213"/>
                    <a:pt x="214" y="213"/>
                  </a:cubicBezTo>
                  <a:cubicBezTo>
                    <a:pt x="215" y="213"/>
                    <a:pt x="216" y="213"/>
                    <a:pt x="217" y="213"/>
                  </a:cubicBezTo>
                  <a:cubicBezTo>
                    <a:pt x="236" y="207"/>
                    <a:pt x="254" y="191"/>
                    <a:pt x="270" y="177"/>
                  </a:cubicBezTo>
                  <a:cubicBezTo>
                    <a:pt x="309" y="140"/>
                    <a:pt x="322" y="92"/>
                    <a:pt x="298" y="67"/>
                  </a:cubicBezTo>
                  <a:close/>
                  <a:moveTo>
                    <a:pt x="66" y="161"/>
                  </a:moveTo>
                  <a:cubicBezTo>
                    <a:pt x="37" y="134"/>
                    <a:pt x="24" y="97"/>
                    <a:pt x="39" y="81"/>
                  </a:cubicBezTo>
                  <a:cubicBezTo>
                    <a:pt x="46" y="74"/>
                    <a:pt x="60" y="72"/>
                    <a:pt x="77" y="77"/>
                  </a:cubicBezTo>
                  <a:cubicBezTo>
                    <a:pt x="79" y="112"/>
                    <a:pt x="85" y="153"/>
                    <a:pt x="97" y="186"/>
                  </a:cubicBezTo>
                  <a:cubicBezTo>
                    <a:pt x="86" y="179"/>
                    <a:pt x="76" y="170"/>
                    <a:pt x="66" y="161"/>
                  </a:cubicBezTo>
                  <a:close/>
                  <a:moveTo>
                    <a:pt x="145" y="298"/>
                  </a:moveTo>
                  <a:cubicBezTo>
                    <a:pt x="161" y="262"/>
                    <a:pt x="161" y="262"/>
                    <a:pt x="161" y="262"/>
                  </a:cubicBezTo>
                  <a:cubicBezTo>
                    <a:pt x="176" y="298"/>
                    <a:pt x="176" y="298"/>
                    <a:pt x="176" y="298"/>
                  </a:cubicBezTo>
                  <a:lnTo>
                    <a:pt x="145" y="298"/>
                  </a:lnTo>
                  <a:close/>
                  <a:moveTo>
                    <a:pt x="185" y="213"/>
                  </a:moveTo>
                  <a:cubicBezTo>
                    <a:pt x="178" y="220"/>
                    <a:pt x="170" y="224"/>
                    <a:pt x="161" y="224"/>
                  </a:cubicBezTo>
                  <a:cubicBezTo>
                    <a:pt x="151" y="224"/>
                    <a:pt x="143" y="220"/>
                    <a:pt x="136" y="213"/>
                  </a:cubicBezTo>
                  <a:cubicBezTo>
                    <a:pt x="102" y="177"/>
                    <a:pt x="96" y="70"/>
                    <a:pt x="96" y="21"/>
                  </a:cubicBezTo>
                  <a:cubicBezTo>
                    <a:pt x="225" y="21"/>
                    <a:pt x="225" y="21"/>
                    <a:pt x="225" y="21"/>
                  </a:cubicBezTo>
                  <a:cubicBezTo>
                    <a:pt x="225" y="70"/>
                    <a:pt x="220" y="177"/>
                    <a:pt x="185" y="213"/>
                  </a:cubicBezTo>
                  <a:close/>
                  <a:moveTo>
                    <a:pt x="255" y="161"/>
                  </a:moveTo>
                  <a:cubicBezTo>
                    <a:pt x="246" y="170"/>
                    <a:pt x="235" y="179"/>
                    <a:pt x="225" y="186"/>
                  </a:cubicBezTo>
                  <a:cubicBezTo>
                    <a:pt x="237" y="153"/>
                    <a:pt x="242" y="112"/>
                    <a:pt x="245" y="77"/>
                  </a:cubicBezTo>
                  <a:cubicBezTo>
                    <a:pt x="261" y="72"/>
                    <a:pt x="275" y="74"/>
                    <a:pt x="283" y="81"/>
                  </a:cubicBezTo>
                  <a:cubicBezTo>
                    <a:pt x="297" y="97"/>
                    <a:pt x="284" y="134"/>
                    <a:pt x="255" y="16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46" name="Group 986"/>
          <p:cNvGrpSpPr>
            <a:grpSpLocks noChangeAspect="1"/>
          </p:cNvGrpSpPr>
          <p:nvPr/>
        </p:nvGrpSpPr>
        <p:grpSpPr bwMode="auto">
          <a:xfrm>
            <a:off x="3956774" y="3763110"/>
            <a:ext cx="557211" cy="557211"/>
            <a:chOff x="4274" y="3998"/>
            <a:chExt cx="340" cy="340"/>
          </a:xfrm>
          <a:solidFill>
            <a:schemeClr val="tx1"/>
          </a:solidFill>
        </p:grpSpPr>
        <p:sp>
          <p:nvSpPr>
            <p:cNvPr id="147" name="Freeform 987"/>
            <p:cNvSpPr>
              <a:spLocks noEditPoints="1"/>
            </p:cNvSpPr>
            <p:nvPr/>
          </p:nvSpPr>
          <p:spPr bwMode="auto">
            <a:xfrm>
              <a:off x="4338" y="4068"/>
              <a:ext cx="212" cy="192"/>
            </a:xfrm>
            <a:custGeom>
              <a:avLst/>
              <a:gdLst>
                <a:gd name="T0" fmla="*/ 85 w 320"/>
                <a:gd name="T1" fmla="*/ 236 h 289"/>
                <a:gd name="T2" fmla="*/ 85 w 320"/>
                <a:gd name="T3" fmla="*/ 151 h 289"/>
                <a:gd name="T4" fmla="*/ 96 w 320"/>
                <a:gd name="T5" fmla="*/ 140 h 289"/>
                <a:gd name="T6" fmla="*/ 106 w 320"/>
                <a:gd name="T7" fmla="*/ 151 h 289"/>
                <a:gd name="T8" fmla="*/ 106 w 320"/>
                <a:gd name="T9" fmla="*/ 236 h 289"/>
                <a:gd name="T10" fmla="*/ 96 w 320"/>
                <a:gd name="T11" fmla="*/ 247 h 289"/>
                <a:gd name="T12" fmla="*/ 85 w 320"/>
                <a:gd name="T13" fmla="*/ 236 h 289"/>
                <a:gd name="T14" fmla="*/ 138 w 320"/>
                <a:gd name="T15" fmla="*/ 247 h 289"/>
                <a:gd name="T16" fmla="*/ 149 w 320"/>
                <a:gd name="T17" fmla="*/ 236 h 289"/>
                <a:gd name="T18" fmla="*/ 149 w 320"/>
                <a:gd name="T19" fmla="*/ 151 h 289"/>
                <a:gd name="T20" fmla="*/ 138 w 320"/>
                <a:gd name="T21" fmla="*/ 140 h 289"/>
                <a:gd name="T22" fmla="*/ 128 w 320"/>
                <a:gd name="T23" fmla="*/ 151 h 289"/>
                <a:gd name="T24" fmla="*/ 128 w 320"/>
                <a:gd name="T25" fmla="*/ 236 h 289"/>
                <a:gd name="T26" fmla="*/ 138 w 320"/>
                <a:gd name="T27" fmla="*/ 247 h 289"/>
                <a:gd name="T28" fmla="*/ 181 w 320"/>
                <a:gd name="T29" fmla="*/ 247 h 289"/>
                <a:gd name="T30" fmla="*/ 192 w 320"/>
                <a:gd name="T31" fmla="*/ 236 h 289"/>
                <a:gd name="T32" fmla="*/ 192 w 320"/>
                <a:gd name="T33" fmla="*/ 151 h 289"/>
                <a:gd name="T34" fmla="*/ 181 w 320"/>
                <a:gd name="T35" fmla="*/ 140 h 289"/>
                <a:gd name="T36" fmla="*/ 170 w 320"/>
                <a:gd name="T37" fmla="*/ 151 h 289"/>
                <a:gd name="T38" fmla="*/ 170 w 320"/>
                <a:gd name="T39" fmla="*/ 236 h 289"/>
                <a:gd name="T40" fmla="*/ 181 w 320"/>
                <a:gd name="T41" fmla="*/ 247 h 289"/>
                <a:gd name="T42" fmla="*/ 224 w 320"/>
                <a:gd name="T43" fmla="*/ 247 h 289"/>
                <a:gd name="T44" fmla="*/ 234 w 320"/>
                <a:gd name="T45" fmla="*/ 236 h 289"/>
                <a:gd name="T46" fmla="*/ 234 w 320"/>
                <a:gd name="T47" fmla="*/ 151 h 289"/>
                <a:gd name="T48" fmla="*/ 224 w 320"/>
                <a:gd name="T49" fmla="*/ 140 h 289"/>
                <a:gd name="T50" fmla="*/ 213 w 320"/>
                <a:gd name="T51" fmla="*/ 151 h 289"/>
                <a:gd name="T52" fmla="*/ 213 w 320"/>
                <a:gd name="T53" fmla="*/ 236 h 289"/>
                <a:gd name="T54" fmla="*/ 224 w 320"/>
                <a:gd name="T55" fmla="*/ 247 h 289"/>
                <a:gd name="T56" fmla="*/ 320 w 320"/>
                <a:gd name="T57" fmla="*/ 108 h 289"/>
                <a:gd name="T58" fmla="*/ 309 w 320"/>
                <a:gd name="T59" fmla="*/ 119 h 289"/>
                <a:gd name="T60" fmla="*/ 307 w 320"/>
                <a:gd name="T61" fmla="*/ 119 h 289"/>
                <a:gd name="T62" fmla="*/ 277 w 320"/>
                <a:gd name="T63" fmla="*/ 281 h 289"/>
                <a:gd name="T64" fmla="*/ 266 w 320"/>
                <a:gd name="T65" fmla="*/ 289 h 289"/>
                <a:gd name="T66" fmla="*/ 53 w 320"/>
                <a:gd name="T67" fmla="*/ 289 h 289"/>
                <a:gd name="T68" fmla="*/ 43 w 320"/>
                <a:gd name="T69" fmla="*/ 281 h 289"/>
                <a:gd name="T70" fmla="*/ 12 w 320"/>
                <a:gd name="T71" fmla="*/ 119 h 289"/>
                <a:gd name="T72" fmla="*/ 10 w 320"/>
                <a:gd name="T73" fmla="*/ 119 h 289"/>
                <a:gd name="T74" fmla="*/ 0 w 320"/>
                <a:gd name="T75" fmla="*/ 108 h 289"/>
                <a:gd name="T76" fmla="*/ 10 w 320"/>
                <a:gd name="T77" fmla="*/ 97 h 289"/>
                <a:gd name="T78" fmla="*/ 47 w 320"/>
                <a:gd name="T79" fmla="*/ 97 h 289"/>
                <a:gd name="T80" fmla="*/ 108 w 320"/>
                <a:gd name="T81" fmla="*/ 6 h 289"/>
                <a:gd name="T82" fmla="*/ 123 w 320"/>
                <a:gd name="T83" fmla="*/ 3 h 289"/>
                <a:gd name="T84" fmla="*/ 126 w 320"/>
                <a:gd name="T85" fmla="*/ 18 h 289"/>
                <a:gd name="T86" fmla="*/ 73 w 320"/>
                <a:gd name="T87" fmla="*/ 97 h 289"/>
                <a:gd name="T88" fmla="*/ 246 w 320"/>
                <a:gd name="T89" fmla="*/ 97 h 289"/>
                <a:gd name="T90" fmla="*/ 193 w 320"/>
                <a:gd name="T91" fmla="*/ 18 h 289"/>
                <a:gd name="T92" fmla="*/ 196 w 320"/>
                <a:gd name="T93" fmla="*/ 3 h 289"/>
                <a:gd name="T94" fmla="*/ 211 w 320"/>
                <a:gd name="T95" fmla="*/ 6 h 289"/>
                <a:gd name="T96" fmla="*/ 272 w 320"/>
                <a:gd name="T97" fmla="*/ 97 h 289"/>
                <a:gd name="T98" fmla="*/ 309 w 320"/>
                <a:gd name="T99" fmla="*/ 97 h 289"/>
                <a:gd name="T100" fmla="*/ 320 w 320"/>
                <a:gd name="T101" fmla="*/ 108 h 289"/>
                <a:gd name="T102" fmla="*/ 285 w 320"/>
                <a:gd name="T103" fmla="*/ 119 h 289"/>
                <a:gd name="T104" fmla="*/ 34 w 320"/>
                <a:gd name="T105" fmla="*/ 119 h 289"/>
                <a:gd name="T106" fmla="*/ 62 w 320"/>
                <a:gd name="T107" fmla="*/ 268 h 289"/>
                <a:gd name="T108" fmla="*/ 257 w 320"/>
                <a:gd name="T109" fmla="*/ 268 h 289"/>
                <a:gd name="T110" fmla="*/ 285 w 320"/>
                <a:gd name="T111" fmla="*/ 11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89">
                  <a:moveTo>
                    <a:pt x="85" y="236"/>
                  </a:moveTo>
                  <a:cubicBezTo>
                    <a:pt x="85" y="151"/>
                    <a:pt x="85" y="151"/>
                    <a:pt x="85" y="151"/>
                  </a:cubicBezTo>
                  <a:cubicBezTo>
                    <a:pt x="85" y="145"/>
                    <a:pt x="90" y="140"/>
                    <a:pt x="96" y="140"/>
                  </a:cubicBezTo>
                  <a:cubicBezTo>
                    <a:pt x="102" y="140"/>
                    <a:pt x="106" y="145"/>
                    <a:pt x="106" y="151"/>
                  </a:cubicBezTo>
                  <a:cubicBezTo>
                    <a:pt x="106" y="236"/>
                    <a:pt x="106" y="236"/>
                    <a:pt x="106" y="236"/>
                  </a:cubicBezTo>
                  <a:cubicBezTo>
                    <a:pt x="106" y="242"/>
                    <a:pt x="102" y="247"/>
                    <a:pt x="96" y="247"/>
                  </a:cubicBezTo>
                  <a:cubicBezTo>
                    <a:pt x="90" y="247"/>
                    <a:pt x="85" y="242"/>
                    <a:pt x="85" y="236"/>
                  </a:cubicBezTo>
                  <a:close/>
                  <a:moveTo>
                    <a:pt x="138" y="247"/>
                  </a:moveTo>
                  <a:cubicBezTo>
                    <a:pt x="144" y="247"/>
                    <a:pt x="149" y="242"/>
                    <a:pt x="149" y="236"/>
                  </a:cubicBezTo>
                  <a:cubicBezTo>
                    <a:pt x="149" y="151"/>
                    <a:pt x="149" y="151"/>
                    <a:pt x="149" y="151"/>
                  </a:cubicBezTo>
                  <a:cubicBezTo>
                    <a:pt x="149" y="145"/>
                    <a:pt x="144" y="140"/>
                    <a:pt x="138" y="140"/>
                  </a:cubicBezTo>
                  <a:cubicBezTo>
                    <a:pt x="132" y="140"/>
                    <a:pt x="128" y="145"/>
                    <a:pt x="128" y="151"/>
                  </a:cubicBezTo>
                  <a:cubicBezTo>
                    <a:pt x="128" y="236"/>
                    <a:pt x="128" y="236"/>
                    <a:pt x="128" y="236"/>
                  </a:cubicBezTo>
                  <a:cubicBezTo>
                    <a:pt x="128" y="242"/>
                    <a:pt x="132" y="247"/>
                    <a:pt x="138" y="247"/>
                  </a:cubicBezTo>
                  <a:close/>
                  <a:moveTo>
                    <a:pt x="181" y="247"/>
                  </a:moveTo>
                  <a:cubicBezTo>
                    <a:pt x="187" y="247"/>
                    <a:pt x="192" y="242"/>
                    <a:pt x="192" y="236"/>
                  </a:cubicBezTo>
                  <a:cubicBezTo>
                    <a:pt x="192" y="151"/>
                    <a:pt x="192" y="151"/>
                    <a:pt x="192" y="151"/>
                  </a:cubicBezTo>
                  <a:cubicBezTo>
                    <a:pt x="192" y="145"/>
                    <a:pt x="187" y="140"/>
                    <a:pt x="181" y="140"/>
                  </a:cubicBezTo>
                  <a:cubicBezTo>
                    <a:pt x="175" y="140"/>
                    <a:pt x="170" y="145"/>
                    <a:pt x="170" y="151"/>
                  </a:cubicBezTo>
                  <a:cubicBezTo>
                    <a:pt x="170" y="236"/>
                    <a:pt x="170" y="236"/>
                    <a:pt x="170" y="236"/>
                  </a:cubicBezTo>
                  <a:cubicBezTo>
                    <a:pt x="170" y="242"/>
                    <a:pt x="175" y="247"/>
                    <a:pt x="181" y="247"/>
                  </a:cubicBezTo>
                  <a:close/>
                  <a:moveTo>
                    <a:pt x="224" y="247"/>
                  </a:moveTo>
                  <a:cubicBezTo>
                    <a:pt x="230" y="247"/>
                    <a:pt x="234" y="242"/>
                    <a:pt x="234" y="236"/>
                  </a:cubicBezTo>
                  <a:cubicBezTo>
                    <a:pt x="234" y="151"/>
                    <a:pt x="234" y="151"/>
                    <a:pt x="234" y="151"/>
                  </a:cubicBezTo>
                  <a:cubicBezTo>
                    <a:pt x="234" y="145"/>
                    <a:pt x="230" y="140"/>
                    <a:pt x="224" y="140"/>
                  </a:cubicBezTo>
                  <a:cubicBezTo>
                    <a:pt x="218" y="140"/>
                    <a:pt x="213" y="145"/>
                    <a:pt x="213" y="151"/>
                  </a:cubicBezTo>
                  <a:cubicBezTo>
                    <a:pt x="213" y="236"/>
                    <a:pt x="213" y="236"/>
                    <a:pt x="213" y="236"/>
                  </a:cubicBezTo>
                  <a:cubicBezTo>
                    <a:pt x="213" y="242"/>
                    <a:pt x="218" y="247"/>
                    <a:pt x="224" y="247"/>
                  </a:cubicBezTo>
                  <a:close/>
                  <a:moveTo>
                    <a:pt x="320" y="108"/>
                  </a:moveTo>
                  <a:cubicBezTo>
                    <a:pt x="320" y="114"/>
                    <a:pt x="315" y="119"/>
                    <a:pt x="309" y="119"/>
                  </a:cubicBezTo>
                  <a:cubicBezTo>
                    <a:pt x="307" y="119"/>
                    <a:pt x="307" y="119"/>
                    <a:pt x="307" y="119"/>
                  </a:cubicBezTo>
                  <a:cubicBezTo>
                    <a:pt x="277" y="281"/>
                    <a:pt x="277" y="281"/>
                    <a:pt x="277" y="281"/>
                  </a:cubicBezTo>
                  <a:cubicBezTo>
                    <a:pt x="276" y="286"/>
                    <a:pt x="271" y="289"/>
                    <a:pt x="266" y="289"/>
                  </a:cubicBezTo>
                  <a:cubicBezTo>
                    <a:pt x="53" y="289"/>
                    <a:pt x="53" y="289"/>
                    <a:pt x="53" y="289"/>
                  </a:cubicBezTo>
                  <a:cubicBezTo>
                    <a:pt x="48" y="289"/>
                    <a:pt x="43" y="286"/>
                    <a:pt x="43" y="281"/>
                  </a:cubicBezTo>
                  <a:cubicBezTo>
                    <a:pt x="12" y="119"/>
                    <a:pt x="12" y="119"/>
                    <a:pt x="12" y="119"/>
                  </a:cubicBezTo>
                  <a:cubicBezTo>
                    <a:pt x="10" y="119"/>
                    <a:pt x="10" y="119"/>
                    <a:pt x="10" y="119"/>
                  </a:cubicBezTo>
                  <a:cubicBezTo>
                    <a:pt x="4" y="119"/>
                    <a:pt x="0" y="114"/>
                    <a:pt x="0" y="108"/>
                  </a:cubicBezTo>
                  <a:cubicBezTo>
                    <a:pt x="0" y="102"/>
                    <a:pt x="4" y="97"/>
                    <a:pt x="10" y="97"/>
                  </a:cubicBezTo>
                  <a:cubicBezTo>
                    <a:pt x="47" y="97"/>
                    <a:pt x="47" y="97"/>
                    <a:pt x="47" y="97"/>
                  </a:cubicBezTo>
                  <a:cubicBezTo>
                    <a:pt x="108" y="6"/>
                    <a:pt x="108" y="6"/>
                    <a:pt x="108" y="6"/>
                  </a:cubicBezTo>
                  <a:cubicBezTo>
                    <a:pt x="111" y="1"/>
                    <a:pt x="118" y="0"/>
                    <a:pt x="123" y="3"/>
                  </a:cubicBezTo>
                  <a:cubicBezTo>
                    <a:pt x="128" y="6"/>
                    <a:pt x="129" y="13"/>
                    <a:pt x="126" y="18"/>
                  </a:cubicBezTo>
                  <a:cubicBezTo>
                    <a:pt x="73" y="97"/>
                    <a:pt x="73" y="97"/>
                    <a:pt x="73" y="97"/>
                  </a:cubicBezTo>
                  <a:cubicBezTo>
                    <a:pt x="246" y="97"/>
                    <a:pt x="246" y="97"/>
                    <a:pt x="246" y="97"/>
                  </a:cubicBezTo>
                  <a:cubicBezTo>
                    <a:pt x="193" y="18"/>
                    <a:pt x="193" y="18"/>
                    <a:pt x="193" y="18"/>
                  </a:cubicBezTo>
                  <a:cubicBezTo>
                    <a:pt x="190" y="13"/>
                    <a:pt x="192" y="6"/>
                    <a:pt x="196" y="3"/>
                  </a:cubicBezTo>
                  <a:cubicBezTo>
                    <a:pt x="201" y="0"/>
                    <a:pt x="208" y="1"/>
                    <a:pt x="211" y="6"/>
                  </a:cubicBezTo>
                  <a:cubicBezTo>
                    <a:pt x="272" y="97"/>
                    <a:pt x="272" y="97"/>
                    <a:pt x="272" y="97"/>
                  </a:cubicBezTo>
                  <a:cubicBezTo>
                    <a:pt x="309" y="97"/>
                    <a:pt x="309" y="97"/>
                    <a:pt x="309" y="97"/>
                  </a:cubicBezTo>
                  <a:cubicBezTo>
                    <a:pt x="315" y="97"/>
                    <a:pt x="320" y="102"/>
                    <a:pt x="320" y="108"/>
                  </a:cubicBezTo>
                  <a:close/>
                  <a:moveTo>
                    <a:pt x="285" y="119"/>
                  </a:moveTo>
                  <a:cubicBezTo>
                    <a:pt x="34" y="119"/>
                    <a:pt x="34" y="119"/>
                    <a:pt x="34" y="119"/>
                  </a:cubicBezTo>
                  <a:cubicBezTo>
                    <a:pt x="62" y="268"/>
                    <a:pt x="62" y="268"/>
                    <a:pt x="62" y="268"/>
                  </a:cubicBezTo>
                  <a:cubicBezTo>
                    <a:pt x="257" y="268"/>
                    <a:pt x="257" y="268"/>
                    <a:pt x="257" y="268"/>
                  </a:cubicBezTo>
                  <a:lnTo>
                    <a:pt x="285" y="11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48" name="Freeform 988"/>
            <p:cNvSpPr>
              <a:spLocks noEditPoints="1"/>
            </p:cNvSpPr>
            <p:nvPr/>
          </p:nvSpPr>
          <p:spPr bwMode="auto">
            <a:xfrm>
              <a:off x="4274" y="399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52" name="Group 519"/>
          <p:cNvGrpSpPr>
            <a:grpSpLocks noChangeAspect="1"/>
          </p:cNvGrpSpPr>
          <p:nvPr/>
        </p:nvGrpSpPr>
        <p:grpSpPr bwMode="auto">
          <a:xfrm>
            <a:off x="4675511" y="2589313"/>
            <a:ext cx="559857" cy="559857"/>
            <a:chOff x="4190" y="2983"/>
            <a:chExt cx="340" cy="340"/>
          </a:xfrm>
          <a:solidFill>
            <a:schemeClr val="tx1"/>
          </a:solidFill>
        </p:grpSpPr>
        <p:sp>
          <p:nvSpPr>
            <p:cNvPr id="153" name="Freeform 520"/>
            <p:cNvSpPr>
              <a:spLocks noEditPoints="1"/>
            </p:cNvSpPr>
            <p:nvPr/>
          </p:nvSpPr>
          <p:spPr bwMode="auto">
            <a:xfrm>
              <a:off x="4268" y="3061"/>
              <a:ext cx="184" cy="184"/>
            </a:xfrm>
            <a:custGeom>
              <a:avLst/>
              <a:gdLst>
                <a:gd name="T0" fmla="*/ 267 w 278"/>
                <a:gd name="T1" fmla="*/ 96 h 277"/>
                <a:gd name="T2" fmla="*/ 277 w 278"/>
                <a:gd name="T3" fmla="*/ 13 h 277"/>
                <a:gd name="T4" fmla="*/ 267 w 278"/>
                <a:gd name="T5" fmla="*/ 0 h 277"/>
                <a:gd name="T6" fmla="*/ 163 w 278"/>
                <a:gd name="T7" fmla="*/ 4 h 277"/>
                <a:gd name="T8" fmla="*/ 169 w 278"/>
                <a:gd name="T9" fmla="*/ 96 h 277"/>
                <a:gd name="T10" fmla="*/ 149 w 278"/>
                <a:gd name="T11" fmla="*/ 107 h 277"/>
                <a:gd name="T12" fmla="*/ 128 w 278"/>
                <a:gd name="T13" fmla="*/ 128 h 277"/>
                <a:gd name="T14" fmla="*/ 117 w 278"/>
                <a:gd name="T15" fmla="*/ 96 h 277"/>
                <a:gd name="T16" fmla="*/ 117 w 278"/>
                <a:gd name="T17" fmla="*/ 12 h 277"/>
                <a:gd name="T18" fmla="*/ 107 w 278"/>
                <a:gd name="T19" fmla="*/ 0 h 277"/>
                <a:gd name="T20" fmla="*/ 2 w 278"/>
                <a:gd name="T21" fmla="*/ 4 h 277"/>
                <a:gd name="T22" fmla="*/ 19 w 278"/>
                <a:gd name="T23" fmla="*/ 96 h 277"/>
                <a:gd name="T24" fmla="*/ 3 w 278"/>
                <a:gd name="T25" fmla="*/ 100 h 277"/>
                <a:gd name="T26" fmla="*/ 12 w 278"/>
                <a:gd name="T27" fmla="*/ 225 h 277"/>
                <a:gd name="T28" fmla="*/ 32 w 278"/>
                <a:gd name="T29" fmla="*/ 235 h 277"/>
                <a:gd name="T30" fmla="*/ 43 w 278"/>
                <a:gd name="T31" fmla="*/ 277 h 277"/>
                <a:gd name="T32" fmla="*/ 117 w 278"/>
                <a:gd name="T33" fmla="*/ 267 h 277"/>
                <a:gd name="T34" fmla="*/ 128 w 278"/>
                <a:gd name="T35" fmla="*/ 224 h 277"/>
                <a:gd name="T36" fmla="*/ 149 w 278"/>
                <a:gd name="T37" fmla="*/ 213 h 277"/>
                <a:gd name="T38" fmla="*/ 160 w 278"/>
                <a:gd name="T39" fmla="*/ 235 h 277"/>
                <a:gd name="T40" fmla="*/ 171 w 278"/>
                <a:gd name="T41" fmla="*/ 277 h 277"/>
                <a:gd name="T42" fmla="*/ 245 w 278"/>
                <a:gd name="T43" fmla="*/ 267 h 277"/>
                <a:gd name="T44" fmla="*/ 255 w 278"/>
                <a:gd name="T45" fmla="*/ 235 h 277"/>
                <a:gd name="T46" fmla="*/ 277 w 278"/>
                <a:gd name="T47" fmla="*/ 108 h 277"/>
                <a:gd name="T48" fmla="*/ 183 w 278"/>
                <a:gd name="T49" fmla="*/ 21 h 277"/>
                <a:gd name="T50" fmla="*/ 237 w 278"/>
                <a:gd name="T51" fmla="*/ 96 h 277"/>
                <a:gd name="T52" fmla="*/ 183 w 278"/>
                <a:gd name="T53" fmla="*/ 21 h 277"/>
                <a:gd name="T54" fmla="*/ 95 w 278"/>
                <a:gd name="T55" fmla="*/ 21 h 277"/>
                <a:gd name="T56" fmla="*/ 41 w 278"/>
                <a:gd name="T57" fmla="*/ 96 h 277"/>
                <a:gd name="T58" fmla="*/ 107 w 278"/>
                <a:gd name="T59" fmla="*/ 117 h 277"/>
                <a:gd name="T60" fmla="*/ 32 w 278"/>
                <a:gd name="T61" fmla="*/ 213 h 277"/>
                <a:gd name="T62" fmla="*/ 107 w 278"/>
                <a:gd name="T63" fmla="*/ 117 h 277"/>
                <a:gd name="T64" fmla="*/ 53 w 278"/>
                <a:gd name="T65" fmla="*/ 256 h 277"/>
                <a:gd name="T66" fmla="*/ 96 w 278"/>
                <a:gd name="T67" fmla="*/ 235 h 277"/>
                <a:gd name="T68" fmla="*/ 128 w 278"/>
                <a:gd name="T69" fmla="*/ 192 h 277"/>
                <a:gd name="T70" fmla="*/ 149 w 278"/>
                <a:gd name="T71" fmla="*/ 149 h 277"/>
                <a:gd name="T72" fmla="*/ 128 w 278"/>
                <a:gd name="T73" fmla="*/ 192 h 277"/>
                <a:gd name="T74" fmla="*/ 181 w 278"/>
                <a:gd name="T75" fmla="*/ 256 h 277"/>
                <a:gd name="T76" fmla="*/ 224 w 278"/>
                <a:gd name="T77" fmla="*/ 235 h 277"/>
                <a:gd name="T78" fmla="*/ 245 w 278"/>
                <a:gd name="T79" fmla="*/ 213 h 277"/>
                <a:gd name="T80" fmla="*/ 171 w 278"/>
                <a:gd name="T81" fmla="*/ 117 h 277"/>
                <a:gd name="T82" fmla="*/ 245 w 278"/>
                <a:gd name="T83" fmla="*/ 21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277">
                  <a:moveTo>
                    <a:pt x="275" y="100"/>
                  </a:moveTo>
                  <a:cubicBezTo>
                    <a:pt x="273" y="97"/>
                    <a:pt x="270" y="96"/>
                    <a:pt x="267" y="96"/>
                  </a:cubicBezTo>
                  <a:cubicBezTo>
                    <a:pt x="259" y="96"/>
                    <a:pt x="259" y="96"/>
                    <a:pt x="259" y="96"/>
                  </a:cubicBezTo>
                  <a:cubicBezTo>
                    <a:pt x="277" y="13"/>
                    <a:pt x="277" y="13"/>
                    <a:pt x="277" y="13"/>
                  </a:cubicBezTo>
                  <a:cubicBezTo>
                    <a:pt x="278" y="10"/>
                    <a:pt x="277" y="7"/>
                    <a:pt x="275" y="4"/>
                  </a:cubicBezTo>
                  <a:cubicBezTo>
                    <a:pt x="273" y="1"/>
                    <a:pt x="270" y="0"/>
                    <a:pt x="267" y="0"/>
                  </a:cubicBezTo>
                  <a:cubicBezTo>
                    <a:pt x="171" y="0"/>
                    <a:pt x="171" y="0"/>
                    <a:pt x="171" y="0"/>
                  </a:cubicBezTo>
                  <a:cubicBezTo>
                    <a:pt x="168" y="0"/>
                    <a:pt x="165" y="1"/>
                    <a:pt x="163" y="4"/>
                  </a:cubicBezTo>
                  <a:cubicBezTo>
                    <a:pt x="161" y="6"/>
                    <a:pt x="160" y="9"/>
                    <a:pt x="160" y="12"/>
                  </a:cubicBezTo>
                  <a:cubicBezTo>
                    <a:pt x="169" y="96"/>
                    <a:pt x="169" y="96"/>
                    <a:pt x="169" y="96"/>
                  </a:cubicBezTo>
                  <a:cubicBezTo>
                    <a:pt x="160" y="96"/>
                    <a:pt x="160" y="96"/>
                    <a:pt x="160" y="96"/>
                  </a:cubicBezTo>
                  <a:cubicBezTo>
                    <a:pt x="154" y="96"/>
                    <a:pt x="149" y="101"/>
                    <a:pt x="149" y="107"/>
                  </a:cubicBezTo>
                  <a:cubicBezTo>
                    <a:pt x="149" y="128"/>
                    <a:pt x="149" y="128"/>
                    <a:pt x="149" y="128"/>
                  </a:cubicBezTo>
                  <a:cubicBezTo>
                    <a:pt x="128" y="128"/>
                    <a:pt x="128" y="128"/>
                    <a:pt x="128" y="128"/>
                  </a:cubicBezTo>
                  <a:cubicBezTo>
                    <a:pt x="128" y="107"/>
                    <a:pt x="128" y="107"/>
                    <a:pt x="128" y="107"/>
                  </a:cubicBezTo>
                  <a:cubicBezTo>
                    <a:pt x="128" y="101"/>
                    <a:pt x="123" y="96"/>
                    <a:pt x="117" y="96"/>
                  </a:cubicBezTo>
                  <a:cubicBezTo>
                    <a:pt x="108" y="96"/>
                    <a:pt x="108" y="96"/>
                    <a:pt x="108" y="96"/>
                  </a:cubicBezTo>
                  <a:cubicBezTo>
                    <a:pt x="117" y="12"/>
                    <a:pt x="117" y="12"/>
                    <a:pt x="117" y="12"/>
                  </a:cubicBezTo>
                  <a:cubicBezTo>
                    <a:pt x="118" y="9"/>
                    <a:pt x="117" y="6"/>
                    <a:pt x="115" y="4"/>
                  </a:cubicBezTo>
                  <a:cubicBezTo>
                    <a:pt x="113" y="1"/>
                    <a:pt x="110" y="0"/>
                    <a:pt x="107" y="0"/>
                  </a:cubicBezTo>
                  <a:cubicBezTo>
                    <a:pt x="11" y="0"/>
                    <a:pt x="11" y="0"/>
                    <a:pt x="11" y="0"/>
                  </a:cubicBezTo>
                  <a:cubicBezTo>
                    <a:pt x="7" y="0"/>
                    <a:pt x="4" y="1"/>
                    <a:pt x="2" y="4"/>
                  </a:cubicBezTo>
                  <a:cubicBezTo>
                    <a:pt x="0" y="7"/>
                    <a:pt x="0" y="10"/>
                    <a:pt x="0" y="13"/>
                  </a:cubicBezTo>
                  <a:cubicBezTo>
                    <a:pt x="19" y="96"/>
                    <a:pt x="19" y="96"/>
                    <a:pt x="19" y="96"/>
                  </a:cubicBezTo>
                  <a:cubicBezTo>
                    <a:pt x="11" y="96"/>
                    <a:pt x="11" y="96"/>
                    <a:pt x="11" y="96"/>
                  </a:cubicBezTo>
                  <a:cubicBezTo>
                    <a:pt x="8" y="96"/>
                    <a:pt x="5" y="97"/>
                    <a:pt x="3" y="100"/>
                  </a:cubicBezTo>
                  <a:cubicBezTo>
                    <a:pt x="1" y="102"/>
                    <a:pt x="0" y="105"/>
                    <a:pt x="0" y="108"/>
                  </a:cubicBezTo>
                  <a:cubicBezTo>
                    <a:pt x="12" y="225"/>
                    <a:pt x="12" y="225"/>
                    <a:pt x="12" y="225"/>
                  </a:cubicBezTo>
                  <a:cubicBezTo>
                    <a:pt x="12" y="231"/>
                    <a:pt x="17" y="235"/>
                    <a:pt x="22" y="235"/>
                  </a:cubicBezTo>
                  <a:cubicBezTo>
                    <a:pt x="32" y="235"/>
                    <a:pt x="32" y="235"/>
                    <a:pt x="32" y="235"/>
                  </a:cubicBezTo>
                  <a:cubicBezTo>
                    <a:pt x="32" y="267"/>
                    <a:pt x="32" y="267"/>
                    <a:pt x="32" y="267"/>
                  </a:cubicBezTo>
                  <a:cubicBezTo>
                    <a:pt x="32" y="273"/>
                    <a:pt x="37" y="277"/>
                    <a:pt x="43" y="277"/>
                  </a:cubicBezTo>
                  <a:cubicBezTo>
                    <a:pt x="107" y="277"/>
                    <a:pt x="107" y="277"/>
                    <a:pt x="107" y="277"/>
                  </a:cubicBezTo>
                  <a:cubicBezTo>
                    <a:pt x="113" y="277"/>
                    <a:pt x="117" y="273"/>
                    <a:pt x="117" y="267"/>
                  </a:cubicBezTo>
                  <a:cubicBezTo>
                    <a:pt x="117" y="235"/>
                    <a:pt x="117" y="235"/>
                    <a:pt x="117" y="235"/>
                  </a:cubicBezTo>
                  <a:cubicBezTo>
                    <a:pt x="123" y="235"/>
                    <a:pt x="128" y="230"/>
                    <a:pt x="128" y="224"/>
                  </a:cubicBezTo>
                  <a:cubicBezTo>
                    <a:pt x="128" y="213"/>
                    <a:pt x="128" y="213"/>
                    <a:pt x="128" y="213"/>
                  </a:cubicBezTo>
                  <a:cubicBezTo>
                    <a:pt x="149" y="213"/>
                    <a:pt x="149" y="213"/>
                    <a:pt x="149" y="213"/>
                  </a:cubicBezTo>
                  <a:cubicBezTo>
                    <a:pt x="149" y="224"/>
                    <a:pt x="149" y="224"/>
                    <a:pt x="149" y="224"/>
                  </a:cubicBezTo>
                  <a:cubicBezTo>
                    <a:pt x="149" y="230"/>
                    <a:pt x="154" y="235"/>
                    <a:pt x="160" y="235"/>
                  </a:cubicBezTo>
                  <a:cubicBezTo>
                    <a:pt x="160" y="267"/>
                    <a:pt x="160" y="267"/>
                    <a:pt x="160" y="267"/>
                  </a:cubicBezTo>
                  <a:cubicBezTo>
                    <a:pt x="160" y="273"/>
                    <a:pt x="165" y="277"/>
                    <a:pt x="171" y="277"/>
                  </a:cubicBezTo>
                  <a:cubicBezTo>
                    <a:pt x="235" y="277"/>
                    <a:pt x="235" y="277"/>
                    <a:pt x="235" y="277"/>
                  </a:cubicBezTo>
                  <a:cubicBezTo>
                    <a:pt x="241" y="277"/>
                    <a:pt x="245" y="273"/>
                    <a:pt x="245" y="267"/>
                  </a:cubicBezTo>
                  <a:cubicBezTo>
                    <a:pt x="245" y="235"/>
                    <a:pt x="245" y="235"/>
                    <a:pt x="245" y="235"/>
                  </a:cubicBezTo>
                  <a:cubicBezTo>
                    <a:pt x="255" y="235"/>
                    <a:pt x="255" y="235"/>
                    <a:pt x="255" y="235"/>
                  </a:cubicBezTo>
                  <a:cubicBezTo>
                    <a:pt x="260" y="235"/>
                    <a:pt x="265" y="231"/>
                    <a:pt x="266" y="225"/>
                  </a:cubicBezTo>
                  <a:cubicBezTo>
                    <a:pt x="277" y="108"/>
                    <a:pt x="277" y="108"/>
                    <a:pt x="277" y="108"/>
                  </a:cubicBezTo>
                  <a:cubicBezTo>
                    <a:pt x="278" y="105"/>
                    <a:pt x="277" y="102"/>
                    <a:pt x="275" y="100"/>
                  </a:cubicBezTo>
                  <a:close/>
                  <a:moveTo>
                    <a:pt x="183" y="21"/>
                  </a:moveTo>
                  <a:cubicBezTo>
                    <a:pt x="253" y="21"/>
                    <a:pt x="253" y="21"/>
                    <a:pt x="253" y="21"/>
                  </a:cubicBezTo>
                  <a:cubicBezTo>
                    <a:pt x="237" y="96"/>
                    <a:pt x="237" y="96"/>
                    <a:pt x="237" y="96"/>
                  </a:cubicBezTo>
                  <a:cubicBezTo>
                    <a:pt x="191" y="96"/>
                    <a:pt x="191" y="96"/>
                    <a:pt x="191" y="96"/>
                  </a:cubicBezTo>
                  <a:lnTo>
                    <a:pt x="183" y="21"/>
                  </a:lnTo>
                  <a:close/>
                  <a:moveTo>
                    <a:pt x="24" y="21"/>
                  </a:moveTo>
                  <a:cubicBezTo>
                    <a:pt x="95" y="21"/>
                    <a:pt x="95" y="21"/>
                    <a:pt x="95" y="21"/>
                  </a:cubicBezTo>
                  <a:cubicBezTo>
                    <a:pt x="86" y="96"/>
                    <a:pt x="86" y="96"/>
                    <a:pt x="86" y="96"/>
                  </a:cubicBezTo>
                  <a:cubicBezTo>
                    <a:pt x="41" y="96"/>
                    <a:pt x="41" y="96"/>
                    <a:pt x="41" y="96"/>
                  </a:cubicBezTo>
                  <a:lnTo>
                    <a:pt x="24" y="21"/>
                  </a:lnTo>
                  <a:close/>
                  <a:moveTo>
                    <a:pt x="107" y="117"/>
                  </a:moveTo>
                  <a:cubicBezTo>
                    <a:pt x="107" y="213"/>
                    <a:pt x="107" y="213"/>
                    <a:pt x="107" y="213"/>
                  </a:cubicBezTo>
                  <a:cubicBezTo>
                    <a:pt x="32" y="213"/>
                    <a:pt x="32" y="213"/>
                    <a:pt x="32" y="213"/>
                  </a:cubicBezTo>
                  <a:cubicBezTo>
                    <a:pt x="22" y="117"/>
                    <a:pt x="22" y="117"/>
                    <a:pt x="22" y="117"/>
                  </a:cubicBezTo>
                  <a:lnTo>
                    <a:pt x="107" y="117"/>
                  </a:lnTo>
                  <a:close/>
                  <a:moveTo>
                    <a:pt x="96" y="256"/>
                  </a:moveTo>
                  <a:cubicBezTo>
                    <a:pt x="53" y="256"/>
                    <a:pt x="53" y="256"/>
                    <a:pt x="53" y="256"/>
                  </a:cubicBezTo>
                  <a:cubicBezTo>
                    <a:pt x="53" y="235"/>
                    <a:pt x="53" y="235"/>
                    <a:pt x="53" y="235"/>
                  </a:cubicBezTo>
                  <a:cubicBezTo>
                    <a:pt x="96" y="235"/>
                    <a:pt x="96" y="235"/>
                    <a:pt x="96" y="235"/>
                  </a:cubicBezTo>
                  <a:lnTo>
                    <a:pt x="96" y="256"/>
                  </a:lnTo>
                  <a:close/>
                  <a:moveTo>
                    <a:pt x="128" y="192"/>
                  </a:moveTo>
                  <a:cubicBezTo>
                    <a:pt x="128" y="149"/>
                    <a:pt x="128" y="149"/>
                    <a:pt x="128" y="149"/>
                  </a:cubicBezTo>
                  <a:cubicBezTo>
                    <a:pt x="149" y="149"/>
                    <a:pt x="149" y="149"/>
                    <a:pt x="149" y="149"/>
                  </a:cubicBezTo>
                  <a:cubicBezTo>
                    <a:pt x="149" y="192"/>
                    <a:pt x="149" y="192"/>
                    <a:pt x="149" y="192"/>
                  </a:cubicBezTo>
                  <a:lnTo>
                    <a:pt x="128" y="192"/>
                  </a:lnTo>
                  <a:close/>
                  <a:moveTo>
                    <a:pt x="224" y="256"/>
                  </a:moveTo>
                  <a:cubicBezTo>
                    <a:pt x="181" y="256"/>
                    <a:pt x="181" y="256"/>
                    <a:pt x="181" y="256"/>
                  </a:cubicBezTo>
                  <a:cubicBezTo>
                    <a:pt x="181" y="235"/>
                    <a:pt x="181" y="235"/>
                    <a:pt x="181" y="235"/>
                  </a:cubicBezTo>
                  <a:cubicBezTo>
                    <a:pt x="224" y="235"/>
                    <a:pt x="224" y="235"/>
                    <a:pt x="224" y="235"/>
                  </a:cubicBezTo>
                  <a:lnTo>
                    <a:pt x="224" y="256"/>
                  </a:lnTo>
                  <a:close/>
                  <a:moveTo>
                    <a:pt x="245" y="213"/>
                  </a:moveTo>
                  <a:cubicBezTo>
                    <a:pt x="171" y="213"/>
                    <a:pt x="171" y="213"/>
                    <a:pt x="171" y="213"/>
                  </a:cubicBezTo>
                  <a:cubicBezTo>
                    <a:pt x="171" y="117"/>
                    <a:pt x="171" y="117"/>
                    <a:pt x="171" y="117"/>
                  </a:cubicBezTo>
                  <a:cubicBezTo>
                    <a:pt x="255" y="117"/>
                    <a:pt x="255" y="117"/>
                    <a:pt x="255" y="117"/>
                  </a:cubicBezTo>
                  <a:lnTo>
                    <a:pt x="245" y="21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54" name="Freeform 521"/>
            <p:cNvSpPr>
              <a:spLocks noEditPoints="1"/>
            </p:cNvSpPr>
            <p:nvPr/>
          </p:nvSpPr>
          <p:spPr bwMode="auto">
            <a:xfrm>
              <a:off x="4190" y="298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spTree>
    <p:extLst>
      <p:ext uri="{BB962C8B-B14F-4D97-AF65-F5344CB8AC3E}">
        <p14:creationId xmlns:p14="http://schemas.microsoft.com/office/powerpoint/2010/main" val="22589159"/>
      </p:ext>
    </p:extLst>
  </p:cSld>
  <p:clrMapOvr>
    <a:masterClrMapping/>
  </p:clrMapOvr>
  <p:transition>
    <p:fade/>
  </p:transition>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Freeform 42"/>
          <p:cNvSpPr/>
          <p:nvPr/>
        </p:nvSpPr>
        <p:spPr bwMode="gray">
          <a:xfrm flipH="1">
            <a:off x="5912876" y="4413250"/>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rgbClr val="BBBCBC"/>
            </a:solidFill>
            <a:miter lim="800000"/>
            <a:headEnd/>
            <a:tailEnd/>
          </a:ln>
        </p:spPr>
        <p:txBody>
          <a:bodyPr rtlCol="0" anchor="ctr"/>
          <a:lstStyle/>
          <a:p>
            <a:pPr algn="ctr"/>
            <a:endParaRPr lang="en-US" sz="800">
              <a:latin typeface="Aptos" panose="020B0004020202020204" pitchFamily="34" charset="0"/>
            </a:endParaRPr>
          </a:p>
        </p:txBody>
      </p:sp>
      <p:sp>
        <p:nvSpPr>
          <p:cNvPr id="44" name="Freeform 43"/>
          <p:cNvSpPr/>
          <p:nvPr/>
        </p:nvSpPr>
        <p:spPr bwMode="gray">
          <a:xfrm>
            <a:off x="1816101" y="4413250"/>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rgbClr val="BBBCBC"/>
            </a:solidFill>
            <a:miter lim="800000"/>
            <a:headEnd/>
            <a:tailEnd/>
          </a:ln>
        </p:spPr>
        <p:txBody>
          <a:bodyPr rtlCol="0" anchor="ctr"/>
          <a:lstStyle/>
          <a:p>
            <a:pPr algn="ctr"/>
            <a:endParaRPr lang="en-US" sz="800">
              <a:latin typeface="Aptos" panose="020B0004020202020204" pitchFamily="34" charset="0"/>
            </a:endParaRPr>
          </a:p>
        </p:txBody>
      </p:sp>
      <p:sp>
        <p:nvSpPr>
          <p:cNvPr id="49" name="Freeform 48"/>
          <p:cNvSpPr/>
          <p:nvPr/>
        </p:nvSpPr>
        <p:spPr bwMode="gray">
          <a:xfrm>
            <a:off x="4700191" y="4826000"/>
            <a:ext cx="1634490" cy="665559"/>
          </a:xfrm>
          <a:custGeom>
            <a:avLst/>
            <a:gdLst>
              <a:gd name="connsiteX0" fmla="*/ 0 w 2241550"/>
              <a:gd name="connsiteY0" fmla="*/ 0 h 819150"/>
              <a:gd name="connsiteX1" fmla="*/ 165100 w 2241550"/>
              <a:gd name="connsiteY1" fmla="*/ 819150 h 819150"/>
              <a:gd name="connsiteX2" fmla="*/ 2241550 w 2241550"/>
              <a:gd name="connsiteY2" fmla="*/ 819150 h 819150"/>
            </a:gdLst>
            <a:ahLst/>
            <a:cxnLst>
              <a:cxn ang="0">
                <a:pos x="connsiteX0" y="connsiteY0"/>
              </a:cxn>
              <a:cxn ang="0">
                <a:pos x="connsiteX1" y="connsiteY1"/>
              </a:cxn>
              <a:cxn ang="0">
                <a:pos x="connsiteX2" y="connsiteY2"/>
              </a:cxn>
            </a:cxnLst>
            <a:rect l="l" t="t" r="r" b="b"/>
            <a:pathLst>
              <a:path w="2241550" h="819150">
                <a:moveTo>
                  <a:pt x="0" y="0"/>
                </a:moveTo>
                <a:lnTo>
                  <a:pt x="165100" y="819150"/>
                </a:lnTo>
                <a:lnTo>
                  <a:pt x="2241550" y="819150"/>
                </a:lnTo>
              </a:path>
            </a:pathLst>
          </a:custGeom>
          <a:noFill/>
          <a:ln w="9525" algn="ctr">
            <a:solidFill>
              <a:srgbClr val="BBBCBC"/>
            </a:solidFill>
            <a:miter lim="800000"/>
            <a:headEnd/>
            <a:tailEnd/>
          </a:ln>
        </p:spPr>
        <p:txBody>
          <a:bodyPr rtlCol="0" anchor="ctr"/>
          <a:lstStyle/>
          <a:p>
            <a:pPr algn="ctr"/>
            <a:endParaRPr lang="en-US" sz="800">
              <a:latin typeface="Aptos" panose="020B0004020202020204" pitchFamily="34" charset="0"/>
            </a:endParaRPr>
          </a:p>
        </p:txBody>
      </p:sp>
      <p:sp>
        <p:nvSpPr>
          <p:cNvPr id="52" name="Freeform 51"/>
          <p:cNvSpPr/>
          <p:nvPr/>
        </p:nvSpPr>
        <p:spPr bwMode="gray">
          <a:xfrm flipV="1">
            <a:off x="1816101" y="2323703"/>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55" name="Freeform 54"/>
          <p:cNvSpPr/>
          <p:nvPr/>
        </p:nvSpPr>
        <p:spPr bwMode="gray">
          <a:xfrm flipH="1" flipV="1">
            <a:off x="5912876" y="2323703"/>
            <a:ext cx="2187575" cy="594360"/>
          </a:xfrm>
          <a:custGeom>
            <a:avLst/>
            <a:gdLst>
              <a:gd name="connsiteX0" fmla="*/ 2692400 w 2692400"/>
              <a:gd name="connsiteY0" fmla="*/ 0 h 1276350"/>
              <a:gd name="connsiteX1" fmla="*/ 2044700 w 2692400"/>
              <a:gd name="connsiteY1" fmla="*/ 1276350 h 1276350"/>
              <a:gd name="connsiteX2" fmla="*/ 0 w 2692400"/>
              <a:gd name="connsiteY2" fmla="*/ 1276350 h 1276350"/>
            </a:gdLst>
            <a:ahLst/>
            <a:cxnLst>
              <a:cxn ang="0">
                <a:pos x="connsiteX0" y="connsiteY0"/>
              </a:cxn>
              <a:cxn ang="0">
                <a:pos x="connsiteX1" y="connsiteY1"/>
              </a:cxn>
              <a:cxn ang="0">
                <a:pos x="connsiteX2" y="connsiteY2"/>
              </a:cxn>
            </a:cxnLst>
            <a:rect l="l" t="t" r="r" b="b"/>
            <a:pathLst>
              <a:path w="2692400" h="1276350">
                <a:moveTo>
                  <a:pt x="2692400" y="0"/>
                </a:moveTo>
                <a:lnTo>
                  <a:pt x="2044700" y="1276350"/>
                </a:lnTo>
                <a:lnTo>
                  <a:pt x="0" y="127635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58" name="Freeform 57"/>
          <p:cNvSpPr/>
          <p:nvPr/>
        </p:nvSpPr>
        <p:spPr bwMode="gray">
          <a:xfrm flipV="1">
            <a:off x="4711448" y="1833564"/>
            <a:ext cx="1634490" cy="665559"/>
          </a:xfrm>
          <a:custGeom>
            <a:avLst/>
            <a:gdLst>
              <a:gd name="connsiteX0" fmla="*/ 0 w 2241550"/>
              <a:gd name="connsiteY0" fmla="*/ 0 h 819150"/>
              <a:gd name="connsiteX1" fmla="*/ 165100 w 2241550"/>
              <a:gd name="connsiteY1" fmla="*/ 819150 h 819150"/>
              <a:gd name="connsiteX2" fmla="*/ 2241550 w 2241550"/>
              <a:gd name="connsiteY2" fmla="*/ 819150 h 819150"/>
            </a:gdLst>
            <a:ahLst/>
            <a:cxnLst>
              <a:cxn ang="0">
                <a:pos x="connsiteX0" y="connsiteY0"/>
              </a:cxn>
              <a:cxn ang="0">
                <a:pos x="connsiteX1" y="connsiteY1"/>
              </a:cxn>
              <a:cxn ang="0">
                <a:pos x="connsiteX2" y="connsiteY2"/>
              </a:cxn>
            </a:cxnLst>
            <a:rect l="l" t="t" r="r" b="b"/>
            <a:pathLst>
              <a:path w="2241550" h="819150">
                <a:moveTo>
                  <a:pt x="0" y="0"/>
                </a:moveTo>
                <a:lnTo>
                  <a:pt x="165100" y="819150"/>
                </a:lnTo>
                <a:lnTo>
                  <a:pt x="2241550" y="81915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371719" name="Title 1"/>
          <p:cNvSpPr>
            <a:spLocks noGrp="1"/>
          </p:cNvSpPr>
          <p:nvPr>
            <p:ph type="title"/>
          </p:nvPr>
        </p:nvSpPr>
        <p:spPr/>
        <p:txBody>
          <a:bodyPr/>
          <a:lstStyle/>
          <a:p>
            <a:r>
              <a:rPr lang="en-US" altLang="ja-JP"/>
              <a:t>Connectors with honeycomb</a:t>
            </a:r>
            <a:endParaRPr lang="en-US" dirty="0"/>
          </a:p>
        </p:txBody>
      </p:sp>
      <p:sp>
        <p:nvSpPr>
          <p:cNvPr id="24" name="Hexagon 23"/>
          <p:cNvSpPr/>
          <p:nvPr/>
        </p:nvSpPr>
        <p:spPr bwMode="gray">
          <a:xfrm>
            <a:off x="4513934" y="3284714"/>
            <a:ext cx="883595" cy="761720"/>
          </a:xfrm>
          <a:prstGeom prst="hexagon">
            <a:avLst/>
          </a:prstGeom>
          <a:solidFill>
            <a:schemeClr val="bg1"/>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25" name="Hexagon 24"/>
          <p:cNvSpPr/>
          <p:nvPr/>
        </p:nvSpPr>
        <p:spPr bwMode="gray">
          <a:xfrm>
            <a:off x="4513934" y="2485327"/>
            <a:ext cx="883595" cy="761720"/>
          </a:xfrm>
          <a:prstGeom prst="hexagon">
            <a:avLst/>
          </a:prstGeom>
          <a:solidFill>
            <a:schemeClr val="accent6"/>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endParaRPr>
          </a:p>
        </p:txBody>
      </p:sp>
      <p:sp>
        <p:nvSpPr>
          <p:cNvPr id="36" name="Hexagon 35"/>
          <p:cNvSpPr/>
          <p:nvPr/>
        </p:nvSpPr>
        <p:spPr bwMode="gray">
          <a:xfrm>
            <a:off x="4513934" y="4084101"/>
            <a:ext cx="883595" cy="761720"/>
          </a:xfrm>
          <a:prstGeom prst="hexagon">
            <a:avLst/>
          </a:prstGeom>
          <a:solidFill>
            <a:schemeClr val="accent2"/>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37" name="Hexagon 36"/>
          <p:cNvSpPr/>
          <p:nvPr/>
        </p:nvSpPr>
        <p:spPr bwMode="gray">
          <a:xfrm>
            <a:off x="5246357" y="3682315"/>
            <a:ext cx="883595" cy="761720"/>
          </a:xfrm>
          <a:prstGeom prst="hexagon">
            <a:avLst/>
          </a:prstGeom>
          <a:solidFill>
            <a:schemeClr val="accent3"/>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38" name="Hexagon 37"/>
          <p:cNvSpPr/>
          <p:nvPr/>
        </p:nvSpPr>
        <p:spPr bwMode="gray">
          <a:xfrm>
            <a:off x="5246357" y="2887114"/>
            <a:ext cx="883595" cy="761720"/>
          </a:xfrm>
          <a:prstGeom prst="hexagon">
            <a:avLst/>
          </a:prstGeom>
          <a:solidFill>
            <a:schemeClr val="accent5"/>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39" name="Hexagon 38"/>
          <p:cNvSpPr/>
          <p:nvPr/>
        </p:nvSpPr>
        <p:spPr bwMode="gray">
          <a:xfrm>
            <a:off x="3781513" y="3682315"/>
            <a:ext cx="883595" cy="761720"/>
          </a:xfrm>
          <a:prstGeom prst="hexagon">
            <a:avLst/>
          </a:prstGeom>
          <a:solidFill>
            <a:schemeClr val="accent1"/>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40" name="Hexagon 39"/>
          <p:cNvSpPr/>
          <p:nvPr/>
        </p:nvSpPr>
        <p:spPr bwMode="gray">
          <a:xfrm>
            <a:off x="3781513" y="2887114"/>
            <a:ext cx="883595" cy="761720"/>
          </a:xfrm>
          <a:prstGeom prst="hexagon">
            <a:avLst/>
          </a:prstGeom>
          <a:solidFill>
            <a:schemeClr val="accent4"/>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lstStyle/>
          <a:p>
            <a:pPr algn="ctr"/>
            <a:endParaRPr lang="en-US" sz="800" b="1" dirty="0">
              <a:solidFill>
                <a:schemeClr val="bg1"/>
              </a:solidFill>
              <a:latin typeface="Aptos" panose="020B0004020202020204" pitchFamily="34" charset="0"/>
              <a:cs typeface="Arial" pitchFamily="34" charset="0"/>
            </a:endParaRPr>
          </a:p>
        </p:txBody>
      </p:sp>
      <p:sp>
        <p:nvSpPr>
          <p:cNvPr id="41" name="Rectangle 40"/>
          <p:cNvSpPr/>
          <p:nvPr/>
        </p:nvSpPr>
        <p:spPr>
          <a:xfrm>
            <a:off x="6457097" y="4862988"/>
            <a:ext cx="163449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42" name="Rectangle 41"/>
          <p:cNvSpPr/>
          <p:nvPr/>
        </p:nvSpPr>
        <p:spPr>
          <a:xfrm>
            <a:off x="6457097" y="5036488"/>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45" name="Rectangle 44"/>
          <p:cNvSpPr/>
          <p:nvPr/>
        </p:nvSpPr>
        <p:spPr>
          <a:xfrm>
            <a:off x="1816100" y="4862988"/>
            <a:ext cx="163449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48" name="Rectangle 47"/>
          <p:cNvSpPr/>
          <p:nvPr/>
        </p:nvSpPr>
        <p:spPr>
          <a:xfrm>
            <a:off x="1816100" y="5036488"/>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50" name="Rectangle 49"/>
          <p:cNvSpPr/>
          <p:nvPr/>
        </p:nvSpPr>
        <p:spPr>
          <a:xfrm>
            <a:off x="4848781" y="5346680"/>
            <a:ext cx="148590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51" name="Rectangle 50"/>
          <p:cNvSpPr/>
          <p:nvPr/>
        </p:nvSpPr>
        <p:spPr>
          <a:xfrm>
            <a:off x="4848781" y="5520179"/>
            <a:ext cx="148590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53" name="Rectangle 52"/>
          <p:cNvSpPr/>
          <p:nvPr/>
        </p:nvSpPr>
        <p:spPr>
          <a:xfrm>
            <a:off x="1816100" y="2176002"/>
            <a:ext cx="163449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54" name="Rectangle 53"/>
          <p:cNvSpPr/>
          <p:nvPr/>
        </p:nvSpPr>
        <p:spPr>
          <a:xfrm>
            <a:off x="1816100" y="2349501"/>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56" name="Rectangle 55"/>
          <p:cNvSpPr/>
          <p:nvPr/>
        </p:nvSpPr>
        <p:spPr>
          <a:xfrm>
            <a:off x="6457097" y="2176002"/>
            <a:ext cx="163449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57" name="Rectangle 56"/>
          <p:cNvSpPr/>
          <p:nvPr/>
        </p:nvSpPr>
        <p:spPr>
          <a:xfrm>
            <a:off x="6457097" y="2349501"/>
            <a:ext cx="163449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sp>
        <p:nvSpPr>
          <p:cNvPr id="59" name="Rectangle 58"/>
          <p:cNvSpPr/>
          <p:nvPr/>
        </p:nvSpPr>
        <p:spPr>
          <a:xfrm>
            <a:off x="4848781" y="1694889"/>
            <a:ext cx="148590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68" name="Rectangle 67"/>
          <p:cNvSpPr/>
          <p:nvPr/>
        </p:nvSpPr>
        <p:spPr>
          <a:xfrm>
            <a:off x="4848781" y="1868388"/>
            <a:ext cx="148590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a:t>
            </a:r>
          </a:p>
        </p:txBody>
      </p:sp>
      <p:grpSp>
        <p:nvGrpSpPr>
          <p:cNvPr id="47" name="Group 510"/>
          <p:cNvGrpSpPr>
            <a:grpSpLocks noChangeAspect="1"/>
          </p:cNvGrpSpPr>
          <p:nvPr/>
        </p:nvGrpSpPr>
        <p:grpSpPr bwMode="auto">
          <a:xfrm>
            <a:off x="3928589" y="2965706"/>
            <a:ext cx="599873" cy="598114"/>
            <a:chOff x="4155" y="3088"/>
            <a:chExt cx="341" cy="340"/>
          </a:xfrm>
          <a:solidFill>
            <a:schemeClr val="bg1"/>
          </a:solidFill>
        </p:grpSpPr>
        <p:sp>
          <p:nvSpPr>
            <p:cNvPr id="60" name="Freeform 511"/>
            <p:cNvSpPr>
              <a:spLocks noEditPoints="1"/>
            </p:cNvSpPr>
            <p:nvPr/>
          </p:nvSpPr>
          <p:spPr bwMode="auto">
            <a:xfrm>
              <a:off x="4254" y="3152"/>
              <a:ext cx="142" cy="212"/>
            </a:xfrm>
            <a:custGeom>
              <a:avLst/>
              <a:gdLst>
                <a:gd name="T0" fmla="*/ 11 w 213"/>
                <a:gd name="T1" fmla="*/ 64 h 320"/>
                <a:gd name="T2" fmla="*/ 203 w 213"/>
                <a:gd name="T3" fmla="*/ 64 h 320"/>
                <a:gd name="T4" fmla="*/ 213 w 213"/>
                <a:gd name="T5" fmla="*/ 53 h 320"/>
                <a:gd name="T6" fmla="*/ 203 w 213"/>
                <a:gd name="T7" fmla="*/ 42 h 320"/>
                <a:gd name="T8" fmla="*/ 167 w 213"/>
                <a:gd name="T9" fmla="*/ 42 h 320"/>
                <a:gd name="T10" fmla="*/ 107 w 213"/>
                <a:gd name="T11" fmla="*/ 0 h 320"/>
                <a:gd name="T12" fmla="*/ 48 w 213"/>
                <a:gd name="T13" fmla="*/ 38 h 320"/>
                <a:gd name="T14" fmla="*/ 48 w 213"/>
                <a:gd name="T15" fmla="*/ 38 h 320"/>
                <a:gd name="T16" fmla="*/ 46 w 213"/>
                <a:gd name="T17" fmla="*/ 42 h 320"/>
                <a:gd name="T18" fmla="*/ 11 w 213"/>
                <a:gd name="T19" fmla="*/ 42 h 320"/>
                <a:gd name="T20" fmla="*/ 0 w 213"/>
                <a:gd name="T21" fmla="*/ 53 h 320"/>
                <a:gd name="T22" fmla="*/ 11 w 213"/>
                <a:gd name="T23" fmla="*/ 64 h 320"/>
                <a:gd name="T24" fmla="*/ 107 w 213"/>
                <a:gd name="T25" fmla="*/ 21 h 320"/>
                <a:gd name="T26" fmla="*/ 144 w 213"/>
                <a:gd name="T27" fmla="*/ 42 h 320"/>
                <a:gd name="T28" fmla="*/ 70 w 213"/>
                <a:gd name="T29" fmla="*/ 42 h 320"/>
                <a:gd name="T30" fmla="*/ 107 w 213"/>
                <a:gd name="T31" fmla="*/ 21 h 320"/>
                <a:gd name="T32" fmla="*/ 203 w 213"/>
                <a:gd name="T33" fmla="*/ 85 h 320"/>
                <a:gd name="T34" fmla="*/ 192 w 213"/>
                <a:gd name="T35" fmla="*/ 85 h 320"/>
                <a:gd name="T36" fmla="*/ 21 w 213"/>
                <a:gd name="T37" fmla="*/ 85 h 320"/>
                <a:gd name="T38" fmla="*/ 11 w 213"/>
                <a:gd name="T39" fmla="*/ 85 h 320"/>
                <a:gd name="T40" fmla="*/ 0 w 213"/>
                <a:gd name="T41" fmla="*/ 96 h 320"/>
                <a:gd name="T42" fmla="*/ 11 w 213"/>
                <a:gd name="T43" fmla="*/ 106 h 320"/>
                <a:gd name="T44" fmla="*/ 11 w 213"/>
                <a:gd name="T45" fmla="*/ 309 h 320"/>
                <a:gd name="T46" fmla="*/ 21 w 213"/>
                <a:gd name="T47" fmla="*/ 320 h 320"/>
                <a:gd name="T48" fmla="*/ 192 w 213"/>
                <a:gd name="T49" fmla="*/ 320 h 320"/>
                <a:gd name="T50" fmla="*/ 203 w 213"/>
                <a:gd name="T51" fmla="*/ 309 h 320"/>
                <a:gd name="T52" fmla="*/ 203 w 213"/>
                <a:gd name="T53" fmla="*/ 106 h 320"/>
                <a:gd name="T54" fmla="*/ 213 w 213"/>
                <a:gd name="T55" fmla="*/ 96 h 320"/>
                <a:gd name="T56" fmla="*/ 203 w 213"/>
                <a:gd name="T57" fmla="*/ 85 h 320"/>
                <a:gd name="T58" fmla="*/ 181 w 213"/>
                <a:gd name="T59" fmla="*/ 298 h 320"/>
                <a:gd name="T60" fmla="*/ 32 w 213"/>
                <a:gd name="T61" fmla="*/ 298 h 320"/>
                <a:gd name="T62" fmla="*/ 32 w 213"/>
                <a:gd name="T63" fmla="*/ 106 h 320"/>
                <a:gd name="T64" fmla="*/ 181 w 213"/>
                <a:gd name="T65" fmla="*/ 106 h 320"/>
                <a:gd name="T66" fmla="*/ 181 w 213"/>
                <a:gd name="T67" fmla="*/ 298 h 320"/>
                <a:gd name="T68" fmla="*/ 53 w 213"/>
                <a:gd name="T69" fmla="*/ 266 h 320"/>
                <a:gd name="T70" fmla="*/ 53 w 213"/>
                <a:gd name="T71" fmla="*/ 138 h 320"/>
                <a:gd name="T72" fmla="*/ 64 w 213"/>
                <a:gd name="T73" fmla="*/ 128 h 320"/>
                <a:gd name="T74" fmla="*/ 75 w 213"/>
                <a:gd name="T75" fmla="*/ 138 h 320"/>
                <a:gd name="T76" fmla="*/ 75 w 213"/>
                <a:gd name="T77" fmla="*/ 266 h 320"/>
                <a:gd name="T78" fmla="*/ 64 w 213"/>
                <a:gd name="T79" fmla="*/ 277 h 320"/>
                <a:gd name="T80" fmla="*/ 53 w 213"/>
                <a:gd name="T81" fmla="*/ 266 h 320"/>
                <a:gd name="T82" fmla="*/ 96 w 213"/>
                <a:gd name="T83" fmla="*/ 266 h 320"/>
                <a:gd name="T84" fmla="*/ 96 w 213"/>
                <a:gd name="T85" fmla="*/ 138 h 320"/>
                <a:gd name="T86" fmla="*/ 107 w 213"/>
                <a:gd name="T87" fmla="*/ 128 h 320"/>
                <a:gd name="T88" fmla="*/ 117 w 213"/>
                <a:gd name="T89" fmla="*/ 138 h 320"/>
                <a:gd name="T90" fmla="*/ 117 w 213"/>
                <a:gd name="T91" fmla="*/ 266 h 320"/>
                <a:gd name="T92" fmla="*/ 107 w 213"/>
                <a:gd name="T93" fmla="*/ 277 h 320"/>
                <a:gd name="T94" fmla="*/ 96 w 213"/>
                <a:gd name="T95" fmla="*/ 266 h 320"/>
                <a:gd name="T96" fmla="*/ 139 w 213"/>
                <a:gd name="T97" fmla="*/ 266 h 320"/>
                <a:gd name="T98" fmla="*/ 139 w 213"/>
                <a:gd name="T99" fmla="*/ 138 h 320"/>
                <a:gd name="T100" fmla="*/ 149 w 213"/>
                <a:gd name="T101" fmla="*/ 128 h 320"/>
                <a:gd name="T102" fmla="*/ 160 w 213"/>
                <a:gd name="T103" fmla="*/ 138 h 320"/>
                <a:gd name="T104" fmla="*/ 160 w 213"/>
                <a:gd name="T105" fmla="*/ 266 h 320"/>
                <a:gd name="T106" fmla="*/ 149 w 213"/>
                <a:gd name="T107" fmla="*/ 277 h 320"/>
                <a:gd name="T108" fmla="*/ 139 w 213"/>
                <a:gd name="T109"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 h="320">
                  <a:moveTo>
                    <a:pt x="11" y="64"/>
                  </a:moveTo>
                  <a:cubicBezTo>
                    <a:pt x="203" y="64"/>
                    <a:pt x="203" y="64"/>
                    <a:pt x="203" y="64"/>
                  </a:cubicBezTo>
                  <a:cubicBezTo>
                    <a:pt x="209" y="64"/>
                    <a:pt x="213" y="59"/>
                    <a:pt x="213" y="53"/>
                  </a:cubicBezTo>
                  <a:cubicBezTo>
                    <a:pt x="213" y="47"/>
                    <a:pt x="209" y="42"/>
                    <a:pt x="203" y="42"/>
                  </a:cubicBezTo>
                  <a:cubicBezTo>
                    <a:pt x="167" y="42"/>
                    <a:pt x="167" y="42"/>
                    <a:pt x="167" y="42"/>
                  </a:cubicBezTo>
                  <a:cubicBezTo>
                    <a:pt x="158" y="17"/>
                    <a:pt x="134" y="0"/>
                    <a:pt x="107" y="0"/>
                  </a:cubicBezTo>
                  <a:cubicBezTo>
                    <a:pt x="81" y="0"/>
                    <a:pt x="58" y="15"/>
                    <a:pt x="48" y="38"/>
                  </a:cubicBezTo>
                  <a:cubicBezTo>
                    <a:pt x="48" y="38"/>
                    <a:pt x="48" y="38"/>
                    <a:pt x="48" y="38"/>
                  </a:cubicBezTo>
                  <a:cubicBezTo>
                    <a:pt x="47" y="39"/>
                    <a:pt x="47" y="41"/>
                    <a:pt x="46" y="42"/>
                  </a:cubicBezTo>
                  <a:cubicBezTo>
                    <a:pt x="11" y="42"/>
                    <a:pt x="11" y="42"/>
                    <a:pt x="11" y="42"/>
                  </a:cubicBezTo>
                  <a:cubicBezTo>
                    <a:pt x="5" y="42"/>
                    <a:pt x="0" y="47"/>
                    <a:pt x="0" y="53"/>
                  </a:cubicBezTo>
                  <a:cubicBezTo>
                    <a:pt x="0" y="59"/>
                    <a:pt x="5" y="64"/>
                    <a:pt x="11" y="64"/>
                  </a:cubicBezTo>
                  <a:close/>
                  <a:moveTo>
                    <a:pt x="107" y="21"/>
                  </a:moveTo>
                  <a:cubicBezTo>
                    <a:pt x="122" y="21"/>
                    <a:pt x="136" y="29"/>
                    <a:pt x="144" y="42"/>
                  </a:cubicBezTo>
                  <a:cubicBezTo>
                    <a:pt x="70" y="42"/>
                    <a:pt x="70" y="42"/>
                    <a:pt x="70" y="42"/>
                  </a:cubicBezTo>
                  <a:cubicBezTo>
                    <a:pt x="77" y="29"/>
                    <a:pt x="91" y="21"/>
                    <a:pt x="107" y="21"/>
                  </a:cubicBezTo>
                  <a:close/>
                  <a:moveTo>
                    <a:pt x="203" y="85"/>
                  </a:moveTo>
                  <a:cubicBezTo>
                    <a:pt x="192" y="85"/>
                    <a:pt x="192" y="85"/>
                    <a:pt x="192" y="85"/>
                  </a:cubicBezTo>
                  <a:cubicBezTo>
                    <a:pt x="21" y="85"/>
                    <a:pt x="21" y="85"/>
                    <a:pt x="21" y="85"/>
                  </a:cubicBezTo>
                  <a:cubicBezTo>
                    <a:pt x="11" y="85"/>
                    <a:pt x="11" y="85"/>
                    <a:pt x="11" y="85"/>
                  </a:cubicBezTo>
                  <a:cubicBezTo>
                    <a:pt x="5" y="85"/>
                    <a:pt x="0" y="90"/>
                    <a:pt x="0" y="96"/>
                  </a:cubicBezTo>
                  <a:cubicBezTo>
                    <a:pt x="0" y="102"/>
                    <a:pt x="5" y="106"/>
                    <a:pt x="11" y="106"/>
                  </a:cubicBezTo>
                  <a:cubicBezTo>
                    <a:pt x="11" y="309"/>
                    <a:pt x="11" y="309"/>
                    <a:pt x="11" y="309"/>
                  </a:cubicBezTo>
                  <a:cubicBezTo>
                    <a:pt x="11" y="315"/>
                    <a:pt x="15" y="320"/>
                    <a:pt x="21" y="320"/>
                  </a:cubicBezTo>
                  <a:cubicBezTo>
                    <a:pt x="192" y="320"/>
                    <a:pt x="192" y="320"/>
                    <a:pt x="192" y="320"/>
                  </a:cubicBezTo>
                  <a:cubicBezTo>
                    <a:pt x="198" y="320"/>
                    <a:pt x="203" y="315"/>
                    <a:pt x="203" y="309"/>
                  </a:cubicBezTo>
                  <a:cubicBezTo>
                    <a:pt x="203" y="106"/>
                    <a:pt x="203" y="106"/>
                    <a:pt x="203" y="106"/>
                  </a:cubicBezTo>
                  <a:cubicBezTo>
                    <a:pt x="209" y="106"/>
                    <a:pt x="213" y="102"/>
                    <a:pt x="213" y="96"/>
                  </a:cubicBezTo>
                  <a:cubicBezTo>
                    <a:pt x="213" y="90"/>
                    <a:pt x="209" y="85"/>
                    <a:pt x="203" y="85"/>
                  </a:cubicBezTo>
                  <a:close/>
                  <a:moveTo>
                    <a:pt x="181" y="298"/>
                  </a:moveTo>
                  <a:cubicBezTo>
                    <a:pt x="32" y="298"/>
                    <a:pt x="32" y="298"/>
                    <a:pt x="32" y="298"/>
                  </a:cubicBezTo>
                  <a:cubicBezTo>
                    <a:pt x="32" y="106"/>
                    <a:pt x="32" y="106"/>
                    <a:pt x="32" y="106"/>
                  </a:cubicBezTo>
                  <a:cubicBezTo>
                    <a:pt x="181" y="106"/>
                    <a:pt x="181" y="106"/>
                    <a:pt x="181" y="106"/>
                  </a:cubicBezTo>
                  <a:lnTo>
                    <a:pt x="181" y="298"/>
                  </a:lnTo>
                  <a:close/>
                  <a:moveTo>
                    <a:pt x="53" y="266"/>
                  </a:moveTo>
                  <a:cubicBezTo>
                    <a:pt x="53" y="138"/>
                    <a:pt x="53" y="138"/>
                    <a:pt x="53" y="138"/>
                  </a:cubicBezTo>
                  <a:cubicBezTo>
                    <a:pt x="53" y="132"/>
                    <a:pt x="58" y="128"/>
                    <a:pt x="64" y="128"/>
                  </a:cubicBezTo>
                  <a:cubicBezTo>
                    <a:pt x="70" y="128"/>
                    <a:pt x="75" y="132"/>
                    <a:pt x="75" y="138"/>
                  </a:cubicBezTo>
                  <a:cubicBezTo>
                    <a:pt x="75" y="266"/>
                    <a:pt x="75" y="266"/>
                    <a:pt x="75" y="266"/>
                  </a:cubicBezTo>
                  <a:cubicBezTo>
                    <a:pt x="75" y="272"/>
                    <a:pt x="70" y="277"/>
                    <a:pt x="64" y="277"/>
                  </a:cubicBezTo>
                  <a:cubicBezTo>
                    <a:pt x="58" y="277"/>
                    <a:pt x="53" y="272"/>
                    <a:pt x="53" y="266"/>
                  </a:cubicBezTo>
                  <a:close/>
                  <a:moveTo>
                    <a:pt x="96" y="266"/>
                  </a:moveTo>
                  <a:cubicBezTo>
                    <a:pt x="96" y="138"/>
                    <a:pt x="96" y="138"/>
                    <a:pt x="96" y="138"/>
                  </a:cubicBezTo>
                  <a:cubicBezTo>
                    <a:pt x="96" y="132"/>
                    <a:pt x="101" y="128"/>
                    <a:pt x="107" y="128"/>
                  </a:cubicBezTo>
                  <a:cubicBezTo>
                    <a:pt x="113" y="128"/>
                    <a:pt x="117" y="132"/>
                    <a:pt x="117" y="138"/>
                  </a:cubicBezTo>
                  <a:cubicBezTo>
                    <a:pt x="117" y="266"/>
                    <a:pt x="117" y="266"/>
                    <a:pt x="117" y="266"/>
                  </a:cubicBezTo>
                  <a:cubicBezTo>
                    <a:pt x="117" y="272"/>
                    <a:pt x="113" y="277"/>
                    <a:pt x="107" y="277"/>
                  </a:cubicBezTo>
                  <a:cubicBezTo>
                    <a:pt x="101" y="277"/>
                    <a:pt x="96" y="272"/>
                    <a:pt x="96" y="266"/>
                  </a:cubicBezTo>
                  <a:close/>
                  <a:moveTo>
                    <a:pt x="139" y="266"/>
                  </a:moveTo>
                  <a:cubicBezTo>
                    <a:pt x="139" y="138"/>
                    <a:pt x="139" y="138"/>
                    <a:pt x="139" y="138"/>
                  </a:cubicBezTo>
                  <a:cubicBezTo>
                    <a:pt x="139" y="132"/>
                    <a:pt x="143" y="128"/>
                    <a:pt x="149" y="128"/>
                  </a:cubicBezTo>
                  <a:cubicBezTo>
                    <a:pt x="155" y="128"/>
                    <a:pt x="160" y="132"/>
                    <a:pt x="160" y="138"/>
                  </a:cubicBezTo>
                  <a:cubicBezTo>
                    <a:pt x="160" y="266"/>
                    <a:pt x="160" y="266"/>
                    <a:pt x="160" y="266"/>
                  </a:cubicBezTo>
                  <a:cubicBezTo>
                    <a:pt x="160" y="272"/>
                    <a:pt x="155" y="277"/>
                    <a:pt x="149" y="277"/>
                  </a:cubicBezTo>
                  <a:cubicBezTo>
                    <a:pt x="143" y="277"/>
                    <a:pt x="139" y="272"/>
                    <a:pt x="139" y="26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61" name="Freeform 512"/>
            <p:cNvSpPr>
              <a:spLocks noEditPoints="1"/>
            </p:cNvSpPr>
            <p:nvPr/>
          </p:nvSpPr>
          <p:spPr bwMode="auto">
            <a:xfrm>
              <a:off x="4155" y="3088"/>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62" name="Group 325"/>
          <p:cNvGrpSpPr>
            <a:grpSpLocks noChangeAspect="1"/>
          </p:cNvGrpSpPr>
          <p:nvPr/>
        </p:nvGrpSpPr>
        <p:grpSpPr bwMode="auto">
          <a:xfrm>
            <a:off x="5399423" y="3763428"/>
            <a:ext cx="556256" cy="557892"/>
            <a:chOff x="5044" y="1157"/>
            <a:chExt cx="340" cy="341"/>
          </a:xfrm>
          <a:solidFill>
            <a:schemeClr val="bg1"/>
          </a:solidFill>
        </p:grpSpPr>
        <p:sp>
          <p:nvSpPr>
            <p:cNvPr id="63" name="Freeform 326"/>
            <p:cNvSpPr>
              <a:spLocks noEditPoints="1"/>
            </p:cNvSpPr>
            <p:nvPr/>
          </p:nvSpPr>
          <p:spPr bwMode="auto">
            <a:xfrm>
              <a:off x="5044" y="1157"/>
              <a:ext cx="340" cy="34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64" name="Freeform 327"/>
            <p:cNvSpPr>
              <a:spLocks noEditPoints="1"/>
            </p:cNvSpPr>
            <p:nvPr/>
          </p:nvSpPr>
          <p:spPr bwMode="auto">
            <a:xfrm>
              <a:off x="5122" y="1221"/>
              <a:ext cx="188" cy="213"/>
            </a:xfrm>
            <a:custGeom>
              <a:avLst/>
              <a:gdLst>
                <a:gd name="T0" fmla="*/ 149 w 284"/>
                <a:gd name="T1" fmla="*/ 106 h 320"/>
                <a:gd name="T2" fmla="*/ 149 w 284"/>
                <a:gd name="T3" fmla="*/ 181 h 320"/>
                <a:gd name="T4" fmla="*/ 139 w 284"/>
                <a:gd name="T5" fmla="*/ 192 h 320"/>
                <a:gd name="T6" fmla="*/ 128 w 284"/>
                <a:gd name="T7" fmla="*/ 181 h 320"/>
                <a:gd name="T8" fmla="*/ 128 w 284"/>
                <a:gd name="T9" fmla="*/ 106 h 320"/>
                <a:gd name="T10" fmla="*/ 139 w 284"/>
                <a:gd name="T11" fmla="*/ 96 h 320"/>
                <a:gd name="T12" fmla="*/ 149 w 284"/>
                <a:gd name="T13" fmla="*/ 106 h 320"/>
                <a:gd name="T14" fmla="*/ 280 w 284"/>
                <a:gd name="T15" fmla="*/ 64 h 320"/>
                <a:gd name="T16" fmla="*/ 280 w 284"/>
                <a:gd name="T17" fmla="*/ 79 h 320"/>
                <a:gd name="T18" fmla="*/ 272 w 284"/>
                <a:gd name="T19" fmla="*/ 82 h 320"/>
                <a:gd name="T20" fmla="*/ 265 w 284"/>
                <a:gd name="T21" fmla="*/ 79 h 320"/>
                <a:gd name="T22" fmla="*/ 250 w 284"/>
                <a:gd name="T23" fmla="*/ 64 h 320"/>
                <a:gd name="T24" fmla="*/ 233 w 284"/>
                <a:gd name="T25" fmla="*/ 80 h 320"/>
                <a:gd name="T26" fmla="*/ 277 w 284"/>
                <a:gd name="T27" fmla="*/ 181 h 320"/>
                <a:gd name="T28" fmla="*/ 139 w 284"/>
                <a:gd name="T29" fmla="*/ 320 h 320"/>
                <a:gd name="T30" fmla="*/ 0 w 284"/>
                <a:gd name="T31" fmla="*/ 181 h 320"/>
                <a:gd name="T32" fmla="*/ 128 w 284"/>
                <a:gd name="T33" fmla="*/ 43 h 320"/>
                <a:gd name="T34" fmla="*/ 128 w 284"/>
                <a:gd name="T35" fmla="*/ 21 h 320"/>
                <a:gd name="T36" fmla="*/ 107 w 284"/>
                <a:gd name="T37" fmla="*/ 21 h 320"/>
                <a:gd name="T38" fmla="*/ 96 w 284"/>
                <a:gd name="T39" fmla="*/ 10 h 320"/>
                <a:gd name="T40" fmla="*/ 107 w 284"/>
                <a:gd name="T41" fmla="*/ 0 h 320"/>
                <a:gd name="T42" fmla="*/ 171 w 284"/>
                <a:gd name="T43" fmla="*/ 0 h 320"/>
                <a:gd name="T44" fmla="*/ 181 w 284"/>
                <a:gd name="T45" fmla="*/ 10 h 320"/>
                <a:gd name="T46" fmla="*/ 171 w 284"/>
                <a:gd name="T47" fmla="*/ 21 h 320"/>
                <a:gd name="T48" fmla="*/ 149 w 284"/>
                <a:gd name="T49" fmla="*/ 21 h 320"/>
                <a:gd name="T50" fmla="*/ 149 w 284"/>
                <a:gd name="T51" fmla="*/ 43 h 320"/>
                <a:gd name="T52" fmla="*/ 217 w 284"/>
                <a:gd name="T53" fmla="*/ 67 h 320"/>
                <a:gd name="T54" fmla="*/ 235 w 284"/>
                <a:gd name="T55" fmla="*/ 49 h 320"/>
                <a:gd name="T56" fmla="*/ 220 w 284"/>
                <a:gd name="T57" fmla="*/ 33 h 320"/>
                <a:gd name="T58" fmla="*/ 220 w 284"/>
                <a:gd name="T59" fmla="*/ 18 h 320"/>
                <a:gd name="T60" fmla="*/ 235 w 284"/>
                <a:gd name="T61" fmla="*/ 18 h 320"/>
                <a:gd name="T62" fmla="*/ 280 w 284"/>
                <a:gd name="T63" fmla="*/ 64 h 320"/>
                <a:gd name="T64" fmla="*/ 139 w 284"/>
                <a:gd name="T65" fmla="*/ 64 h 320"/>
                <a:gd name="T66" fmla="*/ 21 w 284"/>
                <a:gd name="T67" fmla="*/ 181 h 320"/>
                <a:gd name="T68" fmla="*/ 139 w 284"/>
                <a:gd name="T69" fmla="*/ 298 h 320"/>
                <a:gd name="T70" fmla="*/ 256 w 284"/>
                <a:gd name="T71" fmla="*/ 181 h 320"/>
                <a:gd name="T72" fmla="*/ 139 w 284"/>
                <a:gd name="T73" fmla="*/ 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4" h="320">
                  <a:moveTo>
                    <a:pt x="149" y="106"/>
                  </a:moveTo>
                  <a:cubicBezTo>
                    <a:pt x="149" y="181"/>
                    <a:pt x="149" y="181"/>
                    <a:pt x="149" y="181"/>
                  </a:cubicBezTo>
                  <a:cubicBezTo>
                    <a:pt x="149" y="187"/>
                    <a:pt x="145" y="192"/>
                    <a:pt x="139" y="192"/>
                  </a:cubicBezTo>
                  <a:cubicBezTo>
                    <a:pt x="133" y="192"/>
                    <a:pt x="128" y="187"/>
                    <a:pt x="128" y="181"/>
                  </a:cubicBezTo>
                  <a:cubicBezTo>
                    <a:pt x="128" y="106"/>
                    <a:pt x="128" y="106"/>
                    <a:pt x="128" y="106"/>
                  </a:cubicBezTo>
                  <a:cubicBezTo>
                    <a:pt x="128" y="100"/>
                    <a:pt x="133" y="96"/>
                    <a:pt x="139" y="96"/>
                  </a:cubicBezTo>
                  <a:cubicBezTo>
                    <a:pt x="145" y="96"/>
                    <a:pt x="149" y="100"/>
                    <a:pt x="149" y="106"/>
                  </a:cubicBezTo>
                  <a:close/>
                  <a:moveTo>
                    <a:pt x="280" y="64"/>
                  </a:moveTo>
                  <a:cubicBezTo>
                    <a:pt x="284" y="68"/>
                    <a:pt x="284" y="75"/>
                    <a:pt x="280" y="79"/>
                  </a:cubicBezTo>
                  <a:cubicBezTo>
                    <a:pt x="278" y="81"/>
                    <a:pt x="275" y="82"/>
                    <a:pt x="272" y="82"/>
                  </a:cubicBezTo>
                  <a:cubicBezTo>
                    <a:pt x="270" y="82"/>
                    <a:pt x="267" y="81"/>
                    <a:pt x="265" y="79"/>
                  </a:cubicBezTo>
                  <a:cubicBezTo>
                    <a:pt x="250" y="64"/>
                    <a:pt x="250" y="64"/>
                    <a:pt x="250" y="64"/>
                  </a:cubicBezTo>
                  <a:cubicBezTo>
                    <a:pt x="233" y="80"/>
                    <a:pt x="233" y="80"/>
                    <a:pt x="233" y="80"/>
                  </a:cubicBezTo>
                  <a:cubicBezTo>
                    <a:pt x="260" y="105"/>
                    <a:pt x="277" y="141"/>
                    <a:pt x="277" y="181"/>
                  </a:cubicBezTo>
                  <a:cubicBezTo>
                    <a:pt x="277" y="257"/>
                    <a:pt x="215" y="320"/>
                    <a:pt x="139" y="320"/>
                  </a:cubicBezTo>
                  <a:cubicBezTo>
                    <a:pt x="62" y="320"/>
                    <a:pt x="0" y="257"/>
                    <a:pt x="0" y="181"/>
                  </a:cubicBezTo>
                  <a:cubicBezTo>
                    <a:pt x="0" y="108"/>
                    <a:pt x="57" y="48"/>
                    <a:pt x="128" y="43"/>
                  </a:cubicBezTo>
                  <a:cubicBezTo>
                    <a:pt x="128" y="21"/>
                    <a:pt x="128" y="21"/>
                    <a:pt x="128" y="21"/>
                  </a:cubicBezTo>
                  <a:cubicBezTo>
                    <a:pt x="107" y="21"/>
                    <a:pt x="107" y="21"/>
                    <a:pt x="107" y="21"/>
                  </a:cubicBezTo>
                  <a:cubicBezTo>
                    <a:pt x="101" y="21"/>
                    <a:pt x="96" y="16"/>
                    <a:pt x="96" y="10"/>
                  </a:cubicBezTo>
                  <a:cubicBezTo>
                    <a:pt x="96" y="4"/>
                    <a:pt x="101" y="0"/>
                    <a:pt x="107" y="0"/>
                  </a:cubicBezTo>
                  <a:cubicBezTo>
                    <a:pt x="171" y="0"/>
                    <a:pt x="171" y="0"/>
                    <a:pt x="171" y="0"/>
                  </a:cubicBezTo>
                  <a:cubicBezTo>
                    <a:pt x="177" y="0"/>
                    <a:pt x="181" y="4"/>
                    <a:pt x="181" y="10"/>
                  </a:cubicBezTo>
                  <a:cubicBezTo>
                    <a:pt x="181" y="16"/>
                    <a:pt x="177" y="21"/>
                    <a:pt x="171" y="21"/>
                  </a:cubicBezTo>
                  <a:cubicBezTo>
                    <a:pt x="149" y="21"/>
                    <a:pt x="149" y="21"/>
                    <a:pt x="149" y="21"/>
                  </a:cubicBezTo>
                  <a:cubicBezTo>
                    <a:pt x="149" y="43"/>
                    <a:pt x="149" y="43"/>
                    <a:pt x="149" y="43"/>
                  </a:cubicBezTo>
                  <a:cubicBezTo>
                    <a:pt x="174" y="45"/>
                    <a:pt x="197" y="53"/>
                    <a:pt x="217" y="67"/>
                  </a:cubicBezTo>
                  <a:cubicBezTo>
                    <a:pt x="235" y="49"/>
                    <a:pt x="235" y="49"/>
                    <a:pt x="235" y="49"/>
                  </a:cubicBezTo>
                  <a:cubicBezTo>
                    <a:pt x="220" y="33"/>
                    <a:pt x="220" y="33"/>
                    <a:pt x="220" y="33"/>
                  </a:cubicBezTo>
                  <a:cubicBezTo>
                    <a:pt x="215" y="29"/>
                    <a:pt x="215" y="23"/>
                    <a:pt x="220" y="18"/>
                  </a:cubicBezTo>
                  <a:cubicBezTo>
                    <a:pt x="224" y="14"/>
                    <a:pt x="231" y="14"/>
                    <a:pt x="235" y="18"/>
                  </a:cubicBezTo>
                  <a:lnTo>
                    <a:pt x="280" y="64"/>
                  </a:lnTo>
                  <a:close/>
                  <a:moveTo>
                    <a:pt x="139" y="64"/>
                  </a:moveTo>
                  <a:cubicBezTo>
                    <a:pt x="74" y="64"/>
                    <a:pt x="21" y="116"/>
                    <a:pt x="21" y="181"/>
                  </a:cubicBezTo>
                  <a:cubicBezTo>
                    <a:pt x="21" y="246"/>
                    <a:pt x="74" y="298"/>
                    <a:pt x="139" y="298"/>
                  </a:cubicBezTo>
                  <a:cubicBezTo>
                    <a:pt x="203" y="298"/>
                    <a:pt x="256" y="246"/>
                    <a:pt x="256" y="181"/>
                  </a:cubicBezTo>
                  <a:cubicBezTo>
                    <a:pt x="256" y="116"/>
                    <a:pt x="203" y="64"/>
                    <a:pt x="139"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65" name="Group 932"/>
          <p:cNvGrpSpPr>
            <a:grpSpLocks noChangeAspect="1"/>
          </p:cNvGrpSpPr>
          <p:nvPr/>
        </p:nvGrpSpPr>
        <p:grpSpPr bwMode="auto">
          <a:xfrm>
            <a:off x="5407061" y="2976014"/>
            <a:ext cx="581566" cy="581566"/>
            <a:chOff x="5795" y="3560"/>
            <a:chExt cx="340" cy="340"/>
          </a:xfrm>
          <a:solidFill>
            <a:schemeClr val="bg1"/>
          </a:solidFill>
        </p:grpSpPr>
        <p:sp>
          <p:nvSpPr>
            <p:cNvPr id="66" name="Freeform 933"/>
            <p:cNvSpPr>
              <a:spLocks noEditPoints="1"/>
            </p:cNvSpPr>
            <p:nvPr/>
          </p:nvSpPr>
          <p:spPr bwMode="auto">
            <a:xfrm>
              <a:off x="5859" y="3652"/>
              <a:ext cx="212" cy="148"/>
            </a:xfrm>
            <a:custGeom>
              <a:avLst/>
              <a:gdLst>
                <a:gd name="T0" fmla="*/ 313 w 320"/>
                <a:gd name="T1" fmla="*/ 54 h 224"/>
                <a:gd name="T2" fmla="*/ 163 w 320"/>
                <a:gd name="T3" fmla="*/ 1 h 224"/>
                <a:gd name="T4" fmla="*/ 156 w 320"/>
                <a:gd name="T5" fmla="*/ 1 h 224"/>
                <a:gd name="T6" fmla="*/ 7 w 320"/>
                <a:gd name="T7" fmla="*/ 54 h 224"/>
                <a:gd name="T8" fmla="*/ 0 w 320"/>
                <a:gd name="T9" fmla="*/ 64 h 224"/>
                <a:gd name="T10" fmla="*/ 6 w 320"/>
                <a:gd name="T11" fmla="*/ 74 h 224"/>
                <a:gd name="T12" fmla="*/ 63 w 320"/>
                <a:gd name="T13" fmla="*/ 98 h 224"/>
                <a:gd name="T14" fmla="*/ 53 w 320"/>
                <a:gd name="T15" fmla="*/ 170 h 224"/>
                <a:gd name="T16" fmla="*/ 54 w 320"/>
                <a:gd name="T17" fmla="*/ 176 h 224"/>
                <a:gd name="T18" fmla="*/ 160 w 320"/>
                <a:gd name="T19" fmla="*/ 224 h 224"/>
                <a:gd name="T20" fmla="*/ 264 w 320"/>
                <a:gd name="T21" fmla="*/ 178 h 224"/>
                <a:gd name="T22" fmla="*/ 266 w 320"/>
                <a:gd name="T23" fmla="*/ 170 h 224"/>
                <a:gd name="T24" fmla="*/ 257 w 320"/>
                <a:gd name="T25" fmla="*/ 98 h 224"/>
                <a:gd name="T26" fmla="*/ 288 w 320"/>
                <a:gd name="T27" fmla="*/ 85 h 224"/>
                <a:gd name="T28" fmla="*/ 288 w 320"/>
                <a:gd name="T29" fmla="*/ 214 h 224"/>
                <a:gd name="T30" fmla="*/ 298 w 320"/>
                <a:gd name="T31" fmla="*/ 224 h 224"/>
                <a:gd name="T32" fmla="*/ 309 w 320"/>
                <a:gd name="T33" fmla="*/ 214 h 224"/>
                <a:gd name="T34" fmla="*/ 309 w 320"/>
                <a:gd name="T35" fmla="*/ 76 h 224"/>
                <a:gd name="T36" fmla="*/ 313 w 320"/>
                <a:gd name="T37" fmla="*/ 74 h 224"/>
                <a:gd name="T38" fmla="*/ 320 w 320"/>
                <a:gd name="T39" fmla="*/ 64 h 224"/>
                <a:gd name="T40" fmla="*/ 313 w 320"/>
                <a:gd name="T41" fmla="*/ 54 h 224"/>
                <a:gd name="T42" fmla="*/ 244 w 320"/>
                <a:gd name="T43" fmla="*/ 167 h 224"/>
                <a:gd name="T44" fmla="*/ 160 w 320"/>
                <a:gd name="T45" fmla="*/ 203 h 224"/>
                <a:gd name="T46" fmla="*/ 75 w 320"/>
                <a:gd name="T47" fmla="*/ 168 h 224"/>
                <a:gd name="T48" fmla="*/ 83 w 320"/>
                <a:gd name="T49" fmla="*/ 107 h 224"/>
                <a:gd name="T50" fmla="*/ 155 w 320"/>
                <a:gd name="T51" fmla="*/ 138 h 224"/>
                <a:gd name="T52" fmla="*/ 160 w 320"/>
                <a:gd name="T53" fmla="*/ 139 h 224"/>
                <a:gd name="T54" fmla="*/ 164 w 320"/>
                <a:gd name="T55" fmla="*/ 138 h 224"/>
                <a:gd name="T56" fmla="*/ 236 w 320"/>
                <a:gd name="T57" fmla="*/ 107 h 224"/>
                <a:gd name="T58" fmla="*/ 244 w 320"/>
                <a:gd name="T59" fmla="*/ 167 h 224"/>
                <a:gd name="T60" fmla="*/ 160 w 320"/>
                <a:gd name="T61" fmla="*/ 117 h 224"/>
                <a:gd name="T62" fmla="*/ 40 w 320"/>
                <a:gd name="T63" fmla="*/ 65 h 224"/>
                <a:gd name="T64" fmla="*/ 160 w 320"/>
                <a:gd name="T65" fmla="*/ 22 h 224"/>
                <a:gd name="T66" fmla="*/ 280 w 320"/>
                <a:gd name="T67" fmla="*/ 65 h 224"/>
                <a:gd name="T68" fmla="*/ 160 w 320"/>
                <a:gd name="T69" fmla="*/ 11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0" h="224">
                  <a:moveTo>
                    <a:pt x="313" y="54"/>
                  </a:moveTo>
                  <a:cubicBezTo>
                    <a:pt x="163" y="1"/>
                    <a:pt x="163" y="1"/>
                    <a:pt x="163" y="1"/>
                  </a:cubicBezTo>
                  <a:cubicBezTo>
                    <a:pt x="161" y="0"/>
                    <a:pt x="158" y="0"/>
                    <a:pt x="156" y="1"/>
                  </a:cubicBezTo>
                  <a:cubicBezTo>
                    <a:pt x="7" y="54"/>
                    <a:pt x="7" y="54"/>
                    <a:pt x="7" y="54"/>
                  </a:cubicBezTo>
                  <a:cubicBezTo>
                    <a:pt x="3" y="56"/>
                    <a:pt x="0" y="60"/>
                    <a:pt x="0" y="64"/>
                  </a:cubicBezTo>
                  <a:cubicBezTo>
                    <a:pt x="0" y="68"/>
                    <a:pt x="2" y="72"/>
                    <a:pt x="6" y="74"/>
                  </a:cubicBezTo>
                  <a:cubicBezTo>
                    <a:pt x="63" y="98"/>
                    <a:pt x="63" y="98"/>
                    <a:pt x="63" y="98"/>
                  </a:cubicBezTo>
                  <a:cubicBezTo>
                    <a:pt x="53" y="170"/>
                    <a:pt x="53" y="170"/>
                    <a:pt x="53" y="170"/>
                  </a:cubicBezTo>
                  <a:cubicBezTo>
                    <a:pt x="53" y="172"/>
                    <a:pt x="53" y="174"/>
                    <a:pt x="54" y="176"/>
                  </a:cubicBezTo>
                  <a:cubicBezTo>
                    <a:pt x="56" y="178"/>
                    <a:pt x="83" y="224"/>
                    <a:pt x="160" y="224"/>
                  </a:cubicBezTo>
                  <a:cubicBezTo>
                    <a:pt x="223" y="224"/>
                    <a:pt x="262" y="180"/>
                    <a:pt x="264" y="178"/>
                  </a:cubicBezTo>
                  <a:cubicBezTo>
                    <a:pt x="266" y="176"/>
                    <a:pt x="267" y="173"/>
                    <a:pt x="266" y="170"/>
                  </a:cubicBezTo>
                  <a:cubicBezTo>
                    <a:pt x="257" y="98"/>
                    <a:pt x="257" y="98"/>
                    <a:pt x="257" y="98"/>
                  </a:cubicBezTo>
                  <a:cubicBezTo>
                    <a:pt x="288" y="85"/>
                    <a:pt x="288" y="85"/>
                    <a:pt x="288" y="85"/>
                  </a:cubicBezTo>
                  <a:cubicBezTo>
                    <a:pt x="288" y="214"/>
                    <a:pt x="288" y="214"/>
                    <a:pt x="288" y="214"/>
                  </a:cubicBezTo>
                  <a:cubicBezTo>
                    <a:pt x="288" y="220"/>
                    <a:pt x="292" y="224"/>
                    <a:pt x="298" y="224"/>
                  </a:cubicBezTo>
                  <a:cubicBezTo>
                    <a:pt x="304" y="224"/>
                    <a:pt x="309" y="220"/>
                    <a:pt x="309" y="214"/>
                  </a:cubicBezTo>
                  <a:cubicBezTo>
                    <a:pt x="309" y="76"/>
                    <a:pt x="309" y="76"/>
                    <a:pt x="309" y="76"/>
                  </a:cubicBezTo>
                  <a:cubicBezTo>
                    <a:pt x="313" y="74"/>
                    <a:pt x="313" y="74"/>
                    <a:pt x="313" y="74"/>
                  </a:cubicBezTo>
                  <a:cubicBezTo>
                    <a:pt x="317" y="72"/>
                    <a:pt x="320" y="68"/>
                    <a:pt x="320" y="64"/>
                  </a:cubicBezTo>
                  <a:cubicBezTo>
                    <a:pt x="320" y="60"/>
                    <a:pt x="317" y="56"/>
                    <a:pt x="313" y="54"/>
                  </a:cubicBezTo>
                  <a:close/>
                  <a:moveTo>
                    <a:pt x="244" y="167"/>
                  </a:moveTo>
                  <a:cubicBezTo>
                    <a:pt x="235" y="177"/>
                    <a:pt x="203" y="203"/>
                    <a:pt x="160" y="203"/>
                  </a:cubicBezTo>
                  <a:cubicBezTo>
                    <a:pt x="105" y="203"/>
                    <a:pt x="81" y="177"/>
                    <a:pt x="75" y="168"/>
                  </a:cubicBezTo>
                  <a:cubicBezTo>
                    <a:pt x="83" y="107"/>
                    <a:pt x="83" y="107"/>
                    <a:pt x="83" y="107"/>
                  </a:cubicBezTo>
                  <a:cubicBezTo>
                    <a:pt x="155" y="138"/>
                    <a:pt x="155" y="138"/>
                    <a:pt x="155" y="138"/>
                  </a:cubicBezTo>
                  <a:cubicBezTo>
                    <a:pt x="157" y="139"/>
                    <a:pt x="158" y="139"/>
                    <a:pt x="160" y="139"/>
                  </a:cubicBezTo>
                  <a:cubicBezTo>
                    <a:pt x="161" y="139"/>
                    <a:pt x="163" y="139"/>
                    <a:pt x="164" y="138"/>
                  </a:cubicBezTo>
                  <a:cubicBezTo>
                    <a:pt x="236" y="107"/>
                    <a:pt x="236" y="107"/>
                    <a:pt x="236" y="107"/>
                  </a:cubicBezTo>
                  <a:lnTo>
                    <a:pt x="244" y="167"/>
                  </a:lnTo>
                  <a:close/>
                  <a:moveTo>
                    <a:pt x="160" y="117"/>
                  </a:moveTo>
                  <a:cubicBezTo>
                    <a:pt x="40" y="65"/>
                    <a:pt x="40" y="65"/>
                    <a:pt x="40" y="65"/>
                  </a:cubicBezTo>
                  <a:cubicBezTo>
                    <a:pt x="160" y="22"/>
                    <a:pt x="160" y="22"/>
                    <a:pt x="160" y="22"/>
                  </a:cubicBezTo>
                  <a:cubicBezTo>
                    <a:pt x="280" y="65"/>
                    <a:pt x="280" y="65"/>
                    <a:pt x="280" y="65"/>
                  </a:cubicBezTo>
                  <a:lnTo>
                    <a:pt x="160" y="11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67" name="Freeform 934"/>
            <p:cNvSpPr>
              <a:spLocks noEditPoints="1"/>
            </p:cNvSpPr>
            <p:nvPr/>
          </p:nvSpPr>
          <p:spPr bwMode="auto">
            <a:xfrm>
              <a:off x="5795" y="35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78" name="Group 669"/>
          <p:cNvGrpSpPr>
            <a:grpSpLocks noChangeAspect="1"/>
          </p:cNvGrpSpPr>
          <p:nvPr/>
        </p:nvGrpSpPr>
        <p:grpSpPr bwMode="auto">
          <a:xfrm>
            <a:off x="4634192" y="4152495"/>
            <a:ext cx="634003" cy="634003"/>
            <a:chOff x="1910" y="2326"/>
            <a:chExt cx="340" cy="340"/>
          </a:xfrm>
          <a:solidFill>
            <a:schemeClr val="bg1"/>
          </a:solidFill>
        </p:grpSpPr>
        <p:sp>
          <p:nvSpPr>
            <p:cNvPr id="79" name="Freeform 670"/>
            <p:cNvSpPr>
              <a:spLocks noEditPoints="1"/>
            </p:cNvSpPr>
            <p:nvPr/>
          </p:nvSpPr>
          <p:spPr bwMode="auto">
            <a:xfrm>
              <a:off x="1910" y="232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80" name="Freeform 671"/>
            <p:cNvSpPr>
              <a:spLocks noEditPoints="1"/>
            </p:cNvSpPr>
            <p:nvPr/>
          </p:nvSpPr>
          <p:spPr bwMode="auto">
            <a:xfrm>
              <a:off x="1973" y="2390"/>
              <a:ext cx="214" cy="212"/>
            </a:xfrm>
            <a:custGeom>
              <a:avLst/>
              <a:gdLst>
                <a:gd name="T0" fmla="*/ 298 w 322"/>
                <a:gd name="T1" fmla="*/ 67 h 320"/>
                <a:gd name="T2" fmla="*/ 246 w 322"/>
                <a:gd name="T3" fmla="*/ 55 h 320"/>
                <a:gd name="T4" fmla="*/ 246 w 322"/>
                <a:gd name="T5" fmla="*/ 10 h 320"/>
                <a:gd name="T6" fmla="*/ 235 w 322"/>
                <a:gd name="T7" fmla="*/ 0 h 320"/>
                <a:gd name="T8" fmla="*/ 86 w 322"/>
                <a:gd name="T9" fmla="*/ 0 h 320"/>
                <a:gd name="T10" fmla="*/ 75 w 322"/>
                <a:gd name="T11" fmla="*/ 10 h 320"/>
                <a:gd name="T12" fmla="*/ 76 w 322"/>
                <a:gd name="T13" fmla="*/ 55 h 320"/>
                <a:gd name="T14" fmla="*/ 23 w 322"/>
                <a:gd name="T15" fmla="*/ 67 h 320"/>
                <a:gd name="T16" fmla="*/ 52 w 322"/>
                <a:gd name="T17" fmla="*/ 177 h 320"/>
                <a:gd name="T18" fmla="*/ 104 w 322"/>
                <a:gd name="T19" fmla="*/ 213 h 320"/>
                <a:gd name="T20" fmla="*/ 107 w 322"/>
                <a:gd name="T21" fmla="*/ 213 h 320"/>
                <a:gd name="T22" fmla="*/ 109 w 322"/>
                <a:gd name="T23" fmla="*/ 213 h 320"/>
                <a:gd name="T24" fmla="*/ 121 w 322"/>
                <a:gd name="T25" fmla="*/ 227 h 320"/>
                <a:gd name="T26" fmla="*/ 146 w 322"/>
                <a:gd name="T27" fmla="*/ 243 h 320"/>
                <a:gd name="T28" fmla="*/ 119 w 322"/>
                <a:gd name="T29" fmla="*/ 305 h 320"/>
                <a:gd name="T30" fmla="*/ 120 w 322"/>
                <a:gd name="T31" fmla="*/ 315 h 320"/>
                <a:gd name="T32" fmla="*/ 129 w 322"/>
                <a:gd name="T33" fmla="*/ 320 h 320"/>
                <a:gd name="T34" fmla="*/ 193 w 322"/>
                <a:gd name="T35" fmla="*/ 320 h 320"/>
                <a:gd name="T36" fmla="*/ 202 w 322"/>
                <a:gd name="T37" fmla="*/ 315 h 320"/>
                <a:gd name="T38" fmla="*/ 202 w 322"/>
                <a:gd name="T39" fmla="*/ 305 h 320"/>
                <a:gd name="T40" fmla="*/ 176 w 322"/>
                <a:gd name="T41" fmla="*/ 243 h 320"/>
                <a:gd name="T42" fmla="*/ 201 w 322"/>
                <a:gd name="T43" fmla="*/ 227 h 320"/>
                <a:gd name="T44" fmla="*/ 212 w 322"/>
                <a:gd name="T45" fmla="*/ 213 h 320"/>
                <a:gd name="T46" fmla="*/ 214 w 322"/>
                <a:gd name="T47" fmla="*/ 213 h 320"/>
                <a:gd name="T48" fmla="*/ 217 w 322"/>
                <a:gd name="T49" fmla="*/ 213 h 320"/>
                <a:gd name="T50" fmla="*/ 270 w 322"/>
                <a:gd name="T51" fmla="*/ 177 h 320"/>
                <a:gd name="T52" fmla="*/ 298 w 322"/>
                <a:gd name="T53" fmla="*/ 67 h 320"/>
                <a:gd name="T54" fmla="*/ 66 w 322"/>
                <a:gd name="T55" fmla="*/ 161 h 320"/>
                <a:gd name="T56" fmla="*/ 39 w 322"/>
                <a:gd name="T57" fmla="*/ 81 h 320"/>
                <a:gd name="T58" fmla="*/ 77 w 322"/>
                <a:gd name="T59" fmla="*/ 77 h 320"/>
                <a:gd name="T60" fmla="*/ 97 w 322"/>
                <a:gd name="T61" fmla="*/ 186 h 320"/>
                <a:gd name="T62" fmla="*/ 66 w 322"/>
                <a:gd name="T63" fmla="*/ 161 h 320"/>
                <a:gd name="T64" fmla="*/ 145 w 322"/>
                <a:gd name="T65" fmla="*/ 298 h 320"/>
                <a:gd name="T66" fmla="*/ 161 w 322"/>
                <a:gd name="T67" fmla="*/ 262 h 320"/>
                <a:gd name="T68" fmla="*/ 176 w 322"/>
                <a:gd name="T69" fmla="*/ 298 h 320"/>
                <a:gd name="T70" fmla="*/ 145 w 322"/>
                <a:gd name="T71" fmla="*/ 298 h 320"/>
                <a:gd name="T72" fmla="*/ 185 w 322"/>
                <a:gd name="T73" fmla="*/ 213 h 320"/>
                <a:gd name="T74" fmla="*/ 161 w 322"/>
                <a:gd name="T75" fmla="*/ 224 h 320"/>
                <a:gd name="T76" fmla="*/ 136 w 322"/>
                <a:gd name="T77" fmla="*/ 213 h 320"/>
                <a:gd name="T78" fmla="*/ 96 w 322"/>
                <a:gd name="T79" fmla="*/ 21 h 320"/>
                <a:gd name="T80" fmla="*/ 225 w 322"/>
                <a:gd name="T81" fmla="*/ 21 h 320"/>
                <a:gd name="T82" fmla="*/ 185 w 322"/>
                <a:gd name="T83" fmla="*/ 213 h 320"/>
                <a:gd name="T84" fmla="*/ 255 w 322"/>
                <a:gd name="T85" fmla="*/ 161 h 320"/>
                <a:gd name="T86" fmla="*/ 225 w 322"/>
                <a:gd name="T87" fmla="*/ 186 h 320"/>
                <a:gd name="T88" fmla="*/ 245 w 322"/>
                <a:gd name="T89" fmla="*/ 77 h 320"/>
                <a:gd name="T90" fmla="*/ 283 w 322"/>
                <a:gd name="T91" fmla="*/ 81 h 320"/>
                <a:gd name="T92" fmla="*/ 255 w 322"/>
                <a:gd name="T93" fmla="*/ 16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2" h="320">
                  <a:moveTo>
                    <a:pt x="298" y="67"/>
                  </a:moveTo>
                  <a:cubicBezTo>
                    <a:pt x="286" y="54"/>
                    <a:pt x="268" y="50"/>
                    <a:pt x="246" y="55"/>
                  </a:cubicBezTo>
                  <a:cubicBezTo>
                    <a:pt x="247" y="30"/>
                    <a:pt x="246" y="12"/>
                    <a:pt x="246" y="10"/>
                  </a:cubicBezTo>
                  <a:cubicBezTo>
                    <a:pt x="246" y="4"/>
                    <a:pt x="241" y="0"/>
                    <a:pt x="235" y="0"/>
                  </a:cubicBezTo>
                  <a:cubicBezTo>
                    <a:pt x="86" y="0"/>
                    <a:pt x="86" y="0"/>
                    <a:pt x="86" y="0"/>
                  </a:cubicBezTo>
                  <a:cubicBezTo>
                    <a:pt x="80" y="0"/>
                    <a:pt x="76" y="4"/>
                    <a:pt x="75" y="10"/>
                  </a:cubicBezTo>
                  <a:cubicBezTo>
                    <a:pt x="75" y="12"/>
                    <a:pt x="75" y="30"/>
                    <a:pt x="76" y="55"/>
                  </a:cubicBezTo>
                  <a:cubicBezTo>
                    <a:pt x="54" y="50"/>
                    <a:pt x="35" y="54"/>
                    <a:pt x="23" y="67"/>
                  </a:cubicBezTo>
                  <a:cubicBezTo>
                    <a:pt x="0" y="92"/>
                    <a:pt x="12" y="140"/>
                    <a:pt x="52" y="177"/>
                  </a:cubicBezTo>
                  <a:cubicBezTo>
                    <a:pt x="67" y="191"/>
                    <a:pt x="85" y="207"/>
                    <a:pt x="104" y="213"/>
                  </a:cubicBezTo>
                  <a:cubicBezTo>
                    <a:pt x="105" y="213"/>
                    <a:pt x="106" y="213"/>
                    <a:pt x="107" y="213"/>
                  </a:cubicBezTo>
                  <a:cubicBezTo>
                    <a:pt x="108" y="213"/>
                    <a:pt x="109" y="213"/>
                    <a:pt x="109" y="213"/>
                  </a:cubicBezTo>
                  <a:cubicBezTo>
                    <a:pt x="113" y="218"/>
                    <a:pt x="117" y="223"/>
                    <a:pt x="121" y="227"/>
                  </a:cubicBezTo>
                  <a:cubicBezTo>
                    <a:pt x="128" y="235"/>
                    <a:pt x="136" y="240"/>
                    <a:pt x="146" y="243"/>
                  </a:cubicBezTo>
                  <a:cubicBezTo>
                    <a:pt x="119" y="305"/>
                    <a:pt x="119" y="305"/>
                    <a:pt x="119" y="305"/>
                  </a:cubicBezTo>
                  <a:cubicBezTo>
                    <a:pt x="117" y="308"/>
                    <a:pt x="118" y="312"/>
                    <a:pt x="120" y="315"/>
                  </a:cubicBezTo>
                  <a:cubicBezTo>
                    <a:pt x="122" y="318"/>
                    <a:pt x="125" y="320"/>
                    <a:pt x="129" y="320"/>
                  </a:cubicBezTo>
                  <a:cubicBezTo>
                    <a:pt x="193" y="320"/>
                    <a:pt x="193" y="320"/>
                    <a:pt x="193" y="320"/>
                  </a:cubicBezTo>
                  <a:cubicBezTo>
                    <a:pt x="196" y="320"/>
                    <a:pt x="200" y="318"/>
                    <a:pt x="202" y="315"/>
                  </a:cubicBezTo>
                  <a:cubicBezTo>
                    <a:pt x="204" y="312"/>
                    <a:pt x="204" y="308"/>
                    <a:pt x="202" y="305"/>
                  </a:cubicBezTo>
                  <a:cubicBezTo>
                    <a:pt x="176" y="243"/>
                    <a:pt x="176" y="243"/>
                    <a:pt x="176" y="243"/>
                  </a:cubicBezTo>
                  <a:cubicBezTo>
                    <a:pt x="185" y="240"/>
                    <a:pt x="193" y="235"/>
                    <a:pt x="201" y="227"/>
                  </a:cubicBezTo>
                  <a:cubicBezTo>
                    <a:pt x="205" y="223"/>
                    <a:pt x="209" y="218"/>
                    <a:pt x="212" y="213"/>
                  </a:cubicBezTo>
                  <a:cubicBezTo>
                    <a:pt x="213" y="213"/>
                    <a:pt x="213" y="213"/>
                    <a:pt x="214" y="213"/>
                  </a:cubicBezTo>
                  <a:cubicBezTo>
                    <a:pt x="215" y="213"/>
                    <a:pt x="216" y="213"/>
                    <a:pt x="217" y="213"/>
                  </a:cubicBezTo>
                  <a:cubicBezTo>
                    <a:pt x="236" y="207"/>
                    <a:pt x="254" y="191"/>
                    <a:pt x="270" y="177"/>
                  </a:cubicBezTo>
                  <a:cubicBezTo>
                    <a:pt x="309" y="140"/>
                    <a:pt x="322" y="92"/>
                    <a:pt x="298" y="67"/>
                  </a:cubicBezTo>
                  <a:close/>
                  <a:moveTo>
                    <a:pt x="66" y="161"/>
                  </a:moveTo>
                  <a:cubicBezTo>
                    <a:pt x="37" y="134"/>
                    <a:pt x="24" y="97"/>
                    <a:pt x="39" y="81"/>
                  </a:cubicBezTo>
                  <a:cubicBezTo>
                    <a:pt x="46" y="74"/>
                    <a:pt x="60" y="72"/>
                    <a:pt x="77" y="77"/>
                  </a:cubicBezTo>
                  <a:cubicBezTo>
                    <a:pt x="79" y="112"/>
                    <a:pt x="85" y="153"/>
                    <a:pt x="97" y="186"/>
                  </a:cubicBezTo>
                  <a:cubicBezTo>
                    <a:pt x="86" y="179"/>
                    <a:pt x="76" y="170"/>
                    <a:pt x="66" y="161"/>
                  </a:cubicBezTo>
                  <a:close/>
                  <a:moveTo>
                    <a:pt x="145" y="298"/>
                  </a:moveTo>
                  <a:cubicBezTo>
                    <a:pt x="161" y="262"/>
                    <a:pt x="161" y="262"/>
                    <a:pt x="161" y="262"/>
                  </a:cubicBezTo>
                  <a:cubicBezTo>
                    <a:pt x="176" y="298"/>
                    <a:pt x="176" y="298"/>
                    <a:pt x="176" y="298"/>
                  </a:cubicBezTo>
                  <a:lnTo>
                    <a:pt x="145" y="298"/>
                  </a:lnTo>
                  <a:close/>
                  <a:moveTo>
                    <a:pt x="185" y="213"/>
                  </a:moveTo>
                  <a:cubicBezTo>
                    <a:pt x="178" y="220"/>
                    <a:pt x="170" y="224"/>
                    <a:pt x="161" y="224"/>
                  </a:cubicBezTo>
                  <a:cubicBezTo>
                    <a:pt x="151" y="224"/>
                    <a:pt x="143" y="220"/>
                    <a:pt x="136" y="213"/>
                  </a:cubicBezTo>
                  <a:cubicBezTo>
                    <a:pt x="102" y="177"/>
                    <a:pt x="96" y="70"/>
                    <a:pt x="96" y="21"/>
                  </a:cubicBezTo>
                  <a:cubicBezTo>
                    <a:pt x="225" y="21"/>
                    <a:pt x="225" y="21"/>
                    <a:pt x="225" y="21"/>
                  </a:cubicBezTo>
                  <a:cubicBezTo>
                    <a:pt x="225" y="70"/>
                    <a:pt x="220" y="177"/>
                    <a:pt x="185" y="213"/>
                  </a:cubicBezTo>
                  <a:close/>
                  <a:moveTo>
                    <a:pt x="255" y="161"/>
                  </a:moveTo>
                  <a:cubicBezTo>
                    <a:pt x="246" y="170"/>
                    <a:pt x="235" y="179"/>
                    <a:pt x="225" y="186"/>
                  </a:cubicBezTo>
                  <a:cubicBezTo>
                    <a:pt x="237" y="153"/>
                    <a:pt x="242" y="112"/>
                    <a:pt x="245" y="77"/>
                  </a:cubicBezTo>
                  <a:cubicBezTo>
                    <a:pt x="261" y="72"/>
                    <a:pt x="275" y="74"/>
                    <a:pt x="283" y="81"/>
                  </a:cubicBezTo>
                  <a:cubicBezTo>
                    <a:pt x="297" y="97"/>
                    <a:pt x="284" y="134"/>
                    <a:pt x="255" y="16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81" name="Group 986"/>
          <p:cNvGrpSpPr>
            <a:grpSpLocks noChangeAspect="1"/>
          </p:cNvGrpSpPr>
          <p:nvPr/>
        </p:nvGrpSpPr>
        <p:grpSpPr bwMode="auto">
          <a:xfrm>
            <a:off x="3956774" y="3775810"/>
            <a:ext cx="557211" cy="557211"/>
            <a:chOff x="4274" y="3998"/>
            <a:chExt cx="340" cy="340"/>
          </a:xfrm>
          <a:solidFill>
            <a:schemeClr val="bg1"/>
          </a:solidFill>
        </p:grpSpPr>
        <p:sp>
          <p:nvSpPr>
            <p:cNvPr id="82" name="Freeform 987"/>
            <p:cNvSpPr>
              <a:spLocks noEditPoints="1"/>
            </p:cNvSpPr>
            <p:nvPr/>
          </p:nvSpPr>
          <p:spPr bwMode="auto">
            <a:xfrm>
              <a:off x="4338" y="4068"/>
              <a:ext cx="212" cy="192"/>
            </a:xfrm>
            <a:custGeom>
              <a:avLst/>
              <a:gdLst>
                <a:gd name="T0" fmla="*/ 85 w 320"/>
                <a:gd name="T1" fmla="*/ 236 h 289"/>
                <a:gd name="T2" fmla="*/ 85 w 320"/>
                <a:gd name="T3" fmla="*/ 151 h 289"/>
                <a:gd name="T4" fmla="*/ 96 w 320"/>
                <a:gd name="T5" fmla="*/ 140 h 289"/>
                <a:gd name="T6" fmla="*/ 106 w 320"/>
                <a:gd name="T7" fmla="*/ 151 h 289"/>
                <a:gd name="T8" fmla="*/ 106 w 320"/>
                <a:gd name="T9" fmla="*/ 236 h 289"/>
                <a:gd name="T10" fmla="*/ 96 w 320"/>
                <a:gd name="T11" fmla="*/ 247 h 289"/>
                <a:gd name="T12" fmla="*/ 85 w 320"/>
                <a:gd name="T13" fmla="*/ 236 h 289"/>
                <a:gd name="T14" fmla="*/ 138 w 320"/>
                <a:gd name="T15" fmla="*/ 247 h 289"/>
                <a:gd name="T16" fmla="*/ 149 w 320"/>
                <a:gd name="T17" fmla="*/ 236 h 289"/>
                <a:gd name="T18" fmla="*/ 149 w 320"/>
                <a:gd name="T19" fmla="*/ 151 h 289"/>
                <a:gd name="T20" fmla="*/ 138 w 320"/>
                <a:gd name="T21" fmla="*/ 140 h 289"/>
                <a:gd name="T22" fmla="*/ 128 w 320"/>
                <a:gd name="T23" fmla="*/ 151 h 289"/>
                <a:gd name="T24" fmla="*/ 128 w 320"/>
                <a:gd name="T25" fmla="*/ 236 h 289"/>
                <a:gd name="T26" fmla="*/ 138 w 320"/>
                <a:gd name="T27" fmla="*/ 247 h 289"/>
                <a:gd name="T28" fmla="*/ 181 w 320"/>
                <a:gd name="T29" fmla="*/ 247 h 289"/>
                <a:gd name="T30" fmla="*/ 192 w 320"/>
                <a:gd name="T31" fmla="*/ 236 h 289"/>
                <a:gd name="T32" fmla="*/ 192 w 320"/>
                <a:gd name="T33" fmla="*/ 151 h 289"/>
                <a:gd name="T34" fmla="*/ 181 w 320"/>
                <a:gd name="T35" fmla="*/ 140 h 289"/>
                <a:gd name="T36" fmla="*/ 170 w 320"/>
                <a:gd name="T37" fmla="*/ 151 h 289"/>
                <a:gd name="T38" fmla="*/ 170 w 320"/>
                <a:gd name="T39" fmla="*/ 236 h 289"/>
                <a:gd name="T40" fmla="*/ 181 w 320"/>
                <a:gd name="T41" fmla="*/ 247 h 289"/>
                <a:gd name="T42" fmla="*/ 224 w 320"/>
                <a:gd name="T43" fmla="*/ 247 h 289"/>
                <a:gd name="T44" fmla="*/ 234 w 320"/>
                <a:gd name="T45" fmla="*/ 236 h 289"/>
                <a:gd name="T46" fmla="*/ 234 w 320"/>
                <a:gd name="T47" fmla="*/ 151 h 289"/>
                <a:gd name="T48" fmla="*/ 224 w 320"/>
                <a:gd name="T49" fmla="*/ 140 h 289"/>
                <a:gd name="T50" fmla="*/ 213 w 320"/>
                <a:gd name="T51" fmla="*/ 151 h 289"/>
                <a:gd name="T52" fmla="*/ 213 w 320"/>
                <a:gd name="T53" fmla="*/ 236 h 289"/>
                <a:gd name="T54" fmla="*/ 224 w 320"/>
                <a:gd name="T55" fmla="*/ 247 h 289"/>
                <a:gd name="T56" fmla="*/ 320 w 320"/>
                <a:gd name="T57" fmla="*/ 108 h 289"/>
                <a:gd name="T58" fmla="*/ 309 w 320"/>
                <a:gd name="T59" fmla="*/ 119 h 289"/>
                <a:gd name="T60" fmla="*/ 307 w 320"/>
                <a:gd name="T61" fmla="*/ 119 h 289"/>
                <a:gd name="T62" fmla="*/ 277 w 320"/>
                <a:gd name="T63" fmla="*/ 281 h 289"/>
                <a:gd name="T64" fmla="*/ 266 w 320"/>
                <a:gd name="T65" fmla="*/ 289 h 289"/>
                <a:gd name="T66" fmla="*/ 53 w 320"/>
                <a:gd name="T67" fmla="*/ 289 h 289"/>
                <a:gd name="T68" fmla="*/ 43 w 320"/>
                <a:gd name="T69" fmla="*/ 281 h 289"/>
                <a:gd name="T70" fmla="*/ 12 w 320"/>
                <a:gd name="T71" fmla="*/ 119 h 289"/>
                <a:gd name="T72" fmla="*/ 10 w 320"/>
                <a:gd name="T73" fmla="*/ 119 h 289"/>
                <a:gd name="T74" fmla="*/ 0 w 320"/>
                <a:gd name="T75" fmla="*/ 108 h 289"/>
                <a:gd name="T76" fmla="*/ 10 w 320"/>
                <a:gd name="T77" fmla="*/ 97 h 289"/>
                <a:gd name="T78" fmla="*/ 47 w 320"/>
                <a:gd name="T79" fmla="*/ 97 h 289"/>
                <a:gd name="T80" fmla="*/ 108 w 320"/>
                <a:gd name="T81" fmla="*/ 6 h 289"/>
                <a:gd name="T82" fmla="*/ 123 w 320"/>
                <a:gd name="T83" fmla="*/ 3 h 289"/>
                <a:gd name="T84" fmla="*/ 126 w 320"/>
                <a:gd name="T85" fmla="*/ 18 h 289"/>
                <a:gd name="T86" fmla="*/ 73 w 320"/>
                <a:gd name="T87" fmla="*/ 97 h 289"/>
                <a:gd name="T88" fmla="*/ 246 w 320"/>
                <a:gd name="T89" fmla="*/ 97 h 289"/>
                <a:gd name="T90" fmla="*/ 193 w 320"/>
                <a:gd name="T91" fmla="*/ 18 h 289"/>
                <a:gd name="T92" fmla="*/ 196 w 320"/>
                <a:gd name="T93" fmla="*/ 3 h 289"/>
                <a:gd name="T94" fmla="*/ 211 w 320"/>
                <a:gd name="T95" fmla="*/ 6 h 289"/>
                <a:gd name="T96" fmla="*/ 272 w 320"/>
                <a:gd name="T97" fmla="*/ 97 h 289"/>
                <a:gd name="T98" fmla="*/ 309 w 320"/>
                <a:gd name="T99" fmla="*/ 97 h 289"/>
                <a:gd name="T100" fmla="*/ 320 w 320"/>
                <a:gd name="T101" fmla="*/ 108 h 289"/>
                <a:gd name="T102" fmla="*/ 285 w 320"/>
                <a:gd name="T103" fmla="*/ 119 h 289"/>
                <a:gd name="T104" fmla="*/ 34 w 320"/>
                <a:gd name="T105" fmla="*/ 119 h 289"/>
                <a:gd name="T106" fmla="*/ 62 w 320"/>
                <a:gd name="T107" fmla="*/ 268 h 289"/>
                <a:gd name="T108" fmla="*/ 257 w 320"/>
                <a:gd name="T109" fmla="*/ 268 h 289"/>
                <a:gd name="T110" fmla="*/ 285 w 320"/>
                <a:gd name="T111" fmla="*/ 11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89">
                  <a:moveTo>
                    <a:pt x="85" y="236"/>
                  </a:moveTo>
                  <a:cubicBezTo>
                    <a:pt x="85" y="151"/>
                    <a:pt x="85" y="151"/>
                    <a:pt x="85" y="151"/>
                  </a:cubicBezTo>
                  <a:cubicBezTo>
                    <a:pt x="85" y="145"/>
                    <a:pt x="90" y="140"/>
                    <a:pt x="96" y="140"/>
                  </a:cubicBezTo>
                  <a:cubicBezTo>
                    <a:pt x="102" y="140"/>
                    <a:pt x="106" y="145"/>
                    <a:pt x="106" y="151"/>
                  </a:cubicBezTo>
                  <a:cubicBezTo>
                    <a:pt x="106" y="236"/>
                    <a:pt x="106" y="236"/>
                    <a:pt x="106" y="236"/>
                  </a:cubicBezTo>
                  <a:cubicBezTo>
                    <a:pt x="106" y="242"/>
                    <a:pt x="102" y="247"/>
                    <a:pt x="96" y="247"/>
                  </a:cubicBezTo>
                  <a:cubicBezTo>
                    <a:pt x="90" y="247"/>
                    <a:pt x="85" y="242"/>
                    <a:pt x="85" y="236"/>
                  </a:cubicBezTo>
                  <a:close/>
                  <a:moveTo>
                    <a:pt x="138" y="247"/>
                  </a:moveTo>
                  <a:cubicBezTo>
                    <a:pt x="144" y="247"/>
                    <a:pt x="149" y="242"/>
                    <a:pt x="149" y="236"/>
                  </a:cubicBezTo>
                  <a:cubicBezTo>
                    <a:pt x="149" y="151"/>
                    <a:pt x="149" y="151"/>
                    <a:pt x="149" y="151"/>
                  </a:cubicBezTo>
                  <a:cubicBezTo>
                    <a:pt x="149" y="145"/>
                    <a:pt x="144" y="140"/>
                    <a:pt x="138" y="140"/>
                  </a:cubicBezTo>
                  <a:cubicBezTo>
                    <a:pt x="132" y="140"/>
                    <a:pt x="128" y="145"/>
                    <a:pt x="128" y="151"/>
                  </a:cubicBezTo>
                  <a:cubicBezTo>
                    <a:pt x="128" y="236"/>
                    <a:pt x="128" y="236"/>
                    <a:pt x="128" y="236"/>
                  </a:cubicBezTo>
                  <a:cubicBezTo>
                    <a:pt x="128" y="242"/>
                    <a:pt x="132" y="247"/>
                    <a:pt x="138" y="247"/>
                  </a:cubicBezTo>
                  <a:close/>
                  <a:moveTo>
                    <a:pt x="181" y="247"/>
                  </a:moveTo>
                  <a:cubicBezTo>
                    <a:pt x="187" y="247"/>
                    <a:pt x="192" y="242"/>
                    <a:pt x="192" y="236"/>
                  </a:cubicBezTo>
                  <a:cubicBezTo>
                    <a:pt x="192" y="151"/>
                    <a:pt x="192" y="151"/>
                    <a:pt x="192" y="151"/>
                  </a:cubicBezTo>
                  <a:cubicBezTo>
                    <a:pt x="192" y="145"/>
                    <a:pt x="187" y="140"/>
                    <a:pt x="181" y="140"/>
                  </a:cubicBezTo>
                  <a:cubicBezTo>
                    <a:pt x="175" y="140"/>
                    <a:pt x="170" y="145"/>
                    <a:pt x="170" y="151"/>
                  </a:cubicBezTo>
                  <a:cubicBezTo>
                    <a:pt x="170" y="236"/>
                    <a:pt x="170" y="236"/>
                    <a:pt x="170" y="236"/>
                  </a:cubicBezTo>
                  <a:cubicBezTo>
                    <a:pt x="170" y="242"/>
                    <a:pt x="175" y="247"/>
                    <a:pt x="181" y="247"/>
                  </a:cubicBezTo>
                  <a:close/>
                  <a:moveTo>
                    <a:pt x="224" y="247"/>
                  </a:moveTo>
                  <a:cubicBezTo>
                    <a:pt x="230" y="247"/>
                    <a:pt x="234" y="242"/>
                    <a:pt x="234" y="236"/>
                  </a:cubicBezTo>
                  <a:cubicBezTo>
                    <a:pt x="234" y="151"/>
                    <a:pt x="234" y="151"/>
                    <a:pt x="234" y="151"/>
                  </a:cubicBezTo>
                  <a:cubicBezTo>
                    <a:pt x="234" y="145"/>
                    <a:pt x="230" y="140"/>
                    <a:pt x="224" y="140"/>
                  </a:cubicBezTo>
                  <a:cubicBezTo>
                    <a:pt x="218" y="140"/>
                    <a:pt x="213" y="145"/>
                    <a:pt x="213" y="151"/>
                  </a:cubicBezTo>
                  <a:cubicBezTo>
                    <a:pt x="213" y="236"/>
                    <a:pt x="213" y="236"/>
                    <a:pt x="213" y="236"/>
                  </a:cubicBezTo>
                  <a:cubicBezTo>
                    <a:pt x="213" y="242"/>
                    <a:pt x="218" y="247"/>
                    <a:pt x="224" y="247"/>
                  </a:cubicBezTo>
                  <a:close/>
                  <a:moveTo>
                    <a:pt x="320" y="108"/>
                  </a:moveTo>
                  <a:cubicBezTo>
                    <a:pt x="320" y="114"/>
                    <a:pt x="315" y="119"/>
                    <a:pt x="309" y="119"/>
                  </a:cubicBezTo>
                  <a:cubicBezTo>
                    <a:pt x="307" y="119"/>
                    <a:pt x="307" y="119"/>
                    <a:pt x="307" y="119"/>
                  </a:cubicBezTo>
                  <a:cubicBezTo>
                    <a:pt x="277" y="281"/>
                    <a:pt x="277" y="281"/>
                    <a:pt x="277" y="281"/>
                  </a:cubicBezTo>
                  <a:cubicBezTo>
                    <a:pt x="276" y="286"/>
                    <a:pt x="271" y="289"/>
                    <a:pt x="266" y="289"/>
                  </a:cubicBezTo>
                  <a:cubicBezTo>
                    <a:pt x="53" y="289"/>
                    <a:pt x="53" y="289"/>
                    <a:pt x="53" y="289"/>
                  </a:cubicBezTo>
                  <a:cubicBezTo>
                    <a:pt x="48" y="289"/>
                    <a:pt x="43" y="286"/>
                    <a:pt x="43" y="281"/>
                  </a:cubicBezTo>
                  <a:cubicBezTo>
                    <a:pt x="12" y="119"/>
                    <a:pt x="12" y="119"/>
                    <a:pt x="12" y="119"/>
                  </a:cubicBezTo>
                  <a:cubicBezTo>
                    <a:pt x="10" y="119"/>
                    <a:pt x="10" y="119"/>
                    <a:pt x="10" y="119"/>
                  </a:cubicBezTo>
                  <a:cubicBezTo>
                    <a:pt x="4" y="119"/>
                    <a:pt x="0" y="114"/>
                    <a:pt x="0" y="108"/>
                  </a:cubicBezTo>
                  <a:cubicBezTo>
                    <a:pt x="0" y="102"/>
                    <a:pt x="4" y="97"/>
                    <a:pt x="10" y="97"/>
                  </a:cubicBezTo>
                  <a:cubicBezTo>
                    <a:pt x="47" y="97"/>
                    <a:pt x="47" y="97"/>
                    <a:pt x="47" y="97"/>
                  </a:cubicBezTo>
                  <a:cubicBezTo>
                    <a:pt x="108" y="6"/>
                    <a:pt x="108" y="6"/>
                    <a:pt x="108" y="6"/>
                  </a:cubicBezTo>
                  <a:cubicBezTo>
                    <a:pt x="111" y="1"/>
                    <a:pt x="118" y="0"/>
                    <a:pt x="123" y="3"/>
                  </a:cubicBezTo>
                  <a:cubicBezTo>
                    <a:pt x="128" y="6"/>
                    <a:pt x="129" y="13"/>
                    <a:pt x="126" y="18"/>
                  </a:cubicBezTo>
                  <a:cubicBezTo>
                    <a:pt x="73" y="97"/>
                    <a:pt x="73" y="97"/>
                    <a:pt x="73" y="97"/>
                  </a:cubicBezTo>
                  <a:cubicBezTo>
                    <a:pt x="246" y="97"/>
                    <a:pt x="246" y="97"/>
                    <a:pt x="246" y="97"/>
                  </a:cubicBezTo>
                  <a:cubicBezTo>
                    <a:pt x="193" y="18"/>
                    <a:pt x="193" y="18"/>
                    <a:pt x="193" y="18"/>
                  </a:cubicBezTo>
                  <a:cubicBezTo>
                    <a:pt x="190" y="13"/>
                    <a:pt x="192" y="6"/>
                    <a:pt x="196" y="3"/>
                  </a:cubicBezTo>
                  <a:cubicBezTo>
                    <a:pt x="201" y="0"/>
                    <a:pt x="208" y="1"/>
                    <a:pt x="211" y="6"/>
                  </a:cubicBezTo>
                  <a:cubicBezTo>
                    <a:pt x="272" y="97"/>
                    <a:pt x="272" y="97"/>
                    <a:pt x="272" y="97"/>
                  </a:cubicBezTo>
                  <a:cubicBezTo>
                    <a:pt x="309" y="97"/>
                    <a:pt x="309" y="97"/>
                    <a:pt x="309" y="97"/>
                  </a:cubicBezTo>
                  <a:cubicBezTo>
                    <a:pt x="315" y="97"/>
                    <a:pt x="320" y="102"/>
                    <a:pt x="320" y="108"/>
                  </a:cubicBezTo>
                  <a:close/>
                  <a:moveTo>
                    <a:pt x="285" y="119"/>
                  </a:moveTo>
                  <a:cubicBezTo>
                    <a:pt x="34" y="119"/>
                    <a:pt x="34" y="119"/>
                    <a:pt x="34" y="119"/>
                  </a:cubicBezTo>
                  <a:cubicBezTo>
                    <a:pt x="62" y="268"/>
                    <a:pt x="62" y="268"/>
                    <a:pt x="62" y="268"/>
                  </a:cubicBezTo>
                  <a:cubicBezTo>
                    <a:pt x="257" y="268"/>
                    <a:pt x="257" y="268"/>
                    <a:pt x="257" y="268"/>
                  </a:cubicBezTo>
                  <a:lnTo>
                    <a:pt x="285" y="11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83" name="Freeform 988"/>
            <p:cNvSpPr>
              <a:spLocks noEditPoints="1"/>
            </p:cNvSpPr>
            <p:nvPr/>
          </p:nvSpPr>
          <p:spPr bwMode="auto">
            <a:xfrm>
              <a:off x="4274" y="399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87" name="Group 519"/>
          <p:cNvGrpSpPr>
            <a:grpSpLocks noChangeAspect="1"/>
          </p:cNvGrpSpPr>
          <p:nvPr/>
        </p:nvGrpSpPr>
        <p:grpSpPr bwMode="auto">
          <a:xfrm>
            <a:off x="4675511" y="2602013"/>
            <a:ext cx="559857" cy="559857"/>
            <a:chOff x="4190" y="2983"/>
            <a:chExt cx="340" cy="340"/>
          </a:xfrm>
          <a:solidFill>
            <a:schemeClr val="bg1"/>
          </a:solidFill>
        </p:grpSpPr>
        <p:sp>
          <p:nvSpPr>
            <p:cNvPr id="88" name="Freeform 520"/>
            <p:cNvSpPr>
              <a:spLocks noEditPoints="1"/>
            </p:cNvSpPr>
            <p:nvPr/>
          </p:nvSpPr>
          <p:spPr bwMode="auto">
            <a:xfrm>
              <a:off x="4268" y="3061"/>
              <a:ext cx="184" cy="184"/>
            </a:xfrm>
            <a:custGeom>
              <a:avLst/>
              <a:gdLst>
                <a:gd name="T0" fmla="*/ 267 w 278"/>
                <a:gd name="T1" fmla="*/ 96 h 277"/>
                <a:gd name="T2" fmla="*/ 277 w 278"/>
                <a:gd name="T3" fmla="*/ 13 h 277"/>
                <a:gd name="T4" fmla="*/ 267 w 278"/>
                <a:gd name="T5" fmla="*/ 0 h 277"/>
                <a:gd name="T6" fmla="*/ 163 w 278"/>
                <a:gd name="T7" fmla="*/ 4 h 277"/>
                <a:gd name="T8" fmla="*/ 169 w 278"/>
                <a:gd name="T9" fmla="*/ 96 h 277"/>
                <a:gd name="T10" fmla="*/ 149 w 278"/>
                <a:gd name="T11" fmla="*/ 107 h 277"/>
                <a:gd name="T12" fmla="*/ 128 w 278"/>
                <a:gd name="T13" fmla="*/ 128 h 277"/>
                <a:gd name="T14" fmla="*/ 117 w 278"/>
                <a:gd name="T15" fmla="*/ 96 h 277"/>
                <a:gd name="T16" fmla="*/ 117 w 278"/>
                <a:gd name="T17" fmla="*/ 12 h 277"/>
                <a:gd name="T18" fmla="*/ 107 w 278"/>
                <a:gd name="T19" fmla="*/ 0 h 277"/>
                <a:gd name="T20" fmla="*/ 2 w 278"/>
                <a:gd name="T21" fmla="*/ 4 h 277"/>
                <a:gd name="T22" fmla="*/ 19 w 278"/>
                <a:gd name="T23" fmla="*/ 96 h 277"/>
                <a:gd name="T24" fmla="*/ 3 w 278"/>
                <a:gd name="T25" fmla="*/ 100 h 277"/>
                <a:gd name="T26" fmla="*/ 12 w 278"/>
                <a:gd name="T27" fmla="*/ 225 h 277"/>
                <a:gd name="T28" fmla="*/ 32 w 278"/>
                <a:gd name="T29" fmla="*/ 235 h 277"/>
                <a:gd name="T30" fmla="*/ 43 w 278"/>
                <a:gd name="T31" fmla="*/ 277 h 277"/>
                <a:gd name="T32" fmla="*/ 117 w 278"/>
                <a:gd name="T33" fmla="*/ 267 h 277"/>
                <a:gd name="T34" fmla="*/ 128 w 278"/>
                <a:gd name="T35" fmla="*/ 224 h 277"/>
                <a:gd name="T36" fmla="*/ 149 w 278"/>
                <a:gd name="T37" fmla="*/ 213 h 277"/>
                <a:gd name="T38" fmla="*/ 160 w 278"/>
                <a:gd name="T39" fmla="*/ 235 h 277"/>
                <a:gd name="T40" fmla="*/ 171 w 278"/>
                <a:gd name="T41" fmla="*/ 277 h 277"/>
                <a:gd name="T42" fmla="*/ 245 w 278"/>
                <a:gd name="T43" fmla="*/ 267 h 277"/>
                <a:gd name="T44" fmla="*/ 255 w 278"/>
                <a:gd name="T45" fmla="*/ 235 h 277"/>
                <a:gd name="T46" fmla="*/ 277 w 278"/>
                <a:gd name="T47" fmla="*/ 108 h 277"/>
                <a:gd name="T48" fmla="*/ 183 w 278"/>
                <a:gd name="T49" fmla="*/ 21 h 277"/>
                <a:gd name="T50" fmla="*/ 237 w 278"/>
                <a:gd name="T51" fmla="*/ 96 h 277"/>
                <a:gd name="T52" fmla="*/ 183 w 278"/>
                <a:gd name="T53" fmla="*/ 21 h 277"/>
                <a:gd name="T54" fmla="*/ 95 w 278"/>
                <a:gd name="T55" fmla="*/ 21 h 277"/>
                <a:gd name="T56" fmla="*/ 41 w 278"/>
                <a:gd name="T57" fmla="*/ 96 h 277"/>
                <a:gd name="T58" fmla="*/ 107 w 278"/>
                <a:gd name="T59" fmla="*/ 117 h 277"/>
                <a:gd name="T60" fmla="*/ 32 w 278"/>
                <a:gd name="T61" fmla="*/ 213 h 277"/>
                <a:gd name="T62" fmla="*/ 107 w 278"/>
                <a:gd name="T63" fmla="*/ 117 h 277"/>
                <a:gd name="T64" fmla="*/ 53 w 278"/>
                <a:gd name="T65" fmla="*/ 256 h 277"/>
                <a:gd name="T66" fmla="*/ 96 w 278"/>
                <a:gd name="T67" fmla="*/ 235 h 277"/>
                <a:gd name="T68" fmla="*/ 128 w 278"/>
                <a:gd name="T69" fmla="*/ 192 h 277"/>
                <a:gd name="T70" fmla="*/ 149 w 278"/>
                <a:gd name="T71" fmla="*/ 149 h 277"/>
                <a:gd name="T72" fmla="*/ 128 w 278"/>
                <a:gd name="T73" fmla="*/ 192 h 277"/>
                <a:gd name="T74" fmla="*/ 181 w 278"/>
                <a:gd name="T75" fmla="*/ 256 h 277"/>
                <a:gd name="T76" fmla="*/ 224 w 278"/>
                <a:gd name="T77" fmla="*/ 235 h 277"/>
                <a:gd name="T78" fmla="*/ 245 w 278"/>
                <a:gd name="T79" fmla="*/ 213 h 277"/>
                <a:gd name="T80" fmla="*/ 171 w 278"/>
                <a:gd name="T81" fmla="*/ 117 h 277"/>
                <a:gd name="T82" fmla="*/ 245 w 278"/>
                <a:gd name="T83" fmla="*/ 21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277">
                  <a:moveTo>
                    <a:pt x="275" y="100"/>
                  </a:moveTo>
                  <a:cubicBezTo>
                    <a:pt x="273" y="97"/>
                    <a:pt x="270" y="96"/>
                    <a:pt x="267" y="96"/>
                  </a:cubicBezTo>
                  <a:cubicBezTo>
                    <a:pt x="259" y="96"/>
                    <a:pt x="259" y="96"/>
                    <a:pt x="259" y="96"/>
                  </a:cubicBezTo>
                  <a:cubicBezTo>
                    <a:pt x="277" y="13"/>
                    <a:pt x="277" y="13"/>
                    <a:pt x="277" y="13"/>
                  </a:cubicBezTo>
                  <a:cubicBezTo>
                    <a:pt x="278" y="10"/>
                    <a:pt x="277" y="7"/>
                    <a:pt x="275" y="4"/>
                  </a:cubicBezTo>
                  <a:cubicBezTo>
                    <a:pt x="273" y="1"/>
                    <a:pt x="270" y="0"/>
                    <a:pt x="267" y="0"/>
                  </a:cubicBezTo>
                  <a:cubicBezTo>
                    <a:pt x="171" y="0"/>
                    <a:pt x="171" y="0"/>
                    <a:pt x="171" y="0"/>
                  </a:cubicBezTo>
                  <a:cubicBezTo>
                    <a:pt x="168" y="0"/>
                    <a:pt x="165" y="1"/>
                    <a:pt x="163" y="4"/>
                  </a:cubicBezTo>
                  <a:cubicBezTo>
                    <a:pt x="161" y="6"/>
                    <a:pt x="160" y="9"/>
                    <a:pt x="160" y="12"/>
                  </a:cubicBezTo>
                  <a:cubicBezTo>
                    <a:pt x="169" y="96"/>
                    <a:pt x="169" y="96"/>
                    <a:pt x="169" y="96"/>
                  </a:cubicBezTo>
                  <a:cubicBezTo>
                    <a:pt x="160" y="96"/>
                    <a:pt x="160" y="96"/>
                    <a:pt x="160" y="96"/>
                  </a:cubicBezTo>
                  <a:cubicBezTo>
                    <a:pt x="154" y="96"/>
                    <a:pt x="149" y="101"/>
                    <a:pt x="149" y="107"/>
                  </a:cubicBezTo>
                  <a:cubicBezTo>
                    <a:pt x="149" y="128"/>
                    <a:pt x="149" y="128"/>
                    <a:pt x="149" y="128"/>
                  </a:cubicBezTo>
                  <a:cubicBezTo>
                    <a:pt x="128" y="128"/>
                    <a:pt x="128" y="128"/>
                    <a:pt x="128" y="128"/>
                  </a:cubicBezTo>
                  <a:cubicBezTo>
                    <a:pt x="128" y="107"/>
                    <a:pt x="128" y="107"/>
                    <a:pt x="128" y="107"/>
                  </a:cubicBezTo>
                  <a:cubicBezTo>
                    <a:pt x="128" y="101"/>
                    <a:pt x="123" y="96"/>
                    <a:pt x="117" y="96"/>
                  </a:cubicBezTo>
                  <a:cubicBezTo>
                    <a:pt x="108" y="96"/>
                    <a:pt x="108" y="96"/>
                    <a:pt x="108" y="96"/>
                  </a:cubicBezTo>
                  <a:cubicBezTo>
                    <a:pt x="117" y="12"/>
                    <a:pt x="117" y="12"/>
                    <a:pt x="117" y="12"/>
                  </a:cubicBezTo>
                  <a:cubicBezTo>
                    <a:pt x="118" y="9"/>
                    <a:pt x="117" y="6"/>
                    <a:pt x="115" y="4"/>
                  </a:cubicBezTo>
                  <a:cubicBezTo>
                    <a:pt x="113" y="1"/>
                    <a:pt x="110" y="0"/>
                    <a:pt x="107" y="0"/>
                  </a:cubicBezTo>
                  <a:cubicBezTo>
                    <a:pt x="11" y="0"/>
                    <a:pt x="11" y="0"/>
                    <a:pt x="11" y="0"/>
                  </a:cubicBezTo>
                  <a:cubicBezTo>
                    <a:pt x="7" y="0"/>
                    <a:pt x="4" y="1"/>
                    <a:pt x="2" y="4"/>
                  </a:cubicBezTo>
                  <a:cubicBezTo>
                    <a:pt x="0" y="7"/>
                    <a:pt x="0" y="10"/>
                    <a:pt x="0" y="13"/>
                  </a:cubicBezTo>
                  <a:cubicBezTo>
                    <a:pt x="19" y="96"/>
                    <a:pt x="19" y="96"/>
                    <a:pt x="19" y="96"/>
                  </a:cubicBezTo>
                  <a:cubicBezTo>
                    <a:pt x="11" y="96"/>
                    <a:pt x="11" y="96"/>
                    <a:pt x="11" y="96"/>
                  </a:cubicBezTo>
                  <a:cubicBezTo>
                    <a:pt x="8" y="96"/>
                    <a:pt x="5" y="97"/>
                    <a:pt x="3" y="100"/>
                  </a:cubicBezTo>
                  <a:cubicBezTo>
                    <a:pt x="1" y="102"/>
                    <a:pt x="0" y="105"/>
                    <a:pt x="0" y="108"/>
                  </a:cubicBezTo>
                  <a:cubicBezTo>
                    <a:pt x="12" y="225"/>
                    <a:pt x="12" y="225"/>
                    <a:pt x="12" y="225"/>
                  </a:cubicBezTo>
                  <a:cubicBezTo>
                    <a:pt x="12" y="231"/>
                    <a:pt x="17" y="235"/>
                    <a:pt x="22" y="235"/>
                  </a:cubicBezTo>
                  <a:cubicBezTo>
                    <a:pt x="32" y="235"/>
                    <a:pt x="32" y="235"/>
                    <a:pt x="32" y="235"/>
                  </a:cubicBezTo>
                  <a:cubicBezTo>
                    <a:pt x="32" y="267"/>
                    <a:pt x="32" y="267"/>
                    <a:pt x="32" y="267"/>
                  </a:cubicBezTo>
                  <a:cubicBezTo>
                    <a:pt x="32" y="273"/>
                    <a:pt x="37" y="277"/>
                    <a:pt x="43" y="277"/>
                  </a:cubicBezTo>
                  <a:cubicBezTo>
                    <a:pt x="107" y="277"/>
                    <a:pt x="107" y="277"/>
                    <a:pt x="107" y="277"/>
                  </a:cubicBezTo>
                  <a:cubicBezTo>
                    <a:pt x="113" y="277"/>
                    <a:pt x="117" y="273"/>
                    <a:pt x="117" y="267"/>
                  </a:cubicBezTo>
                  <a:cubicBezTo>
                    <a:pt x="117" y="235"/>
                    <a:pt x="117" y="235"/>
                    <a:pt x="117" y="235"/>
                  </a:cubicBezTo>
                  <a:cubicBezTo>
                    <a:pt x="123" y="235"/>
                    <a:pt x="128" y="230"/>
                    <a:pt x="128" y="224"/>
                  </a:cubicBezTo>
                  <a:cubicBezTo>
                    <a:pt x="128" y="213"/>
                    <a:pt x="128" y="213"/>
                    <a:pt x="128" y="213"/>
                  </a:cubicBezTo>
                  <a:cubicBezTo>
                    <a:pt x="149" y="213"/>
                    <a:pt x="149" y="213"/>
                    <a:pt x="149" y="213"/>
                  </a:cubicBezTo>
                  <a:cubicBezTo>
                    <a:pt x="149" y="224"/>
                    <a:pt x="149" y="224"/>
                    <a:pt x="149" y="224"/>
                  </a:cubicBezTo>
                  <a:cubicBezTo>
                    <a:pt x="149" y="230"/>
                    <a:pt x="154" y="235"/>
                    <a:pt x="160" y="235"/>
                  </a:cubicBezTo>
                  <a:cubicBezTo>
                    <a:pt x="160" y="267"/>
                    <a:pt x="160" y="267"/>
                    <a:pt x="160" y="267"/>
                  </a:cubicBezTo>
                  <a:cubicBezTo>
                    <a:pt x="160" y="273"/>
                    <a:pt x="165" y="277"/>
                    <a:pt x="171" y="277"/>
                  </a:cubicBezTo>
                  <a:cubicBezTo>
                    <a:pt x="235" y="277"/>
                    <a:pt x="235" y="277"/>
                    <a:pt x="235" y="277"/>
                  </a:cubicBezTo>
                  <a:cubicBezTo>
                    <a:pt x="241" y="277"/>
                    <a:pt x="245" y="273"/>
                    <a:pt x="245" y="267"/>
                  </a:cubicBezTo>
                  <a:cubicBezTo>
                    <a:pt x="245" y="235"/>
                    <a:pt x="245" y="235"/>
                    <a:pt x="245" y="235"/>
                  </a:cubicBezTo>
                  <a:cubicBezTo>
                    <a:pt x="255" y="235"/>
                    <a:pt x="255" y="235"/>
                    <a:pt x="255" y="235"/>
                  </a:cubicBezTo>
                  <a:cubicBezTo>
                    <a:pt x="260" y="235"/>
                    <a:pt x="265" y="231"/>
                    <a:pt x="266" y="225"/>
                  </a:cubicBezTo>
                  <a:cubicBezTo>
                    <a:pt x="277" y="108"/>
                    <a:pt x="277" y="108"/>
                    <a:pt x="277" y="108"/>
                  </a:cubicBezTo>
                  <a:cubicBezTo>
                    <a:pt x="278" y="105"/>
                    <a:pt x="277" y="102"/>
                    <a:pt x="275" y="100"/>
                  </a:cubicBezTo>
                  <a:close/>
                  <a:moveTo>
                    <a:pt x="183" y="21"/>
                  </a:moveTo>
                  <a:cubicBezTo>
                    <a:pt x="253" y="21"/>
                    <a:pt x="253" y="21"/>
                    <a:pt x="253" y="21"/>
                  </a:cubicBezTo>
                  <a:cubicBezTo>
                    <a:pt x="237" y="96"/>
                    <a:pt x="237" y="96"/>
                    <a:pt x="237" y="96"/>
                  </a:cubicBezTo>
                  <a:cubicBezTo>
                    <a:pt x="191" y="96"/>
                    <a:pt x="191" y="96"/>
                    <a:pt x="191" y="96"/>
                  </a:cubicBezTo>
                  <a:lnTo>
                    <a:pt x="183" y="21"/>
                  </a:lnTo>
                  <a:close/>
                  <a:moveTo>
                    <a:pt x="24" y="21"/>
                  </a:moveTo>
                  <a:cubicBezTo>
                    <a:pt x="95" y="21"/>
                    <a:pt x="95" y="21"/>
                    <a:pt x="95" y="21"/>
                  </a:cubicBezTo>
                  <a:cubicBezTo>
                    <a:pt x="86" y="96"/>
                    <a:pt x="86" y="96"/>
                    <a:pt x="86" y="96"/>
                  </a:cubicBezTo>
                  <a:cubicBezTo>
                    <a:pt x="41" y="96"/>
                    <a:pt x="41" y="96"/>
                    <a:pt x="41" y="96"/>
                  </a:cubicBezTo>
                  <a:lnTo>
                    <a:pt x="24" y="21"/>
                  </a:lnTo>
                  <a:close/>
                  <a:moveTo>
                    <a:pt x="107" y="117"/>
                  </a:moveTo>
                  <a:cubicBezTo>
                    <a:pt x="107" y="213"/>
                    <a:pt x="107" y="213"/>
                    <a:pt x="107" y="213"/>
                  </a:cubicBezTo>
                  <a:cubicBezTo>
                    <a:pt x="32" y="213"/>
                    <a:pt x="32" y="213"/>
                    <a:pt x="32" y="213"/>
                  </a:cubicBezTo>
                  <a:cubicBezTo>
                    <a:pt x="22" y="117"/>
                    <a:pt x="22" y="117"/>
                    <a:pt x="22" y="117"/>
                  </a:cubicBezTo>
                  <a:lnTo>
                    <a:pt x="107" y="117"/>
                  </a:lnTo>
                  <a:close/>
                  <a:moveTo>
                    <a:pt x="96" y="256"/>
                  </a:moveTo>
                  <a:cubicBezTo>
                    <a:pt x="53" y="256"/>
                    <a:pt x="53" y="256"/>
                    <a:pt x="53" y="256"/>
                  </a:cubicBezTo>
                  <a:cubicBezTo>
                    <a:pt x="53" y="235"/>
                    <a:pt x="53" y="235"/>
                    <a:pt x="53" y="235"/>
                  </a:cubicBezTo>
                  <a:cubicBezTo>
                    <a:pt x="96" y="235"/>
                    <a:pt x="96" y="235"/>
                    <a:pt x="96" y="235"/>
                  </a:cubicBezTo>
                  <a:lnTo>
                    <a:pt x="96" y="256"/>
                  </a:lnTo>
                  <a:close/>
                  <a:moveTo>
                    <a:pt x="128" y="192"/>
                  </a:moveTo>
                  <a:cubicBezTo>
                    <a:pt x="128" y="149"/>
                    <a:pt x="128" y="149"/>
                    <a:pt x="128" y="149"/>
                  </a:cubicBezTo>
                  <a:cubicBezTo>
                    <a:pt x="149" y="149"/>
                    <a:pt x="149" y="149"/>
                    <a:pt x="149" y="149"/>
                  </a:cubicBezTo>
                  <a:cubicBezTo>
                    <a:pt x="149" y="192"/>
                    <a:pt x="149" y="192"/>
                    <a:pt x="149" y="192"/>
                  </a:cubicBezTo>
                  <a:lnTo>
                    <a:pt x="128" y="192"/>
                  </a:lnTo>
                  <a:close/>
                  <a:moveTo>
                    <a:pt x="224" y="256"/>
                  </a:moveTo>
                  <a:cubicBezTo>
                    <a:pt x="181" y="256"/>
                    <a:pt x="181" y="256"/>
                    <a:pt x="181" y="256"/>
                  </a:cubicBezTo>
                  <a:cubicBezTo>
                    <a:pt x="181" y="235"/>
                    <a:pt x="181" y="235"/>
                    <a:pt x="181" y="235"/>
                  </a:cubicBezTo>
                  <a:cubicBezTo>
                    <a:pt x="224" y="235"/>
                    <a:pt x="224" y="235"/>
                    <a:pt x="224" y="235"/>
                  </a:cubicBezTo>
                  <a:lnTo>
                    <a:pt x="224" y="256"/>
                  </a:lnTo>
                  <a:close/>
                  <a:moveTo>
                    <a:pt x="245" y="213"/>
                  </a:moveTo>
                  <a:cubicBezTo>
                    <a:pt x="171" y="213"/>
                    <a:pt x="171" y="213"/>
                    <a:pt x="171" y="213"/>
                  </a:cubicBezTo>
                  <a:cubicBezTo>
                    <a:pt x="171" y="117"/>
                    <a:pt x="171" y="117"/>
                    <a:pt x="171" y="117"/>
                  </a:cubicBezTo>
                  <a:cubicBezTo>
                    <a:pt x="255" y="117"/>
                    <a:pt x="255" y="117"/>
                    <a:pt x="255" y="117"/>
                  </a:cubicBezTo>
                  <a:lnTo>
                    <a:pt x="245" y="21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89" name="Freeform 521"/>
            <p:cNvSpPr>
              <a:spLocks noEditPoints="1"/>
            </p:cNvSpPr>
            <p:nvPr/>
          </p:nvSpPr>
          <p:spPr bwMode="auto">
            <a:xfrm>
              <a:off x="4190" y="298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spTree>
    <p:extLst>
      <p:ext uri="{BB962C8B-B14F-4D97-AF65-F5344CB8AC3E}">
        <p14:creationId xmlns:p14="http://schemas.microsoft.com/office/powerpoint/2010/main" val="2681813362"/>
      </p:ext>
    </p:extLst>
  </p:cSld>
  <p:clrMapOvr>
    <a:masterClrMapping/>
  </p:clrMapOvr>
  <p:transition>
    <p:fade/>
  </p:transition>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Connectors with bubbles</a:t>
            </a:r>
            <a:endParaRPr lang="en-US" dirty="0"/>
          </a:p>
        </p:txBody>
      </p:sp>
      <p:sp>
        <p:nvSpPr>
          <p:cNvPr id="46" name="Freeform 45"/>
          <p:cNvSpPr/>
          <p:nvPr/>
        </p:nvSpPr>
        <p:spPr bwMode="gray">
          <a:xfrm>
            <a:off x="1550460" y="1900805"/>
            <a:ext cx="1791588" cy="176542"/>
          </a:xfrm>
          <a:custGeom>
            <a:avLst/>
            <a:gdLst>
              <a:gd name="connsiteX0" fmla="*/ 2127564 w 2127564"/>
              <a:gd name="connsiteY0" fmla="*/ 217283 h 217283"/>
              <a:gd name="connsiteX1" fmla="*/ 1765425 w 2127564"/>
              <a:gd name="connsiteY1" fmla="*/ 0 h 217283"/>
              <a:gd name="connsiteX2" fmla="*/ 0 w 2127564"/>
              <a:gd name="connsiteY2" fmla="*/ 0 h 217283"/>
            </a:gdLst>
            <a:ahLst/>
            <a:cxnLst>
              <a:cxn ang="0">
                <a:pos x="connsiteX0" y="connsiteY0"/>
              </a:cxn>
              <a:cxn ang="0">
                <a:pos x="connsiteX1" y="connsiteY1"/>
              </a:cxn>
              <a:cxn ang="0">
                <a:pos x="connsiteX2" y="connsiteY2"/>
              </a:cxn>
            </a:cxnLst>
            <a:rect l="l" t="t" r="r" b="b"/>
            <a:pathLst>
              <a:path w="2127564" h="217283">
                <a:moveTo>
                  <a:pt x="2127564" y="217283"/>
                </a:moveTo>
                <a:lnTo>
                  <a:pt x="1765425"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47" name="Rectangle 46"/>
          <p:cNvSpPr/>
          <p:nvPr/>
        </p:nvSpPr>
        <p:spPr>
          <a:xfrm>
            <a:off x="1550457" y="1927449"/>
            <a:ext cx="148590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 </a:t>
            </a:r>
          </a:p>
        </p:txBody>
      </p:sp>
      <p:sp>
        <p:nvSpPr>
          <p:cNvPr id="60" name="Rectangle 59"/>
          <p:cNvSpPr/>
          <p:nvPr/>
        </p:nvSpPr>
        <p:spPr>
          <a:xfrm>
            <a:off x="1550457" y="1762348"/>
            <a:ext cx="148590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61" name="Freeform 60"/>
          <p:cNvSpPr/>
          <p:nvPr/>
        </p:nvSpPr>
        <p:spPr bwMode="gray">
          <a:xfrm flipH="1">
            <a:off x="6528903" y="2033308"/>
            <a:ext cx="1791588" cy="176542"/>
          </a:xfrm>
          <a:custGeom>
            <a:avLst/>
            <a:gdLst>
              <a:gd name="connsiteX0" fmla="*/ 2127564 w 2127564"/>
              <a:gd name="connsiteY0" fmla="*/ 217283 h 217283"/>
              <a:gd name="connsiteX1" fmla="*/ 1765425 w 2127564"/>
              <a:gd name="connsiteY1" fmla="*/ 0 h 217283"/>
              <a:gd name="connsiteX2" fmla="*/ 0 w 2127564"/>
              <a:gd name="connsiteY2" fmla="*/ 0 h 217283"/>
            </a:gdLst>
            <a:ahLst/>
            <a:cxnLst>
              <a:cxn ang="0">
                <a:pos x="connsiteX0" y="connsiteY0"/>
              </a:cxn>
              <a:cxn ang="0">
                <a:pos x="connsiteX1" y="connsiteY1"/>
              </a:cxn>
              <a:cxn ang="0">
                <a:pos x="connsiteX2" y="connsiteY2"/>
              </a:cxn>
            </a:cxnLst>
            <a:rect l="l" t="t" r="r" b="b"/>
            <a:pathLst>
              <a:path w="2127564" h="217283">
                <a:moveTo>
                  <a:pt x="2127564" y="217283"/>
                </a:moveTo>
                <a:lnTo>
                  <a:pt x="1765425"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62" name="Rectangle 61"/>
          <p:cNvSpPr/>
          <p:nvPr/>
        </p:nvSpPr>
        <p:spPr>
          <a:xfrm>
            <a:off x="6834588" y="2059953"/>
            <a:ext cx="148590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 </a:t>
            </a:r>
          </a:p>
        </p:txBody>
      </p:sp>
      <p:sp>
        <p:nvSpPr>
          <p:cNvPr id="63" name="Rectangle 62"/>
          <p:cNvSpPr/>
          <p:nvPr/>
        </p:nvSpPr>
        <p:spPr>
          <a:xfrm>
            <a:off x="6834588" y="1894851"/>
            <a:ext cx="148590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64" name="Freeform 63"/>
          <p:cNvSpPr/>
          <p:nvPr/>
        </p:nvSpPr>
        <p:spPr bwMode="gray">
          <a:xfrm flipV="1">
            <a:off x="1550460" y="4823542"/>
            <a:ext cx="1791588" cy="176542"/>
          </a:xfrm>
          <a:custGeom>
            <a:avLst/>
            <a:gdLst>
              <a:gd name="connsiteX0" fmla="*/ 2127564 w 2127564"/>
              <a:gd name="connsiteY0" fmla="*/ 217283 h 217283"/>
              <a:gd name="connsiteX1" fmla="*/ 1765425 w 2127564"/>
              <a:gd name="connsiteY1" fmla="*/ 0 h 217283"/>
              <a:gd name="connsiteX2" fmla="*/ 0 w 2127564"/>
              <a:gd name="connsiteY2" fmla="*/ 0 h 217283"/>
            </a:gdLst>
            <a:ahLst/>
            <a:cxnLst>
              <a:cxn ang="0">
                <a:pos x="connsiteX0" y="connsiteY0"/>
              </a:cxn>
              <a:cxn ang="0">
                <a:pos x="connsiteX1" y="connsiteY1"/>
              </a:cxn>
              <a:cxn ang="0">
                <a:pos x="connsiteX2" y="connsiteY2"/>
              </a:cxn>
            </a:cxnLst>
            <a:rect l="l" t="t" r="r" b="b"/>
            <a:pathLst>
              <a:path w="2127564" h="217283">
                <a:moveTo>
                  <a:pt x="2127564" y="217283"/>
                </a:moveTo>
                <a:lnTo>
                  <a:pt x="1765425"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65" name="Rectangle 64"/>
          <p:cNvSpPr/>
          <p:nvPr/>
        </p:nvSpPr>
        <p:spPr>
          <a:xfrm>
            <a:off x="1550457" y="5025412"/>
            <a:ext cx="148590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 </a:t>
            </a:r>
          </a:p>
        </p:txBody>
      </p:sp>
      <p:sp>
        <p:nvSpPr>
          <p:cNvPr id="66" name="Rectangle 65"/>
          <p:cNvSpPr/>
          <p:nvPr/>
        </p:nvSpPr>
        <p:spPr>
          <a:xfrm>
            <a:off x="1550457" y="4860309"/>
            <a:ext cx="148590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67" name="Freeform 66"/>
          <p:cNvSpPr/>
          <p:nvPr/>
        </p:nvSpPr>
        <p:spPr bwMode="gray">
          <a:xfrm flipH="1" flipV="1">
            <a:off x="6535368" y="5139843"/>
            <a:ext cx="1791588" cy="176542"/>
          </a:xfrm>
          <a:custGeom>
            <a:avLst/>
            <a:gdLst>
              <a:gd name="connsiteX0" fmla="*/ 2127564 w 2127564"/>
              <a:gd name="connsiteY0" fmla="*/ 217283 h 217283"/>
              <a:gd name="connsiteX1" fmla="*/ 1765425 w 2127564"/>
              <a:gd name="connsiteY1" fmla="*/ 0 h 217283"/>
              <a:gd name="connsiteX2" fmla="*/ 0 w 2127564"/>
              <a:gd name="connsiteY2" fmla="*/ 0 h 217283"/>
            </a:gdLst>
            <a:ahLst/>
            <a:cxnLst>
              <a:cxn ang="0">
                <a:pos x="connsiteX0" y="connsiteY0"/>
              </a:cxn>
              <a:cxn ang="0">
                <a:pos x="connsiteX1" y="connsiteY1"/>
              </a:cxn>
              <a:cxn ang="0">
                <a:pos x="connsiteX2" y="connsiteY2"/>
              </a:cxn>
            </a:cxnLst>
            <a:rect l="l" t="t" r="r" b="b"/>
            <a:pathLst>
              <a:path w="2127564" h="217283">
                <a:moveTo>
                  <a:pt x="2127564" y="217283"/>
                </a:moveTo>
                <a:lnTo>
                  <a:pt x="1765425"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78" name="Rectangle 77"/>
          <p:cNvSpPr/>
          <p:nvPr/>
        </p:nvSpPr>
        <p:spPr>
          <a:xfrm>
            <a:off x="6841053" y="5342558"/>
            <a:ext cx="1485900" cy="375296"/>
          </a:xfrm>
          <a:prstGeom prst="rect">
            <a:avLst/>
          </a:prstGeom>
        </p:spPr>
        <p:txBody>
          <a:bodyPr wrap="square" lIns="0" tIns="0" rIns="0" bIns="0">
            <a:spAutoFit/>
          </a:bodyPr>
          <a:lstStyle/>
          <a:p>
            <a:r>
              <a:rPr lang="en-US" sz="800" dirty="0">
                <a:latin typeface="Aptos" panose="020B0004020202020204" pitchFamily="34" charset="0"/>
              </a:rPr>
              <a:t>This is dummy text it is not here to be read. This is dummy text it is not here to be read. </a:t>
            </a:r>
          </a:p>
        </p:txBody>
      </p:sp>
      <p:sp>
        <p:nvSpPr>
          <p:cNvPr id="79" name="Rectangle 78"/>
          <p:cNvSpPr/>
          <p:nvPr/>
        </p:nvSpPr>
        <p:spPr>
          <a:xfrm>
            <a:off x="6841053" y="5177457"/>
            <a:ext cx="1485900" cy="125099"/>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80" name="Oval 79"/>
          <p:cNvSpPr/>
          <p:nvPr/>
        </p:nvSpPr>
        <p:spPr>
          <a:xfrm>
            <a:off x="5148274" y="1854914"/>
            <a:ext cx="1548086" cy="1548086"/>
          </a:xfrm>
          <a:prstGeom prst="ellipse">
            <a:avLst/>
          </a:prstGeom>
          <a:solidFill>
            <a:schemeClr val="bg1">
              <a:lumMod val="8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1" name="Oval 80"/>
          <p:cNvSpPr>
            <a:spLocks noChangeAspect="1"/>
          </p:cNvSpPr>
          <p:nvPr/>
        </p:nvSpPr>
        <p:spPr>
          <a:xfrm>
            <a:off x="5197949" y="1904589"/>
            <a:ext cx="1448731" cy="1448731"/>
          </a:xfrm>
          <a:prstGeom prst="ellipse">
            <a:avLst/>
          </a:prstGeom>
          <a:solidFill>
            <a:schemeClr val="accent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2" name="Oval 81"/>
          <p:cNvSpPr/>
          <p:nvPr/>
        </p:nvSpPr>
        <p:spPr>
          <a:xfrm>
            <a:off x="5098596" y="4004211"/>
            <a:ext cx="1548086" cy="1548086"/>
          </a:xfrm>
          <a:prstGeom prst="ellipse">
            <a:avLst/>
          </a:prstGeom>
          <a:solidFill>
            <a:schemeClr val="bg1">
              <a:lumMod val="8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3" name="Oval 82"/>
          <p:cNvSpPr>
            <a:spLocks noChangeAspect="1"/>
          </p:cNvSpPr>
          <p:nvPr/>
        </p:nvSpPr>
        <p:spPr>
          <a:xfrm>
            <a:off x="5148271" y="4053886"/>
            <a:ext cx="1448731" cy="1448731"/>
          </a:xfrm>
          <a:prstGeom prst="ellipse">
            <a:avLst/>
          </a:pr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4" name="Oval 83"/>
          <p:cNvSpPr/>
          <p:nvPr/>
        </p:nvSpPr>
        <p:spPr>
          <a:xfrm>
            <a:off x="2885851" y="3406259"/>
            <a:ext cx="1548086" cy="1548086"/>
          </a:xfrm>
          <a:prstGeom prst="ellipse">
            <a:avLst/>
          </a:prstGeom>
          <a:solidFill>
            <a:schemeClr val="bg1">
              <a:lumMod val="8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5" name="Oval 84"/>
          <p:cNvSpPr>
            <a:spLocks noChangeAspect="1"/>
          </p:cNvSpPr>
          <p:nvPr/>
        </p:nvSpPr>
        <p:spPr>
          <a:xfrm>
            <a:off x="2935525" y="3455934"/>
            <a:ext cx="1448731" cy="1448731"/>
          </a:xfrm>
          <a:prstGeom prst="ellipse">
            <a:avLst/>
          </a:prstGeom>
          <a:solidFill>
            <a:schemeClr val="accent4"/>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6" name="Oval 85"/>
          <p:cNvSpPr/>
          <p:nvPr/>
        </p:nvSpPr>
        <p:spPr>
          <a:xfrm>
            <a:off x="3253138" y="1663092"/>
            <a:ext cx="1548086" cy="1548086"/>
          </a:xfrm>
          <a:prstGeom prst="ellipse">
            <a:avLst/>
          </a:prstGeom>
          <a:solidFill>
            <a:schemeClr val="bg1">
              <a:lumMod val="8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7" name="Oval 86"/>
          <p:cNvSpPr>
            <a:spLocks noChangeAspect="1"/>
          </p:cNvSpPr>
          <p:nvPr/>
        </p:nvSpPr>
        <p:spPr>
          <a:xfrm>
            <a:off x="3302814" y="1712766"/>
            <a:ext cx="1448731" cy="1448731"/>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8" name="Oval 87"/>
          <p:cNvSpPr/>
          <p:nvPr/>
        </p:nvSpPr>
        <p:spPr>
          <a:xfrm>
            <a:off x="3712667" y="2392104"/>
            <a:ext cx="2481383" cy="2481383"/>
          </a:xfrm>
          <a:prstGeom prst="ellipse">
            <a:avLst/>
          </a:prstGeom>
          <a:solidFill>
            <a:schemeClr val="bg1">
              <a:lumMod val="8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9" name="Oval 88"/>
          <p:cNvSpPr>
            <a:spLocks noChangeAspect="1"/>
          </p:cNvSpPr>
          <p:nvPr/>
        </p:nvSpPr>
        <p:spPr>
          <a:xfrm>
            <a:off x="3792295" y="2471732"/>
            <a:ext cx="2322131" cy="2322131"/>
          </a:xfrm>
          <a:prstGeom prst="ellipse">
            <a:avLst/>
          </a:prstGeom>
          <a:solidFill>
            <a:schemeClr val="accent6"/>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90" name="Rectangle 89"/>
          <p:cNvSpPr/>
          <p:nvPr/>
        </p:nvSpPr>
        <p:spPr>
          <a:xfrm>
            <a:off x="4200281" y="3007306"/>
            <a:ext cx="1630757" cy="1250983"/>
          </a:xfrm>
          <a:prstGeom prst="rect">
            <a:avLst/>
          </a:prstGeom>
        </p:spPr>
        <p:txBody>
          <a:bodyPr wrap="square" lIns="0" tIns="0" rIns="0" bIns="0" anchor="ctr" anchorCtr="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 This is dummy text it is not here to be read. This is dummy text it is not here to be read. This is dummy text it is not here to be read. This is dummy text it is not here to be read. This is dummy text it is not here to be read. This is dummy text it is not here to be read. </a:t>
            </a:r>
          </a:p>
        </p:txBody>
      </p:sp>
      <p:grpSp>
        <p:nvGrpSpPr>
          <p:cNvPr id="105" name="Group 262"/>
          <p:cNvGrpSpPr>
            <a:grpSpLocks noChangeAspect="1"/>
          </p:cNvGrpSpPr>
          <p:nvPr/>
        </p:nvGrpSpPr>
        <p:grpSpPr bwMode="auto">
          <a:xfrm>
            <a:off x="3663951" y="1959470"/>
            <a:ext cx="559036" cy="559034"/>
            <a:chOff x="5792" y="779"/>
            <a:chExt cx="340" cy="340"/>
          </a:xfrm>
          <a:solidFill>
            <a:schemeClr val="bg1"/>
          </a:solidFill>
        </p:grpSpPr>
        <p:sp>
          <p:nvSpPr>
            <p:cNvPr id="106" name="Freeform 263"/>
            <p:cNvSpPr>
              <a:spLocks noEditPoints="1"/>
            </p:cNvSpPr>
            <p:nvPr/>
          </p:nvSpPr>
          <p:spPr bwMode="auto">
            <a:xfrm>
              <a:off x="5870" y="843"/>
              <a:ext cx="184" cy="212"/>
            </a:xfrm>
            <a:custGeom>
              <a:avLst/>
              <a:gdLst>
                <a:gd name="T0" fmla="*/ 267 w 277"/>
                <a:gd name="T1" fmla="*/ 128 h 320"/>
                <a:gd name="T2" fmla="*/ 149 w 277"/>
                <a:gd name="T3" fmla="*/ 128 h 320"/>
                <a:gd name="T4" fmla="*/ 149 w 277"/>
                <a:gd name="T5" fmla="*/ 106 h 320"/>
                <a:gd name="T6" fmla="*/ 224 w 277"/>
                <a:gd name="T7" fmla="*/ 106 h 320"/>
                <a:gd name="T8" fmla="*/ 230 w 277"/>
                <a:gd name="T9" fmla="*/ 104 h 320"/>
                <a:gd name="T10" fmla="*/ 273 w 277"/>
                <a:gd name="T11" fmla="*/ 72 h 320"/>
                <a:gd name="T12" fmla="*/ 277 w 277"/>
                <a:gd name="T13" fmla="*/ 64 h 320"/>
                <a:gd name="T14" fmla="*/ 273 w 277"/>
                <a:gd name="T15" fmla="*/ 55 h 320"/>
                <a:gd name="T16" fmla="*/ 230 w 277"/>
                <a:gd name="T17" fmla="*/ 23 h 320"/>
                <a:gd name="T18" fmla="*/ 224 w 277"/>
                <a:gd name="T19" fmla="*/ 21 h 320"/>
                <a:gd name="T20" fmla="*/ 149 w 277"/>
                <a:gd name="T21" fmla="*/ 21 h 320"/>
                <a:gd name="T22" fmla="*/ 149 w 277"/>
                <a:gd name="T23" fmla="*/ 10 h 320"/>
                <a:gd name="T24" fmla="*/ 139 w 277"/>
                <a:gd name="T25" fmla="*/ 0 h 320"/>
                <a:gd name="T26" fmla="*/ 128 w 277"/>
                <a:gd name="T27" fmla="*/ 10 h 320"/>
                <a:gd name="T28" fmla="*/ 128 w 277"/>
                <a:gd name="T29" fmla="*/ 21 h 320"/>
                <a:gd name="T30" fmla="*/ 11 w 277"/>
                <a:gd name="T31" fmla="*/ 21 h 320"/>
                <a:gd name="T32" fmla="*/ 0 w 277"/>
                <a:gd name="T33" fmla="*/ 32 h 320"/>
                <a:gd name="T34" fmla="*/ 0 w 277"/>
                <a:gd name="T35" fmla="*/ 96 h 320"/>
                <a:gd name="T36" fmla="*/ 11 w 277"/>
                <a:gd name="T37" fmla="*/ 106 h 320"/>
                <a:gd name="T38" fmla="*/ 128 w 277"/>
                <a:gd name="T39" fmla="*/ 106 h 320"/>
                <a:gd name="T40" fmla="*/ 128 w 277"/>
                <a:gd name="T41" fmla="*/ 128 h 320"/>
                <a:gd name="T42" fmla="*/ 53 w 277"/>
                <a:gd name="T43" fmla="*/ 128 h 320"/>
                <a:gd name="T44" fmla="*/ 47 w 277"/>
                <a:gd name="T45" fmla="*/ 130 h 320"/>
                <a:gd name="T46" fmla="*/ 4 w 277"/>
                <a:gd name="T47" fmla="*/ 162 h 320"/>
                <a:gd name="T48" fmla="*/ 0 w 277"/>
                <a:gd name="T49" fmla="*/ 170 h 320"/>
                <a:gd name="T50" fmla="*/ 4 w 277"/>
                <a:gd name="T51" fmla="*/ 179 h 320"/>
                <a:gd name="T52" fmla="*/ 47 w 277"/>
                <a:gd name="T53" fmla="*/ 211 h 320"/>
                <a:gd name="T54" fmla="*/ 53 w 277"/>
                <a:gd name="T55" fmla="*/ 213 h 320"/>
                <a:gd name="T56" fmla="*/ 128 w 277"/>
                <a:gd name="T57" fmla="*/ 213 h 320"/>
                <a:gd name="T58" fmla="*/ 128 w 277"/>
                <a:gd name="T59" fmla="*/ 309 h 320"/>
                <a:gd name="T60" fmla="*/ 139 w 277"/>
                <a:gd name="T61" fmla="*/ 320 h 320"/>
                <a:gd name="T62" fmla="*/ 149 w 277"/>
                <a:gd name="T63" fmla="*/ 309 h 320"/>
                <a:gd name="T64" fmla="*/ 149 w 277"/>
                <a:gd name="T65" fmla="*/ 213 h 320"/>
                <a:gd name="T66" fmla="*/ 267 w 277"/>
                <a:gd name="T67" fmla="*/ 213 h 320"/>
                <a:gd name="T68" fmla="*/ 277 w 277"/>
                <a:gd name="T69" fmla="*/ 202 h 320"/>
                <a:gd name="T70" fmla="*/ 277 w 277"/>
                <a:gd name="T71" fmla="*/ 138 h 320"/>
                <a:gd name="T72" fmla="*/ 267 w 277"/>
                <a:gd name="T73" fmla="*/ 128 h 320"/>
                <a:gd name="T74" fmla="*/ 21 w 277"/>
                <a:gd name="T75" fmla="*/ 85 h 320"/>
                <a:gd name="T76" fmla="*/ 21 w 277"/>
                <a:gd name="T77" fmla="*/ 42 h 320"/>
                <a:gd name="T78" fmla="*/ 220 w 277"/>
                <a:gd name="T79" fmla="*/ 42 h 320"/>
                <a:gd name="T80" fmla="*/ 249 w 277"/>
                <a:gd name="T81" fmla="*/ 64 h 320"/>
                <a:gd name="T82" fmla="*/ 220 w 277"/>
                <a:gd name="T83" fmla="*/ 85 h 320"/>
                <a:gd name="T84" fmla="*/ 21 w 277"/>
                <a:gd name="T85" fmla="*/ 85 h 320"/>
                <a:gd name="T86" fmla="*/ 256 w 277"/>
                <a:gd name="T87" fmla="*/ 192 h 320"/>
                <a:gd name="T88" fmla="*/ 57 w 277"/>
                <a:gd name="T89" fmla="*/ 192 h 320"/>
                <a:gd name="T90" fmla="*/ 28 w 277"/>
                <a:gd name="T91" fmla="*/ 170 h 320"/>
                <a:gd name="T92" fmla="*/ 57 w 277"/>
                <a:gd name="T93" fmla="*/ 149 h 320"/>
                <a:gd name="T94" fmla="*/ 256 w 277"/>
                <a:gd name="T95" fmla="*/ 149 h 320"/>
                <a:gd name="T96" fmla="*/ 256 w 277"/>
                <a:gd name="T97" fmla="*/ 19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7" h="320">
                  <a:moveTo>
                    <a:pt x="267" y="128"/>
                  </a:moveTo>
                  <a:cubicBezTo>
                    <a:pt x="149" y="128"/>
                    <a:pt x="149" y="128"/>
                    <a:pt x="149" y="128"/>
                  </a:cubicBezTo>
                  <a:cubicBezTo>
                    <a:pt x="149" y="106"/>
                    <a:pt x="149" y="106"/>
                    <a:pt x="149" y="106"/>
                  </a:cubicBezTo>
                  <a:cubicBezTo>
                    <a:pt x="224" y="106"/>
                    <a:pt x="224" y="106"/>
                    <a:pt x="224" y="106"/>
                  </a:cubicBezTo>
                  <a:cubicBezTo>
                    <a:pt x="226" y="106"/>
                    <a:pt x="229" y="106"/>
                    <a:pt x="230" y="104"/>
                  </a:cubicBezTo>
                  <a:cubicBezTo>
                    <a:pt x="273" y="72"/>
                    <a:pt x="273" y="72"/>
                    <a:pt x="273" y="72"/>
                  </a:cubicBezTo>
                  <a:cubicBezTo>
                    <a:pt x="276" y="70"/>
                    <a:pt x="277" y="67"/>
                    <a:pt x="277" y="64"/>
                  </a:cubicBezTo>
                  <a:cubicBezTo>
                    <a:pt x="277" y="60"/>
                    <a:pt x="276" y="57"/>
                    <a:pt x="273" y="55"/>
                  </a:cubicBezTo>
                  <a:cubicBezTo>
                    <a:pt x="230" y="23"/>
                    <a:pt x="230" y="23"/>
                    <a:pt x="230" y="23"/>
                  </a:cubicBezTo>
                  <a:cubicBezTo>
                    <a:pt x="229" y="22"/>
                    <a:pt x="226" y="21"/>
                    <a:pt x="224" y="21"/>
                  </a:cubicBezTo>
                  <a:cubicBezTo>
                    <a:pt x="149" y="21"/>
                    <a:pt x="149" y="21"/>
                    <a:pt x="149" y="21"/>
                  </a:cubicBezTo>
                  <a:cubicBezTo>
                    <a:pt x="149" y="10"/>
                    <a:pt x="149" y="10"/>
                    <a:pt x="149" y="10"/>
                  </a:cubicBezTo>
                  <a:cubicBezTo>
                    <a:pt x="149" y="4"/>
                    <a:pt x="145" y="0"/>
                    <a:pt x="139" y="0"/>
                  </a:cubicBezTo>
                  <a:cubicBezTo>
                    <a:pt x="133" y="0"/>
                    <a:pt x="128" y="4"/>
                    <a:pt x="128" y="10"/>
                  </a:cubicBezTo>
                  <a:cubicBezTo>
                    <a:pt x="128" y="21"/>
                    <a:pt x="128" y="21"/>
                    <a:pt x="128" y="21"/>
                  </a:cubicBezTo>
                  <a:cubicBezTo>
                    <a:pt x="11" y="21"/>
                    <a:pt x="11" y="21"/>
                    <a:pt x="11" y="21"/>
                  </a:cubicBezTo>
                  <a:cubicBezTo>
                    <a:pt x="5" y="21"/>
                    <a:pt x="0" y="26"/>
                    <a:pt x="0" y="32"/>
                  </a:cubicBezTo>
                  <a:cubicBezTo>
                    <a:pt x="0" y="96"/>
                    <a:pt x="0" y="96"/>
                    <a:pt x="0" y="96"/>
                  </a:cubicBezTo>
                  <a:cubicBezTo>
                    <a:pt x="0" y="102"/>
                    <a:pt x="5" y="106"/>
                    <a:pt x="11" y="106"/>
                  </a:cubicBezTo>
                  <a:cubicBezTo>
                    <a:pt x="128" y="106"/>
                    <a:pt x="128" y="106"/>
                    <a:pt x="128" y="106"/>
                  </a:cubicBezTo>
                  <a:cubicBezTo>
                    <a:pt x="128" y="128"/>
                    <a:pt x="128" y="128"/>
                    <a:pt x="128" y="128"/>
                  </a:cubicBezTo>
                  <a:cubicBezTo>
                    <a:pt x="53" y="128"/>
                    <a:pt x="53" y="128"/>
                    <a:pt x="53" y="128"/>
                  </a:cubicBezTo>
                  <a:cubicBezTo>
                    <a:pt x="51" y="128"/>
                    <a:pt x="49" y="128"/>
                    <a:pt x="47" y="130"/>
                  </a:cubicBezTo>
                  <a:cubicBezTo>
                    <a:pt x="4" y="162"/>
                    <a:pt x="4" y="162"/>
                    <a:pt x="4" y="162"/>
                  </a:cubicBezTo>
                  <a:cubicBezTo>
                    <a:pt x="2" y="164"/>
                    <a:pt x="0" y="167"/>
                    <a:pt x="0" y="170"/>
                  </a:cubicBezTo>
                  <a:cubicBezTo>
                    <a:pt x="0" y="174"/>
                    <a:pt x="2" y="177"/>
                    <a:pt x="4" y="179"/>
                  </a:cubicBezTo>
                  <a:cubicBezTo>
                    <a:pt x="47" y="211"/>
                    <a:pt x="47" y="211"/>
                    <a:pt x="47" y="211"/>
                  </a:cubicBezTo>
                  <a:cubicBezTo>
                    <a:pt x="49" y="212"/>
                    <a:pt x="51" y="213"/>
                    <a:pt x="53" y="213"/>
                  </a:cubicBezTo>
                  <a:cubicBezTo>
                    <a:pt x="128" y="213"/>
                    <a:pt x="128" y="213"/>
                    <a:pt x="128" y="213"/>
                  </a:cubicBezTo>
                  <a:cubicBezTo>
                    <a:pt x="128" y="309"/>
                    <a:pt x="128" y="309"/>
                    <a:pt x="128" y="309"/>
                  </a:cubicBezTo>
                  <a:cubicBezTo>
                    <a:pt x="128" y="315"/>
                    <a:pt x="133" y="320"/>
                    <a:pt x="139" y="320"/>
                  </a:cubicBezTo>
                  <a:cubicBezTo>
                    <a:pt x="145" y="320"/>
                    <a:pt x="149" y="315"/>
                    <a:pt x="149" y="309"/>
                  </a:cubicBezTo>
                  <a:cubicBezTo>
                    <a:pt x="149" y="213"/>
                    <a:pt x="149" y="213"/>
                    <a:pt x="149" y="213"/>
                  </a:cubicBezTo>
                  <a:cubicBezTo>
                    <a:pt x="267" y="213"/>
                    <a:pt x="267" y="213"/>
                    <a:pt x="267" y="213"/>
                  </a:cubicBezTo>
                  <a:cubicBezTo>
                    <a:pt x="273" y="213"/>
                    <a:pt x="277" y="208"/>
                    <a:pt x="277" y="202"/>
                  </a:cubicBezTo>
                  <a:cubicBezTo>
                    <a:pt x="277" y="138"/>
                    <a:pt x="277" y="138"/>
                    <a:pt x="277" y="138"/>
                  </a:cubicBezTo>
                  <a:cubicBezTo>
                    <a:pt x="277" y="132"/>
                    <a:pt x="273" y="128"/>
                    <a:pt x="267" y="128"/>
                  </a:cubicBezTo>
                  <a:close/>
                  <a:moveTo>
                    <a:pt x="21" y="85"/>
                  </a:moveTo>
                  <a:cubicBezTo>
                    <a:pt x="21" y="42"/>
                    <a:pt x="21" y="42"/>
                    <a:pt x="21" y="42"/>
                  </a:cubicBezTo>
                  <a:cubicBezTo>
                    <a:pt x="220" y="42"/>
                    <a:pt x="220" y="42"/>
                    <a:pt x="220" y="42"/>
                  </a:cubicBezTo>
                  <a:cubicBezTo>
                    <a:pt x="249" y="64"/>
                    <a:pt x="249" y="64"/>
                    <a:pt x="249" y="64"/>
                  </a:cubicBezTo>
                  <a:cubicBezTo>
                    <a:pt x="220" y="85"/>
                    <a:pt x="220" y="85"/>
                    <a:pt x="220" y="85"/>
                  </a:cubicBezTo>
                  <a:lnTo>
                    <a:pt x="21" y="85"/>
                  </a:lnTo>
                  <a:close/>
                  <a:moveTo>
                    <a:pt x="256" y="192"/>
                  </a:moveTo>
                  <a:cubicBezTo>
                    <a:pt x="57" y="192"/>
                    <a:pt x="57" y="192"/>
                    <a:pt x="57" y="192"/>
                  </a:cubicBezTo>
                  <a:cubicBezTo>
                    <a:pt x="28" y="170"/>
                    <a:pt x="28" y="170"/>
                    <a:pt x="28" y="170"/>
                  </a:cubicBezTo>
                  <a:cubicBezTo>
                    <a:pt x="57" y="149"/>
                    <a:pt x="57" y="149"/>
                    <a:pt x="57" y="149"/>
                  </a:cubicBezTo>
                  <a:cubicBezTo>
                    <a:pt x="256" y="149"/>
                    <a:pt x="256" y="149"/>
                    <a:pt x="256" y="149"/>
                  </a:cubicBezTo>
                  <a:lnTo>
                    <a:pt x="256" y="19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07" name="Freeform 264"/>
            <p:cNvSpPr>
              <a:spLocks noEditPoints="1"/>
            </p:cNvSpPr>
            <p:nvPr/>
          </p:nvSpPr>
          <p:spPr bwMode="auto">
            <a:xfrm>
              <a:off x="5792" y="77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08" name="Group 1038"/>
          <p:cNvGrpSpPr>
            <a:grpSpLocks noChangeAspect="1"/>
          </p:cNvGrpSpPr>
          <p:nvPr/>
        </p:nvGrpSpPr>
        <p:grpSpPr bwMode="auto">
          <a:xfrm>
            <a:off x="5843415" y="2140183"/>
            <a:ext cx="575866" cy="575866"/>
            <a:chOff x="394" y="3989"/>
            <a:chExt cx="340" cy="340"/>
          </a:xfrm>
          <a:solidFill>
            <a:schemeClr val="bg1"/>
          </a:solidFill>
        </p:grpSpPr>
        <p:sp>
          <p:nvSpPr>
            <p:cNvPr id="109" name="Freeform 1039"/>
            <p:cNvSpPr>
              <a:spLocks noEditPoints="1"/>
            </p:cNvSpPr>
            <p:nvPr/>
          </p:nvSpPr>
          <p:spPr bwMode="auto">
            <a:xfrm>
              <a:off x="394" y="398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10" name="Freeform 1040"/>
            <p:cNvSpPr>
              <a:spLocks noEditPoints="1"/>
            </p:cNvSpPr>
            <p:nvPr/>
          </p:nvSpPr>
          <p:spPr bwMode="auto">
            <a:xfrm>
              <a:off x="471" y="4053"/>
              <a:ext cx="185" cy="201"/>
            </a:xfrm>
            <a:custGeom>
              <a:avLst/>
              <a:gdLst>
                <a:gd name="T0" fmla="*/ 265 w 279"/>
                <a:gd name="T1" fmla="*/ 301 h 303"/>
                <a:gd name="T2" fmla="*/ 225 w 279"/>
                <a:gd name="T3" fmla="*/ 302 h 303"/>
                <a:gd name="T4" fmla="*/ 172 w 279"/>
                <a:gd name="T5" fmla="*/ 302 h 303"/>
                <a:gd name="T6" fmla="*/ 140 w 279"/>
                <a:gd name="T7" fmla="*/ 292 h 303"/>
                <a:gd name="T8" fmla="*/ 87 w 279"/>
                <a:gd name="T9" fmla="*/ 292 h 303"/>
                <a:gd name="T10" fmla="*/ 34 w 279"/>
                <a:gd name="T11" fmla="*/ 292 h 303"/>
                <a:gd name="T12" fmla="*/ 1 w 279"/>
                <a:gd name="T13" fmla="*/ 293 h 303"/>
                <a:gd name="T14" fmla="*/ 24 w 279"/>
                <a:gd name="T15" fmla="*/ 271 h 303"/>
                <a:gd name="T16" fmla="*/ 41 w 279"/>
                <a:gd name="T17" fmla="*/ 269 h 303"/>
                <a:gd name="T18" fmla="*/ 77 w 279"/>
                <a:gd name="T19" fmla="*/ 271 h 303"/>
                <a:gd name="T20" fmla="*/ 94 w 279"/>
                <a:gd name="T21" fmla="*/ 269 h 303"/>
                <a:gd name="T22" fmla="*/ 131 w 279"/>
                <a:gd name="T23" fmla="*/ 271 h 303"/>
                <a:gd name="T24" fmla="*/ 147 w 279"/>
                <a:gd name="T25" fmla="*/ 269 h 303"/>
                <a:gd name="T26" fmla="*/ 184 w 279"/>
                <a:gd name="T27" fmla="*/ 271 h 303"/>
                <a:gd name="T28" fmla="*/ 201 w 279"/>
                <a:gd name="T29" fmla="*/ 269 h 303"/>
                <a:gd name="T30" fmla="*/ 238 w 279"/>
                <a:gd name="T31" fmla="*/ 271 h 303"/>
                <a:gd name="T32" fmla="*/ 254 w 279"/>
                <a:gd name="T33" fmla="*/ 269 h 303"/>
                <a:gd name="T34" fmla="*/ 278 w 279"/>
                <a:gd name="T35" fmla="*/ 293 h 303"/>
                <a:gd name="T36" fmla="*/ 20 w 279"/>
                <a:gd name="T37" fmla="*/ 149 h 303"/>
                <a:gd name="T38" fmla="*/ 65 w 279"/>
                <a:gd name="T39" fmla="*/ 51 h 303"/>
                <a:gd name="T40" fmla="*/ 97 w 279"/>
                <a:gd name="T41" fmla="*/ 42 h 303"/>
                <a:gd name="T42" fmla="*/ 108 w 279"/>
                <a:gd name="T43" fmla="*/ 0 h 303"/>
                <a:gd name="T44" fmla="*/ 182 w 279"/>
                <a:gd name="T45" fmla="*/ 10 h 303"/>
                <a:gd name="T46" fmla="*/ 204 w 279"/>
                <a:gd name="T47" fmla="*/ 42 h 303"/>
                <a:gd name="T48" fmla="*/ 234 w 279"/>
                <a:gd name="T49" fmla="*/ 142 h 303"/>
                <a:gd name="T50" fmla="*/ 267 w 279"/>
                <a:gd name="T51" fmla="*/ 162 h 303"/>
                <a:gd name="T52" fmla="*/ 236 w 279"/>
                <a:gd name="T53" fmla="*/ 256 h 303"/>
                <a:gd name="T54" fmla="*/ 225 w 279"/>
                <a:gd name="T55" fmla="*/ 242 h 303"/>
                <a:gd name="T56" fmla="*/ 150 w 279"/>
                <a:gd name="T57" fmla="*/ 142 h 303"/>
                <a:gd name="T58" fmla="*/ 140 w 279"/>
                <a:gd name="T59" fmla="*/ 245 h 303"/>
                <a:gd name="T60" fmla="*/ 129 w 279"/>
                <a:gd name="T61" fmla="*/ 142 h 303"/>
                <a:gd name="T62" fmla="*/ 54 w 279"/>
                <a:gd name="T63" fmla="*/ 242 h 303"/>
                <a:gd name="T64" fmla="*/ 33 w 279"/>
                <a:gd name="T65" fmla="*/ 248 h 303"/>
                <a:gd name="T66" fmla="*/ 118 w 279"/>
                <a:gd name="T67" fmla="*/ 42 h 303"/>
                <a:gd name="T68" fmla="*/ 161 w 279"/>
                <a:gd name="T69" fmla="*/ 21 h 303"/>
                <a:gd name="T70" fmla="*/ 118 w 279"/>
                <a:gd name="T71" fmla="*/ 42 h 303"/>
                <a:gd name="T72" fmla="*/ 137 w 279"/>
                <a:gd name="T73" fmla="*/ 117 h 303"/>
                <a:gd name="T74" fmla="*/ 211 w 279"/>
                <a:gd name="T75" fmla="*/ 136 h 303"/>
                <a:gd name="T76" fmla="*/ 84 w 279"/>
                <a:gd name="T77" fmla="*/ 64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9" h="303">
                  <a:moveTo>
                    <a:pt x="278" y="293"/>
                  </a:moveTo>
                  <a:cubicBezTo>
                    <a:pt x="277" y="299"/>
                    <a:pt x="271" y="302"/>
                    <a:pt x="265" y="301"/>
                  </a:cubicBezTo>
                  <a:cubicBezTo>
                    <a:pt x="259" y="299"/>
                    <a:pt x="253" y="296"/>
                    <a:pt x="247" y="292"/>
                  </a:cubicBezTo>
                  <a:cubicBezTo>
                    <a:pt x="242" y="296"/>
                    <a:pt x="234" y="301"/>
                    <a:pt x="225" y="302"/>
                  </a:cubicBezTo>
                  <a:cubicBezTo>
                    <a:pt x="214" y="303"/>
                    <a:pt x="204" y="299"/>
                    <a:pt x="194" y="292"/>
                  </a:cubicBezTo>
                  <a:cubicBezTo>
                    <a:pt x="189" y="296"/>
                    <a:pt x="181" y="301"/>
                    <a:pt x="172" y="302"/>
                  </a:cubicBezTo>
                  <a:cubicBezTo>
                    <a:pt x="170" y="302"/>
                    <a:pt x="169" y="302"/>
                    <a:pt x="168" y="302"/>
                  </a:cubicBezTo>
                  <a:cubicBezTo>
                    <a:pt x="159" y="302"/>
                    <a:pt x="149" y="299"/>
                    <a:pt x="140" y="292"/>
                  </a:cubicBezTo>
                  <a:cubicBezTo>
                    <a:pt x="135" y="296"/>
                    <a:pt x="128" y="301"/>
                    <a:pt x="118" y="302"/>
                  </a:cubicBezTo>
                  <a:cubicBezTo>
                    <a:pt x="108" y="303"/>
                    <a:pt x="97" y="299"/>
                    <a:pt x="87" y="292"/>
                  </a:cubicBezTo>
                  <a:cubicBezTo>
                    <a:pt x="82" y="296"/>
                    <a:pt x="75" y="301"/>
                    <a:pt x="65" y="302"/>
                  </a:cubicBezTo>
                  <a:cubicBezTo>
                    <a:pt x="54" y="303"/>
                    <a:pt x="44" y="300"/>
                    <a:pt x="34" y="292"/>
                  </a:cubicBezTo>
                  <a:cubicBezTo>
                    <a:pt x="29" y="296"/>
                    <a:pt x="22" y="300"/>
                    <a:pt x="13" y="302"/>
                  </a:cubicBezTo>
                  <a:cubicBezTo>
                    <a:pt x="7" y="302"/>
                    <a:pt x="2" y="298"/>
                    <a:pt x="1" y="293"/>
                  </a:cubicBezTo>
                  <a:cubicBezTo>
                    <a:pt x="0" y="287"/>
                    <a:pt x="4" y="281"/>
                    <a:pt x="10" y="280"/>
                  </a:cubicBezTo>
                  <a:cubicBezTo>
                    <a:pt x="18" y="279"/>
                    <a:pt x="24" y="271"/>
                    <a:pt x="24" y="271"/>
                  </a:cubicBezTo>
                  <a:cubicBezTo>
                    <a:pt x="26" y="268"/>
                    <a:pt x="29" y="267"/>
                    <a:pt x="32" y="266"/>
                  </a:cubicBezTo>
                  <a:cubicBezTo>
                    <a:pt x="35" y="266"/>
                    <a:pt x="38" y="267"/>
                    <a:pt x="41" y="269"/>
                  </a:cubicBezTo>
                  <a:cubicBezTo>
                    <a:pt x="49" y="277"/>
                    <a:pt x="56" y="281"/>
                    <a:pt x="63" y="281"/>
                  </a:cubicBezTo>
                  <a:cubicBezTo>
                    <a:pt x="71" y="280"/>
                    <a:pt x="77" y="271"/>
                    <a:pt x="77" y="271"/>
                  </a:cubicBezTo>
                  <a:cubicBezTo>
                    <a:pt x="79" y="268"/>
                    <a:pt x="82" y="267"/>
                    <a:pt x="85" y="266"/>
                  </a:cubicBezTo>
                  <a:cubicBezTo>
                    <a:pt x="89" y="266"/>
                    <a:pt x="92" y="267"/>
                    <a:pt x="94" y="269"/>
                  </a:cubicBezTo>
                  <a:cubicBezTo>
                    <a:pt x="102" y="277"/>
                    <a:pt x="109" y="281"/>
                    <a:pt x="116" y="281"/>
                  </a:cubicBezTo>
                  <a:cubicBezTo>
                    <a:pt x="125" y="280"/>
                    <a:pt x="131" y="271"/>
                    <a:pt x="131" y="271"/>
                  </a:cubicBezTo>
                  <a:cubicBezTo>
                    <a:pt x="133" y="268"/>
                    <a:pt x="136" y="267"/>
                    <a:pt x="139" y="266"/>
                  </a:cubicBezTo>
                  <a:cubicBezTo>
                    <a:pt x="142" y="266"/>
                    <a:pt x="145" y="267"/>
                    <a:pt x="147" y="269"/>
                  </a:cubicBezTo>
                  <a:cubicBezTo>
                    <a:pt x="155" y="277"/>
                    <a:pt x="163" y="281"/>
                    <a:pt x="169" y="281"/>
                  </a:cubicBezTo>
                  <a:cubicBezTo>
                    <a:pt x="178" y="280"/>
                    <a:pt x="184" y="271"/>
                    <a:pt x="184" y="271"/>
                  </a:cubicBezTo>
                  <a:cubicBezTo>
                    <a:pt x="186" y="268"/>
                    <a:pt x="189" y="267"/>
                    <a:pt x="192" y="266"/>
                  </a:cubicBezTo>
                  <a:cubicBezTo>
                    <a:pt x="195" y="266"/>
                    <a:pt x="198" y="267"/>
                    <a:pt x="201" y="269"/>
                  </a:cubicBezTo>
                  <a:cubicBezTo>
                    <a:pt x="208" y="277"/>
                    <a:pt x="216" y="281"/>
                    <a:pt x="222" y="280"/>
                  </a:cubicBezTo>
                  <a:cubicBezTo>
                    <a:pt x="231" y="280"/>
                    <a:pt x="237" y="271"/>
                    <a:pt x="238" y="271"/>
                  </a:cubicBezTo>
                  <a:cubicBezTo>
                    <a:pt x="239" y="268"/>
                    <a:pt x="242" y="267"/>
                    <a:pt x="245" y="266"/>
                  </a:cubicBezTo>
                  <a:cubicBezTo>
                    <a:pt x="248" y="266"/>
                    <a:pt x="252" y="267"/>
                    <a:pt x="254" y="269"/>
                  </a:cubicBezTo>
                  <a:cubicBezTo>
                    <a:pt x="260" y="275"/>
                    <a:pt x="265" y="279"/>
                    <a:pt x="270" y="280"/>
                  </a:cubicBezTo>
                  <a:cubicBezTo>
                    <a:pt x="276" y="281"/>
                    <a:pt x="279" y="287"/>
                    <a:pt x="278" y="293"/>
                  </a:cubicBezTo>
                  <a:close/>
                  <a:moveTo>
                    <a:pt x="12" y="162"/>
                  </a:moveTo>
                  <a:cubicBezTo>
                    <a:pt x="11" y="157"/>
                    <a:pt x="14" y="151"/>
                    <a:pt x="20" y="149"/>
                  </a:cubicBezTo>
                  <a:cubicBezTo>
                    <a:pt x="45" y="142"/>
                    <a:pt x="45" y="142"/>
                    <a:pt x="45" y="142"/>
                  </a:cubicBezTo>
                  <a:cubicBezTo>
                    <a:pt x="65" y="51"/>
                    <a:pt x="65" y="51"/>
                    <a:pt x="65" y="51"/>
                  </a:cubicBezTo>
                  <a:cubicBezTo>
                    <a:pt x="66" y="46"/>
                    <a:pt x="71" y="42"/>
                    <a:pt x="76" y="42"/>
                  </a:cubicBezTo>
                  <a:cubicBezTo>
                    <a:pt x="97" y="42"/>
                    <a:pt x="97" y="42"/>
                    <a:pt x="97" y="42"/>
                  </a:cubicBezTo>
                  <a:cubicBezTo>
                    <a:pt x="97" y="10"/>
                    <a:pt x="97" y="10"/>
                    <a:pt x="97" y="10"/>
                  </a:cubicBezTo>
                  <a:cubicBezTo>
                    <a:pt x="97" y="4"/>
                    <a:pt x="102" y="0"/>
                    <a:pt x="108" y="0"/>
                  </a:cubicBezTo>
                  <a:cubicBezTo>
                    <a:pt x="172" y="0"/>
                    <a:pt x="172" y="0"/>
                    <a:pt x="172" y="0"/>
                  </a:cubicBezTo>
                  <a:cubicBezTo>
                    <a:pt x="178" y="0"/>
                    <a:pt x="182" y="4"/>
                    <a:pt x="182" y="10"/>
                  </a:cubicBezTo>
                  <a:cubicBezTo>
                    <a:pt x="182" y="42"/>
                    <a:pt x="182" y="42"/>
                    <a:pt x="182" y="42"/>
                  </a:cubicBezTo>
                  <a:cubicBezTo>
                    <a:pt x="204" y="42"/>
                    <a:pt x="204" y="42"/>
                    <a:pt x="204" y="42"/>
                  </a:cubicBezTo>
                  <a:cubicBezTo>
                    <a:pt x="209" y="42"/>
                    <a:pt x="213" y="46"/>
                    <a:pt x="214" y="51"/>
                  </a:cubicBezTo>
                  <a:cubicBezTo>
                    <a:pt x="234" y="142"/>
                    <a:pt x="234" y="142"/>
                    <a:pt x="234" y="142"/>
                  </a:cubicBezTo>
                  <a:cubicBezTo>
                    <a:pt x="260" y="149"/>
                    <a:pt x="260" y="149"/>
                    <a:pt x="260" y="149"/>
                  </a:cubicBezTo>
                  <a:cubicBezTo>
                    <a:pt x="265" y="151"/>
                    <a:pt x="269" y="157"/>
                    <a:pt x="267" y="162"/>
                  </a:cubicBezTo>
                  <a:cubicBezTo>
                    <a:pt x="246" y="248"/>
                    <a:pt x="246" y="248"/>
                    <a:pt x="246" y="248"/>
                  </a:cubicBezTo>
                  <a:cubicBezTo>
                    <a:pt x="245" y="252"/>
                    <a:pt x="240" y="256"/>
                    <a:pt x="236" y="256"/>
                  </a:cubicBezTo>
                  <a:cubicBezTo>
                    <a:pt x="235" y="256"/>
                    <a:pt x="234" y="256"/>
                    <a:pt x="233" y="255"/>
                  </a:cubicBezTo>
                  <a:cubicBezTo>
                    <a:pt x="227" y="254"/>
                    <a:pt x="224" y="248"/>
                    <a:pt x="225" y="242"/>
                  </a:cubicBezTo>
                  <a:cubicBezTo>
                    <a:pt x="244" y="167"/>
                    <a:pt x="244" y="167"/>
                    <a:pt x="244" y="167"/>
                  </a:cubicBezTo>
                  <a:cubicBezTo>
                    <a:pt x="150" y="142"/>
                    <a:pt x="150" y="142"/>
                    <a:pt x="150" y="142"/>
                  </a:cubicBezTo>
                  <a:cubicBezTo>
                    <a:pt x="150" y="234"/>
                    <a:pt x="150" y="234"/>
                    <a:pt x="150" y="234"/>
                  </a:cubicBezTo>
                  <a:cubicBezTo>
                    <a:pt x="150" y="240"/>
                    <a:pt x="146" y="245"/>
                    <a:pt x="140" y="245"/>
                  </a:cubicBezTo>
                  <a:cubicBezTo>
                    <a:pt x="134" y="245"/>
                    <a:pt x="129" y="240"/>
                    <a:pt x="129" y="234"/>
                  </a:cubicBezTo>
                  <a:cubicBezTo>
                    <a:pt x="129" y="142"/>
                    <a:pt x="129" y="142"/>
                    <a:pt x="129" y="142"/>
                  </a:cubicBezTo>
                  <a:cubicBezTo>
                    <a:pt x="35" y="167"/>
                    <a:pt x="35" y="167"/>
                    <a:pt x="35" y="167"/>
                  </a:cubicBezTo>
                  <a:cubicBezTo>
                    <a:pt x="54" y="242"/>
                    <a:pt x="54" y="242"/>
                    <a:pt x="54" y="242"/>
                  </a:cubicBezTo>
                  <a:cubicBezTo>
                    <a:pt x="55" y="248"/>
                    <a:pt x="52" y="254"/>
                    <a:pt x="46" y="255"/>
                  </a:cubicBezTo>
                  <a:cubicBezTo>
                    <a:pt x="41" y="257"/>
                    <a:pt x="35" y="253"/>
                    <a:pt x="33" y="248"/>
                  </a:cubicBezTo>
                  <a:lnTo>
                    <a:pt x="12" y="162"/>
                  </a:lnTo>
                  <a:close/>
                  <a:moveTo>
                    <a:pt x="118" y="42"/>
                  </a:moveTo>
                  <a:cubicBezTo>
                    <a:pt x="161" y="42"/>
                    <a:pt x="161" y="42"/>
                    <a:pt x="161" y="42"/>
                  </a:cubicBezTo>
                  <a:cubicBezTo>
                    <a:pt x="161" y="21"/>
                    <a:pt x="161" y="21"/>
                    <a:pt x="161" y="21"/>
                  </a:cubicBezTo>
                  <a:cubicBezTo>
                    <a:pt x="118" y="21"/>
                    <a:pt x="118" y="21"/>
                    <a:pt x="118" y="21"/>
                  </a:cubicBezTo>
                  <a:lnTo>
                    <a:pt x="118" y="42"/>
                  </a:lnTo>
                  <a:close/>
                  <a:moveTo>
                    <a:pt x="69" y="136"/>
                  </a:moveTo>
                  <a:cubicBezTo>
                    <a:pt x="137" y="117"/>
                    <a:pt x="137" y="117"/>
                    <a:pt x="137" y="117"/>
                  </a:cubicBezTo>
                  <a:cubicBezTo>
                    <a:pt x="139" y="117"/>
                    <a:pt x="141" y="117"/>
                    <a:pt x="142" y="117"/>
                  </a:cubicBezTo>
                  <a:cubicBezTo>
                    <a:pt x="211" y="136"/>
                    <a:pt x="211" y="136"/>
                    <a:pt x="211" y="136"/>
                  </a:cubicBezTo>
                  <a:cubicBezTo>
                    <a:pt x="195" y="64"/>
                    <a:pt x="195" y="64"/>
                    <a:pt x="195" y="64"/>
                  </a:cubicBezTo>
                  <a:cubicBezTo>
                    <a:pt x="84" y="64"/>
                    <a:pt x="84" y="64"/>
                    <a:pt x="84" y="64"/>
                  </a:cubicBezTo>
                  <a:lnTo>
                    <a:pt x="69" y="13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11" name="Group 516"/>
          <p:cNvGrpSpPr>
            <a:grpSpLocks noChangeAspect="1"/>
          </p:cNvGrpSpPr>
          <p:nvPr/>
        </p:nvGrpSpPr>
        <p:grpSpPr bwMode="auto">
          <a:xfrm>
            <a:off x="5738592" y="4675753"/>
            <a:ext cx="578864" cy="578864"/>
            <a:chOff x="5807" y="1879"/>
            <a:chExt cx="340" cy="340"/>
          </a:xfrm>
          <a:solidFill>
            <a:schemeClr val="bg1"/>
          </a:solidFill>
        </p:grpSpPr>
        <p:sp>
          <p:nvSpPr>
            <p:cNvPr id="112" name="Freeform 517"/>
            <p:cNvSpPr>
              <a:spLocks noEditPoints="1"/>
            </p:cNvSpPr>
            <p:nvPr/>
          </p:nvSpPr>
          <p:spPr bwMode="auto">
            <a:xfrm>
              <a:off x="5807" y="187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13" name="Freeform 518"/>
            <p:cNvSpPr>
              <a:spLocks noEditPoints="1"/>
            </p:cNvSpPr>
            <p:nvPr/>
          </p:nvSpPr>
          <p:spPr bwMode="auto">
            <a:xfrm>
              <a:off x="5956" y="1971"/>
              <a:ext cx="42" cy="42"/>
            </a:xfrm>
            <a:custGeom>
              <a:avLst/>
              <a:gdLst>
                <a:gd name="T0" fmla="*/ 32 w 64"/>
                <a:gd name="T1" fmla="*/ 0 h 64"/>
                <a:gd name="T2" fmla="*/ 0 w 64"/>
                <a:gd name="T3" fmla="*/ 32 h 64"/>
                <a:gd name="T4" fmla="*/ 32 w 64"/>
                <a:gd name="T5" fmla="*/ 64 h 64"/>
                <a:gd name="T6" fmla="*/ 64 w 64"/>
                <a:gd name="T7" fmla="*/ 32 h 64"/>
                <a:gd name="T8" fmla="*/ 32 w 64"/>
                <a:gd name="T9" fmla="*/ 0 h 64"/>
                <a:gd name="T10" fmla="*/ 32 w 64"/>
                <a:gd name="T11" fmla="*/ 43 h 64"/>
                <a:gd name="T12" fmla="*/ 21 w 64"/>
                <a:gd name="T13" fmla="*/ 32 h 64"/>
                <a:gd name="T14" fmla="*/ 32 w 64"/>
                <a:gd name="T15" fmla="*/ 22 h 64"/>
                <a:gd name="T16" fmla="*/ 42 w 64"/>
                <a:gd name="T17" fmla="*/ 32 h 64"/>
                <a:gd name="T18" fmla="*/ 32 w 64"/>
                <a:gd name="T19" fmla="*/ 4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0"/>
                  </a:moveTo>
                  <a:cubicBezTo>
                    <a:pt x="14" y="0"/>
                    <a:pt x="0" y="15"/>
                    <a:pt x="0" y="32"/>
                  </a:cubicBezTo>
                  <a:cubicBezTo>
                    <a:pt x="0" y="50"/>
                    <a:pt x="14" y="64"/>
                    <a:pt x="32" y="64"/>
                  </a:cubicBezTo>
                  <a:cubicBezTo>
                    <a:pt x="49" y="64"/>
                    <a:pt x="64" y="50"/>
                    <a:pt x="64" y="32"/>
                  </a:cubicBezTo>
                  <a:cubicBezTo>
                    <a:pt x="64" y="15"/>
                    <a:pt x="49" y="0"/>
                    <a:pt x="32" y="0"/>
                  </a:cubicBezTo>
                  <a:close/>
                  <a:moveTo>
                    <a:pt x="32" y="43"/>
                  </a:moveTo>
                  <a:cubicBezTo>
                    <a:pt x="26" y="43"/>
                    <a:pt x="21" y="38"/>
                    <a:pt x="21" y="32"/>
                  </a:cubicBezTo>
                  <a:cubicBezTo>
                    <a:pt x="21" y="26"/>
                    <a:pt x="26" y="22"/>
                    <a:pt x="32" y="22"/>
                  </a:cubicBezTo>
                  <a:cubicBezTo>
                    <a:pt x="38" y="22"/>
                    <a:pt x="42" y="26"/>
                    <a:pt x="42" y="32"/>
                  </a:cubicBezTo>
                  <a:cubicBezTo>
                    <a:pt x="42" y="38"/>
                    <a:pt x="38" y="43"/>
                    <a:pt x="32" y="4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14" name="Freeform 519"/>
            <p:cNvSpPr>
              <a:spLocks noEditPoints="1"/>
            </p:cNvSpPr>
            <p:nvPr/>
          </p:nvSpPr>
          <p:spPr bwMode="auto">
            <a:xfrm>
              <a:off x="5956" y="2028"/>
              <a:ext cx="42" cy="42"/>
            </a:xfrm>
            <a:custGeom>
              <a:avLst/>
              <a:gdLst>
                <a:gd name="T0" fmla="*/ 32 w 64"/>
                <a:gd name="T1" fmla="*/ 0 h 64"/>
                <a:gd name="T2" fmla="*/ 0 w 64"/>
                <a:gd name="T3" fmla="*/ 32 h 64"/>
                <a:gd name="T4" fmla="*/ 32 w 64"/>
                <a:gd name="T5" fmla="*/ 64 h 64"/>
                <a:gd name="T6" fmla="*/ 64 w 64"/>
                <a:gd name="T7" fmla="*/ 32 h 64"/>
                <a:gd name="T8" fmla="*/ 32 w 64"/>
                <a:gd name="T9" fmla="*/ 0 h 64"/>
                <a:gd name="T10" fmla="*/ 32 w 64"/>
                <a:gd name="T11" fmla="*/ 42 h 64"/>
                <a:gd name="T12" fmla="*/ 21 w 64"/>
                <a:gd name="T13" fmla="*/ 32 h 64"/>
                <a:gd name="T14" fmla="*/ 32 w 64"/>
                <a:gd name="T15" fmla="*/ 21 h 64"/>
                <a:gd name="T16" fmla="*/ 42 w 64"/>
                <a:gd name="T17" fmla="*/ 32 h 64"/>
                <a:gd name="T18" fmla="*/ 32 w 64"/>
                <a:gd name="T19"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0"/>
                  </a:moveTo>
                  <a:cubicBezTo>
                    <a:pt x="14" y="0"/>
                    <a:pt x="0" y="14"/>
                    <a:pt x="0" y="32"/>
                  </a:cubicBezTo>
                  <a:cubicBezTo>
                    <a:pt x="0" y="49"/>
                    <a:pt x="14" y="64"/>
                    <a:pt x="32" y="64"/>
                  </a:cubicBezTo>
                  <a:cubicBezTo>
                    <a:pt x="49" y="64"/>
                    <a:pt x="64" y="49"/>
                    <a:pt x="64" y="32"/>
                  </a:cubicBezTo>
                  <a:cubicBezTo>
                    <a:pt x="64" y="14"/>
                    <a:pt x="49" y="0"/>
                    <a:pt x="32" y="0"/>
                  </a:cubicBezTo>
                  <a:close/>
                  <a:moveTo>
                    <a:pt x="32" y="42"/>
                  </a:moveTo>
                  <a:cubicBezTo>
                    <a:pt x="26" y="42"/>
                    <a:pt x="21" y="38"/>
                    <a:pt x="21" y="32"/>
                  </a:cubicBezTo>
                  <a:cubicBezTo>
                    <a:pt x="21" y="26"/>
                    <a:pt x="26" y="21"/>
                    <a:pt x="32" y="21"/>
                  </a:cubicBezTo>
                  <a:cubicBezTo>
                    <a:pt x="38" y="21"/>
                    <a:pt x="42" y="26"/>
                    <a:pt x="42" y="32"/>
                  </a:cubicBezTo>
                  <a:cubicBezTo>
                    <a:pt x="42" y="38"/>
                    <a:pt x="38" y="42"/>
                    <a:pt x="32" y="4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15" name="Freeform 520"/>
            <p:cNvSpPr>
              <a:spLocks noEditPoints="1"/>
            </p:cNvSpPr>
            <p:nvPr/>
          </p:nvSpPr>
          <p:spPr bwMode="auto">
            <a:xfrm>
              <a:off x="5956" y="2084"/>
              <a:ext cx="42" cy="43"/>
            </a:xfrm>
            <a:custGeom>
              <a:avLst/>
              <a:gdLst>
                <a:gd name="T0" fmla="*/ 32 w 64"/>
                <a:gd name="T1" fmla="*/ 0 h 64"/>
                <a:gd name="T2" fmla="*/ 0 w 64"/>
                <a:gd name="T3" fmla="*/ 32 h 64"/>
                <a:gd name="T4" fmla="*/ 32 w 64"/>
                <a:gd name="T5" fmla="*/ 64 h 64"/>
                <a:gd name="T6" fmla="*/ 64 w 64"/>
                <a:gd name="T7" fmla="*/ 32 h 64"/>
                <a:gd name="T8" fmla="*/ 32 w 64"/>
                <a:gd name="T9" fmla="*/ 0 h 64"/>
                <a:gd name="T10" fmla="*/ 32 w 64"/>
                <a:gd name="T11" fmla="*/ 43 h 64"/>
                <a:gd name="T12" fmla="*/ 21 w 64"/>
                <a:gd name="T13" fmla="*/ 32 h 64"/>
                <a:gd name="T14" fmla="*/ 32 w 64"/>
                <a:gd name="T15" fmla="*/ 21 h 64"/>
                <a:gd name="T16" fmla="*/ 42 w 64"/>
                <a:gd name="T17" fmla="*/ 32 h 64"/>
                <a:gd name="T18" fmla="*/ 32 w 64"/>
                <a:gd name="T19" fmla="*/ 4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0"/>
                  </a:moveTo>
                  <a:cubicBezTo>
                    <a:pt x="14" y="0"/>
                    <a:pt x="0" y="14"/>
                    <a:pt x="0" y="32"/>
                  </a:cubicBezTo>
                  <a:cubicBezTo>
                    <a:pt x="0" y="50"/>
                    <a:pt x="14" y="64"/>
                    <a:pt x="32" y="64"/>
                  </a:cubicBezTo>
                  <a:cubicBezTo>
                    <a:pt x="49" y="64"/>
                    <a:pt x="64" y="50"/>
                    <a:pt x="64" y="32"/>
                  </a:cubicBezTo>
                  <a:cubicBezTo>
                    <a:pt x="64" y="14"/>
                    <a:pt x="49" y="0"/>
                    <a:pt x="32" y="0"/>
                  </a:cubicBezTo>
                  <a:close/>
                  <a:moveTo>
                    <a:pt x="32" y="43"/>
                  </a:moveTo>
                  <a:cubicBezTo>
                    <a:pt x="26" y="43"/>
                    <a:pt x="21" y="38"/>
                    <a:pt x="21" y="32"/>
                  </a:cubicBezTo>
                  <a:cubicBezTo>
                    <a:pt x="21" y="26"/>
                    <a:pt x="26" y="21"/>
                    <a:pt x="32" y="21"/>
                  </a:cubicBezTo>
                  <a:cubicBezTo>
                    <a:pt x="38" y="21"/>
                    <a:pt x="42" y="26"/>
                    <a:pt x="42" y="32"/>
                  </a:cubicBezTo>
                  <a:cubicBezTo>
                    <a:pt x="42" y="38"/>
                    <a:pt x="38" y="43"/>
                    <a:pt x="32" y="4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16" name="Freeform 521"/>
            <p:cNvSpPr>
              <a:spLocks noEditPoints="1"/>
            </p:cNvSpPr>
            <p:nvPr/>
          </p:nvSpPr>
          <p:spPr bwMode="auto">
            <a:xfrm>
              <a:off x="5892" y="1943"/>
              <a:ext cx="170" cy="212"/>
            </a:xfrm>
            <a:custGeom>
              <a:avLst/>
              <a:gdLst>
                <a:gd name="T0" fmla="*/ 256 w 256"/>
                <a:gd name="T1" fmla="*/ 128 h 320"/>
                <a:gd name="T2" fmla="*/ 245 w 256"/>
                <a:gd name="T3" fmla="*/ 117 h 320"/>
                <a:gd name="T4" fmla="*/ 202 w 256"/>
                <a:gd name="T5" fmla="*/ 117 h 320"/>
                <a:gd name="T6" fmla="*/ 202 w 256"/>
                <a:gd name="T7" fmla="*/ 95 h 320"/>
                <a:gd name="T8" fmla="*/ 256 w 256"/>
                <a:gd name="T9" fmla="*/ 32 h 320"/>
                <a:gd name="T10" fmla="*/ 245 w 256"/>
                <a:gd name="T11" fmla="*/ 21 h 320"/>
                <a:gd name="T12" fmla="*/ 196 w 256"/>
                <a:gd name="T13" fmla="*/ 21 h 320"/>
                <a:gd name="T14" fmla="*/ 160 w 256"/>
                <a:gd name="T15" fmla="*/ 0 h 320"/>
                <a:gd name="T16" fmla="*/ 96 w 256"/>
                <a:gd name="T17" fmla="*/ 0 h 320"/>
                <a:gd name="T18" fmla="*/ 59 w 256"/>
                <a:gd name="T19" fmla="*/ 21 h 320"/>
                <a:gd name="T20" fmla="*/ 10 w 256"/>
                <a:gd name="T21" fmla="*/ 21 h 320"/>
                <a:gd name="T22" fmla="*/ 0 w 256"/>
                <a:gd name="T23" fmla="*/ 32 h 320"/>
                <a:gd name="T24" fmla="*/ 53 w 256"/>
                <a:gd name="T25" fmla="*/ 95 h 320"/>
                <a:gd name="T26" fmla="*/ 53 w 256"/>
                <a:gd name="T27" fmla="*/ 117 h 320"/>
                <a:gd name="T28" fmla="*/ 10 w 256"/>
                <a:gd name="T29" fmla="*/ 117 h 320"/>
                <a:gd name="T30" fmla="*/ 0 w 256"/>
                <a:gd name="T31" fmla="*/ 128 h 320"/>
                <a:gd name="T32" fmla="*/ 53 w 256"/>
                <a:gd name="T33" fmla="*/ 191 h 320"/>
                <a:gd name="T34" fmla="*/ 53 w 256"/>
                <a:gd name="T35" fmla="*/ 213 h 320"/>
                <a:gd name="T36" fmla="*/ 10 w 256"/>
                <a:gd name="T37" fmla="*/ 213 h 320"/>
                <a:gd name="T38" fmla="*/ 0 w 256"/>
                <a:gd name="T39" fmla="*/ 224 h 320"/>
                <a:gd name="T40" fmla="*/ 54 w 256"/>
                <a:gd name="T41" fmla="*/ 287 h 320"/>
                <a:gd name="T42" fmla="*/ 96 w 256"/>
                <a:gd name="T43" fmla="*/ 320 h 320"/>
                <a:gd name="T44" fmla="*/ 160 w 256"/>
                <a:gd name="T45" fmla="*/ 320 h 320"/>
                <a:gd name="T46" fmla="*/ 201 w 256"/>
                <a:gd name="T47" fmla="*/ 287 h 320"/>
                <a:gd name="T48" fmla="*/ 256 w 256"/>
                <a:gd name="T49" fmla="*/ 224 h 320"/>
                <a:gd name="T50" fmla="*/ 245 w 256"/>
                <a:gd name="T51" fmla="*/ 213 h 320"/>
                <a:gd name="T52" fmla="*/ 202 w 256"/>
                <a:gd name="T53" fmla="*/ 213 h 320"/>
                <a:gd name="T54" fmla="*/ 202 w 256"/>
                <a:gd name="T55" fmla="*/ 191 h 320"/>
                <a:gd name="T56" fmla="*/ 256 w 256"/>
                <a:gd name="T57" fmla="*/ 128 h 320"/>
                <a:gd name="T58" fmla="*/ 233 w 256"/>
                <a:gd name="T59" fmla="*/ 138 h 320"/>
                <a:gd name="T60" fmla="*/ 202 w 256"/>
                <a:gd name="T61" fmla="*/ 169 h 320"/>
                <a:gd name="T62" fmla="*/ 202 w 256"/>
                <a:gd name="T63" fmla="*/ 138 h 320"/>
                <a:gd name="T64" fmla="*/ 233 w 256"/>
                <a:gd name="T65" fmla="*/ 138 h 320"/>
                <a:gd name="T66" fmla="*/ 233 w 256"/>
                <a:gd name="T67" fmla="*/ 42 h 320"/>
                <a:gd name="T68" fmla="*/ 202 w 256"/>
                <a:gd name="T69" fmla="*/ 73 h 320"/>
                <a:gd name="T70" fmla="*/ 202 w 256"/>
                <a:gd name="T71" fmla="*/ 42 h 320"/>
                <a:gd name="T72" fmla="*/ 233 w 256"/>
                <a:gd name="T73" fmla="*/ 42 h 320"/>
                <a:gd name="T74" fmla="*/ 22 w 256"/>
                <a:gd name="T75" fmla="*/ 42 h 320"/>
                <a:gd name="T76" fmla="*/ 53 w 256"/>
                <a:gd name="T77" fmla="*/ 42 h 320"/>
                <a:gd name="T78" fmla="*/ 53 w 256"/>
                <a:gd name="T79" fmla="*/ 73 h 320"/>
                <a:gd name="T80" fmla="*/ 22 w 256"/>
                <a:gd name="T81" fmla="*/ 42 h 320"/>
                <a:gd name="T82" fmla="*/ 22 w 256"/>
                <a:gd name="T83" fmla="*/ 138 h 320"/>
                <a:gd name="T84" fmla="*/ 53 w 256"/>
                <a:gd name="T85" fmla="*/ 138 h 320"/>
                <a:gd name="T86" fmla="*/ 53 w 256"/>
                <a:gd name="T87" fmla="*/ 169 h 320"/>
                <a:gd name="T88" fmla="*/ 22 w 256"/>
                <a:gd name="T89" fmla="*/ 138 h 320"/>
                <a:gd name="T90" fmla="*/ 22 w 256"/>
                <a:gd name="T91" fmla="*/ 234 h 320"/>
                <a:gd name="T92" fmla="*/ 53 w 256"/>
                <a:gd name="T93" fmla="*/ 234 h 320"/>
                <a:gd name="T94" fmla="*/ 53 w 256"/>
                <a:gd name="T95" fmla="*/ 265 h 320"/>
                <a:gd name="T96" fmla="*/ 22 w 256"/>
                <a:gd name="T97" fmla="*/ 234 h 320"/>
                <a:gd name="T98" fmla="*/ 181 w 256"/>
                <a:gd name="T99" fmla="*/ 277 h 320"/>
                <a:gd name="T100" fmla="*/ 160 w 256"/>
                <a:gd name="T101" fmla="*/ 298 h 320"/>
                <a:gd name="T102" fmla="*/ 96 w 256"/>
                <a:gd name="T103" fmla="*/ 298 h 320"/>
                <a:gd name="T104" fmla="*/ 74 w 256"/>
                <a:gd name="T105" fmla="*/ 277 h 320"/>
                <a:gd name="T106" fmla="*/ 74 w 256"/>
                <a:gd name="T107" fmla="*/ 42 h 320"/>
                <a:gd name="T108" fmla="*/ 96 w 256"/>
                <a:gd name="T109" fmla="*/ 21 h 320"/>
                <a:gd name="T110" fmla="*/ 160 w 256"/>
                <a:gd name="T111" fmla="*/ 21 h 320"/>
                <a:gd name="T112" fmla="*/ 181 w 256"/>
                <a:gd name="T113" fmla="*/ 42 h 320"/>
                <a:gd name="T114" fmla="*/ 181 w 256"/>
                <a:gd name="T115" fmla="*/ 277 h 320"/>
                <a:gd name="T116" fmla="*/ 233 w 256"/>
                <a:gd name="T117" fmla="*/ 234 h 320"/>
                <a:gd name="T118" fmla="*/ 202 w 256"/>
                <a:gd name="T119" fmla="*/ 265 h 320"/>
                <a:gd name="T120" fmla="*/ 202 w 256"/>
                <a:gd name="T121" fmla="*/ 234 h 320"/>
                <a:gd name="T122" fmla="*/ 233 w 256"/>
                <a:gd name="T123" fmla="*/ 23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 h="320">
                  <a:moveTo>
                    <a:pt x="256" y="128"/>
                  </a:moveTo>
                  <a:cubicBezTo>
                    <a:pt x="256" y="122"/>
                    <a:pt x="251" y="117"/>
                    <a:pt x="245" y="117"/>
                  </a:cubicBezTo>
                  <a:cubicBezTo>
                    <a:pt x="202" y="117"/>
                    <a:pt x="202" y="117"/>
                    <a:pt x="202" y="117"/>
                  </a:cubicBezTo>
                  <a:cubicBezTo>
                    <a:pt x="202" y="95"/>
                    <a:pt x="202" y="95"/>
                    <a:pt x="202" y="95"/>
                  </a:cubicBezTo>
                  <a:cubicBezTo>
                    <a:pt x="244" y="89"/>
                    <a:pt x="256" y="52"/>
                    <a:pt x="256" y="32"/>
                  </a:cubicBezTo>
                  <a:cubicBezTo>
                    <a:pt x="256" y="26"/>
                    <a:pt x="251" y="21"/>
                    <a:pt x="245" y="21"/>
                  </a:cubicBezTo>
                  <a:cubicBezTo>
                    <a:pt x="196" y="21"/>
                    <a:pt x="196" y="21"/>
                    <a:pt x="196" y="21"/>
                  </a:cubicBezTo>
                  <a:cubicBezTo>
                    <a:pt x="189" y="8"/>
                    <a:pt x="175" y="0"/>
                    <a:pt x="160" y="0"/>
                  </a:cubicBezTo>
                  <a:cubicBezTo>
                    <a:pt x="96" y="0"/>
                    <a:pt x="96" y="0"/>
                    <a:pt x="96" y="0"/>
                  </a:cubicBezTo>
                  <a:cubicBezTo>
                    <a:pt x="80" y="0"/>
                    <a:pt x="66" y="8"/>
                    <a:pt x="59" y="21"/>
                  </a:cubicBezTo>
                  <a:cubicBezTo>
                    <a:pt x="10" y="21"/>
                    <a:pt x="10" y="21"/>
                    <a:pt x="10" y="21"/>
                  </a:cubicBezTo>
                  <a:cubicBezTo>
                    <a:pt x="4" y="21"/>
                    <a:pt x="0" y="26"/>
                    <a:pt x="0" y="32"/>
                  </a:cubicBezTo>
                  <a:cubicBezTo>
                    <a:pt x="0" y="52"/>
                    <a:pt x="11" y="89"/>
                    <a:pt x="53" y="95"/>
                  </a:cubicBezTo>
                  <a:cubicBezTo>
                    <a:pt x="53" y="117"/>
                    <a:pt x="53" y="117"/>
                    <a:pt x="53" y="117"/>
                  </a:cubicBezTo>
                  <a:cubicBezTo>
                    <a:pt x="10" y="117"/>
                    <a:pt x="10" y="117"/>
                    <a:pt x="10" y="117"/>
                  </a:cubicBezTo>
                  <a:cubicBezTo>
                    <a:pt x="4" y="117"/>
                    <a:pt x="0" y="122"/>
                    <a:pt x="0" y="128"/>
                  </a:cubicBezTo>
                  <a:cubicBezTo>
                    <a:pt x="0" y="148"/>
                    <a:pt x="11" y="185"/>
                    <a:pt x="53" y="191"/>
                  </a:cubicBezTo>
                  <a:cubicBezTo>
                    <a:pt x="53" y="213"/>
                    <a:pt x="53" y="213"/>
                    <a:pt x="53" y="213"/>
                  </a:cubicBezTo>
                  <a:cubicBezTo>
                    <a:pt x="10" y="213"/>
                    <a:pt x="10" y="213"/>
                    <a:pt x="10" y="213"/>
                  </a:cubicBezTo>
                  <a:cubicBezTo>
                    <a:pt x="4" y="213"/>
                    <a:pt x="0" y="218"/>
                    <a:pt x="0" y="224"/>
                  </a:cubicBezTo>
                  <a:cubicBezTo>
                    <a:pt x="0" y="244"/>
                    <a:pt x="11" y="282"/>
                    <a:pt x="54" y="287"/>
                  </a:cubicBezTo>
                  <a:cubicBezTo>
                    <a:pt x="59" y="306"/>
                    <a:pt x="76" y="320"/>
                    <a:pt x="96" y="320"/>
                  </a:cubicBezTo>
                  <a:cubicBezTo>
                    <a:pt x="160" y="320"/>
                    <a:pt x="160" y="320"/>
                    <a:pt x="160" y="320"/>
                  </a:cubicBezTo>
                  <a:cubicBezTo>
                    <a:pt x="180" y="320"/>
                    <a:pt x="196" y="306"/>
                    <a:pt x="201" y="287"/>
                  </a:cubicBezTo>
                  <a:cubicBezTo>
                    <a:pt x="244" y="282"/>
                    <a:pt x="256" y="244"/>
                    <a:pt x="256" y="224"/>
                  </a:cubicBezTo>
                  <a:cubicBezTo>
                    <a:pt x="256" y="218"/>
                    <a:pt x="251" y="213"/>
                    <a:pt x="245" y="213"/>
                  </a:cubicBezTo>
                  <a:cubicBezTo>
                    <a:pt x="202" y="213"/>
                    <a:pt x="202" y="213"/>
                    <a:pt x="202" y="213"/>
                  </a:cubicBezTo>
                  <a:cubicBezTo>
                    <a:pt x="202" y="191"/>
                    <a:pt x="202" y="191"/>
                    <a:pt x="202" y="191"/>
                  </a:cubicBezTo>
                  <a:cubicBezTo>
                    <a:pt x="244" y="185"/>
                    <a:pt x="256" y="148"/>
                    <a:pt x="256" y="128"/>
                  </a:cubicBezTo>
                  <a:close/>
                  <a:moveTo>
                    <a:pt x="233" y="138"/>
                  </a:moveTo>
                  <a:cubicBezTo>
                    <a:pt x="230" y="149"/>
                    <a:pt x="223" y="165"/>
                    <a:pt x="202" y="169"/>
                  </a:cubicBezTo>
                  <a:cubicBezTo>
                    <a:pt x="202" y="138"/>
                    <a:pt x="202" y="138"/>
                    <a:pt x="202" y="138"/>
                  </a:cubicBezTo>
                  <a:lnTo>
                    <a:pt x="233" y="138"/>
                  </a:lnTo>
                  <a:close/>
                  <a:moveTo>
                    <a:pt x="233" y="42"/>
                  </a:moveTo>
                  <a:cubicBezTo>
                    <a:pt x="230" y="53"/>
                    <a:pt x="223" y="69"/>
                    <a:pt x="202" y="73"/>
                  </a:cubicBezTo>
                  <a:cubicBezTo>
                    <a:pt x="202" y="42"/>
                    <a:pt x="202" y="42"/>
                    <a:pt x="202" y="42"/>
                  </a:cubicBezTo>
                  <a:lnTo>
                    <a:pt x="233" y="42"/>
                  </a:lnTo>
                  <a:close/>
                  <a:moveTo>
                    <a:pt x="22" y="42"/>
                  </a:moveTo>
                  <a:cubicBezTo>
                    <a:pt x="53" y="42"/>
                    <a:pt x="53" y="42"/>
                    <a:pt x="53" y="42"/>
                  </a:cubicBezTo>
                  <a:cubicBezTo>
                    <a:pt x="53" y="73"/>
                    <a:pt x="53" y="73"/>
                    <a:pt x="53" y="73"/>
                  </a:cubicBezTo>
                  <a:cubicBezTo>
                    <a:pt x="32" y="69"/>
                    <a:pt x="25" y="53"/>
                    <a:pt x="22" y="42"/>
                  </a:cubicBezTo>
                  <a:close/>
                  <a:moveTo>
                    <a:pt x="22" y="138"/>
                  </a:moveTo>
                  <a:cubicBezTo>
                    <a:pt x="53" y="138"/>
                    <a:pt x="53" y="138"/>
                    <a:pt x="53" y="138"/>
                  </a:cubicBezTo>
                  <a:cubicBezTo>
                    <a:pt x="53" y="169"/>
                    <a:pt x="53" y="169"/>
                    <a:pt x="53" y="169"/>
                  </a:cubicBezTo>
                  <a:cubicBezTo>
                    <a:pt x="32" y="165"/>
                    <a:pt x="25" y="149"/>
                    <a:pt x="22" y="138"/>
                  </a:cubicBezTo>
                  <a:close/>
                  <a:moveTo>
                    <a:pt x="22" y="234"/>
                  </a:moveTo>
                  <a:cubicBezTo>
                    <a:pt x="53" y="234"/>
                    <a:pt x="53" y="234"/>
                    <a:pt x="53" y="234"/>
                  </a:cubicBezTo>
                  <a:cubicBezTo>
                    <a:pt x="53" y="265"/>
                    <a:pt x="53" y="265"/>
                    <a:pt x="53" y="265"/>
                  </a:cubicBezTo>
                  <a:cubicBezTo>
                    <a:pt x="32" y="261"/>
                    <a:pt x="25" y="245"/>
                    <a:pt x="22" y="234"/>
                  </a:cubicBezTo>
                  <a:close/>
                  <a:moveTo>
                    <a:pt x="181" y="277"/>
                  </a:moveTo>
                  <a:cubicBezTo>
                    <a:pt x="181" y="289"/>
                    <a:pt x="171" y="298"/>
                    <a:pt x="160" y="298"/>
                  </a:cubicBezTo>
                  <a:cubicBezTo>
                    <a:pt x="96" y="298"/>
                    <a:pt x="96" y="298"/>
                    <a:pt x="96" y="298"/>
                  </a:cubicBezTo>
                  <a:cubicBezTo>
                    <a:pt x="84" y="298"/>
                    <a:pt x="74" y="289"/>
                    <a:pt x="74" y="277"/>
                  </a:cubicBezTo>
                  <a:cubicBezTo>
                    <a:pt x="74" y="42"/>
                    <a:pt x="74" y="42"/>
                    <a:pt x="74" y="42"/>
                  </a:cubicBezTo>
                  <a:cubicBezTo>
                    <a:pt x="74" y="31"/>
                    <a:pt x="84" y="21"/>
                    <a:pt x="96" y="21"/>
                  </a:cubicBezTo>
                  <a:cubicBezTo>
                    <a:pt x="160" y="21"/>
                    <a:pt x="160" y="21"/>
                    <a:pt x="160" y="21"/>
                  </a:cubicBezTo>
                  <a:cubicBezTo>
                    <a:pt x="171" y="21"/>
                    <a:pt x="181" y="31"/>
                    <a:pt x="181" y="42"/>
                  </a:cubicBezTo>
                  <a:lnTo>
                    <a:pt x="181" y="277"/>
                  </a:lnTo>
                  <a:close/>
                  <a:moveTo>
                    <a:pt x="233" y="234"/>
                  </a:moveTo>
                  <a:cubicBezTo>
                    <a:pt x="230" y="245"/>
                    <a:pt x="223" y="261"/>
                    <a:pt x="202" y="265"/>
                  </a:cubicBezTo>
                  <a:cubicBezTo>
                    <a:pt x="202" y="234"/>
                    <a:pt x="202" y="234"/>
                    <a:pt x="202" y="234"/>
                  </a:cubicBezTo>
                  <a:lnTo>
                    <a:pt x="233" y="23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17" name="Group 309"/>
          <p:cNvGrpSpPr>
            <a:grpSpLocks noChangeAspect="1"/>
          </p:cNvGrpSpPr>
          <p:nvPr/>
        </p:nvGrpSpPr>
        <p:grpSpPr bwMode="auto">
          <a:xfrm>
            <a:off x="3151610" y="4037593"/>
            <a:ext cx="548239" cy="546632"/>
            <a:chOff x="6585" y="1193"/>
            <a:chExt cx="341" cy="340"/>
          </a:xfrm>
          <a:solidFill>
            <a:schemeClr val="bg1"/>
          </a:solidFill>
        </p:grpSpPr>
        <p:sp>
          <p:nvSpPr>
            <p:cNvPr id="118" name="Freeform 310"/>
            <p:cNvSpPr>
              <a:spLocks noEditPoints="1"/>
            </p:cNvSpPr>
            <p:nvPr/>
          </p:nvSpPr>
          <p:spPr bwMode="auto">
            <a:xfrm>
              <a:off x="6648" y="1264"/>
              <a:ext cx="206" cy="205"/>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19" name="Freeform 311"/>
            <p:cNvSpPr>
              <a:spLocks noEditPoints="1"/>
            </p:cNvSpPr>
            <p:nvPr/>
          </p:nvSpPr>
          <p:spPr bwMode="auto">
            <a:xfrm>
              <a:off x="6585" y="119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spTree>
    <p:extLst>
      <p:ext uri="{BB962C8B-B14F-4D97-AF65-F5344CB8AC3E}">
        <p14:creationId xmlns:p14="http://schemas.microsoft.com/office/powerpoint/2010/main" val="3519109337"/>
      </p:ext>
    </p:extLst>
  </p:cSld>
  <p:clrMapOvr>
    <a:masterClrMapping/>
  </p:clrMapOvr>
  <p:transition>
    <p:fade/>
  </p:transition>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Connectors with puzzle pieces</a:t>
            </a:r>
            <a:endParaRPr lang="en-US" dirty="0"/>
          </a:p>
        </p:txBody>
      </p:sp>
      <p:sp>
        <p:nvSpPr>
          <p:cNvPr id="34" name="Oval 155"/>
          <p:cNvSpPr/>
          <p:nvPr/>
        </p:nvSpPr>
        <p:spPr>
          <a:xfrm rot="2700000">
            <a:off x="4574359" y="2133119"/>
            <a:ext cx="994611" cy="1860768"/>
          </a:xfrm>
          <a:custGeom>
            <a:avLst/>
            <a:gdLst/>
            <a:ahLst/>
            <a:cxnLst/>
            <a:rect l="l" t="t" r="r" b="b"/>
            <a:pathLst>
              <a:path w="1224136" h="2290176">
                <a:moveTo>
                  <a:pt x="459315" y="63272"/>
                </a:moveTo>
                <a:cubicBezTo>
                  <a:pt x="498408" y="24179"/>
                  <a:pt x="552413" y="0"/>
                  <a:pt x="612067" y="0"/>
                </a:cubicBezTo>
                <a:cubicBezTo>
                  <a:pt x="731374" y="0"/>
                  <a:pt x="828091" y="96717"/>
                  <a:pt x="828091" y="216024"/>
                </a:cubicBezTo>
                <a:cubicBezTo>
                  <a:pt x="828091" y="299408"/>
                  <a:pt x="780848" y="371757"/>
                  <a:pt x="711216" y="406896"/>
                </a:cubicBezTo>
                <a:cubicBezTo>
                  <a:pt x="691916" y="450663"/>
                  <a:pt x="710516" y="496019"/>
                  <a:pt x="737802" y="533019"/>
                </a:cubicBezTo>
                <a:lnTo>
                  <a:pt x="1224136" y="533019"/>
                </a:lnTo>
                <a:lnTo>
                  <a:pt x="1224136" y="1019520"/>
                </a:lnTo>
                <a:cubicBezTo>
                  <a:pt x="1187224" y="1046736"/>
                  <a:pt x="1141992" y="1065189"/>
                  <a:pt x="1098339" y="1045939"/>
                </a:cubicBezTo>
                <a:cubicBezTo>
                  <a:pt x="1063200" y="976307"/>
                  <a:pt x="990851" y="929064"/>
                  <a:pt x="907467" y="929064"/>
                </a:cubicBezTo>
                <a:cubicBezTo>
                  <a:pt x="788160" y="929064"/>
                  <a:pt x="691443" y="1025781"/>
                  <a:pt x="691443" y="1145088"/>
                </a:cubicBezTo>
                <a:cubicBezTo>
                  <a:pt x="691443" y="1204742"/>
                  <a:pt x="715622" y="1258747"/>
                  <a:pt x="754715" y="1297840"/>
                </a:cubicBezTo>
                <a:cubicBezTo>
                  <a:pt x="793807" y="1336933"/>
                  <a:pt x="847813" y="1361112"/>
                  <a:pt x="907467" y="1361112"/>
                </a:cubicBezTo>
                <a:cubicBezTo>
                  <a:pt x="988927" y="1361112"/>
                  <a:pt x="1059856" y="1316024"/>
                  <a:pt x="1095778" y="1248955"/>
                </a:cubicBezTo>
                <a:cubicBezTo>
                  <a:pt x="1141514" y="1226580"/>
                  <a:pt x="1182162" y="1242465"/>
                  <a:pt x="1224136" y="1270694"/>
                </a:cubicBezTo>
                <a:lnTo>
                  <a:pt x="1224136" y="1757155"/>
                </a:lnTo>
                <a:lnTo>
                  <a:pt x="737829" y="1757155"/>
                </a:lnTo>
                <a:cubicBezTo>
                  <a:pt x="709519" y="1799263"/>
                  <a:pt x="693505" y="1839996"/>
                  <a:pt x="715934" y="1885841"/>
                </a:cubicBezTo>
                <a:cubicBezTo>
                  <a:pt x="783003" y="1921763"/>
                  <a:pt x="828091" y="1992692"/>
                  <a:pt x="828091" y="2074152"/>
                </a:cubicBezTo>
                <a:cubicBezTo>
                  <a:pt x="828091" y="2133806"/>
                  <a:pt x="803912" y="2187812"/>
                  <a:pt x="764819" y="2226904"/>
                </a:cubicBezTo>
                <a:cubicBezTo>
                  <a:pt x="725726" y="2265997"/>
                  <a:pt x="671721" y="2290176"/>
                  <a:pt x="612067" y="2290176"/>
                </a:cubicBezTo>
                <a:cubicBezTo>
                  <a:pt x="492760" y="2290176"/>
                  <a:pt x="396043" y="2193459"/>
                  <a:pt x="396043" y="2074152"/>
                </a:cubicBezTo>
                <a:cubicBezTo>
                  <a:pt x="396043" y="1990768"/>
                  <a:pt x="443286" y="1918419"/>
                  <a:pt x="512918" y="1883280"/>
                </a:cubicBezTo>
                <a:cubicBezTo>
                  <a:pt x="532218" y="1839512"/>
                  <a:pt x="513617" y="1794156"/>
                  <a:pt x="486331" y="1757155"/>
                </a:cubicBezTo>
                <a:lnTo>
                  <a:pt x="0" y="1757155"/>
                </a:lnTo>
                <a:lnTo>
                  <a:pt x="0" y="1267857"/>
                </a:lnTo>
                <a:cubicBezTo>
                  <a:pt x="35436" y="1241878"/>
                  <a:pt x="78596" y="1225841"/>
                  <a:pt x="120314" y="1244237"/>
                </a:cubicBezTo>
                <a:cubicBezTo>
                  <a:pt x="155453" y="1313869"/>
                  <a:pt x="227802" y="1361112"/>
                  <a:pt x="311186" y="1361112"/>
                </a:cubicBezTo>
                <a:cubicBezTo>
                  <a:pt x="430493" y="1361112"/>
                  <a:pt x="527210" y="1264395"/>
                  <a:pt x="527210" y="1145088"/>
                </a:cubicBezTo>
                <a:cubicBezTo>
                  <a:pt x="527210" y="1085434"/>
                  <a:pt x="503031" y="1031429"/>
                  <a:pt x="463938" y="992336"/>
                </a:cubicBezTo>
                <a:cubicBezTo>
                  <a:pt x="424846" y="953243"/>
                  <a:pt x="370840" y="929064"/>
                  <a:pt x="311186" y="929064"/>
                </a:cubicBezTo>
                <a:cubicBezTo>
                  <a:pt x="229726" y="929064"/>
                  <a:pt x="158797" y="974152"/>
                  <a:pt x="122875" y="1041221"/>
                </a:cubicBezTo>
                <a:cubicBezTo>
                  <a:pt x="78969" y="1062702"/>
                  <a:pt x="39751" y="1048921"/>
                  <a:pt x="0" y="1022105"/>
                </a:cubicBezTo>
                <a:lnTo>
                  <a:pt x="0" y="533019"/>
                </a:lnTo>
                <a:lnTo>
                  <a:pt x="486305" y="533019"/>
                </a:lnTo>
                <a:cubicBezTo>
                  <a:pt x="514616" y="490912"/>
                  <a:pt x="530628" y="450179"/>
                  <a:pt x="508200" y="404335"/>
                </a:cubicBezTo>
                <a:cubicBezTo>
                  <a:pt x="441131" y="368413"/>
                  <a:pt x="396043" y="297484"/>
                  <a:pt x="396043" y="216024"/>
                </a:cubicBezTo>
                <a:cubicBezTo>
                  <a:pt x="396043" y="156370"/>
                  <a:pt x="420222" y="102364"/>
                  <a:pt x="459315" y="63272"/>
                </a:cubicBez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dirty="0">
              <a:solidFill>
                <a:schemeClr val="tx2"/>
              </a:solidFill>
              <a:latin typeface="Aptos" panose="020B0004020202020204" pitchFamily="34" charset="0"/>
            </a:endParaRPr>
          </a:p>
        </p:txBody>
      </p:sp>
      <p:sp>
        <p:nvSpPr>
          <p:cNvPr id="35" name="Oval 155"/>
          <p:cNvSpPr/>
          <p:nvPr/>
        </p:nvSpPr>
        <p:spPr>
          <a:xfrm rot="18900000">
            <a:off x="5277844" y="2836601"/>
            <a:ext cx="994611" cy="1860768"/>
          </a:xfrm>
          <a:custGeom>
            <a:avLst/>
            <a:gdLst/>
            <a:ahLst/>
            <a:cxnLst/>
            <a:rect l="l" t="t" r="r" b="b"/>
            <a:pathLst>
              <a:path w="1224136" h="2290176">
                <a:moveTo>
                  <a:pt x="764820" y="63272"/>
                </a:moveTo>
                <a:cubicBezTo>
                  <a:pt x="803913" y="102365"/>
                  <a:pt x="828092" y="156370"/>
                  <a:pt x="828092" y="216024"/>
                </a:cubicBezTo>
                <a:cubicBezTo>
                  <a:pt x="828092" y="299408"/>
                  <a:pt x="780849" y="371757"/>
                  <a:pt x="711217" y="406896"/>
                </a:cubicBezTo>
                <a:cubicBezTo>
                  <a:pt x="691917" y="450664"/>
                  <a:pt x="710518" y="496020"/>
                  <a:pt x="737803" y="533020"/>
                </a:cubicBezTo>
                <a:lnTo>
                  <a:pt x="1224136" y="533020"/>
                </a:lnTo>
                <a:lnTo>
                  <a:pt x="1224136" y="1022318"/>
                </a:lnTo>
                <a:cubicBezTo>
                  <a:pt x="1188700" y="1048297"/>
                  <a:pt x="1145539" y="1064335"/>
                  <a:pt x="1103821" y="1045938"/>
                </a:cubicBezTo>
                <a:cubicBezTo>
                  <a:pt x="1068682" y="976306"/>
                  <a:pt x="996333" y="929063"/>
                  <a:pt x="912949" y="929063"/>
                </a:cubicBezTo>
                <a:cubicBezTo>
                  <a:pt x="793642" y="929063"/>
                  <a:pt x="696925" y="1025780"/>
                  <a:pt x="696925" y="1145087"/>
                </a:cubicBezTo>
                <a:cubicBezTo>
                  <a:pt x="696925" y="1204741"/>
                  <a:pt x="721104" y="1258746"/>
                  <a:pt x="760197" y="1297839"/>
                </a:cubicBezTo>
                <a:cubicBezTo>
                  <a:pt x="799289" y="1336932"/>
                  <a:pt x="853295" y="1361111"/>
                  <a:pt x="912949" y="1361111"/>
                </a:cubicBezTo>
                <a:cubicBezTo>
                  <a:pt x="994409" y="1361111"/>
                  <a:pt x="1065338" y="1316024"/>
                  <a:pt x="1101260" y="1248954"/>
                </a:cubicBezTo>
                <a:cubicBezTo>
                  <a:pt x="1145167" y="1227474"/>
                  <a:pt x="1184385" y="1241254"/>
                  <a:pt x="1224136" y="1268071"/>
                </a:cubicBezTo>
                <a:lnTo>
                  <a:pt x="1224136" y="1757156"/>
                </a:lnTo>
                <a:lnTo>
                  <a:pt x="737830" y="1757156"/>
                </a:lnTo>
                <a:cubicBezTo>
                  <a:pt x="709520" y="1799264"/>
                  <a:pt x="693507" y="1839997"/>
                  <a:pt x="715935" y="1885841"/>
                </a:cubicBezTo>
                <a:cubicBezTo>
                  <a:pt x="783004" y="1921763"/>
                  <a:pt x="828092" y="1992692"/>
                  <a:pt x="828092" y="2074152"/>
                </a:cubicBezTo>
                <a:cubicBezTo>
                  <a:pt x="828092" y="2133806"/>
                  <a:pt x="803913" y="2187812"/>
                  <a:pt x="764820" y="2226904"/>
                </a:cubicBezTo>
                <a:cubicBezTo>
                  <a:pt x="725727" y="2265997"/>
                  <a:pt x="671722" y="2290176"/>
                  <a:pt x="612068" y="2290176"/>
                </a:cubicBezTo>
                <a:cubicBezTo>
                  <a:pt x="492761" y="2290176"/>
                  <a:pt x="396044" y="2193459"/>
                  <a:pt x="396044" y="2074152"/>
                </a:cubicBezTo>
                <a:cubicBezTo>
                  <a:pt x="396044" y="1990768"/>
                  <a:pt x="443287" y="1918419"/>
                  <a:pt x="512919" y="1883280"/>
                </a:cubicBezTo>
                <a:cubicBezTo>
                  <a:pt x="532219" y="1839512"/>
                  <a:pt x="513618" y="1794157"/>
                  <a:pt x="486333" y="1757156"/>
                </a:cubicBezTo>
                <a:lnTo>
                  <a:pt x="0" y="1757156"/>
                </a:lnTo>
                <a:lnTo>
                  <a:pt x="0" y="1271295"/>
                </a:lnTo>
                <a:cubicBezTo>
                  <a:pt x="37251" y="1243817"/>
                  <a:pt x="82955" y="1224793"/>
                  <a:pt x="127049" y="1244237"/>
                </a:cubicBezTo>
                <a:cubicBezTo>
                  <a:pt x="162188" y="1313869"/>
                  <a:pt x="234537" y="1361112"/>
                  <a:pt x="317921" y="1361112"/>
                </a:cubicBezTo>
                <a:cubicBezTo>
                  <a:pt x="437228" y="1361112"/>
                  <a:pt x="533945" y="1264395"/>
                  <a:pt x="533945" y="1145088"/>
                </a:cubicBezTo>
                <a:cubicBezTo>
                  <a:pt x="533945" y="1085434"/>
                  <a:pt x="509766" y="1031429"/>
                  <a:pt x="470673" y="992336"/>
                </a:cubicBezTo>
                <a:cubicBezTo>
                  <a:pt x="431581" y="953243"/>
                  <a:pt x="377575" y="929064"/>
                  <a:pt x="317921" y="929064"/>
                </a:cubicBezTo>
                <a:cubicBezTo>
                  <a:pt x="236461" y="929064"/>
                  <a:pt x="165532" y="974152"/>
                  <a:pt x="129610" y="1041221"/>
                </a:cubicBezTo>
                <a:cubicBezTo>
                  <a:pt x="83460" y="1063799"/>
                  <a:pt x="42490" y="1047421"/>
                  <a:pt x="0" y="1018884"/>
                </a:cubicBezTo>
                <a:lnTo>
                  <a:pt x="0" y="533020"/>
                </a:lnTo>
                <a:lnTo>
                  <a:pt x="486306" y="533020"/>
                </a:lnTo>
                <a:cubicBezTo>
                  <a:pt x="514616" y="490912"/>
                  <a:pt x="530629" y="450179"/>
                  <a:pt x="508201" y="404335"/>
                </a:cubicBezTo>
                <a:cubicBezTo>
                  <a:pt x="441132" y="368413"/>
                  <a:pt x="396044" y="297484"/>
                  <a:pt x="396044" y="216024"/>
                </a:cubicBezTo>
                <a:cubicBezTo>
                  <a:pt x="396044" y="156370"/>
                  <a:pt x="420223" y="102364"/>
                  <a:pt x="459316" y="63272"/>
                </a:cubicBezTo>
                <a:cubicBezTo>
                  <a:pt x="498409" y="24179"/>
                  <a:pt x="552414" y="0"/>
                  <a:pt x="612068" y="0"/>
                </a:cubicBezTo>
                <a:cubicBezTo>
                  <a:pt x="671722" y="0"/>
                  <a:pt x="725728" y="24180"/>
                  <a:pt x="764820" y="63272"/>
                </a:cubicBezTo>
                <a:close/>
              </a:path>
            </a:pathLst>
          </a:custGeom>
          <a:solidFill>
            <a:schemeClr val="bg2">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6" name="Oval 155"/>
          <p:cNvSpPr/>
          <p:nvPr/>
        </p:nvSpPr>
        <p:spPr>
          <a:xfrm rot="18900000">
            <a:off x="3870858" y="2836625"/>
            <a:ext cx="994611" cy="1860769"/>
          </a:xfrm>
          <a:custGeom>
            <a:avLst/>
            <a:gdLst/>
            <a:ahLst/>
            <a:cxnLst/>
            <a:rect l="l" t="t" r="r" b="b"/>
            <a:pathLst>
              <a:path w="1224136" h="2290177">
                <a:moveTo>
                  <a:pt x="764821" y="63272"/>
                </a:moveTo>
                <a:cubicBezTo>
                  <a:pt x="803914" y="102365"/>
                  <a:pt x="828093" y="156370"/>
                  <a:pt x="828093" y="216024"/>
                </a:cubicBezTo>
                <a:cubicBezTo>
                  <a:pt x="828093" y="299408"/>
                  <a:pt x="780850" y="371757"/>
                  <a:pt x="711218" y="406896"/>
                </a:cubicBezTo>
                <a:cubicBezTo>
                  <a:pt x="691918" y="450664"/>
                  <a:pt x="710519" y="496020"/>
                  <a:pt x="737804" y="533020"/>
                </a:cubicBezTo>
                <a:lnTo>
                  <a:pt x="1224136" y="533020"/>
                </a:lnTo>
                <a:lnTo>
                  <a:pt x="1224136" y="1019537"/>
                </a:lnTo>
                <a:cubicBezTo>
                  <a:pt x="1187233" y="1046745"/>
                  <a:pt x="1142014" y="1065183"/>
                  <a:pt x="1098373" y="1045938"/>
                </a:cubicBezTo>
                <a:cubicBezTo>
                  <a:pt x="1063233" y="976306"/>
                  <a:pt x="990884" y="929063"/>
                  <a:pt x="907500" y="929063"/>
                </a:cubicBezTo>
                <a:cubicBezTo>
                  <a:pt x="788193" y="929063"/>
                  <a:pt x="691476" y="1025780"/>
                  <a:pt x="691476" y="1145087"/>
                </a:cubicBezTo>
                <a:cubicBezTo>
                  <a:pt x="691476" y="1204741"/>
                  <a:pt x="715655" y="1258747"/>
                  <a:pt x="754748" y="1297839"/>
                </a:cubicBezTo>
                <a:cubicBezTo>
                  <a:pt x="793841" y="1336932"/>
                  <a:pt x="847846" y="1361111"/>
                  <a:pt x="907500" y="1361111"/>
                </a:cubicBezTo>
                <a:cubicBezTo>
                  <a:pt x="988961" y="1361111"/>
                  <a:pt x="1059890" y="1316024"/>
                  <a:pt x="1095811" y="1248954"/>
                </a:cubicBezTo>
                <a:cubicBezTo>
                  <a:pt x="1141537" y="1226584"/>
                  <a:pt x="1182177" y="1242456"/>
                  <a:pt x="1224136" y="1270677"/>
                </a:cubicBezTo>
                <a:lnTo>
                  <a:pt x="1224136" y="1757156"/>
                </a:lnTo>
                <a:lnTo>
                  <a:pt x="737831" y="1757156"/>
                </a:lnTo>
                <a:cubicBezTo>
                  <a:pt x="709521" y="1799265"/>
                  <a:pt x="693508" y="1839998"/>
                  <a:pt x="715937" y="1885842"/>
                </a:cubicBezTo>
                <a:cubicBezTo>
                  <a:pt x="783005" y="1921764"/>
                  <a:pt x="828094" y="1992693"/>
                  <a:pt x="828094" y="2074153"/>
                </a:cubicBezTo>
                <a:cubicBezTo>
                  <a:pt x="828093" y="2133807"/>
                  <a:pt x="803915" y="2187813"/>
                  <a:pt x="764821" y="2226905"/>
                </a:cubicBezTo>
                <a:cubicBezTo>
                  <a:pt x="725728" y="2265998"/>
                  <a:pt x="671723" y="2290177"/>
                  <a:pt x="612070" y="2290177"/>
                </a:cubicBezTo>
                <a:cubicBezTo>
                  <a:pt x="492762" y="2290177"/>
                  <a:pt x="396045" y="2193460"/>
                  <a:pt x="396045" y="2074153"/>
                </a:cubicBezTo>
                <a:cubicBezTo>
                  <a:pt x="396045" y="1990769"/>
                  <a:pt x="443288" y="1918420"/>
                  <a:pt x="512921" y="1883281"/>
                </a:cubicBezTo>
                <a:cubicBezTo>
                  <a:pt x="532220" y="1839513"/>
                  <a:pt x="513619" y="1794157"/>
                  <a:pt x="486333" y="1757155"/>
                </a:cubicBezTo>
                <a:lnTo>
                  <a:pt x="1" y="1757156"/>
                </a:lnTo>
                <a:lnTo>
                  <a:pt x="1" y="1271298"/>
                </a:lnTo>
                <a:cubicBezTo>
                  <a:pt x="37251" y="1243817"/>
                  <a:pt x="82956" y="1224794"/>
                  <a:pt x="127049" y="1244238"/>
                </a:cubicBezTo>
                <a:cubicBezTo>
                  <a:pt x="162189" y="1313869"/>
                  <a:pt x="234538" y="1361113"/>
                  <a:pt x="317921" y="1361113"/>
                </a:cubicBezTo>
                <a:cubicBezTo>
                  <a:pt x="437228" y="1361113"/>
                  <a:pt x="533945" y="1264396"/>
                  <a:pt x="533945" y="1145089"/>
                </a:cubicBezTo>
                <a:cubicBezTo>
                  <a:pt x="533945" y="1085435"/>
                  <a:pt x="509766" y="1031429"/>
                  <a:pt x="470673" y="992337"/>
                </a:cubicBezTo>
                <a:cubicBezTo>
                  <a:pt x="431581" y="953244"/>
                  <a:pt x="377575" y="929065"/>
                  <a:pt x="317921" y="929065"/>
                </a:cubicBezTo>
                <a:cubicBezTo>
                  <a:pt x="236461" y="929065"/>
                  <a:pt x="165532" y="974153"/>
                  <a:pt x="129610" y="1041222"/>
                </a:cubicBezTo>
                <a:cubicBezTo>
                  <a:pt x="83461" y="1063799"/>
                  <a:pt x="42491" y="1047422"/>
                  <a:pt x="0" y="1018884"/>
                </a:cubicBezTo>
                <a:lnTo>
                  <a:pt x="0" y="533020"/>
                </a:lnTo>
                <a:lnTo>
                  <a:pt x="486307" y="533020"/>
                </a:lnTo>
                <a:cubicBezTo>
                  <a:pt x="514617" y="490912"/>
                  <a:pt x="530630" y="450179"/>
                  <a:pt x="508202" y="404335"/>
                </a:cubicBezTo>
                <a:cubicBezTo>
                  <a:pt x="441133" y="368413"/>
                  <a:pt x="396045" y="297484"/>
                  <a:pt x="396045" y="216024"/>
                </a:cubicBezTo>
                <a:cubicBezTo>
                  <a:pt x="396045" y="156370"/>
                  <a:pt x="420224" y="102364"/>
                  <a:pt x="459317" y="63272"/>
                </a:cubicBezTo>
                <a:cubicBezTo>
                  <a:pt x="498410" y="24179"/>
                  <a:pt x="552415" y="0"/>
                  <a:pt x="612069" y="0"/>
                </a:cubicBezTo>
                <a:cubicBezTo>
                  <a:pt x="671723" y="0"/>
                  <a:pt x="725728" y="24179"/>
                  <a:pt x="764821" y="63272"/>
                </a:cubicBezTo>
                <a:close/>
              </a:path>
            </a:pathLst>
          </a:cu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7" name="Rectangle 140"/>
          <p:cNvSpPr/>
          <p:nvPr/>
        </p:nvSpPr>
        <p:spPr>
          <a:xfrm rot="2700000">
            <a:off x="4574340" y="3540105"/>
            <a:ext cx="994611" cy="1860768"/>
          </a:xfrm>
          <a:custGeom>
            <a:avLst/>
            <a:gdLst/>
            <a:ahLst/>
            <a:cxnLst/>
            <a:rect l="l" t="t" r="r" b="b"/>
            <a:pathLst>
              <a:path w="1224136" h="2290176">
                <a:moveTo>
                  <a:pt x="459315" y="63272"/>
                </a:moveTo>
                <a:cubicBezTo>
                  <a:pt x="498408" y="24178"/>
                  <a:pt x="552413" y="-1"/>
                  <a:pt x="612067" y="0"/>
                </a:cubicBezTo>
                <a:cubicBezTo>
                  <a:pt x="731374" y="-1"/>
                  <a:pt x="828091" y="96717"/>
                  <a:pt x="828091" y="216024"/>
                </a:cubicBezTo>
                <a:cubicBezTo>
                  <a:pt x="828091" y="299408"/>
                  <a:pt x="780848" y="371756"/>
                  <a:pt x="711216" y="406896"/>
                </a:cubicBezTo>
                <a:cubicBezTo>
                  <a:pt x="691916" y="450663"/>
                  <a:pt x="710517" y="496019"/>
                  <a:pt x="737802" y="533019"/>
                </a:cubicBezTo>
                <a:lnTo>
                  <a:pt x="1224136" y="533019"/>
                </a:lnTo>
                <a:lnTo>
                  <a:pt x="1224136" y="1022319"/>
                </a:lnTo>
                <a:cubicBezTo>
                  <a:pt x="1188699" y="1048297"/>
                  <a:pt x="1145539" y="1064335"/>
                  <a:pt x="1103821" y="1045939"/>
                </a:cubicBezTo>
                <a:cubicBezTo>
                  <a:pt x="1068681" y="976307"/>
                  <a:pt x="996332" y="929064"/>
                  <a:pt x="912948" y="929064"/>
                </a:cubicBezTo>
                <a:cubicBezTo>
                  <a:pt x="793641" y="929064"/>
                  <a:pt x="696924" y="1025781"/>
                  <a:pt x="696924" y="1145088"/>
                </a:cubicBezTo>
                <a:cubicBezTo>
                  <a:pt x="696924" y="1204742"/>
                  <a:pt x="721103" y="1258747"/>
                  <a:pt x="760196" y="1297840"/>
                </a:cubicBezTo>
                <a:cubicBezTo>
                  <a:pt x="799288" y="1336933"/>
                  <a:pt x="853295" y="1361112"/>
                  <a:pt x="912948" y="1361112"/>
                </a:cubicBezTo>
                <a:cubicBezTo>
                  <a:pt x="994408" y="1361112"/>
                  <a:pt x="1065338" y="1316024"/>
                  <a:pt x="1101259" y="1248955"/>
                </a:cubicBezTo>
                <a:cubicBezTo>
                  <a:pt x="1145166" y="1227475"/>
                  <a:pt x="1184384" y="1241255"/>
                  <a:pt x="1224136" y="1268072"/>
                </a:cubicBezTo>
                <a:lnTo>
                  <a:pt x="1224136" y="1757155"/>
                </a:lnTo>
                <a:lnTo>
                  <a:pt x="737830" y="1757155"/>
                </a:lnTo>
                <a:cubicBezTo>
                  <a:pt x="709519" y="1799263"/>
                  <a:pt x="693506" y="1839996"/>
                  <a:pt x="715934" y="1885841"/>
                </a:cubicBezTo>
                <a:cubicBezTo>
                  <a:pt x="783003" y="1921763"/>
                  <a:pt x="828091" y="1992692"/>
                  <a:pt x="828091" y="2074152"/>
                </a:cubicBezTo>
                <a:cubicBezTo>
                  <a:pt x="828091" y="2133806"/>
                  <a:pt x="803912" y="2187812"/>
                  <a:pt x="764819" y="2226904"/>
                </a:cubicBezTo>
                <a:cubicBezTo>
                  <a:pt x="725726" y="2265997"/>
                  <a:pt x="671721" y="2290176"/>
                  <a:pt x="612067" y="2290176"/>
                </a:cubicBezTo>
                <a:cubicBezTo>
                  <a:pt x="492760" y="2290176"/>
                  <a:pt x="396043" y="2193459"/>
                  <a:pt x="396043" y="2074152"/>
                </a:cubicBezTo>
                <a:cubicBezTo>
                  <a:pt x="396043" y="1990768"/>
                  <a:pt x="443286" y="1918419"/>
                  <a:pt x="512918" y="1883280"/>
                </a:cubicBezTo>
                <a:cubicBezTo>
                  <a:pt x="532219" y="1839511"/>
                  <a:pt x="513617" y="1794156"/>
                  <a:pt x="486332" y="1757155"/>
                </a:cubicBezTo>
                <a:lnTo>
                  <a:pt x="0" y="1757155"/>
                </a:lnTo>
                <a:lnTo>
                  <a:pt x="0" y="1270658"/>
                </a:lnTo>
                <a:cubicBezTo>
                  <a:pt x="36913" y="1243440"/>
                  <a:pt x="82146" y="1224987"/>
                  <a:pt x="125800" y="1244235"/>
                </a:cubicBezTo>
                <a:cubicBezTo>
                  <a:pt x="160938" y="1313868"/>
                  <a:pt x="233287" y="1361111"/>
                  <a:pt x="316671" y="1361111"/>
                </a:cubicBezTo>
                <a:cubicBezTo>
                  <a:pt x="435979" y="1361111"/>
                  <a:pt x="532696" y="1264394"/>
                  <a:pt x="532695" y="1145087"/>
                </a:cubicBezTo>
                <a:cubicBezTo>
                  <a:pt x="532696" y="1085433"/>
                  <a:pt x="508516" y="1031428"/>
                  <a:pt x="469423" y="992335"/>
                </a:cubicBezTo>
                <a:cubicBezTo>
                  <a:pt x="430331" y="953241"/>
                  <a:pt x="376325" y="929063"/>
                  <a:pt x="316671" y="929063"/>
                </a:cubicBezTo>
                <a:cubicBezTo>
                  <a:pt x="235212" y="929062"/>
                  <a:pt x="164282" y="974151"/>
                  <a:pt x="128360" y="1041219"/>
                </a:cubicBezTo>
                <a:cubicBezTo>
                  <a:pt x="82624" y="1063596"/>
                  <a:pt x="41974" y="1047710"/>
                  <a:pt x="0" y="1019480"/>
                </a:cubicBezTo>
                <a:lnTo>
                  <a:pt x="0" y="533019"/>
                </a:lnTo>
                <a:lnTo>
                  <a:pt x="486306" y="533019"/>
                </a:lnTo>
                <a:cubicBezTo>
                  <a:pt x="514616" y="490911"/>
                  <a:pt x="530629" y="450179"/>
                  <a:pt x="508200" y="404335"/>
                </a:cubicBezTo>
                <a:cubicBezTo>
                  <a:pt x="441131" y="368413"/>
                  <a:pt x="396043" y="297484"/>
                  <a:pt x="396043" y="216024"/>
                </a:cubicBezTo>
                <a:cubicBezTo>
                  <a:pt x="396043" y="156370"/>
                  <a:pt x="420223" y="102364"/>
                  <a:pt x="459315" y="63272"/>
                </a:cubicBezTo>
                <a:close/>
              </a:path>
            </a:pathLst>
          </a:custGeom>
          <a:solidFill>
            <a:schemeClr val="tx1">
              <a:lumMod val="50000"/>
              <a:lumOff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8" name="Rectangle 37"/>
          <p:cNvSpPr/>
          <p:nvPr/>
        </p:nvSpPr>
        <p:spPr>
          <a:xfrm>
            <a:off x="7065834" y="2077725"/>
            <a:ext cx="1305252" cy="500393"/>
          </a:xfrm>
          <a:prstGeom prst="rect">
            <a:avLst/>
          </a:prstGeom>
        </p:spPr>
        <p:txBody>
          <a:bodyPr wrap="square" lIns="0" tIns="0" rIns="0" bIns="0">
            <a:spAutoFit/>
          </a:bodyPr>
          <a:lstStyle/>
          <a:p>
            <a:r>
              <a:rPr lang="en-US" sz="800" b="1" dirty="0" err="1">
                <a:solidFill>
                  <a:schemeClr val="accent3"/>
                </a:solidFill>
                <a:latin typeface="Aptos" panose="020B0004020202020204" pitchFamily="34" charset="0"/>
              </a:rPr>
              <a:t>Lorem</a:t>
            </a:r>
            <a:r>
              <a:rPr lang="en-US" sz="800" b="1" dirty="0">
                <a:solidFill>
                  <a:schemeClr val="accent3"/>
                </a:solidFill>
                <a:latin typeface="Aptos" panose="020B0004020202020204" pitchFamily="34" charset="0"/>
              </a:rPr>
              <a:t> </a:t>
            </a:r>
            <a:r>
              <a:rPr lang="en-US" sz="800" b="1" dirty="0" err="1">
                <a:solidFill>
                  <a:schemeClr val="accent3"/>
                </a:solidFill>
                <a:latin typeface="Aptos" panose="020B0004020202020204" pitchFamily="34" charset="0"/>
              </a:rPr>
              <a:t>ipsum</a:t>
            </a:r>
            <a:r>
              <a:rPr lang="en-US" sz="800" b="1" dirty="0">
                <a:solidFill>
                  <a:schemeClr val="accent3"/>
                </a:solidFill>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this is dummy text it is not here to be read. </a:t>
            </a:r>
          </a:p>
        </p:txBody>
      </p:sp>
      <p:sp>
        <p:nvSpPr>
          <p:cNvPr id="39" name="Rectangle 38"/>
          <p:cNvSpPr/>
          <p:nvPr/>
        </p:nvSpPr>
        <p:spPr>
          <a:xfrm>
            <a:off x="7065834" y="4927264"/>
            <a:ext cx="1305252" cy="500393"/>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this is dummy text it is not here to be read.</a:t>
            </a:r>
          </a:p>
        </p:txBody>
      </p:sp>
      <p:sp>
        <p:nvSpPr>
          <p:cNvPr id="40" name="Rectangle 39"/>
          <p:cNvSpPr/>
          <p:nvPr/>
        </p:nvSpPr>
        <p:spPr>
          <a:xfrm>
            <a:off x="1529475" y="2077725"/>
            <a:ext cx="1305252" cy="500393"/>
          </a:xfrm>
          <a:prstGeom prst="rect">
            <a:avLst/>
          </a:prstGeom>
        </p:spPr>
        <p:txBody>
          <a:bodyPr wrap="square" lIns="0" tIns="0" rIns="0" bIns="0">
            <a:spAutoFit/>
          </a:bodyPr>
          <a:lstStyle/>
          <a:p>
            <a:pPr algn="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this is dummy text it is not here to be read. </a:t>
            </a:r>
          </a:p>
        </p:txBody>
      </p:sp>
      <p:sp>
        <p:nvSpPr>
          <p:cNvPr id="41" name="Rectangle 40"/>
          <p:cNvSpPr/>
          <p:nvPr/>
        </p:nvSpPr>
        <p:spPr>
          <a:xfrm>
            <a:off x="1529475" y="4996915"/>
            <a:ext cx="1305252" cy="500393"/>
          </a:xfrm>
          <a:prstGeom prst="rect">
            <a:avLst/>
          </a:prstGeom>
        </p:spPr>
        <p:txBody>
          <a:bodyPr wrap="square" lIns="0" tIns="0" rIns="0" bIns="0">
            <a:spAutoFit/>
          </a:bodyPr>
          <a:lstStyle/>
          <a:p>
            <a:pPr algn="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this is dummy text it is not here to be read. </a:t>
            </a:r>
          </a:p>
        </p:txBody>
      </p:sp>
      <p:sp>
        <p:nvSpPr>
          <p:cNvPr id="42" name="Freeform 41"/>
          <p:cNvSpPr/>
          <p:nvPr/>
        </p:nvSpPr>
        <p:spPr bwMode="gray">
          <a:xfrm flipH="1">
            <a:off x="5231606" y="2150906"/>
            <a:ext cx="1733550" cy="377726"/>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43" name="Freeform 42"/>
          <p:cNvSpPr/>
          <p:nvPr/>
        </p:nvSpPr>
        <p:spPr bwMode="gray">
          <a:xfrm>
            <a:off x="2922764" y="2150907"/>
            <a:ext cx="1279934" cy="1084029"/>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44" name="Freeform 43"/>
          <p:cNvSpPr/>
          <p:nvPr/>
        </p:nvSpPr>
        <p:spPr bwMode="gray">
          <a:xfrm rot="10800000">
            <a:off x="5951341" y="4287725"/>
            <a:ext cx="1013817" cy="704563"/>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45" name="Freeform 44"/>
          <p:cNvSpPr/>
          <p:nvPr/>
        </p:nvSpPr>
        <p:spPr bwMode="gray">
          <a:xfrm rot="16200000">
            <a:off x="3387480" y="3909527"/>
            <a:ext cx="429756" cy="1715134"/>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49" name="Freeform 16"/>
          <p:cNvSpPr>
            <a:spLocks noChangeAspect="1"/>
          </p:cNvSpPr>
          <p:nvPr/>
        </p:nvSpPr>
        <p:spPr bwMode="auto">
          <a:xfrm rot="18900000">
            <a:off x="3011445" y="2297396"/>
            <a:ext cx="355627" cy="353230"/>
          </a:xfrm>
          <a:custGeom>
            <a:avLst/>
            <a:gdLst>
              <a:gd name="T0" fmla="*/ 212 w 212"/>
              <a:gd name="T1" fmla="*/ 105 h 210"/>
              <a:gd name="T2" fmla="*/ 212 w 212"/>
              <a:gd name="T3" fmla="*/ 105 h 210"/>
              <a:gd name="T4" fmla="*/ 212 w 212"/>
              <a:gd name="T5" fmla="*/ 105 h 210"/>
              <a:gd name="T6" fmla="*/ 212 w 212"/>
              <a:gd name="T7" fmla="*/ 105 h 210"/>
              <a:gd name="T8" fmla="*/ 198 w 212"/>
              <a:gd name="T9" fmla="*/ 97 h 210"/>
              <a:gd name="T10" fmla="*/ 153 w 212"/>
              <a:gd name="T11" fmla="*/ 93 h 210"/>
              <a:gd name="T12" fmla="*/ 140 w 212"/>
              <a:gd name="T13" fmla="*/ 77 h 210"/>
              <a:gd name="T14" fmla="*/ 146 w 212"/>
              <a:gd name="T15" fmla="*/ 70 h 210"/>
              <a:gd name="T16" fmla="*/ 140 w 212"/>
              <a:gd name="T17" fmla="*/ 64 h 210"/>
              <a:gd name="T18" fmla="*/ 139 w 212"/>
              <a:gd name="T19" fmla="*/ 64 h 210"/>
              <a:gd name="T20" fmla="*/ 139 w 212"/>
              <a:gd name="T21" fmla="*/ 64 h 210"/>
              <a:gd name="T22" fmla="*/ 131 w 212"/>
              <a:gd name="T23" fmla="*/ 64 h 210"/>
              <a:gd name="T24" fmla="*/ 117 w 212"/>
              <a:gd name="T25" fmla="*/ 45 h 210"/>
              <a:gd name="T26" fmla="*/ 117 w 212"/>
              <a:gd name="T27" fmla="*/ 45 h 210"/>
              <a:gd name="T28" fmla="*/ 123 w 212"/>
              <a:gd name="T29" fmla="*/ 39 h 210"/>
              <a:gd name="T30" fmla="*/ 118 w 212"/>
              <a:gd name="T31" fmla="*/ 33 h 210"/>
              <a:gd name="T32" fmla="*/ 118 w 212"/>
              <a:gd name="T33" fmla="*/ 33 h 210"/>
              <a:gd name="T34" fmla="*/ 108 w 212"/>
              <a:gd name="T35" fmla="*/ 33 h 210"/>
              <a:gd name="T36" fmla="*/ 101 w 212"/>
              <a:gd name="T37" fmla="*/ 24 h 210"/>
              <a:gd name="T38" fmla="*/ 89 w 212"/>
              <a:gd name="T39" fmla="*/ 7 h 210"/>
              <a:gd name="T40" fmla="*/ 77 w 212"/>
              <a:gd name="T41" fmla="*/ 0 h 210"/>
              <a:gd name="T42" fmla="*/ 67 w 212"/>
              <a:gd name="T43" fmla="*/ 0 h 210"/>
              <a:gd name="T44" fmla="*/ 86 w 212"/>
              <a:gd name="T45" fmla="*/ 45 h 210"/>
              <a:gd name="T46" fmla="*/ 94 w 212"/>
              <a:gd name="T47" fmla="*/ 64 h 210"/>
              <a:gd name="T48" fmla="*/ 98 w 212"/>
              <a:gd name="T49" fmla="*/ 85 h 210"/>
              <a:gd name="T50" fmla="*/ 80 w 212"/>
              <a:gd name="T51" fmla="*/ 95 h 210"/>
              <a:gd name="T52" fmla="*/ 36 w 212"/>
              <a:gd name="T53" fmla="*/ 97 h 210"/>
              <a:gd name="T54" fmla="*/ 14 w 212"/>
              <a:gd name="T55" fmla="*/ 69 h 210"/>
              <a:gd name="T56" fmla="*/ 0 w 212"/>
              <a:gd name="T57" fmla="*/ 67 h 210"/>
              <a:gd name="T58" fmla="*/ 9 w 212"/>
              <a:gd name="T59" fmla="*/ 101 h 210"/>
              <a:gd name="T60" fmla="*/ 8 w 212"/>
              <a:gd name="T61" fmla="*/ 101 h 210"/>
              <a:gd name="T62" fmla="*/ 4 w 212"/>
              <a:gd name="T63" fmla="*/ 105 h 210"/>
              <a:gd name="T64" fmla="*/ 8 w 212"/>
              <a:gd name="T65" fmla="*/ 110 h 210"/>
              <a:gd name="T66" fmla="*/ 9 w 212"/>
              <a:gd name="T67" fmla="*/ 110 h 210"/>
              <a:gd name="T68" fmla="*/ 0 w 212"/>
              <a:gd name="T69" fmla="*/ 143 h 210"/>
              <a:gd name="T70" fmla="*/ 14 w 212"/>
              <a:gd name="T71" fmla="*/ 141 h 210"/>
              <a:gd name="T72" fmla="*/ 36 w 212"/>
              <a:gd name="T73" fmla="*/ 112 h 210"/>
              <a:gd name="T74" fmla="*/ 80 w 212"/>
              <a:gd name="T75" fmla="*/ 114 h 210"/>
              <a:gd name="T76" fmla="*/ 98 w 212"/>
              <a:gd name="T77" fmla="*/ 124 h 210"/>
              <a:gd name="T78" fmla="*/ 94 w 212"/>
              <a:gd name="T79" fmla="*/ 145 h 210"/>
              <a:gd name="T80" fmla="*/ 86 w 212"/>
              <a:gd name="T81" fmla="*/ 165 h 210"/>
              <a:gd name="T82" fmla="*/ 67 w 212"/>
              <a:gd name="T83" fmla="*/ 210 h 210"/>
              <a:gd name="T84" fmla="*/ 77 w 212"/>
              <a:gd name="T85" fmla="*/ 210 h 210"/>
              <a:gd name="T86" fmla="*/ 89 w 212"/>
              <a:gd name="T87" fmla="*/ 202 h 210"/>
              <a:gd name="T88" fmla="*/ 101 w 212"/>
              <a:gd name="T89" fmla="*/ 186 h 210"/>
              <a:gd name="T90" fmla="*/ 108 w 212"/>
              <a:gd name="T91" fmla="*/ 177 h 210"/>
              <a:gd name="T92" fmla="*/ 118 w 212"/>
              <a:gd name="T93" fmla="*/ 177 h 210"/>
              <a:gd name="T94" fmla="*/ 118 w 212"/>
              <a:gd name="T95" fmla="*/ 177 h 210"/>
              <a:gd name="T96" fmla="*/ 123 w 212"/>
              <a:gd name="T97" fmla="*/ 171 h 210"/>
              <a:gd name="T98" fmla="*/ 117 w 212"/>
              <a:gd name="T99" fmla="*/ 165 h 210"/>
              <a:gd name="T100" fmla="*/ 117 w 212"/>
              <a:gd name="T101" fmla="*/ 165 h 210"/>
              <a:gd name="T102" fmla="*/ 131 w 212"/>
              <a:gd name="T103" fmla="*/ 145 h 210"/>
              <a:gd name="T104" fmla="*/ 141 w 212"/>
              <a:gd name="T105" fmla="*/ 145 h 210"/>
              <a:gd name="T106" fmla="*/ 141 w 212"/>
              <a:gd name="T107" fmla="*/ 145 h 210"/>
              <a:gd name="T108" fmla="*/ 146 w 212"/>
              <a:gd name="T109" fmla="*/ 139 h 210"/>
              <a:gd name="T110" fmla="*/ 140 w 212"/>
              <a:gd name="T111" fmla="*/ 133 h 210"/>
              <a:gd name="T112" fmla="*/ 153 w 212"/>
              <a:gd name="T113" fmla="*/ 116 h 210"/>
              <a:gd name="T114" fmla="*/ 198 w 212"/>
              <a:gd name="T115" fmla="*/ 112 h 210"/>
              <a:gd name="T116" fmla="*/ 212 w 212"/>
              <a:gd name="T11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2" h="210">
                <a:moveTo>
                  <a:pt x="212" y="105"/>
                </a:moveTo>
                <a:cubicBezTo>
                  <a:pt x="212" y="105"/>
                  <a:pt x="212" y="105"/>
                  <a:pt x="212" y="105"/>
                </a:cubicBezTo>
                <a:cubicBezTo>
                  <a:pt x="212" y="105"/>
                  <a:pt x="212" y="105"/>
                  <a:pt x="212" y="105"/>
                </a:cubicBezTo>
                <a:cubicBezTo>
                  <a:pt x="212" y="105"/>
                  <a:pt x="212" y="105"/>
                  <a:pt x="212" y="105"/>
                </a:cubicBezTo>
                <a:cubicBezTo>
                  <a:pt x="212" y="102"/>
                  <a:pt x="207" y="99"/>
                  <a:pt x="198" y="97"/>
                </a:cubicBezTo>
                <a:cubicBezTo>
                  <a:pt x="189" y="95"/>
                  <a:pt x="174" y="94"/>
                  <a:pt x="153" y="93"/>
                </a:cubicBezTo>
                <a:cubicBezTo>
                  <a:pt x="149" y="89"/>
                  <a:pt x="145" y="83"/>
                  <a:pt x="140" y="77"/>
                </a:cubicBezTo>
                <a:cubicBezTo>
                  <a:pt x="143" y="76"/>
                  <a:pt x="146" y="74"/>
                  <a:pt x="146" y="70"/>
                </a:cubicBezTo>
                <a:cubicBezTo>
                  <a:pt x="146" y="67"/>
                  <a:pt x="143" y="64"/>
                  <a:pt x="140" y="64"/>
                </a:cubicBezTo>
                <a:cubicBezTo>
                  <a:pt x="140" y="64"/>
                  <a:pt x="139" y="64"/>
                  <a:pt x="139" y="64"/>
                </a:cubicBezTo>
                <a:cubicBezTo>
                  <a:pt x="139" y="64"/>
                  <a:pt x="139" y="64"/>
                  <a:pt x="139" y="64"/>
                </a:cubicBezTo>
                <a:cubicBezTo>
                  <a:pt x="131" y="64"/>
                  <a:pt x="131" y="64"/>
                  <a:pt x="131" y="64"/>
                </a:cubicBezTo>
                <a:cubicBezTo>
                  <a:pt x="117" y="45"/>
                  <a:pt x="117" y="45"/>
                  <a:pt x="117" y="45"/>
                </a:cubicBezTo>
                <a:cubicBezTo>
                  <a:pt x="117" y="45"/>
                  <a:pt x="117" y="45"/>
                  <a:pt x="117" y="45"/>
                </a:cubicBezTo>
                <a:cubicBezTo>
                  <a:pt x="121" y="45"/>
                  <a:pt x="123" y="42"/>
                  <a:pt x="123" y="39"/>
                </a:cubicBezTo>
                <a:cubicBezTo>
                  <a:pt x="123" y="36"/>
                  <a:pt x="121" y="33"/>
                  <a:pt x="118" y="33"/>
                </a:cubicBezTo>
                <a:cubicBezTo>
                  <a:pt x="118" y="33"/>
                  <a:pt x="118" y="33"/>
                  <a:pt x="118" y="33"/>
                </a:cubicBezTo>
                <a:cubicBezTo>
                  <a:pt x="108" y="33"/>
                  <a:pt x="108" y="33"/>
                  <a:pt x="108" y="33"/>
                </a:cubicBezTo>
                <a:cubicBezTo>
                  <a:pt x="101" y="24"/>
                  <a:pt x="101" y="24"/>
                  <a:pt x="101" y="24"/>
                </a:cubicBezTo>
                <a:cubicBezTo>
                  <a:pt x="97" y="18"/>
                  <a:pt x="93" y="13"/>
                  <a:pt x="89" y="7"/>
                </a:cubicBezTo>
                <a:cubicBezTo>
                  <a:pt x="85" y="2"/>
                  <a:pt x="81" y="0"/>
                  <a:pt x="77" y="0"/>
                </a:cubicBezTo>
                <a:cubicBezTo>
                  <a:pt x="67" y="0"/>
                  <a:pt x="67" y="0"/>
                  <a:pt x="67" y="0"/>
                </a:cubicBezTo>
                <a:cubicBezTo>
                  <a:pt x="72" y="13"/>
                  <a:pt x="79" y="28"/>
                  <a:pt x="86" y="45"/>
                </a:cubicBezTo>
                <a:cubicBezTo>
                  <a:pt x="88" y="51"/>
                  <a:pt x="91" y="58"/>
                  <a:pt x="94" y="64"/>
                </a:cubicBezTo>
                <a:cubicBezTo>
                  <a:pt x="97" y="73"/>
                  <a:pt x="98" y="80"/>
                  <a:pt x="98" y="85"/>
                </a:cubicBezTo>
                <a:cubicBezTo>
                  <a:pt x="98" y="92"/>
                  <a:pt x="92" y="95"/>
                  <a:pt x="80" y="95"/>
                </a:cubicBezTo>
                <a:cubicBezTo>
                  <a:pt x="36" y="97"/>
                  <a:pt x="36" y="97"/>
                  <a:pt x="36" y="97"/>
                </a:cubicBezTo>
                <a:cubicBezTo>
                  <a:pt x="14" y="69"/>
                  <a:pt x="14" y="69"/>
                  <a:pt x="14" y="69"/>
                </a:cubicBezTo>
                <a:cubicBezTo>
                  <a:pt x="12" y="69"/>
                  <a:pt x="8" y="68"/>
                  <a:pt x="0" y="67"/>
                </a:cubicBezTo>
                <a:cubicBezTo>
                  <a:pt x="9" y="101"/>
                  <a:pt x="9" y="101"/>
                  <a:pt x="9" y="101"/>
                </a:cubicBezTo>
                <a:cubicBezTo>
                  <a:pt x="9" y="101"/>
                  <a:pt x="8" y="101"/>
                  <a:pt x="8" y="101"/>
                </a:cubicBezTo>
                <a:cubicBezTo>
                  <a:pt x="6" y="101"/>
                  <a:pt x="4" y="103"/>
                  <a:pt x="4" y="105"/>
                </a:cubicBezTo>
                <a:cubicBezTo>
                  <a:pt x="4" y="108"/>
                  <a:pt x="6" y="110"/>
                  <a:pt x="8" y="110"/>
                </a:cubicBezTo>
                <a:cubicBezTo>
                  <a:pt x="8" y="110"/>
                  <a:pt x="8" y="110"/>
                  <a:pt x="9" y="110"/>
                </a:cubicBezTo>
                <a:cubicBezTo>
                  <a:pt x="0" y="143"/>
                  <a:pt x="0" y="143"/>
                  <a:pt x="0" y="143"/>
                </a:cubicBezTo>
                <a:cubicBezTo>
                  <a:pt x="8" y="142"/>
                  <a:pt x="12" y="141"/>
                  <a:pt x="14" y="141"/>
                </a:cubicBezTo>
                <a:cubicBezTo>
                  <a:pt x="36" y="112"/>
                  <a:pt x="36" y="112"/>
                  <a:pt x="36" y="112"/>
                </a:cubicBezTo>
                <a:cubicBezTo>
                  <a:pt x="80" y="114"/>
                  <a:pt x="80" y="114"/>
                  <a:pt x="80" y="114"/>
                </a:cubicBezTo>
                <a:cubicBezTo>
                  <a:pt x="92" y="114"/>
                  <a:pt x="98" y="118"/>
                  <a:pt x="98" y="124"/>
                </a:cubicBezTo>
                <a:cubicBezTo>
                  <a:pt x="98" y="130"/>
                  <a:pt x="97" y="137"/>
                  <a:pt x="94" y="145"/>
                </a:cubicBezTo>
                <a:cubicBezTo>
                  <a:pt x="91" y="152"/>
                  <a:pt x="88" y="158"/>
                  <a:pt x="86" y="165"/>
                </a:cubicBezTo>
                <a:cubicBezTo>
                  <a:pt x="79" y="182"/>
                  <a:pt x="72" y="197"/>
                  <a:pt x="67" y="210"/>
                </a:cubicBezTo>
                <a:cubicBezTo>
                  <a:pt x="77" y="210"/>
                  <a:pt x="77" y="210"/>
                  <a:pt x="77" y="210"/>
                </a:cubicBezTo>
                <a:cubicBezTo>
                  <a:pt x="81" y="210"/>
                  <a:pt x="85" y="207"/>
                  <a:pt x="89" y="202"/>
                </a:cubicBezTo>
                <a:cubicBezTo>
                  <a:pt x="93" y="197"/>
                  <a:pt x="97" y="192"/>
                  <a:pt x="101" y="186"/>
                </a:cubicBezTo>
                <a:cubicBezTo>
                  <a:pt x="108" y="177"/>
                  <a:pt x="108" y="177"/>
                  <a:pt x="108" y="177"/>
                </a:cubicBezTo>
                <a:cubicBezTo>
                  <a:pt x="118" y="177"/>
                  <a:pt x="118" y="177"/>
                  <a:pt x="118" y="177"/>
                </a:cubicBezTo>
                <a:cubicBezTo>
                  <a:pt x="118" y="177"/>
                  <a:pt x="118" y="177"/>
                  <a:pt x="118" y="177"/>
                </a:cubicBezTo>
                <a:cubicBezTo>
                  <a:pt x="121" y="177"/>
                  <a:pt x="123" y="174"/>
                  <a:pt x="123" y="171"/>
                </a:cubicBezTo>
                <a:cubicBezTo>
                  <a:pt x="123" y="167"/>
                  <a:pt x="121" y="165"/>
                  <a:pt x="117" y="165"/>
                </a:cubicBezTo>
                <a:cubicBezTo>
                  <a:pt x="117" y="165"/>
                  <a:pt x="117" y="165"/>
                  <a:pt x="117" y="165"/>
                </a:cubicBezTo>
                <a:cubicBezTo>
                  <a:pt x="131" y="145"/>
                  <a:pt x="131" y="145"/>
                  <a:pt x="131" y="145"/>
                </a:cubicBezTo>
                <a:cubicBezTo>
                  <a:pt x="141" y="145"/>
                  <a:pt x="141" y="145"/>
                  <a:pt x="141" y="145"/>
                </a:cubicBezTo>
                <a:cubicBezTo>
                  <a:pt x="141" y="145"/>
                  <a:pt x="141" y="145"/>
                  <a:pt x="141" y="145"/>
                </a:cubicBezTo>
                <a:cubicBezTo>
                  <a:pt x="144" y="145"/>
                  <a:pt x="146" y="142"/>
                  <a:pt x="146" y="139"/>
                </a:cubicBezTo>
                <a:cubicBezTo>
                  <a:pt x="146" y="136"/>
                  <a:pt x="143" y="133"/>
                  <a:pt x="140" y="133"/>
                </a:cubicBezTo>
                <a:cubicBezTo>
                  <a:pt x="145" y="127"/>
                  <a:pt x="149" y="121"/>
                  <a:pt x="153" y="116"/>
                </a:cubicBezTo>
                <a:cubicBezTo>
                  <a:pt x="174" y="116"/>
                  <a:pt x="189" y="115"/>
                  <a:pt x="198" y="112"/>
                </a:cubicBezTo>
                <a:cubicBezTo>
                  <a:pt x="207" y="110"/>
                  <a:pt x="212" y="108"/>
                  <a:pt x="212" y="105"/>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51" name="Freeform 31"/>
          <p:cNvSpPr>
            <a:spLocks noChangeAspect="1" noEditPoints="1"/>
          </p:cNvSpPr>
          <p:nvPr/>
        </p:nvSpPr>
        <p:spPr bwMode="auto">
          <a:xfrm>
            <a:off x="6580423" y="2332700"/>
            <a:ext cx="249402" cy="321376"/>
          </a:xfrm>
          <a:custGeom>
            <a:avLst/>
            <a:gdLst>
              <a:gd name="T0" fmla="*/ 12 w 140"/>
              <a:gd name="T1" fmla="*/ 35 h 180"/>
              <a:gd name="T2" fmla="*/ 35 w 140"/>
              <a:gd name="T3" fmla="*/ 12 h 180"/>
              <a:gd name="T4" fmla="*/ 34 w 140"/>
              <a:gd name="T5" fmla="*/ 5 h 180"/>
              <a:gd name="T6" fmla="*/ 32 w 140"/>
              <a:gd name="T7" fmla="*/ 2 h 180"/>
              <a:gd name="T8" fmla="*/ 25 w 140"/>
              <a:gd name="T9" fmla="*/ 2 h 180"/>
              <a:gd name="T10" fmla="*/ 2 w 140"/>
              <a:gd name="T11" fmla="*/ 26 h 180"/>
              <a:gd name="T12" fmla="*/ 2 w 140"/>
              <a:gd name="T13" fmla="*/ 33 h 180"/>
              <a:gd name="T14" fmla="*/ 5 w 140"/>
              <a:gd name="T15" fmla="*/ 35 h 180"/>
              <a:gd name="T16" fmla="*/ 12 w 140"/>
              <a:gd name="T17" fmla="*/ 35 h 180"/>
              <a:gd name="T18" fmla="*/ 134 w 140"/>
              <a:gd name="T19" fmla="*/ 1 h 180"/>
              <a:gd name="T20" fmla="*/ 62 w 140"/>
              <a:gd name="T21" fmla="*/ 1 h 180"/>
              <a:gd name="T22" fmla="*/ 51 w 140"/>
              <a:gd name="T23" fmla="*/ 5 h 180"/>
              <a:gd name="T24" fmla="*/ 11 w 140"/>
              <a:gd name="T25" fmla="*/ 47 h 180"/>
              <a:gd name="T26" fmla="*/ 6 w 140"/>
              <a:gd name="T27" fmla="*/ 58 h 180"/>
              <a:gd name="T28" fmla="*/ 6 w 140"/>
              <a:gd name="T29" fmla="*/ 174 h 180"/>
              <a:gd name="T30" fmla="*/ 12 w 140"/>
              <a:gd name="T31" fmla="*/ 180 h 180"/>
              <a:gd name="T32" fmla="*/ 134 w 140"/>
              <a:gd name="T33" fmla="*/ 180 h 180"/>
              <a:gd name="T34" fmla="*/ 140 w 140"/>
              <a:gd name="T35" fmla="*/ 174 h 180"/>
              <a:gd name="T36" fmla="*/ 140 w 140"/>
              <a:gd name="T37" fmla="*/ 7 h 180"/>
              <a:gd name="T38" fmla="*/ 134 w 140"/>
              <a:gd name="T39" fmla="*/ 1 h 180"/>
              <a:gd name="T40" fmla="*/ 74 w 140"/>
              <a:gd name="T41" fmla="*/ 147 h 180"/>
              <a:gd name="T42" fmla="*/ 53 w 140"/>
              <a:gd name="T43" fmla="*/ 126 h 180"/>
              <a:gd name="T44" fmla="*/ 54 w 140"/>
              <a:gd name="T45" fmla="*/ 119 h 180"/>
              <a:gd name="T46" fmla="*/ 54 w 140"/>
              <a:gd name="T47" fmla="*/ 119 h 180"/>
              <a:gd name="T48" fmla="*/ 59 w 140"/>
              <a:gd name="T49" fmla="*/ 105 h 180"/>
              <a:gd name="T50" fmla="*/ 74 w 140"/>
              <a:gd name="T51" fmla="*/ 80 h 180"/>
              <a:gd name="T52" fmla="*/ 89 w 140"/>
              <a:gd name="T53" fmla="*/ 105 h 180"/>
              <a:gd name="T54" fmla="*/ 94 w 140"/>
              <a:gd name="T55" fmla="*/ 119 h 180"/>
              <a:gd name="T56" fmla="*/ 94 w 140"/>
              <a:gd name="T57" fmla="*/ 119 h 180"/>
              <a:gd name="T58" fmla="*/ 96 w 140"/>
              <a:gd name="T59" fmla="*/ 126 h 180"/>
              <a:gd name="T60" fmla="*/ 74 w 140"/>
              <a:gd name="T61" fmla="*/ 147 h 180"/>
              <a:gd name="T62" fmla="*/ 124 w 140"/>
              <a:gd name="T63" fmla="*/ 30 h 180"/>
              <a:gd name="T64" fmla="*/ 118 w 140"/>
              <a:gd name="T65" fmla="*/ 37 h 180"/>
              <a:gd name="T66" fmla="*/ 72 w 140"/>
              <a:gd name="T67" fmla="*/ 37 h 180"/>
              <a:gd name="T68" fmla="*/ 65 w 140"/>
              <a:gd name="T69" fmla="*/ 30 h 180"/>
              <a:gd name="T70" fmla="*/ 65 w 140"/>
              <a:gd name="T71" fmla="*/ 22 h 180"/>
              <a:gd name="T72" fmla="*/ 72 w 140"/>
              <a:gd name="T73" fmla="*/ 16 h 180"/>
              <a:gd name="T74" fmla="*/ 118 w 140"/>
              <a:gd name="T75" fmla="*/ 16 h 180"/>
              <a:gd name="T76" fmla="*/ 124 w 140"/>
              <a:gd name="T77" fmla="*/ 22 h 180"/>
              <a:gd name="T78" fmla="*/ 124 w 140"/>
              <a:gd name="T79" fmla="*/ 30 h 180"/>
              <a:gd name="T80" fmla="*/ 85 w 140"/>
              <a:gd name="T81" fmla="*/ 116 h 180"/>
              <a:gd name="T82" fmla="*/ 80 w 140"/>
              <a:gd name="T83" fmla="*/ 126 h 180"/>
              <a:gd name="T84" fmla="*/ 85 w 140"/>
              <a:gd name="T85" fmla="*/ 136 h 180"/>
              <a:gd name="T86" fmla="*/ 89 w 140"/>
              <a:gd name="T87" fmla="*/ 126 h 180"/>
              <a:gd name="T88" fmla="*/ 85 w 140"/>
              <a:gd name="T89" fmla="*/ 11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80">
                <a:moveTo>
                  <a:pt x="12" y="35"/>
                </a:moveTo>
                <a:cubicBezTo>
                  <a:pt x="35" y="12"/>
                  <a:pt x="35" y="12"/>
                  <a:pt x="35" y="12"/>
                </a:cubicBezTo>
                <a:cubicBezTo>
                  <a:pt x="36" y="10"/>
                  <a:pt x="36" y="7"/>
                  <a:pt x="34" y="5"/>
                </a:cubicBezTo>
                <a:cubicBezTo>
                  <a:pt x="32" y="2"/>
                  <a:pt x="32" y="2"/>
                  <a:pt x="32" y="2"/>
                </a:cubicBezTo>
                <a:cubicBezTo>
                  <a:pt x="30" y="0"/>
                  <a:pt x="27" y="0"/>
                  <a:pt x="25" y="2"/>
                </a:cubicBezTo>
                <a:cubicBezTo>
                  <a:pt x="2" y="26"/>
                  <a:pt x="2" y="26"/>
                  <a:pt x="2" y="26"/>
                </a:cubicBezTo>
                <a:cubicBezTo>
                  <a:pt x="0" y="28"/>
                  <a:pt x="0" y="31"/>
                  <a:pt x="2" y="33"/>
                </a:cubicBezTo>
                <a:cubicBezTo>
                  <a:pt x="5" y="35"/>
                  <a:pt x="5" y="35"/>
                  <a:pt x="5" y="35"/>
                </a:cubicBezTo>
                <a:cubicBezTo>
                  <a:pt x="7" y="37"/>
                  <a:pt x="10" y="37"/>
                  <a:pt x="12" y="35"/>
                </a:cubicBezTo>
                <a:close/>
                <a:moveTo>
                  <a:pt x="134" y="1"/>
                </a:moveTo>
                <a:cubicBezTo>
                  <a:pt x="62" y="1"/>
                  <a:pt x="62" y="1"/>
                  <a:pt x="62" y="1"/>
                </a:cubicBezTo>
                <a:cubicBezTo>
                  <a:pt x="58" y="1"/>
                  <a:pt x="54" y="3"/>
                  <a:pt x="51" y="5"/>
                </a:cubicBezTo>
                <a:cubicBezTo>
                  <a:pt x="11" y="47"/>
                  <a:pt x="11" y="47"/>
                  <a:pt x="11" y="47"/>
                </a:cubicBezTo>
                <a:cubicBezTo>
                  <a:pt x="8" y="50"/>
                  <a:pt x="6" y="54"/>
                  <a:pt x="6" y="58"/>
                </a:cubicBezTo>
                <a:cubicBezTo>
                  <a:pt x="6" y="174"/>
                  <a:pt x="6" y="174"/>
                  <a:pt x="6" y="174"/>
                </a:cubicBezTo>
                <a:cubicBezTo>
                  <a:pt x="6" y="177"/>
                  <a:pt x="9" y="180"/>
                  <a:pt x="12" y="180"/>
                </a:cubicBezTo>
                <a:cubicBezTo>
                  <a:pt x="134" y="180"/>
                  <a:pt x="134" y="180"/>
                  <a:pt x="134" y="180"/>
                </a:cubicBezTo>
                <a:cubicBezTo>
                  <a:pt x="137" y="180"/>
                  <a:pt x="140" y="177"/>
                  <a:pt x="140" y="174"/>
                </a:cubicBezTo>
                <a:cubicBezTo>
                  <a:pt x="140" y="7"/>
                  <a:pt x="140" y="7"/>
                  <a:pt x="140" y="7"/>
                </a:cubicBezTo>
                <a:cubicBezTo>
                  <a:pt x="140" y="4"/>
                  <a:pt x="137" y="1"/>
                  <a:pt x="134" y="1"/>
                </a:cubicBezTo>
                <a:close/>
                <a:moveTo>
                  <a:pt x="74" y="147"/>
                </a:moveTo>
                <a:cubicBezTo>
                  <a:pt x="62" y="147"/>
                  <a:pt x="53" y="137"/>
                  <a:pt x="53" y="126"/>
                </a:cubicBezTo>
                <a:cubicBezTo>
                  <a:pt x="53" y="123"/>
                  <a:pt x="53" y="121"/>
                  <a:pt x="54" y="119"/>
                </a:cubicBezTo>
                <a:cubicBezTo>
                  <a:pt x="54" y="119"/>
                  <a:pt x="54" y="119"/>
                  <a:pt x="54" y="119"/>
                </a:cubicBezTo>
                <a:cubicBezTo>
                  <a:pt x="55" y="114"/>
                  <a:pt x="57" y="110"/>
                  <a:pt x="59" y="105"/>
                </a:cubicBezTo>
                <a:cubicBezTo>
                  <a:pt x="64" y="94"/>
                  <a:pt x="69" y="86"/>
                  <a:pt x="74" y="80"/>
                </a:cubicBezTo>
                <a:cubicBezTo>
                  <a:pt x="79" y="86"/>
                  <a:pt x="84" y="94"/>
                  <a:pt x="89" y="105"/>
                </a:cubicBezTo>
                <a:cubicBezTo>
                  <a:pt x="91" y="110"/>
                  <a:pt x="93" y="114"/>
                  <a:pt x="94" y="119"/>
                </a:cubicBezTo>
                <a:cubicBezTo>
                  <a:pt x="94" y="119"/>
                  <a:pt x="94" y="119"/>
                  <a:pt x="94" y="119"/>
                </a:cubicBezTo>
                <a:cubicBezTo>
                  <a:pt x="95" y="121"/>
                  <a:pt x="96" y="123"/>
                  <a:pt x="96" y="126"/>
                </a:cubicBezTo>
                <a:cubicBezTo>
                  <a:pt x="96" y="137"/>
                  <a:pt x="86" y="147"/>
                  <a:pt x="74" y="147"/>
                </a:cubicBezTo>
                <a:close/>
                <a:moveTo>
                  <a:pt x="124" y="30"/>
                </a:moveTo>
                <a:cubicBezTo>
                  <a:pt x="124" y="34"/>
                  <a:pt x="122" y="37"/>
                  <a:pt x="118" y="37"/>
                </a:cubicBezTo>
                <a:cubicBezTo>
                  <a:pt x="72" y="37"/>
                  <a:pt x="72" y="37"/>
                  <a:pt x="72" y="37"/>
                </a:cubicBezTo>
                <a:cubicBezTo>
                  <a:pt x="68" y="37"/>
                  <a:pt x="65" y="34"/>
                  <a:pt x="65" y="30"/>
                </a:cubicBezTo>
                <a:cubicBezTo>
                  <a:pt x="65" y="22"/>
                  <a:pt x="65" y="22"/>
                  <a:pt x="65" y="22"/>
                </a:cubicBezTo>
                <a:cubicBezTo>
                  <a:pt x="65" y="19"/>
                  <a:pt x="68" y="16"/>
                  <a:pt x="72" y="16"/>
                </a:cubicBezTo>
                <a:cubicBezTo>
                  <a:pt x="118" y="16"/>
                  <a:pt x="118" y="16"/>
                  <a:pt x="118" y="16"/>
                </a:cubicBezTo>
                <a:cubicBezTo>
                  <a:pt x="122" y="16"/>
                  <a:pt x="124" y="19"/>
                  <a:pt x="124" y="22"/>
                </a:cubicBezTo>
                <a:lnTo>
                  <a:pt x="124" y="30"/>
                </a:lnTo>
                <a:close/>
                <a:moveTo>
                  <a:pt x="85" y="116"/>
                </a:moveTo>
                <a:cubicBezTo>
                  <a:pt x="82" y="116"/>
                  <a:pt x="80" y="120"/>
                  <a:pt x="80" y="126"/>
                </a:cubicBezTo>
                <a:cubicBezTo>
                  <a:pt x="80" y="131"/>
                  <a:pt x="82" y="136"/>
                  <a:pt x="85" y="136"/>
                </a:cubicBezTo>
                <a:cubicBezTo>
                  <a:pt x="87" y="136"/>
                  <a:pt x="89" y="131"/>
                  <a:pt x="89" y="126"/>
                </a:cubicBezTo>
                <a:cubicBezTo>
                  <a:pt x="89" y="120"/>
                  <a:pt x="87" y="116"/>
                  <a:pt x="85" y="116"/>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53" name="Freeform 62"/>
          <p:cNvSpPr>
            <a:spLocks noChangeAspect="1" noEditPoints="1"/>
          </p:cNvSpPr>
          <p:nvPr/>
        </p:nvSpPr>
        <p:spPr bwMode="auto">
          <a:xfrm>
            <a:off x="6536835" y="5164216"/>
            <a:ext cx="336578" cy="311130"/>
          </a:xfrm>
          <a:custGeom>
            <a:avLst/>
            <a:gdLst>
              <a:gd name="T0" fmla="*/ 33 w 195"/>
              <a:gd name="T1" fmla="*/ 62 h 180"/>
              <a:gd name="T2" fmla="*/ 74 w 195"/>
              <a:gd name="T3" fmla="*/ 18 h 180"/>
              <a:gd name="T4" fmla="*/ 102 w 195"/>
              <a:gd name="T5" fmla="*/ 45 h 180"/>
              <a:gd name="T6" fmla="*/ 61 w 195"/>
              <a:gd name="T7" fmla="*/ 88 h 180"/>
              <a:gd name="T8" fmla="*/ 33 w 195"/>
              <a:gd name="T9" fmla="*/ 62 h 180"/>
              <a:gd name="T10" fmla="*/ 107 w 195"/>
              <a:gd name="T11" fmla="*/ 41 h 180"/>
              <a:gd name="T12" fmla="*/ 114 w 195"/>
              <a:gd name="T13" fmla="*/ 41 h 180"/>
              <a:gd name="T14" fmla="*/ 117 w 195"/>
              <a:gd name="T15" fmla="*/ 38 h 180"/>
              <a:gd name="T16" fmla="*/ 117 w 195"/>
              <a:gd name="T17" fmla="*/ 30 h 180"/>
              <a:gd name="T18" fmla="*/ 87 w 195"/>
              <a:gd name="T19" fmla="*/ 2 h 180"/>
              <a:gd name="T20" fmla="*/ 80 w 195"/>
              <a:gd name="T21" fmla="*/ 3 h 180"/>
              <a:gd name="T22" fmla="*/ 77 w 195"/>
              <a:gd name="T23" fmla="*/ 6 h 180"/>
              <a:gd name="T24" fmla="*/ 77 w 195"/>
              <a:gd name="T25" fmla="*/ 13 h 180"/>
              <a:gd name="T26" fmla="*/ 107 w 195"/>
              <a:gd name="T27" fmla="*/ 41 h 180"/>
              <a:gd name="T28" fmla="*/ 47 w 195"/>
              <a:gd name="T29" fmla="*/ 104 h 180"/>
              <a:gd name="T30" fmla="*/ 55 w 195"/>
              <a:gd name="T31" fmla="*/ 104 h 180"/>
              <a:gd name="T32" fmla="*/ 58 w 195"/>
              <a:gd name="T33" fmla="*/ 101 h 180"/>
              <a:gd name="T34" fmla="*/ 57 w 195"/>
              <a:gd name="T35" fmla="*/ 93 h 180"/>
              <a:gd name="T36" fmla="*/ 28 w 195"/>
              <a:gd name="T37" fmla="*/ 65 h 180"/>
              <a:gd name="T38" fmla="*/ 20 w 195"/>
              <a:gd name="T39" fmla="*/ 66 h 180"/>
              <a:gd name="T40" fmla="*/ 17 w 195"/>
              <a:gd name="T41" fmla="*/ 69 h 180"/>
              <a:gd name="T42" fmla="*/ 18 w 195"/>
              <a:gd name="T43" fmla="*/ 76 h 180"/>
              <a:gd name="T44" fmla="*/ 47 w 195"/>
              <a:gd name="T45" fmla="*/ 104 h 180"/>
              <a:gd name="T46" fmla="*/ 80 w 195"/>
              <a:gd name="T47" fmla="*/ 77 h 180"/>
              <a:gd name="T48" fmla="*/ 177 w 195"/>
              <a:gd name="T49" fmla="*/ 169 h 180"/>
              <a:gd name="T50" fmla="*/ 189 w 195"/>
              <a:gd name="T51" fmla="*/ 171 h 180"/>
              <a:gd name="T52" fmla="*/ 193 w 195"/>
              <a:gd name="T53" fmla="*/ 167 h 180"/>
              <a:gd name="T54" fmla="*/ 190 w 195"/>
              <a:gd name="T55" fmla="*/ 156 h 180"/>
              <a:gd name="T56" fmla="*/ 92 w 195"/>
              <a:gd name="T57" fmla="*/ 64 h 180"/>
              <a:gd name="T58" fmla="*/ 80 w 195"/>
              <a:gd name="T59" fmla="*/ 77 h 180"/>
              <a:gd name="T60" fmla="*/ 113 w 195"/>
              <a:gd name="T61" fmla="*/ 168 h 180"/>
              <a:gd name="T62" fmla="*/ 111 w 195"/>
              <a:gd name="T63" fmla="*/ 166 h 180"/>
              <a:gd name="T64" fmla="*/ 3 w 195"/>
              <a:gd name="T65" fmla="*/ 166 h 180"/>
              <a:gd name="T66" fmla="*/ 0 w 195"/>
              <a:gd name="T67" fmla="*/ 168 h 180"/>
              <a:gd name="T68" fmla="*/ 0 w 195"/>
              <a:gd name="T69" fmla="*/ 178 h 180"/>
              <a:gd name="T70" fmla="*/ 3 w 195"/>
              <a:gd name="T71" fmla="*/ 180 h 180"/>
              <a:gd name="T72" fmla="*/ 111 w 195"/>
              <a:gd name="T73" fmla="*/ 180 h 180"/>
              <a:gd name="T74" fmla="*/ 113 w 195"/>
              <a:gd name="T75" fmla="*/ 178 h 180"/>
              <a:gd name="T76" fmla="*/ 113 w 195"/>
              <a:gd name="T77" fmla="*/ 168 h 180"/>
              <a:gd name="T78" fmla="*/ 25 w 195"/>
              <a:gd name="T79" fmla="*/ 148 h 180"/>
              <a:gd name="T80" fmla="*/ 89 w 195"/>
              <a:gd name="T81" fmla="*/ 148 h 180"/>
              <a:gd name="T82" fmla="*/ 96 w 195"/>
              <a:gd name="T83" fmla="*/ 154 h 180"/>
              <a:gd name="T84" fmla="*/ 96 w 195"/>
              <a:gd name="T85" fmla="*/ 160 h 180"/>
              <a:gd name="T86" fmla="*/ 17 w 195"/>
              <a:gd name="T87" fmla="*/ 160 h 180"/>
              <a:gd name="T88" fmla="*/ 17 w 195"/>
              <a:gd name="T89" fmla="*/ 154 h 180"/>
              <a:gd name="T90" fmla="*/ 25 w 195"/>
              <a:gd name="T91" fmla="*/ 14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180">
                <a:moveTo>
                  <a:pt x="33" y="62"/>
                </a:moveTo>
                <a:cubicBezTo>
                  <a:pt x="74" y="18"/>
                  <a:pt x="74" y="18"/>
                  <a:pt x="74" y="18"/>
                </a:cubicBezTo>
                <a:cubicBezTo>
                  <a:pt x="102" y="45"/>
                  <a:pt x="102" y="45"/>
                  <a:pt x="102" y="45"/>
                </a:cubicBezTo>
                <a:cubicBezTo>
                  <a:pt x="61" y="88"/>
                  <a:pt x="61" y="88"/>
                  <a:pt x="61" y="88"/>
                </a:cubicBezTo>
                <a:lnTo>
                  <a:pt x="33" y="62"/>
                </a:lnTo>
                <a:close/>
                <a:moveTo>
                  <a:pt x="107" y="41"/>
                </a:moveTo>
                <a:cubicBezTo>
                  <a:pt x="109" y="43"/>
                  <a:pt x="112" y="43"/>
                  <a:pt x="114" y="41"/>
                </a:cubicBezTo>
                <a:cubicBezTo>
                  <a:pt x="117" y="38"/>
                  <a:pt x="117" y="38"/>
                  <a:pt x="117" y="38"/>
                </a:cubicBezTo>
                <a:cubicBezTo>
                  <a:pt x="119" y="35"/>
                  <a:pt x="119" y="32"/>
                  <a:pt x="117" y="30"/>
                </a:cubicBezTo>
                <a:cubicBezTo>
                  <a:pt x="87" y="2"/>
                  <a:pt x="87" y="2"/>
                  <a:pt x="87" y="2"/>
                </a:cubicBezTo>
                <a:cubicBezTo>
                  <a:pt x="85" y="0"/>
                  <a:pt x="82" y="0"/>
                  <a:pt x="80" y="3"/>
                </a:cubicBezTo>
                <a:cubicBezTo>
                  <a:pt x="77" y="6"/>
                  <a:pt x="77" y="6"/>
                  <a:pt x="77" y="6"/>
                </a:cubicBezTo>
                <a:cubicBezTo>
                  <a:pt x="75" y="8"/>
                  <a:pt x="75" y="11"/>
                  <a:pt x="77" y="13"/>
                </a:cubicBezTo>
                <a:lnTo>
                  <a:pt x="107" y="41"/>
                </a:lnTo>
                <a:close/>
                <a:moveTo>
                  <a:pt x="47" y="104"/>
                </a:moveTo>
                <a:cubicBezTo>
                  <a:pt x="49" y="106"/>
                  <a:pt x="53" y="106"/>
                  <a:pt x="55" y="104"/>
                </a:cubicBezTo>
                <a:cubicBezTo>
                  <a:pt x="58" y="101"/>
                  <a:pt x="58" y="101"/>
                  <a:pt x="58" y="101"/>
                </a:cubicBezTo>
                <a:cubicBezTo>
                  <a:pt x="60" y="99"/>
                  <a:pt x="60" y="95"/>
                  <a:pt x="57" y="93"/>
                </a:cubicBezTo>
                <a:cubicBezTo>
                  <a:pt x="28" y="65"/>
                  <a:pt x="28" y="65"/>
                  <a:pt x="28" y="65"/>
                </a:cubicBezTo>
                <a:cubicBezTo>
                  <a:pt x="26" y="63"/>
                  <a:pt x="22" y="64"/>
                  <a:pt x="20" y="66"/>
                </a:cubicBezTo>
                <a:cubicBezTo>
                  <a:pt x="17" y="69"/>
                  <a:pt x="17" y="69"/>
                  <a:pt x="17" y="69"/>
                </a:cubicBezTo>
                <a:cubicBezTo>
                  <a:pt x="15" y="71"/>
                  <a:pt x="15" y="74"/>
                  <a:pt x="18" y="76"/>
                </a:cubicBezTo>
                <a:lnTo>
                  <a:pt x="47" y="104"/>
                </a:lnTo>
                <a:close/>
                <a:moveTo>
                  <a:pt x="80" y="77"/>
                </a:moveTo>
                <a:cubicBezTo>
                  <a:pt x="177" y="169"/>
                  <a:pt x="177" y="169"/>
                  <a:pt x="177" y="169"/>
                </a:cubicBezTo>
                <a:cubicBezTo>
                  <a:pt x="181" y="172"/>
                  <a:pt x="186" y="174"/>
                  <a:pt x="189" y="171"/>
                </a:cubicBezTo>
                <a:cubicBezTo>
                  <a:pt x="193" y="167"/>
                  <a:pt x="193" y="167"/>
                  <a:pt x="193" y="167"/>
                </a:cubicBezTo>
                <a:cubicBezTo>
                  <a:pt x="195" y="164"/>
                  <a:pt x="194" y="159"/>
                  <a:pt x="190" y="156"/>
                </a:cubicBezTo>
                <a:cubicBezTo>
                  <a:pt x="92" y="64"/>
                  <a:pt x="92" y="64"/>
                  <a:pt x="92" y="64"/>
                </a:cubicBezTo>
                <a:lnTo>
                  <a:pt x="80" y="77"/>
                </a:lnTo>
                <a:close/>
                <a:moveTo>
                  <a:pt x="113" y="168"/>
                </a:moveTo>
                <a:cubicBezTo>
                  <a:pt x="113" y="167"/>
                  <a:pt x="112" y="166"/>
                  <a:pt x="111" y="166"/>
                </a:cubicBezTo>
                <a:cubicBezTo>
                  <a:pt x="3" y="166"/>
                  <a:pt x="3" y="166"/>
                  <a:pt x="3" y="166"/>
                </a:cubicBezTo>
                <a:cubicBezTo>
                  <a:pt x="1" y="166"/>
                  <a:pt x="0" y="167"/>
                  <a:pt x="0" y="168"/>
                </a:cubicBezTo>
                <a:cubicBezTo>
                  <a:pt x="0" y="178"/>
                  <a:pt x="0" y="178"/>
                  <a:pt x="0" y="178"/>
                </a:cubicBezTo>
                <a:cubicBezTo>
                  <a:pt x="0" y="179"/>
                  <a:pt x="1" y="180"/>
                  <a:pt x="3" y="180"/>
                </a:cubicBezTo>
                <a:cubicBezTo>
                  <a:pt x="111" y="180"/>
                  <a:pt x="111" y="180"/>
                  <a:pt x="111" y="180"/>
                </a:cubicBezTo>
                <a:cubicBezTo>
                  <a:pt x="112" y="180"/>
                  <a:pt x="113" y="179"/>
                  <a:pt x="113" y="178"/>
                </a:cubicBezTo>
                <a:lnTo>
                  <a:pt x="113" y="168"/>
                </a:lnTo>
                <a:close/>
                <a:moveTo>
                  <a:pt x="25" y="148"/>
                </a:moveTo>
                <a:cubicBezTo>
                  <a:pt x="89" y="148"/>
                  <a:pt x="89" y="148"/>
                  <a:pt x="89" y="148"/>
                </a:cubicBezTo>
                <a:cubicBezTo>
                  <a:pt x="92" y="148"/>
                  <a:pt x="95" y="151"/>
                  <a:pt x="96" y="154"/>
                </a:cubicBezTo>
                <a:cubicBezTo>
                  <a:pt x="96" y="160"/>
                  <a:pt x="96" y="160"/>
                  <a:pt x="96" y="160"/>
                </a:cubicBezTo>
                <a:cubicBezTo>
                  <a:pt x="17" y="160"/>
                  <a:pt x="17" y="160"/>
                  <a:pt x="17" y="160"/>
                </a:cubicBezTo>
                <a:cubicBezTo>
                  <a:pt x="17" y="154"/>
                  <a:pt x="17" y="154"/>
                  <a:pt x="17" y="154"/>
                </a:cubicBezTo>
                <a:cubicBezTo>
                  <a:pt x="18" y="151"/>
                  <a:pt x="21" y="148"/>
                  <a:pt x="25" y="148"/>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grpSp>
        <p:nvGrpSpPr>
          <p:cNvPr id="55" name="Group 54"/>
          <p:cNvGrpSpPr/>
          <p:nvPr/>
        </p:nvGrpSpPr>
        <p:grpSpPr>
          <a:xfrm>
            <a:off x="2999366" y="5146359"/>
            <a:ext cx="392703" cy="378745"/>
            <a:chOff x="2185477" y="5525527"/>
            <a:chExt cx="523177" cy="504582"/>
          </a:xfrm>
        </p:grpSpPr>
        <p:sp>
          <p:nvSpPr>
            <p:cNvPr id="56" name="Freeform 33"/>
            <p:cNvSpPr>
              <a:spLocks noChangeAspect="1" noEditPoints="1"/>
            </p:cNvSpPr>
            <p:nvPr/>
          </p:nvSpPr>
          <p:spPr bwMode="auto">
            <a:xfrm>
              <a:off x="2234420" y="5525527"/>
              <a:ext cx="333534" cy="337026"/>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57" name="Freeform 33"/>
            <p:cNvSpPr>
              <a:spLocks noChangeAspect="1" noEditPoints="1"/>
            </p:cNvSpPr>
            <p:nvPr/>
          </p:nvSpPr>
          <p:spPr bwMode="auto">
            <a:xfrm>
              <a:off x="2536194" y="5733047"/>
              <a:ext cx="172460" cy="174267"/>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58" name="Freeform 33"/>
            <p:cNvSpPr>
              <a:spLocks noChangeAspect="1" noEditPoints="1"/>
            </p:cNvSpPr>
            <p:nvPr/>
          </p:nvSpPr>
          <p:spPr bwMode="auto">
            <a:xfrm>
              <a:off x="2382756" y="5855842"/>
              <a:ext cx="172460" cy="174267"/>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59" name="Freeform 33"/>
            <p:cNvSpPr>
              <a:spLocks noChangeAspect="1" noEditPoints="1"/>
            </p:cNvSpPr>
            <p:nvPr/>
          </p:nvSpPr>
          <p:spPr bwMode="auto">
            <a:xfrm>
              <a:off x="2185477" y="5825960"/>
              <a:ext cx="172460" cy="174267"/>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grpSp>
      <p:grpSp>
        <p:nvGrpSpPr>
          <p:cNvPr id="70" name="Group 137"/>
          <p:cNvGrpSpPr>
            <a:grpSpLocks noChangeAspect="1"/>
          </p:cNvGrpSpPr>
          <p:nvPr/>
        </p:nvGrpSpPr>
        <p:grpSpPr bwMode="auto">
          <a:xfrm>
            <a:off x="2917233" y="2214363"/>
            <a:ext cx="573922" cy="573922"/>
            <a:chOff x="4032" y="1187"/>
            <a:chExt cx="340" cy="340"/>
          </a:xfrm>
          <a:solidFill>
            <a:schemeClr val="bg2">
              <a:lumMod val="75000"/>
            </a:schemeClr>
          </a:solidFill>
        </p:grpSpPr>
        <p:sp>
          <p:nvSpPr>
            <p:cNvPr id="71" name="Freeform 138"/>
            <p:cNvSpPr>
              <a:spLocks noEditPoints="1"/>
            </p:cNvSpPr>
            <p:nvPr/>
          </p:nvSpPr>
          <p:spPr bwMode="auto">
            <a:xfrm>
              <a:off x="4032" y="118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72" name="Freeform 139"/>
            <p:cNvSpPr>
              <a:spLocks noEditPoints="1"/>
            </p:cNvSpPr>
            <p:nvPr/>
          </p:nvSpPr>
          <p:spPr bwMode="auto">
            <a:xfrm>
              <a:off x="4117" y="1251"/>
              <a:ext cx="163" cy="212"/>
            </a:xfrm>
            <a:custGeom>
              <a:avLst/>
              <a:gdLst>
                <a:gd name="T0" fmla="*/ 234 w 245"/>
                <a:gd name="T1" fmla="*/ 10 h 320"/>
                <a:gd name="T2" fmla="*/ 192 w 245"/>
                <a:gd name="T3" fmla="*/ 10 h 320"/>
                <a:gd name="T4" fmla="*/ 181 w 245"/>
                <a:gd name="T5" fmla="*/ 21 h 320"/>
                <a:gd name="T6" fmla="*/ 181 w 245"/>
                <a:gd name="T7" fmla="*/ 32 h 320"/>
                <a:gd name="T8" fmla="*/ 149 w 245"/>
                <a:gd name="T9" fmla="*/ 32 h 320"/>
                <a:gd name="T10" fmla="*/ 149 w 245"/>
                <a:gd name="T11" fmla="*/ 10 h 320"/>
                <a:gd name="T12" fmla="*/ 138 w 245"/>
                <a:gd name="T13" fmla="*/ 0 h 320"/>
                <a:gd name="T14" fmla="*/ 96 w 245"/>
                <a:gd name="T15" fmla="*/ 0 h 320"/>
                <a:gd name="T16" fmla="*/ 85 w 245"/>
                <a:gd name="T17" fmla="*/ 10 h 320"/>
                <a:gd name="T18" fmla="*/ 85 w 245"/>
                <a:gd name="T19" fmla="*/ 32 h 320"/>
                <a:gd name="T20" fmla="*/ 64 w 245"/>
                <a:gd name="T21" fmla="*/ 32 h 320"/>
                <a:gd name="T22" fmla="*/ 53 w 245"/>
                <a:gd name="T23" fmla="*/ 42 h 320"/>
                <a:gd name="T24" fmla="*/ 49 w 245"/>
                <a:gd name="T25" fmla="*/ 53 h 320"/>
                <a:gd name="T26" fmla="*/ 10 w 245"/>
                <a:gd name="T27" fmla="*/ 64 h 320"/>
                <a:gd name="T28" fmla="*/ 3 w 245"/>
                <a:gd name="T29" fmla="*/ 67 h 320"/>
                <a:gd name="T30" fmla="*/ 0 w 245"/>
                <a:gd name="T31" fmla="*/ 74 h 320"/>
                <a:gd name="T32" fmla="*/ 0 w 245"/>
                <a:gd name="T33" fmla="*/ 106 h 320"/>
                <a:gd name="T34" fmla="*/ 10 w 245"/>
                <a:gd name="T35" fmla="*/ 117 h 320"/>
                <a:gd name="T36" fmla="*/ 85 w 245"/>
                <a:gd name="T37" fmla="*/ 117 h 320"/>
                <a:gd name="T38" fmla="*/ 85 w 245"/>
                <a:gd name="T39" fmla="*/ 309 h 320"/>
                <a:gd name="T40" fmla="*/ 96 w 245"/>
                <a:gd name="T41" fmla="*/ 320 h 320"/>
                <a:gd name="T42" fmla="*/ 138 w 245"/>
                <a:gd name="T43" fmla="*/ 320 h 320"/>
                <a:gd name="T44" fmla="*/ 149 w 245"/>
                <a:gd name="T45" fmla="*/ 309 h 320"/>
                <a:gd name="T46" fmla="*/ 149 w 245"/>
                <a:gd name="T47" fmla="*/ 117 h 320"/>
                <a:gd name="T48" fmla="*/ 181 w 245"/>
                <a:gd name="T49" fmla="*/ 117 h 320"/>
                <a:gd name="T50" fmla="*/ 181 w 245"/>
                <a:gd name="T51" fmla="*/ 128 h 320"/>
                <a:gd name="T52" fmla="*/ 192 w 245"/>
                <a:gd name="T53" fmla="*/ 138 h 320"/>
                <a:gd name="T54" fmla="*/ 234 w 245"/>
                <a:gd name="T55" fmla="*/ 138 h 320"/>
                <a:gd name="T56" fmla="*/ 245 w 245"/>
                <a:gd name="T57" fmla="*/ 128 h 320"/>
                <a:gd name="T58" fmla="*/ 245 w 245"/>
                <a:gd name="T59" fmla="*/ 21 h 320"/>
                <a:gd name="T60" fmla="*/ 234 w 245"/>
                <a:gd name="T61" fmla="*/ 10 h 320"/>
                <a:gd name="T62" fmla="*/ 106 w 245"/>
                <a:gd name="T63" fmla="*/ 21 h 320"/>
                <a:gd name="T64" fmla="*/ 128 w 245"/>
                <a:gd name="T65" fmla="*/ 21 h 320"/>
                <a:gd name="T66" fmla="*/ 128 w 245"/>
                <a:gd name="T67" fmla="*/ 32 h 320"/>
                <a:gd name="T68" fmla="*/ 106 w 245"/>
                <a:gd name="T69" fmla="*/ 32 h 320"/>
                <a:gd name="T70" fmla="*/ 106 w 245"/>
                <a:gd name="T71" fmla="*/ 21 h 320"/>
                <a:gd name="T72" fmla="*/ 128 w 245"/>
                <a:gd name="T73" fmla="*/ 298 h 320"/>
                <a:gd name="T74" fmla="*/ 106 w 245"/>
                <a:gd name="T75" fmla="*/ 298 h 320"/>
                <a:gd name="T76" fmla="*/ 106 w 245"/>
                <a:gd name="T77" fmla="*/ 117 h 320"/>
                <a:gd name="T78" fmla="*/ 128 w 245"/>
                <a:gd name="T79" fmla="*/ 117 h 320"/>
                <a:gd name="T80" fmla="*/ 128 w 245"/>
                <a:gd name="T81" fmla="*/ 298 h 320"/>
                <a:gd name="T82" fmla="*/ 170 w 245"/>
                <a:gd name="T83" fmla="*/ 96 h 320"/>
                <a:gd name="T84" fmla="*/ 21 w 245"/>
                <a:gd name="T85" fmla="*/ 96 h 320"/>
                <a:gd name="T86" fmla="*/ 21 w 245"/>
                <a:gd name="T87" fmla="*/ 84 h 320"/>
                <a:gd name="T88" fmla="*/ 64 w 245"/>
                <a:gd name="T89" fmla="*/ 68 h 320"/>
                <a:gd name="T90" fmla="*/ 73 w 245"/>
                <a:gd name="T91" fmla="*/ 53 h 320"/>
                <a:gd name="T92" fmla="*/ 170 w 245"/>
                <a:gd name="T93" fmla="*/ 53 h 320"/>
                <a:gd name="T94" fmla="*/ 170 w 245"/>
                <a:gd name="T95" fmla="*/ 96 h 320"/>
                <a:gd name="T96" fmla="*/ 224 w 245"/>
                <a:gd name="T97" fmla="*/ 117 h 320"/>
                <a:gd name="T98" fmla="*/ 202 w 245"/>
                <a:gd name="T99" fmla="*/ 117 h 320"/>
                <a:gd name="T100" fmla="*/ 202 w 245"/>
                <a:gd name="T101" fmla="*/ 32 h 320"/>
                <a:gd name="T102" fmla="*/ 224 w 245"/>
                <a:gd name="T103" fmla="*/ 32 h 320"/>
                <a:gd name="T104" fmla="*/ 224 w 245"/>
                <a:gd name="T105" fmla="*/ 11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5" h="320">
                  <a:moveTo>
                    <a:pt x="234" y="10"/>
                  </a:moveTo>
                  <a:cubicBezTo>
                    <a:pt x="192" y="10"/>
                    <a:pt x="192" y="10"/>
                    <a:pt x="192" y="10"/>
                  </a:cubicBezTo>
                  <a:cubicBezTo>
                    <a:pt x="186" y="10"/>
                    <a:pt x="181" y="15"/>
                    <a:pt x="181" y="21"/>
                  </a:cubicBezTo>
                  <a:cubicBezTo>
                    <a:pt x="181" y="32"/>
                    <a:pt x="181" y="32"/>
                    <a:pt x="181" y="32"/>
                  </a:cubicBezTo>
                  <a:cubicBezTo>
                    <a:pt x="149" y="32"/>
                    <a:pt x="149" y="32"/>
                    <a:pt x="149" y="32"/>
                  </a:cubicBezTo>
                  <a:cubicBezTo>
                    <a:pt x="149" y="10"/>
                    <a:pt x="149" y="10"/>
                    <a:pt x="149" y="10"/>
                  </a:cubicBezTo>
                  <a:cubicBezTo>
                    <a:pt x="149" y="4"/>
                    <a:pt x="144" y="0"/>
                    <a:pt x="138" y="0"/>
                  </a:cubicBezTo>
                  <a:cubicBezTo>
                    <a:pt x="96" y="0"/>
                    <a:pt x="96" y="0"/>
                    <a:pt x="96" y="0"/>
                  </a:cubicBezTo>
                  <a:cubicBezTo>
                    <a:pt x="90" y="0"/>
                    <a:pt x="85" y="4"/>
                    <a:pt x="85" y="10"/>
                  </a:cubicBezTo>
                  <a:cubicBezTo>
                    <a:pt x="85" y="32"/>
                    <a:pt x="85" y="32"/>
                    <a:pt x="85" y="32"/>
                  </a:cubicBezTo>
                  <a:cubicBezTo>
                    <a:pt x="64" y="32"/>
                    <a:pt x="64" y="32"/>
                    <a:pt x="64" y="32"/>
                  </a:cubicBezTo>
                  <a:cubicBezTo>
                    <a:pt x="58" y="32"/>
                    <a:pt x="53" y="36"/>
                    <a:pt x="53" y="42"/>
                  </a:cubicBezTo>
                  <a:cubicBezTo>
                    <a:pt x="53" y="47"/>
                    <a:pt x="52" y="50"/>
                    <a:pt x="49" y="53"/>
                  </a:cubicBezTo>
                  <a:cubicBezTo>
                    <a:pt x="39" y="62"/>
                    <a:pt x="18" y="64"/>
                    <a:pt x="10" y="64"/>
                  </a:cubicBezTo>
                  <a:cubicBezTo>
                    <a:pt x="8" y="64"/>
                    <a:pt x="5" y="65"/>
                    <a:pt x="3" y="67"/>
                  </a:cubicBezTo>
                  <a:cubicBezTo>
                    <a:pt x="1" y="69"/>
                    <a:pt x="0" y="71"/>
                    <a:pt x="0" y="74"/>
                  </a:cubicBezTo>
                  <a:cubicBezTo>
                    <a:pt x="0" y="106"/>
                    <a:pt x="0" y="106"/>
                    <a:pt x="0" y="106"/>
                  </a:cubicBezTo>
                  <a:cubicBezTo>
                    <a:pt x="0" y="112"/>
                    <a:pt x="4" y="117"/>
                    <a:pt x="10" y="117"/>
                  </a:cubicBezTo>
                  <a:cubicBezTo>
                    <a:pt x="85" y="117"/>
                    <a:pt x="85" y="117"/>
                    <a:pt x="85" y="117"/>
                  </a:cubicBezTo>
                  <a:cubicBezTo>
                    <a:pt x="85" y="309"/>
                    <a:pt x="85" y="309"/>
                    <a:pt x="85" y="309"/>
                  </a:cubicBezTo>
                  <a:cubicBezTo>
                    <a:pt x="85" y="315"/>
                    <a:pt x="90" y="320"/>
                    <a:pt x="96" y="320"/>
                  </a:cubicBezTo>
                  <a:cubicBezTo>
                    <a:pt x="138" y="320"/>
                    <a:pt x="138" y="320"/>
                    <a:pt x="138" y="320"/>
                  </a:cubicBezTo>
                  <a:cubicBezTo>
                    <a:pt x="144" y="320"/>
                    <a:pt x="149" y="315"/>
                    <a:pt x="149" y="309"/>
                  </a:cubicBezTo>
                  <a:cubicBezTo>
                    <a:pt x="149" y="117"/>
                    <a:pt x="149" y="117"/>
                    <a:pt x="149" y="117"/>
                  </a:cubicBezTo>
                  <a:cubicBezTo>
                    <a:pt x="181" y="117"/>
                    <a:pt x="181" y="117"/>
                    <a:pt x="181" y="117"/>
                  </a:cubicBezTo>
                  <a:cubicBezTo>
                    <a:pt x="181" y="128"/>
                    <a:pt x="181" y="128"/>
                    <a:pt x="181" y="128"/>
                  </a:cubicBezTo>
                  <a:cubicBezTo>
                    <a:pt x="181" y="134"/>
                    <a:pt x="186" y="138"/>
                    <a:pt x="192" y="138"/>
                  </a:cubicBezTo>
                  <a:cubicBezTo>
                    <a:pt x="234" y="138"/>
                    <a:pt x="234" y="138"/>
                    <a:pt x="234" y="138"/>
                  </a:cubicBezTo>
                  <a:cubicBezTo>
                    <a:pt x="240" y="138"/>
                    <a:pt x="245" y="134"/>
                    <a:pt x="245" y="128"/>
                  </a:cubicBezTo>
                  <a:cubicBezTo>
                    <a:pt x="245" y="21"/>
                    <a:pt x="245" y="21"/>
                    <a:pt x="245" y="21"/>
                  </a:cubicBezTo>
                  <a:cubicBezTo>
                    <a:pt x="245" y="15"/>
                    <a:pt x="240" y="10"/>
                    <a:pt x="234" y="10"/>
                  </a:cubicBezTo>
                  <a:close/>
                  <a:moveTo>
                    <a:pt x="106" y="21"/>
                  </a:moveTo>
                  <a:cubicBezTo>
                    <a:pt x="128" y="21"/>
                    <a:pt x="128" y="21"/>
                    <a:pt x="128" y="21"/>
                  </a:cubicBezTo>
                  <a:cubicBezTo>
                    <a:pt x="128" y="32"/>
                    <a:pt x="128" y="32"/>
                    <a:pt x="128" y="32"/>
                  </a:cubicBezTo>
                  <a:cubicBezTo>
                    <a:pt x="106" y="32"/>
                    <a:pt x="106" y="32"/>
                    <a:pt x="106" y="32"/>
                  </a:cubicBezTo>
                  <a:lnTo>
                    <a:pt x="106" y="21"/>
                  </a:lnTo>
                  <a:close/>
                  <a:moveTo>
                    <a:pt x="128" y="298"/>
                  </a:moveTo>
                  <a:cubicBezTo>
                    <a:pt x="106" y="298"/>
                    <a:pt x="106" y="298"/>
                    <a:pt x="106" y="298"/>
                  </a:cubicBezTo>
                  <a:cubicBezTo>
                    <a:pt x="106" y="117"/>
                    <a:pt x="106" y="117"/>
                    <a:pt x="106" y="117"/>
                  </a:cubicBezTo>
                  <a:cubicBezTo>
                    <a:pt x="128" y="117"/>
                    <a:pt x="128" y="117"/>
                    <a:pt x="128" y="117"/>
                  </a:cubicBezTo>
                  <a:lnTo>
                    <a:pt x="128" y="298"/>
                  </a:lnTo>
                  <a:close/>
                  <a:moveTo>
                    <a:pt x="170" y="96"/>
                  </a:moveTo>
                  <a:cubicBezTo>
                    <a:pt x="21" y="96"/>
                    <a:pt x="21" y="96"/>
                    <a:pt x="21" y="96"/>
                  </a:cubicBezTo>
                  <a:cubicBezTo>
                    <a:pt x="21" y="84"/>
                    <a:pt x="21" y="84"/>
                    <a:pt x="21" y="84"/>
                  </a:cubicBezTo>
                  <a:cubicBezTo>
                    <a:pt x="33" y="83"/>
                    <a:pt x="52" y="80"/>
                    <a:pt x="64" y="68"/>
                  </a:cubicBezTo>
                  <a:cubicBezTo>
                    <a:pt x="68" y="64"/>
                    <a:pt x="71" y="59"/>
                    <a:pt x="73" y="53"/>
                  </a:cubicBezTo>
                  <a:cubicBezTo>
                    <a:pt x="170" y="53"/>
                    <a:pt x="170" y="53"/>
                    <a:pt x="170" y="53"/>
                  </a:cubicBezTo>
                  <a:lnTo>
                    <a:pt x="170" y="96"/>
                  </a:lnTo>
                  <a:close/>
                  <a:moveTo>
                    <a:pt x="224" y="117"/>
                  </a:moveTo>
                  <a:cubicBezTo>
                    <a:pt x="202" y="117"/>
                    <a:pt x="202" y="117"/>
                    <a:pt x="202" y="117"/>
                  </a:cubicBezTo>
                  <a:cubicBezTo>
                    <a:pt x="202" y="32"/>
                    <a:pt x="202" y="32"/>
                    <a:pt x="202" y="32"/>
                  </a:cubicBezTo>
                  <a:cubicBezTo>
                    <a:pt x="224" y="32"/>
                    <a:pt x="224" y="32"/>
                    <a:pt x="224" y="32"/>
                  </a:cubicBezTo>
                  <a:lnTo>
                    <a:pt x="224" y="11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73" name="Group 285"/>
          <p:cNvGrpSpPr>
            <a:grpSpLocks noChangeAspect="1"/>
          </p:cNvGrpSpPr>
          <p:nvPr/>
        </p:nvGrpSpPr>
        <p:grpSpPr bwMode="auto">
          <a:xfrm>
            <a:off x="6365718" y="5035704"/>
            <a:ext cx="579742" cy="578043"/>
            <a:chOff x="388" y="758"/>
            <a:chExt cx="341" cy="340"/>
          </a:xfrm>
          <a:solidFill>
            <a:schemeClr val="bg2">
              <a:lumMod val="75000"/>
            </a:schemeClr>
          </a:solidFill>
        </p:grpSpPr>
        <p:sp>
          <p:nvSpPr>
            <p:cNvPr id="74" name="Freeform 286"/>
            <p:cNvSpPr>
              <a:spLocks noEditPoints="1"/>
            </p:cNvSpPr>
            <p:nvPr/>
          </p:nvSpPr>
          <p:spPr bwMode="auto">
            <a:xfrm>
              <a:off x="462" y="834"/>
              <a:ext cx="192" cy="192"/>
            </a:xfrm>
            <a:custGeom>
              <a:avLst/>
              <a:gdLst>
                <a:gd name="T0" fmla="*/ 43 w 289"/>
                <a:gd name="T1" fmla="*/ 289 h 289"/>
                <a:gd name="T2" fmla="*/ 13 w 289"/>
                <a:gd name="T3" fmla="*/ 276 h 289"/>
                <a:gd name="T4" fmla="*/ 0 w 289"/>
                <a:gd name="T5" fmla="*/ 246 h 289"/>
                <a:gd name="T6" fmla="*/ 13 w 289"/>
                <a:gd name="T7" fmla="*/ 216 h 289"/>
                <a:gd name="T8" fmla="*/ 118 w 289"/>
                <a:gd name="T9" fmla="*/ 111 h 289"/>
                <a:gd name="T10" fmla="*/ 140 w 289"/>
                <a:gd name="T11" fmla="*/ 29 h 289"/>
                <a:gd name="T12" fmla="*/ 156 w 289"/>
                <a:gd name="T13" fmla="*/ 16 h 289"/>
                <a:gd name="T14" fmla="*/ 229 w 289"/>
                <a:gd name="T15" fmla="*/ 9 h 289"/>
                <a:gd name="T16" fmla="*/ 235 w 289"/>
                <a:gd name="T17" fmla="*/ 16 h 289"/>
                <a:gd name="T18" fmla="*/ 233 w 289"/>
                <a:gd name="T19" fmla="*/ 26 h 289"/>
                <a:gd name="T20" fmla="*/ 194 w 289"/>
                <a:gd name="T21" fmla="*/ 65 h 289"/>
                <a:gd name="T22" fmla="*/ 208 w 289"/>
                <a:gd name="T23" fmla="*/ 81 h 289"/>
                <a:gd name="T24" fmla="*/ 224 w 289"/>
                <a:gd name="T25" fmla="*/ 95 h 289"/>
                <a:gd name="T26" fmla="*/ 263 w 289"/>
                <a:gd name="T27" fmla="*/ 56 h 289"/>
                <a:gd name="T28" fmla="*/ 273 w 289"/>
                <a:gd name="T29" fmla="*/ 54 h 289"/>
                <a:gd name="T30" fmla="*/ 280 w 289"/>
                <a:gd name="T31" fmla="*/ 60 h 289"/>
                <a:gd name="T32" fmla="*/ 273 w 289"/>
                <a:gd name="T33" fmla="*/ 133 h 289"/>
                <a:gd name="T34" fmla="*/ 273 w 289"/>
                <a:gd name="T35" fmla="*/ 133 h 289"/>
                <a:gd name="T36" fmla="*/ 260 w 289"/>
                <a:gd name="T37" fmla="*/ 149 h 289"/>
                <a:gd name="T38" fmla="*/ 178 w 289"/>
                <a:gd name="T39" fmla="*/ 171 h 289"/>
                <a:gd name="T40" fmla="*/ 73 w 289"/>
                <a:gd name="T41" fmla="*/ 276 h 289"/>
                <a:gd name="T42" fmla="*/ 43 w 289"/>
                <a:gd name="T43" fmla="*/ 289 h 289"/>
                <a:gd name="T44" fmla="*/ 200 w 289"/>
                <a:gd name="T45" fmla="*/ 25 h 289"/>
                <a:gd name="T46" fmla="*/ 167 w 289"/>
                <a:gd name="T47" fmla="*/ 34 h 289"/>
                <a:gd name="T48" fmla="*/ 155 w 289"/>
                <a:gd name="T49" fmla="*/ 44 h 289"/>
                <a:gd name="T50" fmla="*/ 140 w 289"/>
                <a:gd name="T51" fmla="*/ 110 h 289"/>
                <a:gd name="T52" fmla="*/ 137 w 289"/>
                <a:gd name="T53" fmla="*/ 122 h 289"/>
                <a:gd name="T54" fmla="*/ 28 w 289"/>
                <a:gd name="T55" fmla="*/ 231 h 289"/>
                <a:gd name="T56" fmla="*/ 22 w 289"/>
                <a:gd name="T57" fmla="*/ 246 h 289"/>
                <a:gd name="T58" fmla="*/ 28 w 289"/>
                <a:gd name="T59" fmla="*/ 261 h 289"/>
                <a:gd name="T60" fmla="*/ 58 w 289"/>
                <a:gd name="T61" fmla="*/ 261 h 289"/>
                <a:gd name="T62" fmla="*/ 167 w 289"/>
                <a:gd name="T63" fmla="*/ 152 h 289"/>
                <a:gd name="T64" fmla="*/ 179 w 289"/>
                <a:gd name="T65" fmla="*/ 149 h 289"/>
                <a:gd name="T66" fmla="*/ 245 w 289"/>
                <a:gd name="T67" fmla="*/ 134 h 289"/>
                <a:gd name="T68" fmla="*/ 255 w 289"/>
                <a:gd name="T69" fmla="*/ 122 h 289"/>
                <a:gd name="T70" fmla="*/ 255 w 289"/>
                <a:gd name="T71" fmla="*/ 122 h 289"/>
                <a:gd name="T72" fmla="*/ 264 w 289"/>
                <a:gd name="T73" fmla="*/ 85 h 289"/>
                <a:gd name="T74" fmla="*/ 232 w 289"/>
                <a:gd name="T75" fmla="*/ 117 h 289"/>
                <a:gd name="T76" fmla="*/ 219 w 289"/>
                <a:gd name="T77" fmla="*/ 118 h 289"/>
                <a:gd name="T78" fmla="*/ 192 w 289"/>
                <a:gd name="T79" fmla="*/ 96 h 289"/>
                <a:gd name="T80" fmla="*/ 171 w 289"/>
                <a:gd name="T81" fmla="*/ 70 h 289"/>
                <a:gd name="T82" fmla="*/ 172 w 289"/>
                <a:gd name="T83" fmla="*/ 56 h 289"/>
                <a:gd name="T84" fmla="*/ 204 w 289"/>
                <a:gd name="T85" fmla="*/ 25 h 289"/>
                <a:gd name="T86" fmla="*/ 200 w 289"/>
                <a:gd name="T87" fmla="*/ 2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9" h="289">
                  <a:moveTo>
                    <a:pt x="43" y="289"/>
                  </a:moveTo>
                  <a:cubicBezTo>
                    <a:pt x="32" y="289"/>
                    <a:pt x="21" y="284"/>
                    <a:pt x="13" y="276"/>
                  </a:cubicBezTo>
                  <a:cubicBezTo>
                    <a:pt x="5" y="268"/>
                    <a:pt x="0" y="257"/>
                    <a:pt x="0" y="246"/>
                  </a:cubicBezTo>
                  <a:cubicBezTo>
                    <a:pt x="0" y="235"/>
                    <a:pt x="5" y="224"/>
                    <a:pt x="13" y="216"/>
                  </a:cubicBezTo>
                  <a:cubicBezTo>
                    <a:pt x="118" y="111"/>
                    <a:pt x="118" y="111"/>
                    <a:pt x="118" y="111"/>
                  </a:cubicBezTo>
                  <a:cubicBezTo>
                    <a:pt x="110" y="82"/>
                    <a:pt x="118" y="50"/>
                    <a:pt x="140" y="29"/>
                  </a:cubicBezTo>
                  <a:cubicBezTo>
                    <a:pt x="144" y="24"/>
                    <a:pt x="150" y="20"/>
                    <a:pt x="156" y="16"/>
                  </a:cubicBezTo>
                  <a:cubicBezTo>
                    <a:pt x="178" y="3"/>
                    <a:pt x="204" y="0"/>
                    <a:pt x="229" y="9"/>
                  </a:cubicBezTo>
                  <a:cubicBezTo>
                    <a:pt x="232" y="10"/>
                    <a:pt x="235" y="13"/>
                    <a:pt x="235" y="16"/>
                  </a:cubicBezTo>
                  <a:cubicBezTo>
                    <a:pt x="236" y="20"/>
                    <a:pt x="235" y="24"/>
                    <a:pt x="233" y="26"/>
                  </a:cubicBezTo>
                  <a:cubicBezTo>
                    <a:pt x="194" y="65"/>
                    <a:pt x="194" y="65"/>
                    <a:pt x="194" y="65"/>
                  </a:cubicBezTo>
                  <a:cubicBezTo>
                    <a:pt x="198" y="71"/>
                    <a:pt x="203" y="76"/>
                    <a:pt x="208" y="81"/>
                  </a:cubicBezTo>
                  <a:cubicBezTo>
                    <a:pt x="213" y="86"/>
                    <a:pt x="218" y="91"/>
                    <a:pt x="224" y="95"/>
                  </a:cubicBezTo>
                  <a:cubicBezTo>
                    <a:pt x="263" y="56"/>
                    <a:pt x="263" y="56"/>
                    <a:pt x="263" y="56"/>
                  </a:cubicBezTo>
                  <a:cubicBezTo>
                    <a:pt x="265" y="54"/>
                    <a:pt x="269" y="53"/>
                    <a:pt x="273" y="54"/>
                  </a:cubicBezTo>
                  <a:cubicBezTo>
                    <a:pt x="276" y="54"/>
                    <a:pt x="279" y="57"/>
                    <a:pt x="280" y="60"/>
                  </a:cubicBezTo>
                  <a:cubicBezTo>
                    <a:pt x="289" y="85"/>
                    <a:pt x="286" y="111"/>
                    <a:pt x="273" y="133"/>
                  </a:cubicBezTo>
                  <a:cubicBezTo>
                    <a:pt x="273" y="133"/>
                    <a:pt x="273" y="133"/>
                    <a:pt x="273" y="133"/>
                  </a:cubicBezTo>
                  <a:cubicBezTo>
                    <a:pt x="269" y="139"/>
                    <a:pt x="265" y="145"/>
                    <a:pt x="260" y="149"/>
                  </a:cubicBezTo>
                  <a:cubicBezTo>
                    <a:pt x="239" y="171"/>
                    <a:pt x="207" y="179"/>
                    <a:pt x="178" y="171"/>
                  </a:cubicBezTo>
                  <a:cubicBezTo>
                    <a:pt x="73" y="276"/>
                    <a:pt x="73" y="276"/>
                    <a:pt x="73" y="276"/>
                  </a:cubicBezTo>
                  <a:cubicBezTo>
                    <a:pt x="65" y="284"/>
                    <a:pt x="54" y="289"/>
                    <a:pt x="43" y="289"/>
                  </a:cubicBezTo>
                  <a:close/>
                  <a:moveTo>
                    <a:pt x="200" y="25"/>
                  </a:moveTo>
                  <a:cubicBezTo>
                    <a:pt x="188" y="25"/>
                    <a:pt x="177" y="28"/>
                    <a:pt x="167" y="34"/>
                  </a:cubicBezTo>
                  <a:cubicBezTo>
                    <a:pt x="162" y="37"/>
                    <a:pt x="158" y="40"/>
                    <a:pt x="155" y="44"/>
                  </a:cubicBezTo>
                  <a:cubicBezTo>
                    <a:pt x="137" y="61"/>
                    <a:pt x="132" y="87"/>
                    <a:pt x="140" y="110"/>
                  </a:cubicBezTo>
                  <a:cubicBezTo>
                    <a:pt x="141" y="114"/>
                    <a:pt x="140" y="119"/>
                    <a:pt x="137" y="122"/>
                  </a:cubicBezTo>
                  <a:cubicBezTo>
                    <a:pt x="28" y="231"/>
                    <a:pt x="28" y="231"/>
                    <a:pt x="28" y="231"/>
                  </a:cubicBezTo>
                  <a:cubicBezTo>
                    <a:pt x="24" y="235"/>
                    <a:pt x="22" y="240"/>
                    <a:pt x="22" y="246"/>
                  </a:cubicBezTo>
                  <a:cubicBezTo>
                    <a:pt x="22" y="252"/>
                    <a:pt x="24" y="257"/>
                    <a:pt x="28" y="261"/>
                  </a:cubicBezTo>
                  <a:cubicBezTo>
                    <a:pt x="36" y="269"/>
                    <a:pt x="50" y="269"/>
                    <a:pt x="58" y="261"/>
                  </a:cubicBezTo>
                  <a:cubicBezTo>
                    <a:pt x="167" y="152"/>
                    <a:pt x="167" y="152"/>
                    <a:pt x="167" y="152"/>
                  </a:cubicBezTo>
                  <a:cubicBezTo>
                    <a:pt x="170" y="149"/>
                    <a:pt x="175" y="148"/>
                    <a:pt x="179" y="149"/>
                  </a:cubicBezTo>
                  <a:cubicBezTo>
                    <a:pt x="202" y="157"/>
                    <a:pt x="228" y="152"/>
                    <a:pt x="245" y="134"/>
                  </a:cubicBezTo>
                  <a:cubicBezTo>
                    <a:pt x="249" y="131"/>
                    <a:pt x="252" y="127"/>
                    <a:pt x="255" y="122"/>
                  </a:cubicBezTo>
                  <a:cubicBezTo>
                    <a:pt x="255" y="122"/>
                    <a:pt x="255" y="122"/>
                    <a:pt x="255" y="122"/>
                  </a:cubicBezTo>
                  <a:cubicBezTo>
                    <a:pt x="261" y="111"/>
                    <a:pt x="265" y="98"/>
                    <a:pt x="264" y="85"/>
                  </a:cubicBezTo>
                  <a:cubicBezTo>
                    <a:pt x="232" y="117"/>
                    <a:pt x="232" y="117"/>
                    <a:pt x="232" y="117"/>
                  </a:cubicBezTo>
                  <a:cubicBezTo>
                    <a:pt x="229" y="120"/>
                    <a:pt x="223" y="121"/>
                    <a:pt x="219" y="118"/>
                  </a:cubicBezTo>
                  <a:cubicBezTo>
                    <a:pt x="210" y="112"/>
                    <a:pt x="201" y="105"/>
                    <a:pt x="192" y="96"/>
                  </a:cubicBezTo>
                  <a:cubicBezTo>
                    <a:pt x="184" y="88"/>
                    <a:pt x="177" y="79"/>
                    <a:pt x="171" y="70"/>
                  </a:cubicBezTo>
                  <a:cubicBezTo>
                    <a:pt x="168" y="66"/>
                    <a:pt x="169" y="60"/>
                    <a:pt x="172" y="56"/>
                  </a:cubicBezTo>
                  <a:cubicBezTo>
                    <a:pt x="204" y="25"/>
                    <a:pt x="204" y="25"/>
                    <a:pt x="204" y="25"/>
                  </a:cubicBezTo>
                  <a:cubicBezTo>
                    <a:pt x="202" y="25"/>
                    <a:pt x="201" y="25"/>
                    <a:pt x="200" y="2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75" name="Freeform 287"/>
            <p:cNvSpPr>
              <a:spLocks noEditPoints="1"/>
            </p:cNvSpPr>
            <p:nvPr/>
          </p:nvSpPr>
          <p:spPr bwMode="auto">
            <a:xfrm>
              <a:off x="388" y="758"/>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76" name="Group 569"/>
          <p:cNvGrpSpPr>
            <a:grpSpLocks noChangeAspect="1"/>
          </p:cNvGrpSpPr>
          <p:nvPr/>
        </p:nvGrpSpPr>
        <p:grpSpPr bwMode="auto">
          <a:xfrm>
            <a:off x="2958876" y="5038902"/>
            <a:ext cx="574845" cy="574845"/>
            <a:chOff x="5648" y="3248"/>
            <a:chExt cx="340" cy="340"/>
          </a:xfrm>
          <a:solidFill>
            <a:schemeClr val="bg2">
              <a:lumMod val="75000"/>
            </a:schemeClr>
          </a:solidFill>
        </p:grpSpPr>
        <p:sp>
          <p:nvSpPr>
            <p:cNvPr id="77" name="Freeform 570"/>
            <p:cNvSpPr>
              <a:spLocks noEditPoints="1"/>
            </p:cNvSpPr>
            <p:nvPr/>
          </p:nvSpPr>
          <p:spPr bwMode="auto">
            <a:xfrm>
              <a:off x="5712" y="3326"/>
              <a:ext cx="212" cy="170"/>
            </a:xfrm>
            <a:custGeom>
              <a:avLst/>
              <a:gdLst>
                <a:gd name="T0" fmla="*/ 288 w 320"/>
                <a:gd name="T1" fmla="*/ 9 h 256"/>
                <a:gd name="T2" fmla="*/ 277 w 320"/>
                <a:gd name="T3" fmla="*/ 0 h 256"/>
                <a:gd name="T4" fmla="*/ 224 w 320"/>
                <a:gd name="T5" fmla="*/ 0 h 256"/>
                <a:gd name="T6" fmla="*/ 213 w 320"/>
                <a:gd name="T7" fmla="*/ 10 h 256"/>
                <a:gd name="T8" fmla="*/ 201 w 320"/>
                <a:gd name="T9" fmla="*/ 146 h 256"/>
                <a:gd name="T10" fmla="*/ 112 w 320"/>
                <a:gd name="T11" fmla="*/ 87 h 256"/>
                <a:gd name="T12" fmla="*/ 101 w 320"/>
                <a:gd name="T13" fmla="*/ 87 h 256"/>
                <a:gd name="T14" fmla="*/ 96 w 320"/>
                <a:gd name="T15" fmla="*/ 96 h 256"/>
                <a:gd name="T16" fmla="*/ 96 w 320"/>
                <a:gd name="T17" fmla="*/ 140 h 256"/>
                <a:gd name="T18" fmla="*/ 16 w 320"/>
                <a:gd name="T19" fmla="*/ 87 h 256"/>
                <a:gd name="T20" fmla="*/ 5 w 320"/>
                <a:gd name="T21" fmla="*/ 87 h 256"/>
                <a:gd name="T22" fmla="*/ 0 w 320"/>
                <a:gd name="T23" fmla="*/ 96 h 256"/>
                <a:gd name="T24" fmla="*/ 0 w 320"/>
                <a:gd name="T25" fmla="*/ 245 h 256"/>
                <a:gd name="T26" fmla="*/ 10 w 320"/>
                <a:gd name="T27" fmla="*/ 256 h 256"/>
                <a:gd name="T28" fmla="*/ 309 w 320"/>
                <a:gd name="T29" fmla="*/ 256 h 256"/>
                <a:gd name="T30" fmla="*/ 317 w 320"/>
                <a:gd name="T31" fmla="*/ 252 h 256"/>
                <a:gd name="T32" fmla="*/ 320 w 320"/>
                <a:gd name="T33" fmla="*/ 244 h 256"/>
                <a:gd name="T34" fmla="*/ 288 w 320"/>
                <a:gd name="T35" fmla="*/ 9 h 256"/>
                <a:gd name="T36" fmla="*/ 196 w 320"/>
                <a:gd name="T37" fmla="*/ 169 h 256"/>
                <a:gd name="T38" fmla="*/ 198 w 320"/>
                <a:gd name="T39" fmla="*/ 170 h 256"/>
                <a:gd name="T40" fmla="*/ 193 w 320"/>
                <a:gd name="T41" fmla="*/ 235 h 256"/>
                <a:gd name="T42" fmla="*/ 117 w 320"/>
                <a:gd name="T43" fmla="*/ 235 h 256"/>
                <a:gd name="T44" fmla="*/ 117 w 320"/>
                <a:gd name="T45" fmla="*/ 116 h 256"/>
                <a:gd name="T46" fmla="*/ 196 w 320"/>
                <a:gd name="T47" fmla="*/ 169 h 256"/>
                <a:gd name="T48" fmla="*/ 96 w 320"/>
                <a:gd name="T49" fmla="*/ 166 h 256"/>
                <a:gd name="T50" fmla="*/ 96 w 320"/>
                <a:gd name="T51" fmla="*/ 235 h 256"/>
                <a:gd name="T52" fmla="*/ 21 w 320"/>
                <a:gd name="T53" fmla="*/ 235 h 256"/>
                <a:gd name="T54" fmla="*/ 21 w 320"/>
                <a:gd name="T55" fmla="*/ 116 h 256"/>
                <a:gd name="T56" fmla="*/ 96 w 320"/>
                <a:gd name="T57" fmla="*/ 166 h 256"/>
                <a:gd name="T58" fmla="*/ 214 w 320"/>
                <a:gd name="T59" fmla="*/ 235 h 256"/>
                <a:gd name="T60" fmla="*/ 233 w 320"/>
                <a:gd name="T61" fmla="*/ 21 h 256"/>
                <a:gd name="T62" fmla="*/ 268 w 320"/>
                <a:gd name="T63" fmla="*/ 21 h 256"/>
                <a:gd name="T64" fmla="*/ 297 w 320"/>
                <a:gd name="T65" fmla="*/ 235 h 256"/>
                <a:gd name="T66" fmla="*/ 214 w 320"/>
                <a:gd name="T67" fmla="*/ 2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0" h="256">
                  <a:moveTo>
                    <a:pt x="288" y="9"/>
                  </a:moveTo>
                  <a:cubicBezTo>
                    <a:pt x="287" y="4"/>
                    <a:pt x="282" y="0"/>
                    <a:pt x="277" y="0"/>
                  </a:cubicBezTo>
                  <a:cubicBezTo>
                    <a:pt x="224" y="0"/>
                    <a:pt x="224" y="0"/>
                    <a:pt x="224" y="0"/>
                  </a:cubicBezTo>
                  <a:cubicBezTo>
                    <a:pt x="218" y="0"/>
                    <a:pt x="214" y="4"/>
                    <a:pt x="213" y="10"/>
                  </a:cubicBezTo>
                  <a:cubicBezTo>
                    <a:pt x="201" y="146"/>
                    <a:pt x="201" y="146"/>
                    <a:pt x="201" y="146"/>
                  </a:cubicBezTo>
                  <a:cubicBezTo>
                    <a:pt x="112" y="87"/>
                    <a:pt x="112" y="87"/>
                    <a:pt x="112" y="87"/>
                  </a:cubicBezTo>
                  <a:cubicBezTo>
                    <a:pt x="109" y="85"/>
                    <a:pt x="105" y="85"/>
                    <a:pt x="101" y="87"/>
                  </a:cubicBezTo>
                  <a:cubicBezTo>
                    <a:pt x="98" y="88"/>
                    <a:pt x="96" y="92"/>
                    <a:pt x="96" y="96"/>
                  </a:cubicBezTo>
                  <a:cubicBezTo>
                    <a:pt x="96" y="140"/>
                    <a:pt x="96" y="140"/>
                    <a:pt x="96" y="140"/>
                  </a:cubicBezTo>
                  <a:cubicBezTo>
                    <a:pt x="16" y="87"/>
                    <a:pt x="16" y="87"/>
                    <a:pt x="16" y="87"/>
                  </a:cubicBezTo>
                  <a:cubicBezTo>
                    <a:pt x="13" y="85"/>
                    <a:pt x="9" y="85"/>
                    <a:pt x="5" y="87"/>
                  </a:cubicBezTo>
                  <a:cubicBezTo>
                    <a:pt x="2" y="88"/>
                    <a:pt x="0" y="92"/>
                    <a:pt x="0" y="96"/>
                  </a:cubicBezTo>
                  <a:cubicBezTo>
                    <a:pt x="0" y="245"/>
                    <a:pt x="0" y="245"/>
                    <a:pt x="0" y="245"/>
                  </a:cubicBezTo>
                  <a:cubicBezTo>
                    <a:pt x="0" y="251"/>
                    <a:pt x="4" y="256"/>
                    <a:pt x="10" y="256"/>
                  </a:cubicBezTo>
                  <a:cubicBezTo>
                    <a:pt x="309" y="256"/>
                    <a:pt x="309" y="256"/>
                    <a:pt x="309" y="256"/>
                  </a:cubicBezTo>
                  <a:cubicBezTo>
                    <a:pt x="312" y="256"/>
                    <a:pt x="315" y="255"/>
                    <a:pt x="317" y="252"/>
                  </a:cubicBezTo>
                  <a:cubicBezTo>
                    <a:pt x="319" y="250"/>
                    <a:pt x="320" y="247"/>
                    <a:pt x="320" y="244"/>
                  </a:cubicBezTo>
                  <a:lnTo>
                    <a:pt x="288" y="9"/>
                  </a:lnTo>
                  <a:close/>
                  <a:moveTo>
                    <a:pt x="196" y="169"/>
                  </a:moveTo>
                  <a:cubicBezTo>
                    <a:pt x="197" y="169"/>
                    <a:pt x="198" y="169"/>
                    <a:pt x="198" y="170"/>
                  </a:cubicBezTo>
                  <a:cubicBezTo>
                    <a:pt x="193" y="235"/>
                    <a:pt x="193" y="235"/>
                    <a:pt x="193" y="235"/>
                  </a:cubicBezTo>
                  <a:cubicBezTo>
                    <a:pt x="117" y="235"/>
                    <a:pt x="117" y="235"/>
                    <a:pt x="117" y="235"/>
                  </a:cubicBezTo>
                  <a:cubicBezTo>
                    <a:pt x="117" y="116"/>
                    <a:pt x="117" y="116"/>
                    <a:pt x="117" y="116"/>
                  </a:cubicBezTo>
                  <a:lnTo>
                    <a:pt x="196" y="169"/>
                  </a:lnTo>
                  <a:close/>
                  <a:moveTo>
                    <a:pt x="96" y="166"/>
                  </a:moveTo>
                  <a:cubicBezTo>
                    <a:pt x="96" y="235"/>
                    <a:pt x="96" y="235"/>
                    <a:pt x="96" y="235"/>
                  </a:cubicBezTo>
                  <a:cubicBezTo>
                    <a:pt x="21" y="235"/>
                    <a:pt x="21" y="235"/>
                    <a:pt x="21" y="235"/>
                  </a:cubicBezTo>
                  <a:cubicBezTo>
                    <a:pt x="21" y="116"/>
                    <a:pt x="21" y="116"/>
                    <a:pt x="21" y="116"/>
                  </a:cubicBezTo>
                  <a:lnTo>
                    <a:pt x="96" y="166"/>
                  </a:lnTo>
                  <a:close/>
                  <a:moveTo>
                    <a:pt x="214" y="235"/>
                  </a:moveTo>
                  <a:cubicBezTo>
                    <a:pt x="233" y="21"/>
                    <a:pt x="233" y="21"/>
                    <a:pt x="233" y="21"/>
                  </a:cubicBezTo>
                  <a:cubicBezTo>
                    <a:pt x="268" y="21"/>
                    <a:pt x="268" y="21"/>
                    <a:pt x="268" y="21"/>
                  </a:cubicBezTo>
                  <a:cubicBezTo>
                    <a:pt x="297" y="235"/>
                    <a:pt x="297" y="235"/>
                    <a:pt x="297" y="235"/>
                  </a:cubicBezTo>
                  <a:lnTo>
                    <a:pt x="214" y="23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98" name="Freeform 571"/>
            <p:cNvSpPr>
              <a:spLocks noEditPoints="1"/>
            </p:cNvSpPr>
            <p:nvPr/>
          </p:nvSpPr>
          <p:spPr bwMode="auto">
            <a:xfrm>
              <a:off x="5648" y="324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sp>
        <p:nvSpPr>
          <p:cNvPr id="99" name="Freeform 917"/>
          <p:cNvSpPr>
            <a:spLocks noChangeAspect="1" noEditPoints="1"/>
          </p:cNvSpPr>
          <p:nvPr/>
        </p:nvSpPr>
        <p:spPr bwMode="auto">
          <a:xfrm>
            <a:off x="6395446" y="2206153"/>
            <a:ext cx="572527" cy="574210"/>
          </a:xfrm>
          <a:custGeom>
            <a:avLst/>
            <a:gdLst>
              <a:gd name="T0" fmla="*/ 277 w 512"/>
              <a:gd name="T1" fmla="*/ 138 h 512"/>
              <a:gd name="T2" fmla="*/ 277 w 512"/>
              <a:gd name="T3" fmla="*/ 245 h 512"/>
              <a:gd name="T4" fmla="*/ 234 w 512"/>
              <a:gd name="T5" fmla="*/ 245 h 512"/>
              <a:gd name="T6" fmla="*/ 234 w 512"/>
              <a:gd name="T7" fmla="*/ 138 h 512"/>
              <a:gd name="T8" fmla="*/ 256 w 512"/>
              <a:gd name="T9" fmla="*/ 117 h 512"/>
              <a:gd name="T10" fmla="*/ 277 w 512"/>
              <a:gd name="T11" fmla="*/ 138 h 512"/>
              <a:gd name="T12" fmla="*/ 512 w 512"/>
              <a:gd name="T13" fmla="*/ 256 h 512"/>
              <a:gd name="T14" fmla="*/ 256 w 512"/>
              <a:gd name="T15" fmla="*/ 512 h 512"/>
              <a:gd name="T16" fmla="*/ 0 w 512"/>
              <a:gd name="T17" fmla="*/ 256 h 512"/>
              <a:gd name="T18" fmla="*/ 256 w 512"/>
              <a:gd name="T19" fmla="*/ 0 h 512"/>
              <a:gd name="T20" fmla="*/ 512 w 512"/>
              <a:gd name="T21" fmla="*/ 256 h 512"/>
              <a:gd name="T22" fmla="*/ 298 w 512"/>
              <a:gd name="T23" fmla="*/ 138 h 512"/>
              <a:gd name="T24" fmla="*/ 256 w 512"/>
              <a:gd name="T25" fmla="*/ 96 h 512"/>
              <a:gd name="T26" fmla="*/ 213 w 512"/>
              <a:gd name="T27" fmla="*/ 138 h 512"/>
              <a:gd name="T28" fmla="*/ 213 w 512"/>
              <a:gd name="T29" fmla="*/ 256 h 512"/>
              <a:gd name="T30" fmla="*/ 224 w 512"/>
              <a:gd name="T31" fmla="*/ 266 h 512"/>
              <a:gd name="T32" fmla="*/ 245 w 512"/>
              <a:gd name="T33" fmla="*/ 266 h 512"/>
              <a:gd name="T34" fmla="*/ 245 w 512"/>
              <a:gd name="T35" fmla="*/ 373 h 512"/>
              <a:gd name="T36" fmla="*/ 236 w 512"/>
              <a:gd name="T37" fmla="*/ 378 h 512"/>
              <a:gd name="T38" fmla="*/ 235 w 512"/>
              <a:gd name="T39" fmla="*/ 388 h 512"/>
              <a:gd name="T40" fmla="*/ 246 w 512"/>
              <a:gd name="T41" fmla="*/ 410 h 512"/>
              <a:gd name="T42" fmla="*/ 256 w 512"/>
              <a:gd name="T43" fmla="*/ 416 h 512"/>
              <a:gd name="T44" fmla="*/ 265 w 512"/>
              <a:gd name="T45" fmla="*/ 410 h 512"/>
              <a:gd name="T46" fmla="*/ 276 w 512"/>
              <a:gd name="T47" fmla="*/ 388 h 512"/>
              <a:gd name="T48" fmla="*/ 275 w 512"/>
              <a:gd name="T49" fmla="*/ 378 h 512"/>
              <a:gd name="T50" fmla="*/ 266 w 512"/>
              <a:gd name="T51" fmla="*/ 373 h 512"/>
              <a:gd name="T52" fmla="*/ 266 w 512"/>
              <a:gd name="T53" fmla="*/ 266 h 512"/>
              <a:gd name="T54" fmla="*/ 288 w 512"/>
              <a:gd name="T55" fmla="*/ 266 h 512"/>
              <a:gd name="T56" fmla="*/ 298 w 512"/>
              <a:gd name="T57" fmla="*/ 256 h 512"/>
              <a:gd name="T58" fmla="*/ 298 w 512"/>
              <a:gd name="T59" fmla="*/ 13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77" y="138"/>
                </a:moveTo>
                <a:cubicBezTo>
                  <a:pt x="277" y="245"/>
                  <a:pt x="277" y="245"/>
                  <a:pt x="277" y="245"/>
                </a:cubicBezTo>
                <a:cubicBezTo>
                  <a:pt x="234" y="245"/>
                  <a:pt x="234" y="245"/>
                  <a:pt x="234" y="245"/>
                </a:cubicBezTo>
                <a:cubicBezTo>
                  <a:pt x="234" y="138"/>
                  <a:pt x="234" y="138"/>
                  <a:pt x="234" y="138"/>
                </a:cubicBezTo>
                <a:cubicBezTo>
                  <a:pt x="234" y="127"/>
                  <a:pt x="244" y="117"/>
                  <a:pt x="256" y="117"/>
                </a:cubicBezTo>
                <a:cubicBezTo>
                  <a:pt x="267" y="117"/>
                  <a:pt x="277" y="127"/>
                  <a:pt x="277" y="13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98" y="138"/>
                </a:moveTo>
                <a:cubicBezTo>
                  <a:pt x="298" y="115"/>
                  <a:pt x="279" y="96"/>
                  <a:pt x="256" y="96"/>
                </a:cubicBezTo>
                <a:cubicBezTo>
                  <a:pt x="232" y="96"/>
                  <a:pt x="213" y="115"/>
                  <a:pt x="213" y="138"/>
                </a:cubicBezTo>
                <a:cubicBezTo>
                  <a:pt x="213" y="256"/>
                  <a:pt x="213" y="256"/>
                  <a:pt x="213" y="256"/>
                </a:cubicBezTo>
                <a:cubicBezTo>
                  <a:pt x="213" y="262"/>
                  <a:pt x="218" y="266"/>
                  <a:pt x="224" y="266"/>
                </a:cubicBezTo>
                <a:cubicBezTo>
                  <a:pt x="245" y="266"/>
                  <a:pt x="245" y="266"/>
                  <a:pt x="245" y="266"/>
                </a:cubicBezTo>
                <a:cubicBezTo>
                  <a:pt x="245" y="373"/>
                  <a:pt x="245" y="373"/>
                  <a:pt x="245" y="373"/>
                </a:cubicBezTo>
                <a:cubicBezTo>
                  <a:pt x="241" y="373"/>
                  <a:pt x="238" y="375"/>
                  <a:pt x="236" y="378"/>
                </a:cubicBezTo>
                <a:cubicBezTo>
                  <a:pt x="234" y="381"/>
                  <a:pt x="234" y="385"/>
                  <a:pt x="235" y="388"/>
                </a:cubicBezTo>
                <a:cubicBezTo>
                  <a:pt x="246" y="410"/>
                  <a:pt x="246" y="410"/>
                  <a:pt x="246" y="410"/>
                </a:cubicBezTo>
                <a:cubicBezTo>
                  <a:pt x="248" y="413"/>
                  <a:pt x="252" y="416"/>
                  <a:pt x="256" y="416"/>
                </a:cubicBezTo>
                <a:cubicBezTo>
                  <a:pt x="260" y="416"/>
                  <a:pt x="263" y="413"/>
                  <a:pt x="265" y="410"/>
                </a:cubicBezTo>
                <a:cubicBezTo>
                  <a:pt x="276" y="388"/>
                  <a:pt x="276" y="388"/>
                  <a:pt x="276" y="388"/>
                </a:cubicBezTo>
                <a:cubicBezTo>
                  <a:pt x="278" y="385"/>
                  <a:pt x="277" y="381"/>
                  <a:pt x="275" y="378"/>
                </a:cubicBezTo>
                <a:cubicBezTo>
                  <a:pt x="273" y="375"/>
                  <a:pt x="270" y="373"/>
                  <a:pt x="266" y="373"/>
                </a:cubicBezTo>
                <a:cubicBezTo>
                  <a:pt x="266" y="266"/>
                  <a:pt x="266" y="266"/>
                  <a:pt x="266" y="266"/>
                </a:cubicBezTo>
                <a:cubicBezTo>
                  <a:pt x="288" y="266"/>
                  <a:pt x="288" y="266"/>
                  <a:pt x="288" y="266"/>
                </a:cubicBezTo>
                <a:cubicBezTo>
                  <a:pt x="294" y="266"/>
                  <a:pt x="298" y="262"/>
                  <a:pt x="298" y="256"/>
                </a:cubicBezTo>
                <a:lnTo>
                  <a:pt x="298" y="138"/>
                </a:lnTo>
                <a:close/>
              </a:path>
            </a:pathLst>
          </a:custGeom>
          <a:solidFill>
            <a:schemeClr val="accent3"/>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Tree>
    <p:extLst>
      <p:ext uri="{BB962C8B-B14F-4D97-AF65-F5344CB8AC3E}">
        <p14:creationId xmlns:p14="http://schemas.microsoft.com/office/powerpoint/2010/main" val="4114077685"/>
      </p:ext>
    </p:extLst>
  </p:cSld>
  <p:clrMapOvr>
    <a:masterClrMapping/>
  </p:clrMapOvr>
  <p:transition>
    <p:fade/>
  </p:transition>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Connectors with puzzle pieces</a:t>
            </a:r>
            <a:endParaRPr lang="en-US" dirty="0"/>
          </a:p>
        </p:txBody>
      </p:sp>
      <p:sp>
        <p:nvSpPr>
          <p:cNvPr id="34" name="Oval 155"/>
          <p:cNvSpPr/>
          <p:nvPr/>
        </p:nvSpPr>
        <p:spPr>
          <a:xfrm rot="2700000">
            <a:off x="4574359" y="2133119"/>
            <a:ext cx="994611" cy="1860768"/>
          </a:xfrm>
          <a:custGeom>
            <a:avLst/>
            <a:gdLst/>
            <a:ahLst/>
            <a:cxnLst/>
            <a:rect l="l" t="t" r="r" b="b"/>
            <a:pathLst>
              <a:path w="1224136" h="2290176">
                <a:moveTo>
                  <a:pt x="459315" y="63272"/>
                </a:moveTo>
                <a:cubicBezTo>
                  <a:pt x="498408" y="24179"/>
                  <a:pt x="552413" y="0"/>
                  <a:pt x="612067" y="0"/>
                </a:cubicBezTo>
                <a:cubicBezTo>
                  <a:pt x="731374" y="0"/>
                  <a:pt x="828091" y="96717"/>
                  <a:pt x="828091" y="216024"/>
                </a:cubicBezTo>
                <a:cubicBezTo>
                  <a:pt x="828091" y="299408"/>
                  <a:pt x="780848" y="371757"/>
                  <a:pt x="711216" y="406896"/>
                </a:cubicBezTo>
                <a:cubicBezTo>
                  <a:pt x="691916" y="450663"/>
                  <a:pt x="710516" y="496019"/>
                  <a:pt x="737802" y="533019"/>
                </a:cubicBezTo>
                <a:lnTo>
                  <a:pt x="1224136" y="533019"/>
                </a:lnTo>
                <a:lnTo>
                  <a:pt x="1224136" y="1019520"/>
                </a:lnTo>
                <a:cubicBezTo>
                  <a:pt x="1187224" y="1046736"/>
                  <a:pt x="1141992" y="1065189"/>
                  <a:pt x="1098339" y="1045939"/>
                </a:cubicBezTo>
                <a:cubicBezTo>
                  <a:pt x="1063200" y="976307"/>
                  <a:pt x="990851" y="929064"/>
                  <a:pt x="907467" y="929064"/>
                </a:cubicBezTo>
                <a:cubicBezTo>
                  <a:pt x="788160" y="929064"/>
                  <a:pt x="691443" y="1025781"/>
                  <a:pt x="691443" y="1145088"/>
                </a:cubicBezTo>
                <a:cubicBezTo>
                  <a:pt x="691443" y="1204742"/>
                  <a:pt x="715622" y="1258747"/>
                  <a:pt x="754715" y="1297840"/>
                </a:cubicBezTo>
                <a:cubicBezTo>
                  <a:pt x="793807" y="1336933"/>
                  <a:pt x="847813" y="1361112"/>
                  <a:pt x="907467" y="1361112"/>
                </a:cubicBezTo>
                <a:cubicBezTo>
                  <a:pt x="988927" y="1361112"/>
                  <a:pt x="1059856" y="1316024"/>
                  <a:pt x="1095778" y="1248955"/>
                </a:cubicBezTo>
                <a:cubicBezTo>
                  <a:pt x="1141514" y="1226580"/>
                  <a:pt x="1182162" y="1242465"/>
                  <a:pt x="1224136" y="1270694"/>
                </a:cubicBezTo>
                <a:lnTo>
                  <a:pt x="1224136" y="1757155"/>
                </a:lnTo>
                <a:lnTo>
                  <a:pt x="737829" y="1757155"/>
                </a:lnTo>
                <a:cubicBezTo>
                  <a:pt x="709519" y="1799263"/>
                  <a:pt x="693505" y="1839996"/>
                  <a:pt x="715934" y="1885841"/>
                </a:cubicBezTo>
                <a:cubicBezTo>
                  <a:pt x="783003" y="1921763"/>
                  <a:pt x="828091" y="1992692"/>
                  <a:pt x="828091" y="2074152"/>
                </a:cubicBezTo>
                <a:cubicBezTo>
                  <a:pt x="828091" y="2133806"/>
                  <a:pt x="803912" y="2187812"/>
                  <a:pt x="764819" y="2226904"/>
                </a:cubicBezTo>
                <a:cubicBezTo>
                  <a:pt x="725726" y="2265997"/>
                  <a:pt x="671721" y="2290176"/>
                  <a:pt x="612067" y="2290176"/>
                </a:cubicBezTo>
                <a:cubicBezTo>
                  <a:pt x="492760" y="2290176"/>
                  <a:pt x="396043" y="2193459"/>
                  <a:pt x="396043" y="2074152"/>
                </a:cubicBezTo>
                <a:cubicBezTo>
                  <a:pt x="396043" y="1990768"/>
                  <a:pt x="443286" y="1918419"/>
                  <a:pt x="512918" y="1883280"/>
                </a:cubicBezTo>
                <a:cubicBezTo>
                  <a:pt x="532218" y="1839512"/>
                  <a:pt x="513617" y="1794156"/>
                  <a:pt x="486331" y="1757155"/>
                </a:cubicBezTo>
                <a:lnTo>
                  <a:pt x="0" y="1757155"/>
                </a:lnTo>
                <a:lnTo>
                  <a:pt x="0" y="1267857"/>
                </a:lnTo>
                <a:cubicBezTo>
                  <a:pt x="35436" y="1241878"/>
                  <a:pt x="78596" y="1225841"/>
                  <a:pt x="120314" y="1244237"/>
                </a:cubicBezTo>
                <a:cubicBezTo>
                  <a:pt x="155453" y="1313869"/>
                  <a:pt x="227802" y="1361112"/>
                  <a:pt x="311186" y="1361112"/>
                </a:cubicBezTo>
                <a:cubicBezTo>
                  <a:pt x="430493" y="1361112"/>
                  <a:pt x="527210" y="1264395"/>
                  <a:pt x="527210" y="1145088"/>
                </a:cubicBezTo>
                <a:cubicBezTo>
                  <a:pt x="527210" y="1085434"/>
                  <a:pt x="503031" y="1031429"/>
                  <a:pt x="463938" y="992336"/>
                </a:cubicBezTo>
                <a:cubicBezTo>
                  <a:pt x="424846" y="953243"/>
                  <a:pt x="370840" y="929064"/>
                  <a:pt x="311186" y="929064"/>
                </a:cubicBezTo>
                <a:cubicBezTo>
                  <a:pt x="229726" y="929064"/>
                  <a:pt x="158797" y="974152"/>
                  <a:pt x="122875" y="1041221"/>
                </a:cubicBezTo>
                <a:cubicBezTo>
                  <a:pt x="78969" y="1062702"/>
                  <a:pt x="39751" y="1048921"/>
                  <a:pt x="0" y="1022105"/>
                </a:cubicBezTo>
                <a:lnTo>
                  <a:pt x="0" y="533019"/>
                </a:lnTo>
                <a:lnTo>
                  <a:pt x="486305" y="533019"/>
                </a:lnTo>
                <a:cubicBezTo>
                  <a:pt x="514616" y="490912"/>
                  <a:pt x="530628" y="450179"/>
                  <a:pt x="508200" y="404335"/>
                </a:cubicBezTo>
                <a:cubicBezTo>
                  <a:pt x="441131" y="368413"/>
                  <a:pt x="396043" y="297484"/>
                  <a:pt x="396043" y="216024"/>
                </a:cubicBezTo>
                <a:cubicBezTo>
                  <a:pt x="396043" y="156370"/>
                  <a:pt x="420222" y="102364"/>
                  <a:pt x="459315" y="63272"/>
                </a:cubicBez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dirty="0">
              <a:solidFill>
                <a:schemeClr val="tx2"/>
              </a:solidFill>
              <a:latin typeface="Aptos" panose="020B0004020202020204" pitchFamily="34" charset="0"/>
            </a:endParaRPr>
          </a:p>
        </p:txBody>
      </p:sp>
      <p:sp>
        <p:nvSpPr>
          <p:cNvPr id="35" name="Oval 155"/>
          <p:cNvSpPr/>
          <p:nvPr/>
        </p:nvSpPr>
        <p:spPr>
          <a:xfrm rot="18900000">
            <a:off x="5277844" y="2836601"/>
            <a:ext cx="994611" cy="1860768"/>
          </a:xfrm>
          <a:custGeom>
            <a:avLst/>
            <a:gdLst/>
            <a:ahLst/>
            <a:cxnLst/>
            <a:rect l="l" t="t" r="r" b="b"/>
            <a:pathLst>
              <a:path w="1224136" h="2290176">
                <a:moveTo>
                  <a:pt x="764820" y="63272"/>
                </a:moveTo>
                <a:cubicBezTo>
                  <a:pt x="803913" y="102365"/>
                  <a:pt x="828092" y="156370"/>
                  <a:pt x="828092" y="216024"/>
                </a:cubicBezTo>
                <a:cubicBezTo>
                  <a:pt x="828092" y="299408"/>
                  <a:pt x="780849" y="371757"/>
                  <a:pt x="711217" y="406896"/>
                </a:cubicBezTo>
                <a:cubicBezTo>
                  <a:pt x="691917" y="450664"/>
                  <a:pt x="710518" y="496020"/>
                  <a:pt x="737803" y="533020"/>
                </a:cubicBezTo>
                <a:lnTo>
                  <a:pt x="1224136" y="533020"/>
                </a:lnTo>
                <a:lnTo>
                  <a:pt x="1224136" y="1022318"/>
                </a:lnTo>
                <a:cubicBezTo>
                  <a:pt x="1188700" y="1048297"/>
                  <a:pt x="1145539" y="1064335"/>
                  <a:pt x="1103821" y="1045938"/>
                </a:cubicBezTo>
                <a:cubicBezTo>
                  <a:pt x="1068682" y="976306"/>
                  <a:pt x="996333" y="929063"/>
                  <a:pt x="912949" y="929063"/>
                </a:cubicBezTo>
                <a:cubicBezTo>
                  <a:pt x="793642" y="929063"/>
                  <a:pt x="696925" y="1025780"/>
                  <a:pt x="696925" y="1145087"/>
                </a:cubicBezTo>
                <a:cubicBezTo>
                  <a:pt x="696925" y="1204741"/>
                  <a:pt x="721104" y="1258746"/>
                  <a:pt x="760197" y="1297839"/>
                </a:cubicBezTo>
                <a:cubicBezTo>
                  <a:pt x="799289" y="1336932"/>
                  <a:pt x="853295" y="1361111"/>
                  <a:pt x="912949" y="1361111"/>
                </a:cubicBezTo>
                <a:cubicBezTo>
                  <a:pt x="994409" y="1361111"/>
                  <a:pt x="1065338" y="1316024"/>
                  <a:pt x="1101260" y="1248954"/>
                </a:cubicBezTo>
                <a:cubicBezTo>
                  <a:pt x="1145167" y="1227474"/>
                  <a:pt x="1184385" y="1241254"/>
                  <a:pt x="1224136" y="1268071"/>
                </a:cubicBezTo>
                <a:lnTo>
                  <a:pt x="1224136" y="1757156"/>
                </a:lnTo>
                <a:lnTo>
                  <a:pt x="737830" y="1757156"/>
                </a:lnTo>
                <a:cubicBezTo>
                  <a:pt x="709520" y="1799264"/>
                  <a:pt x="693507" y="1839997"/>
                  <a:pt x="715935" y="1885841"/>
                </a:cubicBezTo>
                <a:cubicBezTo>
                  <a:pt x="783004" y="1921763"/>
                  <a:pt x="828092" y="1992692"/>
                  <a:pt x="828092" y="2074152"/>
                </a:cubicBezTo>
                <a:cubicBezTo>
                  <a:pt x="828092" y="2133806"/>
                  <a:pt x="803913" y="2187812"/>
                  <a:pt x="764820" y="2226904"/>
                </a:cubicBezTo>
                <a:cubicBezTo>
                  <a:pt x="725727" y="2265997"/>
                  <a:pt x="671722" y="2290176"/>
                  <a:pt x="612068" y="2290176"/>
                </a:cubicBezTo>
                <a:cubicBezTo>
                  <a:pt x="492761" y="2290176"/>
                  <a:pt x="396044" y="2193459"/>
                  <a:pt x="396044" y="2074152"/>
                </a:cubicBezTo>
                <a:cubicBezTo>
                  <a:pt x="396044" y="1990768"/>
                  <a:pt x="443287" y="1918419"/>
                  <a:pt x="512919" y="1883280"/>
                </a:cubicBezTo>
                <a:cubicBezTo>
                  <a:pt x="532219" y="1839512"/>
                  <a:pt x="513618" y="1794157"/>
                  <a:pt x="486333" y="1757156"/>
                </a:cubicBezTo>
                <a:lnTo>
                  <a:pt x="0" y="1757156"/>
                </a:lnTo>
                <a:lnTo>
                  <a:pt x="0" y="1271295"/>
                </a:lnTo>
                <a:cubicBezTo>
                  <a:pt x="37251" y="1243817"/>
                  <a:pt x="82955" y="1224793"/>
                  <a:pt x="127049" y="1244237"/>
                </a:cubicBezTo>
                <a:cubicBezTo>
                  <a:pt x="162188" y="1313869"/>
                  <a:pt x="234537" y="1361112"/>
                  <a:pt x="317921" y="1361112"/>
                </a:cubicBezTo>
                <a:cubicBezTo>
                  <a:pt x="437228" y="1361112"/>
                  <a:pt x="533945" y="1264395"/>
                  <a:pt x="533945" y="1145088"/>
                </a:cubicBezTo>
                <a:cubicBezTo>
                  <a:pt x="533945" y="1085434"/>
                  <a:pt x="509766" y="1031429"/>
                  <a:pt x="470673" y="992336"/>
                </a:cubicBezTo>
                <a:cubicBezTo>
                  <a:pt x="431581" y="953243"/>
                  <a:pt x="377575" y="929064"/>
                  <a:pt x="317921" y="929064"/>
                </a:cubicBezTo>
                <a:cubicBezTo>
                  <a:pt x="236461" y="929064"/>
                  <a:pt x="165532" y="974152"/>
                  <a:pt x="129610" y="1041221"/>
                </a:cubicBezTo>
                <a:cubicBezTo>
                  <a:pt x="83460" y="1063799"/>
                  <a:pt x="42490" y="1047421"/>
                  <a:pt x="0" y="1018884"/>
                </a:cubicBezTo>
                <a:lnTo>
                  <a:pt x="0" y="533020"/>
                </a:lnTo>
                <a:lnTo>
                  <a:pt x="486306" y="533020"/>
                </a:lnTo>
                <a:cubicBezTo>
                  <a:pt x="514616" y="490912"/>
                  <a:pt x="530629" y="450179"/>
                  <a:pt x="508201" y="404335"/>
                </a:cubicBezTo>
                <a:cubicBezTo>
                  <a:pt x="441132" y="368413"/>
                  <a:pt x="396044" y="297484"/>
                  <a:pt x="396044" y="216024"/>
                </a:cubicBezTo>
                <a:cubicBezTo>
                  <a:pt x="396044" y="156370"/>
                  <a:pt x="420223" y="102364"/>
                  <a:pt x="459316" y="63272"/>
                </a:cubicBezTo>
                <a:cubicBezTo>
                  <a:pt x="498409" y="24179"/>
                  <a:pt x="552414" y="0"/>
                  <a:pt x="612068" y="0"/>
                </a:cubicBezTo>
                <a:cubicBezTo>
                  <a:pt x="671722" y="0"/>
                  <a:pt x="725728" y="24180"/>
                  <a:pt x="764820" y="63272"/>
                </a:cubicBez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6" name="Oval 155"/>
          <p:cNvSpPr/>
          <p:nvPr/>
        </p:nvSpPr>
        <p:spPr>
          <a:xfrm rot="18900000">
            <a:off x="3870858" y="2836625"/>
            <a:ext cx="994611" cy="1860769"/>
          </a:xfrm>
          <a:custGeom>
            <a:avLst/>
            <a:gdLst/>
            <a:ahLst/>
            <a:cxnLst/>
            <a:rect l="l" t="t" r="r" b="b"/>
            <a:pathLst>
              <a:path w="1224136" h="2290177">
                <a:moveTo>
                  <a:pt x="764821" y="63272"/>
                </a:moveTo>
                <a:cubicBezTo>
                  <a:pt x="803914" y="102365"/>
                  <a:pt x="828093" y="156370"/>
                  <a:pt x="828093" y="216024"/>
                </a:cubicBezTo>
                <a:cubicBezTo>
                  <a:pt x="828093" y="299408"/>
                  <a:pt x="780850" y="371757"/>
                  <a:pt x="711218" y="406896"/>
                </a:cubicBezTo>
                <a:cubicBezTo>
                  <a:pt x="691918" y="450664"/>
                  <a:pt x="710519" y="496020"/>
                  <a:pt x="737804" y="533020"/>
                </a:cubicBezTo>
                <a:lnTo>
                  <a:pt x="1224136" y="533020"/>
                </a:lnTo>
                <a:lnTo>
                  <a:pt x="1224136" y="1019537"/>
                </a:lnTo>
                <a:cubicBezTo>
                  <a:pt x="1187233" y="1046745"/>
                  <a:pt x="1142014" y="1065183"/>
                  <a:pt x="1098373" y="1045938"/>
                </a:cubicBezTo>
                <a:cubicBezTo>
                  <a:pt x="1063233" y="976306"/>
                  <a:pt x="990884" y="929063"/>
                  <a:pt x="907500" y="929063"/>
                </a:cubicBezTo>
                <a:cubicBezTo>
                  <a:pt x="788193" y="929063"/>
                  <a:pt x="691476" y="1025780"/>
                  <a:pt x="691476" y="1145087"/>
                </a:cubicBezTo>
                <a:cubicBezTo>
                  <a:pt x="691476" y="1204741"/>
                  <a:pt x="715655" y="1258747"/>
                  <a:pt x="754748" y="1297839"/>
                </a:cubicBezTo>
                <a:cubicBezTo>
                  <a:pt x="793841" y="1336932"/>
                  <a:pt x="847846" y="1361111"/>
                  <a:pt x="907500" y="1361111"/>
                </a:cubicBezTo>
                <a:cubicBezTo>
                  <a:pt x="988961" y="1361111"/>
                  <a:pt x="1059890" y="1316024"/>
                  <a:pt x="1095811" y="1248954"/>
                </a:cubicBezTo>
                <a:cubicBezTo>
                  <a:pt x="1141537" y="1226584"/>
                  <a:pt x="1182177" y="1242456"/>
                  <a:pt x="1224136" y="1270677"/>
                </a:cubicBezTo>
                <a:lnTo>
                  <a:pt x="1224136" y="1757156"/>
                </a:lnTo>
                <a:lnTo>
                  <a:pt x="737831" y="1757156"/>
                </a:lnTo>
                <a:cubicBezTo>
                  <a:pt x="709521" y="1799265"/>
                  <a:pt x="693508" y="1839998"/>
                  <a:pt x="715937" y="1885842"/>
                </a:cubicBezTo>
                <a:cubicBezTo>
                  <a:pt x="783005" y="1921764"/>
                  <a:pt x="828094" y="1992693"/>
                  <a:pt x="828094" y="2074153"/>
                </a:cubicBezTo>
                <a:cubicBezTo>
                  <a:pt x="828093" y="2133807"/>
                  <a:pt x="803915" y="2187813"/>
                  <a:pt x="764821" y="2226905"/>
                </a:cubicBezTo>
                <a:cubicBezTo>
                  <a:pt x="725728" y="2265998"/>
                  <a:pt x="671723" y="2290177"/>
                  <a:pt x="612070" y="2290177"/>
                </a:cubicBezTo>
                <a:cubicBezTo>
                  <a:pt x="492762" y="2290177"/>
                  <a:pt x="396045" y="2193460"/>
                  <a:pt x="396045" y="2074153"/>
                </a:cubicBezTo>
                <a:cubicBezTo>
                  <a:pt x="396045" y="1990769"/>
                  <a:pt x="443288" y="1918420"/>
                  <a:pt x="512921" y="1883281"/>
                </a:cubicBezTo>
                <a:cubicBezTo>
                  <a:pt x="532220" y="1839513"/>
                  <a:pt x="513619" y="1794157"/>
                  <a:pt x="486333" y="1757155"/>
                </a:cubicBezTo>
                <a:lnTo>
                  <a:pt x="1" y="1757156"/>
                </a:lnTo>
                <a:lnTo>
                  <a:pt x="1" y="1271298"/>
                </a:lnTo>
                <a:cubicBezTo>
                  <a:pt x="37251" y="1243817"/>
                  <a:pt x="82956" y="1224794"/>
                  <a:pt x="127049" y="1244238"/>
                </a:cubicBezTo>
                <a:cubicBezTo>
                  <a:pt x="162189" y="1313869"/>
                  <a:pt x="234538" y="1361113"/>
                  <a:pt x="317921" y="1361113"/>
                </a:cubicBezTo>
                <a:cubicBezTo>
                  <a:pt x="437228" y="1361113"/>
                  <a:pt x="533945" y="1264396"/>
                  <a:pt x="533945" y="1145089"/>
                </a:cubicBezTo>
                <a:cubicBezTo>
                  <a:pt x="533945" y="1085435"/>
                  <a:pt x="509766" y="1031429"/>
                  <a:pt x="470673" y="992337"/>
                </a:cubicBezTo>
                <a:cubicBezTo>
                  <a:pt x="431581" y="953244"/>
                  <a:pt x="377575" y="929065"/>
                  <a:pt x="317921" y="929065"/>
                </a:cubicBezTo>
                <a:cubicBezTo>
                  <a:pt x="236461" y="929065"/>
                  <a:pt x="165532" y="974153"/>
                  <a:pt x="129610" y="1041222"/>
                </a:cubicBezTo>
                <a:cubicBezTo>
                  <a:pt x="83461" y="1063799"/>
                  <a:pt x="42491" y="1047422"/>
                  <a:pt x="0" y="1018884"/>
                </a:cubicBezTo>
                <a:lnTo>
                  <a:pt x="0" y="533020"/>
                </a:lnTo>
                <a:lnTo>
                  <a:pt x="486307" y="533020"/>
                </a:lnTo>
                <a:cubicBezTo>
                  <a:pt x="514617" y="490912"/>
                  <a:pt x="530630" y="450179"/>
                  <a:pt x="508202" y="404335"/>
                </a:cubicBezTo>
                <a:cubicBezTo>
                  <a:pt x="441133" y="368413"/>
                  <a:pt x="396045" y="297484"/>
                  <a:pt x="396045" y="216024"/>
                </a:cubicBezTo>
                <a:cubicBezTo>
                  <a:pt x="396045" y="156370"/>
                  <a:pt x="420224" y="102364"/>
                  <a:pt x="459317" y="63272"/>
                </a:cubicBezTo>
                <a:cubicBezTo>
                  <a:pt x="498410" y="24179"/>
                  <a:pt x="552415" y="0"/>
                  <a:pt x="612069" y="0"/>
                </a:cubicBezTo>
                <a:cubicBezTo>
                  <a:pt x="671723" y="0"/>
                  <a:pt x="725728" y="24179"/>
                  <a:pt x="764821" y="63272"/>
                </a:cubicBezTo>
                <a:close/>
              </a:path>
            </a:pathLst>
          </a:cu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7" name="Rectangle 140"/>
          <p:cNvSpPr/>
          <p:nvPr/>
        </p:nvSpPr>
        <p:spPr>
          <a:xfrm rot="2700000">
            <a:off x="4574340" y="3540105"/>
            <a:ext cx="994611" cy="1860768"/>
          </a:xfrm>
          <a:custGeom>
            <a:avLst/>
            <a:gdLst/>
            <a:ahLst/>
            <a:cxnLst/>
            <a:rect l="l" t="t" r="r" b="b"/>
            <a:pathLst>
              <a:path w="1224136" h="2290176">
                <a:moveTo>
                  <a:pt x="459315" y="63272"/>
                </a:moveTo>
                <a:cubicBezTo>
                  <a:pt x="498408" y="24178"/>
                  <a:pt x="552413" y="-1"/>
                  <a:pt x="612067" y="0"/>
                </a:cubicBezTo>
                <a:cubicBezTo>
                  <a:pt x="731374" y="-1"/>
                  <a:pt x="828091" y="96717"/>
                  <a:pt x="828091" y="216024"/>
                </a:cubicBezTo>
                <a:cubicBezTo>
                  <a:pt x="828091" y="299408"/>
                  <a:pt x="780848" y="371756"/>
                  <a:pt x="711216" y="406896"/>
                </a:cubicBezTo>
                <a:cubicBezTo>
                  <a:pt x="691916" y="450663"/>
                  <a:pt x="710517" y="496019"/>
                  <a:pt x="737802" y="533019"/>
                </a:cubicBezTo>
                <a:lnTo>
                  <a:pt x="1224136" y="533019"/>
                </a:lnTo>
                <a:lnTo>
                  <a:pt x="1224136" y="1022319"/>
                </a:lnTo>
                <a:cubicBezTo>
                  <a:pt x="1188699" y="1048297"/>
                  <a:pt x="1145539" y="1064335"/>
                  <a:pt x="1103821" y="1045939"/>
                </a:cubicBezTo>
                <a:cubicBezTo>
                  <a:pt x="1068681" y="976307"/>
                  <a:pt x="996332" y="929064"/>
                  <a:pt x="912948" y="929064"/>
                </a:cubicBezTo>
                <a:cubicBezTo>
                  <a:pt x="793641" y="929064"/>
                  <a:pt x="696924" y="1025781"/>
                  <a:pt x="696924" y="1145088"/>
                </a:cubicBezTo>
                <a:cubicBezTo>
                  <a:pt x="696924" y="1204742"/>
                  <a:pt x="721103" y="1258747"/>
                  <a:pt x="760196" y="1297840"/>
                </a:cubicBezTo>
                <a:cubicBezTo>
                  <a:pt x="799288" y="1336933"/>
                  <a:pt x="853295" y="1361112"/>
                  <a:pt x="912948" y="1361112"/>
                </a:cubicBezTo>
                <a:cubicBezTo>
                  <a:pt x="994408" y="1361112"/>
                  <a:pt x="1065338" y="1316024"/>
                  <a:pt x="1101259" y="1248955"/>
                </a:cubicBezTo>
                <a:cubicBezTo>
                  <a:pt x="1145166" y="1227475"/>
                  <a:pt x="1184384" y="1241255"/>
                  <a:pt x="1224136" y="1268072"/>
                </a:cubicBezTo>
                <a:lnTo>
                  <a:pt x="1224136" y="1757155"/>
                </a:lnTo>
                <a:lnTo>
                  <a:pt x="737830" y="1757155"/>
                </a:lnTo>
                <a:cubicBezTo>
                  <a:pt x="709519" y="1799263"/>
                  <a:pt x="693506" y="1839996"/>
                  <a:pt x="715934" y="1885841"/>
                </a:cubicBezTo>
                <a:cubicBezTo>
                  <a:pt x="783003" y="1921763"/>
                  <a:pt x="828091" y="1992692"/>
                  <a:pt x="828091" y="2074152"/>
                </a:cubicBezTo>
                <a:cubicBezTo>
                  <a:pt x="828091" y="2133806"/>
                  <a:pt x="803912" y="2187812"/>
                  <a:pt x="764819" y="2226904"/>
                </a:cubicBezTo>
                <a:cubicBezTo>
                  <a:pt x="725726" y="2265997"/>
                  <a:pt x="671721" y="2290176"/>
                  <a:pt x="612067" y="2290176"/>
                </a:cubicBezTo>
                <a:cubicBezTo>
                  <a:pt x="492760" y="2290176"/>
                  <a:pt x="396043" y="2193459"/>
                  <a:pt x="396043" y="2074152"/>
                </a:cubicBezTo>
                <a:cubicBezTo>
                  <a:pt x="396043" y="1990768"/>
                  <a:pt x="443286" y="1918419"/>
                  <a:pt x="512918" y="1883280"/>
                </a:cubicBezTo>
                <a:cubicBezTo>
                  <a:pt x="532219" y="1839511"/>
                  <a:pt x="513617" y="1794156"/>
                  <a:pt x="486332" y="1757155"/>
                </a:cubicBezTo>
                <a:lnTo>
                  <a:pt x="0" y="1757155"/>
                </a:lnTo>
                <a:lnTo>
                  <a:pt x="0" y="1270658"/>
                </a:lnTo>
                <a:cubicBezTo>
                  <a:pt x="36913" y="1243440"/>
                  <a:pt x="82146" y="1224987"/>
                  <a:pt x="125800" y="1244235"/>
                </a:cubicBezTo>
                <a:cubicBezTo>
                  <a:pt x="160938" y="1313868"/>
                  <a:pt x="233287" y="1361111"/>
                  <a:pt x="316671" y="1361111"/>
                </a:cubicBezTo>
                <a:cubicBezTo>
                  <a:pt x="435979" y="1361111"/>
                  <a:pt x="532696" y="1264394"/>
                  <a:pt x="532695" y="1145087"/>
                </a:cubicBezTo>
                <a:cubicBezTo>
                  <a:pt x="532696" y="1085433"/>
                  <a:pt x="508516" y="1031428"/>
                  <a:pt x="469423" y="992335"/>
                </a:cubicBezTo>
                <a:cubicBezTo>
                  <a:pt x="430331" y="953241"/>
                  <a:pt x="376325" y="929063"/>
                  <a:pt x="316671" y="929063"/>
                </a:cubicBezTo>
                <a:cubicBezTo>
                  <a:pt x="235212" y="929062"/>
                  <a:pt x="164282" y="974151"/>
                  <a:pt x="128360" y="1041219"/>
                </a:cubicBezTo>
                <a:cubicBezTo>
                  <a:pt x="82624" y="1063596"/>
                  <a:pt x="41974" y="1047710"/>
                  <a:pt x="0" y="1019480"/>
                </a:cubicBezTo>
                <a:lnTo>
                  <a:pt x="0" y="533019"/>
                </a:lnTo>
                <a:lnTo>
                  <a:pt x="486306" y="533019"/>
                </a:lnTo>
                <a:cubicBezTo>
                  <a:pt x="514616" y="490911"/>
                  <a:pt x="530629" y="450179"/>
                  <a:pt x="508200" y="404335"/>
                </a:cubicBezTo>
                <a:cubicBezTo>
                  <a:pt x="441131" y="368413"/>
                  <a:pt x="396043" y="297484"/>
                  <a:pt x="396043" y="216024"/>
                </a:cubicBezTo>
                <a:cubicBezTo>
                  <a:pt x="396043" y="156370"/>
                  <a:pt x="420223" y="102364"/>
                  <a:pt x="459315" y="63272"/>
                </a:cubicBezTo>
                <a:close/>
              </a:path>
            </a:pathLst>
          </a:cu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8" name="Rectangle 37"/>
          <p:cNvSpPr/>
          <p:nvPr/>
        </p:nvSpPr>
        <p:spPr>
          <a:xfrm>
            <a:off x="7065834" y="2077725"/>
            <a:ext cx="1305252" cy="500393"/>
          </a:xfrm>
          <a:prstGeom prst="rect">
            <a:avLst/>
          </a:prstGeom>
        </p:spPr>
        <p:txBody>
          <a:bodyPr wrap="square" lIns="0" tIns="0" rIns="0" bIns="0">
            <a:spAutoFit/>
          </a:bodyPr>
          <a:lstStyle/>
          <a:p>
            <a:r>
              <a:rPr lang="en-US" sz="800" b="1" dirty="0" err="1">
                <a:solidFill>
                  <a:schemeClr val="accent3"/>
                </a:solidFill>
                <a:latin typeface="Aptos" panose="020B0004020202020204" pitchFamily="34" charset="0"/>
              </a:rPr>
              <a:t>Lorem</a:t>
            </a:r>
            <a:r>
              <a:rPr lang="en-US" sz="800" b="1" dirty="0">
                <a:solidFill>
                  <a:schemeClr val="accent3"/>
                </a:solidFill>
                <a:latin typeface="Aptos" panose="020B0004020202020204" pitchFamily="34" charset="0"/>
              </a:rPr>
              <a:t> </a:t>
            </a:r>
            <a:r>
              <a:rPr lang="en-US" sz="800" b="1" dirty="0" err="1">
                <a:solidFill>
                  <a:schemeClr val="accent3"/>
                </a:solidFill>
                <a:latin typeface="Aptos" panose="020B0004020202020204" pitchFamily="34" charset="0"/>
              </a:rPr>
              <a:t>ipsum</a:t>
            </a:r>
            <a:r>
              <a:rPr lang="en-US" sz="800" b="1" dirty="0">
                <a:solidFill>
                  <a:schemeClr val="accent3"/>
                </a:solidFill>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this is dummy text it is not here to be read. </a:t>
            </a:r>
          </a:p>
        </p:txBody>
      </p:sp>
      <p:sp>
        <p:nvSpPr>
          <p:cNvPr id="39" name="Rectangle 38"/>
          <p:cNvSpPr/>
          <p:nvPr/>
        </p:nvSpPr>
        <p:spPr>
          <a:xfrm>
            <a:off x="7065834" y="4927264"/>
            <a:ext cx="1305252" cy="500393"/>
          </a:xfrm>
          <a:prstGeom prst="rect">
            <a:avLst/>
          </a:prstGeom>
        </p:spPr>
        <p:txBody>
          <a:bodyPr wrap="square" lIns="0" tIns="0" rIns="0" bIns="0">
            <a:spAutoFit/>
          </a:bodyPr>
          <a:lstStyle/>
          <a:p>
            <a:r>
              <a:rPr lang="en-US" sz="800" b="1" dirty="0" err="1">
                <a:solidFill>
                  <a:schemeClr val="accent4"/>
                </a:solidFill>
                <a:latin typeface="Aptos" panose="020B0004020202020204" pitchFamily="34" charset="0"/>
              </a:rPr>
              <a:t>Lorem</a:t>
            </a:r>
            <a:r>
              <a:rPr lang="en-US" sz="800" b="1" dirty="0">
                <a:solidFill>
                  <a:schemeClr val="accent4"/>
                </a:solidFill>
                <a:latin typeface="Aptos" panose="020B0004020202020204" pitchFamily="34" charset="0"/>
              </a:rPr>
              <a:t> </a:t>
            </a:r>
            <a:r>
              <a:rPr lang="en-US" sz="800" b="1" dirty="0" err="1">
                <a:solidFill>
                  <a:schemeClr val="accent4"/>
                </a:solidFill>
                <a:latin typeface="Aptos" panose="020B0004020202020204" pitchFamily="34" charset="0"/>
              </a:rPr>
              <a:t>ipsum</a:t>
            </a:r>
            <a:r>
              <a:rPr lang="en-US" sz="800" b="1" dirty="0">
                <a:solidFill>
                  <a:schemeClr val="accent4"/>
                </a:solidFill>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this is dummy text it is not here to be read.</a:t>
            </a:r>
          </a:p>
        </p:txBody>
      </p:sp>
      <p:sp>
        <p:nvSpPr>
          <p:cNvPr id="40" name="Rectangle 39"/>
          <p:cNvSpPr/>
          <p:nvPr/>
        </p:nvSpPr>
        <p:spPr>
          <a:xfrm>
            <a:off x="1529475" y="2077725"/>
            <a:ext cx="1305252" cy="500393"/>
          </a:xfrm>
          <a:prstGeom prst="rect">
            <a:avLst/>
          </a:prstGeom>
        </p:spPr>
        <p:txBody>
          <a:bodyPr wrap="square" lIns="0" tIns="0" rIns="0" bIns="0">
            <a:spAutoFit/>
          </a:bodyPr>
          <a:lstStyle/>
          <a:p>
            <a:pPr algn="r"/>
            <a:r>
              <a:rPr lang="en-US" sz="800" b="1" dirty="0" err="1">
                <a:solidFill>
                  <a:schemeClr val="accent2"/>
                </a:solidFill>
                <a:latin typeface="Aptos" panose="020B0004020202020204" pitchFamily="34" charset="0"/>
              </a:rPr>
              <a:t>Lorem</a:t>
            </a:r>
            <a:r>
              <a:rPr lang="en-US" sz="800" b="1" dirty="0">
                <a:solidFill>
                  <a:schemeClr val="accent2"/>
                </a:solidFill>
                <a:latin typeface="Aptos" panose="020B0004020202020204" pitchFamily="34" charset="0"/>
              </a:rPr>
              <a:t> </a:t>
            </a:r>
            <a:r>
              <a:rPr lang="en-US" sz="800" b="1" dirty="0" err="1">
                <a:solidFill>
                  <a:schemeClr val="accent2"/>
                </a:solidFill>
                <a:latin typeface="Aptos" panose="020B0004020202020204" pitchFamily="34" charset="0"/>
              </a:rPr>
              <a:t>ipsum</a:t>
            </a:r>
            <a:r>
              <a:rPr lang="en-US" sz="800" b="1" dirty="0">
                <a:solidFill>
                  <a:schemeClr val="accent2"/>
                </a:solidFill>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this is dummy text it is not here to be read. </a:t>
            </a:r>
          </a:p>
        </p:txBody>
      </p:sp>
      <p:sp>
        <p:nvSpPr>
          <p:cNvPr id="41" name="Rectangle 40"/>
          <p:cNvSpPr/>
          <p:nvPr/>
        </p:nvSpPr>
        <p:spPr>
          <a:xfrm>
            <a:off x="1529475" y="4996915"/>
            <a:ext cx="1305252" cy="500393"/>
          </a:xfrm>
          <a:prstGeom prst="rect">
            <a:avLst/>
          </a:prstGeom>
        </p:spPr>
        <p:txBody>
          <a:bodyPr wrap="square" lIns="0" tIns="0" rIns="0" bIns="0">
            <a:spAutoFit/>
          </a:bodyPr>
          <a:lstStyle/>
          <a:p>
            <a:pPr algn="r"/>
            <a:r>
              <a:rPr lang="en-US" sz="800" b="1" dirty="0" err="1">
                <a:solidFill>
                  <a:schemeClr val="accent5"/>
                </a:solidFill>
                <a:latin typeface="Aptos" panose="020B0004020202020204" pitchFamily="34" charset="0"/>
              </a:rPr>
              <a:t>Lorem</a:t>
            </a:r>
            <a:r>
              <a:rPr lang="en-US" sz="800" b="1" dirty="0">
                <a:solidFill>
                  <a:schemeClr val="accent5"/>
                </a:solidFill>
                <a:latin typeface="Aptos" panose="020B0004020202020204" pitchFamily="34" charset="0"/>
              </a:rPr>
              <a:t> </a:t>
            </a:r>
            <a:r>
              <a:rPr lang="en-US" sz="800" b="1" dirty="0" err="1">
                <a:solidFill>
                  <a:schemeClr val="accent5"/>
                </a:solidFill>
                <a:latin typeface="Aptos" panose="020B0004020202020204" pitchFamily="34" charset="0"/>
              </a:rPr>
              <a:t>ipsum</a:t>
            </a:r>
            <a:r>
              <a:rPr lang="en-US" sz="800" b="1" dirty="0">
                <a:solidFill>
                  <a:schemeClr val="accent5"/>
                </a:solidFill>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this is dummy text it is not here to be read. </a:t>
            </a:r>
          </a:p>
        </p:txBody>
      </p:sp>
      <p:sp>
        <p:nvSpPr>
          <p:cNvPr id="42" name="Freeform 41"/>
          <p:cNvSpPr/>
          <p:nvPr/>
        </p:nvSpPr>
        <p:spPr bwMode="gray">
          <a:xfrm flipH="1">
            <a:off x="5231606" y="2150906"/>
            <a:ext cx="1733550" cy="377726"/>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43" name="Freeform 42"/>
          <p:cNvSpPr/>
          <p:nvPr/>
        </p:nvSpPr>
        <p:spPr bwMode="gray">
          <a:xfrm>
            <a:off x="2922764" y="2150907"/>
            <a:ext cx="1279934" cy="1084029"/>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44" name="Freeform 43"/>
          <p:cNvSpPr/>
          <p:nvPr/>
        </p:nvSpPr>
        <p:spPr bwMode="gray">
          <a:xfrm rot="10800000">
            <a:off x="5951341" y="4287725"/>
            <a:ext cx="1013817" cy="704563"/>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45" name="Freeform 44"/>
          <p:cNvSpPr/>
          <p:nvPr/>
        </p:nvSpPr>
        <p:spPr bwMode="gray">
          <a:xfrm rot="16200000">
            <a:off x="3387480" y="3909527"/>
            <a:ext cx="429756" cy="1715134"/>
          </a:xfrm>
          <a:custGeom>
            <a:avLst/>
            <a:gdLst>
              <a:gd name="connsiteX0" fmla="*/ 1575303 w 1575303"/>
              <a:gd name="connsiteY0" fmla="*/ 1403288 h 1403288"/>
              <a:gd name="connsiteX1" fmla="*/ 1575303 w 1575303"/>
              <a:gd name="connsiteY1" fmla="*/ 0 h 1403288"/>
              <a:gd name="connsiteX2" fmla="*/ 0 w 1575303"/>
              <a:gd name="connsiteY2" fmla="*/ 0 h 1403288"/>
            </a:gdLst>
            <a:ahLst/>
            <a:cxnLst>
              <a:cxn ang="0">
                <a:pos x="connsiteX0" y="connsiteY0"/>
              </a:cxn>
              <a:cxn ang="0">
                <a:pos x="connsiteX1" y="connsiteY1"/>
              </a:cxn>
              <a:cxn ang="0">
                <a:pos x="connsiteX2" y="connsiteY2"/>
              </a:cxn>
            </a:cxnLst>
            <a:rect l="l" t="t" r="r" b="b"/>
            <a:pathLst>
              <a:path w="1575303" h="1403288">
                <a:moveTo>
                  <a:pt x="1575303" y="1403288"/>
                </a:moveTo>
                <a:lnTo>
                  <a:pt x="1575303" y="0"/>
                </a:lnTo>
                <a:lnTo>
                  <a:pt x="0" y="0"/>
                </a:lnTo>
              </a:path>
            </a:pathLst>
          </a:custGeom>
          <a:noFill/>
          <a:ln w="9525" algn="ctr">
            <a:solidFill>
              <a:srgbClr val="BBBCBC"/>
            </a:solidFill>
            <a:miter lim="800000"/>
            <a:headEnd/>
            <a:tailEnd/>
          </a:ln>
        </p:spPr>
        <p:txBody>
          <a:bodyPr rtlCol="0" anchor="ctr"/>
          <a:lstStyle/>
          <a:p>
            <a:pPr algn="ctr"/>
            <a:endParaRPr lang="en-US" sz="800">
              <a:solidFill>
                <a:schemeClr val="accent6"/>
              </a:solidFill>
              <a:latin typeface="Aptos" panose="020B0004020202020204" pitchFamily="34" charset="0"/>
            </a:endParaRPr>
          </a:p>
        </p:txBody>
      </p:sp>
      <p:sp>
        <p:nvSpPr>
          <p:cNvPr id="49" name="Freeform 16"/>
          <p:cNvSpPr>
            <a:spLocks noChangeAspect="1"/>
          </p:cNvSpPr>
          <p:nvPr/>
        </p:nvSpPr>
        <p:spPr bwMode="auto">
          <a:xfrm rot="18900000">
            <a:off x="3011445" y="2297396"/>
            <a:ext cx="355627" cy="353230"/>
          </a:xfrm>
          <a:custGeom>
            <a:avLst/>
            <a:gdLst>
              <a:gd name="T0" fmla="*/ 212 w 212"/>
              <a:gd name="T1" fmla="*/ 105 h 210"/>
              <a:gd name="T2" fmla="*/ 212 w 212"/>
              <a:gd name="T3" fmla="*/ 105 h 210"/>
              <a:gd name="T4" fmla="*/ 212 w 212"/>
              <a:gd name="T5" fmla="*/ 105 h 210"/>
              <a:gd name="T6" fmla="*/ 212 w 212"/>
              <a:gd name="T7" fmla="*/ 105 h 210"/>
              <a:gd name="T8" fmla="*/ 198 w 212"/>
              <a:gd name="T9" fmla="*/ 97 h 210"/>
              <a:gd name="T10" fmla="*/ 153 w 212"/>
              <a:gd name="T11" fmla="*/ 93 h 210"/>
              <a:gd name="T12" fmla="*/ 140 w 212"/>
              <a:gd name="T13" fmla="*/ 77 h 210"/>
              <a:gd name="T14" fmla="*/ 146 w 212"/>
              <a:gd name="T15" fmla="*/ 70 h 210"/>
              <a:gd name="T16" fmla="*/ 140 w 212"/>
              <a:gd name="T17" fmla="*/ 64 h 210"/>
              <a:gd name="T18" fmla="*/ 139 w 212"/>
              <a:gd name="T19" fmla="*/ 64 h 210"/>
              <a:gd name="T20" fmla="*/ 139 w 212"/>
              <a:gd name="T21" fmla="*/ 64 h 210"/>
              <a:gd name="T22" fmla="*/ 131 w 212"/>
              <a:gd name="T23" fmla="*/ 64 h 210"/>
              <a:gd name="T24" fmla="*/ 117 w 212"/>
              <a:gd name="T25" fmla="*/ 45 h 210"/>
              <a:gd name="T26" fmla="*/ 117 w 212"/>
              <a:gd name="T27" fmla="*/ 45 h 210"/>
              <a:gd name="T28" fmla="*/ 123 w 212"/>
              <a:gd name="T29" fmla="*/ 39 h 210"/>
              <a:gd name="T30" fmla="*/ 118 w 212"/>
              <a:gd name="T31" fmla="*/ 33 h 210"/>
              <a:gd name="T32" fmla="*/ 118 w 212"/>
              <a:gd name="T33" fmla="*/ 33 h 210"/>
              <a:gd name="T34" fmla="*/ 108 w 212"/>
              <a:gd name="T35" fmla="*/ 33 h 210"/>
              <a:gd name="T36" fmla="*/ 101 w 212"/>
              <a:gd name="T37" fmla="*/ 24 h 210"/>
              <a:gd name="T38" fmla="*/ 89 w 212"/>
              <a:gd name="T39" fmla="*/ 7 h 210"/>
              <a:gd name="T40" fmla="*/ 77 w 212"/>
              <a:gd name="T41" fmla="*/ 0 h 210"/>
              <a:gd name="T42" fmla="*/ 67 w 212"/>
              <a:gd name="T43" fmla="*/ 0 h 210"/>
              <a:gd name="T44" fmla="*/ 86 w 212"/>
              <a:gd name="T45" fmla="*/ 45 h 210"/>
              <a:gd name="T46" fmla="*/ 94 w 212"/>
              <a:gd name="T47" fmla="*/ 64 h 210"/>
              <a:gd name="T48" fmla="*/ 98 w 212"/>
              <a:gd name="T49" fmla="*/ 85 h 210"/>
              <a:gd name="T50" fmla="*/ 80 w 212"/>
              <a:gd name="T51" fmla="*/ 95 h 210"/>
              <a:gd name="T52" fmla="*/ 36 w 212"/>
              <a:gd name="T53" fmla="*/ 97 h 210"/>
              <a:gd name="T54" fmla="*/ 14 w 212"/>
              <a:gd name="T55" fmla="*/ 69 h 210"/>
              <a:gd name="T56" fmla="*/ 0 w 212"/>
              <a:gd name="T57" fmla="*/ 67 h 210"/>
              <a:gd name="T58" fmla="*/ 9 w 212"/>
              <a:gd name="T59" fmla="*/ 101 h 210"/>
              <a:gd name="T60" fmla="*/ 8 w 212"/>
              <a:gd name="T61" fmla="*/ 101 h 210"/>
              <a:gd name="T62" fmla="*/ 4 w 212"/>
              <a:gd name="T63" fmla="*/ 105 h 210"/>
              <a:gd name="T64" fmla="*/ 8 w 212"/>
              <a:gd name="T65" fmla="*/ 110 h 210"/>
              <a:gd name="T66" fmla="*/ 9 w 212"/>
              <a:gd name="T67" fmla="*/ 110 h 210"/>
              <a:gd name="T68" fmla="*/ 0 w 212"/>
              <a:gd name="T69" fmla="*/ 143 h 210"/>
              <a:gd name="T70" fmla="*/ 14 w 212"/>
              <a:gd name="T71" fmla="*/ 141 h 210"/>
              <a:gd name="T72" fmla="*/ 36 w 212"/>
              <a:gd name="T73" fmla="*/ 112 h 210"/>
              <a:gd name="T74" fmla="*/ 80 w 212"/>
              <a:gd name="T75" fmla="*/ 114 h 210"/>
              <a:gd name="T76" fmla="*/ 98 w 212"/>
              <a:gd name="T77" fmla="*/ 124 h 210"/>
              <a:gd name="T78" fmla="*/ 94 w 212"/>
              <a:gd name="T79" fmla="*/ 145 h 210"/>
              <a:gd name="T80" fmla="*/ 86 w 212"/>
              <a:gd name="T81" fmla="*/ 165 h 210"/>
              <a:gd name="T82" fmla="*/ 67 w 212"/>
              <a:gd name="T83" fmla="*/ 210 h 210"/>
              <a:gd name="T84" fmla="*/ 77 w 212"/>
              <a:gd name="T85" fmla="*/ 210 h 210"/>
              <a:gd name="T86" fmla="*/ 89 w 212"/>
              <a:gd name="T87" fmla="*/ 202 h 210"/>
              <a:gd name="T88" fmla="*/ 101 w 212"/>
              <a:gd name="T89" fmla="*/ 186 h 210"/>
              <a:gd name="T90" fmla="*/ 108 w 212"/>
              <a:gd name="T91" fmla="*/ 177 h 210"/>
              <a:gd name="T92" fmla="*/ 118 w 212"/>
              <a:gd name="T93" fmla="*/ 177 h 210"/>
              <a:gd name="T94" fmla="*/ 118 w 212"/>
              <a:gd name="T95" fmla="*/ 177 h 210"/>
              <a:gd name="T96" fmla="*/ 123 w 212"/>
              <a:gd name="T97" fmla="*/ 171 h 210"/>
              <a:gd name="T98" fmla="*/ 117 w 212"/>
              <a:gd name="T99" fmla="*/ 165 h 210"/>
              <a:gd name="T100" fmla="*/ 117 w 212"/>
              <a:gd name="T101" fmla="*/ 165 h 210"/>
              <a:gd name="T102" fmla="*/ 131 w 212"/>
              <a:gd name="T103" fmla="*/ 145 h 210"/>
              <a:gd name="T104" fmla="*/ 141 w 212"/>
              <a:gd name="T105" fmla="*/ 145 h 210"/>
              <a:gd name="T106" fmla="*/ 141 w 212"/>
              <a:gd name="T107" fmla="*/ 145 h 210"/>
              <a:gd name="T108" fmla="*/ 146 w 212"/>
              <a:gd name="T109" fmla="*/ 139 h 210"/>
              <a:gd name="T110" fmla="*/ 140 w 212"/>
              <a:gd name="T111" fmla="*/ 133 h 210"/>
              <a:gd name="T112" fmla="*/ 153 w 212"/>
              <a:gd name="T113" fmla="*/ 116 h 210"/>
              <a:gd name="T114" fmla="*/ 198 w 212"/>
              <a:gd name="T115" fmla="*/ 112 h 210"/>
              <a:gd name="T116" fmla="*/ 212 w 212"/>
              <a:gd name="T11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2" h="210">
                <a:moveTo>
                  <a:pt x="212" y="105"/>
                </a:moveTo>
                <a:cubicBezTo>
                  <a:pt x="212" y="105"/>
                  <a:pt x="212" y="105"/>
                  <a:pt x="212" y="105"/>
                </a:cubicBezTo>
                <a:cubicBezTo>
                  <a:pt x="212" y="105"/>
                  <a:pt x="212" y="105"/>
                  <a:pt x="212" y="105"/>
                </a:cubicBezTo>
                <a:cubicBezTo>
                  <a:pt x="212" y="105"/>
                  <a:pt x="212" y="105"/>
                  <a:pt x="212" y="105"/>
                </a:cubicBezTo>
                <a:cubicBezTo>
                  <a:pt x="212" y="102"/>
                  <a:pt x="207" y="99"/>
                  <a:pt x="198" y="97"/>
                </a:cubicBezTo>
                <a:cubicBezTo>
                  <a:pt x="189" y="95"/>
                  <a:pt x="174" y="94"/>
                  <a:pt x="153" y="93"/>
                </a:cubicBezTo>
                <a:cubicBezTo>
                  <a:pt x="149" y="89"/>
                  <a:pt x="145" y="83"/>
                  <a:pt x="140" y="77"/>
                </a:cubicBezTo>
                <a:cubicBezTo>
                  <a:pt x="143" y="76"/>
                  <a:pt x="146" y="74"/>
                  <a:pt x="146" y="70"/>
                </a:cubicBezTo>
                <a:cubicBezTo>
                  <a:pt x="146" y="67"/>
                  <a:pt x="143" y="64"/>
                  <a:pt x="140" y="64"/>
                </a:cubicBezTo>
                <a:cubicBezTo>
                  <a:pt x="140" y="64"/>
                  <a:pt x="139" y="64"/>
                  <a:pt x="139" y="64"/>
                </a:cubicBezTo>
                <a:cubicBezTo>
                  <a:pt x="139" y="64"/>
                  <a:pt x="139" y="64"/>
                  <a:pt x="139" y="64"/>
                </a:cubicBezTo>
                <a:cubicBezTo>
                  <a:pt x="131" y="64"/>
                  <a:pt x="131" y="64"/>
                  <a:pt x="131" y="64"/>
                </a:cubicBezTo>
                <a:cubicBezTo>
                  <a:pt x="117" y="45"/>
                  <a:pt x="117" y="45"/>
                  <a:pt x="117" y="45"/>
                </a:cubicBezTo>
                <a:cubicBezTo>
                  <a:pt x="117" y="45"/>
                  <a:pt x="117" y="45"/>
                  <a:pt x="117" y="45"/>
                </a:cubicBezTo>
                <a:cubicBezTo>
                  <a:pt x="121" y="45"/>
                  <a:pt x="123" y="42"/>
                  <a:pt x="123" y="39"/>
                </a:cubicBezTo>
                <a:cubicBezTo>
                  <a:pt x="123" y="36"/>
                  <a:pt x="121" y="33"/>
                  <a:pt x="118" y="33"/>
                </a:cubicBezTo>
                <a:cubicBezTo>
                  <a:pt x="118" y="33"/>
                  <a:pt x="118" y="33"/>
                  <a:pt x="118" y="33"/>
                </a:cubicBezTo>
                <a:cubicBezTo>
                  <a:pt x="108" y="33"/>
                  <a:pt x="108" y="33"/>
                  <a:pt x="108" y="33"/>
                </a:cubicBezTo>
                <a:cubicBezTo>
                  <a:pt x="101" y="24"/>
                  <a:pt x="101" y="24"/>
                  <a:pt x="101" y="24"/>
                </a:cubicBezTo>
                <a:cubicBezTo>
                  <a:pt x="97" y="18"/>
                  <a:pt x="93" y="13"/>
                  <a:pt x="89" y="7"/>
                </a:cubicBezTo>
                <a:cubicBezTo>
                  <a:pt x="85" y="2"/>
                  <a:pt x="81" y="0"/>
                  <a:pt x="77" y="0"/>
                </a:cubicBezTo>
                <a:cubicBezTo>
                  <a:pt x="67" y="0"/>
                  <a:pt x="67" y="0"/>
                  <a:pt x="67" y="0"/>
                </a:cubicBezTo>
                <a:cubicBezTo>
                  <a:pt x="72" y="13"/>
                  <a:pt x="79" y="28"/>
                  <a:pt x="86" y="45"/>
                </a:cubicBezTo>
                <a:cubicBezTo>
                  <a:pt x="88" y="51"/>
                  <a:pt x="91" y="58"/>
                  <a:pt x="94" y="64"/>
                </a:cubicBezTo>
                <a:cubicBezTo>
                  <a:pt x="97" y="73"/>
                  <a:pt x="98" y="80"/>
                  <a:pt x="98" y="85"/>
                </a:cubicBezTo>
                <a:cubicBezTo>
                  <a:pt x="98" y="92"/>
                  <a:pt x="92" y="95"/>
                  <a:pt x="80" y="95"/>
                </a:cubicBezTo>
                <a:cubicBezTo>
                  <a:pt x="36" y="97"/>
                  <a:pt x="36" y="97"/>
                  <a:pt x="36" y="97"/>
                </a:cubicBezTo>
                <a:cubicBezTo>
                  <a:pt x="14" y="69"/>
                  <a:pt x="14" y="69"/>
                  <a:pt x="14" y="69"/>
                </a:cubicBezTo>
                <a:cubicBezTo>
                  <a:pt x="12" y="69"/>
                  <a:pt x="8" y="68"/>
                  <a:pt x="0" y="67"/>
                </a:cubicBezTo>
                <a:cubicBezTo>
                  <a:pt x="9" y="101"/>
                  <a:pt x="9" y="101"/>
                  <a:pt x="9" y="101"/>
                </a:cubicBezTo>
                <a:cubicBezTo>
                  <a:pt x="9" y="101"/>
                  <a:pt x="8" y="101"/>
                  <a:pt x="8" y="101"/>
                </a:cubicBezTo>
                <a:cubicBezTo>
                  <a:pt x="6" y="101"/>
                  <a:pt x="4" y="103"/>
                  <a:pt x="4" y="105"/>
                </a:cubicBezTo>
                <a:cubicBezTo>
                  <a:pt x="4" y="108"/>
                  <a:pt x="6" y="110"/>
                  <a:pt x="8" y="110"/>
                </a:cubicBezTo>
                <a:cubicBezTo>
                  <a:pt x="8" y="110"/>
                  <a:pt x="8" y="110"/>
                  <a:pt x="9" y="110"/>
                </a:cubicBezTo>
                <a:cubicBezTo>
                  <a:pt x="0" y="143"/>
                  <a:pt x="0" y="143"/>
                  <a:pt x="0" y="143"/>
                </a:cubicBezTo>
                <a:cubicBezTo>
                  <a:pt x="8" y="142"/>
                  <a:pt x="12" y="141"/>
                  <a:pt x="14" y="141"/>
                </a:cubicBezTo>
                <a:cubicBezTo>
                  <a:pt x="36" y="112"/>
                  <a:pt x="36" y="112"/>
                  <a:pt x="36" y="112"/>
                </a:cubicBezTo>
                <a:cubicBezTo>
                  <a:pt x="80" y="114"/>
                  <a:pt x="80" y="114"/>
                  <a:pt x="80" y="114"/>
                </a:cubicBezTo>
                <a:cubicBezTo>
                  <a:pt x="92" y="114"/>
                  <a:pt x="98" y="118"/>
                  <a:pt x="98" y="124"/>
                </a:cubicBezTo>
                <a:cubicBezTo>
                  <a:pt x="98" y="130"/>
                  <a:pt x="97" y="137"/>
                  <a:pt x="94" y="145"/>
                </a:cubicBezTo>
                <a:cubicBezTo>
                  <a:pt x="91" y="152"/>
                  <a:pt x="88" y="158"/>
                  <a:pt x="86" y="165"/>
                </a:cubicBezTo>
                <a:cubicBezTo>
                  <a:pt x="79" y="182"/>
                  <a:pt x="72" y="197"/>
                  <a:pt x="67" y="210"/>
                </a:cubicBezTo>
                <a:cubicBezTo>
                  <a:pt x="77" y="210"/>
                  <a:pt x="77" y="210"/>
                  <a:pt x="77" y="210"/>
                </a:cubicBezTo>
                <a:cubicBezTo>
                  <a:pt x="81" y="210"/>
                  <a:pt x="85" y="207"/>
                  <a:pt x="89" y="202"/>
                </a:cubicBezTo>
                <a:cubicBezTo>
                  <a:pt x="93" y="197"/>
                  <a:pt x="97" y="192"/>
                  <a:pt x="101" y="186"/>
                </a:cubicBezTo>
                <a:cubicBezTo>
                  <a:pt x="108" y="177"/>
                  <a:pt x="108" y="177"/>
                  <a:pt x="108" y="177"/>
                </a:cubicBezTo>
                <a:cubicBezTo>
                  <a:pt x="118" y="177"/>
                  <a:pt x="118" y="177"/>
                  <a:pt x="118" y="177"/>
                </a:cubicBezTo>
                <a:cubicBezTo>
                  <a:pt x="118" y="177"/>
                  <a:pt x="118" y="177"/>
                  <a:pt x="118" y="177"/>
                </a:cubicBezTo>
                <a:cubicBezTo>
                  <a:pt x="121" y="177"/>
                  <a:pt x="123" y="174"/>
                  <a:pt x="123" y="171"/>
                </a:cubicBezTo>
                <a:cubicBezTo>
                  <a:pt x="123" y="167"/>
                  <a:pt x="121" y="165"/>
                  <a:pt x="117" y="165"/>
                </a:cubicBezTo>
                <a:cubicBezTo>
                  <a:pt x="117" y="165"/>
                  <a:pt x="117" y="165"/>
                  <a:pt x="117" y="165"/>
                </a:cubicBezTo>
                <a:cubicBezTo>
                  <a:pt x="131" y="145"/>
                  <a:pt x="131" y="145"/>
                  <a:pt x="131" y="145"/>
                </a:cubicBezTo>
                <a:cubicBezTo>
                  <a:pt x="141" y="145"/>
                  <a:pt x="141" y="145"/>
                  <a:pt x="141" y="145"/>
                </a:cubicBezTo>
                <a:cubicBezTo>
                  <a:pt x="141" y="145"/>
                  <a:pt x="141" y="145"/>
                  <a:pt x="141" y="145"/>
                </a:cubicBezTo>
                <a:cubicBezTo>
                  <a:pt x="144" y="145"/>
                  <a:pt x="146" y="142"/>
                  <a:pt x="146" y="139"/>
                </a:cubicBezTo>
                <a:cubicBezTo>
                  <a:pt x="146" y="136"/>
                  <a:pt x="143" y="133"/>
                  <a:pt x="140" y="133"/>
                </a:cubicBezTo>
                <a:cubicBezTo>
                  <a:pt x="145" y="127"/>
                  <a:pt x="149" y="121"/>
                  <a:pt x="153" y="116"/>
                </a:cubicBezTo>
                <a:cubicBezTo>
                  <a:pt x="174" y="116"/>
                  <a:pt x="189" y="115"/>
                  <a:pt x="198" y="112"/>
                </a:cubicBezTo>
                <a:cubicBezTo>
                  <a:pt x="207" y="110"/>
                  <a:pt x="212" y="108"/>
                  <a:pt x="212" y="105"/>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51" name="Freeform 31"/>
          <p:cNvSpPr>
            <a:spLocks noChangeAspect="1" noEditPoints="1"/>
          </p:cNvSpPr>
          <p:nvPr/>
        </p:nvSpPr>
        <p:spPr bwMode="auto">
          <a:xfrm>
            <a:off x="6580423" y="2332700"/>
            <a:ext cx="249402" cy="321376"/>
          </a:xfrm>
          <a:custGeom>
            <a:avLst/>
            <a:gdLst>
              <a:gd name="T0" fmla="*/ 12 w 140"/>
              <a:gd name="T1" fmla="*/ 35 h 180"/>
              <a:gd name="T2" fmla="*/ 35 w 140"/>
              <a:gd name="T3" fmla="*/ 12 h 180"/>
              <a:gd name="T4" fmla="*/ 34 w 140"/>
              <a:gd name="T5" fmla="*/ 5 h 180"/>
              <a:gd name="T6" fmla="*/ 32 w 140"/>
              <a:gd name="T7" fmla="*/ 2 h 180"/>
              <a:gd name="T8" fmla="*/ 25 w 140"/>
              <a:gd name="T9" fmla="*/ 2 h 180"/>
              <a:gd name="T10" fmla="*/ 2 w 140"/>
              <a:gd name="T11" fmla="*/ 26 h 180"/>
              <a:gd name="T12" fmla="*/ 2 w 140"/>
              <a:gd name="T13" fmla="*/ 33 h 180"/>
              <a:gd name="T14" fmla="*/ 5 w 140"/>
              <a:gd name="T15" fmla="*/ 35 h 180"/>
              <a:gd name="T16" fmla="*/ 12 w 140"/>
              <a:gd name="T17" fmla="*/ 35 h 180"/>
              <a:gd name="T18" fmla="*/ 134 w 140"/>
              <a:gd name="T19" fmla="*/ 1 h 180"/>
              <a:gd name="T20" fmla="*/ 62 w 140"/>
              <a:gd name="T21" fmla="*/ 1 h 180"/>
              <a:gd name="T22" fmla="*/ 51 w 140"/>
              <a:gd name="T23" fmla="*/ 5 h 180"/>
              <a:gd name="T24" fmla="*/ 11 w 140"/>
              <a:gd name="T25" fmla="*/ 47 h 180"/>
              <a:gd name="T26" fmla="*/ 6 w 140"/>
              <a:gd name="T27" fmla="*/ 58 h 180"/>
              <a:gd name="T28" fmla="*/ 6 w 140"/>
              <a:gd name="T29" fmla="*/ 174 h 180"/>
              <a:gd name="T30" fmla="*/ 12 w 140"/>
              <a:gd name="T31" fmla="*/ 180 h 180"/>
              <a:gd name="T32" fmla="*/ 134 w 140"/>
              <a:gd name="T33" fmla="*/ 180 h 180"/>
              <a:gd name="T34" fmla="*/ 140 w 140"/>
              <a:gd name="T35" fmla="*/ 174 h 180"/>
              <a:gd name="T36" fmla="*/ 140 w 140"/>
              <a:gd name="T37" fmla="*/ 7 h 180"/>
              <a:gd name="T38" fmla="*/ 134 w 140"/>
              <a:gd name="T39" fmla="*/ 1 h 180"/>
              <a:gd name="T40" fmla="*/ 74 w 140"/>
              <a:gd name="T41" fmla="*/ 147 h 180"/>
              <a:gd name="T42" fmla="*/ 53 w 140"/>
              <a:gd name="T43" fmla="*/ 126 h 180"/>
              <a:gd name="T44" fmla="*/ 54 w 140"/>
              <a:gd name="T45" fmla="*/ 119 h 180"/>
              <a:gd name="T46" fmla="*/ 54 w 140"/>
              <a:gd name="T47" fmla="*/ 119 h 180"/>
              <a:gd name="T48" fmla="*/ 59 w 140"/>
              <a:gd name="T49" fmla="*/ 105 h 180"/>
              <a:gd name="T50" fmla="*/ 74 w 140"/>
              <a:gd name="T51" fmla="*/ 80 h 180"/>
              <a:gd name="T52" fmla="*/ 89 w 140"/>
              <a:gd name="T53" fmla="*/ 105 h 180"/>
              <a:gd name="T54" fmla="*/ 94 w 140"/>
              <a:gd name="T55" fmla="*/ 119 h 180"/>
              <a:gd name="T56" fmla="*/ 94 w 140"/>
              <a:gd name="T57" fmla="*/ 119 h 180"/>
              <a:gd name="T58" fmla="*/ 96 w 140"/>
              <a:gd name="T59" fmla="*/ 126 h 180"/>
              <a:gd name="T60" fmla="*/ 74 w 140"/>
              <a:gd name="T61" fmla="*/ 147 h 180"/>
              <a:gd name="T62" fmla="*/ 124 w 140"/>
              <a:gd name="T63" fmla="*/ 30 h 180"/>
              <a:gd name="T64" fmla="*/ 118 w 140"/>
              <a:gd name="T65" fmla="*/ 37 h 180"/>
              <a:gd name="T66" fmla="*/ 72 w 140"/>
              <a:gd name="T67" fmla="*/ 37 h 180"/>
              <a:gd name="T68" fmla="*/ 65 w 140"/>
              <a:gd name="T69" fmla="*/ 30 h 180"/>
              <a:gd name="T70" fmla="*/ 65 w 140"/>
              <a:gd name="T71" fmla="*/ 22 h 180"/>
              <a:gd name="T72" fmla="*/ 72 w 140"/>
              <a:gd name="T73" fmla="*/ 16 h 180"/>
              <a:gd name="T74" fmla="*/ 118 w 140"/>
              <a:gd name="T75" fmla="*/ 16 h 180"/>
              <a:gd name="T76" fmla="*/ 124 w 140"/>
              <a:gd name="T77" fmla="*/ 22 h 180"/>
              <a:gd name="T78" fmla="*/ 124 w 140"/>
              <a:gd name="T79" fmla="*/ 30 h 180"/>
              <a:gd name="T80" fmla="*/ 85 w 140"/>
              <a:gd name="T81" fmla="*/ 116 h 180"/>
              <a:gd name="T82" fmla="*/ 80 w 140"/>
              <a:gd name="T83" fmla="*/ 126 h 180"/>
              <a:gd name="T84" fmla="*/ 85 w 140"/>
              <a:gd name="T85" fmla="*/ 136 h 180"/>
              <a:gd name="T86" fmla="*/ 89 w 140"/>
              <a:gd name="T87" fmla="*/ 126 h 180"/>
              <a:gd name="T88" fmla="*/ 85 w 140"/>
              <a:gd name="T89" fmla="*/ 11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80">
                <a:moveTo>
                  <a:pt x="12" y="35"/>
                </a:moveTo>
                <a:cubicBezTo>
                  <a:pt x="35" y="12"/>
                  <a:pt x="35" y="12"/>
                  <a:pt x="35" y="12"/>
                </a:cubicBezTo>
                <a:cubicBezTo>
                  <a:pt x="36" y="10"/>
                  <a:pt x="36" y="7"/>
                  <a:pt x="34" y="5"/>
                </a:cubicBezTo>
                <a:cubicBezTo>
                  <a:pt x="32" y="2"/>
                  <a:pt x="32" y="2"/>
                  <a:pt x="32" y="2"/>
                </a:cubicBezTo>
                <a:cubicBezTo>
                  <a:pt x="30" y="0"/>
                  <a:pt x="27" y="0"/>
                  <a:pt x="25" y="2"/>
                </a:cubicBezTo>
                <a:cubicBezTo>
                  <a:pt x="2" y="26"/>
                  <a:pt x="2" y="26"/>
                  <a:pt x="2" y="26"/>
                </a:cubicBezTo>
                <a:cubicBezTo>
                  <a:pt x="0" y="28"/>
                  <a:pt x="0" y="31"/>
                  <a:pt x="2" y="33"/>
                </a:cubicBezTo>
                <a:cubicBezTo>
                  <a:pt x="5" y="35"/>
                  <a:pt x="5" y="35"/>
                  <a:pt x="5" y="35"/>
                </a:cubicBezTo>
                <a:cubicBezTo>
                  <a:pt x="7" y="37"/>
                  <a:pt x="10" y="37"/>
                  <a:pt x="12" y="35"/>
                </a:cubicBezTo>
                <a:close/>
                <a:moveTo>
                  <a:pt x="134" y="1"/>
                </a:moveTo>
                <a:cubicBezTo>
                  <a:pt x="62" y="1"/>
                  <a:pt x="62" y="1"/>
                  <a:pt x="62" y="1"/>
                </a:cubicBezTo>
                <a:cubicBezTo>
                  <a:pt x="58" y="1"/>
                  <a:pt x="54" y="3"/>
                  <a:pt x="51" y="5"/>
                </a:cubicBezTo>
                <a:cubicBezTo>
                  <a:pt x="11" y="47"/>
                  <a:pt x="11" y="47"/>
                  <a:pt x="11" y="47"/>
                </a:cubicBezTo>
                <a:cubicBezTo>
                  <a:pt x="8" y="50"/>
                  <a:pt x="6" y="54"/>
                  <a:pt x="6" y="58"/>
                </a:cubicBezTo>
                <a:cubicBezTo>
                  <a:pt x="6" y="174"/>
                  <a:pt x="6" y="174"/>
                  <a:pt x="6" y="174"/>
                </a:cubicBezTo>
                <a:cubicBezTo>
                  <a:pt x="6" y="177"/>
                  <a:pt x="9" y="180"/>
                  <a:pt x="12" y="180"/>
                </a:cubicBezTo>
                <a:cubicBezTo>
                  <a:pt x="134" y="180"/>
                  <a:pt x="134" y="180"/>
                  <a:pt x="134" y="180"/>
                </a:cubicBezTo>
                <a:cubicBezTo>
                  <a:pt x="137" y="180"/>
                  <a:pt x="140" y="177"/>
                  <a:pt x="140" y="174"/>
                </a:cubicBezTo>
                <a:cubicBezTo>
                  <a:pt x="140" y="7"/>
                  <a:pt x="140" y="7"/>
                  <a:pt x="140" y="7"/>
                </a:cubicBezTo>
                <a:cubicBezTo>
                  <a:pt x="140" y="4"/>
                  <a:pt x="137" y="1"/>
                  <a:pt x="134" y="1"/>
                </a:cubicBezTo>
                <a:close/>
                <a:moveTo>
                  <a:pt x="74" y="147"/>
                </a:moveTo>
                <a:cubicBezTo>
                  <a:pt x="62" y="147"/>
                  <a:pt x="53" y="137"/>
                  <a:pt x="53" y="126"/>
                </a:cubicBezTo>
                <a:cubicBezTo>
                  <a:pt x="53" y="123"/>
                  <a:pt x="53" y="121"/>
                  <a:pt x="54" y="119"/>
                </a:cubicBezTo>
                <a:cubicBezTo>
                  <a:pt x="54" y="119"/>
                  <a:pt x="54" y="119"/>
                  <a:pt x="54" y="119"/>
                </a:cubicBezTo>
                <a:cubicBezTo>
                  <a:pt x="55" y="114"/>
                  <a:pt x="57" y="110"/>
                  <a:pt x="59" y="105"/>
                </a:cubicBezTo>
                <a:cubicBezTo>
                  <a:pt x="64" y="94"/>
                  <a:pt x="69" y="86"/>
                  <a:pt x="74" y="80"/>
                </a:cubicBezTo>
                <a:cubicBezTo>
                  <a:pt x="79" y="86"/>
                  <a:pt x="84" y="94"/>
                  <a:pt x="89" y="105"/>
                </a:cubicBezTo>
                <a:cubicBezTo>
                  <a:pt x="91" y="110"/>
                  <a:pt x="93" y="114"/>
                  <a:pt x="94" y="119"/>
                </a:cubicBezTo>
                <a:cubicBezTo>
                  <a:pt x="94" y="119"/>
                  <a:pt x="94" y="119"/>
                  <a:pt x="94" y="119"/>
                </a:cubicBezTo>
                <a:cubicBezTo>
                  <a:pt x="95" y="121"/>
                  <a:pt x="96" y="123"/>
                  <a:pt x="96" y="126"/>
                </a:cubicBezTo>
                <a:cubicBezTo>
                  <a:pt x="96" y="137"/>
                  <a:pt x="86" y="147"/>
                  <a:pt x="74" y="147"/>
                </a:cubicBezTo>
                <a:close/>
                <a:moveTo>
                  <a:pt x="124" y="30"/>
                </a:moveTo>
                <a:cubicBezTo>
                  <a:pt x="124" y="34"/>
                  <a:pt x="122" y="37"/>
                  <a:pt x="118" y="37"/>
                </a:cubicBezTo>
                <a:cubicBezTo>
                  <a:pt x="72" y="37"/>
                  <a:pt x="72" y="37"/>
                  <a:pt x="72" y="37"/>
                </a:cubicBezTo>
                <a:cubicBezTo>
                  <a:pt x="68" y="37"/>
                  <a:pt x="65" y="34"/>
                  <a:pt x="65" y="30"/>
                </a:cubicBezTo>
                <a:cubicBezTo>
                  <a:pt x="65" y="22"/>
                  <a:pt x="65" y="22"/>
                  <a:pt x="65" y="22"/>
                </a:cubicBezTo>
                <a:cubicBezTo>
                  <a:pt x="65" y="19"/>
                  <a:pt x="68" y="16"/>
                  <a:pt x="72" y="16"/>
                </a:cubicBezTo>
                <a:cubicBezTo>
                  <a:pt x="118" y="16"/>
                  <a:pt x="118" y="16"/>
                  <a:pt x="118" y="16"/>
                </a:cubicBezTo>
                <a:cubicBezTo>
                  <a:pt x="122" y="16"/>
                  <a:pt x="124" y="19"/>
                  <a:pt x="124" y="22"/>
                </a:cubicBezTo>
                <a:lnTo>
                  <a:pt x="124" y="30"/>
                </a:lnTo>
                <a:close/>
                <a:moveTo>
                  <a:pt x="85" y="116"/>
                </a:moveTo>
                <a:cubicBezTo>
                  <a:pt x="82" y="116"/>
                  <a:pt x="80" y="120"/>
                  <a:pt x="80" y="126"/>
                </a:cubicBezTo>
                <a:cubicBezTo>
                  <a:pt x="80" y="131"/>
                  <a:pt x="82" y="136"/>
                  <a:pt x="85" y="136"/>
                </a:cubicBezTo>
                <a:cubicBezTo>
                  <a:pt x="87" y="136"/>
                  <a:pt x="89" y="131"/>
                  <a:pt x="89" y="126"/>
                </a:cubicBezTo>
                <a:cubicBezTo>
                  <a:pt x="89" y="120"/>
                  <a:pt x="87" y="116"/>
                  <a:pt x="85" y="116"/>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53" name="Freeform 62"/>
          <p:cNvSpPr>
            <a:spLocks noChangeAspect="1" noEditPoints="1"/>
          </p:cNvSpPr>
          <p:nvPr/>
        </p:nvSpPr>
        <p:spPr bwMode="auto">
          <a:xfrm>
            <a:off x="6536835" y="5164216"/>
            <a:ext cx="336578" cy="311130"/>
          </a:xfrm>
          <a:custGeom>
            <a:avLst/>
            <a:gdLst>
              <a:gd name="T0" fmla="*/ 33 w 195"/>
              <a:gd name="T1" fmla="*/ 62 h 180"/>
              <a:gd name="T2" fmla="*/ 74 w 195"/>
              <a:gd name="T3" fmla="*/ 18 h 180"/>
              <a:gd name="T4" fmla="*/ 102 w 195"/>
              <a:gd name="T5" fmla="*/ 45 h 180"/>
              <a:gd name="T6" fmla="*/ 61 w 195"/>
              <a:gd name="T7" fmla="*/ 88 h 180"/>
              <a:gd name="T8" fmla="*/ 33 w 195"/>
              <a:gd name="T9" fmla="*/ 62 h 180"/>
              <a:gd name="T10" fmla="*/ 107 w 195"/>
              <a:gd name="T11" fmla="*/ 41 h 180"/>
              <a:gd name="T12" fmla="*/ 114 w 195"/>
              <a:gd name="T13" fmla="*/ 41 h 180"/>
              <a:gd name="T14" fmla="*/ 117 w 195"/>
              <a:gd name="T15" fmla="*/ 38 h 180"/>
              <a:gd name="T16" fmla="*/ 117 w 195"/>
              <a:gd name="T17" fmla="*/ 30 h 180"/>
              <a:gd name="T18" fmla="*/ 87 w 195"/>
              <a:gd name="T19" fmla="*/ 2 h 180"/>
              <a:gd name="T20" fmla="*/ 80 w 195"/>
              <a:gd name="T21" fmla="*/ 3 h 180"/>
              <a:gd name="T22" fmla="*/ 77 w 195"/>
              <a:gd name="T23" fmla="*/ 6 h 180"/>
              <a:gd name="T24" fmla="*/ 77 w 195"/>
              <a:gd name="T25" fmla="*/ 13 h 180"/>
              <a:gd name="T26" fmla="*/ 107 w 195"/>
              <a:gd name="T27" fmla="*/ 41 h 180"/>
              <a:gd name="T28" fmla="*/ 47 w 195"/>
              <a:gd name="T29" fmla="*/ 104 h 180"/>
              <a:gd name="T30" fmla="*/ 55 w 195"/>
              <a:gd name="T31" fmla="*/ 104 h 180"/>
              <a:gd name="T32" fmla="*/ 58 w 195"/>
              <a:gd name="T33" fmla="*/ 101 h 180"/>
              <a:gd name="T34" fmla="*/ 57 w 195"/>
              <a:gd name="T35" fmla="*/ 93 h 180"/>
              <a:gd name="T36" fmla="*/ 28 w 195"/>
              <a:gd name="T37" fmla="*/ 65 h 180"/>
              <a:gd name="T38" fmla="*/ 20 w 195"/>
              <a:gd name="T39" fmla="*/ 66 h 180"/>
              <a:gd name="T40" fmla="*/ 17 w 195"/>
              <a:gd name="T41" fmla="*/ 69 h 180"/>
              <a:gd name="T42" fmla="*/ 18 w 195"/>
              <a:gd name="T43" fmla="*/ 76 h 180"/>
              <a:gd name="T44" fmla="*/ 47 w 195"/>
              <a:gd name="T45" fmla="*/ 104 h 180"/>
              <a:gd name="T46" fmla="*/ 80 w 195"/>
              <a:gd name="T47" fmla="*/ 77 h 180"/>
              <a:gd name="T48" fmla="*/ 177 w 195"/>
              <a:gd name="T49" fmla="*/ 169 h 180"/>
              <a:gd name="T50" fmla="*/ 189 w 195"/>
              <a:gd name="T51" fmla="*/ 171 h 180"/>
              <a:gd name="T52" fmla="*/ 193 w 195"/>
              <a:gd name="T53" fmla="*/ 167 h 180"/>
              <a:gd name="T54" fmla="*/ 190 w 195"/>
              <a:gd name="T55" fmla="*/ 156 h 180"/>
              <a:gd name="T56" fmla="*/ 92 w 195"/>
              <a:gd name="T57" fmla="*/ 64 h 180"/>
              <a:gd name="T58" fmla="*/ 80 w 195"/>
              <a:gd name="T59" fmla="*/ 77 h 180"/>
              <a:gd name="T60" fmla="*/ 113 w 195"/>
              <a:gd name="T61" fmla="*/ 168 h 180"/>
              <a:gd name="T62" fmla="*/ 111 w 195"/>
              <a:gd name="T63" fmla="*/ 166 h 180"/>
              <a:gd name="T64" fmla="*/ 3 w 195"/>
              <a:gd name="T65" fmla="*/ 166 h 180"/>
              <a:gd name="T66" fmla="*/ 0 w 195"/>
              <a:gd name="T67" fmla="*/ 168 h 180"/>
              <a:gd name="T68" fmla="*/ 0 w 195"/>
              <a:gd name="T69" fmla="*/ 178 h 180"/>
              <a:gd name="T70" fmla="*/ 3 w 195"/>
              <a:gd name="T71" fmla="*/ 180 h 180"/>
              <a:gd name="T72" fmla="*/ 111 w 195"/>
              <a:gd name="T73" fmla="*/ 180 h 180"/>
              <a:gd name="T74" fmla="*/ 113 w 195"/>
              <a:gd name="T75" fmla="*/ 178 h 180"/>
              <a:gd name="T76" fmla="*/ 113 w 195"/>
              <a:gd name="T77" fmla="*/ 168 h 180"/>
              <a:gd name="T78" fmla="*/ 25 w 195"/>
              <a:gd name="T79" fmla="*/ 148 h 180"/>
              <a:gd name="T80" fmla="*/ 89 w 195"/>
              <a:gd name="T81" fmla="*/ 148 h 180"/>
              <a:gd name="T82" fmla="*/ 96 w 195"/>
              <a:gd name="T83" fmla="*/ 154 h 180"/>
              <a:gd name="T84" fmla="*/ 96 w 195"/>
              <a:gd name="T85" fmla="*/ 160 h 180"/>
              <a:gd name="T86" fmla="*/ 17 w 195"/>
              <a:gd name="T87" fmla="*/ 160 h 180"/>
              <a:gd name="T88" fmla="*/ 17 w 195"/>
              <a:gd name="T89" fmla="*/ 154 h 180"/>
              <a:gd name="T90" fmla="*/ 25 w 195"/>
              <a:gd name="T91" fmla="*/ 14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180">
                <a:moveTo>
                  <a:pt x="33" y="62"/>
                </a:moveTo>
                <a:cubicBezTo>
                  <a:pt x="74" y="18"/>
                  <a:pt x="74" y="18"/>
                  <a:pt x="74" y="18"/>
                </a:cubicBezTo>
                <a:cubicBezTo>
                  <a:pt x="102" y="45"/>
                  <a:pt x="102" y="45"/>
                  <a:pt x="102" y="45"/>
                </a:cubicBezTo>
                <a:cubicBezTo>
                  <a:pt x="61" y="88"/>
                  <a:pt x="61" y="88"/>
                  <a:pt x="61" y="88"/>
                </a:cubicBezTo>
                <a:lnTo>
                  <a:pt x="33" y="62"/>
                </a:lnTo>
                <a:close/>
                <a:moveTo>
                  <a:pt x="107" y="41"/>
                </a:moveTo>
                <a:cubicBezTo>
                  <a:pt x="109" y="43"/>
                  <a:pt x="112" y="43"/>
                  <a:pt x="114" y="41"/>
                </a:cubicBezTo>
                <a:cubicBezTo>
                  <a:pt x="117" y="38"/>
                  <a:pt x="117" y="38"/>
                  <a:pt x="117" y="38"/>
                </a:cubicBezTo>
                <a:cubicBezTo>
                  <a:pt x="119" y="35"/>
                  <a:pt x="119" y="32"/>
                  <a:pt x="117" y="30"/>
                </a:cubicBezTo>
                <a:cubicBezTo>
                  <a:pt x="87" y="2"/>
                  <a:pt x="87" y="2"/>
                  <a:pt x="87" y="2"/>
                </a:cubicBezTo>
                <a:cubicBezTo>
                  <a:pt x="85" y="0"/>
                  <a:pt x="82" y="0"/>
                  <a:pt x="80" y="3"/>
                </a:cubicBezTo>
                <a:cubicBezTo>
                  <a:pt x="77" y="6"/>
                  <a:pt x="77" y="6"/>
                  <a:pt x="77" y="6"/>
                </a:cubicBezTo>
                <a:cubicBezTo>
                  <a:pt x="75" y="8"/>
                  <a:pt x="75" y="11"/>
                  <a:pt x="77" y="13"/>
                </a:cubicBezTo>
                <a:lnTo>
                  <a:pt x="107" y="41"/>
                </a:lnTo>
                <a:close/>
                <a:moveTo>
                  <a:pt x="47" y="104"/>
                </a:moveTo>
                <a:cubicBezTo>
                  <a:pt x="49" y="106"/>
                  <a:pt x="53" y="106"/>
                  <a:pt x="55" y="104"/>
                </a:cubicBezTo>
                <a:cubicBezTo>
                  <a:pt x="58" y="101"/>
                  <a:pt x="58" y="101"/>
                  <a:pt x="58" y="101"/>
                </a:cubicBezTo>
                <a:cubicBezTo>
                  <a:pt x="60" y="99"/>
                  <a:pt x="60" y="95"/>
                  <a:pt x="57" y="93"/>
                </a:cubicBezTo>
                <a:cubicBezTo>
                  <a:pt x="28" y="65"/>
                  <a:pt x="28" y="65"/>
                  <a:pt x="28" y="65"/>
                </a:cubicBezTo>
                <a:cubicBezTo>
                  <a:pt x="26" y="63"/>
                  <a:pt x="22" y="64"/>
                  <a:pt x="20" y="66"/>
                </a:cubicBezTo>
                <a:cubicBezTo>
                  <a:pt x="17" y="69"/>
                  <a:pt x="17" y="69"/>
                  <a:pt x="17" y="69"/>
                </a:cubicBezTo>
                <a:cubicBezTo>
                  <a:pt x="15" y="71"/>
                  <a:pt x="15" y="74"/>
                  <a:pt x="18" y="76"/>
                </a:cubicBezTo>
                <a:lnTo>
                  <a:pt x="47" y="104"/>
                </a:lnTo>
                <a:close/>
                <a:moveTo>
                  <a:pt x="80" y="77"/>
                </a:moveTo>
                <a:cubicBezTo>
                  <a:pt x="177" y="169"/>
                  <a:pt x="177" y="169"/>
                  <a:pt x="177" y="169"/>
                </a:cubicBezTo>
                <a:cubicBezTo>
                  <a:pt x="181" y="172"/>
                  <a:pt x="186" y="174"/>
                  <a:pt x="189" y="171"/>
                </a:cubicBezTo>
                <a:cubicBezTo>
                  <a:pt x="193" y="167"/>
                  <a:pt x="193" y="167"/>
                  <a:pt x="193" y="167"/>
                </a:cubicBezTo>
                <a:cubicBezTo>
                  <a:pt x="195" y="164"/>
                  <a:pt x="194" y="159"/>
                  <a:pt x="190" y="156"/>
                </a:cubicBezTo>
                <a:cubicBezTo>
                  <a:pt x="92" y="64"/>
                  <a:pt x="92" y="64"/>
                  <a:pt x="92" y="64"/>
                </a:cubicBezTo>
                <a:lnTo>
                  <a:pt x="80" y="77"/>
                </a:lnTo>
                <a:close/>
                <a:moveTo>
                  <a:pt x="113" y="168"/>
                </a:moveTo>
                <a:cubicBezTo>
                  <a:pt x="113" y="167"/>
                  <a:pt x="112" y="166"/>
                  <a:pt x="111" y="166"/>
                </a:cubicBezTo>
                <a:cubicBezTo>
                  <a:pt x="3" y="166"/>
                  <a:pt x="3" y="166"/>
                  <a:pt x="3" y="166"/>
                </a:cubicBezTo>
                <a:cubicBezTo>
                  <a:pt x="1" y="166"/>
                  <a:pt x="0" y="167"/>
                  <a:pt x="0" y="168"/>
                </a:cubicBezTo>
                <a:cubicBezTo>
                  <a:pt x="0" y="178"/>
                  <a:pt x="0" y="178"/>
                  <a:pt x="0" y="178"/>
                </a:cubicBezTo>
                <a:cubicBezTo>
                  <a:pt x="0" y="179"/>
                  <a:pt x="1" y="180"/>
                  <a:pt x="3" y="180"/>
                </a:cubicBezTo>
                <a:cubicBezTo>
                  <a:pt x="111" y="180"/>
                  <a:pt x="111" y="180"/>
                  <a:pt x="111" y="180"/>
                </a:cubicBezTo>
                <a:cubicBezTo>
                  <a:pt x="112" y="180"/>
                  <a:pt x="113" y="179"/>
                  <a:pt x="113" y="178"/>
                </a:cubicBezTo>
                <a:lnTo>
                  <a:pt x="113" y="168"/>
                </a:lnTo>
                <a:close/>
                <a:moveTo>
                  <a:pt x="25" y="148"/>
                </a:moveTo>
                <a:cubicBezTo>
                  <a:pt x="89" y="148"/>
                  <a:pt x="89" y="148"/>
                  <a:pt x="89" y="148"/>
                </a:cubicBezTo>
                <a:cubicBezTo>
                  <a:pt x="92" y="148"/>
                  <a:pt x="95" y="151"/>
                  <a:pt x="96" y="154"/>
                </a:cubicBezTo>
                <a:cubicBezTo>
                  <a:pt x="96" y="160"/>
                  <a:pt x="96" y="160"/>
                  <a:pt x="96" y="160"/>
                </a:cubicBezTo>
                <a:cubicBezTo>
                  <a:pt x="17" y="160"/>
                  <a:pt x="17" y="160"/>
                  <a:pt x="17" y="160"/>
                </a:cubicBezTo>
                <a:cubicBezTo>
                  <a:pt x="17" y="154"/>
                  <a:pt x="17" y="154"/>
                  <a:pt x="17" y="154"/>
                </a:cubicBezTo>
                <a:cubicBezTo>
                  <a:pt x="18" y="151"/>
                  <a:pt x="21" y="148"/>
                  <a:pt x="25" y="148"/>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grpSp>
        <p:nvGrpSpPr>
          <p:cNvPr id="55" name="Group 54"/>
          <p:cNvGrpSpPr/>
          <p:nvPr/>
        </p:nvGrpSpPr>
        <p:grpSpPr>
          <a:xfrm>
            <a:off x="2999366" y="5146359"/>
            <a:ext cx="392703" cy="378745"/>
            <a:chOff x="2185477" y="5525527"/>
            <a:chExt cx="523177" cy="504582"/>
          </a:xfrm>
        </p:grpSpPr>
        <p:sp>
          <p:nvSpPr>
            <p:cNvPr id="56" name="Freeform 33"/>
            <p:cNvSpPr>
              <a:spLocks noChangeAspect="1" noEditPoints="1"/>
            </p:cNvSpPr>
            <p:nvPr/>
          </p:nvSpPr>
          <p:spPr bwMode="auto">
            <a:xfrm>
              <a:off x="2234420" y="5525527"/>
              <a:ext cx="333534" cy="337026"/>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57" name="Freeform 33"/>
            <p:cNvSpPr>
              <a:spLocks noChangeAspect="1" noEditPoints="1"/>
            </p:cNvSpPr>
            <p:nvPr/>
          </p:nvSpPr>
          <p:spPr bwMode="auto">
            <a:xfrm>
              <a:off x="2536194" y="5733047"/>
              <a:ext cx="172460" cy="174267"/>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58" name="Freeform 33"/>
            <p:cNvSpPr>
              <a:spLocks noChangeAspect="1" noEditPoints="1"/>
            </p:cNvSpPr>
            <p:nvPr/>
          </p:nvSpPr>
          <p:spPr bwMode="auto">
            <a:xfrm>
              <a:off x="2382756" y="5855842"/>
              <a:ext cx="172460" cy="174267"/>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59" name="Freeform 33"/>
            <p:cNvSpPr>
              <a:spLocks noChangeAspect="1" noEditPoints="1"/>
            </p:cNvSpPr>
            <p:nvPr/>
          </p:nvSpPr>
          <p:spPr bwMode="auto">
            <a:xfrm>
              <a:off x="2185477" y="5825960"/>
              <a:ext cx="172460" cy="174267"/>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grpSp>
      <p:sp>
        <p:nvSpPr>
          <p:cNvPr id="99" name="Freeform 917"/>
          <p:cNvSpPr>
            <a:spLocks noChangeAspect="1" noEditPoints="1"/>
          </p:cNvSpPr>
          <p:nvPr/>
        </p:nvSpPr>
        <p:spPr bwMode="auto">
          <a:xfrm>
            <a:off x="6395446" y="2206153"/>
            <a:ext cx="572527" cy="574210"/>
          </a:xfrm>
          <a:custGeom>
            <a:avLst/>
            <a:gdLst>
              <a:gd name="T0" fmla="*/ 277 w 512"/>
              <a:gd name="T1" fmla="*/ 138 h 512"/>
              <a:gd name="T2" fmla="*/ 277 w 512"/>
              <a:gd name="T3" fmla="*/ 245 h 512"/>
              <a:gd name="T4" fmla="*/ 234 w 512"/>
              <a:gd name="T5" fmla="*/ 245 h 512"/>
              <a:gd name="T6" fmla="*/ 234 w 512"/>
              <a:gd name="T7" fmla="*/ 138 h 512"/>
              <a:gd name="T8" fmla="*/ 256 w 512"/>
              <a:gd name="T9" fmla="*/ 117 h 512"/>
              <a:gd name="T10" fmla="*/ 277 w 512"/>
              <a:gd name="T11" fmla="*/ 138 h 512"/>
              <a:gd name="T12" fmla="*/ 512 w 512"/>
              <a:gd name="T13" fmla="*/ 256 h 512"/>
              <a:gd name="T14" fmla="*/ 256 w 512"/>
              <a:gd name="T15" fmla="*/ 512 h 512"/>
              <a:gd name="T16" fmla="*/ 0 w 512"/>
              <a:gd name="T17" fmla="*/ 256 h 512"/>
              <a:gd name="T18" fmla="*/ 256 w 512"/>
              <a:gd name="T19" fmla="*/ 0 h 512"/>
              <a:gd name="T20" fmla="*/ 512 w 512"/>
              <a:gd name="T21" fmla="*/ 256 h 512"/>
              <a:gd name="T22" fmla="*/ 298 w 512"/>
              <a:gd name="T23" fmla="*/ 138 h 512"/>
              <a:gd name="T24" fmla="*/ 256 w 512"/>
              <a:gd name="T25" fmla="*/ 96 h 512"/>
              <a:gd name="T26" fmla="*/ 213 w 512"/>
              <a:gd name="T27" fmla="*/ 138 h 512"/>
              <a:gd name="T28" fmla="*/ 213 w 512"/>
              <a:gd name="T29" fmla="*/ 256 h 512"/>
              <a:gd name="T30" fmla="*/ 224 w 512"/>
              <a:gd name="T31" fmla="*/ 266 h 512"/>
              <a:gd name="T32" fmla="*/ 245 w 512"/>
              <a:gd name="T33" fmla="*/ 266 h 512"/>
              <a:gd name="T34" fmla="*/ 245 w 512"/>
              <a:gd name="T35" fmla="*/ 373 h 512"/>
              <a:gd name="T36" fmla="*/ 236 w 512"/>
              <a:gd name="T37" fmla="*/ 378 h 512"/>
              <a:gd name="T38" fmla="*/ 235 w 512"/>
              <a:gd name="T39" fmla="*/ 388 h 512"/>
              <a:gd name="T40" fmla="*/ 246 w 512"/>
              <a:gd name="T41" fmla="*/ 410 h 512"/>
              <a:gd name="T42" fmla="*/ 256 w 512"/>
              <a:gd name="T43" fmla="*/ 416 h 512"/>
              <a:gd name="T44" fmla="*/ 265 w 512"/>
              <a:gd name="T45" fmla="*/ 410 h 512"/>
              <a:gd name="T46" fmla="*/ 276 w 512"/>
              <a:gd name="T47" fmla="*/ 388 h 512"/>
              <a:gd name="T48" fmla="*/ 275 w 512"/>
              <a:gd name="T49" fmla="*/ 378 h 512"/>
              <a:gd name="T50" fmla="*/ 266 w 512"/>
              <a:gd name="T51" fmla="*/ 373 h 512"/>
              <a:gd name="T52" fmla="*/ 266 w 512"/>
              <a:gd name="T53" fmla="*/ 266 h 512"/>
              <a:gd name="T54" fmla="*/ 288 w 512"/>
              <a:gd name="T55" fmla="*/ 266 h 512"/>
              <a:gd name="T56" fmla="*/ 298 w 512"/>
              <a:gd name="T57" fmla="*/ 256 h 512"/>
              <a:gd name="T58" fmla="*/ 298 w 512"/>
              <a:gd name="T59" fmla="*/ 13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77" y="138"/>
                </a:moveTo>
                <a:cubicBezTo>
                  <a:pt x="277" y="245"/>
                  <a:pt x="277" y="245"/>
                  <a:pt x="277" y="245"/>
                </a:cubicBezTo>
                <a:cubicBezTo>
                  <a:pt x="234" y="245"/>
                  <a:pt x="234" y="245"/>
                  <a:pt x="234" y="245"/>
                </a:cubicBezTo>
                <a:cubicBezTo>
                  <a:pt x="234" y="138"/>
                  <a:pt x="234" y="138"/>
                  <a:pt x="234" y="138"/>
                </a:cubicBezTo>
                <a:cubicBezTo>
                  <a:pt x="234" y="127"/>
                  <a:pt x="244" y="117"/>
                  <a:pt x="256" y="117"/>
                </a:cubicBezTo>
                <a:cubicBezTo>
                  <a:pt x="267" y="117"/>
                  <a:pt x="277" y="127"/>
                  <a:pt x="277" y="13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98" y="138"/>
                </a:moveTo>
                <a:cubicBezTo>
                  <a:pt x="298" y="115"/>
                  <a:pt x="279" y="96"/>
                  <a:pt x="256" y="96"/>
                </a:cubicBezTo>
                <a:cubicBezTo>
                  <a:pt x="232" y="96"/>
                  <a:pt x="213" y="115"/>
                  <a:pt x="213" y="138"/>
                </a:cubicBezTo>
                <a:cubicBezTo>
                  <a:pt x="213" y="256"/>
                  <a:pt x="213" y="256"/>
                  <a:pt x="213" y="256"/>
                </a:cubicBezTo>
                <a:cubicBezTo>
                  <a:pt x="213" y="262"/>
                  <a:pt x="218" y="266"/>
                  <a:pt x="224" y="266"/>
                </a:cubicBezTo>
                <a:cubicBezTo>
                  <a:pt x="245" y="266"/>
                  <a:pt x="245" y="266"/>
                  <a:pt x="245" y="266"/>
                </a:cubicBezTo>
                <a:cubicBezTo>
                  <a:pt x="245" y="373"/>
                  <a:pt x="245" y="373"/>
                  <a:pt x="245" y="373"/>
                </a:cubicBezTo>
                <a:cubicBezTo>
                  <a:pt x="241" y="373"/>
                  <a:pt x="238" y="375"/>
                  <a:pt x="236" y="378"/>
                </a:cubicBezTo>
                <a:cubicBezTo>
                  <a:pt x="234" y="381"/>
                  <a:pt x="234" y="385"/>
                  <a:pt x="235" y="388"/>
                </a:cubicBezTo>
                <a:cubicBezTo>
                  <a:pt x="246" y="410"/>
                  <a:pt x="246" y="410"/>
                  <a:pt x="246" y="410"/>
                </a:cubicBezTo>
                <a:cubicBezTo>
                  <a:pt x="248" y="413"/>
                  <a:pt x="252" y="416"/>
                  <a:pt x="256" y="416"/>
                </a:cubicBezTo>
                <a:cubicBezTo>
                  <a:pt x="260" y="416"/>
                  <a:pt x="263" y="413"/>
                  <a:pt x="265" y="410"/>
                </a:cubicBezTo>
                <a:cubicBezTo>
                  <a:pt x="276" y="388"/>
                  <a:pt x="276" y="388"/>
                  <a:pt x="276" y="388"/>
                </a:cubicBezTo>
                <a:cubicBezTo>
                  <a:pt x="278" y="385"/>
                  <a:pt x="277" y="381"/>
                  <a:pt x="275" y="378"/>
                </a:cubicBezTo>
                <a:cubicBezTo>
                  <a:pt x="273" y="375"/>
                  <a:pt x="270" y="373"/>
                  <a:pt x="266" y="373"/>
                </a:cubicBezTo>
                <a:cubicBezTo>
                  <a:pt x="266" y="266"/>
                  <a:pt x="266" y="266"/>
                  <a:pt x="266" y="266"/>
                </a:cubicBezTo>
                <a:cubicBezTo>
                  <a:pt x="288" y="266"/>
                  <a:pt x="288" y="266"/>
                  <a:pt x="288" y="266"/>
                </a:cubicBezTo>
                <a:cubicBezTo>
                  <a:pt x="294" y="266"/>
                  <a:pt x="298" y="262"/>
                  <a:pt x="298" y="256"/>
                </a:cubicBezTo>
                <a:lnTo>
                  <a:pt x="298" y="138"/>
                </a:lnTo>
                <a:close/>
              </a:path>
            </a:pathLst>
          </a:custGeom>
          <a:solidFill>
            <a:schemeClr val="accent3"/>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50" name="Freeform 134"/>
          <p:cNvSpPr>
            <a:spLocks noChangeAspect="1" noEditPoints="1"/>
          </p:cNvSpPr>
          <p:nvPr/>
        </p:nvSpPr>
        <p:spPr bwMode="auto">
          <a:xfrm>
            <a:off x="2913534" y="2219024"/>
            <a:ext cx="561062" cy="562712"/>
          </a:xfrm>
          <a:custGeom>
            <a:avLst/>
            <a:gdLst>
              <a:gd name="T0" fmla="*/ 256 w 512"/>
              <a:gd name="T1" fmla="*/ 128 h 512"/>
              <a:gd name="T2" fmla="*/ 234 w 512"/>
              <a:gd name="T3" fmla="*/ 128 h 512"/>
              <a:gd name="T4" fmla="*/ 234 w 512"/>
              <a:gd name="T5" fmla="*/ 117 h 512"/>
              <a:gd name="T6" fmla="*/ 256 w 512"/>
              <a:gd name="T7" fmla="*/ 117 h 512"/>
              <a:gd name="T8" fmla="*/ 256 w 512"/>
              <a:gd name="T9" fmla="*/ 128 h 512"/>
              <a:gd name="T10" fmla="*/ 192 w 512"/>
              <a:gd name="T11" fmla="*/ 164 h 512"/>
              <a:gd name="T12" fmla="*/ 149 w 512"/>
              <a:gd name="T13" fmla="*/ 180 h 512"/>
              <a:gd name="T14" fmla="*/ 149 w 512"/>
              <a:gd name="T15" fmla="*/ 192 h 512"/>
              <a:gd name="T16" fmla="*/ 298 w 512"/>
              <a:gd name="T17" fmla="*/ 192 h 512"/>
              <a:gd name="T18" fmla="*/ 298 w 512"/>
              <a:gd name="T19" fmla="*/ 149 h 512"/>
              <a:gd name="T20" fmla="*/ 201 w 512"/>
              <a:gd name="T21" fmla="*/ 149 h 512"/>
              <a:gd name="T22" fmla="*/ 192 w 512"/>
              <a:gd name="T23" fmla="*/ 164 h 512"/>
              <a:gd name="T24" fmla="*/ 234 w 512"/>
              <a:gd name="T25" fmla="*/ 394 h 512"/>
              <a:gd name="T26" fmla="*/ 256 w 512"/>
              <a:gd name="T27" fmla="*/ 394 h 512"/>
              <a:gd name="T28" fmla="*/ 256 w 512"/>
              <a:gd name="T29" fmla="*/ 213 h 512"/>
              <a:gd name="T30" fmla="*/ 234 w 512"/>
              <a:gd name="T31" fmla="*/ 213 h 512"/>
              <a:gd name="T32" fmla="*/ 234 w 512"/>
              <a:gd name="T33" fmla="*/ 394 h 512"/>
              <a:gd name="T34" fmla="*/ 512 w 512"/>
              <a:gd name="T35" fmla="*/ 256 h 512"/>
              <a:gd name="T36" fmla="*/ 256 w 512"/>
              <a:gd name="T37" fmla="*/ 512 h 512"/>
              <a:gd name="T38" fmla="*/ 0 w 512"/>
              <a:gd name="T39" fmla="*/ 256 h 512"/>
              <a:gd name="T40" fmla="*/ 256 w 512"/>
              <a:gd name="T41" fmla="*/ 0 h 512"/>
              <a:gd name="T42" fmla="*/ 512 w 512"/>
              <a:gd name="T43" fmla="*/ 256 h 512"/>
              <a:gd name="T44" fmla="*/ 373 w 512"/>
              <a:gd name="T45" fmla="*/ 117 h 512"/>
              <a:gd name="T46" fmla="*/ 362 w 512"/>
              <a:gd name="T47" fmla="*/ 106 h 512"/>
              <a:gd name="T48" fmla="*/ 320 w 512"/>
              <a:gd name="T49" fmla="*/ 106 h 512"/>
              <a:gd name="T50" fmla="*/ 309 w 512"/>
              <a:gd name="T51" fmla="*/ 117 h 512"/>
              <a:gd name="T52" fmla="*/ 309 w 512"/>
              <a:gd name="T53" fmla="*/ 128 h 512"/>
              <a:gd name="T54" fmla="*/ 277 w 512"/>
              <a:gd name="T55" fmla="*/ 128 h 512"/>
              <a:gd name="T56" fmla="*/ 277 w 512"/>
              <a:gd name="T57" fmla="*/ 106 h 512"/>
              <a:gd name="T58" fmla="*/ 266 w 512"/>
              <a:gd name="T59" fmla="*/ 96 h 512"/>
              <a:gd name="T60" fmla="*/ 224 w 512"/>
              <a:gd name="T61" fmla="*/ 96 h 512"/>
              <a:gd name="T62" fmla="*/ 213 w 512"/>
              <a:gd name="T63" fmla="*/ 106 h 512"/>
              <a:gd name="T64" fmla="*/ 213 w 512"/>
              <a:gd name="T65" fmla="*/ 128 h 512"/>
              <a:gd name="T66" fmla="*/ 192 w 512"/>
              <a:gd name="T67" fmla="*/ 128 h 512"/>
              <a:gd name="T68" fmla="*/ 181 w 512"/>
              <a:gd name="T69" fmla="*/ 138 h 512"/>
              <a:gd name="T70" fmla="*/ 177 w 512"/>
              <a:gd name="T71" fmla="*/ 149 h 512"/>
              <a:gd name="T72" fmla="*/ 138 w 512"/>
              <a:gd name="T73" fmla="*/ 160 h 512"/>
              <a:gd name="T74" fmla="*/ 131 w 512"/>
              <a:gd name="T75" fmla="*/ 163 h 512"/>
              <a:gd name="T76" fmla="*/ 128 w 512"/>
              <a:gd name="T77" fmla="*/ 170 h 512"/>
              <a:gd name="T78" fmla="*/ 128 w 512"/>
              <a:gd name="T79" fmla="*/ 202 h 512"/>
              <a:gd name="T80" fmla="*/ 138 w 512"/>
              <a:gd name="T81" fmla="*/ 213 h 512"/>
              <a:gd name="T82" fmla="*/ 213 w 512"/>
              <a:gd name="T83" fmla="*/ 213 h 512"/>
              <a:gd name="T84" fmla="*/ 213 w 512"/>
              <a:gd name="T85" fmla="*/ 405 h 512"/>
              <a:gd name="T86" fmla="*/ 224 w 512"/>
              <a:gd name="T87" fmla="*/ 416 h 512"/>
              <a:gd name="T88" fmla="*/ 266 w 512"/>
              <a:gd name="T89" fmla="*/ 416 h 512"/>
              <a:gd name="T90" fmla="*/ 277 w 512"/>
              <a:gd name="T91" fmla="*/ 405 h 512"/>
              <a:gd name="T92" fmla="*/ 277 w 512"/>
              <a:gd name="T93" fmla="*/ 213 h 512"/>
              <a:gd name="T94" fmla="*/ 309 w 512"/>
              <a:gd name="T95" fmla="*/ 213 h 512"/>
              <a:gd name="T96" fmla="*/ 309 w 512"/>
              <a:gd name="T97" fmla="*/ 224 h 512"/>
              <a:gd name="T98" fmla="*/ 320 w 512"/>
              <a:gd name="T99" fmla="*/ 234 h 512"/>
              <a:gd name="T100" fmla="*/ 362 w 512"/>
              <a:gd name="T101" fmla="*/ 234 h 512"/>
              <a:gd name="T102" fmla="*/ 373 w 512"/>
              <a:gd name="T103" fmla="*/ 224 h 512"/>
              <a:gd name="T104" fmla="*/ 373 w 512"/>
              <a:gd name="T105" fmla="*/ 117 h 512"/>
              <a:gd name="T106" fmla="*/ 330 w 512"/>
              <a:gd name="T107" fmla="*/ 213 h 512"/>
              <a:gd name="T108" fmla="*/ 352 w 512"/>
              <a:gd name="T109" fmla="*/ 213 h 512"/>
              <a:gd name="T110" fmla="*/ 352 w 512"/>
              <a:gd name="T111" fmla="*/ 128 h 512"/>
              <a:gd name="T112" fmla="*/ 330 w 512"/>
              <a:gd name="T113" fmla="*/ 128 h 512"/>
              <a:gd name="T114" fmla="*/ 330 w 512"/>
              <a:gd name="T115" fmla="*/ 21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256" y="128"/>
                </a:moveTo>
                <a:cubicBezTo>
                  <a:pt x="234" y="128"/>
                  <a:pt x="234" y="128"/>
                  <a:pt x="234" y="128"/>
                </a:cubicBezTo>
                <a:cubicBezTo>
                  <a:pt x="234" y="117"/>
                  <a:pt x="234" y="117"/>
                  <a:pt x="234" y="117"/>
                </a:cubicBezTo>
                <a:cubicBezTo>
                  <a:pt x="256" y="117"/>
                  <a:pt x="256" y="117"/>
                  <a:pt x="256" y="117"/>
                </a:cubicBezTo>
                <a:lnTo>
                  <a:pt x="256" y="128"/>
                </a:lnTo>
                <a:close/>
                <a:moveTo>
                  <a:pt x="192" y="164"/>
                </a:moveTo>
                <a:cubicBezTo>
                  <a:pt x="180" y="176"/>
                  <a:pt x="161" y="179"/>
                  <a:pt x="149" y="180"/>
                </a:cubicBezTo>
                <a:cubicBezTo>
                  <a:pt x="149" y="192"/>
                  <a:pt x="149" y="192"/>
                  <a:pt x="149" y="192"/>
                </a:cubicBezTo>
                <a:cubicBezTo>
                  <a:pt x="298" y="192"/>
                  <a:pt x="298" y="192"/>
                  <a:pt x="298" y="192"/>
                </a:cubicBezTo>
                <a:cubicBezTo>
                  <a:pt x="298" y="149"/>
                  <a:pt x="298" y="149"/>
                  <a:pt x="298" y="149"/>
                </a:cubicBezTo>
                <a:cubicBezTo>
                  <a:pt x="201" y="149"/>
                  <a:pt x="201" y="149"/>
                  <a:pt x="201" y="149"/>
                </a:cubicBezTo>
                <a:cubicBezTo>
                  <a:pt x="199" y="155"/>
                  <a:pt x="196" y="160"/>
                  <a:pt x="192" y="164"/>
                </a:cubicBezTo>
                <a:close/>
                <a:moveTo>
                  <a:pt x="234" y="394"/>
                </a:moveTo>
                <a:cubicBezTo>
                  <a:pt x="256" y="394"/>
                  <a:pt x="256" y="394"/>
                  <a:pt x="256" y="394"/>
                </a:cubicBezTo>
                <a:cubicBezTo>
                  <a:pt x="256" y="213"/>
                  <a:pt x="256" y="213"/>
                  <a:pt x="256" y="213"/>
                </a:cubicBezTo>
                <a:cubicBezTo>
                  <a:pt x="234" y="213"/>
                  <a:pt x="234" y="213"/>
                  <a:pt x="234" y="213"/>
                </a:cubicBezTo>
                <a:lnTo>
                  <a:pt x="234" y="39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117"/>
                </a:moveTo>
                <a:cubicBezTo>
                  <a:pt x="373" y="111"/>
                  <a:pt x="368" y="106"/>
                  <a:pt x="362" y="106"/>
                </a:cubicBezTo>
                <a:cubicBezTo>
                  <a:pt x="320" y="106"/>
                  <a:pt x="320" y="106"/>
                  <a:pt x="320" y="106"/>
                </a:cubicBezTo>
                <a:cubicBezTo>
                  <a:pt x="314" y="106"/>
                  <a:pt x="309" y="111"/>
                  <a:pt x="309" y="117"/>
                </a:cubicBezTo>
                <a:cubicBezTo>
                  <a:pt x="309" y="128"/>
                  <a:pt x="309" y="128"/>
                  <a:pt x="309" y="128"/>
                </a:cubicBezTo>
                <a:cubicBezTo>
                  <a:pt x="277" y="128"/>
                  <a:pt x="277" y="128"/>
                  <a:pt x="277" y="128"/>
                </a:cubicBezTo>
                <a:cubicBezTo>
                  <a:pt x="277" y="106"/>
                  <a:pt x="277" y="106"/>
                  <a:pt x="277" y="106"/>
                </a:cubicBezTo>
                <a:cubicBezTo>
                  <a:pt x="277" y="100"/>
                  <a:pt x="272" y="96"/>
                  <a:pt x="266" y="96"/>
                </a:cubicBezTo>
                <a:cubicBezTo>
                  <a:pt x="224" y="96"/>
                  <a:pt x="224" y="96"/>
                  <a:pt x="224" y="96"/>
                </a:cubicBezTo>
                <a:cubicBezTo>
                  <a:pt x="218" y="96"/>
                  <a:pt x="213" y="100"/>
                  <a:pt x="213" y="106"/>
                </a:cubicBezTo>
                <a:cubicBezTo>
                  <a:pt x="213" y="128"/>
                  <a:pt x="213" y="128"/>
                  <a:pt x="213" y="128"/>
                </a:cubicBezTo>
                <a:cubicBezTo>
                  <a:pt x="192" y="128"/>
                  <a:pt x="192" y="128"/>
                  <a:pt x="192" y="128"/>
                </a:cubicBezTo>
                <a:cubicBezTo>
                  <a:pt x="186" y="128"/>
                  <a:pt x="181" y="132"/>
                  <a:pt x="181" y="138"/>
                </a:cubicBezTo>
                <a:cubicBezTo>
                  <a:pt x="181" y="143"/>
                  <a:pt x="180" y="146"/>
                  <a:pt x="177" y="149"/>
                </a:cubicBezTo>
                <a:cubicBezTo>
                  <a:pt x="167" y="158"/>
                  <a:pt x="146" y="160"/>
                  <a:pt x="138" y="160"/>
                </a:cubicBezTo>
                <a:cubicBezTo>
                  <a:pt x="136" y="160"/>
                  <a:pt x="133" y="161"/>
                  <a:pt x="131" y="163"/>
                </a:cubicBezTo>
                <a:cubicBezTo>
                  <a:pt x="129" y="165"/>
                  <a:pt x="128" y="167"/>
                  <a:pt x="128" y="170"/>
                </a:cubicBezTo>
                <a:cubicBezTo>
                  <a:pt x="128" y="202"/>
                  <a:pt x="128" y="202"/>
                  <a:pt x="128" y="202"/>
                </a:cubicBezTo>
                <a:cubicBezTo>
                  <a:pt x="128" y="208"/>
                  <a:pt x="132" y="213"/>
                  <a:pt x="138" y="213"/>
                </a:cubicBezTo>
                <a:cubicBezTo>
                  <a:pt x="213" y="213"/>
                  <a:pt x="213" y="213"/>
                  <a:pt x="213" y="213"/>
                </a:cubicBezTo>
                <a:cubicBezTo>
                  <a:pt x="213" y="405"/>
                  <a:pt x="213" y="405"/>
                  <a:pt x="213" y="405"/>
                </a:cubicBezTo>
                <a:cubicBezTo>
                  <a:pt x="213" y="411"/>
                  <a:pt x="218" y="416"/>
                  <a:pt x="224" y="416"/>
                </a:cubicBezTo>
                <a:cubicBezTo>
                  <a:pt x="266" y="416"/>
                  <a:pt x="266" y="416"/>
                  <a:pt x="266" y="416"/>
                </a:cubicBezTo>
                <a:cubicBezTo>
                  <a:pt x="272" y="416"/>
                  <a:pt x="277" y="411"/>
                  <a:pt x="277" y="405"/>
                </a:cubicBezTo>
                <a:cubicBezTo>
                  <a:pt x="277" y="213"/>
                  <a:pt x="277" y="213"/>
                  <a:pt x="277" y="213"/>
                </a:cubicBezTo>
                <a:cubicBezTo>
                  <a:pt x="309" y="213"/>
                  <a:pt x="309" y="213"/>
                  <a:pt x="309" y="213"/>
                </a:cubicBezTo>
                <a:cubicBezTo>
                  <a:pt x="309" y="224"/>
                  <a:pt x="309" y="224"/>
                  <a:pt x="309" y="224"/>
                </a:cubicBezTo>
                <a:cubicBezTo>
                  <a:pt x="309" y="230"/>
                  <a:pt x="314" y="234"/>
                  <a:pt x="320" y="234"/>
                </a:cubicBezTo>
                <a:cubicBezTo>
                  <a:pt x="362" y="234"/>
                  <a:pt x="362" y="234"/>
                  <a:pt x="362" y="234"/>
                </a:cubicBezTo>
                <a:cubicBezTo>
                  <a:pt x="368" y="234"/>
                  <a:pt x="373" y="230"/>
                  <a:pt x="373" y="224"/>
                </a:cubicBezTo>
                <a:lnTo>
                  <a:pt x="373" y="117"/>
                </a:lnTo>
                <a:close/>
                <a:moveTo>
                  <a:pt x="330" y="213"/>
                </a:moveTo>
                <a:cubicBezTo>
                  <a:pt x="352" y="213"/>
                  <a:pt x="352" y="213"/>
                  <a:pt x="352" y="213"/>
                </a:cubicBezTo>
                <a:cubicBezTo>
                  <a:pt x="352" y="128"/>
                  <a:pt x="352" y="128"/>
                  <a:pt x="352" y="128"/>
                </a:cubicBezTo>
                <a:cubicBezTo>
                  <a:pt x="330" y="128"/>
                  <a:pt x="330" y="128"/>
                  <a:pt x="330" y="128"/>
                </a:cubicBezTo>
                <a:lnTo>
                  <a:pt x="330" y="213"/>
                </a:lnTo>
                <a:close/>
              </a:path>
            </a:pathLst>
          </a:custGeom>
          <a:solidFill>
            <a:schemeClr val="accent2"/>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52" name="Freeform 566"/>
          <p:cNvSpPr>
            <a:spLocks noChangeAspect="1" noEditPoints="1"/>
          </p:cNvSpPr>
          <p:nvPr/>
        </p:nvSpPr>
        <p:spPr bwMode="auto">
          <a:xfrm>
            <a:off x="2977213" y="5044883"/>
            <a:ext cx="561965" cy="561965"/>
          </a:xfrm>
          <a:custGeom>
            <a:avLst/>
            <a:gdLst>
              <a:gd name="T0" fmla="*/ 364 w 512"/>
              <a:gd name="T1" fmla="*/ 138 h 512"/>
              <a:gd name="T2" fmla="*/ 393 w 512"/>
              <a:gd name="T3" fmla="*/ 352 h 512"/>
              <a:gd name="T4" fmla="*/ 310 w 512"/>
              <a:gd name="T5" fmla="*/ 352 h 512"/>
              <a:gd name="T6" fmla="*/ 329 w 512"/>
              <a:gd name="T7" fmla="*/ 138 h 512"/>
              <a:gd name="T8" fmla="*/ 364 w 512"/>
              <a:gd name="T9" fmla="*/ 138 h 512"/>
              <a:gd name="T10" fmla="*/ 213 w 512"/>
              <a:gd name="T11" fmla="*/ 233 h 512"/>
              <a:gd name="T12" fmla="*/ 213 w 512"/>
              <a:gd name="T13" fmla="*/ 352 h 512"/>
              <a:gd name="T14" fmla="*/ 289 w 512"/>
              <a:gd name="T15" fmla="*/ 352 h 512"/>
              <a:gd name="T16" fmla="*/ 294 w 512"/>
              <a:gd name="T17" fmla="*/ 287 h 512"/>
              <a:gd name="T18" fmla="*/ 292 w 512"/>
              <a:gd name="T19" fmla="*/ 286 h 512"/>
              <a:gd name="T20" fmla="*/ 213 w 512"/>
              <a:gd name="T21" fmla="*/ 233 h 512"/>
              <a:gd name="T22" fmla="*/ 117 w 512"/>
              <a:gd name="T23" fmla="*/ 352 h 512"/>
              <a:gd name="T24" fmla="*/ 192 w 512"/>
              <a:gd name="T25" fmla="*/ 352 h 512"/>
              <a:gd name="T26" fmla="*/ 192 w 512"/>
              <a:gd name="T27" fmla="*/ 283 h 512"/>
              <a:gd name="T28" fmla="*/ 117 w 512"/>
              <a:gd name="T29" fmla="*/ 233 h 512"/>
              <a:gd name="T30" fmla="*/ 117 w 512"/>
              <a:gd name="T31" fmla="*/ 352 h 512"/>
              <a:gd name="T32" fmla="*/ 512 w 512"/>
              <a:gd name="T33" fmla="*/ 256 h 512"/>
              <a:gd name="T34" fmla="*/ 256 w 512"/>
              <a:gd name="T35" fmla="*/ 512 h 512"/>
              <a:gd name="T36" fmla="*/ 0 w 512"/>
              <a:gd name="T37" fmla="*/ 256 h 512"/>
              <a:gd name="T38" fmla="*/ 256 w 512"/>
              <a:gd name="T39" fmla="*/ 0 h 512"/>
              <a:gd name="T40" fmla="*/ 512 w 512"/>
              <a:gd name="T41" fmla="*/ 256 h 512"/>
              <a:gd name="T42" fmla="*/ 416 w 512"/>
              <a:gd name="T43" fmla="*/ 361 h 512"/>
              <a:gd name="T44" fmla="*/ 384 w 512"/>
              <a:gd name="T45" fmla="*/ 126 h 512"/>
              <a:gd name="T46" fmla="*/ 373 w 512"/>
              <a:gd name="T47" fmla="*/ 117 h 512"/>
              <a:gd name="T48" fmla="*/ 320 w 512"/>
              <a:gd name="T49" fmla="*/ 117 h 512"/>
              <a:gd name="T50" fmla="*/ 309 w 512"/>
              <a:gd name="T51" fmla="*/ 127 h 512"/>
              <a:gd name="T52" fmla="*/ 297 w 512"/>
              <a:gd name="T53" fmla="*/ 263 h 512"/>
              <a:gd name="T54" fmla="*/ 208 w 512"/>
              <a:gd name="T55" fmla="*/ 204 h 512"/>
              <a:gd name="T56" fmla="*/ 197 w 512"/>
              <a:gd name="T57" fmla="*/ 204 h 512"/>
              <a:gd name="T58" fmla="*/ 192 w 512"/>
              <a:gd name="T59" fmla="*/ 213 h 512"/>
              <a:gd name="T60" fmla="*/ 192 w 512"/>
              <a:gd name="T61" fmla="*/ 257 h 512"/>
              <a:gd name="T62" fmla="*/ 112 w 512"/>
              <a:gd name="T63" fmla="*/ 204 h 512"/>
              <a:gd name="T64" fmla="*/ 101 w 512"/>
              <a:gd name="T65" fmla="*/ 204 h 512"/>
              <a:gd name="T66" fmla="*/ 96 w 512"/>
              <a:gd name="T67" fmla="*/ 213 h 512"/>
              <a:gd name="T68" fmla="*/ 96 w 512"/>
              <a:gd name="T69" fmla="*/ 362 h 512"/>
              <a:gd name="T70" fmla="*/ 106 w 512"/>
              <a:gd name="T71" fmla="*/ 373 h 512"/>
              <a:gd name="T72" fmla="*/ 405 w 512"/>
              <a:gd name="T73" fmla="*/ 373 h 512"/>
              <a:gd name="T74" fmla="*/ 413 w 512"/>
              <a:gd name="T75" fmla="*/ 369 h 512"/>
              <a:gd name="T76" fmla="*/ 416 w 512"/>
              <a:gd name="T77" fmla="*/ 3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364" y="138"/>
                </a:moveTo>
                <a:cubicBezTo>
                  <a:pt x="393" y="352"/>
                  <a:pt x="393" y="352"/>
                  <a:pt x="393" y="352"/>
                </a:cubicBezTo>
                <a:cubicBezTo>
                  <a:pt x="310" y="352"/>
                  <a:pt x="310" y="352"/>
                  <a:pt x="310" y="352"/>
                </a:cubicBezTo>
                <a:cubicBezTo>
                  <a:pt x="329" y="138"/>
                  <a:pt x="329" y="138"/>
                  <a:pt x="329" y="138"/>
                </a:cubicBezTo>
                <a:lnTo>
                  <a:pt x="364" y="138"/>
                </a:lnTo>
                <a:close/>
                <a:moveTo>
                  <a:pt x="213" y="233"/>
                </a:moveTo>
                <a:cubicBezTo>
                  <a:pt x="213" y="352"/>
                  <a:pt x="213" y="352"/>
                  <a:pt x="213" y="352"/>
                </a:cubicBezTo>
                <a:cubicBezTo>
                  <a:pt x="289" y="352"/>
                  <a:pt x="289" y="352"/>
                  <a:pt x="289" y="352"/>
                </a:cubicBezTo>
                <a:cubicBezTo>
                  <a:pt x="294" y="287"/>
                  <a:pt x="294" y="287"/>
                  <a:pt x="294" y="287"/>
                </a:cubicBezTo>
                <a:cubicBezTo>
                  <a:pt x="294" y="286"/>
                  <a:pt x="293" y="286"/>
                  <a:pt x="292" y="286"/>
                </a:cubicBezTo>
                <a:lnTo>
                  <a:pt x="213" y="233"/>
                </a:lnTo>
                <a:close/>
                <a:moveTo>
                  <a:pt x="117" y="352"/>
                </a:moveTo>
                <a:cubicBezTo>
                  <a:pt x="192" y="352"/>
                  <a:pt x="192" y="352"/>
                  <a:pt x="192" y="352"/>
                </a:cubicBezTo>
                <a:cubicBezTo>
                  <a:pt x="192" y="283"/>
                  <a:pt x="192" y="283"/>
                  <a:pt x="192" y="283"/>
                </a:cubicBezTo>
                <a:cubicBezTo>
                  <a:pt x="117" y="233"/>
                  <a:pt x="117" y="233"/>
                  <a:pt x="117" y="233"/>
                </a:cubicBezTo>
                <a:lnTo>
                  <a:pt x="117" y="35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361"/>
                </a:moveTo>
                <a:cubicBezTo>
                  <a:pt x="384" y="126"/>
                  <a:pt x="384" y="126"/>
                  <a:pt x="384" y="126"/>
                </a:cubicBezTo>
                <a:cubicBezTo>
                  <a:pt x="383" y="121"/>
                  <a:pt x="378" y="117"/>
                  <a:pt x="373" y="117"/>
                </a:cubicBezTo>
                <a:cubicBezTo>
                  <a:pt x="320" y="117"/>
                  <a:pt x="320" y="117"/>
                  <a:pt x="320" y="117"/>
                </a:cubicBezTo>
                <a:cubicBezTo>
                  <a:pt x="314" y="117"/>
                  <a:pt x="310" y="121"/>
                  <a:pt x="309" y="127"/>
                </a:cubicBezTo>
                <a:cubicBezTo>
                  <a:pt x="297" y="263"/>
                  <a:pt x="297" y="263"/>
                  <a:pt x="297" y="263"/>
                </a:cubicBezTo>
                <a:cubicBezTo>
                  <a:pt x="208" y="204"/>
                  <a:pt x="208" y="204"/>
                  <a:pt x="208" y="204"/>
                </a:cubicBezTo>
                <a:cubicBezTo>
                  <a:pt x="205" y="202"/>
                  <a:pt x="201" y="202"/>
                  <a:pt x="197" y="204"/>
                </a:cubicBezTo>
                <a:cubicBezTo>
                  <a:pt x="194" y="205"/>
                  <a:pt x="192" y="209"/>
                  <a:pt x="192" y="213"/>
                </a:cubicBezTo>
                <a:cubicBezTo>
                  <a:pt x="192" y="257"/>
                  <a:pt x="192" y="257"/>
                  <a:pt x="192" y="257"/>
                </a:cubicBezTo>
                <a:cubicBezTo>
                  <a:pt x="112" y="204"/>
                  <a:pt x="112" y="204"/>
                  <a:pt x="112" y="204"/>
                </a:cubicBezTo>
                <a:cubicBezTo>
                  <a:pt x="109" y="202"/>
                  <a:pt x="105" y="202"/>
                  <a:pt x="101" y="204"/>
                </a:cubicBezTo>
                <a:cubicBezTo>
                  <a:pt x="98" y="205"/>
                  <a:pt x="96" y="209"/>
                  <a:pt x="96" y="213"/>
                </a:cubicBezTo>
                <a:cubicBezTo>
                  <a:pt x="96" y="362"/>
                  <a:pt x="96" y="362"/>
                  <a:pt x="96" y="362"/>
                </a:cubicBezTo>
                <a:cubicBezTo>
                  <a:pt x="96" y="368"/>
                  <a:pt x="100" y="373"/>
                  <a:pt x="106" y="373"/>
                </a:cubicBezTo>
                <a:cubicBezTo>
                  <a:pt x="405" y="373"/>
                  <a:pt x="405" y="373"/>
                  <a:pt x="405" y="373"/>
                </a:cubicBezTo>
                <a:cubicBezTo>
                  <a:pt x="408" y="373"/>
                  <a:pt x="411" y="372"/>
                  <a:pt x="413" y="369"/>
                </a:cubicBezTo>
                <a:cubicBezTo>
                  <a:pt x="415" y="367"/>
                  <a:pt x="416" y="364"/>
                  <a:pt x="416" y="361"/>
                </a:cubicBezTo>
                <a:close/>
              </a:path>
            </a:pathLst>
          </a:custGeom>
          <a:solidFill>
            <a:schemeClr val="accent5"/>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54" name="Freeform 5"/>
          <p:cNvSpPr>
            <a:spLocks noChangeAspect="1" noEditPoints="1"/>
          </p:cNvSpPr>
          <p:nvPr/>
        </p:nvSpPr>
        <p:spPr bwMode="auto">
          <a:xfrm>
            <a:off x="6359707" y="5031794"/>
            <a:ext cx="565413" cy="565415"/>
          </a:xfrm>
          <a:custGeom>
            <a:avLst/>
            <a:gdLst>
              <a:gd name="T0" fmla="*/ 341 w 512"/>
              <a:gd name="T1" fmla="*/ 232 h 512"/>
              <a:gd name="T2" fmla="*/ 373 w 512"/>
              <a:gd name="T3" fmla="*/ 200 h 512"/>
              <a:gd name="T4" fmla="*/ 364 w 512"/>
              <a:gd name="T5" fmla="*/ 237 h 512"/>
              <a:gd name="T6" fmla="*/ 364 w 512"/>
              <a:gd name="T7" fmla="*/ 237 h 512"/>
              <a:gd name="T8" fmla="*/ 354 w 512"/>
              <a:gd name="T9" fmla="*/ 249 h 512"/>
              <a:gd name="T10" fmla="*/ 288 w 512"/>
              <a:gd name="T11" fmla="*/ 264 h 512"/>
              <a:gd name="T12" fmla="*/ 276 w 512"/>
              <a:gd name="T13" fmla="*/ 267 h 512"/>
              <a:gd name="T14" fmla="*/ 167 w 512"/>
              <a:gd name="T15" fmla="*/ 376 h 512"/>
              <a:gd name="T16" fmla="*/ 137 w 512"/>
              <a:gd name="T17" fmla="*/ 376 h 512"/>
              <a:gd name="T18" fmla="*/ 131 w 512"/>
              <a:gd name="T19" fmla="*/ 361 h 512"/>
              <a:gd name="T20" fmla="*/ 137 w 512"/>
              <a:gd name="T21" fmla="*/ 346 h 512"/>
              <a:gd name="T22" fmla="*/ 246 w 512"/>
              <a:gd name="T23" fmla="*/ 237 h 512"/>
              <a:gd name="T24" fmla="*/ 249 w 512"/>
              <a:gd name="T25" fmla="*/ 225 h 512"/>
              <a:gd name="T26" fmla="*/ 264 w 512"/>
              <a:gd name="T27" fmla="*/ 159 h 512"/>
              <a:gd name="T28" fmla="*/ 276 w 512"/>
              <a:gd name="T29" fmla="*/ 149 h 512"/>
              <a:gd name="T30" fmla="*/ 309 w 512"/>
              <a:gd name="T31" fmla="*/ 140 h 512"/>
              <a:gd name="T32" fmla="*/ 312 w 512"/>
              <a:gd name="T33" fmla="*/ 140 h 512"/>
              <a:gd name="T34" fmla="*/ 281 w 512"/>
              <a:gd name="T35" fmla="*/ 171 h 512"/>
              <a:gd name="T36" fmla="*/ 280 w 512"/>
              <a:gd name="T37" fmla="*/ 185 h 512"/>
              <a:gd name="T38" fmla="*/ 301 w 512"/>
              <a:gd name="T39" fmla="*/ 211 h 512"/>
              <a:gd name="T40" fmla="*/ 328 w 512"/>
              <a:gd name="T41" fmla="*/ 233 h 512"/>
              <a:gd name="T42" fmla="*/ 341 w 512"/>
              <a:gd name="T43" fmla="*/ 232 h 512"/>
              <a:gd name="T44" fmla="*/ 512 w 512"/>
              <a:gd name="T45" fmla="*/ 256 h 512"/>
              <a:gd name="T46" fmla="*/ 256 w 512"/>
              <a:gd name="T47" fmla="*/ 512 h 512"/>
              <a:gd name="T48" fmla="*/ 0 w 512"/>
              <a:gd name="T49" fmla="*/ 256 h 512"/>
              <a:gd name="T50" fmla="*/ 256 w 512"/>
              <a:gd name="T51" fmla="*/ 0 h 512"/>
              <a:gd name="T52" fmla="*/ 512 w 512"/>
              <a:gd name="T53" fmla="*/ 256 h 512"/>
              <a:gd name="T54" fmla="*/ 389 w 512"/>
              <a:gd name="T55" fmla="*/ 175 h 512"/>
              <a:gd name="T56" fmla="*/ 382 w 512"/>
              <a:gd name="T57" fmla="*/ 169 h 512"/>
              <a:gd name="T58" fmla="*/ 372 w 512"/>
              <a:gd name="T59" fmla="*/ 171 h 512"/>
              <a:gd name="T60" fmla="*/ 333 w 512"/>
              <a:gd name="T61" fmla="*/ 210 h 512"/>
              <a:gd name="T62" fmla="*/ 317 w 512"/>
              <a:gd name="T63" fmla="*/ 196 h 512"/>
              <a:gd name="T64" fmla="*/ 303 w 512"/>
              <a:gd name="T65" fmla="*/ 180 h 512"/>
              <a:gd name="T66" fmla="*/ 342 w 512"/>
              <a:gd name="T67" fmla="*/ 141 h 512"/>
              <a:gd name="T68" fmla="*/ 344 w 512"/>
              <a:gd name="T69" fmla="*/ 131 h 512"/>
              <a:gd name="T70" fmla="*/ 338 w 512"/>
              <a:gd name="T71" fmla="*/ 124 h 512"/>
              <a:gd name="T72" fmla="*/ 265 w 512"/>
              <a:gd name="T73" fmla="*/ 131 h 512"/>
              <a:gd name="T74" fmla="*/ 249 w 512"/>
              <a:gd name="T75" fmla="*/ 144 h 512"/>
              <a:gd name="T76" fmla="*/ 227 w 512"/>
              <a:gd name="T77" fmla="*/ 226 h 512"/>
              <a:gd name="T78" fmla="*/ 122 w 512"/>
              <a:gd name="T79" fmla="*/ 331 h 512"/>
              <a:gd name="T80" fmla="*/ 109 w 512"/>
              <a:gd name="T81" fmla="*/ 361 h 512"/>
              <a:gd name="T82" fmla="*/ 122 w 512"/>
              <a:gd name="T83" fmla="*/ 391 h 512"/>
              <a:gd name="T84" fmla="*/ 152 w 512"/>
              <a:gd name="T85" fmla="*/ 404 h 512"/>
              <a:gd name="T86" fmla="*/ 182 w 512"/>
              <a:gd name="T87" fmla="*/ 391 h 512"/>
              <a:gd name="T88" fmla="*/ 287 w 512"/>
              <a:gd name="T89" fmla="*/ 286 h 512"/>
              <a:gd name="T90" fmla="*/ 369 w 512"/>
              <a:gd name="T91" fmla="*/ 264 h 512"/>
              <a:gd name="T92" fmla="*/ 382 w 512"/>
              <a:gd name="T93" fmla="*/ 248 h 512"/>
              <a:gd name="T94" fmla="*/ 389 w 512"/>
              <a:gd name="T95" fmla="*/ 17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341" y="232"/>
                </a:moveTo>
                <a:cubicBezTo>
                  <a:pt x="373" y="200"/>
                  <a:pt x="373" y="200"/>
                  <a:pt x="373" y="200"/>
                </a:cubicBezTo>
                <a:cubicBezTo>
                  <a:pt x="374" y="213"/>
                  <a:pt x="370" y="226"/>
                  <a:pt x="364" y="237"/>
                </a:cubicBezTo>
                <a:cubicBezTo>
                  <a:pt x="364" y="237"/>
                  <a:pt x="364" y="237"/>
                  <a:pt x="364" y="237"/>
                </a:cubicBezTo>
                <a:cubicBezTo>
                  <a:pt x="361" y="242"/>
                  <a:pt x="358" y="246"/>
                  <a:pt x="354" y="249"/>
                </a:cubicBezTo>
                <a:cubicBezTo>
                  <a:pt x="337" y="267"/>
                  <a:pt x="311" y="272"/>
                  <a:pt x="288" y="264"/>
                </a:cubicBezTo>
                <a:cubicBezTo>
                  <a:pt x="284" y="263"/>
                  <a:pt x="279" y="264"/>
                  <a:pt x="276" y="267"/>
                </a:cubicBezTo>
                <a:cubicBezTo>
                  <a:pt x="167" y="376"/>
                  <a:pt x="167" y="376"/>
                  <a:pt x="167" y="376"/>
                </a:cubicBezTo>
                <a:cubicBezTo>
                  <a:pt x="159" y="384"/>
                  <a:pt x="145" y="384"/>
                  <a:pt x="137" y="376"/>
                </a:cubicBezTo>
                <a:cubicBezTo>
                  <a:pt x="133" y="372"/>
                  <a:pt x="131" y="367"/>
                  <a:pt x="131" y="361"/>
                </a:cubicBezTo>
                <a:cubicBezTo>
                  <a:pt x="131" y="355"/>
                  <a:pt x="133" y="350"/>
                  <a:pt x="137" y="346"/>
                </a:cubicBezTo>
                <a:cubicBezTo>
                  <a:pt x="246" y="237"/>
                  <a:pt x="246" y="237"/>
                  <a:pt x="246" y="237"/>
                </a:cubicBezTo>
                <a:cubicBezTo>
                  <a:pt x="249" y="234"/>
                  <a:pt x="250" y="229"/>
                  <a:pt x="249" y="225"/>
                </a:cubicBezTo>
                <a:cubicBezTo>
                  <a:pt x="241" y="202"/>
                  <a:pt x="246" y="176"/>
                  <a:pt x="264" y="159"/>
                </a:cubicBezTo>
                <a:cubicBezTo>
                  <a:pt x="267" y="155"/>
                  <a:pt x="271" y="152"/>
                  <a:pt x="276" y="149"/>
                </a:cubicBezTo>
                <a:cubicBezTo>
                  <a:pt x="286" y="143"/>
                  <a:pt x="297" y="140"/>
                  <a:pt x="309" y="140"/>
                </a:cubicBezTo>
                <a:cubicBezTo>
                  <a:pt x="310" y="140"/>
                  <a:pt x="311" y="140"/>
                  <a:pt x="312" y="140"/>
                </a:cubicBezTo>
                <a:cubicBezTo>
                  <a:pt x="281" y="171"/>
                  <a:pt x="281" y="171"/>
                  <a:pt x="281" y="171"/>
                </a:cubicBezTo>
                <a:cubicBezTo>
                  <a:pt x="277" y="175"/>
                  <a:pt x="277" y="181"/>
                  <a:pt x="280" y="185"/>
                </a:cubicBezTo>
                <a:cubicBezTo>
                  <a:pt x="286" y="194"/>
                  <a:pt x="293" y="203"/>
                  <a:pt x="301" y="211"/>
                </a:cubicBezTo>
                <a:cubicBezTo>
                  <a:pt x="310" y="220"/>
                  <a:pt x="318" y="227"/>
                  <a:pt x="328" y="233"/>
                </a:cubicBezTo>
                <a:cubicBezTo>
                  <a:pt x="332" y="236"/>
                  <a:pt x="338" y="235"/>
                  <a:pt x="341" y="232"/>
                </a:cubicBezTo>
                <a:close/>
                <a:moveTo>
                  <a:pt x="512" y="256"/>
                </a:moveTo>
                <a:cubicBezTo>
                  <a:pt x="512" y="397"/>
                  <a:pt x="397" y="512"/>
                  <a:pt x="256" y="512"/>
                </a:cubicBezTo>
                <a:cubicBezTo>
                  <a:pt x="115" y="512"/>
                  <a:pt x="0" y="397"/>
                  <a:pt x="0" y="256"/>
                </a:cubicBezTo>
                <a:cubicBezTo>
                  <a:pt x="0" y="114"/>
                  <a:pt x="115" y="0"/>
                  <a:pt x="256" y="0"/>
                </a:cubicBezTo>
                <a:cubicBezTo>
                  <a:pt x="397" y="0"/>
                  <a:pt x="512" y="114"/>
                  <a:pt x="512" y="256"/>
                </a:cubicBezTo>
                <a:close/>
                <a:moveTo>
                  <a:pt x="389" y="175"/>
                </a:moveTo>
                <a:cubicBezTo>
                  <a:pt x="388" y="172"/>
                  <a:pt x="385" y="169"/>
                  <a:pt x="382" y="169"/>
                </a:cubicBezTo>
                <a:cubicBezTo>
                  <a:pt x="378" y="168"/>
                  <a:pt x="374" y="169"/>
                  <a:pt x="372" y="171"/>
                </a:cubicBezTo>
                <a:cubicBezTo>
                  <a:pt x="333" y="210"/>
                  <a:pt x="333" y="210"/>
                  <a:pt x="333" y="210"/>
                </a:cubicBezTo>
                <a:cubicBezTo>
                  <a:pt x="327" y="206"/>
                  <a:pt x="322" y="201"/>
                  <a:pt x="317" y="196"/>
                </a:cubicBezTo>
                <a:cubicBezTo>
                  <a:pt x="311" y="191"/>
                  <a:pt x="307" y="186"/>
                  <a:pt x="303" y="180"/>
                </a:cubicBezTo>
                <a:cubicBezTo>
                  <a:pt x="342" y="141"/>
                  <a:pt x="342" y="141"/>
                  <a:pt x="342" y="141"/>
                </a:cubicBezTo>
                <a:cubicBezTo>
                  <a:pt x="344" y="139"/>
                  <a:pt x="345" y="135"/>
                  <a:pt x="344" y="131"/>
                </a:cubicBezTo>
                <a:cubicBezTo>
                  <a:pt x="344" y="128"/>
                  <a:pt x="341" y="125"/>
                  <a:pt x="338" y="124"/>
                </a:cubicBezTo>
                <a:cubicBezTo>
                  <a:pt x="313" y="115"/>
                  <a:pt x="287" y="118"/>
                  <a:pt x="265" y="131"/>
                </a:cubicBezTo>
                <a:cubicBezTo>
                  <a:pt x="259" y="135"/>
                  <a:pt x="253" y="139"/>
                  <a:pt x="249" y="144"/>
                </a:cubicBezTo>
                <a:cubicBezTo>
                  <a:pt x="227" y="165"/>
                  <a:pt x="219" y="197"/>
                  <a:pt x="227" y="226"/>
                </a:cubicBezTo>
                <a:cubicBezTo>
                  <a:pt x="122" y="331"/>
                  <a:pt x="122" y="331"/>
                  <a:pt x="122" y="331"/>
                </a:cubicBezTo>
                <a:cubicBezTo>
                  <a:pt x="114" y="339"/>
                  <a:pt x="109" y="350"/>
                  <a:pt x="109" y="361"/>
                </a:cubicBezTo>
                <a:cubicBezTo>
                  <a:pt x="109" y="372"/>
                  <a:pt x="114" y="383"/>
                  <a:pt x="122" y="391"/>
                </a:cubicBezTo>
                <a:cubicBezTo>
                  <a:pt x="130" y="399"/>
                  <a:pt x="140" y="404"/>
                  <a:pt x="152" y="404"/>
                </a:cubicBezTo>
                <a:cubicBezTo>
                  <a:pt x="163" y="404"/>
                  <a:pt x="174" y="399"/>
                  <a:pt x="182" y="391"/>
                </a:cubicBezTo>
                <a:cubicBezTo>
                  <a:pt x="287" y="286"/>
                  <a:pt x="287" y="286"/>
                  <a:pt x="287" y="286"/>
                </a:cubicBezTo>
                <a:cubicBezTo>
                  <a:pt x="316" y="294"/>
                  <a:pt x="348" y="286"/>
                  <a:pt x="369" y="264"/>
                </a:cubicBezTo>
                <a:cubicBezTo>
                  <a:pt x="374" y="260"/>
                  <a:pt x="378" y="254"/>
                  <a:pt x="382" y="248"/>
                </a:cubicBezTo>
                <a:cubicBezTo>
                  <a:pt x="395" y="226"/>
                  <a:pt x="398" y="200"/>
                  <a:pt x="389" y="175"/>
                </a:cubicBezTo>
                <a:close/>
              </a:path>
            </a:pathLst>
          </a:custGeom>
          <a:solidFill>
            <a:schemeClr val="accent4"/>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Tree>
    <p:extLst>
      <p:ext uri="{BB962C8B-B14F-4D97-AF65-F5344CB8AC3E}">
        <p14:creationId xmlns:p14="http://schemas.microsoft.com/office/powerpoint/2010/main" val="2048833397"/>
      </p:ext>
    </p:extLst>
  </p:cSld>
  <p:clrMapOvr>
    <a:masterClrMapping/>
  </p:clrMapOvr>
  <p:transition>
    <p:fade/>
  </p:transition>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Leaves and bubble combined</a:t>
            </a:r>
            <a:endParaRPr lang="en-US" dirty="0"/>
          </a:p>
        </p:txBody>
      </p:sp>
      <p:sp>
        <p:nvSpPr>
          <p:cNvPr id="28" name="Oval 2"/>
          <p:cNvSpPr/>
          <p:nvPr/>
        </p:nvSpPr>
        <p:spPr bwMode="gray">
          <a:xfrm>
            <a:off x="3040453" y="2724857"/>
            <a:ext cx="3390702" cy="2723338"/>
          </a:xfrm>
          <a:custGeom>
            <a:avLst/>
            <a:gdLst>
              <a:gd name="connsiteX0" fmla="*/ 389298 w 4173172"/>
              <a:gd name="connsiteY0" fmla="*/ 0 h 3351800"/>
              <a:gd name="connsiteX1" fmla="*/ 389298 w 4173172"/>
              <a:gd name="connsiteY1" fmla="*/ 9553 h 3351800"/>
              <a:gd name="connsiteX2" fmla="*/ 671470 w 4173172"/>
              <a:gd name="connsiteY2" fmla="*/ 291725 h 3351800"/>
              <a:gd name="connsiteX3" fmla="*/ 2837142 w 4173172"/>
              <a:gd name="connsiteY3" fmla="*/ 291725 h 3351800"/>
              <a:gd name="connsiteX4" fmla="*/ 2837142 w 4173172"/>
              <a:gd name="connsiteY4" fmla="*/ 1551661 h 3351800"/>
              <a:gd name="connsiteX5" fmla="*/ 3089136 w 4173172"/>
              <a:gd name="connsiteY5" fmla="*/ 1803655 h 3351800"/>
              <a:gd name="connsiteX6" fmla="*/ 4173172 w 4173172"/>
              <a:gd name="connsiteY6" fmla="*/ 1803655 h 3351800"/>
              <a:gd name="connsiteX7" fmla="*/ 2127565 w 4173172"/>
              <a:gd name="connsiteY7" fmla="*/ 3351800 h 3351800"/>
              <a:gd name="connsiteX8" fmla="*/ 0 w 4173172"/>
              <a:gd name="connsiteY8" fmla="*/ 1224235 h 3351800"/>
              <a:gd name="connsiteX9" fmla="*/ 389298 w 4173172"/>
              <a:gd name="connsiteY9" fmla="*/ 0 h 3351800"/>
              <a:gd name="connsiteX10" fmla="*/ 3171425 w 4173172"/>
              <a:gd name="connsiteY10" fmla="*/ 291724 h 3351800"/>
              <a:gd name="connsiteX11" fmla="*/ 4039314 w 4173172"/>
              <a:gd name="connsiteY11" fmla="*/ 291724 h 3351800"/>
              <a:gd name="connsiteX12" fmla="*/ 3171425 w 4173172"/>
              <a:gd name="connsiteY12" fmla="*/ 291724 h 3351800"/>
              <a:gd name="connsiteX0" fmla="*/ 389298 w 4173172"/>
              <a:gd name="connsiteY0" fmla="*/ 0 h 3351800"/>
              <a:gd name="connsiteX1" fmla="*/ 389298 w 4173172"/>
              <a:gd name="connsiteY1" fmla="*/ 9553 h 3351800"/>
              <a:gd name="connsiteX2" fmla="*/ 671470 w 4173172"/>
              <a:gd name="connsiteY2" fmla="*/ 291725 h 3351800"/>
              <a:gd name="connsiteX3" fmla="*/ 2837142 w 4173172"/>
              <a:gd name="connsiteY3" fmla="*/ 291725 h 3351800"/>
              <a:gd name="connsiteX4" fmla="*/ 2837142 w 4173172"/>
              <a:gd name="connsiteY4" fmla="*/ 1551661 h 3351800"/>
              <a:gd name="connsiteX5" fmla="*/ 3089136 w 4173172"/>
              <a:gd name="connsiteY5" fmla="*/ 1803655 h 3351800"/>
              <a:gd name="connsiteX6" fmla="*/ 4173172 w 4173172"/>
              <a:gd name="connsiteY6" fmla="*/ 1803655 h 3351800"/>
              <a:gd name="connsiteX7" fmla="*/ 2127565 w 4173172"/>
              <a:gd name="connsiteY7" fmla="*/ 3351800 h 3351800"/>
              <a:gd name="connsiteX8" fmla="*/ 0 w 4173172"/>
              <a:gd name="connsiteY8" fmla="*/ 1224235 h 3351800"/>
              <a:gd name="connsiteX9" fmla="*/ 389298 w 4173172"/>
              <a:gd name="connsiteY9" fmla="*/ 0 h 335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73172" h="3351800">
                <a:moveTo>
                  <a:pt x="389298" y="0"/>
                </a:moveTo>
                <a:lnTo>
                  <a:pt x="389298" y="9553"/>
                </a:lnTo>
                <a:cubicBezTo>
                  <a:pt x="389298" y="165392"/>
                  <a:pt x="515631" y="291725"/>
                  <a:pt x="671470" y="291725"/>
                </a:cubicBezTo>
                <a:lnTo>
                  <a:pt x="2837142" y="291725"/>
                </a:lnTo>
                <a:lnTo>
                  <a:pt x="2837142" y="1551661"/>
                </a:lnTo>
                <a:cubicBezTo>
                  <a:pt x="2837142" y="1690833"/>
                  <a:pt x="2949964" y="1803655"/>
                  <a:pt x="3089136" y="1803655"/>
                </a:cubicBezTo>
                <a:lnTo>
                  <a:pt x="4173172" y="1803655"/>
                </a:lnTo>
                <a:cubicBezTo>
                  <a:pt x="3922639" y="2697346"/>
                  <a:pt x="3101531" y="3351800"/>
                  <a:pt x="2127565" y="3351800"/>
                </a:cubicBezTo>
                <a:cubicBezTo>
                  <a:pt x="952543" y="3351800"/>
                  <a:pt x="0" y="2399257"/>
                  <a:pt x="0" y="1224235"/>
                </a:cubicBezTo>
                <a:cubicBezTo>
                  <a:pt x="0" y="768074"/>
                  <a:pt x="143559" y="345443"/>
                  <a:pt x="389298" y="0"/>
                </a:cubicBezTo>
                <a:close/>
              </a:path>
            </a:pathLst>
          </a:custGeom>
          <a:solidFill>
            <a:schemeClr val="accent1"/>
          </a:solidFill>
          <a:ln w="19050" algn="ctr">
            <a:noFill/>
            <a:miter lim="800000"/>
            <a:headEnd/>
            <a:tailEnd/>
          </a:ln>
        </p:spPr>
        <p:txBody>
          <a:bodyPr wrap="square" lIns="72231" tIns="72231" rIns="72231" bIns="72231" rtlCol="0" anchor="ctr"/>
          <a:lstStyle/>
          <a:p>
            <a:pPr algn="ctr">
              <a:lnSpc>
                <a:spcPct val="106000"/>
              </a:lnSpc>
            </a:pPr>
            <a:endParaRPr lang="en-US" sz="800" b="1" dirty="0">
              <a:solidFill>
                <a:schemeClr val="bg1"/>
              </a:solidFill>
            </a:endParaRPr>
          </a:p>
        </p:txBody>
      </p:sp>
      <p:sp>
        <p:nvSpPr>
          <p:cNvPr id="29" name="Round Diagonal Corner Rectangle 28"/>
          <p:cNvSpPr/>
          <p:nvPr/>
        </p:nvSpPr>
        <p:spPr bwMode="gray">
          <a:xfrm>
            <a:off x="5423782" y="1851134"/>
            <a:ext cx="1668016" cy="1029832"/>
          </a:xfrm>
          <a:prstGeom prst="round2DiagRect">
            <a:avLst/>
          </a:prstGeom>
          <a:solidFill>
            <a:schemeClr val="accent3"/>
          </a:solidFill>
          <a:ln w="19050" algn="ctr">
            <a:noFill/>
            <a:miter lim="800000"/>
            <a:headEnd/>
            <a:tailEnd/>
          </a:ln>
        </p:spPr>
        <p:txBody>
          <a:bodyPr wrap="square" lIns="72231" tIns="72231" rIns="72231" bIns="72231" rtlCol="0" anchor="ctr"/>
          <a:lstStyle/>
          <a:p>
            <a:pPr algn="ctr">
              <a:lnSpc>
                <a:spcPct val="106000"/>
              </a:lnSpc>
            </a:pPr>
            <a:endParaRPr lang="en-US" sz="800" b="1" dirty="0">
              <a:solidFill>
                <a:schemeClr val="bg1"/>
              </a:solidFill>
            </a:endParaRPr>
          </a:p>
        </p:txBody>
      </p:sp>
      <p:sp>
        <p:nvSpPr>
          <p:cNvPr id="30" name="Round Diagonal Corner Rectangle 29"/>
          <p:cNvSpPr/>
          <p:nvPr/>
        </p:nvSpPr>
        <p:spPr bwMode="gray">
          <a:xfrm flipH="1">
            <a:off x="5423780" y="2961883"/>
            <a:ext cx="2109550" cy="1154883"/>
          </a:xfrm>
          <a:prstGeom prst="round2DiagRect">
            <a:avLst/>
          </a:prstGeom>
          <a:solidFill>
            <a:schemeClr val="accent5"/>
          </a:solidFill>
          <a:ln w="19050" algn="ctr">
            <a:noFill/>
            <a:miter lim="800000"/>
            <a:headEnd/>
            <a:tailEnd/>
          </a:ln>
        </p:spPr>
        <p:txBody>
          <a:bodyPr wrap="square" lIns="72231" tIns="72231" rIns="72231" bIns="72231" rtlCol="0" anchor="ctr"/>
          <a:lstStyle/>
          <a:p>
            <a:pPr algn="ctr">
              <a:lnSpc>
                <a:spcPct val="106000"/>
              </a:lnSpc>
            </a:pPr>
            <a:endParaRPr lang="en-US" sz="800" b="1" dirty="0">
              <a:solidFill>
                <a:schemeClr val="bg1"/>
              </a:solidFill>
            </a:endParaRPr>
          </a:p>
        </p:txBody>
      </p:sp>
      <p:sp>
        <p:nvSpPr>
          <p:cNvPr id="31" name="Round Diagonal Corner Rectangle 30"/>
          <p:cNvSpPr/>
          <p:nvPr/>
        </p:nvSpPr>
        <p:spPr bwMode="gray">
          <a:xfrm flipH="1">
            <a:off x="3445032" y="1726085"/>
            <a:ext cx="1897833" cy="1154883"/>
          </a:xfrm>
          <a:prstGeom prst="round2DiagRect">
            <a:avLst/>
          </a:prstGeom>
          <a:solidFill>
            <a:schemeClr val="accent4"/>
          </a:solidFill>
          <a:ln w="19050" algn="ctr">
            <a:noFill/>
            <a:miter lim="800000"/>
            <a:headEnd/>
            <a:tailEnd/>
          </a:ln>
        </p:spPr>
        <p:txBody>
          <a:bodyPr wrap="square" lIns="72231" tIns="72231" rIns="72231" bIns="72231" rtlCol="0" anchor="ctr"/>
          <a:lstStyle/>
          <a:p>
            <a:pPr algn="ctr">
              <a:lnSpc>
                <a:spcPct val="106000"/>
              </a:lnSpc>
            </a:pPr>
            <a:endParaRPr lang="en-US" sz="800" b="1" dirty="0">
              <a:solidFill>
                <a:schemeClr val="bg1"/>
              </a:solidFill>
            </a:endParaRPr>
          </a:p>
        </p:txBody>
      </p:sp>
      <p:sp>
        <p:nvSpPr>
          <p:cNvPr id="32" name="Rectangle 31"/>
          <p:cNvSpPr/>
          <p:nvPr/>
        </p:nvSpPr>
        <p:spPr>
          <a:xfrm>
            <a:off x="3613280" y="3170313"/>
            <a:ext cx="1644127" cy="1482457"/>
          </a:xfrm>
          <a:prstGeom prst="rect">
            <a:avLst/>
          </a:prstGeom>
        </p:spPr>
        <p:txBody>
          <a:bodyPr wrap="square" lIns="0" tIns="0" rIns="0" bIns="0">
            <a:spAutoFit/>
          </a:bodyPr>
          <a:lstStyle/>
          <a:p>
            <a:pPr>
              <a:spcBef>
                <a:spcPts val="488"/>
              </a:spcBef>
            </a:pPr>
            <a:r>
              <a:rPr lang="en-US" sz="800" b="1" dirty="0" err="1"/>
              <a:t>Lorem</a:t>
            </a:r>
            <a:r>
              <a:rPr lang="en-US" sz="800" b="1" dirty="0"/>
              <a:t> </a:t>
            </a:r>
            <a:r>
              <a:rPr lang="en-US" sz="800" b="1" dirty="0" err="1"/>
              <a:t>ipsum</a:t>
            </a:r>
            <a:r>
              <a:rPr lang="en-US" sz="800" b="1" dirty="0"/>
              <a:t> dolor </a:t>
            </a:r>
          </a:p>
          <a:p>
            <a:pPr>
              <a:spcBef>
                <a:spcPts val="488"/>
              </a:spcBef>
            </a:pPr>
            <a:r>
              <a:rPr lang="en-US" sz="800" dirty="0"/>
              <a:t>This is dummy text it is not here to be read. This is body copy that is not here to be read it is not here to be read is the body copy it’s just dummy text. This is dummy text it is not here to be read. This is dummy text it is not here to be read. This is body copy that is not here to be read it is not here to be read is the body copy it’s just dummy text.</a:t>
            </a:r>
          </a:p>
          <a:p>
            <a:pPr>
              <a:spcBef>
                <a:spcPts val="488"/>
              </a:spcBef>
            </a:pPr>
            <a:endParaRPr lang="en-US" sz="800" dirty="0"/>
          </a:p>
        </p:txBody>
      </p:sp>
      <p:cxnSp>
        <p:nvCxnSpPr>
          <p:cNvPr id="33" name="Straight Connector 32"/>
          <p:cNvCxnSpPr/>
          <p:nvPr/>
        </p:nvCxnSpPr>
        <p:spPr>
          <a:xfrm>
            <a:off x="3613280" y="3326512"/>
            <a:ext cx="1597693" cy="0"/>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ctangle 45"/>
          <p:cNvSpPr/>
          <p:nvPr/>
        </p:nvSpPr>
        <p:spPr>
          <a:xfrm>
            <a:off x="3863084" y="1914181"/>
            <a:ext cx="1435597" cy="689612"/>
          </a:xfrm>
          <a:prstGeom prst="rect">
            <a:avLst/>
          </a:prstGeom>
        </p:spPr>
        <p:txBody>
          <a:bodyPr wrap="square" lIns="0" tIns="0" rIns="0" bIns="0">
            <a:spAutoFit/>
          </a:bodyPr>
          <a:lstStyle/>
          <a:p>
            <a:pPr>
              <a:spcBef>
                <a:spcPts val="488"/>
              </a:spcBef>
            </a:pPr>
            <a:r>
              <a:rPr lang="en-US" sz="800" b="1" dirty="0" err="1">
                <a:solidFill>
                  <a:schemeClr val="bg1"/>
                </a:solidFill>
              </a:rPr>
              <a:t>Lorem</a:t>
            </a:r>
            <a:r>
              <a:rPr lang="en-US" sz="800" b="1" dirty="0">
                <a:solidFill>
                  <a:schemeClr val="bg1"/>
                </a:solidFill>
              </a:rPr>
              <a:t> </a:t>
            </a:r>
            <a:r>
              <a:rPr lang="en-US" sz="800" b="1" dirty="0" err="1">
                <a:solidFill>
                  <a:schemeClr val="bg1"/>
                </a:solidFill>
              </a:rPr>
              <a:t>ipsum</a:t>
            </a:r>
            <a:r>
              <a:rPr lang="en-US" sz="800" b="1" dirty="0">
                <a:solidFill>
                  <a:schemeClr val="bg1"/>
                </a:solidFill>
              </a:rPr>
              <a:t> dolor </a:t>
            </a:r>
          </a:p>
          <a:p>
            <a:pPr>
              <a:spcBef>
                <a:spcPts val="488"/>
              </a:spcBef>
            </a:pPr>
            <a:r>
              <a:rPr lang="en-US" sz="800" dirty="0">
                <a:solidFill>
                  <a:schemeClr val="bg1"/>
                </a:solidFill>
              </a:rPr>
              <a:t>This is dummy text it is not here to be read. This is dummy text it is not here to be read. This is dummy text.</a:t>
            </a:r>
          </a:p>
        </p:txBody>
      </p:sp>
      <p:cxnSp>
        <p:nvCxnSpPr>
          <p:cNvPr id="47" name="Straight Connector 46"/>
          <p:cNvCxnSpPr/>
          <p:nvPr/>
        </p:nvCxnSpPr>
        <p:spPr>
          <a:xfrm>
            <a:off x="3863082" y="2070378"/>
            <a:ext cx="1301453" cy="0"/>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8" name="Rectangle 47"/>
          <p:cNvSpPr/>
          <p:nvPr/>
        </p:nvSpPr>
        <p:spPr>
          <a:xfrm>
            <a:off x="5496977" y="2039213"/>
            <a:ext cx="1099521" cy="564514"/>
          </a:xfrm>
          <a:prstGeom prst="rect">
            <a:avLst/>
          </a:prstGeom>
        </p:spPr>
        <p:txBody>
          <a:bodyPr wrap="square" lIns="0" tIns="0" rIns="0" bIns="0">
            <a:spAutoFit/>
          </a:bodyPr>
          <a:lstStyle/>
          <a:p>
            <a:pPr>
              <a:spcBef>
                <a:spcPts val="488"/>
              </a:spcBef>
            </a:pPr>
            <a:r>
              <a:rPr lang="en-US" sz="800" b="1" dirty="0" err="1">
                <a:solidFill>
                  <a:schemeClr val="bg1"/>
                </a:solidFill>
              </a:rPr>
              <a:t>Lorem</a:t>
            </a:r>
            <a:r>
              <a:rPr lang="en-US" sz="800" b="1" dirty="0">
                <a:solidFill>
                  <a:schemeClr val="bg1"/>
                </a:solidFill>
              </a:rPr>
              <a:t> </a:t>
            </a:r>
            <a:r>
              <a:rPr lang="en-US" sz="800" b="1" dirty="0" err="1">
                <a:solidFill>
                  <a:schemeClr val="bg1"/>
                </a:solidFill>
              </a:rPr>
              <a:t>ipsum</a:t>
            </a:r>
            <a:r>
              <a:rPr lang="en-US" sz="800" b="1" dirty="0">
                <a:solidFill>
                  <a:schemeClr val="bg1"/>
                </a:solidFill>
              </a:rPr>
              <a:t> dolor </a:t>
            </a:r>
          </a:p>
          <a:p>
            <a:pPr>
              <a:spcBef>
                <a:spcPts val="488"/>
              </a:spcBef>
            </a:pPr>
            <a:r>
              <a:rPr lang="en-US" sz="800" dirty="0">
                <a:solidFill>
                  <a:schemeClr val="bg1"/>
                </a:solidFill>
              </a:rPr>
              <a:t>This is dummy text it is not here to be read. This is dummy text . </a:t>
            </a:r>
          </a:p>
        </p:txBody>
      </p:sp>
      <p:cxnSp>
        <p:nvCxnSpPr>
          <p:cNvPr id="60" name="Straight Connector 59"/>
          <p:cNvCxnSpPr/>
          <p:nvPr/>
        </p:nvCxnSpPr>
        <p:spPr>
          <a:xfrm>
            <a:off x="5496974" y="2195412"/>
            <a:ext cx="953061" cy="0"/>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ctangle 60"/>
          <p:cNvSpPr/>
          <p:nvPr/>
        </p:nvSpPr>
        <p:spPr>
          <a:xfrm>
            <a:off x="5548570" y="3170313"/>
            <a:ext cx="1319591" cy="564514"/>
          </a:xfrm>
          <a:prstGeom prst="rect">
            <a:avLst/>
          </a:prstGeom>
        </p:spPr>
        <p:txBody>
          <a:bodyPr wrap="square" lIns="0" tIns="0" rIns="0" bIns="0">
            <a:spAutoFit/>
          </a:bodyPr>
          <a:lstStyle/>
          <a:p>
            <a:pPr>
              <a:spcBef>
                <a:spcPts val="488"/>
              </a:spcBef>
            </a:pPr>
            <a:r>
              <a:rPr lang="en-US" sz="800" b="1" dirty="0" err="1">
                <a:solidFill>
                  <a:schemeClr val="bg1"/>
                </a:solidFill>
              </a:rPr>
              <a:t>Lorem</a:t>
            </a:r>
            <a:r>
              <a:rPr lang="en-US" sz="800" b="1" dirty="0">
                <a:solidFill>
                  <a:schemeClr val="bg1"/>
                </a:solidFill>
              </a:rPr>
              <a:t> </a:t>
            </a:r>
            <a:r>
              <a:rPr lang="en-US" sz="800" b="1" dirty="0" err="1">
                <a:solidFill>
                  <a:schemeClr val="bg1"/>
                </a:solidFill>
              </a:rPr>
              <a:t>ipsum</a:t>
            </a:r>
            <a:r>
              <a:rPr lang="en-US" sz="800" b="1" dirty="0">
                <a:solidFill>
                  <a:schemeClr val="bg1"/>
                </a:solidFill>
              </a:rPr>
              <a:t> dolor </a:t>
            </a:r>
          </a:p>
          <a:p>
            <a:pPr>
              <a:spcBef>
                <a:spcPts val="488"/>
              </a:spcBef>
            </a:pPr>
            <a:r>
              <a:rPr lang="en-US" sz="800" dirty="0">
                <a:solidFill>
                  <a:schemeClr val="bg1"/>
                </a:solidFill>
              </a:rPr>
              <a:t>This is dummy text it is not here to be read. This is dummy text it is not here to be read. </a:t>
            </a:r>
          </a:p>
        </p:txBody>
      </p:sp>
      <p:cxnSp>
        <p:nvCxnSpPr>
          <p:cNvPr id="62" name="Straight Connector 61"/>
          <p:cNvCxnSpPr/>
          <p:nvPr/>
        </p:nvCxnSpPr>
        <p:spPr>
          <a:xfrm>
            <a:off x="5548569" y="3326512"/>
            <a:ext cx="1301453" cy="0"/>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71" name="Group 17"/>
          <p:cNvGrpSpPr>
            <a:grpSpLocks noChangeAspect="1"/>
          </p:cNvGrpSpPr>
          <p:nvPr/>
        </p:nvGrpSpPr>
        <p:grpSpPr bwMode="auto">
          <a:xfrm>
            <a:off x="3495868" y="1887856"/>
            <a:ext cx="298700" cy="298700"/>
            <a:chOff x="2387" y="1141"/>
            <a:chExt cx="340" cy="340"/>
          </a:xfrm>
          <a:solidFill>
            <a:schemeClr val="bg1"/>
          </a:solidFill>
        </p:grpSpPr>
        <p:sp>
          <p:nvSpPr>
            <p:cNvPr id="72" name="Freeform 18"/>
            <p:cNvSpPr>
              <a:spLocks/>
            </p:cNvSpPr>
            <p:nvPr/>
          </p:nvSpPr>
          <p:spPr bwMode="auto">
            <a:xfrm>
              <a:off x="2479" y="1211"/>
              <a:ext cx="35" cy="65"/>
            </a:xfrm>
            <a:custGeom>
              <a:avLst/>
              <a:gdLst>
                <a:gd name="T0" fmla="*/ 18 w 53"/>
                <a:gd name="T1" fmla="*/ 81 h 98"/>
                <a:gd name="T2" fmla="*/ 20 w 53"/>
                <a:gd name="T3" fmla="*/ 96 h 98"/>
                <a:gd name="T4" fmla="*/ 26 w 53"/>
                <a:gd name="T5" fmla="*/ 98 h 98"/>
                <a:gd name="T6" fmla="*/ 35 w 53"/>
                <a:gd name="T7" fmla="*/ 94 h 98"/>
                <a:gd name="T8" fmla="*/ 35 w 53"/>
                <a:gd name="T9" fmla="*/ 43 h 98"/>
                <a:gd name="T10" fmla="*/ 34 w 53"/>
                <a:gd name="T11" fmla="*/ 19 h 98"/>
                <a:gd name="T12" fmla="*/ 33 w 53"/>
                <a:gd name="T13" fmla="*/ 4 h 98"/>
                <a:gd name="T14" fmla="*/ 18 w 53"/>
                <a:gd name="T15" fmla="*/ 5 h 98"/>
                <a:gd name="T16" fmla="*/ 17 w 53"/>
                <a:gd name="T17" fmla="*/ 55 h 98"/>
                <a:gd name="T18" fmla="*/ 18 w 53"/>
                <a:gd name="T19" fmla="*/ 8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8">
                  <a:moveTo>
                    <a:pt x="18" y="81"/>
                  </a:moveTo>
                  <a:cubicBezTo>
                    <a:pt x="14" y="85"/>
                    <a:pt x="15" y="92"/>
                    <a:pt x="20" y="96"/>
                  </a:cubicBezTo>
                  <a:cubicBezTo>
                    <a:pt x="22" y="97"/>
                    <a:pt x="24" y="98"/>
                    <a:pt x="26" y="98"/>
                  </a:cubicBezTo>
                  <a:cubicBezTo>
                    <a:pt x="29" y="98"/>
                    <a:pt x="33" y="97"/>
                    <a:pt x="35" y="94"/>
                  </a:cubicBezTo>
                  <a:cubicBezTo>
                    <a:pt x="35" y="93"/>
                    <a:pt x="53" y="71"/>
                    <a:pt x="35" y="43"/>
                  </a:cubicBezTo>
                  <a:cubicBezTo>
                    <a:pt x="27" y="29"/>
                    <a:pt x="34" y="20"/>
                    <a:pt x="34" y="19"/>
                  </a:cubicBezTo>
                  <a:cubicBezTo>
                    <a:pt x="38" y="14"/>
                    <a:pt x="38" y="8"/>
                    <a:pt x="33" y="4"/>
                  </a:cubicBezTo>
                  <a:cubicBezTo>
                    <a:pt x="29" y="0"/>
                    <a:pt x="22" y="1"/>
                    <a:pt x="18" y="5"/>
                  </a:cubicBezTo>
                  <a:cubicBezTo>
                    <a:pt x="18" y="6"/>
                    <a:pt x="0" y="27"/>
                    <a:pt x="17" y="55"/>
                  </a:cubicBezTo>
                  <a:cubicBezTo>
                    <a:pt x="26" y="69"/>
                    <a:pt x="19" y="80"/>
                    <a:pt x="18" y="8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p>
          </p:txBody>
        </p:sp>
        <p:sp>
          <p:nvSpPr>
            <p:cNvPr id="73" name="Freeform 19"/>
            <p:cNvSpPr>
              <a:spLocks/>
            </p:cNvSpPr>
            <p:nvPr/>
          </p:nvSpPr>
          <p:spPr bwMode="auto">
            <a:xfrm>
              <a:off x="2528" y="1211"/>
              <a:ext cx="35" cy="65"/>
            </a:xfrm>
            <a:custGeom>
              <a:avLst/>
              <a:gdLst>
                <a:gd name="T0" fmla="*/ 19 w 53"/>
                <a:gd name="T1" fmla="*/ 81 h 98"/>
                <a:gd name="T2" fmla="*/ 20 w 53"/>
                <a:gd name="T3" fmla="*/ 96 h 98"/>
                <a:gd name="T4" fmla="*/ 27 w 53"/>
                <a:gd name="T5" fmla="*/ 98 h 98"/>
                <a:gd name="T6" fmla="*/ 35 w 53"/>
                <a:gd name="T7" fmla="*/ 94 h 98"/>
                <a:gd name="T8" fmla="*/ 36 w 53"/>
                <a:gd name="T9" fmla="*/ 43 h 98"/>
                <a:gd name="T10" fmla="*/ 35 w 53"/>
                <a:gd name="T11" fmla="*/ 19 h 98"/>
                <a:gd name="T12" fmla="*/ 34 w 53"/>
                <a:gd name="T13" fmla="*/ 4 h 98"/>
                <a:gd name="T14" fmla="*/ 19 w 53"/>
                <a:gd name="T15" fmla="*/ 5 h 98"/>
                <a:gd name="T16" fmla="*/ 18 w 53"/>
                <a:gd name="T17" fmla="*/ 55 h 98"/>
                <a:gd name="T18" fmla="*/ 19 w 53"/>
                <a:gd name="T19" fmla="*/ 8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8">
                  <a:moveTo>
                    <a:pt x="19" y="81"/>
                  </a:moveTo>
                  <a:cubicBezTo>
                    <a:pt x="15" y="85"/>
                    <a:pt x="16" y="92"/>
                    <a:pt x="20" y="96"/>
                  </a:cubicBezTo>
                  <a:cubicBezTo>
                    <a:pt x="22" y="97"/>
                    <a:pt x="25" y="98"/>
                    <a:pt x="27" y="98"/>
                  </a:cubicBezTo>
                  <a:cubicBezTo>
                    <a:pt x="30" y="98"/>
                    <a:pt x="33" y="97"/>
                    <a:pt x="35" y="94"/>
                  </a:cubicBezTo>
                  <a:cubicBezTo>
                    <a:pt x="36" y="93"/>
                    <a:pt x="53" y="71"/>
                    <a:pt x="36" y="43"/>
                  </a:cubicBezTo>
                  <a:cubicBezTo>
                    <a:pt x="27" y="29"/>
                    <a:pt x="34" y="20"/>
                    <a:pt x="35" y="19"/>
                  </a:cubicBezTo>
                  <a:cubicBezTo>
                    <a:pt x="39" y="14"/>
                    <a:pt x="38" y="8"/>
                    <a:pt x="34" y="4"/>
                  </a:cubicBezTo>
                  <a:cubicBezTo>
                    <a:pt x="30" y="0"/>
                    <a:pt x="23" y="1"/>
                    <a:pt x="19" y="5"/>
                  </a:cubicBezTo>
                  <a:cubicBezTo>
                    <a:pt x="18" y="6"/>
                    <a:pt x="0" y="27"/>
                    <a:pt x="18" y="55"/>
                  </a:cubicBezTo>
                  <a:cubicBezTo>
                    <a:pt x="27" y="69"/>
                    <a:pt x="19" y="80"/>
                    <a:pt x="19" y="8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p>
          </p:txBody>
        </p:sp>
        <p:sp>
          <p:nvSpPr>
            <p:cNvPr id="74" name="Freeform 20"/>
            <p:cNvSpPr>
              <a:spLocks/>
            </p:cNvSpPr>
            <p:nvPr/>
          </p:nvSpPr>
          <p:spPr bwMode="auto">
            <a:xfrm>
              <a:off x="2578" y="1211"/>
              <a:ext cx="35" cy="65"/>
            </a:xfrm>
            <a:custGeom>
              <a:avLst/>
              <a:gdLst>
                <a:gd name="T0" fmla="*/ 18 w 53"/>
                <a:gd name="T1" fmla="*/ 81 h 98"/>
                <a:gd name="T2" fmla="*/ 20 w 53"/>
                <a:gd name="T3" fmla="*/ 96 h 98"/>
                <a:gd name="T4" fmla="*/ 27 w 53"/>
                <a:gd name="T5" fmla="*/ 98 h 98"/>
                <a:gd name="T6" fmla="*/ 35 w 53"/>
                <a:gd name="T7" fmla="*/ 94 h 98"/>
                <a:gd name="T8" fmla="*/ 36 w 53"/>
                <a:gd name="T9" fmla="*/ 43 h 98"/>
                <a:gd name="T10" fmla="*/ 35 w 53"/>
                <a:gd name="T11" fmla="*/ 19 h 98"/>
                <a:gd name="T12" fmla="*/ 34 w 53"/>
                <a:gd name="T13" fmla="*/ 4 h 98"/>
                <a:gd name="T14" fmla="*/ 19 w 53"/>
                <a:gd name="T15" fmla="*/ 5 h 98"/>
                <a:gd name="T16" fmla="*/ 18 w 53"/>
                <a:gd name="T17" fmla="*/ 55 h 98"/>
                <a:gd name="T18" fmla="*/ 18 w 53"/>
                <a:gd name="T19" fmla="*/ 8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8">
                  <a:moveTo>
                    <a:pt x="18" y="81"/>
                  </a:moveTo>
                  <a:cubicBezTo>
                    <a:pt x="15" y="85"/>
                    <a:pt x="15" y="92"/>
                    <a:pt x="20" y="96"/>
                  </a:cubicBezTo>
                  <a:cubicBezTo>
                    <a:pt x="22" y="97"/>
                    <a:pt x="24" y="98"/>
                    <a:pt x="27" y="98"/>
                  </a:cubicBezTo>
                  <a:cubicBezTo>
                    <a:pt x="30" y="98"/>
                    <a:pt x="33" y="97"/>
                    <a:pt x="35" y="94"/>
                  </a:cubicBezTo>
                  <a:cubicBezTo>
                    <a:pt x="36" y="93"/>
                    <a:pt x="53" y="71"/>
                    <a:pt x="36" y="43"/>
                  </a:cubicBezTo>
                  <a:cubicBezTo>
                    <a:pt x="27" y="29"/>
                    <a:pt x="34" y="20"/>
                    <a:pt x="35" y="19"/>
                  </a:cubicBezTo>
                  <a:cubicBezTo>
                    <a:pt x="39" y="14"/>
                    <a:pt x="38" y="8"/>
                    <a:pt x="34" y="4"/>
                  </a:cubicBezTo>
                  <a:cubicBezTo>
                    <a:pt x="29" y="0"/>
                    <a:pt x="23" y="1"/>
                    <a:pt x="19" y="5"/>
                  </a:cubicBezTo>
                  <a:cubicBezTo>
                    <a:pt x="18" y="6"/>
                    <a:pt x="0" y="27"/>
                    <a:pt x="18" y="55"/>
                  </a:cubicBezTo>
                  <a:cubicBezTo>
                    <a:pt x="27" y="69"/>
                    <a:pt x="19" y="80"/>
                    <a:pt x="18" y="8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p>
          </p:txBody>
        </p:sp>
        <p:sp>
          <p:nvSpPr>
            <p:cNvPr id="75" name="Freeform 21"/>
            <p:cNvSpPr>
              <a:spLocks noEditPoints="1"/>
            </p:cNvSpPr>
            <p:nvPr/>
          </p:nvSpPr>
          <p:spPr bwMode="auto">
            <a:xfrm>
              <a:off x="2465" y="1290"/>
              <a:ext cx="198" cy="113"/>
            </a:xfrm>
            <a:custGeom>
              <a:avLst/>
              <a:gdLst>
                <a:gd name="T0" fmla="*/ 238 w 299"/>
                <a:gd name="T1" fmla="*/ 79 h 170"/>
                <a:gd name="T2" fmla="*/ 263 w 299"/>
                <a:gd name="T3" fmla="*/ 90 h 170"/>
                <a:gd name="T4" fmla="*/ 299 w 299"/>
                <a:gd name="T5" fmla="*/ 55 h 170"/>
                <a:gd name="T6" fmla="*/ 263 w 299"/>
                <a:gd name="T7" fmla="*/ 19 h 170"/>
                <a:gd name="T8" fmla="*/ 245 w 299"/>
                <a:gd name="T9" fmla="*/ 24 h 170"/>
                <a:gd name="T10" fmla="*/ 245 w 299"/>
                <a:gd name="T11" fmla="*/ 10 h 170"/>
                <a:gd name="T12" fmla="*/ 235 w 299"/>
                <a:gd name="T13" fmla="*/ 0 h 170"/>
                <a:gd name="T14" fmla="*/ 11 w 299"/>
                <a:gd name="T15" fmla="*/ 0 h 170"/>
                <a:gd name="T16" fmla="*/ 0 w 299"/>
                <a:gd name="T17" fmla="*/ 10 h 170"/>
                <a:gd name="T18" fmla="*/ 0 w 299"/>
                <a:gd name="T19" fmla="*/ 35 h 170"/>
                <a:gd name="T20" fmla="*/ 73 w 299"/>
                <a:gd name="T21" fmla="*/ 149 h 170"/>
                <a:gd name="T22" fmla="*/ 11 w 299"/>
                <a:gd name="T23" fmla="*/ 149 h 170"/>
                <a:gd name="T24" fmla="*/ 0 w 299"/>
                <a:gd name="T25" fmla="*/ 160 h 170"/>
                <a:gd name="T26" fmla="*/ 11 w 299"/>
                <a:gd name="T27" fmla="*/ 170 h 170"/>
                <a:gd name="T28" fmla="*/ 267 w 299"/>
                <a:gd name="T29" fmla="*/ 170 h 170"/>
                <a:gd name="T30" fmla="*/ 277 w 299"/>
                <a:gd name="T31" fmla="*/ 160 h 170"/>
                <a:gd name="T32" fmla="*/ 267 w 299"/>
                <a:gd name="T33" fmla="*/ 149 h 170"/>
                <a:gd name="T34" fmla="*/ 173 w 299"/>
                <a:gd name="T35" fmla="*/ 149 h 170"/>
                <a:gd name="T36" fmla="*/ 238 w 299"/>
                <a:gd name="T37" fmla="*/ 79 h 170"/>
                <a:gd name="T38" fmla="*/ 263 w 299"/>
                <a:gd name="T39" fmla="*/ 41 h 170"/>
                <a:gd name="T40" fmla="*/ 277 w 299"/>
                <a:gd name="T41" fmla="*/ 55 h 170"/>
                <a:gd name="T42" fmla="*/ 263 w 299"/>
                <a:gd name="T43" fmla="*/ 69 h 170"/>
                <a:gd name="T44" fmla="*/ 249 w 299"/>
                <a:gd name="T45" fmla="*/ 55 h 170"/>
                <a:gd name="T46" fmla="*/ 263 w 299"/>
                <a:gd name="T47" fmla="*/ 41 h 170"/>
                <a:gd name="T48" fmla="*/ 123 w 299"/>
                <a:gd name="T49" fmla="*/ 138 h 170"/>
                <a:gd name="T50" fmla="*/ 21 w 299"/>
                <a:gd name="T51" fmla="*/ 35 h 170"/>
                <a:gd name="T52" fmla="*/ 21 w 299"/>
                <a:gd name="T53" fmla="*/ 21 h 170"/>
                <a:gd name="T54" fmla="*/ 224 w 299"/>
                <a:gd name="T55" fmla="*/ 21 h 170"/>
                <a:gd name="T56" fmla="*/ 224 w 299"/>
                <a:gd name="T57" fmla="*/ 35 h 170"/>
                <a:gd name="T58" fmla="*/ 123 w 299"/>
                <a:gd name="T59" fmla="*/ 13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9" h="170">
                  <a:moveTo>
                    <a:pt x="238" y="79"/>
                  </a:moveTo>
                  <a:cubicBezTo>
                    <a:pt x="244" y="86"/>
                    <a:pt x="253" y="90"/>
                    <a:pt x="263" y="90"/>
                  </a:cubicBezTo>
                  <a:cubicBezTo>
                    <a:pt x="283" y="90"/>
                    <a:pt x="299" y="74"/>
                    <a:pt x="299" y="55"/>
                  </a:cubicBezTo>
                  <a:cubicBezTo>
                    <a:pt x="299" y="35"/>
                    <a:pt x="283" y="19"/>
                    <a:pt x="263" y="19"/>
                  </a:cubicBezTo>
                  <a:cubicBezTo>
                    <a:pt x="257" y="19"/>
                    <a:pt x="251" y="21"/>
                    <a:pt x="245" y="24"/>
                  </a:cubicBezTo>
                  <a:cubicBezTo>
                    <a:pt x="245" y="10"/>
                    <a:pt x="245" y="10"/>
                    <a:pt x="245" y="10"/>
                  </a:cubicBezTo>
                  <a:cubicBezTo>
                    <a:pt x="245" y="4"/>
                    <a:pt x="241" y="0"/>
                    <a:pt x="235" y="0"/>
                  </a:cubicBezTo>
                  <a:cubicBezTo>
                    <a:pt x="11" y="0"/>
                    <a:pt x="11" y="0"/>
                    <a:pt x="11" y="0"/>
                  </a:cubicBezTo>
                  <a:cubicBezTo>
                    <a:pt x="5" y="0"/>
                    <a:pt x="0" y="4"/>
                    <a:pt x="0" y="10"/>
                  </a:cubicBezTo>
                  <a:cubicBezTo>
                    <a:pt x="0" y="35"/>
                    <a:pt x="0" y="35"/>
                    <a:pt x="0" y="35"/>
                  </a:cubicBezTo>
                  <a:cubicBezTo>
                    <a:pt x="0" y="87"/>
                    <a:pt x="30" y="130"/>
                    <a:pt x="73" y="149"/>
                  </a:cubicBezTo>
                  <a:cubicBezTo>
                    <a:pt x="11" y="149"/>
                    <a:pt x="11" y="149"/>
                    <a:pt x="11" y="149"/>
                  </a:cubicBezTo>
                  <a:cubicBezTo>
                    <a:pt x="5" y="149"/>
                    <a:pt x="0" y="154"/>
                    <a:pt x="0" y="160"/>
                  </a:cubicBezTo>
                  <a:cubicBezTo>
                    <a:pt x="0" y="166"/>
                    <a:pt x="5" y="170"/>
                    <a:pt x="11" y="170"/>
                  </a:cubicBezTo>
                  <a:cubicBezTo>
                    <a:pt x="267" y="170"/>
                    <a:pt x="267" y="170"/>
                    <a:pt x="267" y="170"/>
                  </a:cubicBezTo>
                  <a:cubicBezTo>
                    <a:pt x="273" y="170"/>
                    <a:pt x="277" y="166"/>
                    <a:pt x="277" y="160"/>
                  </a:cubicBezTo>
                  <a:cubicBezTo>
                    <a:pt x="277" y="154"/>
                    <a:pt x="273" y="149"/>
                    <a:pt x="267" y="149"/>
                  </a:cubicBezTo>
                  <a:cubicBezTo>
                    <a:pt x="173" y="149"/>
                    <a:pt x="173" y="149"/>
                    <a:pt x="173" y="149"/>
                  </a:cubicBezTo>
                  <a:cubicBezTo>
                    <a:pt x="203" y="136"/>
                    <a:pt x="226" y="111"/>
                    <a:pt x="238" y="79"/>
                  </a:cubicBezTo>
                  <a:close/>
                  <a:moveTo>
                    <a:pt x="263" y="41"/>
                  </a:moveTo>
                  <a:cubicBezTo>
                    <a:pt x="271" y="41"/>
                    <a:pt x="277" y="47"/>
                    <a:pt x="277" y="55"/>
                  </a:cubicBezTo>
                  <a:cubicBezTo>
                    <a:pt x="277" y="62"/>
                    <a:pt x="271" y="69"/>
                    <a:pt x="263" y="69"/>
                  </a:cubicBezTo>
                  <a:cubicBezTo>
                    <a:pt x="255" y="69"/>
                    <a:pt x="249" y="62"/>
                    <a:pt x="249" y="55"/>
                  </a:cubicBezTo>
                  <a:cubicBezTo>
                    <a:pt x="249" y="47"/>
                    <a:pt x="255" y="41"/>
                    <a:pt x="263" y="41"/>
                  </a:cubicBezTo>
                  <a:close/>
                  <a:moveTo>
                    <a:pt x="123" y="138"/>
                  </a:moveTo>
                  <a:cubicBezTo>
                    <a:pt x="66" y="138"/>
                    <a:pt x="21" y="93"/>
                    <a:pt x="21" y="35"/>
                  </a:cubicBezTo>
                  <a:cubicBezTo>
                    <a:pt x="21" y="21"/>
                    <a:pt x="21" y="21"/>
                    <a:pt x="21" y="21"/>
                  </a:cubicBezTo>
                  <a:cubicBezTo>
                    <a:pt x="224" y="21"/>
                    <a:pt x="224" y="21"/>
                    <a:pt x="224" y="21"/>
                  </a:cubicBezTo>
                  <a:cubicBezTo>
                    <a:pt x="224" y="35"/>
                    <a:pt x="224" y="35"/>
                    <a:pt x="224" y="35"/>
                  </a:cubicBezTo>
                  <a:cubicBezTo>
                    <a:pt x="224" y="93"/>
                    <a:pt x="179" y="138"/>
                    <a:pt x="123" y="13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p>
          </p:txBody>
        </p:sp>
        <p:sp>
          <p:nvSpPr>
            <p:cNvPr id="76" name="Freeform 22"/>
            <p:cNvSpPr>
              <a:spLocks noEditPoints="1"/>
            </p:cNvSpPr>
            <p:nvPr/>
          </p:nvSpPr>
          <p:spPr bwMode="auto">
            <a:xfrm>
              <a:off x="2387" y="114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p>
          </p:txBody>
        </p:sp>
      </p:grpSp>
      <p:grpSp>
        <p:nvGrpSpPr>
          <p:cNvPr id="77" name="Group 162"/>
          <p:cNvGrpSpPr>
            <a:grpSpLocks noChangeAspect="1"/>
          </p:cNvGrpSpPr>
          <p:nvPr/>
        </p:nvGrpSpPr>
        <p:grpSpPr bwMode="auto">
          <a:xfrm>
            <a:off x="3197602" y="3137363"/>
            <a:ext cx="298700" cy="298700"/>
            <a:chOff x="3425" y="1699"/>
            <a:chExt cx="340" cy="340"/>
          </a:xfrm>
          <a:solidFill>
            <a:schemeClr val="bg1"/>
          </a:solidFill>
        </p:grpSpPr>
        <p:sp>
          <p:nvSpPr>
            <p:cNvPr id="78" name="Freeform 163"/>
            <p:cNvSpPr>
              <a:spLocks noEditPoints="1"/>
            </p:cNvSpPr>
            <p:nvPr/>
          </p:nvSpPr>
          <p:spPr bwMode="auto">
            <a:xfrm>
              <a:off x="3517" y="1763"/>
              <a:ext cx="134" cy="212"/>
            </a:xfrm>
            <a:custGeom>
              <a:avLst/>
              <a:gdLst>
                <a:gd name="T0" fmla="*/ 42 w 202"/>
                <a:gd name="T1" fmla="*/ 64 h 320"/>
                <a:gd name="T2" fmla="*/ 42 w 202"/>
                <a:gd name="T3" fmla="*/ 11 h 320"/>
                <a:gd name="T4" fmla="*/ 53 w 202"/>
                <a:gd name="T5" fmla="*/ 0 h 320"/>
                <a:gd name="T6" fmla="*/ 64 w 202"/>
                <a:gd name="T7" fmla="*/ 11 h 320"/>
                <a:gd name="T8" fmla="*/ 64 w 202"/>
                <a:gd name="T9" fmla="*/ 64 h 320"/>
                <a:gd name="T10" fmla="*/ 53 w 202"/>
                <a:gd name="T11" fmla="*/ 75 h 320"/>
                <a:gd name="T12" fmla="*/ 42 w 202"/>
                <a:gd name="T13" fmla="*/ 64 h 320"/>
                <a:gd name="T14" fmla="*/ 202 w 202"/>
                <a:gd name="T15" fmla="*/ 11 h 320"/>
                <a:gd name="T16" fmla="*/ 202 w 202"/>
                <a:gd name="T17" fmla="*/ 310 h 320"/>
                <a:gd name="T18" fmla="*/ 192 w 202"/>
                <a:gd name="T19" fmla="*/ 320 h 320"/>
                <a:gd name="T20" fmla="*/ 138 w 202"/>
                <a:gd name="T21" fmla="*/ 288 h 320"/>
                <a:gd name="T22" fmla="*/ 149 w 202"/>
                <a:gd name="T23" fmla="*/ 154 h 320"/>
                <a:gd name="T24" fmla="*/ 131 w 202"/>
                <a:gd name="T25" fmla="*/ 136 h 320"/>
                <a:gd name="T26" fmla="*/ 128 w 202"/>
                <a:gd name="T27" fmla="*/ 128 h 320"/>
                <a:gd name="T28" fmla="*/ 187 w 202"/>
                <a:gd name="T29" fmla="*/ 2 h 320"/>
                <a:gd name="T30" fmla="*/ 197 w 202"/>
                <a:gd name="T31" fmla="*/ 2 h 320"/>
                <a:gd name="T32" fmla="*/ 202 w 202"/>
                <a:gd name="T33" fmla="*/ 11 h 320"/>
                <a:gd name="T34" fmla="*/ 181 w 202"/>
                <a:gd name="T35" fmla="*/ 33 h 320"/>
                <a:gd name="T36" fmla="*/ 149 w 202"/>
                <a:gd name="T37" fmla="*/ 124 h 320"/>
                <a:gd name="T38" fmla="*/ 167 w 202"/>
                <a:gd name="T39" fmla="*/ 142 h 320"/>
                <a:gd name="T40" fmla="*/ 170 w 202"/>
                <a:gd name="T41" fmla="*/ 150 h 320"/>
                <a:gd name="T42" fmla="*/ 160 w 202"/>
                <a:gd name="T43" fmla="*/ 288 h 320"/>
                <a:gd name="T44" fmla="*/ 181 w 202"/>
                <a:gd name="T45" fmla="*/ 298 h 320"/>
                <a:gd name="T46" fmla="*/ 181 w 202"/>
                <a:gd name="T47" fmla="*/ 33 h 320"/>
                <a:gd name="T48" fmla="*/ 96 w 202"/>
                <a:gd name="T49" fmla="*/ 0 h 320"/>
                <a:gd name="T50" fmla="*/ 85 w 202"/>
                <a:gd name="T51" fmla="*/ 11 h 320"/>
                <a:gd name="T52" fmla="*/ 85 w 202"/>
                <a:gd name="T53" fmla="*/ 75 h 320"/>
                <a:gd name="T54" fmla="*/ 74 w 202"/>
                <a:gd name="T55" fmla="*/ 86 h 320"/>
                <a:gd name="T56" fmla="*/ 64 w 202"/>
                <a:gd name="T57" fmla="*/ 96 h 320"/>
                <a:gd name="T58" fmla="*/ 64 w 202"/>
                <a:gd name="T59" fmla="*/ 288 h 320"/>
                <a:gd name="T60" fmla="*/ 53 w 202"/>
                <a:gd name="T61" fmla="*/ 299 h 320"/>
                <a:gd name="T62" fmla="*/ 42 w 202"/>
                <a:gd name="T63" fmla="*/ 288 h 320"/>
                <a:gd name="T64" fmla="*/ 42 w 202"/>
                <a:gd name="T65" fmla="*/ 96 h 320"/>
                <a:gd name="T66" fmla="*/ 32 w 202"/>
                <a:gd name="T67" fmla="*/ 86 h 320"/>
                <a:gd name="T68" fmla="*/ 21 w 202"/>
                <a:gd name="T69" fmla="*/ 75 h 320"/>
                <a:gd name="T70" fmla="*/ 21 w 202"/>
                <a:gd name="T71" fmla="*/ 11 h 320"/>
                <a:gd name="T72" fmla="*/ 10 w 202"/>
                <a:gd name="T73" fmla="*/ 0 h 320"/>
                <a:gd name="T74" fmla="*/ 0 w 202"/>
                <a:gd name="T75" fmla="*/ 11 h 320"/>
                <a:gd name="T76" fmla="*/ 0 w 202"/>
                <a:gd name="T77" fmla="*/ 75 h 320"/>
                <a:gd name="T78" fmla="*/ 21 w 202"/>
                <a:gd name="T79" fmla="*/ 105 h 320"/>
                <a:gd name="T80" fmla="*/ 21 w 202"/>
                <a:gd name="T81" fmla="*/ 289 h 320"/>
                <a:gd name="T82" fmla="*/ 53 w 202"/>
                <a:gd name="T83" fmla="*/ 320 h 320"/>
                <a:gd name="T84" fmla="*/ 53 w 202"/>
                <a:gd name="T85" fmla="*/ 320 h 320"/>
                <a:gd name="T86" fmla="*/ 53 w 202"/>
                <a:gd name="T87" fmla="*/ 320 h 320"/>
                <a:gd name="T88" fmla="*/ 85 w 202"/>
                <a:gd name="T89" fmla="*/ 288 h 320"/>
                <a:gd name="T90" fmla="*/ 85 w 202"/>
                <a:gd name="T91" fmla="*/ 105 h 320"/>
                <a:gd name="T92" fmla="*/ 106 w 202"/>
                <a:gd name="T93" fmla="*/ 75 h 320"/>
                <a:gd name="T94" fmla="*/ 106 w 202"/>
                <a:gd name="T95" fmla="*/ 11 h 320"/>
                <a:gd name="T96" fmla="*/ 96 w 202"/>
                <a:gd name="T97"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2" h="320">
                  <a:moveTo>
                    <a:pt x="42" y="64"/>
                  </a:moveTo>
                  <a:cubicBezTo>
                    <a:pt x="42" y="11"/>
                    <a:pt x="42" y="11"/>
                    <a:pt x="42" y="11"/>
                  </a:cubicBezTo>
                  <a:cubicBezTo>
                    <a:pt x="42" y="5"/>
                    <a:pt x="47" y="0"/>
                    <a:pt x="53" y="0"/>
                  </a:cubicBezTo>
                  <a:cubicBezTo>
                    <a:pt x="59" y="0"/>
                    <a:pt x="64" y="5"/>
                    <a:pt x="64" y="11"/>
                  </a:cubicBezTo>
                  <a:cubicBezTo>
                    <a:pt x="64" y="64"/>
                    <a:pt x="64" y="64"/>
                    <a:pt x="64" y="64"/>
                  </a:cubicBezTo>
                  <a:cubicBezTo>
                    <a:pt x="64" y="70"/>
                    <a:pt x="59" y="75"/>
                    <a:pt x="53" y="75"/>
                  </a:cubicBezTo>
                  <a:cubicBezTo>
                    <a:pt x="47" y="75"/>
                    <a:pt x="42" y="70"/>
                    <a:pt x="42" y="64"/>
                  </a:cubicBezTo>
                  <a:close/>
                  <a:moveTo>
                    <a:pt x="202" y="11"/>
                  </a:moveTo>
                  <a:cubicBezTo>
                    <a:pt x="202" y="310"/>
                    <a:pt x="202" y="310"/>
                    <a:pt x="202" y="310"/>
                  </a:cubicBezTo>
                  <a:cubicBezTo>
                    <a:pt x="202" y="316"/>
                    <a:pt x="198" y="320"/>
                    <a:pt x="192" y="320"/>
                  </a:cubicBezTo>
                  <a:cubicBezTo>
                    <a:pt x="139" y="320"/>
                    <a:pt x="138" y="290"/>
                    <a:pt x="138" y="288"/>
                  </a:cubicBezTo>
                  <a:cubicBezTo>
                    <a:pt x="149" y="154"/>
                    <a:pt x="149" y="154"/>
                    <a:pt x="149" y="154"/>
                  </a:cubicBezTo>
                  <a:cubicBezTo>
                    <a:pt x="131" y="136"/>
                    <a:pt x="131" y="136"/>
                    <a:pt x="131" y="136"/>
                  </a:cubicBezTo>
                  <a:cubicBezTo>
                    <a:pt x="129" y="134"/>
                    <a:pt x="128" y="131"/>
                    <a:pt x="128" y="128"/>
                  </a:cubicBezTo>
                  <a:cubicBezTo>
                    <a:pt x="128" y="34"/>
                    <a:pt x="184" y="3"/>
                    <a:pt x="187" y="2"/>
                  </a:cubicBezTo>
                  <a:cubicBezTo>
                    <a:pt x="190" y="0"/>
                    <a:pt x="194" y="0"/>
                    <a:pt x="197" y="2"/>
                  </a:cubicBezTo>
                  <a:cubicBezTo>
                    <a:pt x="200" y="4"/>
                    <a:pt x="202" y="7"/>
                    <a:pt x="202" y="11"/>
                  </a:cubicBezTo>
                  <a:close/>
                  <a:moveTo>
                    <a:pt x="181" y="33"/>
                  </a:moveTo>
                  <a:cubicBezTo>
                    <a:pt x="168" y="48"/>
                    <a:pt x="150" y="76"/>
                    <a:pt x="149" y="124"/>
                  </a:cubicBezTo>
                  <a:cubicBezTo>
                    <a:pt x="167" y="142"/>
                    <a:pt x="167" y="142"/>
                    <a:pt x="167" y="142"/>
                  </a:cubicBezTo>
                  <a:cubicBezTo>
                    <a:pt x="169" y="144"/>
                    <a:pt x="171" y="147"/>
                    <a:pt x="170" y="150"/>
                  </a:cubicBezTo>
                  <a:cubicBezTo>
                    <a:pt x="160" y="288"/>
                    <a:pt x="160" y="288"/>
                    <a:pt x="160" y="288"/>
                  </a:cubicBezTo>
                  <a:cubicBezTo>
                    <a:pt x="160" y="291"/>
                    <a:pt x="166" y="297"/>
                    <a:pt x="181" y="298"/>
                  </a:cubicBezTo>
                  <a:lnTo>
                    <a:pt x="181" y="33"/>
                  </a:lnTo>
                  <a:close/>
                  <a:moveTo>
                    <a:pt x="96" y="0"/>
                  </a:moveTo>
                  <a:cubicBezTo>
                    <a:pt x="90" y="0"/>
                    <a:pt x="85" y="5"/>
                    <a:pt x="85" y="11"/>
                  </a:cubicBezTo>
                  <a:cubicBezTo>
                    <a:pt x="85" y="75"/>
                    <a:pt x="85" y="75"/>
                    <a:pt x="85" y="75"/>
                  </a:cubicBezTo>
                  <a:cubicBezTo>
                    <a:pt x="85" y="80"/>
                    <a:pt x="83" y="86"/>
                    <a:pt x="74" y="86"/>
                  </a:cubicBezTo>
                  <a:cubicBezTo>
                    <a:pt x="68" y="86"/>
                    <a:pt x="64" y="90"/>
                    <a:pt x="64" y="96"/>
                  </a:cubicBezTo>
                  <a:cubicBezTo>
                    <a:pt x="64" y="288"/>
                    <a:pt x="64" y="288"/>
                    <a:pt x="64" y="288"/>
                  </a:cubicBezTo>
                  <a:cubicBezTo>
                    <a:pt x="64" y="292"/>
                    <a:pt x="62" y="299"/>
                    <a:pt x="53" y="299"/>
                  </a:cubicBezTo>
                  <a:cubicBezTo>
                    <a:pt x="44" y="299"/>
                    <a:pt x="43" y="292"/>
                    <a:pt x="42" y="288"/>
                  </a:cubicBezTo>
                  <a:cubicBezTo>
                    <a:pt x="42" y="96"/>
                    <a:pt x="42" y="96"/>
                    <a:pt x="42" y="96"/>
                  </a:cubicBezTo>
                  <a:cubicBezTo>
                    <a:pt x="42" y="90"/>
                    <a:pt x="38" y="86"/>
                    <a:pt x="32" y="86"/>
                  </a:cubicBezTo>
                  <a:cubicBezTo>
                    <a:pt x="23" y="86"/>
                    <a:pt x="21" y="80"/>
                    <a:pt x="21" y="75"/>
                  </a:cubicBezTo>
                  <a:cubicBezTo>
                    <a:pt x="21" y="11"/>
                    <a:pt x="21" y="11"/>
                    <a:pt x="21" y="11"/>
                  </a:cubicBezTo>
                  <a:cubicBezTo>
                    <a:pt x="21" y="5"/>
                    <a:pt x="16" y="0"/>
                    <a:pt x="10" y="0"/>
                  </a:cubicBezTo>
                  <a:cubicBezTo>
                    <a:pt x="4" y="0"/>
                    <a:pt x="0" y="5"/>
                    <a:pt x="0" y="11"/>
                  </a:cubicBezTo>
                  <a:cubicBezTo>
                    <a:pt x="0" y="75"/>
                    <a:pt x="0" y="75"/>
                    <a:pt x="0" y="75"/>
                  </a:cubicBezTo>
                  <a:cubicBezTo>
                    <a:pt x="0" y="86"/>
                    <a:pt x="10" y="101"/>
                    <a:pt x="21" y="105"/>
                  </a:cubicBezTo>
                  <a:cubicBezTo>
                    <a:pt x="21" y="289"/>
                    <a:pt x="21" y="289"/>
                    <a:pt x="21" y="289"/>
                  </a:cubicBezTo>
                  <a:cubicBezTo>
                    <a:pt x="21" y="301"/>
                    <a:pt x="30" y="320"/>
                    <a:pt x="53" y="320"/>
                  </a:cubicBezTo>
                  <a:cubicBezTo>
                    <a:pt x="53" y="320"/>
                    <a:pt x="53" y="320"/>
                    <a:pt x="53" y="320"/>
                  </a:cubicBezTo>
                  <a:cubicBezTo>
                    <a:pt x="53" y="320"/>
                    <a:pt x="53" y="320"/>
                    <a:pt x="53" y="320"/>
                  </a:cubicBezTo>
                  <a:cubicBezTo>
                    <a:pt x="76" y="320"/>
                    <a:pt x="85" y="301"/>
                    <a:pt x="85" y="288"/>
                  </a:cubicBezTo>
                  <a:cubicBezTo>
                    <a:pt x="85" y="105"/>
                    <a:pt x="85" y="105"/>
                    <a:pt x="85" y="105"/>
                  </a:cubicBezTo>
                  <a:cubicBezTo>
                    <a:pt x="100" y="101"/>
                    <a:pt x="106" y="86"/>
                    <a:pt x="106" y="75"/>
                  </a:cubicBezTo>
                  <a:cubicBezTo>
                    <a:pt x="106" y="11"/>
                    <a:pt x="106" y="11"/>
                    <a:pt x="106" y="11"/>
                  </a:cubicBezTo>
                  <a:cubicBezTo>
                    <a:pt x="106" y="5"/>
                    <a:pt x="102" y="0"/>
                    <a:pt x="9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p>
          </p:txBody>
        </p:sp>
        <p:sp>
          <p:nvSpPr>
            <p:cNvPr id="79" name="Freeform 164"/>
            <p:cNvSpPr>
              <a:spLocks noEditPoints="1"/>
            </p:cNvSpPr>
            <p:nvPr/>
          </p:nvSpPr>
          <p:spPr bwMode="auto">
            <a:xfrm>
              <a:off x="3425" y="1699"/>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p>
          </p:txBody>
        </p:sp>
      </p:grpSp>
      <p:grpSp>
        <p:nvGrpSpPr>
          <p:cNvPr id="80" name="Group 67"/>
          <p:cNvGrpSpPr>
            <a:grpSpLocks noChangeAspect="1"/>
          </p:cNvGrpSpPr>
          <p:nvPr/>
        </p:nvGrpSpPr>
        <p:grpSpPr bwMode="auto">
          <a:xfrm>
            <a:off x="7064696" y="3103590"/>
            <a:ext cx="299206" cy="299124"/>
            <a:chOff x="1017" y="408"/>
            <a:chExt cx="3636" cy="3635"/>
          </a:xfrm>
          <a:solidFill>
            <a:schemeClr val="bg1"/>
          </a:solidFill>
        </p:grpSpPr>
        <p:sp>
          <p:nvSpPr>
            <p:cNvPr id="81" name="Freeform 68"/>
            <p:cNvSpPr>
              <a:spLocks noEditPoints="1"/>
            </p:cNvSpPr>
            <p:nvPr/>
          </p:nvSpPr>
          <p:spPr bwMode="auto">
            <a:xfrm>
              <a:off x="1017" y="408"/>
              <a:ext cx="3636" cy="363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p>
          </p:txBody>
        </p:sp>
        <p:sp>
          <p:nvSpPr>
            <p:cNvPr id="82" name="Freeform 69"/>
            <p:cNvSpPr>
              <a:spLocks noEditPoints="1"/>
            </p:cNvSpPr>
            <p:nvPr/>
          </p:nvSpPr>
          <p:spPr bwMode="auto">
            <a:xfrm>
              <a:off x="1699" y="1075"/>
              <a:ext cx="2272" cy="2286"/>
            </a:xfrm>
            <a:custGeom>
              <a:avLst/>
              <a:gdLst>
                <a:gd name="T0" fmla="*/ 234 w 320"/>
                <a:gd name="T1" fmla="*/ 55 h 322"/>
                <a:gd name="T2" fmla="*/ 221 w 320"/>
                <a:gd name="T3" fmla="*/ 56 h 322"/>
                <a:gd name="T4" fmla="*/ 225 w 320"/>
                <a:gd name="T5" fmla="*/ 49 h 322"/>
                <a:gd name="T6" fmla="*/ 234 w 320"/>
                <a:gd name="T7" fmla="*/ 12 h 322"/>
                <a:gd name="T8" fmla="*/ 224 w 320"/>
                <a:gd name="T9" fmla="*/ 2 h 322"/>
                <a:gd name="T10" fmla="*/ 163 w 320"/>
                <a:gd name="T11" fmla="*/ 25 h 322"/>
                <a:gd name="T12" fmla="*/ 158 w 320"/>
                <a:gd name="T13" fmla="*/ 31 h 322"/>
                <a:gd name="T14" fmla="*/ 133 w 320"/>
                <a:gd name="T15" fmla="*/ 3 h 322"/>
                <a:gd name="T16" fmla="*/ 119 w 320"/>
                <a:gd name="T17" fmla="*/ 7 h 322"/>
                <a:gd name="T18" fmla="*/ 122 w 320"/>
                <a:gd name="T19" fmla="*/ 21 h 322"/>
                <a:gd name="T20" fmla="*/ 148 w 320"/>
                <a:gd name="T21" fmla="*/ 67 h 322"/>
                <a:gd name="T22" fmla="*/ 149 w 320"/>
                <a:gd name="T23" fmla="*/ 74 h 322"/>
                <a:gd name="T24" fmla="*/ 146 w 320"/>
                <a:gd name="T25" fmla="*/ 73 h 322"/>
                <a:gd name="T26" fmla="*/ 124 w 320"/>
                <a:gd name="T27" fmla="*/ 66 h 322"/>
                <a:gd name="T28" fmla="*/ 85 w 320"/>
                <a:gd name="T29" fmla="*/ 55 h 322"/>
                <a:gd name="T30" fmla="*/ 0 w 320"/>
                <a:gd name="T31" fmla="*/ 140 h 322"/>
                <a:gd name="T32" fmla="*/ 78 w 320"/>
                <a:gd name="T33" fmla="*/ 308 h 322"/>
                <a:gd name="T34" fmla="*/ 106 w 320"/>
                <a:gd name="T35" fmla="*/ 322 h 322"/>
                <a:gd name="T36" fmla="*/ 121 w 320"/>
                <a:gd name="T37" fmla="*/ 319 h 322"/>
                <a:gd name="T38" fmla="*/ 160 w 320"/>
                <a:gd name="T39" fmla="*/ 311 h 322"/>
                <a:gd name="T40" fmla="*/ 199 w 320"/>
                <a:gd name="T41" fmla="*/ 319 h 322"/>
                <a:gd name="T42" fmla="*/ 213 w 320"/>
                <a:gd name="T43" fmla="*/ 322 h 322"/>
                <a:gd name="T44" fmla="*/ 242 w 320"/>
                <a:gd name="T45" fmla="*/ 308 h 322"/>
                <a:gd name="T46" fmla="*/ 320 w 320"/>
                <a:gd name="T47" fmla="*/ 140 h 322"/>
                <a:gd name="T48" fmla="*/ 234 w 320"/>
                <a:gd name="T49" fmla="*/ 55 h 322"/>
                <a:gd name="T50" fmla="*/ 179 w 320"/>
                <a:gd name="T51" fmla="*/ 39 h 322"/>
                <a:gd name="T52" fmla="*/ 212 w 320"/>
                <a:gd name="T53" fmla="*/ 24 h 322"/>
                <a:gd name="T54" fmla="*/ 206 w 320"/>
                <a:gd name="T55" fmla="*/ 39 h 322"/>
                <a:gd name="T56" fmla="*/ 170 w 320"/>
                <a:gd name="T57" fmla="*/ 65 h 322"/>
                <a:gd name="T58" fmla="*/ 179 w 320"/>
                <a:gd name="T59" fmla="*/ 39 h 322"/>
                <a:gd name="T60" fmla="*/ 228 w 320"/>
                <a:gd name="T61" fmla="*/ 292 h 322"/>
                <a:gd name="T62" fmla="*/ 226 w 320"/>
                <a:gd name="T63" fmla="*/ 293 h 322"/>
                <a:gd name="T64" fmla="*/ 213 w 320"/>
                <a:gd name="T65" fmla="*/ 300 h 322"/>
                <a:gd name="T66" fmla="*/ 207 w 320"/>
                <a:gd name="T67" fmla="*/ 299 h 322"/>
                <a:gd name="T68" fmla="*/ 160 w 320"/>
                <a:gd name="T69" fmla="*/ 290 h 322"/>
                <a:gd name="T70" fmla="*/ 113 w 320"/>
                <a:gd name="T71" fmla="*/ 299 h 322"/>
                <a:gd name="T72" fmla="*/ 106 w 320"/>
                <a:gd name="T73" fmla="*/ 300 h 322"/>
                <a:gd name="T74" fmla="*/ 93 w 320"/>
                <a:gd name="T75" fmla="*/ 293 h 322"/>
                <a:gd name="T76" fmla="*/ 92 w 320"/>
                <a:gd name="T77" fmla="*/ 292 h 322"/>
                <a:gd name="T78" fmla="*/ 21 w 320"/>
                <a:gd name="T79" fmla="*/ 140 h 322"/>
                <a:gd name="T80" fmla="*/ 85 w 320"/>
                <a:gd name="T81" fmla="*/ 76 h 322"/>
                <a:gd name="T82" fmla="*/ 115 w 320"/>
                <a:gd name="T83" fmla="*/ 85 h 322"/>
                <a:gd name="T84" fmla="*/ 141 w 320"/>
                <a:gd name="T85" fmla="*/ 94 h 322"/>
                <a:gd name="T86" fmla="*/ 208 w 320"/>
                <a:gd name="T87" fmla="*/ 82 h 322"/>
                <a:gd name="T88" fmla="*/ 234 w 320"/>
                <a:gd name="T89" fmla="*/ 76 h 322"/>
                <a:gd name="T90" fmla="*/ 298 w 320"/>
                <a:gd name="T91" fmla="*/ 140 h 322"/>
                <a:gd name="T92" fmla="*/ 228 w 320"/>
                <a:gd name="T93" fmla="*/ 29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0" h="322">
                  <a:moveTo>
                    <a:pt x="234" y="55"/>
                  </a:moveTo>
                  <a:cubicBezTo>
                    <a:pt x="230" y="55"/>
                    <a:pt x="225" y="55"/>
                    <a:pt x="221" y="56"/>
                  </a:cubicBezTo>
                  <a:cubicBezTo>
                    <a:pt x="223" y="54"/>
                    <a:pt x="224" y="51"/>
                    <a:pt x="225" y="49"/>
                  </a:cubicBezTo>
                  <a:cubicBezTo>
                    <a:pt x="234" y="31"/>
                    <a:pt x="234" y="13"/>
                    <a:pt x="234" y="12"/>
                  </a:cubicBezTo>
                  <a:cubicBezTo>
                    <a:pt x="234" y="6"/>
                    <a:pt x="230" y="2"/>
                    <a:pt x="224" y="2"/>
                  </a:cubicBezTo>
                  <a:cubicBezTo>
                    <a:pt x="196" y="2"/>
                    <a:pt x="176" y="10"/>
                    <a:pt x="163" y="25"/>
                  </a:cubicBezTo>
                  <a:cubicBezTo>
                    <a:pt x="161" y="27"/>
                    <a:pt x="160" y="29"/>
                    <a:pt x="158" y="31"/>
                  </a:cubicBezTo>
                  <a:cubicBezTo>
                    <a:pt x="148" y="13"/>
                    <a:pt x="134" y="4"/>
                    <a:pt x="133" y="3"/>
                  </a:cubicBezTo>
                  <a:cubicBezTo>
                    <a:pt x="128" y="0"/>
                    <a:pt x="122" y="2"/>
                    <a:pt x="119" y="7"/>
                  </a:cubicBezTo>
                  <a:cubicBezTo>
                    <a:pt x="116" y="11"/>
                    <a:pt x="117" y="18"/>
                    <a:pt x="122" y="21"/>
                  </a:cubicBezTo>
                  <a:cubicBezTo>
                    <a:pt x="123" y="22"/>
                    <a:pt x="145" y="37"/>
                    <a:pt x="148" y="67"/>
                  </a:cubicBezTo>
                  <a:cubicBezTo>
                    <a:pt x="148" y="70"/>
                    <a:pt x="149" y="72"/>
                    <a:pt x="149" y="74"/>
                  </a:cubicBezTo>
                  <a:cubicBezTo>
                    <a:pt x="148" y="74"/>
                    <a:pt x="147" y="74"/>
                    <a:pt x="146" y="73"/>
                  </a:cubicBezTo>
                  <a:cubicBezTo>
                    <a:pt x="138" y="72"/>
                    <a:pt x="131" y="69"/>
                    <a:pt x="124" y="66"/>
                  </a:cubicBezTo>
                  <a:cubicBezTo>
                    <a:pt x="112" y="60"/>
                    <a:pt x="100" y="55"/>
                    <a:pt x="85" y="55"/>
                  </a:cubicBezTo>
                  <a:cubicBezTo>
                    <a:pt x="38" y="55"/>
                    <a:pt x="0" y="93"/>
                    <a:pt x="0" y="140"/>
                  </a:cubicBezTo>
                  <a:cubicBezTo>
                    <a:pt x="0" y="242"/>
                    <a:pt x="69" y="301"/>
                    <a:pt x="78" y="308"/>
                  </a:cubicBezTo>
                  <a:cubicBezTo>
                    <a:pt x="84" y="315"/>
                    <a:pt x="92" y="322"/>
                    <a:pt x="106" y="322"/>
                  </a:cubicBezTo>
                  <a:cubicBezTo>
                    <a:pt x="111" y="322"/>
                    <a:pt x="116" y="321"/>
                    <a:pt x="121" y="319"/>
                  </a:cubicBezTo>
                  <a:cubicBezTo>
                    <a:pt x="122" y="319"/>
                    <a:pt x="139" y="311"/>
                    <a:pt x="160" y="311"/>
                  </a:cubicBezTo>
                  <a:cubicBezTo>
                    <a:pt x="180" y="311"/>
                    <a:pt x="198" y="319"/>
                    <a:pt x="199" y="319"/>
                  </a:cubicBezTo>
                  <a:cubicBezTo>
                    <a:pt x="203" y="321"/>
                    <a:pt x="208" y="322"/>
                    <a:pt x="213" y="322"/>
                  </a:cubicBezTo>
                  <a:cubicBezTo>
                    <a:pt x="227" y="322"/>
                    <a:pt x="236" y="315"/>
                    <a:pt x="242" y="308"/>
                  </a:cubicBezTo>
                  <a:cubicBezTo>
                    <a:pt x="250" y="301"/>
                    <a:pt x="320" y="242"/>
                    <a:pt x="320" y="140"/>
                  </a:cubicBezTo>
                  <a:cubicBezTo>
                    <a:pt x="320" y="93"/>
                    <a:pt x="281" y="55"/>
                    <a:pt x="234" y="55"/>
                  </a:cubicBezTo>
                  <a:close/>
                  <a:moveTo>
                    <a:pt x="179" y="39"/>
                  </a:moveTo>
                  <a:cubicBezTo>
                    <a:pt x="186" y="30"/>
                    <a:pt x="197" y="25"/>
                    <a:pt x="212" y="24"/>
                  </a:cubicBezTo>
                  <a:cubicBezTo>
                    <a:pt x="211" y="28"/>
                    <a:pt x="209" y="34"/>
                    <a:pt x="206" y="39"/>
                  </a:cubicBezTo>
                  <a:cubicBezTo>
                    <a:pt x="199" y="54"/>
                    <a:pt x="187" y="63"/>
                    <a:pt x="170" y="65"/>
                  </a:cubicBezTo>
                  <a:cubicBezTo>
                    <a:pt x="170" y="57"/>
                    <a:pt x="172" y="47"/>
                    <a:pt x="179" y="39"/>
                  </a:cubicBezTo>
                  <a:close/>
                  <a:moveTo>
                    <a:pt x="228" y="292"/>
                  </a:moveTo>
                  <a:cubicBezTo>
                    <a:pt x="227" y="292"/>
                    <a:pt x="227" y="293"/>
                    <a:pt x="226" y="293"/>
                  </a:cubicBezTo>
                  <a:cubicBezTo>
                    <a:pt x="222" y="299"/>
                    <a:pt x="218" y="300"/>
                    <a:pt x="213" y="300"/>
                  </a:cubicBezTo>
                  <a:cubicBezTo>
                    <a:pt x="211" y="300"/>
                    <a:pt x="208" y="300"/>
                    <a:pt x="207" y="299"/>
                  </a:cubicBezTo>
                  <a:cubicBezTo>
                    <a:pt x="206" y="299"/>
                    <a:pt x="185" y="290"/>
                    <a:pt x="160" y="290"/>
                  </a:cubicBezTo>
                  <a:cubicBezTo>
                    <a:pt x="135" y="290"/>
                    <a:pt x="113" y="299"/>
                    <a:pt x="113" y="299"/>
                  </a:cubicBezTo>
                  <a:cubicBezTo>
                    <a:pt x="111" y="300"/>
                    <a:pt x="109" y="300"/>
                    <a:pt x="106" y="300"/>
                  </a:cubicBezTo>
                  <a:cubicBezTo>
                    <a:pt x="101" y="300"/>
                    <a:pt x="98" y="299"/>
                    <a:pt x="93" y="293"/>
                  </a:cubicBezTo>
                  <a:cubicBezTo>
                    <a:pt x="93" y="293"/>
                    <a:pt x="92" y="292"/>
                    <a:pt x="92" y="292"/>
                  </a:cubicBezTo>
                  <a:cubicBezTo>
                    <a:pt x="91" y="291"/>
                    <a:pt x="21" y="236"/>
                    <a:pt x="21" y="140"/>
                  </a:cubicBezTo>
                  <a:cubicBezTo>
                    <a:pt x="21" y="105"/>
                    <a:pt x="50" y="76"/>
                    <a:pt x="85" y="76"/>
                  </a:cubicBezTo>
                  <a:cubicBezTo>
                    <a:pt x="95" y="76"/>
                    <a:pt x="105" y="81"/>
                    <a:pt x="115" y="85"/>
                  </a:cubicBezTo>
                  <a:cubicBezTo>
                    <a:pt x="123" y="89"/>
                    <a:pt x="132" y="92"/>
                    <a:pt x="141" y="94"/>
                  </a:cubicBezTo>
                  <a:cubicBezTo>
                    <a:pt x="163" y="99"/>
                    <a:pt x="187" y="95"/>
                    <a:pt x="208" y="82"/>
                  </a:cubicBezTo>
                  <a:cubicBezTo>
                    <a:pt x="214" y="78"/>
                    <a:pt x="223" y="76"/>
                    <a:pt x="234" y="76"/>
                  </a:cubicBezTo>
                  <a:cubicBezTo>
                    <a:pt x="270" y="76"/>
                    <a:pt x="298" y="105"/>
                    <a:pt x="298" y="140"/>
                  </a:cubicBezTo>
                  <a:cubicBezTo>
                    <a:pt x="298" y="236"/>
                    <a:pt x="228" y="291"/>
                    <a:pt x="228" y="29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p>
          </p:txBody>
        </p:sp>
      </p:grpSp>
      <p:grpSp>
        <p:nvGrpSpPr>
          <p:cNvPr id="83" name="Group 537"/>
          <p:cNvGrpSpPr>
            <a:grpSpLocks noChangeAspect="1"/>
          </p:cNvGrpSpPr>
          <p:nvPr/>
        </p:nvGrpSpPr>
        <p:grpSpPr bwMode="auto">
          <a:xfrm>
            <a:off x="6680381" y="1966649"/>
            <a:ext cx="298985" cy="298985"/>
            <a:chOff x="3877" y="2753"/>
            <a:chExt cx="340" cy="340"/>
          </a:xfrm>
          <a:solidFill>
            <a:schemeClr val="bg1"/>
          </a:solidFill>
        </p:grpSpPr>
        <p:sp>
          <p:nvSpPr>
            <p:cNvPr id="84" name="Freeform 538"/>
            <p:cNvSpPr>
              <a:spLocks noEditPoints="1"/>
            </p:cNvSpPr>
            <p:nvPr/>
          </p:nvSpPr>
          <p:spPr bwMode="auto">
            <a:xfrm>
              <a:off x="3941" y="2817"/>
              <a:ext cx="212" cy="184"/>
            </a:xfrm>
            <a:custGeom>
              <a:avLst/>
              <a:gdLst>
                <a:gd name="T0" fmla="*/ 299 w 320"/>
                <a:gd name="T1" fmla="*/ 256 h 278"/>
                <a:gd name="T2" fmla="*/ 288 w 320"/>
                <a:gd name="T3" fmla="*/ 107 h 278"/>
                <a:gd name="T4" fmla="*/ 245 w 320"/>
                <a:gd name="T5" fmla="*/ 64 h 278"/>
                <a:gd name="T6" fmla="*/ 224 w 320"/>
                <a:gd name="T7" fmla="*/ 64 h 278"/>
                <a:gd name="T8" fmla="*/ 171 w 320"/>
                <a:gd name="T9" fmla="*/ 107 h 278"/>
                <a:gd name="T10" fmla="*/ 160 w 320"/>
                <a:gd name="T11" fmla="*/ 54 h 278"/>
                <a:gd name="T12" fmla="*/ 149 w 320"/>
                <a:gd name="T13" fmla="*/ 107 h 278"/>
                <a:gd name="T14" fmla="*/ 96 w 320"/>
                <a:gd name="T15" fmla="*/ 64 h 278"/>
                <a:gd name="T16" fmla="*/ 75 w 320"/>
                <a:gd name="T17" fmla="*/ 64 h 278"/>
                <a:gd name="T18" fmla="*/ 32 w 320"/>
                <a:gd name="T19" fmla="*/ 107 h 278"/>
                <a:gd name="T20" fmla="*/ 21 w 320"/>
                <a:gd name="T21" fmla="*/ 256 h 278"/>
                <a:gd name="T22" fmla="*/ 0 w 320"/>
                <a:gd name="T23" fmla="*/ 267 h 278"/>
                <a:gd name="T24" fmla="*/ 32 w 320"/>
                <a:gd name="T25" fmla="*/ 278 h 278"/>
                <a:gd name="T26" fmla="*/ 309 w 320"/>
                <a:gd name="T27" fmla="*/ 278 h 278"/>
                <a:gd name="T28" fmla="*/ 309 w 320"/>
                <a:gd name="T29" fmla="*/ 256 h 278"/>
                <a:gd name="T30" fmla="*/ 277 w 320"/>
                <a:gd name="T31" fmla="*/ 179 h 278"/>
                <a:gd name="T32" fmla="*/ 237 w 320"/>
                <a:gd name="T33" fmla="*/ 160 h 278"/>
                <a:gd name="T34" fmla="*/ 186 w 320"/>
                <a:gd name="T35" fmla="*/ 182 h 278"/>
                <a:gd name="T36" fmla="*/ 134 w 320"/>
                <a:gd name="T37" fmla="*/ 160 h 278"/>
                <a:gd name="T38" fmla="*/ 83 w 320"/>
                <a:gd name="T39" fmla="*/ 182 h 278"/>
                <a:gd name="T40" fmla="*/ 43 w 320"/>
                <a:gd name="T41" fmla="*/ 161 h 278"/>
                <a:gd name="T42" fmla="*/ 277 w 320"/>
                <a:gd name="T43" fmla="*/ 128 h 278"/>
                <a:gd name="T44" fmla="*/ 43 w 320"/>
                <a:gd name="T45" fmla="*/ 184 h 278"/>
                <a:gd name="T46" fmla="*/ 83 w 320"/>
                <a:gd name="T47" fmla="*/ 203 h 278"/>
                <a:gd name="T48" fmla="*/ 134 w 320"/>
                <a:gd name="T49" fmla="*/ 182 h 278"/>
                <a:gd name="T50" fmla="*/ 186 w 320"/>
                <a:gd name="T51" fmla="*/ 203 h 278"/>
                <a:gd name="T52" fmla="*/ 237 w 320"/>
                <a:gd name="T53" fmla="*/ 182 h 278"/>
                <a:gd name="T54" fmla="*/ 277 w 320"/>
                <a:gd name="T55" fmla="*/ 202 h 278"/>
                <a:gd name="T56" fmla="*/ 43 w 320"/>
                <a:gd name="T57" fmla="*/ 256 h 278"/>
                <a:gd name="T58" fmla="*/ 75 w 320"/>
                <a:gd name="T59" fmla="*/ 11 h 278"/>
                <a:gd name="T60" fmla="*/ 96 w 320"/>
                <a:gd name="T61" fmla="*/ 11 h 278"/>
                <a:gd name="T62" fmla="*/ 85 w 320"/>
                <a:gd name="T63" fmla="*/ 32 h 278"/>
                <a:gd name="T64" fmla="*/ 149 w 320"/>
                <a:gd name="T65" fmla="*/ 22 h 278"/>
                <a:gd name="T66" fmla="*/ 160 w 320"/>
                <a:gd name="T67" fmla="*/ 0 h 278"/>
                <a:gd name="T68" fmla="*/ 171 w 320"/>
                <a:gd name="T69" fmla="*/ 22 h 278"/>
                <a:gd name="T70" fmla="*/ 149 w 320"/>
                <a:gd name="T71" fmla="*/ 22 h 278"/>
                <a:gd name="T72" fmla="*/ 224 w 320"/>
                <a:gd name="T73" fmla="*/ 11 h 278"/>
                <a:gd name="T74" fmla="*/ 245 w 320"/>
                <a:gd name="T75" fmla="*/ 11 h 278"/>
                <a:gd name="T76" fmla="*/ 235 w 320"/>
                <a:gd name="T77" fmla="*/ 3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0" h="278">
                  <a:moveTo>
                    <a:pt x="309" y="256"/>
                  </a:moveTo>
                  <a:cubicBezTo>
                    <a:pt x="299" y="256"/>
                    <a:pt x="299" y="256"/>
                    <a:pt x="299" y="256"/>
                  </a:cubicBezTo>
                  <a:cubicBezTo>
                    <a:pt x="299" y="118"/>
                    <a:pt x="299" y="118"/>
                    <a:pt x="299" y="118"/>
                  </a:cubicBezTo>
                  <a:cubicBezTo>
                    <a:pt x="299" y="112"/>
                    <a:pt x="294" y="107"/>
                    <a:pt x="288" y="107"/>
                  </a:cubicBezTo>
                  <a:cubicBezTo>
                    <a:pt x="245" y="107"/>
                    <a:pt x="245" y="107"/>
                    <a:pt x="245" y="107"/>
                  </a:cubicBezTo>
                  <a:cubicBezTo>
                    <a:pt x="245" y="64"/>
                    <a:pt x="245" y="64"/>
                    <a:pt x="245" y="64"/>
                  </a:cubicBezTo>
                  <a:cubicBezTo>
                    <a:pt x="245" y="58"/>
                    <a:pt x="241" y="54"/>
                    <a:pt x="235" y="54"/>
                  </a:cubicBezTo>
                  <a:cubicBezTo>
                    <a:pt x="229" y="54"/>
                    <a:pt x="224" y="58"/>
                    <a:pt x="224" y="64"/>
                  </a:cubicBezTo>
                  <a:cubicBezTo>
                    <a:pt x="224" y="107"/>
                    <a:pt x="224" y="107"/>
                    <a:pt x="224" y="107"/>
                  </a:cubicBezTo>
                  <a:cubicBezTo>
                    <a:pt x="171" y="107"/>
                    <a:pt x="171" y="107"/>
                    <a:pt x="171" y="107"/>
                  </a:cubicBezTo>
                  <a:cubicBezTo>
                    <a:pt x="171" y="64"/>
                    <a:pt x="171" y="64"/>
                    <a:pt x="171" y="64"/>
                  </a:cubicBezTo>
                  <a:cubicBezTo>
                    <a:pt x="171" y="58"/>
                    <a:pt x="166" y="54"/>
                    <a:pt x="160" y="54"/>
                  </a:cubicBezTo>
                  <a:cubicBezTo>
                    <a:pt x="154" y="54"/>
                    <a:pt x="149" y="58"/>
                    <a:pt x="149" y="64"/>
                  </a:cubicBezTo>
                  <a:cubicBezTo>
                    <a:pt x="149" y="107"/>
                    <a:pt x="149" y="107"/>
                    <a:pt x="149" y="107"/>
                  </a:cubicBezTo>
                  <a:cubicBezTo>
                    <a:pt x="96" y="107"/>
                    <a:pt x="96" y="107"/>
                    <a:pt x="96" y="107"/>
                  </a:cubicBezTo>
                  <a:cubicBezTo>
                    <a:pt x="96" y="64"/>
                    <a:pt x="96" y="64"/>
                    <a:pt x="96" y="64"/>
                  </a:cubicBezTo>
                  <a:cubicBezTo>
                    <a:pt x="96" y="58"/>
                    <a:pt x="91" y="54"/>
                    <a:pt x="85" y="54"/>
                  </a:cubicBezTo>
                  <a:cubicBezTo>
                    <a:pt x="79" y="54"/>
                    <a:pt x="75" y="58"/>
                    <a:pt x="75" y="64"/>
                  </a:cubicBezTo>
                  <a:cubicBezTo>
                    <a:pt x="75" y="107"/>
                    <a:pt x="75" y="107"/>
                    <a:pt x="75" y="107"/>
                  </a:cubicBezTo>
                  <a:cubicBezTo>
                    <a:pt x="32" y="107"/>
                    <a:pt x="32" y="107"/>
                    <a:pt x="32" y="107"/>
                  </a:cubicBezTo>
                  <a:cubicBezTo>
                    <a:pt x="26" y="107"/>
                    <a:pt x="21" y="112"/>
                    <a:pt x="21" y="118"/>
                  </a:cubicBezTo>
                  <a:cubicBezTo>
                    <a:pt x="21" y="256"/>
                    <a:pt x="21" y="256"/>
                    <a:pt x="21" y="256"/>
                  </a:cubicBezTo>
                  <a:cubicBezTo>
                    <a:pt x="11" y="256"/>
                    <a:pt x="11" y="256"/>
                    <a:pt x="11" y="256"/>
                  </a:cubicBezTo>
                  <a:cubicBezTo>
                    <a:pt x="5" y="256"/>
                    <a:pt x="0" y="261"/>
                    <a:pt x="0" y="267"/>
                  </a:cubicBezTo>
                  <a:cubicBezTo>
                    <a:pt x="0" y="273"/>
                    <a:pt x="5" y="278"/>
                    <a:pt x="11" y="278"/>
                  </a:cubicBezTo>
                  <a:cubicBezTo>
                    <a:pt x="32" y="278"/>
                    <a:pt x="32" y="278"/>
                    <a:pt x="32" y="278"/>
                  </a:cubicBezTo>
                  <a:cubicBezTo>
                    <a:pt x="288" y="278"/>
                    <a:pt x="288" y="278"/>
                    <a:pt x="288" y="278"/>
                  </a:cubicBezTo>
                  <a:cubicBezTo>
                    <a:pt x="309" y="278"/>
                    <a:pt x="309" y="278"/>
                    <a:pt x="309" y="278"/>
                  </a:cubicBezTo>
                  <a:cubicBezTo>
                    <a:pt x="315" y="278"/>
                    <a:pt x="320" y="273"/>
                    <a:pt x="320" y="267"/>
                  </a:cubicBezTo>
                  <a:cubicBezTo>
                    <a:pt x="320" y="261"/>
                    <a:pt x="315" y="256"/>
                    <a:pt x="309" y="256"/>
                  </a:cubicBezTo>
                  <a:close/>
                  <a:moveTo>
                    <a:pt x="277" y="128"/>
                  </a:moveTo>
                  <a:cubicBezTo>
                    <a:pt x="277" y="179"/>
                    <a:pt x="277" y="179"/>
                    <a:pt x="277" y="179"/>
                  </a:cubicBezTo>
                  <a:cubicBezTo>
                    <a:pt x="275" y="178"/>
                    <a:pt x="272" y="176"/>
                    <a:pt x="269" y="173"/>
                  </a:cubicBezTo>
                  <a:cubicBezTo>
                    <a:pt x="262" y="168"/>
                    <a:pt x="253" y="160"/>
                    <a:pt x="237" y="160"/>
                  </a:cubicBezTo>
                  <a:cubicBezTo>
                    <a:pt x="220" y="160"/>
                    <a:pt x="211" y="168"/>
                    <a:pt x="204" y="173"/>
                  </a:cubicBezTo>
                  <a:cubicBezTo>
                    <a:pt x="198" y="178"/>
                    <a:pt x="194" y="182"/>
                    <a:pt x="186" y="182"/>
                  </a:cubicBezTo>
                  <a:cubicBezTo>
                    <a:pt x="177" y="182"/>
                    <a:pt x="173" y="178"/>
                    <a:pt x="167" y="173"/>
                  </a:cubicBezTo>
                  <a:cubicBezTo>
                    <a:pt x="160" y="168"/>
                    <a:pt x="151" y="160"/>
                    <a:pt x="134" y="160"/>
                  </a:cubicBezTo>
                  <a:cubicBezTo>
                    <a:pt x="118" y="160"/>
                    <a:pt x="109" y="168"/>
                    <a:pt x="102" y="173"/>
                  </a:cubicBezTo>
                  <a:cubicBezTo>
                    <a:pt x="96" y="178"/>
                    <a:pt x="92" y="182"/>
                    <a:pt x="83" y="182"/>
                  </a:cubicBezTo>
                  <a:cubicBezTo>
                    <a:pt x="74" y="182"/>
                    <a:pt x="70" y="178"/>
                    <a:pt x="64" y="173"/>
                  </a:cubicBezTo>
                  <a:cubicBezTo>
                    <a:pt x="59" y="169"/>
                    <a:pt x="53" y="164"/>
                    <a:pt x="43" y="161"/>
                  </a:cubicBezTo>
                  <a:cubicBezTo>
                    <a:pt x="43" y="128"/>
                    <a:pt x="43" y="128"/>
                    <a:pt x="43" y="128"/>
                  </a:cubicBezTo>
                  <a:lnTo>
                    <a:pt x="277" y="128"/>
                  </a:lnTo>
                  <a:close/>
                  <a:moveTo>
                    <a:pt x="43" y="256"/>
                  </a:moveTo>
                  <a:cubicBezTo>
                    <a:pt x="43" y="184"/>
                    <a:pt x="43" y="184"/>
                    <a:pt x="43" y="184"/>
                  </a:cubicBezTo>
                  <a:cubicBezTo>
                    <a:pt x="45" y="185"/>
                    <a:pt x="48" y="187"/>
                    <a:pt x="51" y="190"/>
                  </a:cubicBezTo>
                  <a:cubicBezTo>
                    <a:pt x="58" y="196"/>
                    <a:pt x="66" y="203"/>
                    <a:pt x="83" y="203"/>
                  </a:cubicBezTo>
                  <a:cubicBezTo>
                    <a:pt x="100" y="203"/>
                    <a:pt x="109" y="196"/>
                    <a:pt x="116" y="190"/>
                  </a:cubicBezTo>
                  <a:cubicBezTo>
                    <a:pt x="121" y="185"/>
                    <a:pt x="125" y="182"/>
                    <a:pt x="134" y="182"/>
                  </a:cubicBezTo>
                  <a:cubicBezTo>
                    <a:pt x="143" y="182"/>
                    <a:pt x="147" y="185"/>
                    <a:pt x="153" y="190"/>
                  </a:cubicBezTo>
                  <a:cubicBezTo>
                    <a:pt x="160" y="196"/>
                    <a:pt x="169" y="203"/>
                    <a:pt x="186" y="203"/>
                  </a:cubicBezTo>
                  <a:cubicBezTo>
                    <a:pt x="202" y="203"/>
                    <a:pt x="211" y="196"/>
                    <a:pt x="218" y="190"/>
                  </a:cubicBezTo>
                  <a:cubicBezTo>
                    <a:pt x="224" y="185"/>
                    <a:pt x="228" y="182"/>
                    <a:pt x="237" y="182"/>
                  </a:cubicBezTo>
                  <a:cubicBezTo>
                    <a:pt x="246" y="182"/>
                    <a:pt x="250" y="185"/>
                    <a:pt x="256" y="190"/>
                  </a:cubicBezTo>
                  <a:cubicBezTo>
                    <a:pt x="261" y="194"/>
                    <a:pt x="267" y="200"/>
                    <a:pt x="277" y="202"/>
                  </a:cubicBezTo>
                  <a:cubicBezTo>
                    <a:pt x="277" y="256"/>
                    <a:pt x="277" y="256"/>
                    <a:pt x="277" y="256"/>
                  </a:cubicBezTo>
                  <a:lnTo>
                    <a:pt x="43" y="256"/>
                  </a:lnTo>
                  <a:close/>
                  <a:moveTo>
                    <a:pt x="75" y="22"/>
                  </a:moveTo>
                  <a:cubicBezTo>
                    <a:pt x="75" y="11"/>
                    <a:pt x="75" y="11"/>
                    <a:pt x="75" y="11"/>
                  </a:cubicBezTo>
                  <a:cubicBezTo>
                    <a:pt x="75" y="5"/>
                    <a:pt x="79" y="0"/>
                    <a:pt x="85" y="0"/>
                  </a:cubicBezTo>
                  <a:cubicBezTo>
                    <a:pt x="91" y="0"/>
                    <a:pt x="96" y="5"/>
                    <a:pt x="96" y="11"/>
                  </a:cubicBezTo>
                  <a:cubicBezTo>
                    <a:pt x="96" y="22"/>
                    <a:pt x="96" y="22"/>
                    <a:pt x="96" y="22"/>
                  </a:cubicBezTo>
                  <a:cubicBezTo>
                    <a:pt x="96" y="28"/>
                    <a:pt x="91" y="32"/>
                    <a:pt x="85" y="32"/>
                  </a:cubicBezTo>
                  <a:cubicBezTo>
                    <a:pt x="79" y="32"/>
                    <a:pt x="75" y="28"/>
                    <a:pt x="75" y="22"/>
                  </a:cubicBezTo>
                  <a:close/>
                  <a:moveTo>
                    <a:pt x="149" y="22"/>
                  </a:moveTo>
                  <a:cubicBezTo>
                    <a:pt x="149" y="11"/>
                    <a:pt x="149" y="11"/>
                    <a:pt x="149" y="11"/>
                  </a:cubicBezTo>
                  <a:cubicBezTo>
                    <a:pt x="149" y="5"/>
                    <a:pt x="154" y="0"/>
                    <a:pt x="160" y="0"/>
                  </a:cubicBezTo>
                  <a:cubicBezTo>
                    <a:pt x="166" y="0"/>
                    <a:pt x="171" y="5"/>
                    <a:pt x="171" y="11"/>
                  </a:cubicBezTo>
                  <a:cubicBezTo>
                    <a:pt x="171" y="22"/>
                    <a:pt x="171" y="22"/>
                    <a:pt x="171" y="22"/>
                  </a:cubicBezTo>
                  <a:cubicBezTo>
                    <a:pt x="171" y="28"/>
                    <a:pt x="166" y="32"/>
                    <a:pt x="160" y="32"/>
                  </a:cubicBezTo>
                  <a:cubicBezTo>
                    <a:pt x="154" y="32"/>
                    <a:pt x="149" y="28"/>
                    <a:pt x="149" y="22"/>
                  </a:cubicBezTo>
                  <a:close/>
                  <a:moveTo>
                    <a:pt x="224" y="22"/>
                  </a:moveTo>
                  <a:cubicBezTo>
                    <a:pt x="224" y="11"/>
                    <a:pt x="224" y="11"/>
                    <a:pt x="224" y="11"/>
                  </a:cubicBezTo>
                  <a:cubicBezTo>
                    <a:pt x="224" y="5"/>
                    <a:pt x="229" y="0"/>
                    <a:pt x="235" y="0"/>
                  </a:cubicBezTo>
                  <a:cubicBezTo>
                    <a:pt x="241" y="0"/>
                    <a:pt x="245" y="5"/>
                    <a:pt x="245" y="11"/>
                  </a:cubicBezTo>
                  <a:cubicBezTo>
                    <a:pt x="245" y="22"/>
                    <a:pt x="245" y="22"/>
                    <a:pt x="245" y="22"/>
                  </a:cubicBezTo>
                  <a:cubicBezTo>
                    <a:pt x="245" y="28"/>
                    <a:pt x="241" y="32"/>
                    <a:pt x="235" y="32"/>
                  </a:cubicBezTo>
                  <a:cubicBezTo>
                    <a:pt x="229" y="32"/>
                    <a:pt x="224" y="28"/>
                    <a:pt x="224" y="2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p>
          </p:txBody>
        </p:sp>
        <p:sp>
          <p:nvSpPr>
            <p:cNvPr id="85" name="Freeform 539"/>
            <p:cNvSpPr>
              <a:spLocks noEditPoints="1"/>
            </p:cNvSpPr>
            <p:nvPr/>
          </p:nvSpPr>
          <p:spPr bwMode="auto">
            <a:xfrm>
              <a:off x="3877" y="2753"/>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p>
          </p:txBody>
        </p:sp>
      </p:grpSp>
    </p:spTree>
    <p:extLst>
      <p:ext uri="{BB962C8B-B14F-4D97-AF65-F5344CB8AC3E}">
        <p14:creationId xmlns:p14="http://schemas.microsoft.com/office/powerpoint/2010/main" val="2096607321"/>
      </p:ext>
    </p:extLst>
  </p:cSld>
  <p:clrMapOvr>
    <a:masterClrMapping/>
  </p:clrMapOvr>
  <p:transition>
    <p:fade/>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Leaves with text</a:t>
            </a:r>
            <a:endParaRPr lang="en-US" dirty="0"/>
          </a:p>
        </p:txBody>
      </p:sp>
      <p:sp>
        <p:nvSpPr>
          <p:cNvPr id="86" name="Rounded Rectangle 5"/>
          <p:cNvSpPr/>
          <p:nvPr/>
        </p:nvSpPr>
        <p:spPr>
          <a:xfrm>
            <a:off x="2941799" y="1714504"/>
            <a:ext cx="2238549" cy="1362368"/>
          </a:xfrm>
          <a:custGeom>
            <a:avLst/>
            <a:gdLst>
              <a:gd name="connsiteX0" fmla="*/ 0 w 2354580"/>
              <a:gd name="connsiteY0" fmla="*/ 398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398782 h 1432560"/>
              <a:gd name="connsiteX0" fmla="*/ 0 w 2362200"/>
              <a:gd name="connsiteY0" fmla="*/ 102717 h 1517495"/>
              <a:gd name="connsiteX1" fmla="*/ 406402 w 2362200"/>
              <a:gd name="connsiteY1" fmla="*/ 84935 h 1517495"/>
              <a:gd name="connsiteX2" fmla="*/ 1963418 w 2362200"/>
              <a:gd name="connsiteY2" fmla="*/ 84935 h 1517495"/>
              <a:gd name="connsiteX3" fmla="*/ 2362200 w 2362200"/>
              <a:gd name="connsiteY3" fmla="*/ 483717 h 1517495"/>
              <a:gd name="connsiteX4" fmla="*/ 2362200 w 2362200"/>
              <a:gd name="connsiteY4" fmla="*/ 1118713 h 1517495"/>
              <a:gd name="connsiteX5" fmla="*/ 1963418 w 2362200"/>
              <a:gd name="connsiteY5" fmla="*/ 1517495 h 1517495"/>
              <a:gd name="connsiteX6" fmla="*/ 406402 w 2362200"/>
              <a:gd name="connsiteY6" fmla="*/ 1517495 h 1517495"/>
              <a:gd name="connsiteX7" fmla="*/ 7620 w 2362200"/>
              <a:gd name="connsiteY7" fmla="*/ 1118713 h 1517495"/>
              <a:gd name="connsiteX8" fmla="*/ 0 w 2362200"/>
              <a:gd name="connsiteY8" fmla="*/ 102717 h 1517495"/>
              <a:gd name="connsiteX0" fmla="*/ 0 w 2362200"/>
              <a:gd name="connsiteY0" fmla="*/ 1778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17782 h 1432560"/>
              <a:gd name="connsiteX0" fmla="*/ 0 w 2362200"/>
              <a:gd name="connsiteY0" fmla="*/ 254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2542 h 1432560"/>
              <a:gd name="connsiteX0" fmla="*/ 0 w 2354580"/>
              <a:gd name="connsiteY0" fmla="*/ 17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17782 h 1432560"/>
              <a:gd name="connsiteX0" fmla="*/ 0 w 2354580"/>
              <a:gd name="connsiteY0" fmla="*/ 0 h 1433828"/>
              <a:gd name="connsiteX1" fmla="*/ 398782 w 2354580"/>
              <a:gd name="connsiteY1" fmla="*/ 1268 h 1433828"/>
              <a:gd name="connsiteX2" fmla="*/ 1955798 w 2354580"/>
              <a:gd name="connsiteY2" fmla="*/ 1268 h 1433828"/>
              <a:gd name="connsiteX3" fmla="*/ 2354580 w 2354580"/>
              <a:gd name="connsiteY3" fmla="*/ 400050 h 1433828"/>
              <a:gd name="connsiteX4" fmla="*/ 2354580 w 2354580"/>
              <a:gd name="connsiteY4" fmla="*/ 1035046 h 1433828"/>
              <a:gd name="connsiteX5" fmla="*/ 1955798 w 2354580"/>
              <a:gd name="connsiteY5" fmla="*/ 1433828 h 1433828"/>
              <a:gd name="connsiteX6" fmla="*/ 398782 w 2354580"/>
              <a:gd name="connsiteY6" fmla="*/ 1433828 h 1433828"/>
              <a:gd name="connsiteX7" fmla="*/ 0 w 2354580"/>
              <a:gd name="connsiteY7" fmla="*/ 1035046 h 1433828"/>
              <a:gd name="connsiteX8" fmla="*/ 0 w 2354580"/>
              <a:gd name="connsiteY8" fmla="*/ 0 h 1433828"/>
              <a:gd name="connsiteX0" fmla="*/ 4763 w 2354580"/>
              <a:gd name="connsiteY0" fmla="*/ 3494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3494 h 1432560"/>
              <a:gd name="connsiteX0" fmla="*/ 2382 w 2354580"/>
              <a:gd name="connsiteY0" fmla="*/ 0 h 1436210"/>
              <a:gd name="connsiteX1" fmla="*/ 398782 w 2354580"/>
              <a:gd name="connsiteY1" fmla="*/ 3650 h 1436210"/>
              <a:gd name="connsiteX2" fmla="*/ 1955798 w 2354580"/>
              <a:gd name="connsiteY2" fmla="*/ 3650 h 1436210"/>
              <a:gd name="connsiteX3" fmla="*/ 2354580 w 2354580"/>
              <a:gd name="connsiteY3" fmla="*/ 402432 h 1436210"/>
              <a:gd name="connsiteX4" fmla="*/ 2354580 w 2354580"/>
              <a:gd name="connsiteY4" fmla="*/ 1037428 h 1436210"/>
              <a:gd name="connsiteX5" fmla="*/ 1955798 w 2354580"/>
              <a:gd name="connsiteY5" fmla="*/ 1436210 h 1436210"/>
              <a:gd name="connsiteX6" fmla="*/ 398782 w 2354580"/>
              <a:gd name="connsiteY6" fmla="*/ 1436210 h 1436210"/>
              <a:gd name="connsiteX7" fmla="*/ 0 w 2354580"/>
              <a:gd name="connsiteY7" fmla="*/ 1037428 h 1436210"/>
              <a:gd name="connsiteX8" fmla="*/ 2382 w 2354580"/>
              <a:gd name="connsiteY8" fmla="*/ 0 h 1436210"/>
              <a:gd name="connsiteX0" fmla="*/ 4763 w 2354580"/>
              <a:gd name="connsiteY0" fmla="*/ 5875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5875 h 1432560"/>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432776"/>
              <a:gd name="connsiteY0" fmla="*/ 0 h 1433829"/>
              <a:gd name="connsiteX1" fmla="*/ 398782 w 2432776"/>
              <a:gd name="connsiteY1" fmla="*/ 1269 h 1433829"/>
              <a:gd name="connsiteX2" fmla="*/ 1955798 w 2432776"/>
              <a:gd name="connsiteY2" fmla="*/ 1269 h 1433829"/>
              <a:gd name="connsiteX3" fmla="*/ 2354580 w 2432776"/>
              <a:gd name="connsiteY3" fmla="*/ 400051 h 1433829"/>
              <a:gd name="connsiteX4" fmla="*/ 2354580 w 2432776"/>
              <a:gd name="connsiteY4" fmla="*/ 1035047 h 1433829"/>
              <a:gd name="connsiteX5" fmla="*/ 2327273 w 2432776"/>
              <a:gd name="connsiteY5" fmla="*/ 1433829 h 1433829"/>
              <a:gd name="connsiteX6" fmla="*/ 398782 w 2432776"/>
              <a:gd name="connsiteY6" fmla="*/ 1433829 h 1433829"/>
              <a:gd name="connsiteX7" fmla="*/ 0 w 2432776"/>
              <a:gd name="connsiteY7" fmla="*/ 1035047 h 1433829"/>
              <a:gd name="connsiteX8" fmla="*/ 4763 w 2432776"/>
              <a:gd name="connsiteY8" fmla="*/ 0 h 1433829"/>
              <a:gd name="connsiteX0" fmla="*/ 4763 w 2441222"/>
              <a:gd name="connsiteY0" fmla="*/ 0 h 1433829"/>
              <a:gd name="connsiteX1" fmla="*/ 398782 w 2441222"/>
              <a:gd name="connsiteY1" fmla="*/ 1269 h 1433829"/>
              <a:gd name="connsiteX2" fmla="*/ 1955798 w 2441222"/>
              <a:gd name="connsiteY2" fmla="*/ 1269 h 1433829"/>
              <a:gd name="connsiteX3" fmla="*/ 2354580 w 2441222"/>
              <a:gd name="connsiteY3" fmla="*/ 400051 h 1433829"/>
              <a:gd name="connsiteX4" fmla="*/ 2354580 w 2441222"/>
              <a:gd name="connsiteY4" fmla="*/ 1035047 h 1433829"/>
              <a:gd name="connsiteX5" fmla="*/ 2339179 w 2441222"/>
              <a:gd name="connsiteY5" fmla="*/ 1431447 h 1433829"/>
              <a:gd name="connsiteX6" fmla="*/ 398782 w 2441222"/>
              <a:gd name="connsiteY6" fmla="*/ 1433829 h 1433829"/>
              <a:gd name="connsiteX7" fmla="*/ 0 w 2441222"/>
              <a:gd name="connsiteY7" fmla="*/ 1035047 h 1433829"/>
              <a:gd name="connsiteX8" fmla="*/ 4763 w 2441222"/>
              <a:gd name="connsiteY8" fmla="*/ 0 h 1433829"/>
              <a:gd name="connsiteX0" fmla="*/ 4763 w 2449885"/>
              <a:gd name="connsiteY0" fmla="*/ 0 h 1433829"/>
              <a:gd name="connsiteX1" fmla="*/ 398782 w 2449885"/>
              <a:gd name="connsiteY1" fmla="*/ 1269 h 1433829"/>
              <a:gd name="connsiteX2" fmla="*/ 1955798 w 2449885"/>
              <a:gd name="connsiteY2" fmla="*/ 1269 h 1433829"/>
              <a:gd name="connsiteX3" fmla="*/ 2354580 w 2449885"/>
              <a:gd name="connsiteY3" fmla="*/ 400051 h 1433829"/>
              <a:gd name="connsiteX4" fmla="*/ 2354580 w 2449885"/>
              <a:gd name="connsiteY4" fmla="*/ 1035047 h 1433829"/>
              <a:gd name="connsiteX5" fmla="*/ 2351086 w 2449885"/>
              <a:gd name="connsiteY5" fmla="*/ 1433828 h 1433829"/>
              <a:gd name="connsiteX6" fmla="*/ 398782 w 2449885"/>
              <a:gd name="connsiteY6" fmla="*/ 1433829 h 1433829"/>
              <a:gd name="connsiteX7" fmla="*/ 0 w 2449885"/>
              <a:gd name="connsiteY7" fmla="*/ 1035047 h 1433829"/>
              <a:gd name="connsiteX8" fmla="*/ 4763 w 2449885"/>
              <a:gd name="connsiteY8" fmla="*/ 0 h 1433829"/>
              <a:gd name="connsiteX0" fmla="*/ 4763 w 2355967"/>
              <a:gd name="connsiteY0" fmla="*/ 0 h 1433829"/>
              <a:gd name="connsiteX1" fmla="*/ 398782 w 2355967"/>
              <a:gd name="connsiteY1" fmla="*/ 1269 h 1433829"/>
              <a:gd name="connsiteX2" fmla="*/ 1955798 w 2355967"/>
              <a:gd name="connsiteY2" fmla="*/ 1269 h 1433829"/>
              <a:gd name="connsiteX3" fmla="*/ 2354580 w 2355967"/>
              <a:gd name="connsiteY3" fmla="*/ 400051 h 1433829"/>
              <a:gd name="connsiteX4" fmla="*/ 2354580 w 2355967"/>
              <a:gd name="connsiteY4" fmla="*/ 1035047 h 1433829"/>
              <a:gd name="connsiteX5" fmla="*/ 2351086 w 2355967"/>
              <a:gd name="connsiteY5" fmla="*/ 1433828 h 1433829"/>
              <a:gd name="connsiteX6" fmla="*/ 398782 w 2355967"/>
              <a:gd name="connsiteY6" fmla="*/ 1433829 h 1433829"/>
              <a:gd name="connsiteX7" fmla="*/ 0 w 2355967"/>
              <a:gd name="connsiteY7" fmla="*/ 1035047 h 1433829"/>
              <a:gd name="connsiteX8" fmla="*/ 4763 w 2355967"/>
              <a:gd name="connsiteY8" fmla="*/ 0 h 143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5967" h="1433829">
                <a:moveTo>
                  <a:pt x="4763" y="0"/>
                </a:moveTo>
                <a:cubicBezTo>
                  <a:pt x="30957" y="1215"/>
                  <a:pt x="178541" y="1269"/>
                  <a:pt x="398782" y="1269"/>
                </a:cubicBezTo>
                <a:lnTo>
                  <a:pt x="1955798" y="1269"/>
                </a:lnTo>
                <a:cubicBezTo>
                  <a:pt x="2176039" y="1269"/>
                  <a:pt x="2354580" y="179810"/>
                  <a:pt x="2354580" y="400051"/>
                </a:cubicBezTo>
                <a:lnTo>
                  <a:pt x="2354580" y="1035047"/>
                </a:lnTo>
                <a:cubicBezTo>
                  <a:pt x="2354580" y="1255288"/>
                  <a:pt x="2359396" y="1431446"/>
                  <a:pt x="2351086" y="1433828"/>
                </a:cubicBezTo>
                <a:lnTo>
                  <a:pt x="398782" y="1433829"/>
                </a:lnTo>
                <a:cubicBezTo>
                  <a:pt x="178541" y="1433829"/>
                  <a:pt x="0" y="1255288"/>
                  <a:pt x="0" y="1035047"/>
                </a:cubicBezTo>
                <a:cubicBezTo>
                  <a:pt x="1588" y="691619"/>
                  <a:pt x="3175" y="343428"/>
                  <a:pt x="4763" y="0"/>
                </a:cubicBezTo>
                <a:close/>
              </a:path>
            </a:pathLst>
          </a:cu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7" name="Rounded Rectangle 5"/>
          <p:cNvSpPr/>
          <p:nvPr/>
        </p:nvSpPr>
        <p:spPr>
          <a:xfrm>
            <a:off x="5258893" y="3149274"/>
            <a:ext cx="2238549" cy="1362368"/>
          </a:xfrm>
          <a:custGeom>
            <a:avLst/>
            <a:gdLst>
              <a:gd name="connsiteX0" fmla="*/ 0 w 2354580"/>
              <a:gd name="connsiteY0" fmla="*/ 398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398782 h 1432560"/>
              <a:gd name="connsiteX0" fmla="*/ 0 w 2362200"/>
              <a:gd name="connsiteY0" fmla="*/ 102717 h 1517495"/>
              <a:gd name="connsiteX1" fmla="*/ 406402 w 2362200"/>
              <a:gd name="connsiteY1" fmla="*/ 84935 h 1517495"/>
              <a:gd name="connsiteX2" fmla="*/ 1963418 w 2362200"/>
              <a:gd name="connsiteY2" fmla="*/ 84935 h 1517495"/>
              <a:gd name="connsiteX3" fmla="*/ 2362200 w 2362200"/>
              <a:gd name="connsiteY3" fmla="*/ 483717 h 1517495"/>
              <a:gd name="connsiteX4" fmla="*/ 2362200 w 2362200"/>
              <a:gd name="connsiteY4" fmla="*/ 1118713 h 1517495"/>
              <a:gd name="connsiteX5" fmla="*/ 1963418 w 2362200"/>
              <a:gd name="connsiteY5" fmla="*/ 1517495 h 1517495"/>
              <a:gd name="connsiteX6" fmla="*/ 406402 w 2362200"/>
              <a:gd name="connsiteY6" fmla="*/ 1517495 h 1517495"/>
              <a:gd name="connsiteX7" fmla="*/ 7620 w 2362200"/>
              <a:gd name="connsiteY7" fmla="*/ 1118713 h 1517495"/>
              <a:gd name="connsiteX8" fmla="*/ 0 w 2362200"/>
              <a:gd name="connsiteY8" fmla="*/ 102717 h 1517495"/>
              <a:gd name="connsiteX0" fmla="*/ 0 w 2362200"/>
              <a:gd name="connsiteY0" fmla="*/ 1778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17782 h 1432560"/>
              <a:gd name="connsiteX0" fmla="*/ 0 w 2362200"/>
              <a:gd name="connsiteY0" fmla="*/ 254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2542 h 1432560"/>
              <a:gd name="connsiteX0" fmla="*/ 0 w 2354580"/>
              <a:gd name="connsiteY0" fmla="*/ 17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17782 h 1432560"/>
              <a:gd name="connsiteX0" fmla="*/ 0 w 2354580"/>
              <a:gd name="connsiteY0" fmla="*/ 0 h 1433828"/>
              <a:gd name="connsiteX1" fmla="*/ 398782 w 2354580"/>
              <a:gd name="connsiteY1" fmla="*/ 1268 h 1433828"/>
              <a:gd name="connsiteX2" fmla="*/ 1955798 w 2354580"/>
              <a:gd name="connsiteY2" fmla="*/ 1268 h 1433828"/>
              <a:gd name="connsiteX3" fmla="*/ 2354580 w 2354580"/>
              <a:gd name="connsiteY3" fmla="*/ 400050 h 1433828"/>
              <a:gd name="connsiteX4" fmla="*/ 2354580 w 2354580"/>
              <a:gd name="connsiteY4" fmla="*/ 1035046 h 1433828"/>
              <a:gd name="connsiteX5" fmla="*/ 1955798 w 2354580"/>
              <a:gd name="connsiteY5" fmla="*/ 1433828 h 1433828"/>
              <a:gd name="connsiteX6" fmla="*/ 398782 w 2354580"/>
              <a:gd name="connsiteY6" fmla="*/ 1433828 h 1433828"/>
              <a:gd name="connsiteX7" fmla="*/ 0 w 2354580"/>
              <a:gd name="connsiteY7" fmla="*/ 1035046 h 1433828"/>
              <a:gd name="connsiteX8" fmla="*/ 0 w 2354580"/>
              <a:gd name="connsiteY8" fmla="*/ 0 h 1433828"/>
              <a:gd name="connsiteX0" fmla="*/ 4763 w 2354580"/>
              <a:gd name="connsiteY0" fmla="*/ 3494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3494 h 1432560"/>
              <a:gd name="connsiteX0" fmla="*/ 2382 w 2354580"/>
              <a:gd name="connsiteY0" fmla="*/ 0 h 1436210"/>
              <a:gd name="connsiteX1" fmla="*/ 398782 w 2354580"/>
              <a:gd name="connsiteY1" fmla="*/ 3650 h 1436210"/>
              <a:gd name="connsiteX2" fmla="*/ 1955798 w 2354580"/>
              <a:gd name="connsiteY2" fmla="*/ 3650 h 1436210"/>
              <a:gd name="connsiteX3" fmla="*/ 2354580 w 2354580"/>
              <a:gd name="connsiteY3" fmla="*/ 402432 h 1436210"/>
              <a:gd name="connsiteX4" fmla="*/ 2354580 w 2354580"/>
              <a:gd name="connsiteY4" fmla="*/ 1037428 h 1436210"/>
              <a:gd name="connsiteX5" fmla="*/ 1955798 w 2354580"/>
              <a:gd name="connsiteY5" fmla="*/ 1436210 h 1436210"/>
              <a:gd name="connsiteX6" fmla="*/ 398782 w 2354580"/>
              <a:gd name="connsiteY6" fmla="*/ 1436210 h 1436210"/>
              <a:gd name="connsiteX7" fmla="*/ 0 w 2354580"/>
              <a:gd name="connsiteY7" fmla="*/ 1037428 h 1436210"/>
              <a:gd name="connsiteX8" fmla="*/ 2382 w 2354580"/>
              <a:gd name="connsiteY8" fmla="*/ 0 h 1436210"/>
              <a:gd name="connsiteX0" fmla="*/ 4763 w 2354580"/>
              <a:gd name="connsiteY0" fmla="*/ 5875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5875 h 1432560"/>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432776"/>
              <a:gd name="connsiteY0" fmla="*/ 0 h 1433829"/>
              <a:gd name="connsiteX1" fmla="*/ 398782 w 2432776"/>
              <a:gd name="connsiteY1" fmla="*/ 1269 h 1433829"/>
              <a:gd name="connsiteX2" fmla="*/ 1955798 w 2432776"/>
              <a:gd name="connsiteY2" fmla="*/ 1269 h 1433829"/>
              <a:gd name="connsiteX3" fmla="*/ 2354580 w 2432776"/>
              <a:gd name="connsiteY3" fmla="*/ 400051 h 1433829"/>
              <a:gd name="connsiteX4" fmla="*/ 2354580 w 2432776"/>
              <a:gd name="connsiteY4" fmla="*/ 1035047 h 1433829"/>
              <a:gd name="connsiteX5" fmla="*/ 2327273 w 2432776"/>
              <a:gd name="connsiteY5" fmla="*/ 1433829 h 1433829"/>
              <a:gd name="connsiteX6" fmla="*/ 398782 w 2432776"/>
              <a:gd name="connsiteY6" fmla="*/ 1433829 h 1433829"/>
              <a:gd name="connsiteX7" fmla="*/ 0 w 2432776"/>
              <a:gd name="connsiteY7" fmla="*/ 1035047 h 1433829"/>
              <a:gd name="connsiteX8" fmla="*/ 4763 w 2432776"/>
              <a:gd name="connsiteY8" fmla="*/ 0 h 1433829"/>
              <a:gd name="connsiteX0" fmla="*/ 4763 w 2441222"/>
              <a:gd name="connsiteY0" fmla="*/ 0 h 1433829"/>
              <a:gd name="connsiteX1" fmla="*/ 398782 w 2441222"/>
              <a:gd name="connsiteY1" fmla="*/ 1269 h 1433829"/>
              <a:gd name="connsiteX2" fmla="*/ 1955798 w 2441222"/>
              <a:gd name="connsiteY2" fmla="*/ 1269 h 1433829"/>
              <a:gd name="connsiteX3" fmla="*/ 2354580 w 2441222"/>
              <a:gd name="connsiteY3" fmla="*/ 400051 h 1433829"/>
              <a:gd name="connsiteX4" fmla="*/ 2354580 w 2441222"/>
              <a:gd name="connsiteY4" fmla="*/ 1035047 h 1433829"/>
              <a:gd name="connsiteX5" fmla="*/ 2339179 w 2441222"/>
              <a:gd name="connsiteY5" fmla="*/ 1431447 h 1433829"/>
              <a:gd name="connsiteX6" fmla="*/ 398782 w 2441222"/>
              <a:gd name="connsiteY6" fmla="*/ 1433829 h 1433829"/>
              <a:gd name="connsiteX7" fmla="*/ 0 w 2441222"/>
              <a:gd name="connsiteY7" fmla="*/ 1035047 h 1433829"/>
              <a:gd name="connsiteX8" fmla="*/ 4763 w 2441222"/>
              <a:gd name="connsiteY8" fmla="*/ 0 h 1433829"/>
              <a:gd name="connsiteX0" fmla="*/ 4763 w 2449885"/>
              <a:gd name="connsiteY0" fmla="*/ 0 h 1433829"/>
              <a:gd name="connsiteX1" fmla="*/ 398782 w 2449885"/>
              <a:gd name="connsiteY1" fmla="*/ 1269 h 1433829"/>
              <a:gd name="connsiteX2" fmla="*/ 1955798 w 2449885"/>
              <a:gd name="connsiteY2" fmla="*/ 1269 h 1433829"/>
              <a:gd name="connsiteX3" fmla="*/ 2354580 w 2449885"/>
              <a:gd name="connsiteY3" fmla="*/ 400051 h 1433829"/>
              <a:gd name="connsiteX4" fmla="*/ 2354580 w 2449885"/>
              <a:gd name="connsiteY4" fmla="*/ 1035047 h 1433829"/>
              <a:gd name="connsiteX5" fmla="*/ 2351086 w 2449885"/>
              <a:gd name="connsiteY5" fmla="*/ 1433828 h 1433829"/>
              <a:gd name="connsiteX6" fmla="*/ 398782 w 2449885"/>
              <a:gd name="connsiteY6" fmla="*/ 1433829 h 1433829"/>
              <a:gd name="connsiteX7" fmla="*/ 0 w 2449885"/>
              <a:gd name="connsiteY7" fmla="*/ 1035047 h 1433829"/>
              <a:gd name="connsiteX8" fmla="*/ 4763 w 2449885"/>
              <a:gd name="connsiteY8" fmla="*/ 0 h 1433829"/>
              <a:gd name="connsiteX0" fmla="*/ 4763 w 2355967"/>
              <a:gd name="connsiteY0" fmla="*/ 0 h 1433829"/>
              <a:gd name="connsiteX1" fmla="*/ 398782 w 2355967"/>
              <a:gd name="connsiteY1" fmla="*/ 1269 h 1433829"/>
              <a:gd name="connsiteX2" fmla="*/ 1955798 w 2355967"/>
              <a:gd name="connsiteY2" fmla="*/ 1269 h 1433829"/>
              <a:gd name="connsiteX3" fmla="*/ 2354580 w 2355967"/>
              <a:gd name="connsiteY3" fmla="*/ 400051 h 1433829"/>
              <a:gd name="connsiteX4" fmla="*/ 2354580 w 2355967"/>
              <a:gd name="connsiteY4" fmla="*/ 1035047 h 1433829"/>
              <a:gd name="connsiteX5" fmla="*/ 2351086 w 2355967"/>
              <a:gd name="connsiteY5" fmla="*/ 1433828 h 1433829"/>
              <a:gd name="connsiteX6" fmla="*/ 398782 w 2355967"/>
              <a:gd name="connsiteY6" fmla="*/ 1433829 h 1433829"/>
              <a:gd name="connsiteX7" fmla="*/ 0 w 2355967"/>
              <a:gd name="connsiteY7" fmla="*/ 1035047 h 1433829"/>
              <a:gd name="connsiteX8" fmla="*/ 4763 w 2355967"/>
              <a:gd name="connsiteY8" fmla="*/ 0 h 143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5967" h="1433829">
                <a:moveTo>
                  <a:pt x="4763" y="0"/>
                </a:moveTo>
                <a:cubicBezTo>
                  <a:pt x="30957" y="1215"/>
                  <a:pt x="178541" y="1269"/>
                  <a:pt x="398782" y="1269"/>
                </a:cubicBezTo>
                <a:lnTo>
                  <a:pt x="1955798" y="1269"/>
                </a:lnTo>
                <a:cubicBezTo>
                  <a:pt x="2176039" y="1269"/>
                  <a:pt x="2354580" y="179810"/>
                  <a:pt x="2354580" y="400051"/>
                </a:cubicBezTo>
                <a:lnTo>
                  <a:pt x="2354580" y="1035047"/>
                </a:lnTo>
                <a:cubicBezTo>
                  <a:pt x="2354580" y="1255288"/>
                  <a:pt x="2359396" y="1431446"/>
                  <a:pt x="2351086" y="1433828"/>
                </a:cubicBezTo>
                <a:lnTo>
                  <a:pt x="398782" y="1433829"/>
                </a:lnTo>
                <a:cubicBezTo>
                  <a:pt x="178541" y="1433829"/>
                  <a:pt x="0" y="1255288"/>
                  <a:pt x="0" y="1035047"/>
                </a:cubicBezTo>
                <a:cubicBezTo>
                  <a:pt x="1588" y="691619"/>
                  <a:pt x="3175" y="343428"/>
                  <a:pt x="4763" y="0"/>
                </a:cubicBez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8" name="Rounded Rectangle 5"/>
          <p:cNvSpPr/>
          <p:nvPr/>
        </p:nvSpPr>
        <p:spPr>
          <a:xfrm flipV="1">
            <a:off x="5258894" y="1906566"/>
            <a:ext cx="1666255" cy="1170306"/>
          </a:xfrm>
          <a:custGeom>
            <a:avLst/>
            <a:gdLst>
              <a:gd name="connsiteX0" fmla="*/ 0 w 2354580"/>
              <a:gd name="connsiteY0" fmla="*/ 398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398782 h 1432560"/>
              <a:gd name="connsiteX0" fmla="*/ 0 w 2362200"/>
              <a:gd name="connsiteY0" fmla="*/ 102717 h 1517495"/>
              <a:gd name="connsiteX1" fmla="*/ 406402 w 2362200"/>
              <a:gd name="connsiteY1" fmla="*/ 84935 h 1517495"/>
              <a:gd name="connsiteX2" fmla="*/ 1963418 w 2362200"/>
              <a:gd name="connsiteY2" fmla="*/ 84935 h 1517495"/>
              <a:gd name="connsiteX3" fmla="*/ 2362200 w 2362200"/>
              <a:gd name="connsiteY3" fmla="*/ 483717 h 1517495"/>
              <a:gd name="connsiteX4" fmla="*/ 2362200 w 2362200"/>
              <a:gd name="connsiteY4" fmla="*/ 1118713 h 1517495"/>
              <a:gd name="connsiteX5" fmla="*/ 1963418 w 2362200"/>
              <a:gd name="connsiteY5" fmla="*/ 1517495 h 1517495"/>
              <a:gd name="connsiteX6" fmla="*/ 406402 w 2362200"/>
              <a:gd name="connsiteY6" fmla="*/ 1517495 h 1517495"/>
              <a:gd name="connsiteX7" fmla="*/ 7620 w 2362200"/>
              <a:gd name="connsiteY7" fmla="*/ 1118713 h 1517495"/>
              <a:gd name="connsiteX8" fmla="*/ 0 w 2362200"/>
              <a:gd name="connsiteY8" fmla="*/ 102717 h 1517495"/>
              <a:gd name="connsiteX0" fmla="*/ 0 w 2362200"/>
              <a:gd name="connsiteY0" fmla="*/ 1778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17782 h 1432560"/>
              <a:gd name="connsiteX0" fmla="*/ 0 w 2362200"/>
              <a:gd name="connsiteY0" fmla="*/ 254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2542 h 1432560"/>
              <a:gd name="connsiteX0" fmla="*/ 0 w 2354580"/>
              <a:gd name="connsiteY0" fmla="*/ 17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17782 h 1432560"/>
              <a:gd name="connsiteX0" fmla="*/ 0 w 2354580"/>
              <a:gd name="connsiteY0" fmla="*/ 0 h 1433828"/>
              <a:gd name="connsiteX1" fmla="*/ 398782 w 2354580"/>
              <a:gd name="connsiteY1" fmla="*/ 1268 h 1433828"/>
              <a:gd name="connsiteX2" fmla="*/ 1955798 w 2354580"/>
              <a:gd name="connsiteY2" fmla="*/ 1268 h 1433828"/>
              <a:gd name="connsiteX3" fmla="*/ 2354580 w 2354580"/>
              <a:gd name="connsiteY3" fmla="*/ 400050 h 1433828"/>
              <a:gd name="connsiteX4" fmla="*/ 2354580 w 2354580"/>
              <a:gd name="connsiteY4" fmla="*/ 1035046 h 1433828"/>
              <a:gd name="connsiteX5" fmla="*/ 1955798 w 2354580"/>
              <a:gd name="connsiteY5" fmla="*/ 1433828 h 1433828"/>
              <a:gd name="connsiteX6" fmla="*/ 398782 w 2354580"/>
              <a:gd name="connsiteY6" fmla="*/ 1433828 h 1433828"/>
              <a:gd name="connsiteX7" fmla="*/ 0 w 2354580"/>
              <a:gd name="connsiteY7" fmla="*/ 1035046 h 1433828"/>
              <a:gd name="connsiteX8" fmla="*/ 0 w 2354580"/>
              <a:gd name="connsiteY8" fmla="*/ 0 h 1433828"/>
              <a:gd name="connsiteX0" fmla="*/ 4763 w 2354580"/>
              <a:gd name="connsiteY0" fmla="*/ 3494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3494 h 1432560"/>
              <a:gd name="connsiteX0" fmla="*/ 2382 w 2354580"/>
              <a:gd name="connsiteY0" fmla="*/ 0 h 1436210"/>
              <a:gd name="connsiteX1" fmla="*/ 398782 w 2354580"/>
              <a:gd name="connsiteY1" fmla="*/ 3650 h 1436210"/>
              <a:gd name="connsiteX2" fmla="*/ 1955798 w 2354580"/>
              <a:gd name="connsiteY2" fmla="*/ 3650 h 1436210"/>
              <a:gd name="connsiteX3" fmla="*/ 2354580 w 2354580"/>
              <a:gd name="connsiteY3" fmla="*/ 402432 h 1436210"/>
              <a:gd name="connsiteX4" fmla="*/ 2354580 w 2354580"/>
              <a:gd name="connsiteY4" fmla="*/ 1037428 h 1436210"/>
              <a:gd name="connsiteX5" fmla="*/ 1955798 w 2354580"/>
              <a:gd name="connsiteY5" fmla="*/ 1436210 h 1436210"/>
              <a:gd name="connsiteX6" fmla="*/ 398782 w 2354580"/>
              <a:gd name="connsiteY6" fmla="*/ 1436210 h 1436210"/>
              <a:gd name="connsiteX7" fmla="*/ 0 w 2354580"/>
              <a:gd name="connsiteY7" fmla="*/ 1037428 h 1436210"/>
              <a:gd name="connsiteX8" fmla="*/ 2382 w 2354580"/>
              <a:gd name="connsiteY8" fmla="*/ 0 h 1436210"/>
              <a:gd name="connsiteX0" fmla="*/ 4763 w 2354580"/>
              <a:gd name="connsiteY0" fmla="*/ 5875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5875 h 1432560"/>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432776"/>
              <a:gd name="connsiteY0" fmla="*/ 0 h 1433829"/>
              <a:gd name="connsiteX1" fmla="*/ 398782 w 2432776"/>
              <a:gd name="connsiteY1" fmla="*/ 1269 h 1433829"/>
              <a:gd name="connsiteX2" fmla="*/ 1955798 w 2432776"/>
              <a:gd name="connsiteY2" fmla="*/ 1269 h 1433829"/>
              <a:gd name="connsiteX3" fmla="*/ 2354580 w 2432776"/>
              <a:gd name="connsiteY3" fmla="*/ 400051 h 1433829"/>
              <a:gd name="connsiteX4" fmla="*/ 2354580 w 2432776"/>
              <a:gd name="connsiteY4" fmla="*/ 1035047 h 1433829"/>
              <a:gd name="connsiteX5" fmla="*/ 2327273 w 2432776"/>
              <a:gd name="connsiteY5" fmla="*/ 1433829 h 1433829"/>
              <a:gd name="connsiteX6" fmla="*/ 398782 w 2432776"/>
              <a:gd name="connsiteY6" fmla="*/ 1433829 h 1433829"/>
              <a:gd name="connsiteX7" fmla="*/ 0 w 2432776"/>
              <a:gd name="connsiteY7" fmla="*/ 1035047 h 1433829"/>
              <a:gd name="connsiteX8" fmla="*/ 4763 w 2432776"/>
              <a:gd name="connsiteY8" fmla="*/ 0 h 1433829"/>
              <a:gd name="connsiteX0" fmla="*/ 4763 w 2441222"/>
              <a:gd name="connsiteY0" fmla="*/ 0 h 1433829"/>
              <a:gd name="connsiteX1" fmla="*/ 398782 w 2441222"/>
              <a:gd name="connsiteY1" fmla="*/ 1269 h 1433829"/>
              <a:gd name="connsiteX2" fmla="*/ 1955798 w 2441222"/>
              <a:gd name="connsiteY2" fmla="*/ 1269 h 1433829"/>
              <a:gd name="connsiteX3" fmla="*/ 2354580 w 2441222"/>
              <a:gd name="connsiteY3" fmla="*/ 400051 h 1433829"/>
              <a:gd name="connsiteX4" fmla="*/ 2354580 w 2441222"/>
              <a:gd name="connsiteY4" fmla="*/ 1035047 h 1433829"/>
              <a:gd name="connsiteX5" fmla="*/ 2339179 w 2441222"/>
              <a:gd name="connsiteY5" fmla="*/ 1431447 h 1433829"/>
              <a:gd name="connsiteX6" fmla="*/ 398782 w 2441222"/>
              <a:gd name="connsiteY6" fmla="*/ 1433829 h 1433829"/>
              <a:gd name="connsiteX7" fmla="*/ 0 w 2441222"/>
              <a:gd name="connsiteY7" fmla="*/ 1035047 h 1433829"/>
              <a:gd name="connsiteX8" fmla="*/ 4763 w 2441222"/>
              <a:gd name="connsiteY8" fmla="*/ 0 h 1433829"/>
              <a:gd name="connsiteX0" fmla="*/ 4763 w 2449885"/>
              <a:gd name="connsiteY0" fmla="*/ 0 h 1433829"/>
              <a:gd name="connsiteX1" fmla="*/ 398782 w 2449885"/>
              <a:gd name="connsiteY1" fmla="*/ 1269 h 1433829"/>
              <a:gd name="connsiteX2" fmla="*/ 1955798 w 2449885"/>
              <a:gd name="connsiteY2" fmla="*/ 1269 h 1433829"/>
              <a:gd name="connsiteX3" fmla="*/ 2354580 w 2449885"/>
              <a:gd name="connsiteY3" fmla="*/ 400051 h 1433829"/>
              <a:gd name="connsiteX4" fmla="*/ 2354580 w 2449885"/>
              <a:gd name="connsiteY4" fmla="*/ 1035047 h 1433829"/>
              <a:gd name="connsiteX5" fmla="*/ 2351086 w 2449885"/>
              <a:gd name="connsiteY5" fmla="*/ 1433828 h 1433829"/>
              <a:gd name="connsiteX6" fmla="*/ 398782 w 2449885"/>
              <a:gd name="connsiteY6" fmla="*/ 1433829 h 1433829"/>
              <a:gd name="connsiteX7" fmla="*/ 0 w 2449885"/>
              <a:gd name="connsiteY7" fmla="*/ 1035047 h 1433829"/>
              <a:gd name="connsiteX8" fmla="*/ 4763 w 2449885"/>
              <a:gd name="connsiteY8" fmla="*/ 0 h 1433829"/>
              <a:gd name="connsiteX0" fmla="*/ 4763 w 2355967"/>
              <a:gd name="connsiteY0" fmla="*/ 0 h 1433829"/>
              <a:gd name="connsiteX1" fmla="*/ 398782 w 2355967"/>
              <a:gd name="connsiteY1" fmla="*/ 1269 h 1433829"/>
              <a:gd name="connsiteX2" fmla="*/ 1955798 w 2355967"/>
              <a:gd name="connsiteY2" fmla="*/ 1269 h 1433829"/>
              <a:gd name="connsiteX3" fmla="*/ 2354580 w 2355967"/>
              <a:gd name="connsiteY3" fmla="*/ 400051 h 1433829"/>
              <a:gd name="connsiteX4" fmla="*/ 2354580 w 2355967"/>
              <a:gd name="connsiteY4" fmla="*/ 1035047 h 1433829"/>
              <a:gd name="connsiteX5" fmla="*/ 2351086 w 2355967"/>
              <a:gd name="connsiteY5" fmla="*/ 1433828 h 1433829"/>
              <a:gd name="connsiteX6" fmla="*/ 398782 w 2355967"/>
              <a:gd name="connsiteY6" fmla="*/ 1433829 h 1433829"/>
              <a:gd name="connsiteX7" fmla="*/ 0 w 2355967"/>
              <a:gd name="connsiteY7" fmla="*/ 1035047 h 1433829"/>
              <a:gd name="connsiteX8" fmla="*/ 4763 w 2355967"/>
              <a:gd name="connsiteY8" fmla="*/ 0 h 143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5967" h="1433829">
                <a:moveTo>
                  <a:pt x="4763" y="0"/>
                </a:moveTo>
                <a:cubicBezTo>
                  <a:pt x="30957" y="1215"/>
                  <a:pt x="178541" y="1269"/>
                  <a:pt x="398782" y="1269"/>
                </a:cubicBezTo>
                <a:lnTo>
                  <a:pt x="1955798" y="1269"/>
                </a:lnTo>
                <a:cubicBezTo>
                  <a:pt x="2176039" y="1269"/>
                  <a:pt x="2354580" y="179810"/>
                  <a:pt x="2354580" y="400051"/>
                </a:cubicBezTo>
                <a:lnTo>
                  <a:pt x="2354580" y="1035047"/>
                </a:lnTo>
                <a:cubicBezTo>
                  <a:pt x="2354580" y="1255288"/>
                  <a:pt x="2359396" y="1431446"/>
                  <a:pt x="2351086" y="1433828"/>
                </a:cubicBezTo>
                <a:lnTo>
                  <a:pt x="398782" y="1433829"/>
                </a:lnTo>
                <a:cubicBezTo>
                  <a:pt x="178541" y="1433829"/>
                  <a:pt x="0" y="1255288"/>
                  <a:pt x="0" y="1035047"/>
                </a:cubicBezTo>
                <a:cubicBezTo>
                  <a:pt x="1588" y="691619"/>
                  <a:pt x="3175" y="343428"/>
                  <a:pt x="4763" y="0"/>
                </a:cubicBez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89" name="Rectangle 88"/>
          <p:cNvSpPr/>
          <p:nvPr/>
        </p:nvSpPr>
        <p:spPr>
          <a:xfrm>
            <a:off x="3412825" y="1813604"/>
            <a:ext cx="1660728" cy="814710"/>
          </a:xfrm>
          <a:prstGeom prst="rect">
            <a:avLst/>
          </a:prstGeom>
        </p:spPr>
        <p:txBody>
          <a:bodyPr wrap="square" lIns="0" tIns="0" rIns="0" bIns="0">
            <a:spAutoFit/>
          </a:bodyPr>
          <a:lstStyle/>
          <a:p>
            <a:pPr>
              <a:spcBef>
                <a:spcPts val="488"/>
              </a:spcBef>
            </a:pP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pPr>
              <a:spcBef>
                <a:spcPts val="488"/>
              </a:spcBef>
            </a:pPr>
            <a:r>
              <a:rPr lang="en-US" sz="800" dirty="0">
                <a:solidFill>
                  <a:schemeClr val="bg1"/>
                </a:solidFill>
                <a:latin typeface="Aptos" panose="020B0004020202020204" pitchFamily="34" charset="0"/>
              </a:rPr>
              <a:t>This is dummy text it is not here to be read. This is dummy text it is not here to be read. This is dummy text it is not here to be read. This is dummy text it is not here to be read. </a:t>
            </a:r>
          </a:p>
        </p:txBody>
      </p:sp>
      <p:cxnSp>
        <p:nvCxnSpPr>
          <p:cNvPr id="90" name="Straight Connector 89"/>
          <p:cNvCxnSpPr/>
          <p:nvPr/>
        </p:nvCxnSpPr>
        <p:spPr>
          <a:xfrm>
            <a:off x="3416935" y="1978762"/>
            <a:ext cx="1521957" cy="0"/>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ctangle 90"/>
          <p:cNvSpPr/>
          <p:nvPr/>
        </p:nvSpPr>
        <p:spPr>
          <a:xfrm>
            <a:off x="5363542" y="2132374"/>
            <a:ext cx="1300498" cy="679673"/>
          </a:xfrm>
          <a:prstGeom prst="rect">
            <a:avLst/>
          </a:prstGeom>
        </p:spPr>
        <p:txBody>
          <a:bodyPr wrap="square" lIns="0" tIns="0" rIns="0" bIns="0">
            <a:spAutoFit/>
          </a:bodyPr>
          <a:lstStyle/>
          <a:p>
            <a:pPr>
              <a:spcBef>
                <a:spcPts val="488"/>
              </a:spcBef>
            </a:pP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p>
          <a:p>
            <a:pPr>
              <a:spcBef>
                <a:spcPts val="488"/>
              </a:spcBef>
            </a:pPr>
            <a:r>
              <a:rPr lang="en-US" sz="800" dirty="0">
                <a:solidFill>
                  <a:schemeClr val="bg1"/>
                </a:solidFill>
                <a:latin typeface="Aptos" panose="020B0004020202020204" pitchFamily="34" charset="0"/>
              </a:rPr>
              <a:t>This is dummy text it is not here to be read. This is dummy text it is not here to be read. </a:t>
            </a:r>
          </a:p>
        </p:txBody>
      </p:sp>
      <p:cxnSp>
        <p:nvCxnSpPr>
          <p:cNvPr id="92" name="Straight Connector 91"/>
          <p:cNvCxnSpPr/>
          <p:nvPr/>
        </p:nvCxnSpPr>
        <p:spPr>
          <a:xfrm>
            <a:off x="5342852" y="2303389"/>
            <a:ext cx="1019460" cy="0"/>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5403190" y="3295433"/>
            <a:ext cx="1576958" cy="689612"/>
          </a:xfrm>
          <a:prstGeom prst="rect">
            <a:avLst/>
          </a:prstGeom>
        </p:spPr>
        <p:txBody>
          <a:bodyPr wrap="square" lIns="0" tIns="0" rIns="0" bIns="0">
            <a:spAutoFit/>
          </a:bodyPr>
          <a:lstStyle/>
          <a:p>
            <a:pPr>
              <a:spcBef>
                <a:spcPts val="488"/>
              </a:spcBef>
            </a:pP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pPr>
              <a:spcBef>
                <a:spcPts val="488"/>
              </a:spcBef>
            </a:pPr>
            <a:r>
              <a:rPr lang="en-US" sz="800" dirty="0">
                <a:solidFill>
                  <a:schemeClr val="bg1"/>
                </a:solidFill>
                <a:latin typeface="Aptos" panose="020B0004020202020204" pitchFamily="34" charset="0"/>
              </a:rPr>
              <a:t>This is dummy text it is not here to be read. This is dummy text it is not here to be read. This is dummy text it is not here to be read. </a:t>
            </a:r>
          </a:p>
        </p:txBody>
      </p:sp>
      <p:cxnSp>
        <p:nvCxnSpPr>
          <p:cNvPr id="94" name="Straight Connector 93"/>
          <p:cNvCxnSpPr/>
          <p:nvPr/>
        </p:nvCxnSpPr>
        <p:spPr>
          <a:xfrm>
            <a:off x="5403188" y="3464705"/>
            <a:ext cx="1521957" cy="0"/>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ounded Rectangle 5"/>
          <p:cNvSpPr/>
          <p:nvPr/>
        </p:nvSpPr>
        <p:spPr>
          <a:xfrm flipV="1">
            <a:off x="2751850" y="3149274"/>
            <a:ext cx="2422966" cy="1513812"/>
          </a:xfrm>
          <a:custGeom>
            <a:avLst/>
            <a:gdLst>
              <a:gd name="connsiteX0" fmla="*/ 0 w 2354580"/>
              <a:gd name="connsiteY0" fmla="*/ 398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398782 h 1432560"/>
              <a:gd name="connsiteX0" fmla="*/ 0 w 2362200"/>
              <a:gd name="connsiteY0" fmla="*/ 102717 h 1517495"/>
              <a:gd name="connsiteX1" fmla="*/ 406402 w 2362200"/>
              <a:gd name="connsiteY1" fmla="*/ 84935 h 1517495"/>
              <a:gd name="connsiteX2" fmla="*/ 1963418 w 2362200"/>
              <a:gd name="connsiteY2" fmla="*/ 84935 h 1517495"/>
              <a:gd name="connsiteX3" fmla="*/ 2362200 w 2362200"/>
              <a:gd name="connsiteY3" fmla="*/ 483717 h 1517495"/>
              <a:gd name="connsiteX4" fmla="*/ 2362200 w 2362200"/>
              <a:gd name="connsiteY4" fmla="*/ 1118713 h 1517495"/>
              <a:gd name="connsiteX5" fmla="*/ 1963418 w 2362200"/>
              <a:gd name="connsiteY5" fmla="*/ 1517495 h 1517495"/>
              <a:gd name="connsiteX6" fmla="*/ 406402 w 2362200"/>
              <a:gd name="connsiteY6" fmla="*/ 1517495 h 1517495"/>
              <a:gd name="connsiteX7" fmla="*/ 7620 w 2362200"/>
              <a:gd name="connsiteY7" fmla="*/ 1118713 h 1517495"/>
              <a:gd name="connsiteX8" fmla="*/ 0 w 2362200"/>
              <a:gd name="connsiteY8" fmla="*/ 102717 h 1517495"/>
              <a:gd name="connsiteX0" fmla="*/ 0 w 2362200"/>
              <a:gd name="connsiteY0" fmla="*/ 1778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17782 h 1432560"/>
              <a:gd name="connsiteX0" fmla="*/ 0 w 2362200"/>
              <a:gd name="connsiteY0" fmla="*/ 254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2542 h 1432560"/>
              <a:gd name="connsiteX0" fmla="*/ 0 w 2354580"/>
              <a:gd name="connsiteY0" fmla="*/ 17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17782 h 1432560"/>
              <a:gd name="connsiteX0" fmla="*/ 0 w 2354580"/>
              <a:gd name="connsiteY0" fmla="*/ 0 h 1433828"/>
              <a:gd name="connsiteX1" fmla="*/ 398782 w 2354580"/>
              <a:gd name="connsiteY1" fmla="*/ 1268 h 1433828"/>
              <a:gd name="connsiteX2" fmla="*/ 1955798 w 2354580"/>
              <a:gd name="connsiteY2" fmla="*/ 1268 h 1433828"/>
              <a:gd name="connsiteX3" fmla="*/ 2354580 w 2354580"/>
              <a:gd name="connsiteY3" fmla="*/ 400050 h 1433828"/>
              <a:gd name="connsiteX4" fmla="*/ 2354580 w 2354580"/>
              <a:gd name="connsiteY4" fmla="*/ 1035046 h 1433828"/>
              <a:gd name="connsiteX5" fmla="*/ 1955798 w 2354580"/>
              <a:gd name="connsiteY5" fmla="*/ 1433828 h 1433828"/>
              <a:gd name="connsiteX6" fmla="*/ 398782 w 2354580"/>
              <a:gd name="connsiteY6" fmla="*/ 1433828 h 1433828"/>
              <a:gd name="connsiteX7" fmla="*/ 0 w 2354580"/>
              <a:gd name="connsiteY7" fmla="*/ 1035046 h 1433828"/>
              <a:gd name="connsiteX8" fmla="*/ 0 w 2354580"/>
              <a:gd name="connsiteY8" fmla="*/ 0 h 1433828"/>
              <a:gd name="connsiteX0" fmla="*/ 4763 w 2354580"/>
              <a:gd name="connsiteY0" fmla="*/ 3494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3494 h 1432560"/>
              <a:gd name="connsiteX0" fmla="*/ 2382 w 2354580"/>
              <a:gd name="connsiteY0" fmla="*/ 0 h 1436210"/>
              <a:gd name="connsiteX1" fmla="*/ 398782 w 2354580"/>
              <a:gd name="connsiteY1" fmla="*/ 3650 h 1436210"/>
              <a:gd name="connsiteX2" fmla="*/ 1955798 w 2354580"/>
              <a:gd name="connsiteY2" fmla="*/ 3650 h 1436210"/>
              <a:gd name="connsiteX3" fmla="*/ 2354580 w 2354580"/>
              <a:gd name="connsiteY3" fmla="*/ 402432 h 1436210"/>
              <a:gd name="connsiteX4" fmla="*/ 2354580 w 2354580"/>
              <a:gd name="connsiteY4" fmla="*/ 1037428 h 1436210"/>
              <a:gd name="connsiteX5" fmla="*/ 1955798 w 2354580"/>
              <a:gd name="connsiteY5" fmla="*/ 1436210 h 1436210"/>
              <a:gd name="connsiteX6" fmla="*/ 398782 w 2354580"/>
              <a:gd name="connsiteY6" fmla="*/ 1436210 h 1436210"/>
              <a:gd name="connsiteX7" fmla="*/ 0 w 2354580"/>
              <a:gd name="connsiteY7" fmla="*/ 1037428 h 1436210"/>
              <a:gd name="connsiteX8" fmla="*/ 2382 w 2354580"/>
              <a:gd name="connsiteY8" fmla="*/ 0 h 1436210"/>
              <a:gd name="connsiteX0" fmla="*/ 4763 w 2354580"/>
              <a:gd name="connsiteY0" fmla="*/ 5875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5875 h 1432560"/>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432776"/>
              <a:gd name="connsiteY0" fmla="*/ 0 h 1433829"/>
              <a:gd name="connsiteX1" fmla="*/ 398782 w 2432776"/>
              <a:gd name="connsiteY1" fmla="*/ 1269 h 1433829"/>
              <a:gd name="connsiteX2" fmla="*/ 1955798 w 2432776"/>
              <a:gd name="connsiteY2" fmla="*/ 1269 h 1433829"/>
              <a:gd name="connsiteX3" fmla="*/ 2354580 w 2432776"/>
              <a:gd name="connsiteY3" fmla="*/ 400051 h 1433829"/>
              <a:gd name="connsiteX4" fmla="*/ 2354580 w 2432776"/>
              <a:gd name="connsiteY4" fmla="*/ 1035047 h 1433829"/>
              <a:gd name="connsiteX5" fmla="*/ 2327273 w 2432776"/>
              <a:gd name="connsiteY5" fmla="*/ 1433829 h 1433829"/>
              <a:gd name="connsiteX6" fmla="*/ 398782 w 2432776"/>
              <a:gd name="connsiteY6" fmla="*/ 1433829 h 1433829"/>
              <a:gd name="connsiteX7" fmla="*/ 0 w 2432776"/>
              <a:gd name="connsiteY7" fmla="*/ 1035047 h 1433829"/>
              <a:gd name="connsiteX8" fmla="*/ 4763 w 2432776"/>
              <a:gd name="connsiteY8" fmla="*/ 0 h 1433829"/>
              <a:gd name="connsiteX0" fmla="*/ 4763 w 2441222"/>
              <a:gd name="connsiteY0" fmla="*/ 0 h 1433829"/>
              <a:gd name="connsiteX1" fmla="*/ 398782 w 2441222"/>
              <a:gd name="connsiteY1" fmla="*/ 1269 h 1433829"/>
              <a:gd name="connsiteX2" fmla="*/ 1955798 w 2441222"/>
              <a:gd name="connsiteY2" fmla="*/ 1269 h 1433829"/>
              <a:gd name="connsiteX3" fmla="*/ 2354580 w 2441222"/>
              <a:gd name="connsiteY3" fmla="*/ 400051 h 1433829"/>
              <a:gd name="connsiteX4" fmla="*/ 2354580 w 2441222"/>
              <a:gd name="connsiteY4" fmla="*/ 1035047 h 1433829"/>
              <a:gd name="connsiteX5" fmla="*/ 2339179 w 2441222"/>
              <a:gd name="connsiteY5" fmla="*/ 1431447 h 1433829"/>
              <a:gd name="connsiteX6" fmla="*/ 398782 w 2441222"/>
              <a:gd name="connsiteY6" fmla="*/ 1433829 h 1433829"/>
              <a:gd name="connsiteX7" fmla="*/ 0 w 2441222"/>
              <a:gd name="connsiteY7" fmla="*/ 1035047 h 1433829"/>
              <a:gd name="connsiteX8" fmla="*/ 4763 w 2441222"/>
              <a:gd name="connsiteY8" fmla="*/ 0 h 1433829"/>
              <a:gd name="connsiteX0" fmla="*/ 4763 w 2449885"/>
              <a:gd name="connsiteY0" fmla="*/ 0 h 1433829"/>
              <a:gd name="connsiteX1" fmla="*/ 398782 w 2449885"/>
              <a:gd name="connsiteY1" fmla="*/ 1269 h 1433829"/>
              <a:gd name="connsiteX2" fmla="*/ 1955798 w 2449885"/>
              <a:gd name="connsiteY2" fmla="*/ 1269 h 1433829"/>
              <a:gd name="connsiteX3" fmla="*/ 2354580 w 2449885"/>
              <a:gd name="connsiteY3" fmla="*/ 400051 h 1433829"/>
              <a:gd name="connsiteX4" fmla="*/ 2354580 w 2449885"/>
              <a:gd name="connsiteY4" fmla="*/ 1035047 h 1433829"/>
              <a:gd name="connsiteX5" fmla="*/ 2351086 w 2449885"/>
              <a:gd name="connsiteY5" fmla="*/ 1433828 h 1433829"/>
              <a:gd name="connsiteX6" fmla="*/ 398782 w 2449885"/>
              <a:gd name="connsiteY6" fmla="*/ 1433829 h 1433829"/>
              <a:gd name="connsiteX7" fmla="*/ 0 w 2449885"/>
              <a:gd name="connsiteY7" fmla="*/ 1035047 h 1433829"/>
              <a:gd name="connsiteX8" fmla="*/ 4763 w 2449885"/>
              <a:gd name="connsiteY8" fmla="*/ 0 h 1433829"/>
              <a:gd name="connsiteX0" fmla="*/ 4763 w 2355967"/>
              <a:gd name="connsiteY0" fmla="*/ 0 h 1433829"/>
              <a:gd name="connsiteX1" fmla="*/ 398782 w 2355967"/>
              <a:gd name="connsiteY1" fmla="*/ 1269 h 1433829"/>
              <a:gd name="connsiteX2" fmla="*/ 1955798 w 2355967"/>
              <a:gd name="connsiteY2" fmla="*/ 1269 h 1433829"/>
              <a:gd name="connsiteX3" fmla="*/ 2354580 w 2355967"/>
              <a:gd name="connsiteY3" fmla="*/ 400051 h 1433829"/>
              <a:gd name="connsiteX4" fmla="*/ 2354580 w 2355967"/>
              <a:gd name="connsiteY4" fmla="*/ 1035047 h 1433829"/>
              <a:gd name="connsiteX5" fmla="*/ 2351086 w 2355967"/>
              <a:gd name="connsiteY5" fmla="*/ 1433828 h 1433829"/>
              <a:gd name="connsiteX6" fmla="*/ 398782 w 2355967"/>
              <a:gd name="connsiteY6" fmla="*/ 1433829 h 1433829"/>
              <a:gd name="connsiteX7" fmla="*/ 0 w 2355967"/>
              <a:gd name="connsiteY7" fmla="*/ 1035047 h 1433829"/>
              <a:gd name="connsiteX8" fmla="*/ 4763 w 2355967"/>
              <a:gd name="connsiteY8" fmla="*/ 0 h 143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5967" h="1433829">
                <a:moveTo>
                  <a:pt x="4763" y="0"/>
                </a:moveTo>
                <a:cubicBezTo>
                  <a:pt x="30957" y="1215"/>
                  <a:pt x="178541" y="1269"/>
                  <a:pt x="398782" y="1269"/>
                </a:cubicBezTo>
                <a:lnTo>
                  <a:pt x="1955798" y="1269"/>
                </a:lnTo>
                <a:cubicBezTo>
                  <a:pt x="2176039" y="1269"/>
                  <a:pt x="2354580" y="179810"/>
                  <a:pt x="2354580" y="400051"/>
                </a:cubicBezTo>
                <a:lnTo>
                  <a:pt x="2354580" y="1035047"/>
                </a:lnTo>
                <a:cubicBezTo>
                  <a:pt x="2354580" y="1255288"/>
                  <a:pt x="2359396" y="1431446"/>
                  <a:pt x="2351086" y="1433828"/>
                </a:cubicBezTo>
                <a:lnTo>
                  <a:pt x="398782" y="1433829"/>
                </a:lnTo>
                <a:cubicBezTo>
                  <a:pt x="178541" y="1433829"/>
                  <a:pt x="0" y="1255288"/>
                  <a:pt x="0" y="1035047"/>
                </a:cubicBezTo>
                <a:cubicBezTo>
                  <a:pt x="1588" y="691619"/>
                  <a:pt x="3175" y="343428"/>
                  <a:pt x="4763" y="0"/>
                </a:cubicBezTo>
                <a:close/>
              </a:path>
            </a:pathLst>
          </a:cu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96" name="Rectangle 95"/>
          <p:cNvSpPr/>
          <p:nvPr/>
        </p:nvSpPr>
        <p:spPr>
          <a:xfrm>
            <a:off x="3405474" y="3281708"/>
            <a:ext cx="1639115" cy="814710"/>
          </a:xfrm>
          <a:prstGeom prst="rect">
            <a:avLst/>
          </a:prstGeom>
        </p:spPr>
        <p:txBody>
          <a:bodyPr wrap="square" lIns="0" tIns="0" rIns="0" bIns="0">
            <a:spAutoFit/>
          </a:bodyPr>
          <a:lstStyle/>
          <a:p>
            <a:pPr>
              <a:spcBef>
                <a:spcPts val="488"/>
              </a:spcBef>
            </a:pP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pPr>
              <a:spcBef>
                <a:spcPts val="488"/>
              </a:spcBef>
            </a:pPr>
            <a:r>
              <a:rPr lang="en-US" sz="800" dirty="0">
                <a:solidFill>
                  <a:schemeClr val="bg1"/>
                </a:solidFill>
                <a:latin typeface="Aptos" panose="020B0004020202020204" pitchFamily="34" charset="0"/>
              </a:rPr>
              <a:t>This is dummy text it is not here to be read. This is dummy text it is not here to be read. This is dummy text it is not here to be read. This is dummy text it is not here to be read.</a:t>
            </a:r>
          </a:p>
        </p:txBody>
      </p:sp>
      <p:cxnSp>
        <p:nvCxnSpPr>
          <p:cNvPr id="97" name="Straight Connector 96"/>
          <p:cNvCxnSpPr/>
          <p:nvPr/>
        </p:nvCxnSpPr>
        <p:spPr>
          <a:xfrm>
            <a:off x="3405474" y="3450979"/>
            <a:ext cx="1521957" cy="0"/>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07" name="Group 17"/>
          <p:cNvGrpSpPr>
            <a:grpSpLocks noChangeAspect="1"/>
          </p:cNvGrpSpPr>
          <p:nvPr/>
        </p:nvGrpSpPr>
        <p:grpSpPr bwMode="auto">
          <a:xfrm>
            <a:off x="3023082" y="1826957"/>
            <a:ext cx="298700" cy="298700"/>
            <a:chOff x="2387" y="1141"/>
            <a:chExt cx="340" cy="340"/>
          </a:xfrm>
          <a:solidFill>
            <a:schemeClr val="bg1"/>
          </a:solidFill>
        </p:grpSpPr>
        <p:sp>
          <p:nvSpPr>
            <p:cNvPr id="108" name="Freeform 18"/>
            <p:cNvSpPr>
              <a:spLocks/>
            </p:cNvSpPr>
            <p:nvPr/>
          </p:nvSpPr>
          <p:spPr bwMode="auto">
            <a:xfrm>
              <a:off x="2479" y="1211"/>
              <a:ext cx="35" cy="65"/>
            </a:xfrm>
            <a:custGeom>
              <a:avLst/>
              <a:gdLst>
                <a:gd name="T0" fmla="*/ 18 w 53"/>
                <a:gd name="T1" fmla="*/ 81 h 98"/>
                <a:gd name="T2" fmla="*/ 20 w 53"/>
                <a:gd name="T3" fmla="*/ 96 h 98"/>
                <a:gd name="T4" fmla="*/ 26 w 53"/>
                <a:gd name="T5" fmla="*/ 98 h 98"/>
                <a:gd name="T6" fmla="*/ 35 w 53"/>
                <a:gd name="T7" fmla="*/ 94 h 98"/>
                <a:gd name="T8" fmla="*/ 35 w 53"/>
                <a:gd name="T9" fmla="*/ 43 h 98"/>
                <a:gd name="T10" fmla="*/ 34 w 53"/>
                <a:gd name="T11" fmla="*/ 19 h 98"/>
                <a:gd name="T12" fmla="*/ 33 w 53"/>
                <a:gd name="T13" fmla="*/ 4 h 98"/>
                <a:gd name="T14" fmla="*/ 18 w 53"/>
                <a:gd name="T15" fmla="*/ 5 h 98"/>
                <a:gd name="T16" fmla="*/ 17 w 53"/>
                <a:gd name="T17" fmla="*/ 55 h 98"/>
                <a:gd name="T18" fmla="*/ 18 w 53"/>
                <a:gd name="T19" fmla="*/ 8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8">
                  <a:moveTo>
                    <a:pt x="18" y="81"/>
                  </a:moveTo>
                  <a:cubicBezTo>
                    <a:pt x="14" y="85"/>
                    <a:pt x="15" y="92"/>
                    <a:pt x="20" y="96"/>
                  </a:cubicBezTo>
                  <a:cubicBezTo>
                    <a:pt x="22" y="97"/>
                    <a:pt x="24" y="98"/>
                    <a:pt x="26" y="98"/>
                  </a:cubicBezTo>
                  <a:cubicBezTo>
                    <a:pt x="29" y="98"/>
                    <a:pt x="33" y="97"/>
                    <a:pt x="35" y="94"/>
                  </a:cubicBezTo>
                  <a:cubicBezTo>
                    <a:pt x="35" y="93"/>
                    <a:pt x="53" y="71"/>
                    <a:pt x="35" y="43"/>
                  </a:cubicBezTo>
                  <a:cubicBezTo>
                    <a:pt x="27" y="29"/>
                    <a:pt x="34" y="20"/>
                    <a:pt x="34" y="19"/>
                  </a:cubicBezTo>
                  <a:cubicBezTo>
                    <a:pt x="38" y="14"/>
                    <a:pt x="38" y="8"/>
                    <a:pt x="33" y="4"/>
                  </a:cubicBezTo>
                  <a:cubicBezTo>
                    <a:pt x="29" y="0"/>
                    <a:pt x="22" y="1"/>
                    <a:pt x="18" y="5"/>
                  </a:cubicBezTo>
                  <a:cubicBezTo>
                    <a:pt x="18" y="6"/>
                    <a:pt x="0" y="27"/>
                    <a:pt x="17" y="55"/>
                  </a:cubicBezTo>
                  <a:cubicBezTo>
                    <a:pt x="26" y="69"/>
                    <a:pt x="19" y="80"/>
                    <a:pt x="18" y="8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09" name="Freeform 19"/>
            <p:cNvSpPr>
              <a:spLocks/>
            </p:cNvSpPr>
            <p:nvPr/>
          </p:nvSpPr>
          <p:spPr bwMode="auto">
            <a:xfrm>
              <a:off x="2528" y="1211"/>
              <a:ext cx="35" cy="65"/>
            </a:xfrm>
            <a:custGeom>
              <a:avLst/>
              <a:gdLst>
                <a:gd name="T0" fmla="*/ 19 w 53"/>
                <a:gd name="T1" fmla="*/ 81 h 98"/>
                <a:gd name="T2" fmla="*/ 20 w 53"/>
                <a:gd name="T3" fmla="*/ 96 h 98"/>
                <a:gd name="T4" fmla="*/ 27 w 53"/>
                <a:gd name="T5" fmla="*/ 98 h 98"/>
                <a:gd name="T6" fmla="*/ 35 w 53"/>
                <a:gd name="T7" fmla="*/ 94 h 98"/>
                <a:gd name="T8" fmla="*/ 36 w 53"/>
                <a:gd name="T9" fmla="*/ 43 h 98"/>
                <a:gd name="T10" fmla="*/ 35 w 53"/>
                <a:gd name="T11" fmla="*/ 19 h 98"/>
                <a:gd name="T12" fmla="*/ 34 w 53"/>
                <a:gd name="T13" fmla="*/ 4 h 98"/>
                <a:gd name="T14" fmla="*/ 19 w 53"/>
                <a:gd name="T15" fmla="*/ 5 h 98"/>
                <a:gd name="T16" fmla="*/ 18 w 53"/>
                <a:gd name="T17" fmla="*/ 55 h 98"/>
                <a:gd name="T18" fmla="*/ 19 w 53"/>
                <a:gd name="T19" fmla="*/ 8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8">
                  <a:moveTo>
                    <a:pt x="19" y="81"/>
                  </a:moveTo>
                  <a:cubicBezTo>
                    <a:pt x="15" y="85"/>
                    <a:pt x="16" y="92"/>
                    <a:pt x="20" y="96"/>
                  </a:cubicBezTo>
                  <a:cubicBezTo>
                    <a:pt x="22" y="97"/>
                    <a:pt x="25" y="98"/>
                    <a:pt x="27" y="98"/>
                  </a:cubicBezTo>
                  <a:cubicBezTo>
                    <a:pt x="30" y="98"/>
                    <a:pt x="33" y="97"/>
                    <a:pt x="35" y="94"/>
                  </a:cubicBezTo>
                  <a:cubicBezTo>
                    <a:pt x="36" y="93"/>
                    <a:pt x="53" y="71"/>
                    <a:pt x="36" y="43"/>
                  </a:cubicBezTo>
                  <a:cubicBezTo>
                    <a:pt x="27" y="29"/>
                    <a:pt x="34" y="20"/>
                    <a:pt x="35" y="19"/>
                  </a:cubicBezTo>
                  <a:cubicBezTo>
                    <a:pt x="39" y="14"/>
                    <a:pt x="38" y="8"/>
                    <a:pt x="34" y="4"/>
                  </a:cubicBezTo>
                  <a:cubicBezTo>
                    <a:pt x="30" y="0"/>
                    <a:pt x="23" y="1"/>
                    <a:pt x="19" y="5"/>
                  </a:cubicBezTo>
                  <a:cubicBezTo>
                    <a:pt x="18" y="6"/>
                    <a:pt x="0" y="27"/>
                    <a:pt x="18" y="55"/>
                  </a:cubicBezTo>
                  <a:cubicBezTo>
                    <a:pt x="27" y="69"/>
                    <a:pt x="19" y="80"/>
                    <a:pt x="19" y="8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10" name="Freeform 20"/>
            <p:cNvSpPr>
              <a:spLocks/>
            </p:cNvSpPr>
            <p:nvPr/>
          </p:nvSpPr>
          <p:spPr bwMode="auto">
            <a:xfrm>
              <a:off x="2578" y="1211"/>
              <a:ext cx="35" cy="65"/>
            </a:xfrm>
            <a:custGeom>
              <a:avLst/>
              <a:gdLst>
                <a:gd name="T0" fmla="*/ 18 w 53"/>
                <a:gd name="T1" fmla="*/ 81 h 98"/>
                <a:gd name="T2" fmla="*/ 20 w 53"/>
                <a:gd name="T3" fmla="*/ 96 h 98"/>
                <a:gd name="T4" fmla="*/ 27 w 53"/>
                <a:gd name="T5" fmla="*/ 98 h 98"/>
                <a:gd name="T6" fmla="*/ 35 w 53"/>
                <a:gd name="T7" fmla="*/ 94 h 98"/>
                <a:gd name="T8" fmla="*/ 36 w 53"/>
                <a:gd name="T9" fmla="*/ 43 h 98"/>
                <a:gd name="T10" fmla="*/ 35 w 53"/>
                <a:gd name="T11" fmla="*/ 19 h 98"/>
                <a:gd name="T12" fmla="*/ 34 w 53"/>
                <a:gd name="T13" fmla="*/ 4 h 98"/>
                <a:gd name="T14" fmla="*/ 19 w 53"/>
                <a:gd name="T15" fmla="*/ 5 h 98"/>
                <a:gd name="T16" fmla="*/ 18 w 53"/>
                <a:gd name="T17" fmla="*/ 55 h 98"/>
                <a:gd name="T18" fmla="*/ 18 w 53"/>
                <a:gd name="T19" fmla="*/ 8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8">
                  <a:moveTo>
                    <a:pt x="18" y="81"/>
                  </a:moveTo>
                  <a:cubicBezTo>
                    <a:pt x="15" y="85"/>
                    <a:pt x="15" y="92"/>
                    <a:pt x="20" y="96"/>
                  </a:cubicBezTo>
                  <a:cubicBezTo>
                    <a:pt x="22" y="97"/>
                    <a:pt x="24" y="98"/>
                    <a:pt x="27" y="98"/>
                  </a:cubicBezTo>
                  <a:cubicBezTo>
                    <a:pt x="30" y="98"/>
                    <a:pt x="33" y="97"/>
                    <a:pt x="35" y="94"/>
                  </a:cubicBezTo>
                  <a:cubicBezTo>
                    <a:pt x="36" y="93"/>
                    <a:pt x="53" y="71"/>
                    <a:pt x="36" y="43"/>
                  </a:cubicBezTo>
                  <a:cubicBezTo>
                    <a:pt x="27" y="29"/>
                    <a:pt x="34" y="20"/>
                    <a:pt x="35" y="19"/>
                  </a:cubicBezTo>
                  <a:cubicBezTo>
                    <a:pt x="39" y="14"/>
                    <a:pt x="38" y="8"/>
                    <a:pt x="34" y="4"/>
                  </a:cubicBezTo>
                  <a:cubicBezTo>
                    <a:pt x="29" y="0"/>
                    <a:pt x="23" y="1"/>
                    <a:pt x="19" y="5"/>
                  </a:cubicBezTo>
                  <a:cubicBezTo>
                    <a:pt x="18" y="6"/>
                    <a:pt x="0" y="27"/>
                    <a:pt x="18" y="55"/>
                  </a:cubicBezTo>
                  <a:cubicBezTo>
                    <a:pt x="27" y="69"/>
                    <a:pt x="19" y="80"/>
                    <a:pt x="18" y="8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11" name="Freeform 21"/>
            <p:cNvSpPr>
              <a:spLocks noEditPoints="1"/>
            </p:cNvSpPr>
            <p:nvPr/>
          </p:nvSpPr>
          <p:spPr bwMode="auto">
            <a:xfrm>
              <a:off x="2465" y="1290"/>
              <a:ext cx="198" cy="113"/>
            </a:xfrm>
            <a:custGeom>
              <a:avLst/>
              <a:gdLst>
                <a:gd name="T0" fmla="*/ 238 w 299"/>
                <a:gd name="T1" fmla="*/ 79 h 170"/>
                <a:gd name="T2" fmla="*/ 263 w 299"/>
                <a:gd name="T3" fmla="*/ 90 h 170"/>
                <a:gd name="T4" fmla="*/ 299 w 299"/>
                <a:gd name="T5" fmla="*/ 55 h 170"/>
                <a:gd name="T6" fmla="*/ 263 w 299"/>
                <a:gd name="T7" fmla="*/ 19 h 170"/>
                <a:gd name="T8" fmla="*/ 245 w 299"/>
                <a:gd name="T9" fmla="*/ 24 h 170"/>
                <a:gd name="T10" fmla="*/ 245 w 299"/>
                <a:gd name="T11" fmla="*/ 10 h 170"/>
                <a:gd name="T12" fmla="*/ 235 w 299"/>
                <a:gd name="T13" fmla="*/ 0 h 170"/>
                <a:gd name="T14" fmla="*/ 11 w 299"/>
                <a:gd name="T15" fmla="*/ 0 h 170"/>
                <a:gd name="T16" fmla="*/ 0 w 299"/>
                <a:gd name="T17" fmla="*/ 10 h 170"/>
                <a:gd name="T18" fmla="*/ 0 w 299"/>
                <a:gd name="T19" fmla="*/ 35 h 170"/>
                <a:gd name="T20" fmla="*/ 73 w 299"/>
                <a:gd name="T21" fmla="*/ 149 h 170"/>
                <a:gd name="T22" fmla="*/ 11 w 299"/>
                <a:gd name="T23" fmla="*/ 149 h 170"/>
                <a:gd name="T24" fmla="*/ 0 w 299"/>
                <a:gd name="T25" fmla="*/ 160 h 170"/>
                <a:gd name="T26" fmla="*/ 11 w 299"/>
                <a:gd name="T27" fmla="*/ 170 h 170"/>
                <a:gd name="T28" fmla="*/ 267 w 299"/>
                <a:gd name="T29" fmla="*/ 170 h 170"/>
                <a:gd name="T30" fmla="*/ 277 w 299"/>
                <a:gd name="T31" fmla="*/ 160 h 170"/>
                <a:gd name="T32" fmla="*/ 267 w 299"/>
                <a:gd name="T33" fmla="*/ 149 h 170"/>
                <a:gd name="T34" fmla="*/ 173 w 299"/>
                <a:gd name="T35" fmla="*/ 149 h 170"/>
                <a:gd name="T36" fmla="*/ 238 w 299"/>
                <a:gd name="T37" fmla="*/ 79 h 170"/>
                <a:gd name="T38" fmla="*/ 263 w 299"/>
                <a:gd name="T39" fmla="*/ 41 h 170"/>
                <a:gd name="T40" fmla="*/ 277 w 299"/>
                <a:gd name="T41" fmla="*/ 55 h 170"/>
                <a:gd name="T42" fmla="*/ 263 w 299"/>
                <a:gd name="T43" fmla="*/ 69 h 170"/>
                <a:gd name="T44" fmla="*/ 249 w 299"/>
                <a:gd name="T45" fmla="*/ 55 h 170"/>
                <a:gd name="T46" fmla="*/ 263 w 299"/>
                <a:gd name="T47" fmla="*/ 41 h 170"/>
                <a:gd name="T48" fmla="*/ 123 w 299"/>
                <a:gd name="T49" fmla="*/ 138 h 170"/>
                <a:gd name="T50" fmla="*/ 21 w 299"/>
                <a:gd name="T51" fmla="*/ 35 h 170"/>
                <a:gd name="T52" fmla="*/ 21 w 299"/>
                <a:gd name="T53" fmla="*/ 21 h 170"/>
                <a:gd name="T54" fmla="*/ 224 w 299"/>
                <a:gd name="T55" fmla="*/ 21 h 170"/>
                <a:gd name="T56" fmla="*/ 224 w 299"/>
                <a:gd name="T57" fmla="*/ 35 h 170"/>
                <a:gd name="T58" fmla="*/ 123 w 299"/>
                <a:gd name="T59" fmla="*/ 13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9" h="170">
                  <a:moveTo>
                    <a:pt x="238" y="79"/>
                  </a:moveTo>
                  <a:cubicBezTo>
                    <a:pt x="244" y="86"/>
                    <a:pt x="253" y="90"/>
                    <a:pt x="263" y="90"/>
                  </a:cubicBezTo>
                  <a:cubicBezTo>
                    <a:pt x="283" y="90"/>
                    <a:pt x="299" y="74"/>
                    <a:pt x="299" y="55"/>
                  </a:cubicBezTo>
                  <a:cubicBezTo>
                    <a:pt x="299" y="35"/>
                    <a:pt x="283" y="19"/>
                    <a:pt x="263" y="19"/>
                  </a:cubicBezTo>
                  <a:cubicBezTo>
                    <a:pt x="257" y="19"/>
                    <a:pt x="251" y="21"/>
                    <a:pt x="245" y="24"/>
                  </a:cubicBezTo>
                  <a:cubicBezTo>
                    <a:pt x="245" y="10"/>
                    <a:pt x="245" y="10"/>
                    <a:pt x="245" y="10"/>
                  </a:cubicBezTo>
                  <a:cubicBezTo>
                    <a:pt x="245" y="4"/>
                    <a:pt x="241" y="0"/>
                    <a:pt x="235" y="0"/>
                  </a:cubicBezTo>
                  <a:cubicBezTo>
                    <a:pt x="11" y="0"/>
                    <a:pt x="11" y="0"/>
                    <a:pt x="11" y="0"/>
                  </a:cubicBezTo>
                  <a:cubicBezTo>
                    <a:pt x="5" y="0"/>
                    <a:pt x="0" y="4"/>
                    <a:pt x="0" y="10"/>
                  </a:cubicBezTo>
                  <a:cubicBezTo>
                    <a:pt x="0" y="35"/>
                    <a:pt x="0" y="35"/>
                    <a:pt x="0" y="35"/>
                  </a:cubicBezTo>
                  <a:cubicBezTo>
                    <a:pt x="0" y="87"/>
                    <a:pt x="30" y="130"/>
                    <a:pt x="73" y="149"/>
                  </a:cubicBezTo>
                  <a:cubicBezTo>
                    <a:pt x="11" y="149"/>
                    <a:pt x="11" y="149"/>
                    <a:pt x="11" y="149"/>
                  </a:cubicBezTo>
                  <a:cubicBezTo>
                    <a:pt x="5" y="149"/>
                    <a:pt x="0" y="154"/>
                    <a:pt x="0" y="160"/>
                  </a:cubicBezTo>
                  <a:cubicBezTo>
                    <a:pt x="0" y="166"/>
                    <a:pt x="5" y="170"/>
                    <a:pt x="11" y="170"/>
                  </a:cubicBezTo>
                  <a:cubicBezTo>
                    <a:pt x="267" y="170"/>
                    <a:pt x="267" y="170"/>
                    <a:pt x="267" y="170"/>
                  </a:cubicBezTo>
                  <a:cubicBezTo>
                    <a:pt x="273" y="170"/>
                    <a:pt x="277" y="166"/>
                    <a:pt x="277" y="160"/>
                  </a:cubicBezTo>
                  <a:cubicBezTo>
                    <a:pt x="277" y="154"/>
                    <a:pt x="273" y="149"/>
                    <a:pt x="267" y="149"/>
                  </a:cubicBezTo>
                  <a:cubicBezTo>
                    <a:pt x="173" y="149"/>
                    <a:pt x="173" y="149"/>
                    <a:pt x="173" y="149"/>
                  </a:cubicBezTo>
                  <a:cubicBezTo>
                    <a:pt x="203" y="136"/>
                    <a:pt x="226" y="111"/>
                    <a:pt x="238" y="79"/>
                  </a:cubicBezTo>
                  <a:close/>
                  <a:moveTo>
                    <a:pt x="263" y="41"/>
                  </a:moveTo>
                  <a:cubicBezTo>
                    <a:pt x="271" y="41"/>
                    <a:pt x="277" y="47"/>
                    <a:pt x="277" y="55"/>
                  </a:cubicBezTo>
                  <a:cubicBezTo>
                    <a:pt x="277" y="62"/>
                    <a:pt x="271" y="69"/>
                    <a:pt x="263" y="69"/>
                  </a:cubicBezTo>
                  <a:cubicBezTo>
                    <a:pt x="255" y="69"/>
                    <a:pt x="249" y="62"/>
                    <a:pt x="249" y="55"/>
                  </a:cubicBezTo>
                  <a:cubicBezTo>
                    <a:pt x="249" y="47"/>
                    <a:pt x="255" y="41"/>
                    <a:pt x="263" y="41"/>
                  </a:cubicBezTo>
                  <a:close/>
                  <a:moveTo>
                    <a:pt x="123" y="138"/>
                  </a:moveTo>
                  <a:cubicBezTo>
                    <a:pt x="66" y="138"/>
                    <a:pt x="21" y="93"/>
                    <a:pt x="21" y="35"/>
                  </a:cubicBezTo>
                  <a:cubicBezTo>
                    <a:pt x="21" y="21"/>
                    <a:pt x="21" y="21"/>
                    <a:pt x="21" y="21"/>
                  </a:cubicBezTo>
                  <a:cubicBezTo>
                    <a:pt x="224" y="21"/>
                    <a:pt x="224" y="21"/>
                    <a:pt x="224" y="21"/>
                  </a:cubicBezTo>
                  <a:cubicBezTo>
                    <a:pt x="224" y="35"/>
                    <a:pt x="224" y="35"/>
                    <a:pt x="224" y="35"/>
                  </a:cubicBezTo>
                  <a:cubicBezTo>
                    <a:pt x="224" y="93"/>
                    <a:pt x="179" y="138"/>
                    <a:pt x="123" y="13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12" name="Freeform 22"/>
            <p:cNvSpPr>
              <a:spLocks noEditPoints="1"/>
            </p:cNvSpPr>
            <p:nvPr/>
          </p:nvSpPr>
          <p:spPr bwMode="auto">
            <a:xfrm>
              <a:off x="2387" y="114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13" name="Group 162"/>
          <p:cNvGrpSpPr>
            <a:grpSpLocks noChangeAspect="1"/>
          </p:cNvGrpSpPr>
          <p:nvPr/>
        </p:nvGrpSpPr>
        <p:grpSpPr bwMode="auto">
          <a:xfrm>
            <a:off x="2916182" y="3301600"/>
            <a:ext cx="298700" cy="298700"/>
            <a:chOff x="3425" y="1699"/>
            <a:chExt cx="340" cy="340"/>
          </a:xfrm>
          <a:solidFill>
            <a:schemeClr val="bg1"/>
          </a:solidFill>
        </p:grpSpPr>
        <p:sp>
          <p:nvSpPr>
            <p:cNvPr id="114" name="Freeform 163"/>
            <p:cNvSpPr>
              <a:spLocks noEditPoints="1"/>
            </p:cNvSpPr>
            <p:nvPr/>
          </p:nvSpPr>
          <p:spPr bwMode="auto">
            <a:xfrm>
              <a:off x="3517" y="1763"/>
              <a:ext cx="134" cy="212"/>
            </a:xfrm>
            <a:custGeom>
              <a:avLst/>
              <a:gdLst>
                <a:gd name="T0" fmla="*/ 42 w 202"/>
                <a:gd name="T1" fmla="*/ 64 h 320"/>
                <a:gd name="T2" fmla="*/ 42 w 202"/>
                <a:gd name="T3" fmla="*/ 11 h 320"/>
                <a:gd name="T4" fmla="*/ 53 w 202"/>
                <a:gd name="T5" fmla="*/ 0 h 320"/>
                <a:gd name="T6" fmla="*/ 64 w 202"/>
                <a:gd name="T7" fmla="*/ 11 h 320"/>
                <a:gd name="T8" fmla="*/ 64 w 202"/>
                <a:gd name="T9" fmla="*/ 64 h 320"/>
                <a:gd name="T10" fmla="*/ 53 w 202"/>
                <a:gd name="T11" fmla="*/ 75 h 320"/>
                <a:gd name="T12" fmla="*/ 42 w 202"/>
                <a:gd name="T13" fmla="*/ 64 h 320"/>
                <a:gd name="T14" fmla="*/ 202 w 202"/>
                <a:gd name="T15" fmla="*/ 11 h 320"/>
                <a:gd name="T16" fmla="*/ 202 w 202"/>
                <a:gd name="T17" fmla="*/ 310 h 320"/>
                <a:gd name="T18" fmla="*/ 192 w 202"/>
                <a:gd name="T19" fmla="*/ 320 h 320"/>
                <a:gd name="T20" fmla="*/ 138 w 202"/>
                <a:gd name="T21" fmla="*/ 288 h 320"/>
                <a:gd name="T22" fmla="*/ 149 w 202"/>
                <a:gd name="T23" fmla="*/ 154 h 320"/>
                <a:gd name="T24" fmla="*/ 131 w 202"/>
                <a:gd name="T25" fmla="*/ 136 h 320"/>
                <a:gd name="T26" fmla="*/ 128 w 202"/>
                <a:gd name="T27" fmla="*/ 128 h 320"/>
                <a:gd name="T28" fmla="*/ 187 w 202"/>
                <a:gd name="T29" fmla="*/ 2 h 320"/>
                <a:gd name="T30" fmla="*/ 197 w 202"/>
                <a:gd name="T31" fmla="*/ 2 h 320"/>
                <a:gd name="T32" fmla="*/ 202 w 202"/>
                <a:gd name="T33" fmla="*/ 11 h 320"/>
                <a:gd name="T34" fmla="*/ 181 w 202"/>
                <a:gd name="T35" fmla="*/ 33 h 320"/>
                <a:gd name="T36" fmla="*/ 149 w 202"/>
                <a:gd name="T37" fmla="*/ 124 h 320"/>
                <a:gd name="T38" fmla="*/ 167 w 202"/>
                <a:gd name="T39" fmla="*/ 142 h 320"/>
                <a:gd name="T40" fmla="*/ 170 w 202"/>
                <a:gd name="T41" fmla="*/ 150 h 320"/>
                <a:gd name="T42" fmla="*/ 160 w 202"/>
                <a:gd name="T43" fmla="*/ 288 h 320"/>
                <a:gd name="T44" fmla="*/ 181 w 202"/>
                <a:gd name="T45" fmla="*/ 298 h 320"/>
                <a:gd name="T46" fmla="*/ 181 w 202"/>
                <a:gd name="T47" fmla="*/ 33 h 320"/>
                <a:gd name="T48" fmla="*/ 96 w 202"/>
                <a:gd name="T49" fmla="*/ 0 h 320"/>
                <a:gd name="T50" fmla="*/ 85 w 202"/>
                <a:gd name="T51" fmla="*/ 11 h 320"/>
                <a:gd name="T52" fmla="*/ 85 w 202"/>
                <a:gd name="T53" fmla="*/ 75 h 320"/>
                <a:gd name="T54" fmla="*/ 74 w 202"/>
                <a:gd name="T55" fmla="*/ 86 h 320"/>
                <a:gd name="T56" fmla="*/ 64 w 202"/>
                <a:gd name="T57" fmla="*/ 96 h 320"/>
                <a:gd name="T58" fmla="*/ 64 w 202"/>
                <a:gd name="T59" fmla="*/ 288 h 320"/>
                <a:gd name="T60" fmla="*/ 53 w 202"/>
                <a:gd name="T61" fmla="*/ 299 h 320"/>
                <a:gd name="T62" fmla="*/ 42 w 202"/>
                <a:gd name="T63" fmla="*/ 288 h 320"/>
                <a:gd name="T64" fmla="*/ 42 w 202"/>
                <a:gd name="T65" fmla="*/ 96 h 320"/>
                <a:gd name="T66" fmla="*/ 32 w 202"/>
                <a:gd name="T67" fmla="*/ 86 h 320"/>
                <a:gd name="T68" fmla="*/ 21 w 202"/>
                <a:gd name="T69" fmla="*/ 75 h 320"/>
                <a:gd name="T70" fmla="*/ 21 w 202"/>
                <a:gd name="T71" fmla="*/ 11 h 320"/>
                <a:gd name="T72" fmla="*/ 10 w 202"/>
                <a:gd name="T73" fmla="*/ 0 h 320"/>
                <a:gd name="T74" fmla="*/ 0 w 202"/>
                <a:gd name="T75" fmla="*/ 11 h 320"/>
                <a:gd name="T76" fmla="*/ 0 w 202"/>
                <a:gd name="T77" fmla="*/ 75 h 320"/>
                <a:gd name="T78" fmla="*/ 21 w 202"/>
                <a:gd name="T79" fmla="*/ 105 h 320"/>
                <a:gd name="T80" fmla="*/ 21 w 202"/>
                <a:gd name="T81" fmla="*/ 289 h 320"/>
                <a:gd name="T82" fmla="*/ 53 w 202"/>
                <a:gd name="T83" fmla="*/ 320 h 320"/>
                <a:gd name="T84" fmla="*/ 53 w 202"/>
                <a:gd name="T85" fmla="*/ 320 h 320"/>
                <a:gd name="T86" fmla="*/ 53 w 202"/>
                <a:gd name="T87" fmla="*/ 320 h 320"/>
                <a:gd name="T88" fmla="*/ 85 w 202"/>
                <a:gd name="T89" fmla="*/ 288 h 320"/>
                <a:gd name="T90" fmla="*/ 85 w 202"/>
                <a:gd name="T91" fmla="*/ 105 h 320"/>
                <a:gd name="T92" fmla="*/ 106 w 202"/>
                <a:gd name="T93" fmla="*/ 75 h 320"/>
                <a:gd name="T94" fmla="*/ 106 w 202"/>
                <a:gd name="T95" fmla="*/ 11 h 320"/>
                <a:gd name="T96" fmla="*/ 96 w 202"/>
                <a:gd name="T97"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2" h="320">
                  <a:moveTo>
                    <a:pt x="42" y="64"/>
                  </a:moveTo>
                  <a:cubicBezTo>
                    <a:pt x="42" y="11"/>
                    <a:pt x="42" y="11"/>
                    <a:pt x="42" y="11"/>
                  </a:cubicBezTo>
                  <a:cubicBezTo>
                    <a:pt x="42" y="5"/>
                    <a:pt x="47" y="0"/>
                    <a:pt x="53" y="0"/>
                  </a:cubicBezTo>
                  <a:cubicBezTo>
                    <a:pt x="59" y="0"/>
                    <a:pt x="64" y="5"/>
                    <a:pt x="64" y="11"/>
                  </a:cubicBezTo>
                  <a:cubicBezTo>
                    <a:pt x="64" y="64"/>
                    <a:pt x="64" y="64"/>
                    <a:pt x="64" y="64"/>
                  </a:cubicBezTo>
                  <a:cubicBezTo>
                    <a:pt x="64" y="70"/>
                    <a:pt x="59" y="75"/>
                    <a:pt x="53" y="75"/>
                  </a:cubicBezTo>
                  <a:cubicBezTo>
                    <a:pt x="47" y="75"/>
                    <a:pt x="42" y="70"/>
                    <a:pt x="42" y="64"/>
                  </a:cubicBezTo>
                  <a:close/>
                  <a:moveTo>
                    <a:pt x="202" y="11"/>
                  </a:moveTo>
                  <a:cubicBezTo>
                    <a:pt x="202" y="310"/>
                    <a:pt x="202" y="310"/>
                    <a:pt x="202" y="310"/>
                  </a:cubicBezTo>
                  <a:cubicBezTo>
                    <a:pt x="202" y="316"/>
                    <a:pt x="198" y="320"/>
                    <a:pt x="192" y="320"/>
                  </a:cubicBezTo>
                  <a:cubicBezTo>
                    <a:pt x="139" y="320"/>
                    <a:pt x="138" y="290"/>
                    <a:pt x="138" y="288"/>
                  </a:cubicBezTo>
                  <a:cubicBezTo>
                    <a:pt x="149" y="154"/>
                    <a:pt x="149" y="154"/>
                    <a:pt x="149" y="154"/>
                  </a:cubicBezTo>
                  <a:cubicBezTo>
                    <a:pt x="131" y="136"/>
                    <a:pt x="131" y="136"/>
                    <a:pt x="131" y="136"/>
                  </a:cubicBezTo>
                  <a:cubicBezTo>
                    <a:pt x="129" y="134"/>
                    <a:pt x="128" y="131"/>
                    <a:pt x="128" y="128"/>
                  </a:cubicBezTo>
                  <a:cubicBezTo>
                    <a:pt x="128" y="34"/>
                    <a:pt x="184" y="3"/>
                    <a:pt x="187" y="2"/>
                  </a:cubicBezTo>
                  <a:cubicBezTo>
                    <a:pt x="190" y="0"/>
                    <a:pt x="194" y="0"/>
                    <a:pt x="197" y="2"/>
                  </a:cubicBezTo>
                  <a:cubicBezTo>
                    <a:pt x="200" y="4"/>
                    <a:pt x="202" y="7"/>
                    <a:pt x="202" y="11"/>
                  </a:cubicBezTo>
                  <a:close/>
                  <a:moveTo>
                    <a:pt x="181" y="33"/>
                  </a:moveTo>
                  <a:cubicBezTo>
                    <a:pt x="168" y="48"/>
                    <a:pt x="150" y="76"/>
                    <a:pt x="149" y="124"/>
                  </a:cubicBezTo>
                  <a:cubicBezTo>
                    <a:pt x="167" y="142"/>
                    <a:pt x="167" y="142"/>
                    <a:pt x="167" y="142"/>
                  </a:cubicBezTo>
                  <a:cubicBezTo>
                    <a:pt x="169" y="144"/>
                    <a:pt x="171" y="147"/>
                    <a:pt x="170" y="150"/>
                  </a:cubicBezTo>
                  <a:cubicBezTo>
                    <a:pt x="160" y="288"/>
                    <a:pt x="160" y="288"/>
                    <a:pt x="160" y="288"/>
                  </a:cubicBezTo>
                  <a:cubicBezTo>
                    <a:pt x="160" y="291"/>
                    <a:pt x="166" y="297"/>
                    <a:pt x="181" y="298"/>
                  </a:cubicBezTo>
                  <a:lnTo>
                    <a:pt x="181" y="33"/>
                  </a:lnTo>
                  <a:close/>
                  <a:moveTo>
                    <a:pt x="96" y="0"/>
                  </a:moveTo>
                  <a:cubicBezTo>
                    <a:pt x="90" y="0"/>
                    <a:pt x="85" y="5"/>
                    <a:pt x="85" y="11"/>
                  </a:cubicBezTo>
                  <a:cubicBezTo>
                    <a:pt x="85" y="75"/>
                    <a:pt x="85" y="75"/>
                    <a:pt x="85" y="75"/>
                  </a:cubicBezTo>
                  <a:cubicBezTo>
                    <a:pt x="85" y="80"/>
                    <a:pt x="83" y="86"/>
                    <a:pt x="74" y="86"/>
                  </a:cubicBezTo>
                  <a:cubicBezTo>
                    <a:pt x="68" y="86"/>
                    <a:pt x="64" y="90"/>
                    <a:pt x="64" y="96"/>
                  </a:cubicBezTo>
                  <a:cubicBezTo>
                    <a:pt x="64" y="288"/>
                    <a:pt x="64" y="288"/>
                    <a:pt x="64" y="288"/>
                  </a:cubicBezTo>
                  <a:cubicBezTo>
                    <a:pt x="64" y="292"/>
                    <a:pt x="62" y="299"/>
                    <a:pt x="53" y="299"/>
                  </a:cubicBezTo>
                  <a:cubicBezTo>
                    <a:pt x="44" y="299"/>
                    <a:pt x="43" y="292"/>
                    <a:pt x="42" y="288"/>
                  </a:cubicBezTo>
                  <a:cubicBezTo>
                    <a:pt x="42" y="96"/>
                    <a:pt x="42" y="96"/>
                    <a:pt x="42" y="96"/>
                  </a:cubicBezTo>
                  <a:cubicBezTo>
                    <a:pt x="42" y="90"/>
                    <a:pt x="38" y="86"/>
                    <a:pt x="32" y="86"/>
                  </a:cubicBezTo>
                  <a:cubicBezTo>
                    <a:pt x="23" y="86"/>
                    <a:pt x="21" y="80"/>
                    <a:pt x="21" y="75"/>
                  </a:cubicBezTo>
                  <a:cubicBezTo>
                    <a:pt x="21" y="11"/>
                    <a:pt x="21" y="11"/>
                    <a:pt x="21" y="11"/>
                  </a:cubicBezTo>
                  <a:cubicBezTo>
                    <a:pt x="21" y="5"/>
                    <a:pt x="16" y="0"/>
                    <a:pt x="10" y="0"/>
                  </a:cubicBezTo>
                  <a:cubicBezTo>
                    <a:pt x="4" y="0"/>
                    <a:pt x="0" y="5"/>
                    <a:pt x="0" y="11"/>
                  </a:cubicBezTo>
                  <a:cubicBezTo>
                    <a:pt x="0" y="75"/>
                    <a:pt x="0" y="75"/>
                    <a:pt x="0" y="75"/>
                  </a:cubicBezTo>
                  <a:cubicBezTo>
                    <a:pt x="0" y="86"/>
                    <a:pt x="10" y="101"/>
                    <a:pt x="21" y="105"/>
                  </a:cubicBezTo>
                  <a:cubicBezTo>
                    <a:pt x="21" y="289"/>
                    <a:pt x="21" y="289"/>
                    <a:pt x="21" y="289"/>
                  </a:cubicBezTo>
                  <a:cubicBezTo>
                    <a:pt x="21" y="301"/>
                    <a:pt x="30" y="320"/>
                    <a:pt x="53" y="320"/>
                  </a:cubicBezTo>
                  <a:cubicBezTo>
                    <a:pt x="53" y="320"/>
                    <a:pt x="53" y="320"/>
                    <a:pt x="53" y="320"/>
                  </a:cubicBezTo>
                  <a:cubicBezTo>
                    <a:pt x="53" y="320"/>
                    <a:pt x="53" y="320"/>
                    <a:pt x="53" y="320"/>
                  </a:cubicBezTo>
                  <a:cubicBezTo>
                    <a:pt x="76" y="320"/>
                    <a:pt x="85" y="301"/>
                    <a:pt x="85" y="288"/>
                  </a:cubicBezTo>
                  <a:cubicBezTo>
                    <a:pt x="85" y="105"/>
                    <a:pt x="85" y="105"/>
                    <a:pt x="85" y="105"/>
                  </a:cubicBezTo>
                  <a:cubicBezTo>
                    <a:pt x="100" y="101"/>
                    <a:pt x="106" y="86"/>
                    <a:pt x="106" y="75"/>
                  </a:cubicBezTo>
                  <a:cubicBezTo>
                    <a:pt x="106" y="11"/>
                    <a:pt x="106" y="11"/>
                    <a:pt x="106" y="11"/>
                  </a:cubicBezTo>
                  <a:cubicBezTo>
                    <a:pt x="106" y="5"/>
                    <a:pt x="102" y="0"/>
                    <a:pt x="9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15" name="Freeform 164"/>
            <p:cNvSpPr>
              <a:spLocks noEditPoints="1"/>
            </p:cNvSpPr>
            <p:nvPr/>
          </p:nvSpPr>
          <p:spPr bwMode="auto">
            <a:xfrm>
              <a:off x="3425" y="1699"/>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16" name="Group 67"/>
          <p:cNvGrpSpPr>
            <a:grpSpLocks noChangeAspect="1"/>
          </p:cNvGrpSpPr>
          <p:nvPr/>
        </p:nvGrpSpPr>
        <p:grpSpPr bwMode="auto">
          <a:xfrm>
            <a:off x="7008410" y="3222797"/>
            <a:ext cx="299206" cy="299124"/>
            <a:chOff x="1017" y="408"/>
            <a:chExt cx="3636" cy="3635"/>
          </a:xfrm>
          <a:solidFill>
            <a:schemeClr val="bg1"/>
          </a:solidFill>
        </p:grpSpPr>
        <p:sp>
          <p:nvSpPr>
            <p:cNvPr id="117" name="Freeform 68"/>
            <p:cNvSpPr>
              <a:spLocks noEditPoints="1"/>
            </p:cNvSpPr>
            <p:nvPr/>
          </p:nvSpPr>
          <p:spPr bwMode="auto">
            <a:xfrm>
              <a:off x="1017" y="408"/>
              <a:ext cx="3636" cy="3635"/>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18" name="Freeform 69"/>
            <p:cNvSpPr>
              <a:spLocks noEditPoints="1"/>
            </p:cNvSpPr>
            <p:nvPr/>
          </p:nvSpPr>
          <p:spPr bwMode="auto">
            <a:xfrm>
              <a:off x="1699" y="1075"/>
              <a:ext cx="2272" cy="2286"/>
            </a:xfrm>
            <a:custGeom>
              <a:avLst/>
              <a:gdLst>
                <a:gd name="T0" fmla="*/ 234 w 320"/>
                <a:gd name="T1" fmla="*/ 55 h 322"/>
                <a:gd name="T2" fmla="*/ 221 w 320"/>
                <a:gd name="T3" fmla="*/ 56 h 322"/>
                <a:gd name="T4" fmla="*/ 225 w 320"/>
                <a:gd name="T5" fmla="*/ 49 h 322"/>
                <a:gd name="T6" fmla="*/ 234 w 320"/>
                <a:gd name="T7" fmla="*/ 12 h 322"/>
                <a:gd name="T8" fmla="*/ 224 w 320"/>
                <a:gd name="T9" fmla="*/ 2 h 322"/>
                <a:gd name="T10" fmla="*/ 163 w 320"/>
                <a:gd name="T11" fmla="*/ 25 h 322"/>
                <a:gd name="T12" fmla="*/ 158 w 320"/>
                <a:gd name="T13" fmla="*/ 31 h 322"/>
                <a:gd name="T14" fmla="*/ 133 w 320"/>
                <a:gd name="T15" fmla="*/ 3 h 322"/>
                <a:gd name="T16" fmla="*/ 119 w 320"/>
                <a:gd name="T17" fmla="*/ 7 h 322"/>
                <a:gd name="T18" fmla="*/ 122 w 320"/>
                <a:gd name="T19" fmla="*/ 21 h 322"/>
                <a:gd name="T20" fmla="*/ 148 w 320"/>
                <a:gd name="T21" fmla="*/ 67 h 322"/>
                <a:gd name="T22" fmla="*/ 149 w 320"/>
                <a:gd name="T23" fmla="*/ 74 h 322"/>
                <a:gd name="T24" fmla="*/ 146 w 320"/>
                <a:gd name="T25" fmla="*/ 73 h 322"/>
                <a:gd name="T26" fmla="*/ 124 w 320"/>
                <a:gd name="T27" fmla="*/ 66 h 322"/>
                <a:gd name="T28" fmla="*/ 85 w 320"/>
                <a:gd name="T29" fmla="*/ 55 h 322"/>
                <a:gd name="T30" fmla="*/ 0 w 320"/>
                <a:gd name="T31" fmla="*/ 140 h 322"/>
                <a:gd name="T32" fmla="*/ 78 w 320"/>
                <a:gd name="T33" fmla="*/ 308 h 322"/>
                <a:gd name="T34" fmla="*/ 106 w 320"/>
                <a:gd name="T35" fmla="*/ 322 h 322"/>
                <a:gd name="T36" fmla="*/ 121 w 320"/>
                <a:gd name="T37" fmla="*/ 319 h 322"/>
                <a:gd name="T38" fmla="*/ 160 w 320"/>
                <a:gd name="T39" fmla="*/ 311 h 322"/>
                <a:gd name="T40" fmla="*/ 199 w 320"/>
                <a:gd name="T41" fmla="*/ 319 h 322"/>
                <a:gd name="T42" fmla="*/ 213 w 320"/>
                <a:gd name="T43" fmla="*/ 322 h 322"/>
                <a:gd name="T44" fmla="*/ 242 w 320"/>
                <a:gd name="T45" fmla="*/ 308 h 322"/>
                <a:gd name="T46" fmla="*/ 320 w 320"/>
                <a:gd name="T47" fmla="*/ 140 h 322"/>
                <a:gd name="T48" fmla="*/ 234 w 320"/>
                <a:gd name="T49" fmla="*/ 55 h 322"/>
                <a:gd name="T50" fmla="*/ 179 w 320"/>
                <a:gd name="T51" fmla="*/ 39 h 322"/>
                <a:gd name="T52" fmla="*/ 212 w 320"/>
                <a:gd name="T53" fmla="*/ 24 h 322"/>
                <a:gd name="T54" fmla="*/ 206 w 320"/>
                <a:gd name="T55" fmla="*/ 39 h 322"/>
                <a:gd name="T56" fmla="*/ 170 w 320"/>
                <a:gd name="T57" fmla="*/ 65 h 322"/>
                <a:gd name="T58" fmla="*/ 179 w 320"/>
                <a:gd name="T59" fmla="*/ 39 h 322"/>
                <a:gd name="T60" fmla="*/ 228 w 320"/>
                <a:gd name="T61" fmla="*/ 292 h 322"/>
                <a:gd name="T62" fmla="*/ 226 w 320"/>
                <a:gd name="T63" fmla="*/ 293 h 322"/>
                <a:gd name="T64" fmla="*/ 213 w 320"/>
                <a:gd name="T65" fmla="*/ 300 h 322"/>
                <a:gd name="T66" fmla="*/ 207 w 320"/>
                <a:gd name="T67" fmla="*/ 299 h 322"/>
                <a:gd name="T68" fmla="*/ 160 w 320"/>
                <a:gd name="T69" fmla="*/ 290 h 322"/>
                <a:gd name="T70" fmla="*/ 113 w 320"/>
                <a:gd name="T71" fmla="*/ 299 h 322"/>
                <a:gd name="T72" fmla="*/ 106 w 320"/>
                <a:gd name="T73" fmla="*/ 300 h 322"/>
                <a:gd name="T74" fmla="*/ 93 w 320"/>
                <a:gd name="T75" fmla="*/ 293 h 322"/>
                <a:gd name="T76" fmla="*/ 92 w 320"/>
                <a:gd name="T77" fmla="*/ 292 h 322"/>
                <a:gd name="T78" fmla="*/ 21 w 320"/>
                <a:gd name="T79" fmla="*/ 140 h 322"/>
                <a:gd name="T80" fmla="*/ 85 w 320"/>
                <a:gd name="T81" fmla="*/ 76 h 322"/>
                <a:gd name="T82" fmla="*/ 115 w 320"/>
                <a:gd name="T83" fmla="*/ 85 h 322"/>
                <a:gd name="T84" fmla="*/ 141 w 320"/>
                <a:gd name="T85" fmla="*/ 94 h 322"/>
                <a:gd name="T86" fmla="*/ 208 w 320"/>
                <a:gd name="T87" fmla="*/ 82 h 322"/>
                <a:gd name="T88" fmla="*/ 234 w 320"/>
                <a:gd name="T89" fmla="*/ 76 h 322"/>
                <a:gd name="T90" fmla="*/ 298 w 320"/>
                <a:gd name="T91" fmla="*/ 140 h 322"/>
                <a:gd name="T92" fmla="*/ 228 w 320"/>
                <a:gd name="T93" fmla="*/ 29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0" h="322">
                  <a:moveTo>
                    <a:pt x="234" y="55"/>
                  </a:moveTo>
                  <a:cubicBezTo>
                    <a:pt x="230" y="55"/>
                    <a:pt x="225" y="55"/>
                    <a:pt x="221" y="56"/>
                  </a:cubicBezTo>
                  <a:cubicBezTo>
                    <a:pt x="223" y="54"/>
                    <a:pt x="224" y="51"/>
                    <a:pt x="225" y="49"/>
                  </a:cubicBezTo>
                  <a:cubicBezTo>
                    <a:pt x="234" y="31"/>
                    <a:pt x="234" y="13"/>
                    <a:pt x="234" y="12"/>
                  </a:cubicBezTo>
                  <a:cubicBezTo>
                    <a:pt x="234" y="6"/>
                    <a:pt x="230" y="2"/>
                    <a:pt x="224" y="2"/>
                  </a:cubicBezTo>
                  <a:cubicBezTo>
                    <a:pt x="196" y="2"/>
                    <a:pt x="176" y="10"/>
                    <a:pt x="163" y="25"/>
                  </a:cubicBezTo>
                  <a:cubicBezTo>
                    <a:pt x="161" y="27"/>
                    <a:pt x="160" y="29"/>
                    <a:pt x="158" y="31"/>
                  </a:cubicBezTo>
                  <a:cubicBezTo>
                    <a:pt x="148" y="13"/>
                    <a:pt x="134" y="4"/>
                    <a:pt x="133" y="3"/>
                  </a:cubicBezTo>
                  <a:cubicBezTo>
                    <a:pt x="128" y="0"/>
                    <a:pt x="122" y="2"/>
                    <a:pt x="119" y="7"/>
                  </a:cubicBezTo>
                  <a:cubicBezTo>
                    <a:pt x="116" y="11"/>
                    <a:pt x="117" y="18"/>
                    <a:pt x="122" y="21"/>
                  </a:cubicBezTo>
                  <a:cubicBezTo>
                    <a:pt x="123" y="22"/>
                    <a:pt x="145" y="37"/>
                    <a:pt x="148" y="67"/>
                  </a:cubicBezTo>
                  <a:cubicBezTo>
                    <a:pt x="148" y="70"/>
                    <a:pt x="149" y="72"/>
                    <a:pt x="149" y="74"/>
                  </a:cubicBezTo>
                  <a:cubicBezTo>
                    <a:pt x="148" y="74"/>
                    <a:pt x="147" y="74"/>
                    <a:pt x="146" y="73"/>
                  </a:cubicBezTo>
                  <a:cubicBezTo>
                    <a:pt x="138" y="72"/>
                    <a:pt x="131" y="69"/>
                    <a:pt x="124" y="66"/>
                  </a:cubicBezTo>
                  <a:cubicBezTo>
                    <a:pt x="112" y="60"/>
                    <a:pt x="100" y="55"/>
                    <a:pt x="85" y="55"/>
                  </a:cubicBezTo>
                  <a:cubicBezTo>
                    <a:pt x="38" y="55"/>
                    <a:pt x="0" y="93"/>
                    <a:pt x="0" y="140"/>
                  </a:cubicBezTo>
                  <a:cubicBezTo>
                    <a:pt x="0" y="242"/>
                    <a:pt x="69" y="301"/>
                    <a:pt x="78" y="308"/>
                  </a:cubicBezTo>
                  <a:cubicBezTo>
                    <a:pt x="84" y="315"/>
                    <a:pt x="92" y="322"/>
                    <a:pt x="106" y="322"/>
                  </a:cubicBezTo>
                  <a:cubicBezTo>
                    <a:pt x="111" y="322"/>
                    <a:pt x="116" y="321"/>
                    <a:pt x="121" y="319"/>
                  </a:cubicBezTo>
                  <a:cubicBezTo>
                    <a:pt x="122" y="319"/>
                    <a:pt x="139" y="311"/>
                    <a:pt x="160" y="311"/>
                  </a:cubicBezTo>
                  <a:cubicBezTo>
                    <a:pt x="180" y="311"/>
                    <a:pt x="198" y="319"/>
                    <a:pt x="199" y="319"/>
                  </a:cubicBezTo>
                  <a:cubicBezTo>
                    <a:pt x="203" y="321"/>
                    <a:pt x="208" y="322"/>
                    <a:pt x="213" y="322"/>
                  </a:cubicBezTo>
                  <a:cubicBezTo>
                    <a:pt x="227" y="322"/>
                    <a:pt x="236" y="315"/>
                    <a:pt x="242" y="308"/>
                  </a:cubicBezTo>
                  <a:cubicBezTo>
                    <a:pt x="250" y="301"/>
                    <a:pt x="320" y="242"/>
                    <a:pt x="320" y="140"/>
                  </a:cubicBezTo>
                  <a:cubicBezTo>
                    <a:pt x="320" y="93"/>
                    <a:pt x="281" y="55"/>
                    <a:pt x="234" y="55"/>
                  </a:cubicBezTo>
                  <a:close/>
                  <a:moveTo>
                    <a:pt x="179" y="39"/>
                  </a:moveTo>
                  <a:cubicBezTo>
                    <a:pt x="186" y="30"/>
                    <a:pt x="197" y="25"/>
                    <a:pt x="212" y="24"/>
                  </a:cubicBezTo>
                  <a:cubicBezTo>
                    <a:pt x="211" y="28"/>
                    <a:pt x="209" y="34"/>
                    <a:pt x="206" y="39"/>
                  </a:cubicBezTo>
                  <a:cubicBezTo>
                    <a:pt x="199" y="54"/>
                    <a:pt x="187" y="63"/>
                    <a:pt x="170" y="65"/>
                  </a:cubicBezTo>
                  <a:cubicBezTo>
                    <a:pt x="170" y="57"/>
                    <a:pt x="172" y="47"/>
                    <a:pt x="179" y="39"/>
                  </a:cubicBezTo>
                  <a:close/>
                  <a:moveTo>
                    <a:pt x="228" y="292"/>
                  </a:moveTo>
                  <a:cubicBezTo>
                    <a:pt x="227" y="292"/>
                    <a:pt x="227" y="293"/>
                    <a:pt x="226" y="293"/>
                  </a:cubicBezTo>
                  <a:cubicBezTo>
                    <a:pt x="222" y="299"/>
                    <a:pt x="218" y="300"/>
                    <a:pt x="213" y="300"/>
                  </a:cubicBezTo>
                  <a:cubicBezTo>
                    <a:pt x="211" y="300"/>
                    <a:pt x="208" y="300"/>
                    <a:pt x="207" y="299"/>
                  </a:cubicBezTo>
                  <a:cubicBezTo>
                    <a:pt x="206" y="299"/>
                    <a:pt x="185" y="290"/>
                    <a:pt x="160" y="290"/>
                  </a:cubicBezTo>
                  <a:cubicBezTo>
                    <a:pt x="135" y="290"/>
                    <a:pt x="113" y="299"/>
                    <a:pt x="113" y="299"/>
                  </a:cubicBezTo>
                  <a:cubicBezTo>
                    <a:pt x="111" y="300"/>
                    <a:pt x="109" y="300"/>
                    <a:pt x="106" y="300"/>
                  </a:cubicBezTo>
                  <a:cubicBezTo>
                    <a:pt x="101" y="300"/>
                    <a:pt x="98" y="299"/>
                    <a:pt x="93" y="293"/>
                  </a:cubicBezTo>
                  <a:cubicBezTo>
                    <a:pt x="93" y="293"/>
                    <a:pt x="92" y="292"/>
                    <a:pt x="92" y="292"/>
                  </a:cubicBezTo>
                  <a:cubicBezTo>
                    <a:pt x="91" y="291"/>
                    <a:pt x="21" y="236"/>
                    <a:pt x="21" y="140"/>
                  </a:cubicBezTo>
                  <a:cubicBezTo>
                    <a:pt x="21" y="105"/>
                    <a:pt x="50" y="76"/>
                    <a:pt x="85" y="76"/>
                  </a:cubicBezTo>
                  <a:cubicBezTo>
                    <a:pt x="95" y="76"/>
                    <a:pt x="105" y="81"/>
                    <a:pt x="115" y="85"/>
                  </a:cubicBezTo>
                  <a:cubicBezTo>
                    <a:pt x="123" y="89"/>
                    <a:pt x="132" y="92"/>
                    <a:pt x="141" y="94"/>
                  </a:cubicBezTo>
                  <a:cubicBezTo>
                    <a:pt x="163" y="99"/>
                    <a:pt x="187" y="95"/>
                    <a:pt x="208" y="82"/>
                  </a:cubicBezTo>
                  <a:cubicBezTo>
                    <a:pt x="214" y="78"/>
                    <a:pt x="223" y="76"/>
                    <a:pt x="234" y="76"/>
                  </a:cubicBezTo>
                  <a:cubicBezTo>
                    <a:pt x="270" y="76"/>
                    <a:pt x="298" y="105"/>
                    <a:pt x="298" y="140"/>
                  </a:cubicBezTo>
                  <a:cubicBezTo>
                    <a:pt x="298" y="236"/>
                    <a:pt x="228" y="291"/>
                    <a:pt x="228" y="29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19" name="Group 537"/>
          <p:cNvGrpSpPr>
            <a:grpSpLocks noChangeAspect="1"/>
          </p:cNvGrpSpPr>
          <p:nvPr/>
        </p:nvGrpSpPr>
        <p:grpSpPr bwMode="auto">
          <a:xfrm>
            <a:off x="6511527" y="1984549"/>
            <a:ext cx="298985" cy="298985"/>
            <a:chOff x="3877" y="2753"/>
            <a:chExt cx="340" cy="340"/>
          </a:xfrm>
          <a:solidFill>
            <a:schemeClr val="bg1"/>
          </a:solidFill>
        </p:grpSpPr>
        <p:sp>
          <p:nvSpPr>
            <p:cNvPr id="120" name="Freeform 538"/>
            <p:cNvSpPr>
              <a:spLocks noEditPoints="1"/>
            </p:cNvSpPr>
            <p:nvPr/>
          </p:nvSpPr>
          <p:spPr bwMode="auto">
            <a:xfrm>
              <a:off x="3941" y="2817"/>
              <a:ext cx="212" cy="184"/>
            </a:xfrm>
            <a:custGeom>
              <a:avLst/>
              <a:gdLst>
                <a:gd name="T0" fmla="*/ 299 w 320"/>
                <a:gd name="T1" fmla="*/ 256 h 278"/>
                <a:gd name="T2" fmla="*/ 288 w 320"/>
                <a:gd name="T3" fmla="*/ 107 h 278"/>
                <a:gd name="T4" fmla="*/ 245 w 320"/>
                <a:gd name="T5" fmla="*/ 64 h 278"/>
                <a:gd name="T6" fmla="*/ 224 w 320"/>
                <a:gd name="T7" fmla="*/ 64 h 278"/>
                <a:gd name="T8" fmla="*/ 171 w 320"/>
                <a:gd name="T9" fmla="*/ 107 h 278"/>
                <a:gd name="T10" fmla="*/ 160 w 320"/>
                <a:gd name="T11" fmla="*/ 54 h 278"/>
                <a:gd name="T12" fmla="*/ 149 w 320"/>
                <a:gd name="T13" fmla="*/ 107 h 278"/>
                <a:gd name="T14" fmla="*/ 96 w 320"/>
                <a:gd name="T15" fmla="*/ 64 h 278"/>
                <a:gd name="T16" fmla="*/ 75 w 320"/>
                <a:gd name="T17" fmla="*/ 64 h 278"/>
                <a:gd name="T18" fmla="*/ 32 w 320"/>
                <a:gd name="T19" fmla="*/ 107 h 278"/>
                <a:gd name="T20" fmla="*/ 21 w 320"/>
                <a:gd name="T21" fmla="*/ 256 h 278"/>
                <a:gd name="T22" fmla="*/ 0 w 320"/>
                <a:gd name="T23" fmla="*/ 267 h 278"/>
                <a:gd name="T24" fmla="*/ 32 w 320"/>
                <a:gd name="T25" fmla="*/ 278 h 278"/>
                <a:gd name="T26" fmla="*/ 309 w 320"/>
                <a:gd name="T27" fmla="*/ 278 h 278"/>
                <a:gd name="T28" fmla="*/ 309 w 320"/>
                <a:gd name="T29" fmla="*/ 256 h 278"/>
                <a:gd name="T30" fmla="*/ 277 w 320"/>
                <a:gd name="T31" fmla="*/ 179 h 278"/>
                <a:gd name="T32" fmla="*/ 237 w 320"/>
                <a:gd name="T33" fmla="*/ 160 h 278"/>
                <a:gd name="T34" fmla="*/ 186 w 320"/>
                <a:gd name="T35" fmla="*/ 182 h 278"/>
                <a:gd name="T36" fmla="*/ 134 w 320"/>
                <a:gd name="T37" fmla="*/ 160 h 278"/>
                <a:gd name="T38" fmla="*/ 83 w 320"/>
                <a:gd name="T39" fmla="*/ 182 h 278"/>
                <a:gd name="T40" fmla="*/ 43 w 320"/>
                <a:gd name="T41" fmla="*/ 161 h 278"/>
                <a:gd name="T42" fmla="*/ 277 w 320"/>
                <a:gd name="T43" fmla="*/ 128 h 278"/>
                <a:gd name="T44" fmla="*/ 43 w 320"/>
                <a:gd name="T45" fmla="*/ 184 h 278"/>
                <a:gd name="T46" fmla="*/ 83 w 320"/>
                <a:gd name="T47" fmla="*/ 203 h 278"/>
                <a:gd name="T48" fmla="*/ 134 w 320"/>
                <a:gd name="T49" fmla="*/ 182 h 278"/>
                <a:gd name="T50" fmla="*/ 186 w 320"/>
                <a:gd name="T51" fmla="*/ 203 h 278"/>
                <a:gd name="T52" fmla="*/ 237 w 320"/>
                <a:gd name="T53" fmla="*/ 182 h 278"/>
                <a:gd name="T54" fmla="*/ 277 w 320"/>
                <a:gd name="T55" fmla="*/ 202 h 278"/>
                <a:gd name="T56" fmla="*/ 43 w 320"/>
                <a:gd name="T57" fmla="*/ 256 h 278"/>
                <a:gd name="T58" fmla="*/ 75 w 320"/>
                <a:gd name="T59" fmla="*/ 11 h 278"/>
                <a:gd name="T60" fmla="*/ 96 w 320"/>
                <a:gd name="T61" fmla="*/ 11 h 278"/>
                <a:gd name="T62" fmla="*/ 85 w 320"/>
                <a:gd name="T63" fmla="*/ 32 h 278"/>
                <a:gd name="T64" fmla="*/ 149 w 320"/>
                <a:gd name="T65" fmla="*/ 22 h 278"/>
                <a:gd name="T66" fmla="*/ 160 w 320"/>
                <a:gd name="T67" fmla="*/ 0 h 278"/>
                <a:gd name="T68" fmla="*/ 171 w 320"/>
                <a:gd name="T69" fmla="*/ 22 h 278"/>
                <a:gd name="T70" fmla="*/ 149 w 320"/>
                <a:gd name="T71" fmla="*/ 22 h 278"/>
                <a:gd name="T72" fmla="*/ 224 w 320"/>
                <a:gd name="T73" fmla="*/ 11 h 278"/>
                <a:gd name="T74" fmla="*/ 245 w 320"/>
                <a:gd name="T75" fmla="*/ 11 h 278"/>
                <a:gd name="T76" fmla="*/ 235 w 320"/>
                <a:gd name="T77" fmla="*/ 3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0" h="278">
                  <a:moveTo>
                    <a:pt x="309" y="256"/>
                  </a:moveTo>
                  <a:cubicBezTo>
                    <a:pt x="299" y="256"/>
                    <a:pt x="299" y="256"/>
                    <a:pt x="299" y="256"/>
                  </a:cubicBezTo>
                  <a:cubicBezTo>
                    <a:pt x="299" y="118"/>
                    <a:pt x="299" y="118"/>
                    <a:pt x="299" y="118"/>
                  </a:cubicBezTo>
                  <a:cubicBezTo>
                    <a:pt x="299" y="112"/>
                    <a:pt x="294" y="107"/>
                    <a:pt x="288" y="107"/>
                  </a:cubicBezTo>
                  <a:cubicBezTo>
                    <a:pt x="245" y="107"/>
                    <a:pt x="245" y="107"/>
                    <a:pt x="245" y="107"/>
                  </a:cubicBezTo>
                  <a:cubicBezTo>
                    <a:pt x="245" y="64"/>
                    <a:pt x="245" y="64"/>
                    <a:pt x="245" y="64"/>
                  </a:cubicBezTo>
                  <a:cubicBezTo>
                    <a:pt x="245" y="58"/>
                    <a:pt x="241" y="54"/>
                    <a:pt x="235" y="54"/>
                  </a:cubicBezTo>
                  <a:cubicBezTo>
                    <a:pt x="229" y="54"/>
                    <a:pt x="224" y="58"/>
                    <a:pt x="224" y="64"/>
                  </a:cubicBezTo>
                  <a:cubicBezTo>
                    <a:pt x="224" y="107"/>
                    <a:pt x="224" y="107"/>
                    <a:pt x="224" y="107"/>
                  </a:cubicBezTo>
                  <a:cubicBezTo>
                    <a:pt x="171" y="107"/>
                    <a:pt x="171" y="107"/>
                    <a:pt x="171" y="107"/>
                  </a:cubicBezTo>
                  <a:cubicBezTo>
                    <a:pt x="171" y="64"/>
                    <a:pt x="171" y="64"/>
                    <a:pt x="171" y="64"/>
                  </a:cubicBezTo>
                  <a:cubicBezTo>
                    <a:pt x="171" y="58"/>
                    <a:pt x="166" y="54"/>
                    <a:pt x="160" y="54"/>
                  </a:cubicBezTo>
                  <a:cubicBezTo>
                    <a:pt x="154" y="54"/>
                    <a:pt x="149" y="58"/>
                    <a:pt x="149" y="64"/>
                  </a:cubicBezTo>
                  <a:cubicBezTo>
                    <a:pt x="149" y="107"/>
                    <a:pt x="149" y="107"/>
                    <a:pt x="149" y="107"/>
                  </a:cubicBezTo>
                  <a:cubicBezTo>
                    <a:pt x="96" y="107"/>
                    <a:pt x="96" y="107"/>
                    <a:pt x="96" y="107"/>
                  </a:cubicBezTo>
                  <a:cubicBezTo>
                    <a:pt x="96" y="64"/>
                    <a:pt x="96" y="64"/>
                    <a:pt x="96" y="64"/>
                  </a:cubicBezTo>
                  <a:cubicBezTo>
                    <a:pt x="96" y="58"/>
                    <a:pt x="91" y="54"/>
                    <a:pt x="85" y="54"/>
                  </a:cubicBezTo>
                  <a:cubicBezTo>
                    <a:pt x="79" y="54"/>
                    <a:pt x="75" y="58"/>
                    <a:pt x="75" y="64"/>
                  </a:cubicBezTo>
                  <a:cubicBezTo>
                    <a:pt x="75" y="107"/>
                    <a:pt x="75" y="107"/>
                    <a:pt x="75" y="107"/>
                  </a:cubicBezTo>
                  <a:cubicBezTo>
                    <a:pt x="32" y="107"/>
                    <a:pt x="32" y="107"/>
                    <a:pt x="32" y="107"/>
                  </a:cubicBezTo>
                  <a:cubicBezTo>
                    <a:pt x="26" y="107"/>
                    <a:pt x="21" y="112"/>
                    <a:pt x="21" y="118"/>
                  </a:cubicBezTo>
                  <a:cubicBezTo>
                    <a:pt x="21" y="256"/>
                    <a:pt x="21" y="256"/>
                    <a:pt x="21" y="256"/>
                  </a:cubicBezTo>
                  <a:cubicBezTo>
                    <a:pt x="11" y="256"/>
                    <a:pt x="11" y="256"/>
                    <a:pt x="11" y="256"/>
                  </a:cubicBezTo>
                  <a:cubicBezTo>
                    <a:pt x="5" y="256"/>
                    <a:pt x="0" y="261"/>
                    <a:pt x="0" y="267"/>
                  </a:cubicBezTo>
                  <a:cubicBezTo>
                    <a:pt x="0" y="273"/>
                    <a:pt x="5" y="278"/>
                    <a:pt x="11" y="278"/>
                  </a:cubicBezTo>
                  <a:cubicBezTo>
                    <a:pt x="32" y="278"/>
                    <a:pt x="32" y="278"/>
                    <a:pt x="32" y="278"/>
                  </a:cubicBezTo>
                  <a:cubicBezTo>
                    <a:pt x="288" y="278"/>
                    <a:pt x="288" y="278"/>
                    <a:pt x="288" y="278"/>
                  </a:cubicBezTo>
                  <a:cubicBezTo>
                    <a:pt x="309" y="278"/>
                    <a:pt x="309" y="278"/>
                    <a:pt x="309" y="278"/>
                  </a:cubicBezTo>
                  <a:cubicBezTo>
                    <a:pt x="315" y="278"/>
                    <a:pt x="320" y="273"/>
                    <a:pt x="320" y="267"/>
                  </a:cubicBezTo>
                  <a:cubicBezTo>
                    <a:pt x="320" y="261"/>
                    <a:pt x="315" y="256"/>
                    <a:pt x="309" y="256"/>
                  </a:cubicBezTo>
                  <a:close/>
                  <a:moveTo>
                    <a:pt x="277" y="128"/>
                  </a:moveTo>
                  <a:cubicBezTo>
                    <a:pt x="277" y="179"/>
                    <a:pt x="277" y="179"/>
                    <a:pt x="277" y="179"/>
                  </a:cubicBezTo>
                  <a:cubicBezTo>
                    <a:pt x="275" y="178"/>
                    <a:pt x="272" y="176"/>
                    <a:pt x="269" y="173"/>
                  </a:cubicBezTo>
                  <a:cubicBezTo>
                    <a:pt x="262" y="168"/>
                    <a:pt x="253" y="160"/>
                    <a:pt x="237" y="160"/>
                  </a:cubicBezTo>
                  <a:cubicBezTo>
                    <a:pt x="220" y="160"/>
                    <a:pt x="211" y="168"/>
                    <a:pt x="204" y="173"/>
                  </a:cubicBezTo>
                  <a:cubicBezTo>
                    <a:pt x="198" y="178"/>
                    <a:pt x="194" y="182"/>
                    <a:pt x="186" y="182"/>
                  </a:cubicBezTo>
                  <a:cubicBezTo>
                    <a:pt x="177" y="182"/>
                    <a:pt x="173" y="178"/>
                    <a:pt x="167" y="173"/>
                  </a:cubicBezTo>
                  <a:cubicBezTo>
                    <a:pt x="160" y="168"/>
                    <a:pt x="151" y="160"/>
                    <a:pt x="134" y="160"/>
                  </a:cubicBezTo>
                  <a:cubicBezTo>
                    <a:pt x="118" y="160"/>
                    <a:pt x="109" y="168"/>
                    <a:pt x="102" y="173"/>
                  </a:cubicBezTo>
                  <a:cubicBezTo>
                    <a:pt x="96" y="178"/>
                    <a:pt x="92" y="182"/>
                    <a:pt x="83" y="182"/>
                  </a:cubicBezTo>
                  <a:cubicBezTo>
                    <a:pt x="74" y="182"/>
                    <a:pt x="70" y="178"/>
                    <a:pt x="64" y="173"/>
                  </a:cubicBezTo>
                  <a:cubicBezTo>
                    <a:pt x="59" y="169"/>
                    <a:pt x="53" y="164"/>
                    <a:pt x="43" y="161"/>
                  </a:cubicBezTo>
                  <a:cubicBezTo>
                    <a:pt x="43" y="128"/>
                    <a:pt x="43" y="128"/>
                    <a:pt x="43" y="128"/>
                  </a:cubicBezTo>
                  <a:lnTo>
                    <a:pt x="277" y="128"/>
                  </a:lnTo>
                  <a:close/>
                  <a:moveTo>
                    <a:pt x="43" y="256"/>
                  </a:moveTo>
                  <a:cubicBezTo>
                    <a:pt x="43" y="184"/>
                    <a:pt x="43" y="184"/>
                    <a:pt x="43" y="184"/>
                  </a:cubicBezTo>
                  <a:cubicBezTo>
                    <a:pt x="45" y="185"/>
                    <a:pt x="48" y="187"/>
                    <a:pt x="51" y="190"/>
                  </a:cubicBezTo>
                  <a:cubicBezTo>
                    <a:pt x="58" y="196"/>
                    <a:pt x="66" y="203"/>
                    <a:pt x="83" y="203"/>
                  </a:cubicBezTo>
                  <a:cubicBezTo>
                    <a:pt x="100" y="203"/>
                    <a:pt x="109" y="196"/>
                    <a:pt x="116" y="190"/>
                  </a:cubicBezTo>
                  <a:cubicBezTo>
                    <a:pt x="121" y="185"/>
                    <a:pt x="125" y="182"/>
                    <a:pt x="134" y="182"/>
                  </a:cubicBezTo>
                  <a:cubicBezTo>
                    <a:pt x="143" y="182"/>
                    <a:pt x="147" y="185"/>
                    <a:pt x="153" y="190"/>
                  </a:cubicBezTo>
                  <a:cubicBezTo>
                    <a:pt x="160" y="196"/>
                    <a:pt x="169" y="203"/>
                    <a:pt x="186" y="203"/>
                  </a:cubicBezTo>
                  <a:cubicBezTo>
                    <a:pt x="202" y="203"/>
                    <a:pt x="211" y="196"/>
                    <a:pt x="218" y="190"/>
                  </a:cubicBezTo>
                  <a:cubicBezTo>
                    <a:pt x="224" y="185"/>
                    <a:pt x="228" y="182"/>
                    <a:pt x="237" y="182"/>
                  </a:cubicBezTo>
                  <a:cubicBezTo>
                    <a:pt x="246" y="182"/>
                    <a:pt x="250" y="185"/>
                    <a:pt x="256" y="190"/>
                  </a:cubicBezTo>
                  <a:cubicBezTo>
                    <a:pt x="261" y="194"/>
                    <a:pt x="267" y="200"/>
                    <a:pt x="277" y="202"/>
                  </a:cubicBezTo>
                  <a:cubicBezTo>
                    <a:pt x="277" y="256"/>
                    <a:pt x="277" y="256"/>
                    <a:pt x="277" y="256"/>
                  </a:cubicBezTo>
                  <a:lnTo>
                    <a:pt x="43" y="256"/>
                  </a:lnTo>
                  <a:close/>
                  <a:moveTo>
                    <a:pt x="75" y="22"/>
                  </a:moveTo>
                  <a:cubicBezTo>
                    <a:pt x="75" y="11"/>
                    <a:pt x="75" y="11"/>
                    <a:pt x="75" y="11"/>
                  </a:cubicBezTo>
                  <a:cubicBezTo>
                    <a:pt x="75" y="5"/>
                    <a:pt x="79" y="0"/>
                    <a:pt x="85" y="0"/>
                  </a:cubicBezTo>
                  <a:cubicBezTo>
                    <a:pt x="91" y="0"/>
                    <a:pt x="96" y="5"/>
                    <a:pt x="96" y="11"/>
                  </a:cubicBezTo>
                  <a:cubicBezTo>
                    <a:pt x="96" y="22"/>
                    <a:pt x="96" y="22"/>
                    <a:pt x="96" y="22"/>
                  </a:cubicBezTo>
                  <a:cubicBezTo>
                    <a:pt x="96" y="28"/>
                    <a:pt x="91" y="32"/>
                    <a:pt x="85" y="32"/>
                  </a:cubicBezTo>
                  <a:cubicBezTo>
                    <a:pt x="79" y="32"/>
                    <a:pt x="75" y="28"/>
                    <a:pt x="75" y="22"/>
                  </a:cubicBezTo>
                  <a:close/>
                  <a:moveTo>
                    <a:pt x="149" y="22"/>
                  </a:moveTo>
                  <a:cubicBezTo>
                    <a:pt x="149" y="11"/>
                    <a:pt x="149" y="11"/>
                    <a:pt x="149" y="11"/>
                  </a:cubicBezTo>
                  <a:cubicBezTo>
                    <a:pt x="149" y="5"/>
                    <a:pt x="154" y="0"/>
                    <a:pt x="160" y="0"/>
                  </a:cubicBezTo>
                  <a:cubicBezTo>
                    <a:pt x="166" y="0"/>
                    <a:pt x="171" y="5"/>
                    <a:pt x="171" y="11"/>
                  </a:cubicBezTo>
                  <a:cubicBezTo>
                    <a:pt x="171" y="22"/>
                    <a:pt x="171" y="22"/>
                    <a:pt x="171" y="22"/>
                  </a:cubicBezTo>
                  <a:cubicBezTo>
                    <a:pt x="171" y="28"/>
                    <a:pt x="166" y="32"/>
                    <a:pt x="160" y="32"/>
                  </a:cubicBezTo>
                  <a:cubicBezTo>
                    <a:pt x="154" y="32"/>
                    <a:pt x="149" y="28"/>
                    <a:pt x="149" y="22"/>
                  </a:cubicBezTo>
                  <a:close/>
                  <a:moveTo>
                    <a:pt x="224" y="22"/>
                  </a:moveTo>
                  <a:cubicBezTo>
                    <a:pt x="224" y="11"/>
                    <a:pt x="224" y="11"/>
                    <a:pt x="224" y="11"/>
                  </a:cubicBezTo>
                  <a:cubicBezTo>
                    <a:pt x="224" y="5"/>
                    <a:pt x="229" y="0"/>
                    <a:pt x="235" y="0"/>
                  </a:cubicBezTo>
                  <a:cubicBezTo>
                    <a:pt x="241" y="0"/>
                    <a:pt x="245" y="5"/>
                    <a:pt x="245" y="11"/>
                  </a:cubicBezTo>
                  <a:cubicBezTo>
                    <a:pt x="245" y="22"/>
                    <a:pt x="245" y="22"/>
                    <a:pt x="245" y="22"/>
                  </a:cubicBezTo>
                  <a:cubicBezTo>
                    <a:pt x="245" y="28"/>
                    <a:pt x="241" y="32"/>
                    <a:pt x="235" y="32"/>
                  </a:cubicBezTo>
                  <a:cubicBezTo>
                    <a:pt x="229" y="32"/>
                    <a:pt x="224" y="28"/>
                    <a:pt x="224" y="2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21" name="Freeform 539"/>
            <p:cNvSpPr>
              <a:spLocks noEditPoints="1"/>
            </p:cNvSpPr>
            <p:nvPr/>
          </p:nvSpPr>
          <p:spPr bwMode="auto">
            <a:xfrm>
              <a:off x="3877" y="2753"/>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spTree>
    <p:extLst>
      <p:ext uri="{BB962C8B-B14F-4D97-AF65-F5344CB8AC3E}">
        <p14:creationId xmlns:p14="http://schemas.microsoft.com/office/powerpoint/2010/main" val="2574034713"/>
      </p:ext>
    </p:extLst>
  </p:cSld>
  <p:clrMapOvr>
    <a:masterClrMapping/>
  </p:clrMapOvr>
  <p:transition>
    <p:fade/>
  </p:transition>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ltLang="ja-JP" dirty="0"/>
              <a:t>Leaves with text</a:t>
            </a:r>
            <a:endParaRPr lang="en-GB" dirty="0"/>
          </a:p>
        </p:txBody>
      </p:sp>
      <p:sp>
        <p:nvSpPr>
          <p:cNvPr id="48" name="Rounded Rectangle 5"/>
          <p:cNvSpPr/>
          <p:nvPr/>
        </p:nvSpPr>
        <p:spPr>
          <a:xfrm>
            <a:off x="2941799" y="1714504"/>
            <a:ext cx="2238549" cy="1362368"/>
          </a:xfrm>
          <a:custGeom>
            <a:avLst/>
            <a:gdLst>
              <a:gd name="connsiteX0" fmla="*/ 0 w 2354580"/>
              <a:gd name="connsiteY0" fmla="*/ 398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398782 h 1432560"/>
              <a:gd name="connsiteX0" fmla="*/ 0 w 2362200"/>
              <a:gd name="connsiteY0" fmla="*/ 102717 h 1517495"/>
              <a:gd name="connsiteX1" fmla="*/ 406402 w 2362200"/>
              <a:gd name="connsiteY1" fmla="*/ 84935 h 1517495"/>
              <a:gd name="connsiteX2" fmla="*/ 1963418 w 2362200"/>
              <a:gd name="connsiteY2" fmla="*/ 84935 h 1517495"/>
              <a:gd name="connsiteX3" fmla="*/ 2362200 w 2362200"/>
              <a:gd name="connsiteY3" fmla="*/ 483717 h 1517495"/>
              <a:gd name="connsiteX4" fmla="*/ 2362200 w 2362200"/>
              <a:gd name="connsiteY4" fmla="*/ 1118713 h 1517495"/>
              <a:gd name="connsiteX5" fmla="*/ 1963418 w 2362200"/>
              <a:gd name="connsiteY5" fmla="*/ 1517495 h 1517495"/>
              <a:gd name="connsiteX6" fmla="*/ 406402 w 2362200"/>
              <a:gd name="connsiteY6" fmla="*/ 1517495 h 1517495"/>
              <a:gd name="connsiteX7" fmla="*/ 7620 w 2362200"/>
              <a:gd name="connsiteY7" fmla="*/ 1118713 h 1517495"/>
              <a:gd name="connsiteX8" fmla="*/ 0 w 2362200"/>
              <a:gd name="connsiteY8" fmla="*/ 102717 h 1517495"/>
              <a:gd name="connsiteX0" fmla="*/ 0 w 2362200"/>
              <a:gd name="connsiteY0" fmla="*/ 1778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17782 h 1432560"/>
              <a:gd name="connsiteX0" fmla="*/ 0 w 2362200"/>
              <a:gd name="connsiteY0" fmla="*/ 254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2542 h 1432560"/>
              <a:gd name="connsiteX0" fmla="*/ 0 w 2354580"/>
              <a:gd name="connsiteY0" fmla="*/ 17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17782 h 1432560"/>
              <a:gd name="connsiteX0" fmla="*/ 0 w 2354580"/>
              <a:gd name="connsiteY0" fmla="*/ 0 h 1433828"/>
              <a:gd name="connsiteX1" fmla="*/ 398782 w 2354580"/>
              <a:gd name="connsiteY1" fmla="*/ 1268 h 1433828"/>
              <a:gd name="connsiteX2" fmla="*/ 1955798 w 2354580"/>
              <a:gd name="connsiteY2" fmla="*/ 1268 h 1433828"/>
              <a:gd name="connsiteX3" fmla="*/ 2354580 w 2354580"/>
              <a:gd name="connsiteY3" fmla="*/ 400050 h 1433828"/>
              <a:gd name="connsiteX4" fmla="*/ 2354580 w 2354580"/>
              <a:gd name="connsiteY4" fmla="*/ 1035046 h 1433828"/>
              <a:gd name="connsiteX5" fmla="*/ 1955798 w 2354580"/>
              <a:gd name="connsiteY5" fmla="*/ 1433828 h 1433828"/>
              <a:gd name="connsiteX6" fmla="*/ 398782 w 2354580"/>
              <a:gd name="connsiteY6" fmla="*/ 1433828 h 1433828"/>
              <a:gd name="connsiteX7" fmla="*/ 0 w 2354580"/>
              <a:gd name="connsiteY7" fmla="*/ 1035046 h 1433828"/>
              <a:gd name="connsiteX8" fmla="*/ 0 w 2354580"/>
              <a:gd name="connsiteY8" fmla="*/ 0 h 1433828"/>
              <a:gd name="connsiteX0" fmla="*/ 4763 w 2354580"/>
              <a:gd name="connsiteY0" fmla="*/ 3494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3494 h 1432560"/>
              <a:gd name="connsiteX0" fmla="*/ 2382 w 2354580"/>
              <a:gd name="connsiteY0" fmla="*/ 0 h 1436210"/>
              <a:gd name="connsiteX1" fmla="*/ 398782 w 2354580"/>
              <a:gd name="connsiteY1" fmla="*/ 3650 h 1436210"/>
              <a:gd name="connsiteX2" fmla="*/ 1955798 w 2354580"/>
              <a:gd name="connsiteY2" fmla="*/ 3650 h 1436210"/>
              <a:gd name="connsiteX3" fmla="*/ 2354580 w 2354580"/>
              <a:gd name="connsiteY3" fmla="*/ 402432 h 1436210"/>
              <a:gd name="connsiteX4" fmla="*/ 2354580 w 2354580"/>
              <a:gd name="connsiteY4" fmla="*/ 1037428 h 1436210"/>
              <a:gd name="connsiteX5" fmla="*/ 1955798 w 2354580"/>
              <a:gd name="connsiteY5" fmla="*/ 1436210 h 1436210"/>
              <a:gd name="connsiteX6" fmla="*/ 398782 w 2354580"/>
              <a:gd name="connsiteY6" fmla="*/ 1436210 h 1436210"/>
              <a:gd name="connsiteX7" fmla="*/ 0 w 2354580"/>
              <a:gd name="connsiteY7" fmla="*/ 1037428 h 1436210"/>
              <a:gd name="connsiteX8" fmla="*/ 2382 w 2354580"/>
              <a:gd name="connsiteY8" fmla="*/ 0 h 1436210"/>
              <a:gd name="connsiteX0" fmla="*/ 4763 w 2354580"/>
              <a:gd name="connsiteY0" fmla="*/ 5875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5875 h 1432560"/>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432776"/>
              <a:gd name="connsiteY0" fmla="*/ 0 h 1433829"/>
              <a:gd name="connsiteX1" fmla="*/ 398782 w 2432776"/>
              <a:gd name="connsiteY1" fmla="*/ 1269 h 1433829"/>
              <a:gd name="connsiteX2" fmla="*/ 1955798 w 2432776"/>
              <a:gd name="connsiteY2" fmla="*/ 1269 h 1433829"/>
              <a:gd name="connsiteX3" fmla="*/ 2354580 w 2432776"/>
              <a:gd name="connsiteY3" fmla="*/ 400051 h 1433829"/>
              <a:gd name="connsiteX4" fmla="*/ 2354580 w 2432776"/>
              <a:gd name="connsiteY4" fmla="*/ 1035047 h 1433829"/>
              <a:gd name="connsiteX5" fmla="*/ 2327273 w 2432776"/>
              <a:gd name="connsiteY5" fmla="*/ 1433829 h 1433829"/>
              <a:gd name="connsiteX6" fmla="*/ 398782 w 2432776"/>
              <a:gd name="connsiteY6" fmla="*/ 1433829 h 1433829"/>
              <a:gd name="connsiteX7" fmla="*/ 0 w 2432776"/>
              <a:gd name="connsiteY7" fmla="*/ 1035047 h 1433829"/>
              <a:gd name="connsiteX8" fmla="*/ 4763 w 2432776"/>
              <a:gd name="connsiteY8" fmla="*/ 0 h 1433829"/>
              <a:gd name="connsiteX0" fmla="*/ 4763 w 2441222"/>
              <a:gd name="connsiteY0" fmla="*/ 0 h 1433829"/>
              <a:gd name="connsiteX1" fmla="*/ 398782 w 2441222"/>
              <a:gd name="connsiteY1" fmla="*/ 1269 h 1433829"/>
              <a:gd name="connsiteX2" fmla="*/ 1955798 w 2441222"/>
              <a:gd name="connsiteY2" fmla="*/ 1269 h 1433829"/>
              <a:gd name="connsiteX3" fmla="*/ 2354580 w 2441222"/>
              <a:gd name="connsiteY3" fmla="*/ 400051 h 1433829"/>
              <a:gd name="connsiteX4" fmla="*/ 2354580 w 2441222"/>
              <a:gd name="connsiteY4" fmla="*/ 1035047 h 1433829"/>
              <a:gd name="connsiteX5" fmla="*/ 2339179 w 2441222"/>
              <a:gd name="connsiteY5" fmla="*/ 1431447 h 1433829"/>
              <a:gd name="connsiteX6" fmla="*/ 398782 w 2441222"/>
              <a:gd name="connsiteY6" fmla="*/ 1433829 h 1433829"/>
              <a:gd name="connsiteX7" fmla="*/ 0 w 2441222"/>
              <a:gd name="connsiteY7" fmla="*/ 1035047 h 1433829"/>
              <a:gd name="connsiteX8" fmla="*/ 4763 w 2441222"/>
              <a:gd name="connsiteY8" fmla="*/ 0 h 1433829"/>
              <a:gd name="connsiteX0" fmla="*/ 4763 w 2449885"/>
              <a:gd name="connsiteY0" fmla="*/ 0 h 1433829"/>
              <a:gd name="connsiteX1" fmla="*/ 398782 w 2449885"/>
              <a:gd name="connsiteY1" fmla="*/ 1269 h 1433829"/>
              <a:gd name="connsiteX2" fmla="*/ 1955798 w 2449885"/>
              <a:gd name="connsiteY2" fmla="*/ 1269 h 1433829"/>
              <a:gd name="connsiteX3" fmla="*/ 2354580 w 2449885"/>
              <a:gd name="connsiteY3" fmla="*/ 400051 h 1433829"/>
              <a:gd name="connsiteX4" fmla="*/ 2354580 w 2449885"/>
              <a:gd name="connsiteY4" fmla="*/ 1035047 h 1433829"/>
              <a:gd name="connsiteX5" fmla="*/ 2351086 w 2449885"/>
              <a:gd name="connsiteY5" fmla="*/ 1433828 h 1433829"/>
              <a:gd name="connsiteX6" fmla="*/ 398782 w 2449885"/>
              <a:gd name="connsiteY6" fmla="*/ 1433829 h 1433829"/>
              <a:gd name="connsiteX7" fmla="*/ 0 w 2449885"/>
              <a:gd name="connsiteY7" fmla="*/ 1035047 h 1433829"/>
              <a:gd name="connsiteX8" fmla="*/ 4763 w 2449885"/>
              <a:gd name="connsiteY8" fmla="*/ 0 h 1433829"/>
              <a:gd name="connsiteX0" fmla="*/ 4763 w 2355967"/>
              <a:gd name="connsiteY0" fmla="*/ 0 h 1433829"/>
              <a:gd name="connsiteX1" fmla="*/ 398782 w 2355967"/>
              <a:gd name="connsiteY1" fmla="*/ 1269 h 1433829"/>
              <a:gd name="connsiteX2" fmla="*/ 1955798 w 2355967"/>
              <a:gd name="connsiteY2" fmla="*/ 1269 h 1433829"/>
              <a:gd name="connsiteX3" fmla="*/ 2354580 w 2355967"/>
              <a:gd name="connsiteY3" fmla="*/ 400051 h 1433829"/>
              <a:gd name="connsiteX4" fmla="*/ 2354580 w 2355967"/>
              <a:gd name="connsiteY4" fmla="*/ 1035047 h 1433829"/>
              <a:gd name="connsiteX5" fmla="*/ 2351086 w 2355967"/>
              <a:gd name="connsiteY5" fmla="*/ 1433828 h 1433829"/>
              <a:gd name="connsiteX6" fmla="*/ 398782 w 2355967"/>
              <a:gd name="connsiteY6" fmla="*/ 1433829 h 1433829"/>
              <a:gd name="connsiteX7" fmla="*/ 0 w 2355967"/>
              <a:gd name="connsiteY7" fmla="*/ 1035047 h 1433829"/>
              <a:gd name="connsiteX8" fmla="*/ 4763 w 2355967"/>
              <a:gd name="connsiteY8" fmla="*/ 0 h 143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5967" h="1433829">
                <a:moveTo>
                  <a:pt x="4763" y="0"/>
                </a:moveTo>
                <a:cubicBezTo>
                  <a:pt x="30957" y="1215"/>
                  <a:pt x="178541" y="1269"/>
                  <a:pt x="398782" y="1269"/>
                </a:cubicBezTo>
                <a:lnTo>
                  <a:pt x="1955798" y="1269"/>
                </a:lnTo>
                <a:cubicBezTo>
                  <a:pt x="2176039" y="1269"/>
                  <a:pt x="2354580" y="179810"/>
                  <a:pt x="2354580" y="400051"/>
                </a:cubicBezTo>
                <a:lnTo>
                  <a:pt x="2354580" y="1035047"/>
                </a:lnTo>
                <a:cubicBezTo>
                  <a:pt x="2354580" y="1255288"/>
                  <a:pt x="2359396" y="1431446"/>
                  <a:pt x="2351086" y="1433828"/>
                </a:cubicBezTo>
                <a:lnTo>
                  <a:pt x="398782" y="1433829"/>
                </a:lnTo>
                <a:cubicBezTo>
                  <a:pt x="178541" y="1433829"/>
                  <a:pt x="0" y="1255288"/>
                  <a:pt x="0" y="1035047"/>
                </a:cubicBezTo>
                <a:cubicBezTo>
                  <a:pt x="1588" y="691619"/>
                  <a:pt x="3175" y="343428"/>
                  <a:pt x="4763" y="0"/>
                </a:cubicBezTo>
                <a:close/>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49" name="Rounded Rectangle 5"/>
          <p:cNvSpPr/>
          <p:nvPr/>
        </p:nvSpPr>
        <p:spPr>
          <a:xfrm>
            <a:off x="5258893" y="3149274"/>
            <a:ext cx="2238549" cy="1362368"/>
          </a:xfrm>
          <a:custGeom>
            <a:avLst/>
            <a:gdLst>
              <a:gd name="connsiteX0" fmla="*/ 0 w 2354580"/>
              <a:gd name="connsiteY0" fmla="*/ 398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398782 h 1432560"/>
              <a:gd name="connsiteX0" fmla="*/ 0 w 2362200"/>
              <a:gd name="connsiteY0" fmla="*/ 102717 h 1517495"/>
              <a:gd name="connsiteX1" fmla="*/ 406402 w 2362200"/>
              <a:gd name="connsiteY1" fmla="*/ 84935 h 1517495"/>
              <a:gd name="connsiteX2" fmla="*/ 1963418 w 2362200"/>
              <a:gd name="connsiteY2" fmla="*/ 84935 h 1517495"/>
              <a:gd name="connsiteX3" fmla="*/ 2362200 w 2362200"/>
              <a:gd name="connsiteY3" fmla="*/ 483717 h 1517495"/>
              <a:gd name="connsiteX4" fmla="*/ 2362200 w 2362200"/>
              <a:gd name="connsiteY4" fmla="*/ 1118713 h 1517495"/>
              <a:gd name="connsiteX5" fmla="*/ 1963418 w 2362200"/>
              <a:gd name="connsiteY5" fmla="*/ 1517495 h 1517495"/>
              <a:gd name="connsiteX6" fmla="*/ 406402 w 2362200"/>
              <a:gd name="connsiteY6" fmla="*/ 1517495 h 1517495"/>
              <a:gd name="connsiteX7" fmla="*/ 7620 w 2362200"/>
              <a:gd name="connsiteY7" fmla="*/ 1118713 h 1517495"/>
              <a:gd name="connsiteX8" fmla="*/ 0 w 2362200"/>
              <a:gd name="connsiteY8" fmla="*/ 102717 h 1517495"/>
              <a:gd name="connsiteX0" fmla="*/ 0 w 2362200"/>
              <a:gd name="connsiteY0" fmla="*/ 1778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17782 h 1432560"/>
              <a:gd name="connsiteX0" fmla="*/ 0 w 2362200"/>
              <a:gd name="connsiteY0" fmla="*/ 254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2542 h 1432560"/>
              <a:gd name="connsiteX0" fmla="*/ 0 w 2354580"/>
              <a:gd name="connsiteY0" fmla="*/ 17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17782 h 1432560"/>
              <a:gd name="connsiteX0" fmla="*/ 0 w 2354580"/>
              <a:gd name="connsiteY0" fmla="*/ 0 h 1433828"/>
              <a:gd name="connsiteX1" fmla="*/ 398782 w 2354580"/>
              <a:gd name="connsiteY1" fmla="*/ 1268 h 1433828"/>
              <a:gd name="connsiteX2" fmla="*/ 1955798 w 2354580"/>
              <a:gd name="connsiteY2" fmla="*/ 1268 h 1433828"/>
              <a:gd name="connsiteX3" fmla="*/ 2354580 w 2354580"/>
              <a:gd name="connsiteY3" fmla="*/ 400050 h 1433828"/>
              <a:gd name="connsiteX4" fmla="*/ 2354580 w 2354580"/>
              <a:gd name="connsiteY4" fmla="*/ 1035046 h 1433828"/>
              <a:gd name="connsiteX5" fmla="*/ 1955798 w 2354580"/>
              <a:gd name="connsiteY5" fmla="*/ 1433828 h 1433828"/>
              <a:gd name="connsiteX6" fmla="*/ 398782 w 2354580"/>
              <a:gd name="connsiteY6" fmla="*/ 1433828 h 1433828"/>
              <a:gd name="connsiteX7" fmla="*/ 0 w 2354580"/>
              <a:gd name="connsiteY7" fmla="*/ 1035046 h 1433828"/>
              <a:gd name="connsiteX8" fmla="*/ 0 w 2354580"/>
              <a:gd name="connsiteY8" fmla="*/ 0 h 1433828"/>
              <a:gd name="connsiteX0" fmla="*/ 4763 w 2354580"/>
              <a:gd name="connsiteY0" fmla="*/ 3494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3494 h 1432560"/>
              <a:gd name="connsiteX0" fmla="*/ 2382 w 2354580"/>
              <a:gd name="connsiteY0" fmla="*/ 0 h 1436210"/>
              <a:gd name="connsiteX1" fmla="*/ 398782 w 2354580"/>
              <a:gd name="connsiteY1" fmla="*/ 3650 h 1436210"/>
              <a:gd name="connsiteX2" fmla="*/ 1955798 w 2354580"/>
              <a:gd name="connsiteY2" fmla="*/ 3650 h 1436210"/>
              <a:gd name="connsiteX3" fmla="*/ 2354580 w 2354580"/>
              <a:gd name="connsiteY3" fmla="*/ 402432 h 1436210"/>
              <a:gd name="connsiteX4" fmla="*/ 2354580 w 2354580"/>
              <a:gd name="connsiteY4" fmla="*/ 1037428 h 1436210"/>
              <a:gd name="connsiteX5" fmla="*/ 1955798 w 2354580"/>
              <a:gd name="connsiteY5" fmla="*/ 1436210 h 1436210"/>
              <a:gd name="connsiteX6" fmla="*/ 398782 w 2354580"/>
              <a:gd name="connsiteY6" fmla="*/ 1436210 h 1436210"/>
              <a:gd name="connsiteX7" fmla="*/ 0 w 2354580"/>
              <a:gd name="connsiteY7" fmla="*/ 1037428 h 1436210"/>
              <a:gd name="connsiteX8" fmla="*/ 2382 w 2354580"/>
              <a:gd name="connsiteY8" fmla="*/ 0 h 1436210"/>
              <a:gd name="connsiteX0" fmla="*/ 4763 w 2354580"/>
              <a:gd name="connsiteY0" fmla="*/ 5875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5875 h 1432560"/>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432776"/>
              <a:gd name="connsiteY0" fmla="*/ 0 h 1433829"/>
              <a:gd name="connsiteX1" fmla="*/ 398782 w 2432776"/>
              <a:gd name="connsiteY1" fmla="*/ 1269 h 1433829"/>
              <a:gd name="connsiteX2" fmla="*/ 1955798 w 2432776"/>
              <a:gd name="connsiteY2" fmla="*/ 1269 h 1433829"/>
              <a:gd name="connsiteX3" fmla="*/ 2354580 w 2432776"/>
              <a:gd name="connsiteY3" fmla="*/ 400051 h 1433829"/>
              <a:gd name="connsiteX4" fmla="*/ 2354580 w 2432776"/>
              <a:gd name="connsiteY4" fmla="*/ 1035047 h 1433829"/>
              <a:gd name="connsiteX5" fmla="*/ 2327273 w 2432776"/>
              <a:gd name="connsiteY5" fmla="*/ 1433829 h 1433829"/>
              <a:gd name="connsiteX6" fmla="*/ 398782 w 2432776"/>
              <a:gd name="connsiteY6" fmla="*/ 1433829 h 1433829"/>
              <a:gd name="connsiteX7" fmla="*/ 0 w 2432776"/>
              <a:gd name="connsiteY7" fmla="*/ 1035047 h 1433829"/>
              <a:gd name="connsiteX8" fmla="*/ 4763 w 2432776"/>
              <a:gd name="connsiteY8" fmla="*/ 0 h 1433829"/>
              <a:gd name="connsiteX0" fmla="*/ 4763 w 2441222"/>
              <a:gd name="connsiteY0" fmla="*/ 0 h 1433829"/>
              <a:gd name="connsiteX1" fmla="*/ 398782 w 2441222"/>
              <a:gd name="connsiteY1" fmla="*/ 1269 h 1433829"/>
              <a:gd name="connsiteX2" fmla="*/ 1955798 w 2441222"/>
              <a:gd name="connsiteY2" fmla="*/ 1269 h 1433829"/>
              <a:gd name="connsiteX3" fmla="*/ 2354580 w 2441222"/>
              <a:gd name="connsiteY3" fmla="*/ 400051 h 1433829"/>
              <a:gd name="connsiteX4" fmla="*/ 2354580 w 2441222"/>
              <a:gd name="connsiteY4" fmla="*/ 1035047 h 1433829"/>
              <a:gd name="connsiteX5" fmla="*/ 2339179 w 2441222"/>
              <a:gd name="connsiteY5" fmla="*/ 1431447 h 1433829"/>
              <a:gd name="connsiteX6" fmla="*/ 398782 w 2441222"/>
              <a:gd name="connsiteY6" fmla="*/ 1433829 h 1433829"/>
              <a:gd name="connsiteX7" fmla="*/ 0 w 2441222"/>
              <a:gd name="connsiteY7" fmla="*/ 1035047 h 1433829"/>
              <a:gd name="connsiteX8" fmla="*/ 4763 w 2441222"/>
              <a:gd name="connsiteY8" fmla="*/ 0 h 1433829"/>
              <a:gd name="connsiteX0" fmla="*/ 4763 w 2449885"/>
              <a:gd name="connsiteY0" fmla="*/ 0 h 1433829"/>
              <a:gd name="connsiteX1" fmla="*/ 398782 w 2449885"/>
              <a:gd name="connsiteY1" fmla="*/ 1269 h 1433829"/>
              <a:gd name="connsiteX2" fmla="*/ 1955798 w 2449885"/>
              <a:gd name="connsiteY2" fmla="*/ 1269 h 1433829"/>
              <a:gd name="connsiteX3" fmla="*/ 2354580 w 2449885"/>
              <a:gd name="connsiteY3" fmla="*/ 400051 h 1433829"/>
              <a:gd name="connsiteX4" fmla="*/ 2354580 w 2449885"/>
              <a:gd name="connsiteY4" fmla="*/ 1035047 h 1433829"/>
              <a:gd name="connsiteX5" fmla="*/ 2351086 w 2449885"/>
              <a:gd name="connsiteY5" fmla="*/ 1433828 h 1433829"/>
              <a:gd name="connsiteX6" fmla="*/ 398782 w 2449885"/>
              <a:gd name="connsiteY6" fmla="*/ 1433829 h 1433829"/>
              <a:gd name="connsiteX7" fmla="*/ 0 w 2449885"/>
              <a:gd name="connsiteY7" fmla="*/ 1035047 h 1433829"/>
              <a:gd name="connsiteX8" fmla="*/ 4763 w 2449885"/>
              <a:gd name="connsiteY8" fmla="*/ 0 h 1433829"/>
              <a:gd name="connsiteX0" fmla="*/ 4763 w 2355967"/>
              <a:gd name="connsiteY0" fmla="*/ 0 h 1433829"/>
              <a:gd name="connsiteX1" fmla="*/ 398782 w 2355967"/>
              <a:gd name="connsiteY1" fmla="*/ 1269 h 1433829"/>
              <a:gd name="connsiteX2" fmla="*/ 1955798 w 2355967"/>
              <a:gd name="connsiteY2" fmla="*/ 1269 h 1433829"/>
              <a:gd name="connsiteX3" fmla="*/ 2354580 w 2355967"/>
              <a:gd name="connsiteY3" fmla="*/ 400051 h 1433829"/>
              <a:gd name="connsiteX4" fmla="*/ 2354580 w 2355967"/>
              <a:gd name="connsiteY4" fmla="*/ 1035047 h 1433829"/>
              <a:gd name="connsiteX5" fmla="*/ 2351086 w 2355967"/>
              <a:gd name="connsiteY5" fmla="*/ 1433828 h 1433829"/>
              <a:gd name="connsiteX6" fmla="*/ 398782 w 2355967"/>
              <a:gd name="connsiteY6" fmla="*/ 1433829 h 1433829"/>
              <a:gd name="connsiteX7" fmla="*/ 0 w 2355967"/>
              <a:gd name="connsiteY7" fmla="*/ 1035047 h 1433829"/>
              <a:gd name="connsiteX8" fmla="*/ 4763 w 2355967"/>
              <a:gd name="connsiteY8" fmla="*/ 0 h 143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5967" h="1433829">
                <a:moveTo>
                  <a:pt x="4763" y="0"/>
                </a:moveTo>
                <a:cubicBezTo>
                  <a:pt x="30957" y="1215"/>
                  <a:pt x="178541" y="1269"/>
                  <a:pt x="398782" y="1269"/>
                </a:cubicBezTo>
                <a:lnTo>
                  <a:pt x="1955798" y="1269"/>
                </a:lnTo>
                <a:cubicBezTo>
                  <a:pt x="2176039" y="1269"/>
                  <a:pt x="2354580" y="179810"/>
                  <a:pt x="2354580" y="400051"/>
                </a:cubicBezTo>
                <a:lnTo>
                  <a:pt x="2354580" y="1035047"/>
                </a:lnTo>
                <a:cubicBezTo>
                  <a:pt x="2354580" y="1255288"/>
                  <a:pt x="2359396" y="1431446"/>
                  <a:pt x="2351086" y="1433828"/>
                </a:cubicBezTo>
                <a:lnTo>
                  <a:pt x="398782" y="1433829"/>
                </a:lnTo>
                <a:cubicBezTo>
                  <a:pt x="178541" y="1433829"/>
                  <a:pt x="0" y="1255288"/>
                  <a:pt x="0" y="1035047"/>
                </a:cubicBezTo>
                <a:cubicBezTo>
                  <a:pt x="1588" y="691619"/>
                  <a:pt x="3175" y="343428"/>
                  <a:pt x="4763" y="0"/>
                </a:cubicBezTo>
                <a:close/>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50" name="Rounded Rectangle 5"/>
          <p:cNvSpPr/>
          <p:nvPr/>
        </p:nvSpPr>
        <p:spPr>
          <a:xfrm flipV="1">
            <a:off x="5258894" y="1906566"/>
            <a:ext cx="1666255" cy="1170306"/>
          </a:xfrm>
          <a:custGeom>
            <a:avLst/>
            <a:gdLst>
              <a:gd name="connsiteX0" fmla="*/ 0 w 2354580"/>
              <a:gd name="connsiteY0" fmla="*/ 398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398782 h 1432560"/>
              <a:gd name="connsiteX0" fmla="*/ 0 w 2362200"/>
              <a:gd name="connsiteY0" fmla="*/ 102717 h 1517495"/>
              <a:gd name="connsiteX1" fmla="*/ 406402 w 2362200"/>
              <a:gd name="connsiteY1" fmla="*/ 84935 h 1517495"/>
              <a:gd name="connsiteX2" fmla="*/ 1963418 w 2362200"/>
              <a:gd name="connsiteY2" fmla="*/ 84935 h 1517495"/>
              <a:gd name="connsiteX3" fmla="*/ 2362200 w 2362200"/>
              <a:gd name="connsiteY3" fmla="*/ 483717 h 1517495"/>
              <a:gd name="connsiteX4" fmla="*/ 2362200 w 2362200"/>
              <a:gd name="connsiteY4" fmla="*/ 1118713 h 1517495"/>
              <a:gd name="connsiteX5" fmla="*/ 1963418 w 2362200"/>
              <a:gd name="connsiteY5" fmla="*/ 1517495 h 1517495"/>
              <a:gd name="connsiteX6" fmla="*/ 406402 w 2362200"/>
              <a:gd name="connsiteY6" fmla="*/ 1517495 h 1517495"/>
              <a:gd name="connsiteX7" fmla="*/ 7620 w 2362200"/>
              <a:gd name="connsiteY7" fmla="*/ 1118713 h 1517495"/>
              <a:gd name="connsiteX8" fmla="*/ 0 w 2362200"/>
              <a:gd name="connsiteY8" fmla="*/ 102717 h 1517495"/>
              <a:gd name="connsiteX0" fmla="*/ 0 w 2362200"/>
              <a:gd name="connsiteY0" fmla="*/ 1778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17782 h 1432560"/>
              <a:gd name="connsiteX0" fmla="*/ 0 w 2362200"/>
              <a:gd name="connsiteY0" fmla="*/ 254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2542 h 1432560"/>
              <a:gd name="connsiteX0" fmla="*/ 0 w 2354580"/>
              <a:gd name="connsiteY0" fmla="*/ 17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17782 h 1432560"/>
              <a:gd name="connsiteX0" fmla="*/ 0 w 2354580"/>
              <a:gd name="connsiteY0" fmla="*/ 0 h 1433828"/>
              <a:gd name="connsiteX1" fmla="*/ 398782 w 2354580"/>
              <a:gd name="connsiteY1" fmla="*/ 1268 h 1433828"/>
              <a:gd name="connsiteX2" fmla="*/ 1955798 w 2354580"/>
              <a:gd name="connsiteY2" fmla="*/ 1268 h 1433828"/>
              <a:gd name="connsiteX3" fmla="*/ 2354580 w 2354580"/>
              <a:gd name="connsiteY3" fmla="*/ 400050 h 1433828"/>
              <a:gd name="connsiteX4" fmla="*/ 2354580 w 2354580"/>
              <a:gd name="connsiteY4" fmla="*/ 1035046 h 1433828"/>
              <a:gd name="connsiteX5" fmla="*/ 1955798 w 2354580"/>
              <a:gd name="connsiteY5" fmla="*/ 1433828 h 1433828"/>
              <a:gd name="connsiteX6" fmla="*/ 398782 w 2354580"/>
              <a:gd name="connsiteY6" fmla="*/ 1433828 h 1433828"/>
              <a:gd name="connsiteX7" fmla="*/ 0 w 2354580"/>
              <a:gd name="connsiteY7" fmla="*/ 1035046 h 1433828"/>
              <a:gd name="connsiteX8" fmla="*/ 0 w 2354580"/>
              <a:gd name="connsiteY8" fmla="*/ 0 h 1433828"/>
              <a:gd name="connsiteX0" fmla="*/ 4763 w 2354580"/>
              <a:gd name="connsiteY0" fmla="*/ 3494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3494 h 1432560"/>
              <a:gd name="connsiteX0" fmla="*/ 2382 w 2354580"/>
              <a:gd name="connsiteY0" fmla="*/ 0 h 1436210"/>
              <a:gd name="connsiteX1" fmla="*/ 398782 w 2354580"/>
              <a:gd name="connsiteY1" fmla="*/ 3650 h 1436210"/>
              <a:gd name="connsiteX2" fmla="*/ 1955798 w 2354580"/>
              <a:gd name="connsiteY2" fmla="*/ 3650 h 1436210"/>
              <a:gd name="connsiteX3" fmla="*/ 2354580 w 2354580"/>
              <a:gd name="connsiteY3" fmla="*/ 402432 h 1436210"/>
              <a:gd name="connsiteX4" fmla="*/ 2354580 w 2354580"/>
              <a:gd name="connsiteY4" fmla="*/ 1037428 h 1436210"/>
              <a:gd name="connsiteX5" fmla="*/ 1955798 w 2354580"/>
              <a:gd name="connsiteY5" fmla="*/ 1436210 h 1436210"/>
              <a:gd name="connsiteX6" fmla="*/ 398782 w 2354580"/>
              <a:gd name="connsiteY6" fmla="*/ 1436210 h 1436210"/>
              <a:gd name="connsiteX7" fmla="*/ 0 w 2354580"/>
              <a:gd name="connsiteY7" fmla="*/ 1037428 h 1436210"/>
              <a:gd name="connsiteX8" fmla="*/ 2382 w 2354580"/>
              <a:gd name="connsiteY8" fmla="*/ 0 h 1436210"/>
              <a:gd name="connsiteX0" fmla="*/ 4763 w 2354580"/>
              <a:gd name="connsiteY0" fmla="*/ 5875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5875 h 1432560"/>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432776"/>
              <a:gd name="connsiteY0" fmla="*/ 0 h 1433829"/>
              <a:gd name="connsiteX1" fmla="*/ 398782 w 2432776"/>
              <a:gd name="connsiteY1" fmla="*/ 1269 h 1433829"/>
              <a:gd name="connsiteX2" fmla="*/ 1955798 w 2432776"/>
              <a:gd name="connsiteY2" fmla="*/ 1269 h 1433829"/>
              <a:gd name="connsiteX3" fmla="*/ 2354580 w 2432776"/>
              <a:gd name="connsiteY3" fmla="*/ 400051 h 1433829"/>
              <a:gd name="connsiteX4" fmla="*/ 2354580 w 2432776"/>
              <a:gd name="connsiteY4" fmla="*/ 1035047 h 1433829"/>
              <a:gd name="connsiteX5" fmla="*/ 2327273 w 2432776"/>
              <a:gd name="connsiteY5" fmla="*/ 1433829 h 1433829"/>
              <a:gd name="connsiteX6" fmla="*/ 398782 w 2432776"/>
              <a:gd name="connsiteY6" fmla="*/ 1433829 h 1433829"/>
              <a:gd name="connsiteX7" fmla="*/ 0 w 2432776"/>
              <a:gd name="connsiteY7" fmla="*/ 1035047 h 1433829"/>
              <a:gd name="connsiteX8" fmla="*/ 4763 w 2432776"/>
              <a:gd name="connsiteY8" fmla="*/ 0 h 1433829"/>
              <a:gd name="connsiteX0" fmla="*/ 4763 w 2441222"/>
              <a:gd name="connsiteY0" fmla="*/ 0 h 1433829"/>
              <a:gd name="connsiteX1" fmla="*/ 398782 w 2441222"/>
              <a:gd name="connsiteY1" fmla="*/ 1269 h 1433829"/>
              <a:gd name="connsiteX2" fmla="*/ 1955798 w 2441222"/>
              <a:gd name="connsiteY2" fmla="*/ 1269 h 1433829"/>
              <a:gd name="connsiteX3" fmla="*/ 2354580 w 2441222"/>
              <a:gd name="connsiteY3" fmla="*/ 400051 h 1433829"/>
              <a:gd name="connsiteX4" fmla="*/ 2354580 w 2441222"/>
              <a:gd name="connsiteY4" fmla="*/ 1035047 h 1433829"/>
              <a:gd name="connsiteX5" fmla="*/ 2339179 w 2441222"/>
              <a:gd name="connsiteY5" fmla="*/ 1431447 h 1433829"/>
              <a:gd name="connsiteX6" fmla="*/ 398782 w 2441222"/>
              <a:gd name="connsiteY6" fmla="*/ 1433829 h 1433829"/>
              <a:gd name="connsiteX7" fmla="*/ 0 w 2441222"/>
              <a:gd name="connsiteY7" fmla="*/ 1035047 h 1433829"/>
              <a:gd name="connsiteX8" fmla="*/ 4763 w 2441222"/>
              <a:gd name="connsiteY8" fmla="*/ 0 h 1433829"/>
              <a:gd name="connsiteX0" fmla="*/ 4763 w 2449885"/>
              <a:gd name="connsiteY0" fmla="*/ 0 h 1433829"/>
              <a:gd name="connsiteX1" fmla="*/ 398782 w 2449885"/>
              <a:gd name="connsiteY1" fmla="*/ 1269 h 1433829"/>
              <a:gd name="connsiteX2" fmla="*/ 1955798 w 2449885"/>
              <a:gd name="connsiteY2" fmla="*/ 1269 h 1433829"/>
              <a:gd name="connsiteX3" fmla="*/ 2354580 w 2449885"/>
              <a:gd name="connsiteY3" fmla="*/ 400051 h 1433829"/>
              <a:gd name="connsiteX4" fmla="*/ 2354580 w 2449885"/>
              <a:gd name="connsiteY4" fmla="*/ 1035047 h 1433829"/>
              <a:gd name="connsiteX5" fmla="*/ 2351086 w 2449885"/>
              <a:gd name="connsiteY5" fmla="*/ 1433828 h 1433829"/>
              <a:gd name="connsiteX6" fmla="*/ 398782 w 2449885"/>
              <a:gd name="connsiteY6" fmla="*/ 1433829 h 1433829"/>
              <a:gd name="connsiteX7" fmla="*/ 0 w 2449885"/>
              <a:gd name="connsiteY7" fmla="*/ 1035047 h 1433829"/>
              <a:gd name="connsiteX8" fmla="*/ 4763 w 2449885"/>
              <a:gd name="connsiteY8" fmla="*/ 0 h 1433829"/>
              <a:gd name="connsiteX0" fmla="*/ 4763 w 2355967"/>
              <a:gd name="connsiteY0" fmla="*/ 0 h 1433829"/>
              <a:gd name="connsiteX1" fmla="*/ 398782 w 2355967"/>
              <a:gd name="connsiteY1" fmla="*/ 1269 h 1433829"/>
              <a:gd name="connsiteX2" fmla="*/ 1955798 w 2355967"/>
              <a:gd name="connsiteY2" fmla="*/ 1269 h 1433829"/>
              <a:gd name="connsiteX3" fmla="*/ 2354580 w 2355967"/>
              <a:gd name="connsiteY3" fmla="*/ 400051 h 1433829"/>
              <a:gd name="connsiteX4" fmla="*/ 2354580 w 2355967"/>
              <a:gd name="connsiteY4" fmla="*/ 1035047 h 1433829"/>
              <a:gd name="connsiteX5" fmla="*/ 2351086 w 2355967"/>
              <a:gd name="connsiteY5" fmla="*/ 1433828 h 1433829"/>
              <a:gd name="connsiteX6" fmla="*/ 398782 w 2355967"/>
              <a:gd name="connsiteY6" fmla="*/ 1433829 h 1433829"/>
              <a:gd name="connsiteX7" fmla="*/ 0 w 2355967"/>
              <a:gd name="connsiteY7" fmla="*/ 1035047 h 1433829"/>
              <a:gd name="connsiteX8" fmla="*/ 4763 w 2355967"/>
              <a:gd name="connsiteY8" fmla="*/ 0 h 143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5967" h="1433829">
                <a:moveTo>
                  <a:pt x="4763" y="0"/>
                </a:moveTo>
                <a:cubicBezTo>
                  <a:pt x="30957" y="1215"/>
                  <a:pt x="178541" y="1269"/>
                  <a:pt x="398782" y="1269"/>
                </a:cubicBezTo>
                <a:lnTo>
                  <a:pt x="1955798" y="1269"/>
                </a:lnTo>
                <a:cubicBezTo>
                  <a:pt x="2176039" y="1269"/>
                  <a:pt x="2354580" y="179810"/>
                  <a:pt x="2354580" y="400051"/>
                </a:cubicBezTo>
                <a:lnTo>
                  <a:pt x="2354580" y="1035047"/>
                </a:lnTo>
                <a:cubicBezTo>
                  <a:pt x="2354580" y="1255288"/>
                  <a:pt x="2359396" y="1431446"/>
                  <a:pt x="2351086" y="1433828"/>
                </a:cubicBezTo>
                <a:lnTo>
                  <a:pt x="398782" y="1433829"/>
                </a:lnTo>
                <a:cubicBezTo>
                  <a:pt x="178541" y="1433829"/>
                  <a:pt x="0" y="1255288"/>
                  <a:pt x="0" y="1035047"/>
                </a:cubicBezTo>
                <a:cubicBezTo>
                  <a:pt x="1588" y="691619"/>
                  <a:pt x="3175" y="343428"/>
                  <a:pt x="4763" y="0"/>
                </a:cubicBezTo>
                <a:close/>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51" name="Rectangle 50"/>
          <p:cNvSpPr/>
          <p:nvPr/>
        </p:nvSpPr>
        <p:spPr>
          <a:xfrm>
            <a:off x="3412825" y="1813604"/>
            <a:ext cx="1660728" cy="814710"/>
          </a:xfrm>
          <a:prstGeom prst="rect">
            <a:avLst/>
          </a:prstGeom>
        </p:spPr>
        <p:txBody>
          <a:bodyPr wrap="square" lIns="0" tIns="0" rIns="0" bIns="0">
            <a:spAutoFit/>
          </a:bodyPr>
          <a:lstStyle/>
          <a:p>
            <a:pPr>
              <a:spcBef>
                <a:spcPts val="488"/>
              </a:spcBef>
            </a:pPr>
            <a:r>
              <a:rPr lang="en-US" sz="800" b="1" dirty="0" err="1">
                <a:solidFill>
                  <a:schemeClr val="accent1"/>
                </a:solidFill>
                <a:latin typeface="Aptos" panose="020B0004020202020204" pitchFamily="34" charset="0"/>
              </a:rPr>
              <a:t>Lorem</a:t>
            </a:r>
            <a:r>
              <a:rPr lang="en-US" sz="800" b="1" dirty="0">
                <a:solidFill>
                  <a:schemeClr val="accent1"/>
                </a:solidFill>
                <a:latin typeface="Aptos" panose="020B0004020202020204" pitchFamily="34" charset="0"/>
              </a:rPr>
              <a:t> </a:t>
            </a:r>
            <a:r>
              <a:rPr lang="en-US" sz="800" b="1" dirty="0" err="1">
                <a:solidFill>
                  <a:schemeClr val="accent1"/>
                </a:solidFill>
                <a:latin typeface="Aptos" panose="020B0004020202020204" pitchFamily="34" charset="0"/>
              </a:rPr>
              <a:t>ipsum</a:t>
            </a:r>
            <a:r>
              <a:rPr lang="en-US" sz="800" b="1" dirty="0">
                <a:solidFill>
                  <a:schemeClr val="accent1"/>
                </a:solidFill>
                <a:latin typeface="Aptos" panose="020B0004020202020204" pitchFamily="34" charset="0"/>
              </a:rPr>
              <a:t> dolor </a:t>
            </a:r>
          </a:p>
          <a:p>
            <a:pPr>
              <a:spcBef>
                <a:spcPts val="488"/>
              </a:spcBef>
            </a:pPr>
            <a:r>
              <a:rPr lang="en-US" sz="800" dirty="0">
                <a:latin typeface="Aptos" panose="020B0004020202020204" pitchFamily="34" charset="0"/>
              </a:rPr>
              <a:t>This is dummy text it is not here to be read. This is dummy text it is not here to be read. This is dummy text it is not here to be read. This is dummy text it is not here to be read. </a:t>
            </a:r>
          </a:p>
        </p:txBody>
      </p:sp>
      <p:cxnSp>
        <p:nvCxnSpPr>
          <p:cNvPr id="52" name="Straight Connector 51"/>
          <p:cNvCxnSpPr/>
          <p:nvPr/>
        </p:nvCxnSpPr>
        <p:spPr>
          <a:xfrm>
            <a:off x="3416935" y="1985906"/>
            <a:ext cx="1521957" cy="0"/>
          </a:xfrm>
          <a:prstGeom prst="line">
            <a:avLst/>
          </a:prstGeom>
          <a:ln w="9525">
            <a:solidFill>
              <a:srgbClr val="BBBCBC"/>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ctangle 52"/>
          <p:cNvSpPr/>
          <p:nvPr/>
        </p:nvSpPr>
        <p:spPr>
          <a:xfrm>
            <a:off x="5363542" y="2132374"/>
            <a:ext cx="1300498" cy="689612"/>
          </a:xfrm>
          <a:prstGeom prst="rect">
            <a:avLst/>
          </a:prstGeom>
        </p:spPr>
        <p:txBody>
          <a:bodyPr wrap="square" lIns="0" tIns="0" rIns="0" bIns="0">
            <a:spAutoFit/>
          </a:bodyPr>
          <a:lstStyle/>
          <a:p>
            <a:pPr>
              <a:spcBef>
                <a:spcPts val="488"/>
              </a:spcBef>
            </a:pPr>
            <a:r>
              <a:rPr lang="en-US" sz="800" b="1" dirty="0" err="1">
                <a:solidFill>
                  <a:schemeClr val="accent3"/>
                </a:solidFill>
                <a:latin typeface="Aptos" panose="020B0004020202020204" pitchFamily="34" charset="0"/>
              </a:rPr>
              <a:t>Lorem</a:t>
            </a:r>
            <a:r>
              <a:rPr lang="en-US" sz="800" b="1" dirty="0">
                <a:solidFill>
                  <a:schemeClr val="accent3"/>
                </a:solidFill>
                <a:latin typeface="Aptos" panose="020B0004020202020204" pitchFamily="34" charset="0"/>
              </a:rPr>
              <a:t> </a:t>
            </a:r>
            <a:r>
              <a:rPr lang="en-US" sz="800" b="1" dirty="0" err="1">
                <a:solidFill>
                  <a:schemeClr val="accent3"/>
                </a:solidFill>
                <a:latin typeface="Aptos" panose="020B0004020202020204" pitchFamily="34" charset="0"/>
              </a:rPr>
              <a:t>ipsum</a:t>
            </a:r>
            <a:r>
              <a:rPr lang="en-US" sz="800" b="1" dirty="0">
                <a:solidFill>
                  <a:schemeClr val="accent3"/>
                </a:solidFill>
                <a:latin typeface="Aptos" panose="020B0004020202020204" pitchFamily="34" charset="0"/>
              </a:rPr>
              <a:t> </a:t>
            </a:r>
          </a:p>
          <a:p>
            <a:pPr>
              <a:spcBef>
                <a:spcPts val="488"/>
              </a:spcBef>
            </a:pPr>
            <a:r>
              <a:rPr lang="en-US" sz="800" dirty="0">
                <a:latin typeface="Aptos" panose="020B0004020202020204" pitchFamily="34" charset="0"/>
              </a:rPr>
              <a:t>This is dummy text it is not here to be read. This is dummy text it is not here to be </a:t>
            </a:r>
            <a:r>
              <a:rPr lang="en-US" sz="800" dirty="0">
                <a:solidFill>
                  <a:schemeClr val="bg1"/>
                </a:solidFill>
                <a:latin typeface="Aptos" panose="020B0004020202020204" pitchFamily="34" charset="0"/>
              </a:rPr>
              <a:t>read. </a:t>
            </a:r>
          </a:p>
        </p:txBody>
      </p:sp>
      <p:cxnSp>
        <p:nvCxnSpPr>
          <p:cNvPr id="54" name="Straight Connector 53"/>
          <p:cNvCxnSpPr/>
          <p:nvPr/>
        </p:nvCxnSpPr>
        <p:spPr>
          <a:xfrm>
            <a:off x="5342852" y="2310533"/>
            <a:ext cx="1019460" cy="0"/>
          </a:xfrm>
          <a:prstGeom prst="line">
            <a:avLst/>
          </a:prstGeom>
          <a:ln w="9525">
            <a:solidFill>
              <a:srgbClr val="BBBCBC"/>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ctangle 56"/>
          <p:cNvSpPr/>
          <p:nvPr/>
        </p:nvSpPr>
        <p:spPr>
          <a:xfrm>
            <a:off x="5403190" y="3295433"/>
            <a:ext cx="1576958" cy="689612"/>
          </a:xfrm>
          <a:prstGeom prst="rect">
            <a:avLst/>
          </a:prstGeom>
        </p:spPr>
        <p:txBody>
          <a:bodyPr wrap="square" lIns="0" tIns="0" rIns="0" bIns="0">
            <a:spAutoFit/>
          </a:bodyPr>
          <a:lstStyle/>
          <a:p>
            <a:pPr>
              <a:spcBef>
                <a:spcPts val="488"/>
              </a:spcBef>
            </a:pPr>
            <a:r>
              <a:rPr lang="en-US" sz="800" b="1" dirty="0" err="1">
                <a:solidFill>
                  <a:schemeClr val="accent4"/>
                </a:solidFill>
                <a:latin typeface="Aptos" panose="020B0004020202020204" pitchFamily="34" charset="0"/>
              </a:rPr>
              <a:t>Lorem</a:t>
            </a:r>
            <a:r>
              <a:rPr lang="en-US" sz="800" b="1" dirty="0">
                <a:solidFill>
                  <a:schemeClr val="accent4"/>
                </a:solidFill>
                <a:latin typeface="Aptos" panose="020B0004020202020204" pitchFamily="34" charset="0"/>
              </a:rPr>
              <a:t> </a:t>
            </a:r>
            <a:r>
              <a:rPr lang="en-US" sz="800" b="1" dirty="0" err="1">
                <a:solidFill>
                  <a:schemeClr val="accent4"/>
                </a:solidFill>
                <a:latin typeface="Aptos" panose="020B0004020202020204" pitchFamily="34" charset="0"/>
              </a:rPr>
              <a:t>ipsum</a:t>
            </a:r>
            <a:r>
              <a:rPr lang="en-US" sz="800" b="1" dirty="0">
                <a:solidFill>
                  <a:schemeClr val="accent4"/>
                </a:solidFill>
                <a:latin typeface="Aptos" panose="020B0004020202020204" pitchFamily="34" charset="0"/>
              </a:rPr>
              <a:t> dolor </a:t>
            </a:r>
          </a:p>
          <a:p>
            <a:pPr>
              <a:spcBef>
                <a:spcPts val="488"/>
              </a:spcBef>
            </a:pPr>
            <a:r>
              <a:rPr lang="en-US" sz="800" dirty="0">
                <a:latin typeface="Aptos" panose="020B0004020202020204" pitchFamily="34" charset="0"/>
              </a:rPr>
              <a:t>This is dummy text it is not here to be read. This is dummy text it is not here to be read. This is dummy text it is not here to be read. </a:t>
            </a:r>
          </a:p>
        </p:txBody>
      </p:sp>
      <p:cxnSp>
        <p:nvCxnSpPr>
          <p:cNvPr id="60" name="Straight Connector 59"/>
          <p:cNvCxnSpPr/>
          <p:nvPr/>
        </p:nvCxnSpPr>
        <p:spPr>
          <a:xfrm>
            <a:off x="5403188" y="3464705"/>
            <a:ext cx="1521957" cy="0"/>
          </a:xfrm>
          <a:prstGeom prst="line">
            <a:avLst/>
          </a:prstGeom>
          <a:ln w="9525">
            <a:solidFill>
              <a:srgbClr val="BBBCBC"/>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4" name="Rounded Rectangle 5"/>
          <p:cNvSpPr/>
          <p:nvPr/>
        </p:nvSpPr>
        <p:spPr>
          <a:xfrm flipV="1">
            <a:off x="2751850" y="3149274"/>
            <a:ext cx="2422966" cy="1513812"/>
          </a:xfrm>
          <a:custGeom>
            <a:avLst/>
            <a:gdLst>
              <a:gd name="connsiteX0" fmla="*/ 0 w 2354580"/>
              <a:gd name="connsiteY0" fmla="*/ 398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398782 h 1432560"/>
              <a:gd name="connsiteX0" fmla="*/ 0 w 2362200"/>
              <a:gd name="connsiteY0" fmla="*/ 102717 h 1517495"/>
              <a:gd name="connsiteX1" fmla="*/ 406402 w 2362200"/>
              <a:gd name="connsiteY1" fmla="*/ 84935 h 1517495"/>
              <a:gd name="connsiteX2" fmla="*/ 1963418 w 2362200"/>
              <a:gd name="connsiteY2" fmla="*/ 84935 h 1517495"/>
              <a:gd name="connsiteX3" fmla="*/ 2362200 w 2362200"/>
              <a:gd name="connsiteY3" fmla="*/ 483717 h 1517495"/>
              <a:gd name="connsiteX4" fmla="*/ 2362200 w 2362200"/>
              <a:gd name="connsiteY4" fmla="*/ 1118713 h 1517495"/>
              <a:gd name="connsiteX5" fmla="*/ 1963418 w 2362200"/>
              <a:gd name="connsiteY5" fmla="*/ 1517495 h 1517495"/>
              <a:gd name="connsiteX6" fmla="*/ 406402 w 2362200"/>
              <a:gd name="connsiteY6" fmla="*/ 1517495 h 1517495"/>
              <a:gd name="connsiteX7" fmla="*/ 7620 w 2362200"/>
              <a:gd name="connsiteY7" fmla="*/ 1118713 h 1517495"/>
              <a:gd name="connsiteX8" fmla="*/ 0 w 2362200"/>
              <a:gd name="connsiteY8" fmla="*/ 102717 h 1517495"/>
              <a:gd name="connsiteX0" fmla="*/ 0 w 2362200"/>
              <a:gd name="connsiteY0" fmla="*/ 1778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17782 h 1432560"/>
              <a:gd name="connsiteX0" fmla="*/ 0 w 2362200"/>
              <a:gd name="connsiteY0" fmla="*/ 2542 h 1432560"/>
              <a:gd name="connsiteX1" fmla="*/ 406402 w 2362200"/>
              <a:gd name="connsiteY1" fmla="*/ 0 h 1432560"/>
              <a:gd name="connsiteX2" fmla="*/ 1963418 w 2362200"/>
              <a:gd name="connsiteY2" fmla="*/ 0 h 1432560"/>
              <a:gd name="connsiteX3" fmla="*/ 2362200 w 2362200"/>
              <a:gd name="connsiteY3" fmla="*/ 398782 h 1432560"/>
              <a:gd name="connsiteX4" fmla="*/ 2362200 w 2362200"/>
              <a:gd name="connsiteY4" fmla="*/ 1033778 h 1432560"/>
              <a:gd name="connsiteX5" fmla="*/ 1963418 w 2362200"/>
              <a:gd name="connsiteY5" fmla="*/ 1432560 h 1432560"/>
              <a:gd name="connsiteX6" fmla="*/ 406402 w 2362200"/>
              <a:gd name="connsiteY6" fmla="*/ 1432560 h 1432560"/>
              <a:gd name="connsiteX7" fmla="*/ 7620 w 2362200"/>
              <a:gd name="connsiteY7" fmla="*/ 1033778 h 1432560"/>
              <a:gd name="connsiteX8" fmla="*/ 0 w 2362200"/>
              <a:gd name="connsiteY8" fmla="*/ 2542 h 1432560"/>
              <a:gd name="connsiteX0" fmla="*/ 0 w 2354580"/>
              <a:gd name="connsiteY0" fmla="*/ 17782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0 w 2354580"/>
              <a:gd name="connsiteY8" fmla="*/ 17782 h 1432560"/>
              <a:gd name="connsiteX0" fmla="*/ 0 w 2354580"/>
              <a:gd name="connsiteY0" fmla="*/ 0 h 1433828"/>
              <a:gd name="connsiteX1" fmla="*/ 398782 w 2354580"/>
              <a:gd name="connsiteY1" fmla="*/ 1268 h 1433828"/>
              <a:gd name="connsiteX2" fmla="*/ 1955798 w 2354580"/>
              <a:gd name="connsiteY2" fmla="*/ 1268 h 1433828"/>
              <a:gd name="connsiteX3" fmla="*/ 2354580 w 2354580"/>
              <a:gd name="connsiteY3" fmla="*/ 400050 h 1433828"/>
              <a:gd name="connsiteX4" fmla="*/ 2354580 w 2354580"/>
              <a:gd name="connsiteY4" fmla="*/ 1035046 h 1433828"/>
              <a:gd name="connsiteX5" fmla="*/ 1955798 w 2354580"/>
              <a:gd name="connsiteY5" fmla="*/ 1433828 h 1433828"/>
              <a:gd name="connsiteX6" fmla="*/ 398782 w 2354580"/>
              <a:gd name="connsiteY6" fmla="*/ 1433828 h 1433828"/>
              <a:gd name="connsiteX7" fmla="*/ 0 w 2354580"/>
              <a:gd name="connsiteY7" fmla="*/ 1035046 h 1433828"/>
              <a:gd name="connsiteX8" fmla="*/ 0 w 2354580"/>
              <a:gd name="connsiteY8" fmla="*/ 0 h 1433828"/>
              <a:gd name="connsiteX0" fmla="*/ 4763 w 2354580"/>
              <a:gd name="connsiteY0" fmla="*/ 3494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3494 h 1432560"/>
              <a:gd name="connsiteX0" fmla="*/ 2382 w 2354580"/>
              <a:gd name="connsiteY0" fmla="*/ 0 h 1436210"/>
              <a:gd name="connsiteX1" fmla="*/ 398782 w 2354580"/>
              <a:gd name="connsiteY1" fmla="*/ 3650 h 1436210"/>
              <a:gd name="connsiteX2" fmla="*/ 1955798 w 2354580"/>
              <a:gd name="connsiteY2" fmla="*/ 3650 h 1436210"/>
              <a:gd name="connsiteX3" fmla="*/ 2354580 w 2354580"/>
              <a:gd name="connsiteY3" fmla="*/ 402432 h 1436210"/>
              <a:gd name="connsiteX4" fmla="*/ 2354580 w 2354580"/>
              <a:gd name="connsiteY4" fmla="*/ 1037428 h 1436210"/>
              <a:gd name="connsiteX5" fmla="*/ 1955798 w 2354580"/>
              <a:gd name="connsiteY5" fmla="*/ 1436210 h 1436210"/>
              <a:gd name="connsiteX6" fmla="*/ 398782 w 2354580"/>
              <a:gd name="connsiteY6" fmla="*/ 1436210 h 1436210"/>
              <a:gd name="connsiteX7" fmla="*/ 0 w 2354580"/>
              <a:gd name="connsiteY7" fmla="*/ 1037428 h 1436210"/>
              <a:gd name="connsiteX8" fmla="*/ 2382 w 2354580"/>
              <a:gd name="connsiteY8" fmla="*/ 0 h 1436210"/>
              <a:gd name="connsiteX0" fmla="*/ 4763 w 2354580"/>
              <a:gd name="connsiteY0" fmla="*/ 5875 h 1432560"/>
              <a:gd name="connsiteX1" fmla="*/ 398782 w 2354580"/>
              <a:gd name="connsiteY1" fmla="*/ 0 h 1432560"/>
              <a:gd name="connsiteX2" fmla="*/ 1955798 w 2354580"/>
              <a:gd name="connsiteY2" fmla="*/ 0 h 1432560"/>
              <a:gd name="connsiteX3" fmla="*/ 2354580 w 2354580"/>
              <a:gd name="connsiteY3" fmla="*/ 398782 h 1432560"/>
              <a:gd name="connsiteX4" fmla="*/ 2354580 w 2354580"/>
              <a:gd name="connsiteY4" fmla="*/ 1033778 h 1432560"/>
              <a:gd name="connsiteX5" fmla="*/ 1955798 w 2354580"/>
              <a:gd name="connsiteY5" fmla="*/ 1432560 h 1432560"/>
              <a:gd name="connsiteX6" fmla="*/ 398782 w 2354580"/>
              <a:gd name="connsiteY6" fmla="*/ 1432560 h 1432560"/>
              <a:gd name="connsiteX7" fmla="*/ 0 w 2354580"/>
              <a:gd name="connsiteY7" fmla="*/ 1033778 h 1432560"/>
              <a:gd name="connsiteX8" fmla="*/ 4763 w 2354580"/>
              <a:gd name="connsiteY8" fmla="*/ 5875 h 1432560"/>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354580"/>
              <a:gd name="connsiteY0" fmla="*/ 0 h 1433829"/>
              <a:gd name="connsiteX1" fmla="*/ 398782 w 2354580"/>
              <a:gd name="connsiteY1" fmla="*/ 1269 h 1433829"/>
              <a:gd name="connsiteX2" fmla="*/ 1955798 w 2354580"/>
              <a:gd name="connsiteY2" fmla="*/ 1269 h 1433829"/>
              <a:gd name="connsiteX3" fmla="*/ 2354580 w 2354580"/>
              <a:gd name="connsiteY3" fmla="*/ 400051 h 1433829"/>
              <a:gd name="connsiteX4" fmla="*/ 2354580 w 2354580"/>
              <a:gd name="connsiteY4" fmla="*/ 1035047 h 1433829"/>
              <a:gd name="connsiteX5" fmla="*/ 1955798 w 2354580"/>
              <a:gd name="connsiteY5" fmla="*/ 1433829 h 1433829"/>
              <a:gd name="connsiteX6" fmla="*/ 398782 w 2354580"/>
              <a:gd name="connsiteY6" fmla="*/ 1433829 h 1433829"/>
              <a:gd name="connsiteX7" fmla="*/ 0 w 2354580"/>
              <a:gd name="connsiteY7" fmla="*/ 1035047 h 1433829"/>
              <a:gd name="connsiteX8" fmla="*/ 4763 w 2354580"/>
              <a:gd name="connsiteY8" fmla="*/ 0 h 1433829"/>
              <a:gd name="connsiteX0" fmla="*/ 4763 w 2432776"/>
              <a:gd name="connsiteY0" fmla="*/ 0 h 1433829"/>
              <a:gd name="connsiteX1" fmla="*/ 398782 w 2432776"/>
              <a:gd name="connsiteY1" fmla="*/ 1269 h 1433829"/>
              <a:gd name="connsiteX2" fmla="*/ 1955798 w 2432776"/>
              <a:gd name="connsiteY2" fmla="*/ 1269 h 1433829"/>
              <a:gd name="connsiteX3" fmla="*/ 2354580 w 2432776"/>
              <a:gd name="connsiteY3" fmla="*/ 400051 h 1433829"/>
              <a:gd name="connsiteX4" fmla="*/ 2354580 w 2432776"/>
              <a:gd name="connsiteY4" fmla="*/ 1035047 h 1433829"/>
              <a:gd name="connsiteX5" fmla="*/ 2327273 w 2432776"/>
              <a:gd name="connsiteY5" fmla="*/ 1433829 h 1433829"/>
              <a:gd name="connsiteX6" fmla="*/ 398782 w 2432776"/>
              <a:gd name="connsiteY6" fmla="*/ 1433829 h 1433829"/>
              <a:gd name="connsiteX7" fmla="*/ 0 w 2432776"/>
              <a:gd name="connsiteY7" fmla="*/ 1035047 h 1433829"/>
              <a:gd name="connsiteX8" fmla="*/ 4763 w 2432776"/>
              <a:gd name="connsiteY8" fmla="*/ 0 h 1433829"/>
              <a:gd name="connsiteX0" fmla="*/ 4763 w 2441222"/>
              <a:gd name="connsiteY0" fmla="*/ 0 h 1433829"/>
              <a:gd name="connsiteX1" fmla="*/ 398782 w 2441222"/>
              <a:gd name="connsiteY1" fmla="*/ 1269 h 1433829"/>
              <a:gd name="connsiteX2" fmla="*/ 1955798 w 2441222"/>
              <a:gd name="connsiteY2" fmla="*/ 1269 h 1433829"/>
              <a:gd name="connsiteX3" fmla="*/ 2354580 w 2441222"/>
              <a:gd name="connsiteY3" fmla="*/ 400051 h 1433829"/>
              <a:gd name="connsiteX4" fmla="*/ 2354580 w 2441222"/>
              <a:gd name="connsiteY4" fmla="*/ 1035047 h 1433829"/>
              <a:gd name="connsiteX5" fmla="*/ 2339179 w 2441222"/>
              <a:gd name="connsiteY5" fmla="*/ 1431447 h 1433829"/>
              <a:gd name="connsiteX6" fmla="*/ 398782 w 2441222"/>
              <a:gd name="connsiteY6" fmla="*/ 1433829 h 1433829"/>
              <a:gd name="connsiteX7" fmla="*/ 0 w 2441222"/>
              <a:gd name="connsiteY7" fmla="*/ 1035047 h 1433829"/>
              <a:gd name="connsiteX8" fmla="*/ 4763 w 2441222"/>
              <a:gd name="connsiteY8" fmla="*/ 0 h 1433829"/>
              <a:gd name="connsiteX0" fmla="*/ 4763 w 2449885"/>
              <a:gd name="connsiteY0" fmla="*/ 0 h 1433829"/>
              <a:gd name="connsiteX1" fmla="*/ 398782 w 2449885"/>
              <a:gd name="connsiteY1" fmla="*/ 1269 h 1433829"/>
              <a:gd name="connsiteX2" fmla="*/ 1955798 w 2449885"/>
              <a:gd name="connsiteY2" fmla="*/ 1269 h 1433829"/>
              <a:gd name="connsiteX3" fmla="*/ 2354580 w 2449885"/>
              <a:gd name="connsiteY3" fmla="*/ 400051 h 1433829"/>
              <a:gd name="connsiteX4" fmla="*/ 2354580 w 2449885"/>
              <a:gd name="connsiteY4" fmla="*/ 1035047 h 1433829"/>
              <a:gd name="connsiteX5" fmla="*/ 2351086 w 2449885"/>
              <a:gd name="connsiteY5" fmla="*/ 1433828 h 1433829"/>
              <a:gd name="connsiteX6" fmla="*/ 398782 w 2449885"/>
              <a:gd name="connsiteY6" fmla="*/ 1433829 h 1433829"/>
              <a:gd name="connsiteX7" fmla="*/ 0 w 2449885"/>
              <a:gd name="connsiteY7" fmla="*/ 1035047 h 1433829"/>
              <a:gd name="connsiteX8" fmla="*/ 4763 w 2449885"/>
              <a:gd name="connsiteY8" fmla="*/ 0 h 1433829"/>
              <a:gd name="connsiteX0" fmla="*/ 4763 w 2355967"/>
              <a:gd name="connsiteY0" fmla="*/ 0 h 1433829"/>
              <a:gd name="connsiteX1" fmla="*/ 398782 w 2355967"/>
              <a:gd name="connsiteY1" fmla="*/ 1269 h 1433829"/>
              <a:gd name="connsiteX2" fmla="*/ 1955798 w 2355967"/>
              <a:gd name="connsiteY2" fmla="*/ 1269 h 1433829"/>
              <a:gd name="connsiteX3" fmla="*/ 2354580 w 2355967"/>
              <a:gd name="connsiteY3" fmla="*/ 400051 h 1433829"/>
              <a:gd name="connsiteX4" fmla="*/ 2354580 w 2355967"/>
              <a:gd name="connsiteY4" fmla="*/ 1035047 h 1433829"/>
              <a:gd name="connsiteX5" fmla="*/ 2351086 w 2355967"/>
              <a:gd name="connsiteY5" fmla="*/ 1433828 h 1433829"/>
              <a:gd name="connsiteX6" fmla="*/ 398782 w 2355967"/>
              <a:gd name="connsiteY6" fmla="*/ 1433829 h 1433829"/>
              <a:gd name="connsiteX7" fmla="*/ 0 w 2355967"/>
              <a:gd name="connsiteY7" fmla="*/ 1035047 h 1433829"/>
              <a:gd name="connsiteX8" fmla="*/ 4763 w 2355967"/>
              <a:gd name="connsiteY8" fmla="*/ 0 h 143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5967" h="1433829">
                <a:moveTo>
                  <a:pt x="4763" y="0"/>
                </a:moveTo>
                <a:cubicBezTo>
                  <a:pt x="30957" y="1215"/>
                  <a:pt x="178541" y="1269"/>
                  <a:pt x="398782" y="1269"/>
                </a:cubicBezTo>
                <a:lnTo>
                  <a:pt x="1955798" y="1269"/>
                </a:lnTo>
                <a:cubicBezTo>
                  <a:pt x="2176039" y="1269"/>
                  <a:pt x="2354580" y="179810"/>
                  <a:pt x="2354580" y="400051"/>
                </a:cubicBezTo>
                <a:lnTo>
                  <a:pt x="2354580" y="1035047"/>
                </a:lnTo>
                <a:cubicBezTo>
                  <a:pt x="2354580" y="1255288"/>
                  <a:pt x="2359396" y="1431446"/>
                  <a:pt x="2351086" y="1433828"/>
                </a:cubicBezTo>
                <a:lnTo>
                  <a:pt x="398782" y="1433829"/>
                </a:lnTo>
                <a:cubicBezTo>
                  <a:pt x="178541" y="1433829"/>
                  <a:pt x="0" y="1255288"/>
                  <a:pt x="0" y="1035047"/>
                </a:cubicBezTo>
                <a:cubicBezTo>
                  <a:pt x="1588" y="691619"/>
                  <a:pt x="3175" y="343428"/>
                  <a:pt x="4763" y="0"/>
                </a:cubicBezTo>
                <a:close/>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66" name="Rectangle 65"/>
          <p:cNvSpPr/>
          <p:nvPr/>
        </p:nvSpPr>
        <p:spPr>
          <a:xfrm>
            <a:off x="3405474" y="3281708"/>
            <a:ext cx="1639115" cy="814710"/>
          </a:xfrm>
          <a:prstGeom prst="rect">
            <a:avLst/>
          </a:prstGeom>
        </p:spPr>
        <p:txBody>
          <a:bodyPr wrap="square" lIns="0" tIns="0" rIns="0" bIns="0">
            <a:spAutoFit/>
          </a:bodyPr>
          <a:lstStyle/>
          <a:p>
            <a:pPr>
              <a:spcBef>
                <a:spcPts val="488"/>
              </a:spcBef>
            </a:pPr>
            <a:r>
              <a:rPr lang="en-US" sz="800" b="1" dirty="0" err="1">
                <a:solidFill>
                  <a:schemeClr val="accent2"/>
                </a:solidFill>
                <a:latin typeface="Aptos" panose="020B0004020202020204" pitchFamily="34" charset="0"/>
              </a:rPr>
              <a:t>Lorem</a:t>
            </a:r>
            <a:r>
              <a:rPr lang="en-US" sz="800" b="1" dirty="0">
                <a:solidFill>
                  <a:schemeClr val="accent2"/>
                </a:solidFill>
                <a:latin typeface="Aptos" panose="020B0004020202020204" pitchFamily="34" charset="0"/>
              </a:rPr>
              <a:t> </a:t>
            </a:r>
            <a:r>
              <a:rPr lang="en-US" sz="800" b="1" dirty="0" err="1">
                <a:solidFill>
                  <a:schemeClr val="accent2"/>
                </a:solidFill>
                <a:latin typeface="Aptos" panose="020B0004020202020204" pitchFamily="34" charset="0"/>
              </a:rPr>
              <a:t>ipsum</a:t>
            </a:r>
            <a:r>
              <a:rPr lang="en-US" sz="800" b="1" dirty="0">
                <a:solidFill>
                  <a:schemeClr val="accent2"/>
                </a:solidFill>
                <a:latin typeface="Aptos" panose="020B0004020202020204" pitchFamily="34" charset="0"/>
              </a:rPr>
              <a:t> dolor </a:t>
            </a:r>
          </a:p>
          <a:p>
            <a:pPr>
              <a:spcBef>
                <a:spcPts val="488"/>
              </a:spcBef>
            </a:pPr>
            <a:r>
              <a:rPr lang="en-US" sz="800" dirty="0">
                <a:latin typeface="Aptos" panose="020B0004020202020204" pitchFamily="34" charset="0"/>
              </a:rPr>
              <a:t>This is dummy text it is not here to be read. This is dummy text it is not here to be read. This is dummy text it is not here to be read. This is dummy text it is not here to be read.</a:t>
            </a:r>
          </a:p>
        </p:txBody>
      </p:sp>
      <p:cxnSp>
        <p:nvCxnSpPr>
          <p:cNvPr id="68" name="Straight Connector 67"/>
          <p:cNvCxnSpPr/>
          <p:nvPr/>
        </p:nvCxnSpPr>
        <p:spPr>
          <a:xfrm>
            <a:off x="3405474" y="3450979"/>
            <a:ext cx="1521957" cy="0"/>
          </a:xfrm>
          <a:prstGeom prst="line">
            <a:avLst/>
          </a:prstGeom>
          <a:ln w="9525">
            <a:solidFill>
              <a:srgbClr val="BBBCBC"/>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1" name="Freeform 14"/>
          <p:cNvSpPr>
            <a:spLocks noChangeAspect="1" noEditPoints="1"/>
          </p:cNvSpPr>
          <p:nvPr/>
        </p:nvSpPr>
        <p:spPr bwMode="auto">
          <a:xfrm>
            <a:off x="3030627" y="1826955"/>
            <a:ext cx="299579" cy="298700"/>
          </a:xfrm>
          <a:custGeom>
            <a:avLst/>
            <a:gdLst>
              <a:gd name="T0" fmla="*/ 380 w 512"/>
              <a:gd name="T1" fmla="*/ 293 h 512"/>
              <a:gd name="T2" fmla="*/ 380 w 512"/>
              <a:gd name="T3" fmla="*/ 265 h 512"/>
              <a:gd name="T4" fmla="*/ 138 w 512"/>
              <a:gd name="T5" fmla="*/ 259 h 512"/>
              <a:gd name="T6" fmla="*/ 341 w 512"/>
              <a:gd name="T7" fmla="*/ 259 h 512"/>
              <a:gd name="T8" fmla="*/ 138 w 512"/>
              <a:gd name="T9" fmla="*/ 245 h 512"/>
              <a:gd name="T10" fmla="*/ 512 w 512"/>
              <a:gd name="T11" fmla="*/ 256 h 512"/>
              <a:gd name="T12" fmla="*/ 0 w 512"/>
              <a:gd name="T13" fmla="*/ 256 h 512"/>
              <a:gd name="T14" fmla="*/ 512 w 512"/>
              <a:gd name="T15" fmla="*/ 256 h 512"/>
              <a:gd name="T16" fmla="*/ 305 w 512"/>
              <a:gd name="T17" fmla="*/ 186 h 512"/>
              <a:gd name="T18" fmla="*/ 314 w 512"/>
              <a:gd name="T19" fmla="*/ 203 h 512"/>
              <a:gd name="T20" fmla="*/ 323 w 512"/>
              <a:gd name="T21" fmla="*/ 148 h 512"/>
              <a:gd name="T22" fmla="*/ 321 w 512"/>
              <a:gd name="T23" fmla="*/ 109 h 512"/>
              <a:gd name="T24" fmla="*/ 305 w 512"/>
              <a:gd name="T25" fmla="*/ 160 h 512"/>
              <a:gd name="T26" fmla="*/ 231 w 512"/>
              <a:gd name="T27" fmla="*/ 186 h 512"/>
              <a:gd name="T28" fmla="*/ 239 w 512"/>
              <a:gd name="T29" fmla="*/ 203 h 512"/>
              <a:gd name="T30" fmla="*/ 248 w 512"/>
              <a:gd name="T31" fmla="*/ 148 h 512"/>
              <a:gd name="T32" fmla="*/ 246 w 512"/>
              <a:gd name="T33" fmla="*/ 109 h 512"/>
              <a:gd name="T34" fmla="*/ 230 w 512"/>
              <a:gd name="T35" fmla="*/ 160 h 512"/>
              <a:gd name="T36" fmla="*/ 156 w 512"/>
              <a:gd name="T37" fmla="*/ 186 h 512"/>
              <a:gd name="T38" fmla="*/ 164 w 512"/>
              <a:gd name="T39" fmla="*/ 203 h 512"/>
              <a:gd name="T40" fmla="*/ 173 w 512"/>
              <a:gd name="T41" fmla="*/ 148 h 512"/>
              <a:gd name="T42" fmla="*/ 171 w 512"/>
              <a:gd name="T43" fmla="*/ 109 h 512"/>
              <a:gd name="T44" fmla="*/ 155 w 512"/>
              <a:gd name="T45" fmla="*/ 160 h 512"/>
              <a:gd name="T46" fmla="*/ 380 w 512"/>
              <a:gd name="T47" fmla="*/ 243 h 512"/>
              <a:gd name="T48" fmla="*/ 362 w 512"/>
              <a:gd name="T49" fmla="*/ 234 h 512"/>
              <a:gd name="T50" fmla="*/ 128 w 512"/>
              <a:gd name="T51" fmla="*/ 224 h 512"/>
              <a:gd name="T52" fmla="*/ 117 w 512"/>
              <a:gd name="T53" fmla="*/ 259 h 512"/>
              <a:gd name="T54" fmla="*/ 128 w 512"/>
              <a:gd name="T55" fmla="*/ 373 h 512"/>
              <a:gd name="T56" fmla="*/ 128 w 512"/>
              <a:gd name="T57" fmla="*/ 394 h 512"/>
              <a:gd name="T58" fmla="*/ 394 w 512"/>
              <a:gd name="T59" fmla="*/ 384 h 512"/>
              <a:gd name="T60" fmla="*/ 290 w 512"/>
              <a:gd name="T61" fmla="*/ 373 h 512"/>
              <a:gd name="T62" fmla="*/ 380 w 512"/>
              <a:gd name="T63" fmla="*/ 31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2" h="512">
                <a:moveTo>
                  <a:pt x="394" y="279"/>
                </a:moveTo>
                <a:cubicBezTo>
                  <a:pt x="394" y="286"/>
                  <a:pt x="388" y="293"/>
                  <a:pt x="380" y="293"/>
                </a:cubicBezTo>
                <a:cubicBezTo>
                  <a:pt x="372" y="293"/>
                  <a:pt x="366" y="286"/>
                  <a:pt x="366" y="279"/>
                </a:cubicBezTo>
                <a:cubicBezTo>
                  <a:pt x="366" y="271"/>
                  <a:pt x="372" y="265"/>
                  <a:pt x="380" y="265"/>
                </a:cubicBezTo>
                <a:cubicBezTo>
                  <a:pt x="388" y="265"/>
                  <a:pt x="394" y="271"/>
                  <a:pt x="394" y="279"/>
                </a:cubicBezTo>
                <a:close/>
                <a:moveTo>
                  <a:pt x="138" y="259"/>
                </a:moveTo>
                <a:cubicBezTo>
                  <a:pt x="138" y="317"/>
                  <a:pt x="183" y="362"/>
                  <a:pt x="240" y="362"/>
                </a:cubicBezTo>
                <a:cubicBezTo>
                  <a:pt x="296" y="362"/>
                  <a:pt x="341" y="317"/>
                  <a:pt x="341" y="259"/>
                </a:cubicBezTo>
                <a:cubicBezTo>
                  <a:pt x="341" y="245"/>
                  <a:pt x="341" y="245"/>
                  <a:pt x="341" y="245"/>
                </a:cubicBezTo>
                <a:cubicBezTo>
                  <a:pt x="138" y="245"/>
                  <a:pt x="138" y="245"/>
                  <a:pt x="138" y="245"/>
                </a:cubicBezTo>
                <a:lnTo>
                  <a:pt x="138" y="25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05" y="160"/>
                </a:moveTo>
                <a:cubicBezTo>
                  <a:pt x="314" y="174"/>
                  <a:pt x="306" y="185"/>
                  <a:pt x="305" y="186"/>
                </a:cubicBezTo>
                <a:cubicBezTo>
                  <a:pt x="302" y="190"/>
                  <a:pt x="302" y="197"/>
                  <a:pt x="307" y="201"/>
                </a:cubicBezTo>
                <a:cubicBezTo>
                  <a:pt x="309" y="202"/>
                  <a:pt x="311" y="203"/>
                  <a:pt x="314" y="203"/>
                </a:cubicBezTo>
                <a:cubicBezTo>
                  <a:pt x="317" y="203"/>
                  <a:pt x="320" y="202"/>
                  <a:pt x="322" y="199"/>
                </a:cubicBezTo>
                <a:cubicBezTo>
                  <a:pt x="323" y="198"/>
                  <a:pt x="340" y="176"/>
                  <a:pt x="323" y="148"/>
                </a:cubicBezTo>
                <a:cubicBezTo>
                  <a:pt x="314" y="134"/>
                  <a:pt x="321" y="125"/>
                  <a:pt x="322" y="124"/>
                </a:cubicBezTo>
                <a:cubicBezTo>
                  <a:pt x="326" y="119"/>
                  <a:pt x="325" y="113"/>
                  <a:pt x="321" y="109"/>
                </a:cubicBezTo>
                <a:cubicBezTo>
                  <a:pt x="316" y="105"/>
                  <a:pt x="310" y="106"/>
                  <a:pt x="306" y="110"/>
                </a:cubicBezTo>
                <a:cubicBezTo>
                  <a:pt x="305" y="111"/>
                  <a:pt x="287" y="132"/>
                  <a:pt x="305" y="160"/>
                </a:cubicBezTo>
                <a:close/>
                <a:moveTo>
                  <a:pt x="230" y="160"/>
                </a:moveTo>
                <a:cubicBezTo>
                  <a:pt x="239" y="174"/>
                  <a:pt x="231" y="185"/>
                  <a:pt x="231" y="186"/>
                </a:cubicBezTo>
                <a:cubicBezTo>
                  <a:pt x="227" y="190"/>
                  <a:pt x="228" y="197"/>
                  <a:pt x="232" y="201"/>
                </a:cubicBezTo>
                <a:cubicBezTo>
                  <a:pt x="234" y="202"/>
                  <a:pt x="237" y="203"/>
                  <a:pt x="239" y="203"/>
                </a:cubicBezTo>
                <a:cubicBezTo>
                  <a:pt x="242" y="203"/>
                  <a:pt x="245" y="202"/>
                  <a:pt x="247" y="199"/>
                </a:cubicBezTo>
                <a:cubicBezTo>
                  <a:pt x="248" y="198"/>
                  <a:pt x="265" y="176"/>
                  <a:pt x="248" y="148"/>
                </a:cubicBezTo>
                <a:cubicBezTo>
                  <a:pt x="239" y="134"/>
                  <a:pt x="246" y="125"/>
                  <a:pt x="247" y="124"/>
                </a:cubicBezTo>
                <a:cubicBezTo>
                  <a:pt x="251" y="119"/>
                  <a:pt x="250" y="113"/>
                  <a:pt x="246" y="109"/>
                </a:cubicBezTo>
                <a:cubicBezTo>
                  <a:pt x="242" y="105"/>
                  <a:pt x="235" y="106"/>
                  <a:pt x="231" y="110"/>
                </a:cubicBezTo>
                <a:cubicBezTo>
                  <a:pt x="230" y="111"/>
                  <a:pt x="212" y="132"/>
                  <a:pt x="230" y="160"/>
                </a:cubicBezTo>
                <a:close/>
                <a:moveTo>
                  <a:pt x="155" y="160"/>
                </a:moveTo>
                <a:cubicBezTo>
                  <a:pt x="164" y="174"/>
                  <a:pt x="157" y="185"/>
                  <a:pt x="156" y="186"/>
                </a:cubicBezTo>
                <a:cubicBezTo>
                  <a:pt x="152" y="190"/>
                  <a:pt x="153" y="197"/>
                  <a:pt x="158" y="201"/>
                </a:cubicBezTo>
                <a:cubicBezTo>
                  <a:pt x="160" y="202"/>
                  <a:pt x="162" y="203"/>
                  <a:pt x="164" y="203"/>
                </a:cubicBezTo>
                <a:cubicBezTo>
                  <a:pt x="167" y="203"/>
                  <a:pt x="171" y="202"/>
                  <a:pt x="173" y="199"/>
                </a:cubicBezTo>
                <a:cubicBezTo>
                  <a:pt x="173" y="198"/>
                  <a:pt x="191" y="176"/>
                  <a:pt x="173" y="148"/>
                </a:cubicBezTo>
                <a:cubicBezTo>
                  <a:pt x="165" y="134"/>
                  <a:pt x="172" y="125"/>
                  <a:pt x="172" y="124"/>
                </a:cubicBezTo>
                <a:cubicBezTo>
                  <a:pt x="176" y="119"/>
                  <a:pt x="176" y="113"/>
                  <a:pt x="171" y="109"/>
                </a:cubicBezTo>
                <a:cubicBezTo>
                  <a:pt x="167" y="105"/>
                  <a:pt x="160" y="106"/>
                  <a:pt x="156" y="110"/>
                </a:cubicBezTo>
                <a:cubicBezTo>
                  <a:pt x="156" y="111"/>
                  <a:pt x="138" y="132"/>
                  <a:pt x="155" y="160"/>
                </a:cubicBezTo>
                <a:close/>
                <a:moveTo>
                  <a:pt x="416" y="279"/>
                </a:moveTo>
                <a:cubicBezTo>
                  <a:pt x="416" y="259"/>
                  <a:pt x="400" y="243"/>
                  <a:pt x="380" y="243"/>
                </a:cubicBezTo>
                <a:cubicBezTo>
                  <a:pt x="374" y="243"/>
                  <a:pt x="368" y="245"/>
                  <a:pt x="362" y="248"/>
                </a:cubicBezTo>
                <a:cubicBezTo>
                  <a:pt x="362" y="234"/>
                  <a:pt x="362" y="234"/>
                  <a:pt x="362" y="234"/>
                </a:cubicBezTo>
                <a:cubicBezTo>
                  <a:pt x="362" y="228"/>
                  <a:pt x="358" y="224"/>
                  <a:pt x="352" y="224"/>
                </a:cubicBezTo>
                <a:cubicBezTo>
                  <a:pt x="128" y="224"/>
                  <a:pt x="128" y="224"/>
                  <a:pt x="128" y="224"/>
                </a:cubicBezTo>
                <a:cubicBezTo>
                  <a:pt x="122" y="224"/>
                  <a:pt x="117" y="228"/>
                  <a:pt x="117" y="234"/>
                </a:cubicBezTo>
                <a:cubicBezTo>
                  <a:pt x="117" y="259"/>
                  <a:pt x="117" y="259"/>
                  <a:pt x="117" y="259"/>
                </a:cubicBezTo>
                <a:cubicBezTo>
                  <a:pt x="117" y="311"/>
                  <a:pt x="147" y="354"/>
                  <a:pt x="190" y="373"/>
                </a:cubicBezTo>
                <a:cubicBezTo>
                  <a:pt x="128" y="373"/>
                  <a:pt x="128" y="373"/>
                  <a:pt x="128" y="373"/>
                </a:cubicBezTo>
                <a:cubicBezTo>
                  <a:pt x="122" y="373"/>
                  <a:pt x="117" y="378"/>
                  <a:pt x="117" y="384"/>
                </a:cubicBezTo>
                <a:cubicBezTo>
                  <a:pt x="117" y="390"/>
                  <a:pt x="122" y="394"/>
                  <a:pt x="128" y="394"/>
                </a:cubicBezTo>
                <a:cubicBezTo>
                  <a:pt x="384" y="394"/>
                  <a:pt x="384" y="394"/>
                  <a:pt x="384" y="394"/>
                </a:cubicBezTo>
                <a:cubicBezTo>
                  <a:pt x="390" y="394"/>
                  <a:pt x="394" y="390"/>
                  <a:pt x="394" y="384"/>
                </a:cubicBezTo>
                <a:cubicBezTo>
                  <a:pt x="394" y="378"/>
                  <a:pt x="390" y="373"/>
                  <a:pt x="384" y="373"/>
                </a:cubicBezTo>
                <a:cubicBezTo>
                  <a:pt x="290" y="373"/>
                  <a:pt x="290" y="373"/>
                  <a:pt x="290" y="373"/>
                </a:cubicBezTo>
                <a:cubicBezTo>
                  <a:pt x="320" y="360"/>
                  <a:pt x="343" y="335"/>
                  <a:pt x="355" y="303"/>
                </a:cubicBezTo>
                <a:cubicBezTo>
                  <a:pt x="361" y="310"/>
                  <a:pt x="370" y="314"/>
                  <a:pt x="380" y="314"/>
                </a:cubicBezTo>
                <a:cubicBezTo>
                  <a:pt x="400" y="314"/>
                  <a:pt x="416" y="298"/>
                  <a:pt x="416" y="279"/>
                </a:cubicBezTo>
                <a:close/>
              </a:path>
            </a:pathLst>
          </a:custGeom>
          <a:solidFill>
            <a:schemeClr val="accent1"/>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03" name="Freeform 64"/>
          <p:cNvSpPr>
            <a:spLocks noChangeAspect="1" noEditPoints="1"/>
          </p:cNvSpPr>
          <p:nvPr/>
        </p:nvSpPr>
        <p:spPr bwMode="auto">
          <a:xfrm>
            <a:off x="7016496" y="3222799"/>
            <a:ext cx="299041" cy="299124"/>
          </a:xfrm>
          <a:custGeom>
            <a:avLst/>
            <a:gdLst>
              <a:gd name="T0" fmla="*/ 266 w 512"/>
              <a:gd name="T1" fmla="*/ 159 h 512"/>
              <a:gd name="T2" fmla="*/ 275 w 512"/>
              <a:gd name="T3" fmla="*/ 133 h 512"/>
              <a:gd name="T4" fmla="*/ 308 w 512"/>
              <a:gd name="T5" fmla="*/ 118 h 512"/>
              <a:gd name="T6" fmla="*/ 302 w 512"/>
              <a:gd name="T7" fmla="*/ 133 h 512"/>
              <a:gd name="T8" fmla="*/ 266 w 512"/>
              <a:gd name="T9" fmla="*/ 159 h 512"/>
              <a:gd name="T10" fmla="*/ 330 w 512"/>
              <a:gd name="T11" fmla="*/ 170 h 512"/>
              <a:gd name="T12" fmla="*/ 304 w 512"/>
              <a:gd name="T13" fmla="*/ 176 h 512"/>
              <a:gd name="T14" fmla="*/ 237 w 512"/>
              <a:gd name="T15" fmla="*/ 188 h 512"/>
              <a:gd name="T16" fmla="*/ 211 w 512"/>
              <a:gd name="T17" fmla="*/ 179 h 512"/>
              <a:gd name="T18" fmla="*/ 181 w 512"/>
              <a:gd name="T19" fmla="*/ 170 h 512"/>
              <a:gd name="T20" fmla="*/ 117 w 512"/>
              <a:gd name="T21" fmla="*/ 234 h 512"/>
              <a:gd name="T22" fmla="*/ 188 w 512"/>
              <a:gd name="T23" fmla="*/ 386 h 512"/>
              <a:gd name="T24" fmla="*/ 189 w 512"/>
              <a:gd name="T25" fmla="*/ 387 h 512"/>
              <a:gd name="T26" fmla="*/ 202 w 512"/>
              <a:gd name="T27" fmla="*/ 394 h 512"/>
              <a:gd name="T28" fmla="*/ 209 w 512"/>
              <a:gd name="T29" fmla="*/ 393 h 512"/>
              <a:gd name="T30" fmla="*/ 256 w 512"/>
              <a:gd name="T31" fmla="*/ 384 h 512"/>
              <a:gd name="T32" fmla="*/ 303 w 512"/>
              <a:gd name="T33" fmla="*/ 393 h 512"/>
              <a:gd name="T34" fmla="*/ 309 w 512"/>
              <a:gd name="T35" fmla="*/ 394 h 512"/>
              <a:gd name="T36" fmla="*/ 322 w 512"/>
              <a:gd name="T37" fmla="*/ 387 h 512"/>
              <a:gd name="T38" fmla="*/ 324 w 512"/>
              <a:gd name="T39" fmla="*/ 386 h 512"/>
              <a:gd name="T40" fmla="*/ 394 w 512"/>
              <a:gd name="T41" fmla="*/ 234 h 512"/>
              <a:gd name="T42" fmla="*/ 330 w 512"/>
              <a:gd name="T43" fmla="*/ 170 h 512"/>
              <a:gd name="T44" fmla="*/ 512 w 512"/>
              <a:gd name="T45" fmla="*/ 256 h 512"/>
              <a:gd name="T46" fmla="*/ 256 w 512"/>
              <a:gd name="T47" fmla="*/ 512 h 512"/>
              <a:gd name="T48" fmla="*/ 0 w 512"/>
              <a:gd name="T49" fmla="*/ 256 h 512"/>
              <a:gd name="T50" fmla="*/ 256 w 512"/>
              <a:gd name="T51" fmla="*/ 0 h 512"/>
              <a:gd name="T52" fmla="*/ 512 w 512"/>
              <a:gd name="T53" fmla="*/ 256 h 512"/>
              <a:gd name="T54" fmla="*/ 416 w 512"/>
              <a:gd name="T55" fmla="*/ 234 h 512"/>
              <a:gd name="T56" fmla="*/ 330 w 512"/>
              <a:gd name="T57" fmla="*/ 149 h 512"/>
              <a:gd name="T58" fmla="*/ 317 w 512"/>
              <a:gd name="T59" fmla="*/ 150 h 512"/>
              <a:gd name="T60" fmla="*/ 321 w 512"/>
              <a:gd name="T61" fmla="*/ 143 h 512"/>
              <a:gd name="T62" fmla="*/ 330 w 512"/>
              <a:gd name="T63" fmla="*/ 106 h 512"/>
              <a:gd name="T64" fmla="*/ 320 w 512"/>
              <a:gd name="T65" fmla="*/ 96 h 512"/>
              <a:gd name="T66" fmla="*/ 259 w 512"/>
              <a:gd name="T67" fmla="*/ 119 h 512"/>
              <a:gd name="T68" fmla="*/ 254 w 512"/>
              <a:gd name="T69" fmla="*/ 125 h 512"/>
              <a:gd name="T70" fmla="*/ 229 w 512"/>
              <a:gd name="T71" fmla="*/ 97 h 512"/>
              <a:gd name="T72" fmla="*/ 215 w 512"/>
              <a:gd name="T73" fmla="*/ 101 h 512"/>
              <a:gd name="T74" fmla="*/ 218 w 512"/>
              <a:gd name="T75" fmla="*/ 115 h 512"/>
              <a:gd name="T76" fmla="*/ 244 w 512"/>
              <a:gd name="T77" fmla="*/ 161 h 512"/>
              <a:gd name="T78" fmla="*/ 245 w 512"/>
              <a:gd name="T79" fmla="*/ 168 h 512"/>
              <a:gd name="T80" fmla="*/ 242 w 512"/>
              <a:gd name="T81" fmla="*/ 167 h 512"/>
              <a:gd name="T82" fmla="*/ 220 w 512"/>
              <a:gd name="T83" fmla="*/ 160 h 512"/>
              <a:gd name="T84" fmla="*/ 181 w 512"/>
              <a:gd name="T85" fmla="*/ 149 h 512"/>
              <a:gd name="T86" fmla="*/ 96 w 512"/>
              <a:gd name="T87" fmla="*/ 234 h 512"/>
              <a:gd name="T88" fmla="*/ 174 w 512"/>
              <a:gd name="T89" fmla="*/ 402 h 512"/>
              <a:gd name="T90" fmla="*/ 202 w 512"/>
              <a:gd name="T91" fmla="*/ 416 h 512"/>
              <a:gd name="T92" fmla="*/ 217 w 512"/>
              <a:gd name="T93" fmla="*/ 413 h 512"/>
              <a:gd name="T94" fmla="*/ 256 w 512"/>
              <a:gd name="T95" fmla="*/ 405 h 512"/>
              <a:gd name="T96" fmla="*/ 295 w 512"/>
              <a:gd name="T97" fmla="*/ 413 h 512"/>
              <a:gd name="T98" fmla="*/ 309 w 512"/>
              <a:gd name="T99" fmla="*/ 416 h 512"/>
              <a:gd name="T100" fmla="*/ 338 w 512"/>
              <a:gd name="T101" fmla="*/ 402 h 512"/>
              <a:gd name="T102" fmla="*/ 416 w 512"/>
              <a:gd name="T103" fmla="*/ 23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266" y="159"/>
                </a:moveTo>
                <a:cubicBezTo>
                  <a:pt x="266" y="151"/>
                  <a:pt x="268" y="141"/>
                  <a:pt x="275" y="133"/>
                </a:cubicBezTo>
                <a:cubicBezTo>
                  <a:pt x="282" y="124"/>
                  <a:pt x="293" y="119"/>
                  <a:pt x="308" y="118"/>
                </a:cubicBezTo>
                <a:cubicBezTo>
                  <a:pt x="307" y="122"/>
                  <a:pt x="305" y="128"/>
                  <a:pt x="302" y="133"/>
                </a:cubicBezTo>
                <a:cubicBezTo>
                  <a:pt x="295" y="148"/>
                  <a:pt x="283" y="157"/>
                  <a:pt x="266" y="159"/>
                </a:cubicBezTo>
                <a:close/>
                <a:moveTo>
                  <a:pt x="330" y="170"/>
                </a:moveTo>
                <a:cubicBezTo>
                  <a:pt x="319" y="170"/>
                  <a:pt x="310" y="172"/>
                  <a:pt x="304" y="176"/>
                </a:cubicBezTo>
                <a:cubicBezTo>
                  <a:pt x="283" y="189"/>
                  <a:pt x="259" y="193"/>
                  <a:pt x="237" y="188"/>
                </a:cubicBezTo>
                <a:cubicBezTo>
                  <a:pt x="228" y="186"/>
                  <a:pt x="219" y="183"/>
                  <a:pt x="211" y="179"/>
                </a:cubicBezTo>
                <a:cubicBezTo>
                  <a:pt x="201" y="175"/>
                  <a:pt x="191" y="170"/>
                  <a:pt x="181" y="170"/>
                </a:cubicBezTo>
                <a:cubicBezTo>
                  <a:pt x="146" y="170"/>
                  <a:pt x="117" y="199"/>
                  <a:pt x="117" y="234"/>
                </a:cubicBezTo>
                <a:cubicBezTo>
                  <a:pt x="117" y="330"/>
                  <a:pt x="187" y="385"/>
                  <a:pt x="188" y="386"/>
                </a:cubicBezTo>
                <a:cubicBezTo>
                  <a:pt x="188" y="386"/>
                  <a:pt x="189" y="387"/>
                  <a:pt x="189" y="387"/>
                </a:cubicBezTo>
                <a:cubicBezTo>
                  <a:pt x="194" y="393"/>
                  <a:pt x="197" y="394"/>
                  <a:pt x="202" y="394"/>
                </a:cubicBezTo>
                <a:cubicBezTo>
                  <a:pt x="205" y="394"/>
                  <a:pt x="207" y="394"/>
                  <a:pt x="209" y="393"/>
                </a:cubicBezTo>
                <a:cubicBezTo>
                  <a:pt x="209" y="393"/>
                  <a:pt x="231" y="384"/>
                  <a:pt x="256" y="384"/>
                </a:cubicBezTo>
                <a:cubicBezTo>
                  <a:pt x="281" y="384"/>
                  <a:pt x="302" y="393"/>
                  <a:pt x="303" y="393"/>
                </a:cubicBezTo>
                <a:cubicBezTo>
                  <a:pt x="304" y="394"/>
                  <a:pt x="307" y="394"/>
                  <a:pt x="309" y="394"/>
                </a:cubicBezTo>
                <a:cubicBezTo>
                  <a:pt x="314" y="394"/>
                  <a:pt x="318" y="393"/>
                  <a:pt x="322" y="387"/>
                </a:cubicBezTo>
                <a:cubicBezTo>
                  <a:pt x="323" y="387"/>
                  <a:pt x="323" y="386"/>
                  <a:pt x="324" y="386"/>
                </a:cubicBezTo>
                <a:cubicBezTo>
                  <a:pt x="324" y="385"/>
                  <a:pt x="394" y="330"/>
                  <a:pt x="394" y="234"/>
                </a:cubicBezTo>
                <a:cubicBezTo>
                  <a:pt x="394" y="199"/>
                  <a:pt x="366" y="170"/>
                  <a:pt x="330" y="17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34"/>
                </a:moveTo>
                <a:cubicBezTo>
                  <a:pt x="416" y="187"/>
                  <a:pt x="377" y="149"/>
                  <a:pt x="330" y="149"/>
                </a:cubicBezTo>
                <a:cubicBezTo>
                  <a:pt x="326" y="149"/>
                  <a:pt x="321" y="149"/>
                  <a:pt x="317" y="150"/>
                </a:cubicBezTo>
                <a:cubicBezTo>
                  <a:pt x="319" y="148"/>
                  <a:pt x="320" y="145"/>
                  <a:pt x="321" y="143"/>
                </a:cubicBezTo>
                <a:cubicBezTo>
                  <a:pt x="330" y="125"/>
                  <a:pt x="330" y="107"/>
                  <a:pt x="330" y="106"/>
                </a:cubicBezTo>
                <a:cubicBezTo>
                  <a:pt x="330" y="100"/>
                  <a:pt x="326" y="96"/>
                  <a:pt x="320" y="96"/>
                </a:cubicBezTo>
                <a:cubicBezTo>
                  <a:pt x="292" y="96"/>
                  <a:pt x="272" y="104"/>
                  <a:pt x="259" y="119"/>
                </a:cubicBezTo>
                <a:cubicBezTo>
                  <a:pt x="257" y="121"/>
                  <a:pt x="256" y="123"/>
                  <a:pt x="254" y="125"/>
                </a:cubicBezTo>
                <a:cubicBezTo>
                  <a:pt x="244" y="107"/>
                  <a:pt x="230" y="98"/>
                  <a:pt x="229" y="97"/>
                </a:cubicBezTo>
                <a:cubicBezTo>
                  <a:pt x="224" y="94"/>
                  <a:pt x="218" y="96"/>
                  <a:pt x="215" y="101"/>
                </a:cubicBezTo>
                <a:cubicBezTo>
                  <a:pt x="212" y="105"/>
                  <a:pt x="213" y="112"/>
                  <a:pt x="218" y="115"/>
                </a:cubicBezTo>
                <a:cubicBezTo>
                  <a:pt x="219" y="116"/>
                  <a:pt x="241" y="131"/>
                  <a:pt x="244" y="161"/>
                </a:cubicBezTo>
                <a:cubicBezTo>
                  <a:pt x="244" y="164"/>
                  <a:pt x="245" y="166"/>
                  <a:pt x="245" y="168"/>
                </a:cubicBezTo>
                <a:cubicBezTo>
                  <a:pt x="244" y="168"/>
                  <a:pt x="243" y="168"/>
                  <a:pt x="242" y="167"/>
                </a:cubicBezTo>
                <a:cubicBezTo>
                  <a:pt x="234" y="166"/>
                  <a:pt x="227" y="163"/>
                  <a:pt x="220" y="160"/>
                </a:cubicBezTo>
                <a:cubicBezTo>
                  <a:pt x="208" y="154"/>
                  <a:pt x="196" y="149"/>
                  <a:pt x="181" y="149"/>
                </a:cubicBezTo>
                <a:cubicBezTo>
                  <a:pt x="134" y="149"/>
                  <a:pt x="96" y="187"/>
                  <a:pt x="96" y="234"/>
                </a:cubicBezTo>
                <a:cubicBezTo>
                  <a:pt x="96" y="336"/>
                  <a:pt x="165" y="395"/>
                  <a:pt x="174" y="402"/>
                </a:cubicBezTo>
                <a:cubicBezTo>
                  <a:pt x="180" y="409"/>
                  <a:pt x="188" y="416"/>
                  <a:pt x="202" y="416"/>
                </a:cubicBezTo>
                <a:cubicBezTo>
                  <a:pt x="207" y="416"/>
                  <a:pt x="212" y="415"/>
                  <a:pt x="217" y="413"/>
                </a:cubicBezTo>
                <a:cubicBezTo>
                  <a:pt x="218" y="413"/>
                  <a:pt x="235" y="405"/>
                  <a:pt x="256" y="405"/>
                </a:cubicBezTo>
                <a:cubicBezTo>
                  <a:pt x="276" y="405"/>
                  <a:pt x="294" y="413"/>
                  <a:pt x="295" y="413"/>
                </a:cubicBezTo>
                <a:cubicBezTo>
                  <a:pt x="299" y="415"/>
                  <a:pt x="304" y="416"/>
                  <a:pt x="309" y="416"/>
                </a:cubicBezTo>
                <a:cubicBezTo>
                  <a:pt x="323" y="416"/>
                  <a:pt x="332" y="409"/>
                  <a:pt x="338" y="402"/>
                </a:cubicBezTo>
                <a:cubicBezTo>
                  <a:pt x="346" y="395"/>
                  <a:pt x="416" y="336"/>
                  <a:pt x="416" y="234"/>
                </a:cubicBezTo>
                <a:close/>
              </a:path>
            </a:pathLst>
          </a:custGeom>
          <a:solidFill>
            <a:schemeClr val="accent4"/>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06" name="Freeform 159"/>
          <p:cNvSpPr>
            <a:spLocks noChangeAspect="1" noEditPoints="1"/>
          </p:cNvSpPr>
          <p:nvPr/>
        </p:nvSpPr>
        <p:spPr bwMode="auto">
          <a:xfrm>
            <a:off x="2913347" y="3301599"/>
            <a:ext cx="298700" cy="298700"/>
          </a:xfrm>
          <a:custGeom>
            <a:avLst/>
            <a:gdLst>
              <a:gd name="T0" fmla="*/ 288 w 512"/>
              <a:gd name="T1" fmla="*/ 220 h 512"/>
              <a:gd name="T2" fmla="*/ 320 w 512"/>
              <a:gd name="T3" fmla="*/ 129 h 512"/>
              <a:gd name="T4" fmla="*/ 320 w 512"/>
              <a:gd name="T5" fmla="*/ 394 h 512"/>
              <a:gd name="T6" fmla="*/ 299 w 512"/>
              <a:gd name="T7" fmla="*/ 384 h 512"/>
              <a:gd name="T8" fmla="*/ 309 w 512"/>
              <a:gd name="T9" fmla="*/ 246 h 512"/>
              <a:gd name="T10" fmla="*/ 306 w 512"/>
              <a:gd name="T11" fmla="*/ 238 h 512"/>
              <a:gd name="T12" fmla="*/ 288 w 512"/>
              <a:gd name="T13" fmla="*/ 220 h 512"/>
              <a:gd name="T14" fmla="*/ 512 w 512"/>
              <a:gd name="T15" fmla="*/ 256 h 512"/>
              <a:gd name="T16" fmla="*/ 256 w 512"/>
              <a:gd name="T17" fmla="*/ 512 h 512"/>
              <a:gd name="T18" fmla="*/ 0 w 512"/>
              <a:gd name="T19" fmla="*/ 256 h 512"/>
              <a:gd name="T20" fmla="*/ 256 w 512"/>
              <a:gd name="T21" fmla="*/ 0 h 512"/>
              <a:gd name="T22" fmla="*/ 512 w 512"/>
              <a:gd name="T23" fmla="*/ 256 h 512"/>
              <a:gd name="T24" fmla="*/ 181 w 512"/>
              <a:gd name="T25" fmla="*/ 160 h 512"/>
              <a:gd name="T26" fmla="*/ 192 w 512"/>
              <a:gd name="T27" fmla="*/ 171 h 512"/>
              <a:gd name="T28" fmla="*/ 203 w 512"/>
              <a:gd name="T29" fmla="*/ 160 h 512"/>
              <a:gd name="T30" fmla="*/ 203 w 512"/>
              <a:gd name="T31" fmla="*/ 107 h 512"/>
              <a:gd name="T32" fmla="*/ 192 w 512"/>
              <a:gd name="T33" fmla="*/ 96 h 512"/>
              <a:gd name="T34" fmla="*/ 181 w 512"/>
              <a:gd name="T35" fmla="*/ 107 h 512"/>
              <a:gd name="T36" fmla="*/ 181 w 512"/>
              <a:gd name="T37" fmla="*/ 160 h 512"/>
              <a:gd name="T38" fmla="*/ 245 w 512"/>
              <a:gd name="T39" fmla="*/ 107 h 512"/>
              <a:gd name="T40" fmla="*/ 235 w 512"/>
              <a:gd name="T41" fmla="*/ 96 h 512"/>
              <a:gd name="T42" fmla="*/ 224 w 512"/>
              <a:gd name="T43" fmla="*/ 107 h 512"/>
              <a:gd name="T44" fmla="*/ 224 w 512"/>
              <a:gd name="T45" fmla="*/ 171 h 512"/>
              <a:gd name="T46" fmla="*/ 213 w 512"/>
              <a:gd name="T47" fmla="*/ 182 h 512"/>
              <a:gd name="T48" fmla="*/ 203 w 512"/>
              <a:gd name="T49" fmla="*/ 192 h 512"/>
              <a:gd name="T50" fmla="*/ 203 w 512"/>
              <a:gd name="T51" fmla="*/ 384 h 512"/>
              <a:gd name="T52" fmla="*/ 192 w 512"/>
              <a:gd name="T53" fmla="*/ 395 h 512"/>
              <a:gd name="T54" fmla="*/ 181 w 512"/>
              <a:gd name="T55" fmla="*/ 384 h 512"/>
              <a:gd name="T56" fmla="*/ 181 w 512"/>
              <a:gd name="T57" fmla="*/ 192 h 512"/>
              <a:gd name="T58" fmla="*/ 171 w 512"/>
              <a:gd name="T59" fmla="*/ 182 h 512"/>
              <a:gd name="T60" fmla="*/ 160 w 512"/>
              <a:gd name="T61" fmla="*/ 171 h 512"/>
              <a:gd name="T62" fmla="*/ 160 w 512"/>
              <a:gd name="T63" fmla="*/ 107 h 512"/>
              <a:gd name="T64" fmla="*/ 149 w 512"/>
              <a:gd name="T65" fmla="*/ 96 h 512"/>
              <a:gd name="T66" fmla="*/ 139 w 512"/>
              <a:gd name="T67" fmla="*/ 107 h 512"/>
              <a:gd name="T68" fmla="*/ 139 w 512"/>
              <a:gd name="T69" fmla="*/ 171 h 512"/>
              <a:gd name="T70" fmla="*/ 160 w 512"/>
              <a:gd name="T71" fmla="*/ 201 h 512"/>
              <a:gd name="T72" fmla="*/ 160 w 512"/>
              <a:gd name="T73" fmla="*/ 385 h 512"/>
              <a:gd name="T74" fmla="*/ 192 w 512"/>
              <a:gd name="T75" fmla="*/ 416 h 512"/>
              <a:gd name="T76" fmla="*/ 192 w 512"/>
              <a:gd name="T77" fmla="*/ 416 h 512"/>
              <a:gd name="T78" fmla="*/ 192 w 512"/>
              <a:gd name="T79" fmla="*/ 416 h 512"/>
              <a:gd name="T80" fmla="*/ 224 w 512"/>
              <a:gd name="T81" fmla="*/ 384 h 512"/>
              <a:gd name="T82" fmla="*/ 224 w 512"/>
              <a:gd name="T83" fmla="*/ 201 h 512"/>
              <a:gd name="T84" fmla="*/ 245 w 512"/>
              <a:gd name="T85" fmla="*/ 171 h 512"/>
              <a:gd name="T86" fmla="*/ 245 w 512"/>
              <a:gd name="T87" fmla="*/ 107 h 512"/>
              <a:gd name="T88" fmla="*/ 341 w 512"/>
              <a:gd name="T89" fmla="*/ 107 h 512"/>
              <a:gd name="T90" fmla="*/ 336 w 512"/>
              <a:gd name="T91" fmla="*/ 98 h 512"/>
              <a:gd name="T92" fmla="*/ 326 w 512"/>
              <a:gd name="T93" fmla="*/ 98 h 512"/>
              <a:gd name="T94" fmla="*/ 267 w 512"/>
              <a:gd name="T95" fmla="*/ 224 h 512"/>
              <a:gd name="T96" fmla="*/ 270 w 512"/>
              <a:gd name="T97" fmla="*/ 232 h 512"/>
              <a:gd name="T98" fmla="*/ 288 w 512"/>
              <a:gd name="T99" fmla="*/ 250 h 512"/>
              <a:gd name="T100" fmla="*/ 277 w 512"/>
              <a:gd name="T101" fmla="*/ 384 h 512"/>
              <a:gd name="T102" fmla="*/ 331 w 512"/>
              <a:gd name="T103" fmla="*/ 416 h 512"/>
              <a:gd name="T104" fmla="*/ 341 w 512"/>
              <a:gd name="T105" fmla="*/ 406 h 512"/>
              <a:gd name="T106" fmla="*/ 341 w 512"/>
              <a:gd name="T107" fmla="*/ 10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2" h="512">
                <a:moveTo>
                  <a:pt x="288" y="220"/>
                </a:moveTo>
                <a:cubicBezTo>
                  <a:pt x="289" y="172"/>
                  <a:pt x="307" y="144"/>
                  <a:pt x="320" y="129"/>
                </a:cubicBezTo>
                <a:cubicBezTo>
                  <a:pt x="320" y="394"/>
                  <a:pt x="320" y="394"/>
                  <a:pt x="320" y="394"/>
                </a:cubicBezTo>
                <a:cubicBezTo>
                  <a:pt x="305" y="393"/>
                  <a:pt x="299" y="387"/>
                  <a:pt x="299" y="384"/>
                </a:cubicBezTo>
                <a:cubicBezTo>
                  <a:pt x="309" y="246"/>
                  <a:pt x="309" y="246"/>
                  <a:pt x="309" y="246"/>
                </a:cubicBezTo>
                <a:cubicBezTo>
                  <a:pt x="310" y="243"/>
                  <a:pt x="308" y="240"/>
                  <a:pt x="306" y="238"/>
                </a:cubicBezTo>
                <a:lnTo>
                  <a:pt x="288" y="220"/>
                </a:ln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181" y="160"/>
                </a:moveTo>
                <a:cubicBezTo>
                  <a:pt x="181" y="166"/>
                  <a:pt x="186" y="171"/>
                  <a:pt x="192" y="171"/>
                </a:cubicBezTo>
                <a:cubicBezTo>
                  <a:pt x="198" y="171"/>
                  <a:pt x="203" y="166"/>
                  <a:pt x="203" y="160"/>
                </a:cubicBezTo>
                <a:cubicBezTo>
                  <a:pt x="203" y="107"/>
                  <a:pt x="203" y="107"/>
                  <a:pt x="203" y="107"/>
                </a:cubicBezTo>
                <a:cubicBezTo>
                  <a:pt x="203" y="101"/>
                  <a:pt x="198" y="96"/>
                  <a:pt x="192" y="96"/>
                </a:cubicBezTo>
                <a:cubicBezTo>
                  <a:pt x="186" y="96"/>
                  <a:pt x="181" y="101"/>
                  <a:pt x="181" y="107"/>
                </a:cubicBezTo>
                <a:lnTo>
                  <a:pt x="181" y="160"/>
                </a:lnTo>
                <a:close/>
                <a:moveTo>
                  <a:pt x="245" y="107"/>
                </a:moveTo>
                <a:cubicBezTo>
                  <a:pt x="245" y="101"/>
                  <a:pt x="241" y="96"/>
                  <a:pt x="235" y="96"/>
                </a:cubicBezTo>
                <a:cubicBezTo>
                  <a:pt x="229" y="96"/>
                  <a:pt x="224" y="101"/>
                  <a:pt x="224" y="107"/>
                </a:cubicBezTo>
                <a:cubicBezTo>
                  <a:pt x="224" y="171"/>
                  <a:pt x="224" y="171"/>
                  <a:pt x="224" y="171"/>
                </a:cubicBezTo>
                <a:cubicBezTo>
                  <a:pt x="224" y="176"/>
                  <a:pt x="222" y="182"/>
                  <a:pt x="213" y="182"/>
                </a:cubicBezTo>
                <a:cubicBezTo>
                  <a:pt x="207" y="182"/>
                  <a:pt x="203" y="186"/>
                  <a:pt x="203" y="192"/>
                </a:cubicBezTo>
                <a:cubicBezTo>
                  <a:pt x="203" y="384"/>
                  <a:pt x="203" y="384"/>
                  <a:pt x="203" y="384"/>
                </a:cubicBezTo>
                <a:cubicBezTo>
                  <a:pt x="203" y="388"/>
                  <a:pt x="201" y="395"/>
                  <a:pt x="192" y="395"/>
                </a:cubicBezTo>
                <a:cubicBezTo>
                  <a:pt x="183" y="395"/>
                  <a:pt x="182" y="388"/>
                  <a:pt x="181" y="384"/>
                </a:cubicBezTo>
                <a:cubicBezTo>
                  <a:pt x="181" y="192"/>
                  <a:pt x="181" y="192"/>
                  <a:pt x="181" y="192"/>
                </a:cubicBezTo>
                <a:cubicBezTo>
                  <a:pt x="181" y="186"/>
                  <a:pt x="177" y="182"/>
                  <a:pt x="171" y="182"/>
                </a:cubicBezTo>
                <a:cubicBezTo>
                  <a:pt x="162" y="182"/>
                  <a:pt x="160" y="176"/>
                  <a:pt x="160" y="171"/>
                </a:cubicBezTo>
                <a:cubicBezTo>
                  <a:pt x="160" y="107"/>
                  <a:pt x="160" y="107"/>
                  <a:pt x="160" y="107"/>
                </a:cubicBezTo>
                <a:cubicBezTo>
                  <a:pt x="160" y="101"/>
                  <a:pt x="155" y="96"/>
                  <a:pt x="149" y="96"/>
                </a:cubicBezTo>
                <a:cubicBezTo>
                  <a:pt x="143" y="96"/>
                  <a:pt x="139" y="101"/>
                  <a:pt x="139" y="107"/>
                </a:cubicBezTo>
                <a:cubicBezTo>
                  <a:pt x="139" y="171"/>
                  <a:pt x="139" y="171"/>
                  <a:pt x="139" y="171"/>
                </a:cubicBezTo>
                <a:cubicBezTo>
                  <a:pt x="139" y="182"/>
                  <a:pt x="149" y="197"/>
                  <a:pt x="160" y="201"/>
                </a:cubicBezTo>
                <a:cubicBezTo>
                  <a:pt x="160" y="385"/>
                  <a:pt x="160" y="385"/>
                  <a:pt x="160" y="385"/>
                </a:cubicBezTo>
                <a:cubicBezTo>
                  <a:pt x="160" y="397"/>
                  <a:pt x="169" y="416"/>
                  <a:pt x="192" y="416"/>
                </a:cubicBezTo>
                <a:cubicBezTo>
                  <a:pt x="192" y="416"/>
                  <a:pt x="192" y="416"/>
                  <a:pt x="192" y="416"/>
                </a:cubicBezTo>
                <a:cubicBezTo>
                  <a:pt x="192" y="416"/>
                  <a:pt x="192" y="416"/>
                  <a:pt x="192" y="416"/>
                </a:cubicBezTo>
                <a:cubicBezTo>
                  <a:pt x="215" y="416"/>
                  <a:pt x="224" y="397"/>
                  <a:pt x="224" y="384"/>
                </a:cubicBezTo>
                <a:cubicBezTo>
                  <a:pt x="224" y="201"/>
                  <a:pt x="224" y="201"/>
                  <a:pt x="224" y="201"/>
                </a:cubicBezTo>
                <a:cubicBezTo>
                  <a:pt x="239" y="197"/>
                  <a:pt x="245" y="182"/>
                  <a:pt x="245" y="171"/>
                </a:cubicBezTo>
                <a:lnTo>
                  <a:pt x="245" y="107"/>
                </a:lnTo>
                <a:close/>
                <a:moveTo>
                  <a:pt x="341" y="107"/>
                </a:moveTo>
                <a:cubicBezTo>
                  <a:pt x="341" y="103"/>
                  <a:pt x="339" y="100"/>
                  <a:pt x="336" y="98"/>
                </a:cubicBezTo>
                <a:cubicBezTo>
                  <a:pt x="333" y="96"/>
                  <a:pt x="329" y="96"/>
                  <a:pt x="326" y="98"/>
                </a:cubicBezTo>
                <a:cubicBezTo>
                  <a:pt x="323" y="99"/>
                  <a:pt x="267" y="130"/>
                  <a:pt x="267" y="224"/>
                </a:cubicBezTo>
                <a:cubicBezTo>
                  <a:pt x="267" y="227"/>
                  <a:pt x="268" y="230"/>
                  <a:pt x="270" y="232"/>
                </a:cubicBezTo>
                <a:cubicBezTo>
                  <a:pt x="288" y="250"/>
                  <a:pt x="288" y="250"/>
                  <a:pt x="288" y="250"/>
                </a:cubicBezTo>
                <a:cubicBezTo>
                  <a:pt x="277" y="384"/>
                  <a:pt x="277" y="384"/>
                  <a:pt x="277" y="384"/>
                </a:cubicBezTo>
                <a:cubicBezTo>
                  <a:pt x="277" y="386"/>
                  <a:pt x="278" y="416"/>
                  <a:pt x="331" y="416"/>
                </a:cubicBezTo>
                <a:cubicBezTo>
                  <a:pt x="337" y="416"/>
                  <a:pt x="341" y="412"/>
                  <a:pt x="341" y="406"/>
                </a:cubicBezTo>
                <a:lnTo>
                  <a:pt x="341" y="107"/>
                </a:lnTo>
                <a:close/>
              </a:path>
            </a:pathLst>
          </a:custGeom>
          <a:solidFill>
            <a:schemeClr val="accent2"/>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08" name="Freeform 534"/>
          <p:cNvSpPr>
            <a:spLocks noChangeAspect="1" noEditPoints="1"/>
          </p:cNvSpPr>
          <p:nvPr/>
        </p:nvSpPr>
        <p:spPr bwMode="auto">
          <a:xfrm>
            <a:off x="6508414" y="1984548"/>
            <a:ext cx="298985" cy="298985"/>
          </a:xfrm>
          <a:custGeom>
            <a:avLst/>
            <a:gdLst>
              <a:gd name="T0" fmla="*/ 373 w 512"/>
              <a:gd name="T1" fmla="*/ 298 h 512"/>
              <a:gd name="T2" fmla="*/ 139 w 512"/>
              <a:gd name="T3" fmla="*/ 352 h 512"/>
              <a:gd name="T4" fmla="*/ 147 w 512"/>
              <a:gd name="T5" fmla="*/ 286 h 512"/>
              <a:gd name="T6" fmla="*/ 212 w 512"/>
              <a:gd name="T7" fmla="*/ 286 h 512"/>
              <a:gd name="T8" fmla="*/ 249 w 512"/>
              <a:gd name="T9" fmla="*/ 286 h 512"/>
              <a:gd name="T10" fmla="*/ 314 w 512"/>
              <a:gd name="T11" fmla="*/ 286 h 512"/>
              <a:gd name="T12" fmla="*/ 352 w 512"/>
              <a:gd name="T13" fmla="*/ 286 h 512"/>
              <a:gd name="T14" fmla="*/ 160 w 512"/>
              <a:gd name="T15" fmla="*/ 269 h 512"/>
              <a:gd name="T16" fmla="*/ 198 w 512"/>
              <a:gd name="T17" fmla="*/ 269 h 512"/>
              <a:gd name="T18" fmla="*/ 263 w 512"/>
              <a:gd name="T19" fmla="*/ 269 h 512"/>
              <a:gd name="T20" fmla="*/ 300 w 512"/>
              <a:gd name="T21" fmla="*/ 269 h 512"/>
              <a:gd name="T22" fmla="*/ 365 w 512"/>
              <a:gd name="T23" fmla="*/ 269 h 512"/>
              <a:gd name="T24" fmla="*/ 373 w 512"/>
              <a:gd name="T25" fmla="*/ 224 h 512"/>
              <a:gd name="T26" fmla="*/ 139 w 512"/>
              <a:gd name="T27" fmla="*/ 257 h 512"/>
              <a:gd name="T28" fmla="*/ 256 w 512"/>
              <a:gd name="T29" fmla="*/ 512 h 512"/>
              <a:gd name="T30" fmla="*/ 256 w 512"/>
              <a:gd name="T31" fmla="*/ 0 h 512"/>
              <a:gd name="T32" fmla="*/ 320 w 512"/>
              <a:gd name="T33" fmla="*/ 118 h 512"/>
              <a:gd name="T34" fmla="*/ 341 w 512"/>
              <a:gd name="T35" fmla="*/ 118 h 512"/>
              <a:gd name="T36" fmla="*/ 331 w 512"/>
              <a:gd name="T37" fmla="*/ 96 h 512"/>
              <a:gd name="T38" fmla="*/ 320 w 512"/>
              <a:gd name="T39" fmla="*/ 118 h 512"/>
              <a:gd name="T40" fmla="*/ 256 w 512"/>
              <a:gd name="T41" fmla="*/ 128 h 512"/>
              <a:gd name="T42" fmla="*/ 267 w 512"/>
              <a:gd name="T43" fmla="*/ 107 h 512"/>
              <a:gd name="T44" fmla="*/ 245 w 512"/>
              <a:gd name="T45" fmla="*/ 107 h 512"/>
              <a:gd name="T46" fmla="*/ 171 w 512"/>
              <a:gd name="T47" fmla="*/ 118 h 512"/>
              <a:gd name="T48" fmla="*/ 192 w 512"/>
              <a:gd name="T49" fmla="*/ 118 h 512"/>
              <a:gd name="T50" fmla="*/ 181 w 512"/>
              <a:gd name="T51" fmla="*/ 96 h 512"/>
              <a:gd name="T52" fmla="*/ 171 w 512"/>
              <a:gd name="T53" fmla="*/ 118 h 512"/>
              <a:gd name="T54" fmla="*/ 405 w 512"/>
              <a:gd name="T55" fmla="*/ 352 h 512"/>
              <a:gd name="T56" fmla="*/ 395 w 512"/>
              <a:gd name="T57" fmla="*/ 214 h 512"/>
              <a:gd name="T58" fmla="*/ 341 w 512"/>
              <a:gd name="T59" fmla="*/ 203 h 512"/>
              <a:gd name="T60" fmla="*/ 331 w 512"/>
              <a:gd name="T61" fmla="*/ 150 h 512"/>
              <a:gd name="T62" fmla="*/ 320 w 512"/>
              <a:gd name="T63" fmla="*/ 203 h 512"/>
              <a:gd name="T64" fmla="*/ 267 w 512"/>
              <a:gd name="T65" fmla="*/ 160 h 512"/>
              <a:gd name="T66" fmla="*/ 245 w 512"/>
              <a:gd name="T67" fmla="*/ 160 h 512"/>
              <a:gd name="T68" fmla="*/ 192 w 512"/>
              <a:gd name="T69" fmla="*/ 203 h 512"/>
              <a:gd name="T70" fmla="*/ 181 w 512"/>
              <a:gd name="T71" fmla="*/ 150 h 512"/>
              <a:gd name="T72" fmla="*/ 171 w 512"/>
              <a:gd name="T73" fmla="*/ 203 h 512"/>
              <a:gd name="T74" fmla="*/ 117 w 512"/>
              <a:gd name="T75" fmla="*/ 214 h 512"/>
              <a:gd name="T76" fmla="*/ 107 w 512"/>
              <a:gd name="T77" fmla="*/ 352 h 512"/>
              <a:gd name="T78" fmla="*/ 107 w 512"/>
              <a:gd name="T79" fmla="*/ 374 h 512"/>
              <a:gd name="T80" fmla="*/ 384 w 512"/>
              <a:gd name="T81" fmla="*/ 374 h 512"/>
              <a:gd name="T82" fmla="*/ 416 w 512"/>
              <a:gd name="T83" fmla="*/ 3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352" y="286"/>
                </a:moveTo>
                <a:cubicBezTo>
                  <a:pt x="357" y="290"/>
                  <a:pt x="363" y="296"/>
                  <a:pt x="373" y="298"/>
                </a:cubicBezTo>
                <a:cubicBezTo>
                  <a:pt x="373" y="352"/>
                  <a:pt x="373" y="352"/>
                  <a:pt x="373" y="352"/>
                </a:cubicBezTo>
                <a:cubicBezTo>
                  <a:pt x="139" y="352"/>
                  <a:pt x="139" y="352"/>
                  <a:pt x="139" y="352"/>
                </a:cubicBezTo>
                <a:cubicBezTo>
                  <a:pt x="139" y="280"/>
                  <a:pt x="139" y="280"/>
                  <a:pt x="139" y="280"/>
                </a:cubicBezTo>
                <a:cubicBezTo>
                  <a:pt x="141" y="281"/>
                  <a:pt x="144" y="283"/>
                  <a:pt x="147" y="286"/>
                </a:cubicBezTo>
                <a:cubicBezTo>
                  <a:pt x="154" y="292"/>
                  <a:pt x="162" y="299"/>
                  <a:pt x="179" y="299"/>
                </a:cubicBezTo>
                <a:cubicBezTo>
                  <a:pt x="196" y="299"/>
                  <a:pt x="205" y="292"/>
                  <a:pt x="212" y="286"/>
                </a:cubicBezTo>
                <a:cubicBezTo>
                  <a:pt x="217" y="281"/>
                  <a:pt x="221" y="278"/>
                  <a:pt x="230" y="278"/>
                </a:cubicBezTo>
                <a:cubicBezTo>
                  <a:pt x="239" y="278"/>
                  <a:pt x="243" y="281"/>
                  <a:pt x="249" y="286"/>
                </a:cubicBezTo>
                <a:cubicBezTo>
                  <a:pt x="256" y="292"/>
                  <a:pt x="265" y="299"/>
                  <a:pt x="282" y="299"/>
                </a:cubicBezTo>
                <a:cubicBezTo>
                  <a:pt x="298" y="299"/>
                  <a:pt x="307" y="292"/>
                  <a:pt x="314" y="286"/>
                </a:cubicBezTo>
                <a:cubicBezTo>
                  <a:pt x="320" y="281"/>
                  <a:pt x="324" y="278"/>
                  <a:pt x="333" y="278"/>
                </a:cubicBezTo>
                <a:cubicBezTo>
                  <a:pt x="342" y="278"/>
                  <a:pt x="346" y="281"/>
                  <a:pt x="352" y="286"/>
                </a:cubicBezTo>
                <a:close/>
                <a:moveTo>
                  <a:pt x="139" y="257"/>
                </a:moveTo>
                <a:cubicBezTo>
                  <a:pt x="149" y="260"/>
                  <a:pt x="155" y="265"/>
                  <a:pt x="160" y="269"/>
                </a:cubicBezTo>
                <a:cubicBezTo>
                  <a:pt x="166" y="274"/>
                  <a:pt x="170" y="278"/>
                  <a:pt x="179" y="278"/>
                </a:cubicBezTo>
                <a:cubicBezTo>
                  <a:pt x="188" y="278"/>
                  <a:pt x="192" y="274"/>
                  <a:pt x="198" y="269"/>
                </a:cubicBezTo>
                <a:cubicBezTo>
                  <a:pt x="205" y="264"/>
                  <a:pt x="214" y="256"/>
                  <a:pt x="230" y="256"/>
                </a:cubicBezTo>
                <a:cubicBezTo>
                  <a:pt x="247" y="256"/>
                  <a:pt x="256" y="264"/>
                  <a:pt x="263" y="269"/>
                </a:cubicBezTo>
                <a:cubicBezTo>
                  <a:pt x="269" y="274"/>
                  <a:pt x="273" y="278"/>
                  <a:pt x="282" y="278"/>
                </a:cubicBezTo>
                <a:cubicBezTo>
                  <a:pt x="290" y="278"/>
                  <a:pt x="294" y="274"/>
                  <a:pt x="300" y="269"/>
                </a:cubicBezTo>
                <a:cubicBezTo>
                  <a:pt x="307" y="264"/>
                  <a:pt x="316" y="256"/>
                  <a:pt x="333" y="256"/>
                </a:cubicBezTo>
                <a:cubicBezTo>
                  <a:pt x="349" y="256"/>
                  <a:pt x="358" y="264"/>
                  <a:pt x="365" y="269"/>
                </a:cubicBezTo>
                <a:cubicBezTo>
                  <a:pt x="368" y="272"/>
                  <a:pt x="371" y="274"/>
                  <a:pt x="373" y="275"/>
                </a:cubicBezTo>
                <a:cubicBezTo>
                  <a:pt x="373" y="224"/>
                  <a:pt x="373" y="224"/>
                  <a:pt x="373" y="224"/>
                </a:cubicBezTo>
                <a:cubicBezTo>
                  <a:pt x="139" y="224"/>
                  <a:pt x="139" y="224"/>
                  <a:pt x="139" y="224"/>
                </a:cubicBezTo>
                <a:lnTo>
                  <a:pt x="139" y="257"/>
                </a:lnTo>
                <a:close/>
                <a:moveTo>
                  <a:pt x="512" y="256"/>
                </a:moveTo>
                <a:cubicBezTo>
                  <a:pt x="512" y="398"/>
                  <a:pt x="397" y="512"/>
                  <a:pt x="256" y="512"/>
                </a:cubicBezTo>
                <a:cubicBezTo>
                  <a:pt x="115" y="512"/>
                  <a:pt x="0" y="398"/>
                  <a:pt x="0" y="256"/>
                </a:cubicBezTo>
                <a:cubicBezTo>
                  <a:pt x="0" y="115"/>
                  <a:pt x="115" y="0"/>
                  <a:pt x="256" y="0"/>
                </a:cubicBezTo>
                <a:cubicBezTo>
                  <a:pt x="397" y="0"/>
                  <a:pt x="512" y="115"/>
                  <a:pt x="512" y="256"/>
                </a:cubicBezTo>
                <a:close/>
                <a:moveTo>
                  <a:pt x="320" y="118"/>
                </a:moveTo>
                <a:cubicBezTo>
                  <a:pt x="320" y="124"/>
                  <a:pt x="325" y="128"/>
                  <a:pt x="331" y="128"/>
                </a:cubicBezTo>
                <a:cubicBezTo>
                  <a:pt x="337" y="128"/>
                  <a:pt x="341" y="124"/>
                  <a:pt x="341" y="118"/>
                </a:cubicBezTo>
                <a:cubicBezTo>
                  <a:pt x="341" y="107"/>
                  <a:pt x="341" y="107"/>
                  <a:pt x="341" y="107"/>
                </a:cubicBezTo>
                <a:cubicBezTo>
                  <a:pt x="341" y="101"/>
                  <a:pt x="337" y="96"/>
                  <a:pt x="331" y="96"/>
                </a:cubicBezTo>
                <a:cubicBezTo>
                  <a:pt x="325" y="96"/>
                  <a:pt x="320" y="101"/>
                  <a:pt x="320" y="107"/>
                </a:cubicBezTo>
                <a:lnTo>
                  <a:pt x="320" y="118"/>
                </a:lnTo>
                <a:close/>
                <a:moveTo>
                  <a:pt x="245" y="118"/>
                </a:moveTo>
                <a:cubicBezTo>
                  <a:pt x="245" y="124"/>
                  <a:pt x="250" y="128"/>
                  <a:pt x="256" y="128"/>
                </a:cubicBezTo>
                <a:cubicBezTo>
                  <a:pt x="262" y="128"/>
                  <a:pt x="267" y="124"/>
                  <a:pt x="267" y="118"/>
                </a:cubicBezTo>
                <a:cubicBezTo>
                  <a:pt x="267" y="107"/>
                  <a:pt x="267" y="107"/>
                  <a:pt x="267" y="107"/>
                </a:cubicBezTo>
                <a:cubicBezTo>
                  <a:pt x="267" y="101"/>
                  <a:pt x="262" y="96"/>
                  <a:pt x="256" y="96"/>
                </a:cubicBezTo>
                <a:cubicBezTo>
                  <a:pt x="250" y="96"/>
                  <a:pt x="245" y="101"/>
                  <a:pt x="245" y="107"/>
                </a:cubicBezTo>
                <a:lnTo>
                  <a:pt x="245" y="118"/>
                </a:lnTo>
                <a:close/>
                <a:moveTo>
                  <a:pt x="171" y="118"/>
                </a:moveTo>
                <a:cubicBezTo>
                  <a:pt x="171" y="124"/>
                  <a:pt x="175" y="128"/>
                  <a:pt x="181" y="128"/>
                </a:cubicBezTo>
                <a:cubicBezTo>
                  <a:pt x="187" y="128"/>
                  <a:pt x="192" y="124"/>
                  <a:pt x="192" y="118"/>
                </a:cubicBezTo>
                <a:cubicBezTo>
                  <a:pt x="192" y="107"/>
                  <a:pt x="192" y="107"/>
                  <a:pt x="192" y="107"/>
                </a:cubicBezTo>
                <a:cubicBezTo>
                  <a:pt x="192" y="101"/>
                  <a:pt x="187" y="96"/>
                  <a:pt x="181" y="96"/>
                </a:cubicBezTo>
                <a:cubicBezTo>
                  <a:pt x="175" y="96"/>
                  <a:pt x="171" y="101"/>
                  <a:pt x="171" y="107"/>
                </a:cubicBezTo>
                <a:lnTo>
                  <a:pt x="171" y="118"/>
                </a:lnTo>
                <a:close/>
                <a:moveTo>
                  <a:pt x="416" y="363"/>
                </a:moveTo>
                <a:cubicBezTo>
                  <a:pt x="416" y="357"/>
                  <a:pt x="411" y="352"/>
                  <a:pt x="405" y="352"/>
                </a:cubicBezTo>
                <a:cubicBezTo>
                  <a:pt x="395" y="352"/>
                  <a:pt x="395" y="352"/>
                  <a:pt x="395" y="352"/>
                </a:cubicBezTo>
                <a:cubicBezTo>
                  <a:pt x="395" y="214"/>
                  <a:pt x="395" y="214"/>
                  <a:pt x="395" y="214"/>
                </a:cubicBezTo>
                <a:cubicBezTo>
                  <a:pt x="395" y="208"/>
                  <a:pt x="390" y="203"/>
                  <a:pt x="384" y="203"/>
                </a:cubicBezTo>
                <a:cubicBezTo>
                  <a:pt x="341" y="203"/>
                  <a:pt x="341" y="203"/>
                  <a:pt x="341" y="203"/>
                </a:cubicBezTo>
                <a:cubicBezTo>
                  <a:pt x="341" y="160"/>
                  <a:pt x="341" y="160"/>
                  <a:pt x="341" y="160"/>
                </a:cubicBezTo>
                <a:cubicBezTo>
                  <a:pt x="341" y="154"/>
                  <a:pt x="337" y="150"/>
                  <a:pt x="331" y="150"/>
                </a:cubicBezTo>
                <a:cubicBezTo>
                  <a:pt x="325" y="150"/>
                  <a:pt x="320" y="154"/>
                  <a:pt x="320" y="160"/>
                </a:cubicBezTo>
                <a:cubicBezTo>
                  <a:pt x="320" y="203"/>
                  <a:pt x="320" y="203"/>
                  <a:pt x="320" y="203"/>
                </a:cubicBezTo>
                <a:cubicBezTo>
                  <a:pt x="267" y="203"/>
                  <a:pt x="267" y="203"/>
                  <a:pt x="267" y="203"/>
                </a:cubicBezTo>
                <a:cubicBezTo>
                  <a:pt x="267" y="160"/>
                  <a:pt x="267" y="160"/>
                  <a:pt x="267" y="160"/>
                </a:cubicBezTo>
                <a:cubicBezTo>
                  <a:pt x="267" y="154"/>
                  <a:pt x="262" y="150"/>
                  <a:pt x="256" y="150"/>
                </a:cubicBezTo>
                <a:cubicBezTo>
                  <a:pt x="250" y="150"/>
                  <a:pt x="245" y="154"/>
                  <a:pt x="245" y="160"/>
                </a:cubicBezTo>
                <a:cubicBezTo>
                  <a:pt x="245" y="203"/>
                  <a:pt x="245" y="203"/>
                  <a:pt x="245" y="203"/>
                </a:cubicBezTo>
                <a:cubicBezTo>
                  <a:pt x="192" y="203"/>
                  <a:pt x="192" y="203"/>
                  <a:pt x="192" y="203"/>
                </a:cubicBezTo>
                <a:cubicBezTo>
                  <a:pt x="192" y="160"/>
                  <a:pt x="192" y="160"/>
                  <a:pt x="192" y="160"/>
                </a:cubicBezTo>
                <a:cubicBezTo>
                  <a:pt x="192" y="154"/>
                  <a:pt x="187" y="150"/>
                  <a:pt x="181" y="150"/>
                </a:cubicBezTo>
                <a:cubicBezTo>
                  <a:pt x="175" y="150"/>
                  <a:pt x="171" y="154"/>
                  <a:pt x="171" y="160"/>
                </a:cubicBezTo>
                <a:cubicBezTo>
                  <a:pt x="171" y="203"/>
                  <a:pt x="171" y="203"/>
                  <a:pt x="171" y="203"/>
                </a:cubicBezTo>
                <a:cubicBezTo>
                  <a:pt x="128" y="203"/>
                  <a:pt x="128" y="203"/>
                  <a:pt x="128" y="203"/>
                </a:cubicBezTo>
                <a:cubicBezTo>
                  <a:pt x="122" y="203"/>
                  <a:pt x="117" y="208"/>
                  <a:pt x="117" y="214"/>
                </a:cubicBezTo>
                <a:cubicBezTo>
                  <a:pt x="117" y="352"/>
                  <a:pt x="117" y="352"/>
                  <a:pt x="117" y="352"/>
                </a:cubicBezTo>
                <a:cubicBezTo>
                  <a:pt x="107" y="352"/>
                  <a:pt x="107" y="352"/>
                  <a:pt x="107" y="352"/>
                </a:cubicBezTo>
                <a:cubicBezTo>
                  <a:pt x="101" y="352"/>
                  <a:pt x="96" y="357"/>
                  <a:pt x="96" y="363"/>
                </a:cubicBezTo>
                <a:cubicBezTo>
                  <a:pt x="96" y="369"/>
                  <a:pt x="101" y="374"/>
                  <a:pt x="107" y="374"/>
                </a:cubicBezTo>
                <a:cubicBezTo>
                  <a:pt x="128" y="374"/>
                  <a:pt x="128" y="374"/>
                  <a:pt x="128" y="374"/>
                </a:cubicBezTo>
                <a:cubicBezTo>
                  <a:pt x="384" y="374"/>
                  <a:pt x="384" y="374"/>
                  <a:pt x="384" y="374"/>
                </a:cubicBezTo>
                <a:cubicBezTo>
                  <a:pt x="405" y="374"/>
                  <a:pt x="405" y="374"/>
                  <a:pt x="405" y="374"/>
                </a:cubicBezTo>
                <a:cubicBezTo>
                  <a:pt x="411" y="374"/>
                  <a:pt x="416" y="369"/>
                  <a:pt x="416" y="363"/>
                </a:cubicBezTo>
                <a:close/>
              </a:path>
            </a:pathLst>
          </a:custGeom>
          <a:solidFill>
            <a:schemeClr val="accent3"/>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Tree>
    <p:extLst>
      <p:ext uri="{BB962C8B-B14F-4D97-AF65-F5344CB8AC3E}">
        <p14:creationId xmlns:p14="http://schemas.microsoft.com/office/powerpoint/2010/main" val="348327551"/>
      </p:ext>
    </p:extLst>
  </p:cSld>
  <p:clrMapOvr>
    <a:masterClrMapping/>
  </p:clrMapOvr>
  <p:transition>
    <p:fade/>
  </p:transition>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Arrows with supportive text</a:t>
            </a:r>
            <a:endParaRPr lang="en-US" dirty="0"/>
          </a:p>
        </p:txBody>
      </p:sp>
      <p:sp>
        <p:nvSpPr>
          <p:cNvPr id="371719" name="Title 1"/>
          <p:cNvSpPr>
            <a:spLocks noGrp="1"/>
          </p:cNvSpPr>
          <p:nvPr>
            <p:ph type="title"/>
          </p:nvPr>
        </p:nvSpPr>
        <p:spPr/>
        <p:txBody>
          <a:bodyPr/>
          <a:lstStyle/>
          <a:p>
            <a:r>
              <a:rPr lang="en-US" altLang="ja-JP"/>
              <a:t>Ranking elements</a:t>
            </a:r>
            <a:endParaRPr lang="en-US" dirty="0"/>
          </a:p>
        </p:txBody>
      </p:sp>
      <p:grpSp>
        <p:nvGrpSpPr>
          <p:cNvPr id="2" name="Group 1">
            <a:extLst>
              <a:ext uri="{FF2B5EF4-FFF2-40B4-BE49-F238E27FC236}">
                <a16:creationId xmlns:a16="http://schemas.microsoft.com/office/drawing/2014/main" id="{606F7A72-DDC9-4DD1-A409-1A01C743CD2A}"/>
              </a:ext>
            </a:extLst>
          </p:cNvPr>
          <p:cNvGrpSpPr/>
          <p:nvPr/>
        </p:nvGrpSpPr>
        <p:grpSpPr>
          <a:xfrm>
            <a:off x="791359" y="2138124"/>
            <a:ext cx="8542484" cy="3132194"/>
            <a:chOff x="1811716" y="1840230"/>
            <a:chExt cx="8432896" cy="3092012"/>
          </a:xfrm>
        </p:grpSpPr>
        <p:sp>
          <p:nvSpPr>
            <p:cNvPr id="31" name="Rectangle 30"/>
            <p:cNvSpPr/>
            <p:nvPr/>
          </p:nvSpPr>
          <p:spPr>
            <a:xfrm>
              <a:off x="3017446" y="3925028"/>
              <a:ext cx="1645920" cy="617468"/>
            </a:xfrm>
            <a:prstGeom prst="rect">
              <a:avLst/>
            </a:prstGeom>
          </p:spPr>
          <p:txBody>
            <a:bodyPr wrap="square" lIns="0" tIns="0" rIns="0" bIns="0">
              <a:spAutoFit/>
            </a:bodyPr>
            <a:lstStyle/>
            <a:p>
              <a:r>
                <a:rPr lang="en-US" sz="800" b="1" dirty="0" err="1">
                  <a:solidFill>
                    <a:schemeClr val="accent4"/>
                  </a:solidFill>
                  <a:latin typeface="Aptos" panose="020B0004020202020204" pitchFamily="34" charset="0"/>
                </a:rPr>
                <a:t>Lorem</a:t>
              </a:r>
              <a:r>
                <a:rPr lang="en-US" sz="800" b="1" dirty="0">
                  <a:solidFill>
                    <a:schemeClr val="accent4"/>
                  </a:solidFill>
                  <a:latin typeface="Aptos" panose="020B0004020202020204" pitchFamily="34" charset="0"/>
                </a:rPr>
                <a:t> </a:t>
              </a:r>
              <a:r>
                <a:rPr lang="en-US" sz="800" b="1" dirty="0" err="1">
                  <a:solidFill>
                    <a:schemeClr val="accent4"/>
                  </a:solidFill>
                  <a:latin typeface="Aptos" panose="020B0004020202020204" pitchFamily="34" charset="0"/>
                </a:rPr>
                <a:t>ipsum</a:t>
              </a:r>
              <a:r>
                <a:rPr lang="en-US" sz="800" b="1" dirty="0">
                  <a:solidFill>
                    <a:schemeClr val="accent4"/>
                  </a:solidFill>
                  <a:latin typeface="Aptos" panose="020B0004020202020204" pitchFamily="34" charset="0"/>
                </a:rPr>
                <a:t> dolor </a:t>
              </a:r>
            </a:p>
            <a:p>
              <a:r>
                <a:rPr lang="en-US" sz="800" dirty="0">
                  <a:solidFill>
                    <a:schemeClr val="accent4"/>
                  </a:solidFill>
                  <a:latin typeface="Aptos" panose="020B0004020202020204" pitchFamily="34" charset="0"/>
                </a:rPr>
                <a:t>This is dummy text it is not here to be read. This is dummy text it is not here to be read. This is dummy text it is not here to be read. </a:t>
              </a:r>
            </a:p>
          </p:txBody>
        </p:sp>
        <p:sp>
          <p:nvSpPr>
            <p:cNvPr id="32" name="TextBox 31"/>
            <p:cNvSpPr txBox="1"/>
            <p:nvPr/>
          </p:nvSpPr>
          <p:spPr>
            <a:xfrm>
              <a:off x="3429869" y="3261106"/>
              <a:ext cx="385737" cy="552034"/>
            </a:xfrm>
            <a:prstGeom prst="rect">
              <a:avLst/>
            </a:prstGeom>
            <a:noFill/>
          </p:spPr>
          <p:txBody>
            <a:bodyPr wrap="square" lIns="29250" tIns="29250" rIns="29250" bIns="29250" rtlCol="0">
              <a:spAutoFit/>
            </a:bodyPr>
            <a:lstStyle/>
            <a:p>
              <a:r>
                <a:rPr lang="en-US" sz="3250" b="1" dirty="0">
                  <a:solidFill>
                    <a:schemeClr val="accent4"/>
                  </a:solidFill>
                  <a:latin typeface="Aptos" panose="020B0004020202020204" pitchFamily="34" charset="0"/>
                </a:rPr>
                <a:t>1</a:t>
              </a:r>
            </a:p>
          </p:txBody>
        </p:sp>
        <p:sp>
          <p:nvSpPr>
            <p:cNvPr id="33" name="Rectangle 32"/>
            <p:cNvSpPr/>
            <p:nvPr/>
          </p:nvSpPr>
          <p:spPr>
            <a:xfrm>
              <a:off x="5805547" y="3925028"/>
              <a:ext cx="1645920" cy="617468"/>
            </a:xfrm>
            <a:prstGeom prst="rect">
              <a:avLst/>
            </a:prstGeom>
          </p:spPr>
          <p:txBody>
            <a:bodyPr wrap="square" lIns="0" tIns="0" rIns="0" bIns="0">
              <a:spAutoFit/>
            </a:bodyPr>
            <a:lstStyle/>
            <a:p>
              <a:r>
                <a:rPr lang="en-US" sz="800" b="1" dirty="0" err="1">
                  <a:solidFill>
                    <a:schemeClr val="accent3"/>
                  </a:solidFill>
                  <a:latin typeface="Aptos" panose="020B0004020202020204" pitchFamily="34" charset="0"/>
                </a:rPr>
                <a:t>Lorem</a:t>
              </a:r>
              <a:r>
                <a:rPr lang="en-US" sz="800" b="1" dirty="0">
                  <a:solidFill>
                    <a:schemeClr val="accent3"/>
                  </a:solidFill>
                  <a:latin typeface="Aptos" panose="020B0004020202020204" pitchFamily="34" charset="0"/>
                </a:rPr>
                <a:t> </a:t>
              </a:r>
              <a:r>
                <a:rPr lang="en-US" sz="800" b="1" dirty="0" err="1">
                  <a:solidFill>
                    <a:schemeClr val="accent3"/>
                  </a:solidFill>
                  <a:latin typeface="Aptos" panose="020B0004020202020204" pitchFamily="34" charset="0"/>
                </a:rPr>
                <a:t>ipsum</a:t>
              </a:r>
              <a:r>
                <a:rPr lang="en-US" sz="800" b="1" dirty="0">
                  <a:solidFill>
                    <a:schemeClr val="accent3"/>
                  </a:solidFill>
                  <a:latin typeface="Aptos" panose="020B0004020202020204" pitchFamily="34" charset="0"/>
                </a:rPr>
                <a:t> dolor </a:t>
              </a:r>
            </a:p>
            <a:p>
              <a:r>
                <a:rPr lang="en-US" sz="800" dirty="0">
                  <a:solidFill>
                    <a:schemeClr val="accent3"/>
                  </a:solidFill>
                  <a:latin typeface="Aptos" panose="020B0004020202020204" pitchFamily="34" charset="0"/>
                </a:rPr>
                <a:t>This is dummy text it is not here to be read. This is dummy text it is not here to be read. This is dummy text it is not here to be read.</a:t>
              </a:r>
            </a:p>
          </p:txBody>
        </p:sp>
        <p:sp>
          <p:nvSpPr>
            <p:cNvPr id="34" name="Rectangle 33"/>
            <p:cNvSpPr/>
            <p:nvPr/>
          </p:nvSpPr>
          <p:spPr>
            <a:xfrm>
              <a:off x="8598692" y="3925028"/>
              <a:ext cx="1645920" cy="617468"/>
            </a:xfrm>
            <a:prstGeom prst="rect">
              <a:avLst/>
            </a:prstGeom>
          </p:spPr>
          <p:txBody>
            <a:bodyPr wrap="square" lIns="0" tIns="0" rIns="0" bIns="0">
              <a:spAutoFit/>
            </a:bodyPr>
            <a:lstStyle/>
            <a:p>
              <a:r>
                <a:rPr lang="en-US" sz="800" b="1" dirty="0" err="1">
                  <a:solidFill>
                    <a:schemeClr val="accent5"/>
                  </a:solidFill>
                  <a:latin typeface="Aptos" panose="020B0004020202020204" pitchFamily="34" charset="0"/>
                </a:rPr>
                <a:t>Lorem</a:t>
              </a:r>
              <a:r>
                <a:rPr lang="en-US" sz="800" b="1" dirty="0">
                  <a:solidFill>
                    <a:schemeClr val="accent5"/>
                  </a:solidFill>
                  <a:latin typeface="Aptos" panose="020B0004020202020204" pitchFamily="34" charset="0"/>
                </a:rPr>
                <a:t> </a:t>
              </a:r>
              <a:r>
                <a:rPr lang="en-US" sz="800" b="1" dirty="0" err="1">
                  <a:solidFill>
                    <a:schemeClr val="accent5"/>
                  </a:solidFill>
                  <a:latin typeface="Aptos" panose="020B0004020202020204" pitchFamily="34" charset="0"/>
                </a:rPr>
                <a:t>ipsum</a:t>
              </a:r>
              <a:r>
                <a:rPr lang="en-US" sz="800" b="1" dirty="0">
                  <a:solidFill>
                    <a:schemeClr val="accent5"/>
                  </a:solidFill>
                  <a:latin typeface="Aptos" panose="020B0004020202020204" pitchFamily="34" charset="0"/>
                </a:rPr>
                <a:t> dolor </a:t>
              </a:r>
            </a:p>
            <a:p>
              <a:r>
                <a:rPr lang="en-US" sz="800" dirty="0">
                  <a:solidFill>
                    <a:schemeClr val="accent5"/>
                  </a:solidFill>
                  <a:latin typeface="Aptos" panose="020B0004020202020204" pitchFamily="34" charset="0"/>
                </a:rPr>
                <a:t>This is dummy text it is not here to be read. This is dummy text it is not here to be read. This is dummy text it is not here to be read. </a:t>
              </a:r>
            </a:p>
          </p:txBody>
        </p:sp>
        <p:sp>
          <p:nvSpPr>
            <p:cNvPr id="35" name="TextBox 34"/>
            <p:cNvSpPr txBox="1"/>
            <p:nvPr/>
          </p:nvSpPr>
          <p:spPr>
            <a:xfrm>
              <a:off x="6238264" y="3261106"/>
              <a:ext cx="385737" cy="552034"/>
            </a:xfrm>
            <a:prstGeom prst="rect">
              <a:avLst/>
            </a:prstGeom>
            <a:noFill/>
          </p:spPr>
          <p:txBody>
            <a:bodyPr wrap="square" lIns="29250" tIns="29250" rIns="29250" bIns="29250" rtlCol="0">
              <a:spAutoFit/>
            </a:bodyPr>
            <a:lstStyle/>
            <a:p>
              <a:r>
                <a:rPr lang="en-US" sz="3250" b="1" dirty="0">
                  <a:solidFill>
                    <a:schemeClr val="accent2"/>
                  </a:solidFill>
                  <a:latin typeface="Aptos" panose="020B0004020202020204" pitchFamily="34" charset="0"/>
                </a:rPr>
                <a:t>2</a:t>
              </a:r>
            </a:p>
          </p:txBody>
        </p:sp>
        <p:sp>
          <p:nvSpPr>
            <p:cNvPr id="36" name="TextBox 35"/>
            <p:cNvSpPr txBox="1"/>
            <p:nvPr/>
          </p:nvSpPr>
          <p:spPr>
            <a:xfrm>
              <a:off x="9024908" y="3261106"/>
              <a:ext cx="385737" cy="552034"/>
            </a:xfrm>
            <a:prstGeom prst="rect">
              <a:avLst/>
            </a:prstGeom>
            <a:noFill/>
          </p:spPr>
          <p:txBody>
            <a:bodyPr wrap="square" lIns="29250" tIns="29250" rIns="29250" bIns="29250" rtlCol="0">
              <a:spAutoFit/>
            </a:bodyPr>
            <a:lstStyle/>
            <a:p>
              <a:r>
                <a:rPr lang="en-US" sz="3250" b="1" dirty="0">
                  <a:solidFill>
                    <a:schemeClr val="accent5"/>
                  </a:solidFill>
                  <a:latin typeface="Aptos" panose="020B0004020202020204" pitchFamily="34" charset="0"/>
                </a:rPr>
                <a:t>3</a:t>
              </a:r>
            </a:p>
          </p:txBody>
        </p:sp>
        <p:sp>
          <p:nvSpPr>
            <p:cNvPr id="38" name="Diagonal Stripe 37"/>
            <p:cNvSpPr/>
            <p:nvPr/>
          </p:nvSpPr>
          <p:spPr>
            <a:xfrm>
              <a:off x="1917700" y="3420074"/>
              <a:ext cx="1512168" cy="1512168"/>
            </a:xfrm>
            <a:prstGeom prst="diagStrip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39" name="Diagonal Stripe 38"/>
            <p:cNvSpPr/>
            <p:nvPr/>
          </p:nvSpPr>
          <p:spPr>
            <a:xfrm flipV="1">
              <a:off x="1917700" y="1840230"/>
              <a:ext cx="1512168" cy="1512168"/>
            </a:xfrm>
            <a:prstGeom prst="diagStripe">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43" name="Diagonal Stripe 42"/>
            <p:cNvSpPr/>
            <p:nvPr/>
          </p:nvSpPr>
          <p:spPr>
            <a:xfrm>
              <a:off x="7502482" y="3420074"/>
              <a:ext cx="1512168" cy="1512168"/>
            </a:xfrm>
            <a:prstGeom prst="diagStripe">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44" name="Diagonal Stripe 43"/>
            <p:cNvSpPr/>
            <p:nvPr/>
          </p:nvSpPr>
          <p:spPr>
            <a:xfrm flipV="1">
              <a:off x="7502482" y="1840230"/>
              <a:ext cx="1512168" cy="1512168"/>
            </a:xfrm>
            <a:prstGeom prst="diagStripe">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48" name="Diagonal Stripe 47"/>
            <p:cNvSpPr/>
            <p:nvPr/>
          </p:nvSpPr>
          <p:spPr>
            <a:xfrm>
              <a:off x="4710091" y="3420074"/>
              <a:ext cx="1512168" cy="1512168"/>
            </a:xfrm>
            <a:prstGeom prst="diagStripe">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49" name="Diagonal Stripe 48"/>
            <p:cNvSpPr/>
            <p:nvPr/>
          </p:nvSpPr>
          <p:spPr>
            <a:xfrm flipV="1">
              <a:off x="4710091" y="1840230"/>
              <a:ext cx="1512168" cy="1512168"/>
            </a:xfrm>
            <a:prstGeom prst="diagStrip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grpSp>
          <p:nvGrpSpPr>
            <p:cNvPr id="52" name="Group 740"/>
            <p:cNvGrpSpPr>
              <a:grpSpLocks noChangeAspect="1"/>
            </p:cNvGrpSpPr>
            <p:nvPr/>
          </p:nvGrpSpPr>
          <p:grpSpPr bwMode="auto">
            <a:xfrm>
              <a:off x="1811716" y="3061765"/>
              <a:ext cx="630173" cy="632026"/>
              <a:chOff x="4293" y="2651"/>
              <a:chExt cx="340" cy="341"/>
            </a:xfrm>
            <a:solidFill>
              <a:schemeClr val="accent4"/>
            </a:solidFill>
          </p:grpSpPr>
          <p:sp>
            <p:nvSpPr>
              <p:cNvPr id="53" name="Freeform 741"/>
              <p:cNvSpPr>
                <a:spLocks noEditPoints="1"/>
              </p:cNvSpPr>
              <p:nvPr/>
            </p:nvSpPr>
            <p:spPr bwMode="auto">
              <a:xfrm>
                <a:off x="4293" y="265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54" name="Freeform 742"/>
              <p:cNvSpPr>
                <a:spLocks noEditPoints="1"/>
              </p:cNvSpPr>
              <p:nvPr/>
            </p:nvSpPr>
            <p:spPr bwMode="auto">
              <a:xfrm>
                <a:off x="4357" y="2743"/>
                <a:ext cx="212" cy="156"/>
              </a:xfrm>
              <a:custGeom>
                <a:avLst/>
                <a:gdLst>
                  <a:gd name="T0" fmla="*/ 224 w 320"/>
                  <a:gd name="T1" fmla="*/ 235 h 235"/>
                  <a:gd name="T2" fmla="*/ 10 w 320"/>
                  <a:gd name="T3" fmla="*/ 235 h 235"/>
                  <a:gd name="T4" fmla="*/ 0 w 320"/>
                  <a:gd name="T5" fmla="*/ 224 h 235"/>
                  <a:gd name="T6" fmla="*/ 0 w 320"/>
                  <a:gd name="T7" fmla="*/ 11 h 235"/>
                  <a:gd name="T8" fmla="*/ 10 w 320"/>
                  <a:gd name="T9" fmla="*/ 0 h 235"/>
                  <a:gd name="T10" fmla="*/ 224 w 320"/>
                  <a:gd name="T11" fmla="*/ 0 h 235"/>
                  <a:gd name="T12" fmla="*/ 234 w 320"/>
                  <a:gd name="T13" fmla="*/ 11 h 235"/>
                  <a:gd name="T14" fmla="*/ 234 w 320"/>
                  <a:gd name="T15" fmla="*/ 58 h 235"/>
                  <a:gd name="T16" fmla="*/ 304 w 320"/>
                  <a:gd name="T17" fmla="*/ 23 h 235"/>
                  <a:gd name="T18" fmla="*/ 315 w 320"/>
                  <a:gd name="T19" fmla="*/ 23 h 235"/>
                  <a:gd name="T20" fmla="*/ 320 w 320"/>
                  <a:gd name="T21" fmla="*/ 32 h 235"/>
                  <a:gd name="T22" fmla="*/ 320 w 320"/>
                  <a:gd name="T23" fmla="*/ 203 h 235"/>
                  <a:gd name="T24" fmla="*/ 315 w 320"/>
                  <a:gd name="T25" fmla="*/ 212 h 235"/>
                  <a:gd name="T26" fmla="*/ 304 w 320"/>
                  <a:gd name="T27" fmla="*/ 213 h 235"/>
                  <a:gd name="T28" fmla="*/ 234 w 320"/>
                  <a:gd name="T29" fmla="*/ 178 h 235"/>
                  <a:gd name="T30" fmla="*/ 234 w 320"/>
                  <a:gd name="T31" fmla="*/ 224 h 235"/>
                  <a:gd name="T32" fmla="*/ 224 w 320"/>
                  <a:gd name="T33" fmla="*/ 235 h 235"/>
                  <a:gd name="T34" fmla="*/ 21 w 320"/>
                  <a:gd name="T35" fmla="*/ 214 h 235"/>
                  <a:gd name="T36" fmla="*/ 213 w 320"/>
                  <a:gd name="T37" fmla="*/ 214 h 235"/>
                  <a:gd name="T38" fmla="*/ 213 w 320"/>
                  <a:gd name="T39" fmla="*/ 160 h 235"/>
                  <a:gd name="T40" fmla="*/ 218 w 320"/>
                  <a:gd name="T41" fmla="*/ 151 h 235"/>
                  <a:gd name="T42" fmla="*/ 228 w 320"/>
                  <a:gd name="T43" fmla="*/ 151 h 235"/>
                  <a:gd name="T44" fmla="*/ 298 w 320"/>
                  <a:gd name="T45" fmla="*/ 186 h 235"/>
                  <a:gd name="T46" fmla="*/ 298 w 320"/>
                  <a:gd name="T47" fmla="*/ 50 h 235"/>
                  <a:gd name="T48" fmla="*/ 228 w 320"/>
                  <a:gd name="T49" fmla="*/ 85 h 235"/>
                  <a:gd name="T50" fmla="*/ 218 w 320"/>
                  <a:gd name="T51" fmla="*/ 84 h 235"/>
                  <a:gd name="T52" fmla="*/ 213 w 320"/>
                  <a:gd name="T53" fmla="*/ 75 h 235"/>
                  <a:gd name="T54" fmla="*/ 213 w 320"/>
                  <a:gd name="T55" fmla="*/ 22 h 235"/>
                  <a:gd name="T56" fmla="*/ 21 w 320"/>
                  <a:gd name="T57" fmla="*/ 22 h 235"/>
                  <a:gd name="T58" fmla="*/ 21 w 320"/>
                  <a:gd name="T59" fmla="*/ 214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0" h="235">
                    <a:moveTo>
                      <a:pt x="224" y="235"/>
                    </a:moveTo>
                    <a:cubicBezTo>
                      <a:pt x="10" y="235"/>
                      <a:pt x="10" y="235"/>
                      <a:pt x="10" y="235"/>
                    </a:cubicBezTo>
                    <a:cubicBezTo>
                      <a:pt x="4" y="235"/>
                      <a:pt x="0" y="230"/>
                      <a:pt x="0" y="224"/>
                    </a:cubicBezTo>
                    <a:cubicBezTo>
                      <a:pt x="0" y="11"/>
                      <a:pt x="0" y="11"/>
                      <a:pt x="0" y="11"/>
                    </a:cubicBezTo>
                    <a:cubicBezTo>
                      <a:pt x="0" y="5"/>
                      <a:pt x="4" y="0"/>
                      <a:pt x="10" y="0"/>
                    </a:cubicBezTo>
                    <a:cubicBezTo>
                      <a:pt x="224" y="0"/>
                      <a:pt x="224" y="0"/>
                      <a:pt x="224" y="0"/>
                    </a:cubicBezTo>
                    <a:cubicBezTo>
                      <a:pt x="230" y="0"/>
                      <a:pt x="234" y="5"/>
                      <a:pt x="234" y="11"/>
                    </a:cubicBezTo>
                    <a:cubicBezTo>
                      <a:pt x="234" y="58"/>
                      <a:pt x="234" y="58"/>
                      <a:pt x="234" y="58"/>
                    </a:cubicBezTo>
                    <a:cubicBezTo>
                      <a:pt x="304" y="23"/>
                      <a:pt x="304" y="23"/>
                      <a:pt x="304" y="23"/>
                    </a:cubicBezTo>
                    <a:cubicBezTo>
                      <a:pt x="308" y="21"/>
                      <a:pt x="311" y="21"/>
                      <a:pt x="315" y="23"/>
                    </a:cubicBezTo>
                    <a:cubicBezTo>
                      <a:pt x="318" y="25"/>
                      <a:pt x="320" y="29"/>
                      <a:pt x="320" y="32"/>
                    </a:cubicBezTo>
                    <a:cubicBezTo>
                      <a:pt x="320" y="203"/>
                      <a:pt x="320" y="203"/>
                      <a:pt x="320" y="203"/>
                    </a:cubicBezTo>
                    <a:cubicBezTo>
                      <a:pt x="320" y="207"/>
                      <a:pt x="318" y="210"/>
                      <a:pt x="315" y="212"/>
                    </a:cubicBezTo>
                    <a:cubicBezTo>
                      <a:pt x="311" y="214"/>
                      <a:pt x="308" y="214"/>
                      <a:pt x="304" y="213"/>
                    </a:cubicBezTo>
                    <a:cubicBezTo>
                      <a:pt x="234" y="178"/>
                      <a:pt x="234" y="178"/>
                      <a:pt x="234" y="178"/>
                    </a:cubicBezTo>
                    <a:cubicBezTo>
                      <a:pt x="234" y="224"/>
                      <a:pt x="234" y="224"/>
                      <a:pt x="234" y="224"/>
                    </a:cubicBezTo>
                    <a:cubicBezTo>
                      <a:pt x="234" y="230"/>
                      <a:pt x="230" y="235"/>
                      <a:pt x="224" y="235"/>
                    </a:cubicBezTo>
                    <a:close/>
                    <a:moveTo>
                      <a:pt x="21" y="214"/>
                    </a:moveTo>
                    <a:cubicBezTo>
                      <a:pt x="213" y="214"/>
                      <a:pt x="213" y="214"/>
                      <a:pt x="213" y="214"/>
                    </a:cubicBezTo>
                    <a:cubicBezTo>
                      <a:pt x="213" y="160"/>
                      <a:pt x="213" y="160"/>
                      <a:pt x="213" y="160"/>
                    </a:cubicBezTo>
                    <a:cubicBezTo>
                      <a:pt x="213" y="157"/>
                      <a:pt x="215" y="153"/>
                      <a:pt x="218" y="151"/>
                    </a:cubicBezTo>
                    <a:cubicBezTo>
                      <a:pt x="221" y="149"/>
                      <a:pt x="225" y="149"/>
                      <a:pt x="228" y="151"/>
                    </a:cubicBezTo>
                    <a:cubicBezTo>
                      <a:pt x="298" y="186"/>
                      <a:pt x="298" y="186"/>
                      <a:pt x="298" y="186"/>
                    </a:cubicBezTo>
                    <a:cubicBezTo>
                      <a:pt x="298" y="50"/>
                      <a:pt x="298" y="50"/>
                      <a:pt x="298" y="50"/>
                    </a:cubicBezTo>
                    <a:cubicBezTo>
                      <a:pt x="228" y="85"/>
                      <a:pt x="228" y="85"/>
                      <a:pt x="228" y="85"/>
                    </a:cubicBezTo>
                    <a:cubicBezTo>
                      <a:pt x="225" y="86"/>
                      <a:pt x="221" y="86"/>
                      <a:pt x="218" y="84"/>
                    </a:cubicBezTo>
                    <a:cubicBezTo>
                      <a:pt x="215" y="82"/>
                      <a:pt x="213" y="79"/>
                      <a:pt x="213" y="75"/>
                    </a:cubicBezTo>
                    <a:cubicBezTo>
                      <a:pt x="213" y="22"/>
                      <a:pt x="213" y="22"/>
                      <a:pt x="213" y="22"/>
                    </a:cubicBezTo>
                    <a:cubicBezTo>
                      <a:pt x="21" y="22"/>
                      <a:pt x="21" y="22"/>
                      <a:pt x="21" y="22"/>
                    </a:cubicBezTo>
                    <a:lnTo>
                      <a:pt x="21" y="21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55" name="Group 414"/>
            <p:cNvGrpSpPr>
              <a:grpSpLocks noChangeAspect="1"/>
            </p:cNvGrpSpPr>
            <p:nvPr/>
          </p:nvGrpSpPr>
          <p:grpSpPr bwMode="auto">
            <a:xfrm>
              <a:off x="4634555" y="3061765"/>
              <a:ext cx="630173" cy="632026"/>
              <a:chOff x="5060" y="1524"/>
              <a:chExt cx="340" cy="341"/>
            </a:xfrm>
            <a:solidFill>
              <a:schemeClr val="accent2"/>
            </a:solidFill>
          </p:grpSpPr>
          <p:sp>
            <p:nvSpPr>
              <p:cNvPr id="56" name="Freeform 415"/>
              <p:cNvSpPr>
                <a:spLocks noEditPoints="1"/>
              </p:cNvSpPr>
              <p:nvPr/>
            </p:nvSpPr>
            <p:spPr bwMode="auto">
              <a:xfrm>
                <a:off x="5124" y="1623"/>
                <a:ext cx="212" cy="157"/>
              </a:xfrm>
              <a:custGeom>
                <a:avLst/>
                <a:gdLst>
                  <a:gd name="T0" fmla="*/ 309 w 320"/>
                  <a:gd name="T1" fmla="*/ 0 h 235"/>
                  <a:gd name="T2" fmla="*/ 10 w 320"/>
                  <a:gd name="T3" fmla="*/ 0 h 235"/>
                  <a:gd name="T4" fmla="*/ 0 w 320"/>
                  <a:gd name="T5" fmla="*/ 11 h 235"/>
                  <a:gd name="T6" fmla="*/ 0 w 320"/>
                  <a:gd name="T7" fmla="*/ 203 h 235"/>
                  <a:gd name="T8" fmla="*/ 10 w 320"/>
                  <a:gd name="T9" fmla="*/ 213 h 235"/>
                  <a:gd name="T10" fmla="*/ 96 w 320"/>
                  <a:gd name="T11" fmla="*/ 213 h 235"/>
                  <a:gd name="T12" fmla="*/ 85 w 320"/>
                  <a:gd name="T13" fmla="*/ 224 h 235"/>
                  <a:gd name="T14" fmla="*/ 96 w 320"/>
                  <a:gd name="T15" fmla="*/ 235 h 235"/>
                  <a:gd name="T16" fmla="*/ 224 w 320"/>
                  <a:gd name="T17" fmla="*/ 235 h 235"/>
                  <a:gd name="T18" fmla="*/ 234 w 320"/>
                  <a:gd name="T19" fmla="*/ 224 h 235"/>
                  <a:gd name="T20" fmla="*/ 224 w 320"/>
                  <a:gd name="T21" fmla="*/ 213 h 235"/>
                  <a:gd name="T22" fmla="*/ 309 w 320"/>
                  <a:gd name="T23" fmla="*/ 213 h 235"/>
                  <a:gd name="T24" fmla="*/ 320 w 320"/>
                  <a:gd name="T25" fmla="*/ 203 h 235"/>
                  <a:gd name="T26" fmla="*/ 320 w 320"/>
                  <a:gd name="T27" fmla="*/ 11 h 235"/>
                  <a:gd name="T28" fmla="*/ 309 w 320"/>
                  <a:gd name="T29" fmla="*/ 0 h 235"/>
                  <a:gd name="T30" fmla="*/ 298 w 320"/>
                  <a:gd name="T31" fmla="*/ 192 h 235"/>
                  <a:gd name="T32" fmla="*/ 21 w 320"/>
                  <a:gd name="T33" fmla="*/ 192 h 235"/>
                  <a:gd name="T34" fmla="*/ 21 w 320"/>
                  <a:gd name="T35" fmla="*/ 21 h 235"/>
                  <a:gd name="T36" fmla="*/ 298 w 320"/>
                  <a:gd name="T37" fmla="*/ 21 h 235"/>
                  <a:gd name="T38" fmla="*/ 298 w 320"/>
                  <a:gd name="T39" fmla="*/ 19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235">
                    <a:moveTo>
                      <a:pt x="309" y="0"/>
                    </a:moveTo>
                    <a:cubicBezTo>
                      <a:pt x="10" y="0"/>
                      <a:pt x="10" y="0"/>
                      <a:pt x="10" y="0"/>
                    </a:cubicBezTo>
                    <a:cubicBezTo>
                      <a:pt x="4" y="0"/>
                      <a:pt x="0" y="5"/>
                      <a:pt x="0" y="11"/>
                    </a:cubicBezTo>
                    <a:cubicBezTo>
                      <a:pt x="0" y="203"/>
                      <a:pt x="0" y="203"/>
                      <a:pt x="0" y="203"/>
                    </a:cubicBezTo>
                    <a:cubicBezTo>
                      <a:pt x="0" y="209"/>
                      <a:pt x="4" y="213"/>
                      <a:pt x="10" y="213"/>
                    </a:cubicBezTo>
                    <a:cubicBezTo>
                      <a:pt x="96" y="213"/>
                      <a:pt x="96" y="213"/>
                      <a:pt x="96" y="213"/>
                    </a:cubicBezTo>
                    <a:cubicBezTo>
                      <a:pt x="90" y="213"/>
                      <a:pt x="85" y="218"/>
                      <a:pt x="85" y="224"/>
                    </a:cubicBezTo>
                    <a:cubicBezTo>
                      <a:pt x="85" y="230"/>
                      <a:pt x="90" y="235"/>
                      <a:pt x="96" y="235"/>
                    </a:cubicBezTo>
                    <a:cubicBezTo>
                      <a:pt x="224" y="235"/>
                      <a:pt x="224" y="235"/>
                      <a:pt x="224" y="235"/>
                    </a:cubicBezTo>
                    <a:cubicBezTo>
                      <a:pt x="230" y="235"/>
                      <a:pt x="234" y="230"/>
                      <a:pt x="234" y="224"/>
                    </a:cubicBezTo>
                    <a:cubicBezTo>
                      <a:pt x="234" y="218"/>
                      <a:pt x="230" y="213"/>
                      <a:pt x="224" y="213"/>
                    </a:cubicBezTo>
                    <a:cubicBezTo>
                      <a:pt x="309" y="213"/>
                      <a:pt x="309" y="213"/>
                      <a:pt x="309" y="213"/>
                    </a:cubicBezTo>
                    <a:cubicBezTo>
                      <a:pt x="315" y="213"/>
                      <a:pt x="320" y="209"/>
                      <a:pt x="320" y="203"/>
                    </a:cubicBezTo>
                    <a:cubicBezTo>
                      <a:pt x="320" y="11"/>
                      <a:pt x="320" y="11"/>
                      <a:pt x="320" y="11"/>
                    </a:cubicBezTo>
                    <a:cubicBezTo>
                      <a:pt x="320" y="5"/>
                      <a:pt x="315" y="0"/>
                      <a:pt x="309" y="0"/>
                    </a:cubicBezTo>
                    <a:close/>
                    <a:moveTo>
                      <a:pt x="298" y="192"/>
                    </a:moveTo>
                    <a:cubicBezTo>
                      <a:pt x="21" y="192"/>
                      <a:pt x="21" y="192"/>
                      <a:pt x="21" y="192"/>
                    </a:cubicBezTo>
                    <a:cubicBezTo>
                      <a:pt x="21" y="21"/>
                      <a:pt x="21" y="21"/>
                      <a:pt x="21" y="21"/>
                    </a:cubicBezTo>
                    <a:cubicBezTo>
                      <a:pt x="298" y="21"/>
                      <a:pt x="298" y="21"/>
                      <a:pt x="298" y="21"/>
                    </a:cubicBezTo>
                    <a:lnTo>
                      <a:pt x="298" y="19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57" name="Freeform 416"/>
              <p:cNvSpPr>
                <a:spLocks noEditPoints="1"/>
              </p:cNvSpPr>
              <p:nvPr/>
            </p:nvSpPr>
            <p:spPr bwMode="auto">
              <a:xfrm>
                <a:off x="5060" y="1524"/>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58" name="Group 382"/>
            <p:cNvGrpSpPr>
              <a:grpSpLocks noChangeAspect="1"/>
            </p:cNvGrpSpPr>
            <p:nvPr/>
          </p:nvGrpSpPr>
          <p:grpSpPr bwMode="auto">
            <a:xfrm>
              <a:off x="7396301" y="3061765"/>
              <a:ext cx="629056" cy="629056"/>
              <a:chOff x="390" y="1196"/>
              <a:chExt cx="340" cy="340"/>
            </a:xfrm>
            <a:solidFill>
              <a:schemeClr val="accent5"/>
            </a:solidFill>
          </p:grpSpPr>
          <p:sp>
            <p:nvSpPr>
              <p:cNvPr id="59" name="Freeform 383"/>
              <p:cNvSpPr>
                <a:spLocks noEditPoints="1"/>
              </p:cNvSpPr>
              <p:nvPr/>
            </p:nvSpPr>
            <p:spPr bwMode="auto">
              <a:xfrm>
                <a:off x="465" y="1266"/>
                <a:ext cx="195" cy="192"/>
              </a:xfrm>
              <a:custGeom>
                <a:avLst/>
                <a:gdLst>
                  <a:gd name="T0" fmla="*/ 238 w 293"/>
                  <a:gd name="T1" fmla="*/ 288 h 288"/>
                  <a:gd name="T2" fmla="*/ 225 w 293"/>
                  <a:gd name="T3" fmla="*/ 287 h 288"/>
                  <a:gd name="T4" fmla="*/ 82 w 293"/>
                  <a:gd name="T5" fmla="*/ 210 h 288"/>
                  <a:gd name="T6" fmla="*/ 6 w 293"/>
                  <a:gd name="T7" fmla="*/ 67 h 288"/>
                  <a:gd name="T8" fmla="*/ 18 w 293"/>
                  <a:gd name="T9" fmla="*/ 26 h 288"/>
                  <a:gd name="T10" fmla="*/ 20 w 293"/>
                  <a:gd name="T11" fmla="*/ 23 h 288"/>
                  <a:gd name="T12" fmla="*/ 47 w 293"/>
                  <a:gd name="T13" fmla="*/ 1 h 288"/>
                  <a:gd name="T14" fmla="*/ 47 w 293"/>
                  <a:gd name="T15" fmla="*/ 1 h 288"/>
                  <a:gd name="T16" fmla="*/ 76 w 293"/>
                  <a:gd name="T17" fmla="*/ 9 h 288"/>
                  <a:gd name="T18" fmla="*/ 125 w 293"/>
                  <a:gd name="T19" fmla="*/ 71 h 288"/>
                  <a:gd name="T20" fmla="*/ 123 w 293"/>
                  <a:gd name="T21" fmla="*/ 80 h 288"/>
                  <a:gd name="T22" fmla="*/ 99 w 293"/>
                  <a:gd name="T23" fmla="*/ 104 h 288"/>
                  <a:gd name="T24" fmla="*/ 106 w 293"/>
                  <a:gd name="T25" fmla="*/ 116 h 288"/>
                  <a:gd name="T26" fmla="*/ 138 w 293"/>
                  <a:gd name="T27" fmla="*/ 155 h 288"/>
                  <a:gd name="T28" fmla="*/ 177 w 293"/>
                  <a:gd name="T29" fmla="*/ 186 h 288"/>
                  <a:gd name="T30" fmla="*/ 189 w 293"/>
                  <a:gd name="T31" fmla="*/ 193 h 288"/>
                  <a:gd name="T32" fmla="*/ 213 w 293"/>
                  <a:gd name="T33" fmla="*/ 170 h 288"/>
                  <a:gd name="T34" fmla="*/ 222 w 293"/>
                  <a:gd name="T35" fmla="*/ 167 h 288"/>
                  <a:gd name="T36" fmla="*/ 284 w 293"/>
                  <a:gd name="T37" fmla="*/ 216 h 288"/>
                  <a:gd name="T38" fmla="*/ 291 w 293"/>
                  <a:gd name="T39" fmla="*/ 244 h 288"/>
                  <a:gd name="T40" fmla="*/ 291 w 293"/>
                  <a:gd name="T41" fmla="*/ 244 h 288"/>
                  <a:gd name="T42" fmla="*/ 269 w 293"/>
                  <a:gd name="T43" fmla="*/ 272 h 288"/>
                  <a:gd name="T44" fmla="*/ 266 w 293"/>
                  <a:gd name="T45" fmla="*/ 275 h 288"/>
                  <a:gd name="T46" fmla="*/ 238 w 293"/>
                  <a:gd name="T47" fmla="*/ 288 h 288"/>
                  <a:gd name="T48" fmla="*/ 53 w 293"/>
                  <a:gd name="T49" fmla="*/ 22 h 288"/>
                  <a:gd name="T50" fmla="*/ 36 w 293"/>
                  <a:gd name="T51" fmla="*/ 38 h 288"/>
                  <a:gd name="T52" fmla="*/ 33 w 293"/>
                  <a:gd name="T53" fmla="*/ 41 h 288"/>
                  <a:gd name="T54" fmla="*/ 27 w 293"/>
                  <a:gd name="T55" fmla="*/ 63 h 288"/>
                  <a:gd name="T56" fmla="*/ 27 w 293"/>
                  <a:gd name="T57" fmla="*/ 65 h 288"/>
                  <a:gd name="T58" fmla="*/ 97 w 293"/>
                  <a:gd name="T59" fmla="*/ 195 h 288"/>
                  <a:gd name="T60" fmla="*/ 228 w 293"/>
                  <a:gd name="T61" fmla="*/ 266 h 288"/>
                  <a:gd name="T62" fmla="*/ 229 w 293"/>
                  <a:gd name="T63" fmla="*/ 266 h 288"/>
                  <a:gd name="T64" fmla="*/ 251 w 293"/>
                  <a:gd name="T65" fmla="*/ 259 h 288"/>
                  <a:gd name="T66" fmla="*/ 255 w 293"/>
                  <a:gd name="T67" fmla="*/ 256 h 288"/>
                  <a:gd name="T68" fmla="*/ 270 w 293"/>
                  <a:gd name="T69" fmla="*/ 240 h 288"/>
                  <a:gd name="T70" fmla="*/ 224 w 293"/>
                  <a:gd name="T71" fmla="*/ 189 h 288"/>
                  <a:gd name="T72" fmla="*/ 198 w 293"/>
                  <a:gd name="T73" fmla="*/ 215 h 288"/>
                  <a:gd name="T74" fmla="*/ 184 w 293"/>
                  <a:gd name="T75" fmla="*/ 216 h 288"/>
                  <a:gd name="T76" fmla="*/ 166 w 293"/>
                  <a:gd name="T77" fmla="*/ 204 h 288"/>
                  <a:gd name="T78" fmla="*/ 122 w 293"/>
                  <a:gd name="T79" fmla="*/ 170 h 288"/>
                  <a:gd name="T80" fmla="*/ 88 w 293"/>
                  <a:gd name="T81" fmla="*/ 127 h 288"/>
                  <a:gd name="T82" fmla="*/ 76 w 293"/>
                  <a:gd name="T83" fmla="*/ 108 h 288"/>
                  <a:gd name="T84" fmla="*/ 78 w 293"/>
                  <a:gd name="T85" fmla="*/ 95 h 288"/>
                  <a:gd name="T86" fmla="*/ 104 w 293"/>
                  <a:gd name="T87" fmla="*/ 69 h 288"/>
                  <a:gd name="T88" fmla="*/ 53 w 293"/>
                  <a:gd name="T89" fmla="*/ 2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3" h="288">
                    <a:moveTo>
                      <a:pt x="238" y="288"/>
                    </a:moveTo>
                    <a:cubicBezTo>
                      <a:pt x="234" y="288"/>
                      <a:pt x="230" y="288"/>
                      <a:pt x="225" y="287"/>
                    </a:cubicBezTo>
                    <a:cubicBezTo>
                      <a:pt x="216" y="286"/>
                      <a:pt x="144" y="275"/>
                      <a:pt x="82" y="210"/>
                    </a:cubicBezTo>
                    <a:cubicBezTo>
                      <a:pt x="17" y="148"/>
                      <a:pt x="7" y="76"/>
                      <a:pt x="6" y="67"/>
                    </a:cubicBezTo>
                    <a:cubicBezTo>
                      <a:pt x="0" y="44"/>
                      <a:pt x="9" y="35"/>
                      <a:pt x="18" y="26"/>
                    </a:cubicBezTo>
                    <a:cubicBezTo>
                      <a:pt x="20" y="23"/>
                      <a:pt x="20" y="23"/>
                      <a:pt x="20" y="23"/>
                    </a:cubicBezTo>
                    <a:cubicBezTo>
                      <a:pt x="30" y="13"/>
                      <a:pt x="36" y="4"/>
                      <a:pt x="47" y="1"/>
                    </a:cubicBezTo>
                    <a:cubicBezTo>
                      <a:pt x="47" y="1"/>
                      <a:pt x="47" y="1"/>
                      <a:pt x="47" y="1"/>
                    </a:cubicBezTo>
                    <a:cubicBezTo>
                      <a:pt x="47" y="0"/>
                      <a:pt x="58" y="0"/>
                      <a:pt x="76" y="9"/>
                    </a:cubicBezTo>
                    <a:cubicBezTo>
                      <a:pt x="103" y="23"/>
                      <a:pt x="121" y="45"/>
                      <a:pt x="125" y="71"/>
                    </a:cubicBezTo>
                    <a:cubicBezTo>
                      <a:pt x="126" y="74"/>
                      <a:pt x="125" y="77"/>
                      <a:pt x="123" y="80"/>
                    </a:cubicBezTo>
                    <a:cubicBezTo>
                      <a:pt x="99" y="104"/>
                      <a:pt x="99" y="104"/>
                      <a:pt x="99" y="104"/>
                    </a:cubicBezTo>
                    <a:cubicBezTo>
                      <a:pt x="102" y="108"/>
                      <a:pt x="104" y="112"/>
                      <a:pt x="106" y="116"/>
                    </a:cubicBezTo>
                    <a:cubicBezTo>
                      <a:pt x="114" y="127"/>
                      <a:pt x="119" y="136"/>
                      <a:pt x="138" y="155"/>
                    </a:cubicBezTo>
                    <a:cubicBezTo>
                      <a:pt x="156" y="174"/>
                      <a:pt x="165" y="179"/>
                      <a:pt x="177" y="186"/>
                    </a:cubicBezTo>
                    <a:cubicBezTo>
                      <a:pt x="180" y="188"/>
                      <a:pt x="184" y="191"/>
                      <a:pt x="189" y="193"/>
                    </a:cubicBezTo>
                    <a:cubicBezTo>
                      <a:pt x="213" y="170"/>
                      <a:pt x="213" y="170"/>
                      <a:pt x="213" y="170"/>
                    </a:cubicBezTo>
                    <a:cubicBezTo>
                      <a:pt x="215" y="167"/>
                      <a:pt x="218" y="166"/>
                      <a:pt x="222" y="167"/>
                    </a:cubicBezTo>
                    <a:cubicBezTo>
                      <a:pt x="248" y="170"/>
                      <a:pt x="270" y="188"/>
                      <a:pt x="284" y="216"/>
                    </a:cubicBezTo>
                    <a:cubicBezTo>
                      <a:pt x="290" y="229"/>
                      <a:pt x="293" y="239"/>
                      <a:pt x="291" y="244"/>
                    </a:cubicBezTo>
                    <a:cubicBezTo>
                      <a:pt x="291" y="244"/>
                      <a:pt x="291" y="244"/>
                      <a:pt x="291" y="244"/>
                    </a:cubicBezTo>
                    <a:cubicBezTo>
                      <a:pt x="289" y="253"/>
                      <a:pt x="280" y="262"/>
                      <a:pt x="269" y="272"/>
                    </a:cubicBezTo>
                    <a:cubicBezTo>
                      <a:pt x="266" y="275"/>
                      <a:pt x="266" y="275"/>
                      <a:pt x="266" y="275"/>
                    </a:cubicBezTo>
                    <a:cubicBezTo>
                      <a:pt x="259" y="281"/>
                      <a:pt x="252" y="288"/>
                      <a:pt x="238" y="288"/>
                    </a:cubicBezTo>
                    <a:close/>
                    <a:moveTo>
                      <a:pt x="53" y="22"/>
                    </a:moveTo>
                    <a:cubicBezTo>
                      <a:pt x="48" y="25"/>
                      <a:pt x="40" y="34"/>
                      <a:pt x="36" y="38"/>
                    </a:cubicBezTo>
                    <a:cubicBezTo>
                      <a:pt x="33" y="41"/>
                      <a:pt x="33" y="41"/>
                      <a:pt x="33" y="41"/>
                    </a:cubicBezTo>
                    <a:cubicBezTo>
                      <a:pt x="26" y="49"/>
                      <a:pt x="24" y="51"/>
                      <a:pt x="27" y="63"/>
                    </a:cubicBezTo>
                    <a:cubicBezTo>
                      <a:pt x="27" y="64"/>
                      <a:pt x="27" y="64"/>
                      <a:pt x="27" y="65"/>
                    </a:cubicBezTo>
                    <a:cubicBezTo>
                      <a:pt x="27" y="65"/>
                      <a:pt x="35" y="136"/>
                      <a:pt x="97" y="195"/>
                    </a:cubicBezTo>
                    <a:cubicBezTo>
                      <a:pt x="157" y="258"/>
                      <a:pt x="227" y="265"/>
                      <a:pt x="228" y="266"/>
                    </a:cubicBezTo>
                    <a:cubicBezTo>
                      <a:pt x="228" y="266"/>
                      <a:pt x="229" y="266"/>
                      <a:pt x="229" y="266"/>
                    </a:cubicBezTo>
                    <a:cubicBezTo>
                      <a:pt x="242" y="269"/>
                      <a:pt x="244" y="267"/>
                      <a:pt x="251" y="259"/>
                    </a:cubicBezTo>
                    <a:cubicBezTo>
                      <a:pt x="255" y="256"/>
                      <a:pt x="255" y="256"/>
                      <a:pt x="255" y="256"/>
                    </a:cubicBezTo>
                    <a:cubicBezTo>
                      <a:pt x="258" y="253"/>
                      <a:pt x="267" y="244"/>
                      <a:pt x="270" y="240"/>
                    </a:cubicBezTo>
                    <a:cubicBezTo>
                      <a:pt x="267" y="230"/>
                      <a:pt x="255" y="197"/>
                      <a:pt x="224" y="189"/>
                    </a:cubicBezTo>
                    <a:cubicBezTo>
                      <a:pt x="198" y="215"/>
                      <a:pt x="198" y="215"/>
                      <a:pt x="198" y="215"/>
                    </a:cubicBezTo>
                    <a:cubicBezTo>
                      <a:pt x="194" y="218"/>
                      <a:pt x="188" y="219"/>
                      <a:pt x="184" y="216"/>
                    </a:cubicBezTo>
                    <a:cubicBezTo>
                      <a:pt x="177" y="211"/>
                      <a:pt x="171" y="207"/>
                      <a:pt x="166" y="204"/>
                    </a:cubicBezTo>
                    <a:cubicBezTo>
                      <a:pt x="154" y="197"/>
                      <a:pt x="143" y="190"/>
                      <a:pt x="122" y="170"/>
                    </a:cubicBezTo>
                    <a:cubicBezTo>
                      <a:pt x="102" y="149"/>
                      <a:pt x="96" y="139"/>
                      <a:pt x="88" y="127"/>
                    </a:cubicBezTo>
                    <a:cubicBezTo>
                      <a:pt x="85" y="121"/>
                      <a:pt x="81" y="116"/>
                      <a:pt x="76" y="108"/>
                    </a:cubicBezTo>
                    <a:cubicBezTo>
                      <a:pt x="73" y="104"/>
                      <a:pt x="74" y="98"/>
                      <a:pt x="78" y="95"/>
                    </a:cubicBezTo>
                    <a:cubicBezTo>
                      <a:pt x="104" y="69"/>
                      <a:pt x="104" y="69"/>
                      <a:pt x="104" y="69"/>
                    </a:cubicBezTo>
                    <a:cubicBezTo>
                      <a:pt x="96" y="38"/>
                      <a:pt x="62" y="25"/>
                      <a:pt x="53" y="2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60" name="Freeform 384"/>
              <p:cNvSpPr>
                <a:spLocks noEditPoints="1"/>
              </p:cNvSpPr>
              <p:nvPr/>
            </p:nvSpPr>
            <p:spPr bwMode="auto">
              <a:xfrm>
                <a:off x="390" y="119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spTree>
    <p:extLst>
      <p:ext uri="{BB962C8B-B14F-4D97-AF65-F5344CB8AC3E}">
        <p14:creationId xmlns:p14="http://schemas.microsoft.com/office/powerpoint/2010/main" val="998687245"/>
      </p:ext>
    </p:extLst>
  </p:cSld>
  <p:clrMapOvr>
    <a:masterClrMapping/>
  </p:clrMapOvr>
  <p:transition>
    <p:fade/>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Numbered bubbles</a:t>
            </a:r>
            <a:endParaRPr lang="en-US" dirty="0"/>
          </a:p>
        </p:txBody>
      </p:sp>
      <p:sp>
        <p:nvSpPr>
          <p:cNvPr id="371719" name="Title 1"/>
          <p:cNvSpPr>
            <a:spLocks noGrp="1"/>
          </p:cNvSpPr>
          <p:nvPr>
            <p:ph type="title"/>
          </p:nvPr>
        </p:nvSpPr>
        <p:spPr/>
        <p:txBody>
          <a:bodyPr/>
          <a:lstStyle/>
          <a:p>
            <a:r>
              <a:rPr lang="en-US" altLang="ja-JP"/>
              <a:t>Ranking elements</a:t>
            </a:r>
            <a:endParaRPr lang="en-US" dirty="0"/>
          </a:p>
        </p:txBody>
      </p:sp>
      <p:grpSp>
        <p:nvGrpSpPr>
          <p:cNvPr id="2" name="Group 1">
            <a:extLst>
              <a:ext uri="{FF2B5EF4-FFF2-40B4-BE49-F238E27FC236}">
                <a16:creationId xmlns:a16="http://schemas.microsoft.com/office/drawing/2014/main" id="{C07CE754-0E03-4364-9F10-AD8E6F20C54B}"/>
              </a:ext>
            </a:extLst>
          </p:cNvPr>
          <p:cNvGrpSpPr/>
          <p:nvPr/>
        </p:nvGrpSpPr>
        <p:grpSpPr>
          <a:xfrm>
            <a:off x="1101619" y="1929763"/>
            <a:ext cx="7702769" cy="3688107"/>
            <a:chOff x="2634801" y="1840230"/>
            <a:chExt cx="6923777" cy="3315123"/>
          </a:xfrm>
        </p:grpSpPr>
        <p:sp>
          <p:nvSpPr>
            <p:cNvPr id="61" name="Rectangle 13"/>
            <p:cNvSpPr/>
            <p:nvPr/>
          </p:nvSpPr>
          <p:spPr>
            <a:xfrm rot="12691956">
              <a:off x="7660581" y="3033663"/>
              <a:ext cx="1173179" cy="1344110"/>
            </a:xfrm>
            <a:custGeom>
              <a:avLst/>
              <a:gdLst>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7923" h="1102580">
                  <a:moveTo>
                    <a:pt x="0" y="0"/>
                  </a:moveTo>
                  <a:cubicBezTo>
                    <a:pt x="801540" y="212142"/>
                    <a:pt x="1156851" y="160934"/>
                    <a:pt x="1877923" y="0"/>
                  </a:cubicBezTo>
                  <a:lnTo>
                    <a:pt x="1877923" y="1102580"/>
                  </a:lnTo>
                  <a:cubicBezTo>
                    <a:pt x="1193427" y="883124"/>
                    <a:pt x="625974" y="912385"/>
                    <a:pt x="0" y="1102580"/>
                  </a:cubicBezTo>
                  <a:lnTo>
                    <a:pt x="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62" name="Rectangle 13"/>
            <p:cNvSpPr/>
            <p:nvPr/>
          </p:nvSpPr>
          <p:spPr>
            <a:xfrm rot="9073758">
              <a:off x="5915099" y="2971874"/>
              <a:ext cx="1224381" cy="1402772"/>
            </a:xfrm>
            <a:custGeom>
              <a:avLst/>
              <a:gdLst>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7923" h="1102580">
                  <a:moveTo>
                    <a:pt x="0" y="0"/>
                  </a:moveTo>
                  <a:cubicBezTo>
                    <a:pt x="801540" y="212142"/>
                    <a:pt x="1156851" y="160934"/>
                    <a:pt x="1877923" y="0"/>
                  </a:cubicBezTo>
                  <a:lnTo>
                    <a:pt x="1877923" y="1102580"/>
                  </a:lnTo>
                  <a:cubicBezTo>
                    <a:pt x="1193427" y="883124"/>
                    <a:pt x="625974" y="912385"/>
                    <a:pt x="0" y="1102580"/>
                  </a:cubicBezTo>
                  <a:lnTo>
                    <a:pt x="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63" name="Rectangle 13"/>
            <p:cNvSpPr/>
            <p:nvPr/>
          </p:nvSpPr>
          <p:spPr>
            <a:xfrm rot="2024838">
              <a:off x="4000039" y="2840262"/>
              <a:ext cx="1611666" cy="1659646"/>
            </a:xfrm>
            <a:custGeom>
              <a:avLst/>
              <a:gdLst>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 name="connsiteX0" fmla="*/ 0 w 1877923"/>
                <a:gd name="connsiteY0" fmla="*/ 0 h 1102580"/>
                <a:gd name="connsiteX1" fmla="*/ 1877923 w 1877923"/>
                <a:gd name="connsiteY1" fmla="*/ 0 h 1102580"/>
                <a:gd name="connsiteX2" fmla="*/ 1877923 w 1877923"/>
                <a:gd name="connsiteY2" fmla="*/ 1102580 h 1102580"/>
                <a:gd name="connsiteX3" fmla="*/ 0 w 1877923"/>
                <a:gd name="connsiteY3" fmla="*/ 1102580 h 1102580"/>
                <a:gd name="connsiteX4" fmla="*/ 0 w 1877923"/>
                <a:gd name="connsiteY4" fmla="*/ 0 h 1102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7923" h="1102580">
                  <a:moveTo>
                    <a:pt x="0" y="0"/>
                  </a:moveTo>
                  <a:cubicBezTo>
                    <a:pt x="801540" y="212142"/>
                    <a:pt x="1156851" y="160934"/>
                    <a:pt x="1877923" y="0"/>
                  </a:cubicBezTo>
                  <a:lnTo>
                    <a:pt x="1877923" y="1102580"/>
                  </a:lnTo>
                  <a:cubicBezTo>
                    <a:pt x="1193427" y="883124"/>
                    <a:pt x="625974" y="912385"/>
                    <a:pt x="0" y="1102580"/>
                  </a:cubicBezTo>
                  <a:lnTo>
                    <a:pt x="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64" name="Oval 63"/>
            <p:cNvSpPr>
              <a:spLocks noChangeAspect="1"/>
            </p:cNvSpPr>
            <p:nvPr/>
          </p:nvSpPr>
          <p:spPr>
            <a:xfrm>
              <a:off x="6528120" y="2325581"/>
              <a:ext cx="1748174" cy="1747304"/>
            </a:xfrm>
            <a:prstGeom prst="ellipse">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65" name="Oval 64"/>
            <p:cNvSpPr/>
            <p:nvPr/>
          </p:nvSpPr>
          <p:spPr>
            <a:xfrm>
              <a:off x="2634801" y="1840230"/>
              <a:ext cx="2241396" cy="2241396"/>
            </a:xfrm>
            <a:prstGeom prst="ellipse">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66" name="Oval 65"/>
            <p:cNvSpPr>
              <a:spLocks noChangeAspect="1"/>
            </p:cNvSpPr>
            <p:nvPr/>
          </p:nvSpPr>
          <p:spPr>
            <a:xfrm>
              <a:off x="4689562" y="3199234"/>
              <a:ext cx="1957093" cy="1956119"/>
            </a:xfrm>
            <a:prstGeom prst="ellipse">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67" name="Rectangle 66"/>
            <p:cNvSpPr/>
            <p:nvPr/>
          </p:nvSpPr>
          <p:spPr>
            <a:xfrm>
              <a:off x="3271542" y="2623586"/>
              <a:ext cx="1325805" cy="674682"/>
            </a:xfrm>
            <a:prstGeom prst="rect">
              <a:avLst/>
            </a:prstGeom>
          </p:spPr>
          <p:txBody>
            <a:bodyPr wrap="square" lIns="0" tIns="0" rIns="0" bIns="0" anchor="ctr" anchorCtr="0">
              <a:spAutoFit/>
            </a:bodyPr>
            <a:lstStyle/>
            <a:p>
              <a:r>
                <a:rPr lang="en-US" sz="800" dirty="0">
                  <a:solidFill>
                    <a:schemeClr val="bg1"/>
                  </a:solidFill>
                  <a:latin typeface="Aptos" panose="020B0004020202020204" pitchFamily="34" charset="0"/>
                </a:rPr>
                <a:t>This is dummy text it is not here to be read. This is dummy text it is not here to be read. This is dummy text it is not here to be read. This is dummy text it is not here to be read. </a:t>
              </a:r>
            </a:p>
          </p:txBody>
        </p:sp>
        <p:sp>
          <p:nvSpPr>
            <p:cNvPr id="68" name="TextBox 67"/>
            <p:cNvSpPr txBox="1"/>
            <p:nvPr/>
          </p:nvSpPr>
          <p:spPr>
            <a:xfrm>
              <a:off x="2705984" y="2563467"/>
              <a:ext cx="631825" cy="794925"/>
            </a:xfrm>
            <a:prstGeom prst="rect">
              <a:avLst/>
            </a:prstGeom>
            <a:noFill/>
          </p:spPr>
          <p:txBody>
            <a:bodyPr wrap="square" lIns="29250" tIns="29250" rIns="29250" bIns="29250" rtlCol="0" anchor="ctr" anchorCtr="0">
              <a:spAutoFit/>
            </a:bodyPr>
            <a:lstStyle/>
            <a:p>
              <a:r>
                <a:rPr lang="en-US" sz="5363" dirty="0">
                  <a:solidFill>
                    <a:schemeClr val="bg1"/>
                  </a:solidFill>
                  <a:latin typeface="Aptos" panose="020B0004020202020204" pitchFamily="34" charset="0"/>
                </a:rPr>
                <a:t>1</a:t>
              </a:r>
            </a:p>
          </p:txBody>
        </p:sp>
        <p:cxnSp>
          <p:nvCxnSpPr>
            <p:cNvPr id="69" name="Straight Connector 68"/>
            <p:cNvCxnSpPr/>
            <p:nvPr/>
          </p:nvCxnSpPr>
          <p:spPr>
            <a:xfrm>
              <a:off x="3195341" y="2236290"/>
              <a:ext cx="0" cy="1449276"/>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ctangle 69"/>
            <p:cNvSpPr/>
            <p:nvPr/>
          </p:nvSpPr>
          <p:spPr>
            <a:xfrm>
              <a:off x="5396503" y="3839950"/>
              <a:ext cx="1034476" cy="674682"/>
            </a:xfrm>
            <a:prstGeom prst="rect">
              <a:avLst/>
            </a:prstGeom>
          </p:spPr>
          <p:txBody>
            <a:bodyPr wrap="square" lIns="0" tIns="0" rIns="0" bIns="0" anchor="ctr" anchorCtr="0">
              <a:spAutoFit/>
            </a:bodyPr>
            <a:lstStyle/>
            <a:p>
              <a:r>
                <a:rPr lang="en-US" sz="800" dirty="0">
                  <a:solidFill>
                    <a:schemeClr val="bg1"/>
                  </a:solidFill>
                  <a:latin typeface="Aptos" panose="020B0004020202020204" pitchFamily="34" charset="0"/>
                </a:rPr>
                <a:t>This is dummy text it is not here to be read. This is dummy text it is not here to be read. This is dummy text it is not here to be read. </a:t>
              </a:r>
            </a:p>
          </p:txBody>
        </p:sp>
        <p:sp>
          <p:nvSpPr>
            <p:cNvPr id="71" name="TextBox 70"/>
            <p:cNvSpPr txBox="1"/>
            <p:nvPr/>
          </p:nvSpPr>
          <p:spPr>
            <a:xfrm>
              <a:off x="4795158" y="3779831"/>
              <a:ext cx="631825" cy="794925"/>
            </a:xfrm>
            <a:prstGeom prst="rect">
              <a:avLst/>
            </a:prstGeom>
            <a:noFill/>
          </p:spPr>
          <p:txBody>
            <a:bodyPr wrap="square" lIns="29250" tIns="29250" rIns="29250" bIns="29250" rtlCol="0" anchor="ctr" anchorCtr="0">
              <a:spAutoFit/>
            </a:bodyPr>
            <a:lstStyle/>
            <a:p>
              <a:r>
                <a:rPr lang="en-US" sz="5363" dirty="0">
                  <a:solidFill>
                    <a:schemeClr val="bg1"/>
                  </a:solidFill>
                  <a:latin typeface="Aptos" panose="020B0004020202020204" pitchFamily="34" charset="0"/>
                </a:rPr>
                <a:t>2</a:t>
              </a:r>
            </a:p>
          </p:txBody>
        </p:sp>
        <p:cxnSp>
          <p:nvCxnSpPr>
            <p:cNvPr id="72" name="Straight Connector 71"/>
            <p:cNvCxnSpPr/>
            <p:nvPr/>
          </p:nvCxnSpPr>
          <p:spPr>
            <a:xfrm>
              <a:off x="5324503" y="3452654"/>
              <a:ext cx="0" cy="1449276"/>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3" name="Rectangle 72"/>
            <p:cNvSpPr/>
            <p:nvPr/>
          </p:nvSpPr>
          <p:spPr>
            <a:xfrm>
              <a:off x="7226743" y="2974340"/>
              <a:ext cx="871368" cy="449787"/>
            </a:xfrm>
            <a:prstGeom prst="rect">
              <a:avLst/>
            </a:prstGeom>
          </p:spPr>
          <p:txBody>
            <a:bodyPr wrap="square" lIns="0" tIns="0" rIns="0" bIns="0" anchor="ctr" anchorCtr="0">
              <a:spAutoFit/>
            </a:bodyPr>
            <a:lstStyle/>
            <a:p>
              <a:r>
                <a:rPr lang="en-US" sz="800" dirty="0">
                  <a:solidFill>
                    <a:schemeClr val="bg1"/>
                  </a:solidFill>
                  <a:latin typeface="Aptos" panose="020B0004020202020204" pitchFamily="34" charset="0"/>
                </a:rPr>
                <a:t>This is dummy text it is not here to be read. This is dummy text it is not here to be read. </a:t>
              </a:r>
            </a:p>
          </p:txBody>
        </p:sp>
        <p:sp>
          <p:nvSpPr>
            <p:cNvPr id="74" name="TextBox 73"/>
            <p:cNvSpPr txBox="1"/>
            <p:nvPr/>
          </p:nvSpPr>
          <p:spPr>
            <a:xfrm>
              <a:off x="6596806" y="2801770"/>
              <a:ext cx="631825" cy="794925"/>
            </a:xfrm>
            <a:prstGeom prst="rect">
              <a:avLst/>
            </a:prstGeom>
            <a:noFill/>
          </p:spPr>
          <p:txBody>
            <a:bodyPr wrap="square" lIns="29250" tIns="29250" rIns="29250" bIns="29250" rtlCol="0" anchor="ctr" anchorCtr="0">
              <a:spAutoFit/>
            </a:bodyPr>
            <a:lstStyle/>
            <a:p>
              <a:r>
                <a:rPr lang="en-US" sz="5363" dirty="0">
                  <a:solidFill>
                    <a:schemeClr val="bg1"/>
                  </a:solidFill>
                  <a:latin typeface="Aptos" panose="020B0004020202020204" pitchFamily="34" charset="0"/>
                </a:rPr>
                <a:t>3</a:t>
              </a:r>
            </a:p>
          </p:txBody>
        </p:sp>
        <p:cxnSp>
          <p:nvCxnSpPr>
            <p:cNvPr id="75" name="Straight Connector 74"/>
            <p:cNvCxnSpPr/>
            <p:nvPr/>
          </p:nvCxnSpPr>
          <p:spPr>
            <a:xfrm>
              <a:off x="7144257" y="2521724"/>
              <a:ext cx="0" cy="1355021"/>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a:off x="8153193" y="3386355"/>
              <a:ext cx="1405385" cy="1404687"/>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1"/>
                </a:solidFill>
                <a:latin typeface="Aptos" panose="020B0004020202020204" pitchFamily="34" charset="0"/>
              </a:endParaRPr>
            </a:p>
          </p:txBody>
        </p:sp>
        <p:sp>
          <p:nvSpPr>
            <p:cNvPr id="77" name="Rectangle 76"/>
            <p:cNvSpPr/>
            <p:nvPr/>
          </p:nvSpPr>
          <p:spPr>
            <a:xfrm>
              <a:off x="8827620" y="3922708"/>
              <a:ext cx="617489" cy="331981"/>
            </a:xfrm>
            <a:prstGeom prst="rect">
              <a:avLst/>
            </a:prstGeom>
          </p:spPr>
          <p:txBody>
            <a:bodyPr wrap="square" lIns="0" tIns="0" rIns="0" bIns="0" anchor="ctr" anchorCtr="0">
              <a:spAutoFit/>
            </a:bodyPr>
            <a:lstStyle/>
            <a:p>
              <a:r>
                <a:rPr lang="en-US" sz="800" dirty="0">
                  <a:latin typeface="Aptos" panose="020B0004020202020204" pitchFamily="34" charset="0"/>
                </a:rPr>
                <a:t>This is dummy text it is not here to be read. </a:t>
              </a:r>
            </a:p>
          </p:txBody>
        </p:sp>
        <p:sp>
          <p:nvSpPr>
            <p:cNvPr id="78" name="TextBox 77"/>
            <p:cNvSpPr txBox="1"/>
            <p:nvPr/>
          </p:nvSpPr>
          <p:spPr>
            <a:xfrm>
              <a:off x="8200125" y="3691235"/>
              <a:ext cx="631825" cy="794925"/>
            </a:xfrm>
            <a:prstGeom prst="rect">
              <a:avLst/>
            </a:prstGeom>
            <a:noFill/>
          </p:spPr>
          <p:txBody>
            <a:bodyPr wrap="square" lIns="29250" tIns="29250" rIns="29250" bIns="29250" rtlCol="0" anchor="ctr" anchorCtr="0">
              <a:spAutoFit/>
            </a:bodyPr>
            <a:lstStyle/>
            <a:p>
              <a:r>
                <a:rPr lang="en-US" sz="5363" dirty="0">
                  <a:latin typeface="Aptos" panose="020B0004020202020204" pitchFamily="34" charset="0"/>
                </a:rPr>
                <a:t>4</a:t>
              </a:r>
            </a:p>
          </p:txBody>
        </p:sp>
        <p:cxnSp>
          <p:nvCxnSpPr>
            <p:cNvPr id="79" name="Straight Connector 78"/>
            <p:cNvCxnSpPr/>
            <p:nvPr/>
          </p:nvCxnSpPr>
          <p:spPr>
            <a:xfrm>
              <a:off x="8736179" y="3602968"/>
              <a:ext cx="0" cy="971461"/>
            </a:xfrm>
            <a:prstGeom prst="line">
              <a:avLst/>
            </a:prstGeom>
            <a:ln w="952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48469303"/>
      </p:ext>
    </p:extLst>
  </p:cSld>
  <p:clrMapOvr>
    <a:masterClrMapping/>
  </p:clrMapOvr>
  <p:transition>
    <p:fade/>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Numbered raindrops</a:t>
            </a:r>
            <a:endParaRPr lang="en-US" dirty="0"/>
          </a:p>
        </p:txBody>
      </p:sp>
      <p:sp>
        <p:nvSpPr>
          <p:cNvPr id="371719" name="Title 1"/>
          <p:cNvSpPr>
            <a:spLocks noGrp="1"/>
          </p:cNvSpPr>
          <p:nvPr>
            <p:ph type="title"/>
          </p:nvPr>
        </p:nvSpPr>
        <p:spPr/>
        <p:txBody>
          <a:bodyPr/>
          <a:lstStyle/>
          <a:p>
            <a:r>
              <a:rPr lang="en-US" altLang="ja-JP"/>
              <a:t>Ranking elements</a:t>
            </a:r>
            <a:endParaRPr lang="en-US" dirty="0"/>
          </a:p>
        </p:txBody>
      </p:sp>
      <p:sp>
        <p:nvSpPr>
          <p:cNvPr id="23" name="Teardrop 25"/>
          <p:cNvSpPr/>
          <p:nvPr/>
        </p:nvSpPr>
        <p:spPr bwMode="gray">
          <a:xfrm rot="8100000" flipH="1">
            <a:off x="3693458" y="1951028"/>
            <a:ext cx="1595136" cy="1701358"/>
          </a:xfrm>
          <a:custGeom>
            <a:avLst/>
            <a:gdLst>
              <a:gd name="connsiteX0" fmla="*/ 0 w 1963243"/>
              <a:gd name="connsiteY0" fmla="*/ 981622 h 1963243"/>
              <a:gd name="connsiteX1" fmla="*/ 981622 w 1963243"/>
              <a:gd name="connsiteY1" fmla="*/ 0 h 1963243"/>
              <a:gd name="connsiteX2" fmla="*/ 1963243 w 1963243"/>
              <a:gd name="connsiteY2" fmla="*/ 0 h 1963243"/>
              <a:gd name="connsiteX3" fmla="*/ 1963243 w 1963243"/>
              <a:gd name="connsiteY3" fmla="*/ 981622 h 1963243"/>
              <a:gd name="connsiteX4" fmla="*/ 981621 w 1963243"/>
              <a:gd name="connsiteY4" fmla="*/ 1963244 h 1963243"/>
              <a:gd name="connsiteX5" fmla="*/ -1 w 1963243"/>
              <a:gd name="connsiteY5" fmla="*/ 981622 h 1963243"/>
              <a:gd name="connsiteX6" fmla="*/ 0 w 1963243"/>
              <a:gd name="connsiteY6" fmla="*/ 981622 h 1963243"/>
              <a:gd name="connsiteX0" fmla="*/ 1 w 1988851"/>
              <a:gd name="connsiteY0" fmla="*/ 981622 h 1963244"/>
              <a:gd name="connsiteX1" fmla="*/ 981623 w 1988851"/>
              <a:gd name="connsiteY1" fmla="*/ 0 h 1963244"/>
              <a:gd name="connsiteX2" fmla="*/ 1988851 w 1988851"/>
              <a:gd name="connsiteY2" fmla="*/ 115231 h 1963244"/>
              <a:gd name="connsiteX3" fmla="*/ 1963244 w 1988851"/>
              <a:gd name="connsiteY3" fmla="*/ 981622 h 1963244"/>
              <a:gd name="connsiteX4" fmla="*/ 981622 w 1988851"/>
              <a:gd name="connsiteY4" fmla="*/ 1963244 h 1963244"/>
              <a:gd name="connsiteX5" fmla="*/ 0 w 1988851"/>
              <a:gd name="connsiteY5" fmla="*/ 981622 h 1963244"/>
              <a:gd name="connsiteX6" fmla="*/ 1 w 1988851"/>
              <a:gd name="connsiteY6" fmla="*/ 981622 h 1963244"/>
              <a:gd name="connsiteX0" fmla="*/ 1 w 1988851"/>
              <a:gd name="connsiteY0" fmla="*/ 987436 h 1969058"/>
              <a:gd name="connsiteX1" fmla="*/ 981623 w 1988851"/>
              <a:gd name="connsiteY1" fmla="*/ 5814 h 1969058"/>
              <a:gd name="connsiteX2" fmla="*/ 1988851 w 1988851"/>
              <a:gd name="connsiteY2" fmla="*/ 121045 h 1969058"/>
              <a:gd name="connsiteX3" fmla="*/ 1963244 w 1988851"/>
              <a:gd name="connsiteY3" fmla="*/ 987436 h 1969058"/>
              <a:gd name="connsiteX4" fmla="*/ 981622 w 1988851"/>
              <a:gd name="connsiteY4" fmla="*/ 1969058 h 1969058"/>
              <a:gd name="connsiteX5" fmla="*/ 0 w 1988851"/>
              <a:gd name="connsiteY5" fmla="*/ 987436 h 1969058"/>
              <a:gd name="connsiteX6" fmla="*/ 1 w 1988851"/>
              <a:gd name="connsiteY6" fmla="*/ 987436 h 1969058"/>
              <a:gd name="connsiteX0" fmla="*/ 1 w 1974354"/>
              <a:gd name="connsiteY0" fmla="*/ 987837 h 1969459"/>
              <a:gd name="connsiteX1" fmla="*/ 981623 w 1974354"/>
              <a:gd name="connsiteY1" fmla="*/ 6215 h 1969459"/>
              <a:gd name="connsiteX2" fmla="*/ 1974354 w 1974354"/>
              <a:gd name="connsiteY2" fmla="*/ 112748 h 1969459"/>
              <a:gd name="connsiteX3" fmla="*/ 1963244 w 1974354"/>
              <a:gd name="connsiteY3" fmla="*/ 987837 h 1969459"/>
              <a:gd name="connsiteX4" fmla="*/ 981622 w 1974354"/>
              <a:gd name="connsiteY4" fmla="*/ 1969459 h 1969459"/>
              <a:gd name="connsiteX5" fmla="*/ 0 w 1974354"/>
              <a:gd name="connsiteY5" fmla="*/ 987837 h 1969459"/>
              <a:gd name="connsiteX6" fmla="*/ 1 w 1974354"/>
              <a:gd name="connsiteY6" fmla="*/ 987837 h 1969459"/>
              <a:gd name="connsiteX0" fmla="*/ 1 w 1963244"/>
              <a:gd name="connsiteY0" fmla="*/ 987565 h 1969187"/>
              <a:gd name="connsiteX1" fmla="*/ 981623 w 1963244"/>
              <a:gd name="connsiteY1" fmla="*/ 5943 h 1969187"/>
              <a:gd name="connsiteX2" fmla="*/ 1962757 w 1963244"/>
              <a:gd name="connsiteY2" fmla="*/ 118275 h 1969187"/>
              <a:gd name="connsiteX3" fmla="*/ 1963244 w 1963244"/>
              <a:gd name="connsiteY3" fmla="*/ 987565 h 1969187"/>
              <a:gd name="connsiteX4" fmla="*/ 981622 w 1963244"/>
              <a:gd name="connsiteY4" fmla="*/ 1969187 h 1969187"/>
              <a:gd name="connsiteX5" fmla="*/ 0 w 1963244"/>
              <a:gd name="connsiteY5" fmla="*/ 987565 h 1969187"/>
              <a:gd name="connsiteX6" fmla="*/ 1 w 1963244"/>
              <a:gd name="connsiteY6" fmla="*/ 987565 h 1969187"/>
              <a:gd name="connsiteX0" fmla="*/ 1 w 1963244"/>
              <a:gd name="connsiteY0" fmla="*/ 1005501 h 1987123"/>
              <a:gd name="connsiteX1" fmla="*/ 981623 w 1963244"/>
              <a:gd name="connsiteY1" fmla="*/ 23879 h 1987123"/>
              <a:gd name="connsiteX2" fmla="*/ 1924909 w 1963244"/>
              <a:gd name="connsiteY2" fmla="*/ 28973 h 1987123"/>
              <a:gd name="connsiteX3" fmla="*/ 1963244 w 1963244"/>
              <a:gd name="connsiteY3" fmla="*/ 1005501 h 1987123"/>
              <a:gd name="connsiteX4" fmla="*/ 981622 w 1963244"/>
              <a:gd name="connsiteY4" fmla="*/ 1987123 h 1987123"/>
              <a:gd name="connsiteX5" fmla="*/ 0 w 1963244"/>
              <a:gd name="connsiteY5" fmla="*/ 1005501 h 1987123"/>
              <a:gd name="connsiteX6" fmla="*/ 1 w 1963244"/>
              <a:gd name="connsiteY6" fmla="*/ 1005501 h 1987123"/>
              <a:gd name="connsiteX0" fmla="*/ 1 w 1963244"/>
              <a:gd name="connsiteY0" fmla="*/ 1018555 h 2000177"/>
              <a:gd name="connsiteX1" fmla="*/ 981623 w 1963244"/>
              <a:gd name="connsiteY1" fmla="*/ 36933 h 2000177"/>
              <a:gd name="connsiteX2" fmla="*/ 1940680 w 1963244"/>
              <a:gd name="connsiteY2" fmla="*/ 19949 h 2000177"/>
              <a:gd name="connsiteX3" fmla="*/ 1963244 w 1963244"/>
              <a:gd name="connsiteY3" fmla="*/ 1018555 h 2000177"/>
              <a:gd name="connsiteX4" fmla="*/ 981622 w 1963244"/>
              <a:gd name="connsiteY4" fmla="*/ 2000177 h 2000177"/>
              <a:gd name="connsiteX5" fmla="*/ 0 w 1963244"/>
              <a:gd name="connsiteY5" fmla="*/ 1018555 h 2000177"/>
              <a:gd name="connsiteX6" fmla="*/ 1 w 1963244"/>
              <a:gd name="connsiteY6" fmla="*/ 1018555 h 2000177"/>
              <a:gd name="connsiteX0" fmla="*/ 1 w 1963244"/>
              <a:gd name="connsiteY0" fmla="*/ 998606 h 1980228"/>
              <a:gd name="connsiteX1" fmla="*/ 981623 w 1963244"/>
              <a:gd name="connsiteY1" fmla="*/ 16984 h 1980228"/>
              <a:gd name="connsiteX2" fmla="*/ 1940680 w 1963244"/>
              <a:gd name="connsiteY2" fmla="*/ 0 h 1980228"/>
              <a:gd name="connsiteX3" fmla="*/ 1963244 w 1963244"/>
              <a:gd name="connsiteY3" fmla="*/ 998606 h 1980228"/>
              <a:gd name="connsiteX4" fmla="*/ 981622 w 1963244"/>
              <a:gd name="connsiteY4" fmla="*/ 1980228 h 1980228"/>
              <a:gd name="connsiteX5" fmla="*/ 0 w 1963244"/>
              <a:gd name="connsiteY5" fmla="*/ 998606 h 1980228"/>
              <a:gd name="connsiteX6" fmla="*/ 1 w 1963244"/>
              <a:gd name="connsiteY6" fmla="*/ 998606 h 1980228"/>
              <a:gd name="connsiteX0" fmla="*/ 1 w 1963244"/>
              <a:gd name="connsiteY0" fmla="*/ 998606 h 1980228"/>
              <a:gd name="connsiteX1" fmla="*/ 981623 w 1963244"/>
              <a:gd name="connsiteY1" fmla="*/ 16984 h 1980228"/>
              <a:gd name="connsiteX2" fmla="*/ 1940680 w 1963244"/>
              <a:gd name="connsiteY2" fmla="*/ 0 h 1980228"/>
              <a:gd name="connsiteX3" fmla="*/ 1963244 w 1963244"/>
              <a:gd name="connsiteY3" fmla="*/ 998606 h 1980228"/>
              <a:gd name="connsiteX4" fmla="*/ 981622 w 1963244"/>
              <a:gd name="connsiteY4" fmla="*/ 1980228 h 1980228"/>
              <a:gd name="connsiteX5" fmla="*/ 0 w 1963244"/>
              <a:gd name="connsiteY5" fmla="*/ 998606 h 1980228"/>
              <a:gd name="connsiteX6" fmla="*/ 1 w 1963244"/>
              <a:gd name="connsiteY6" fmla="*/ 998606 h 1980228"/>
              <a:gd name="connsiteX0" fmla="*/ 1 w 1966287"/>
              <a:gd name="connsiteY0" fmla="*/ 1088231 h 2069853"/>
              <a:gd name="connsiteX1" fmla="*/ 981623 w 1966287"/>
              <a:gd name="connsiteY1" fmla="*/ 106609 h 2069853"/>
              <a:gd name="connsiteX2" fmla="*/ 1966287 w 1966287"/>
              <a:gd name="connsiteY2" fmla="*/ 0 h 2069853"/>
              <a:gd name="connsiteX3" fmla="*/ 1963244 w 1966287"/>
              <a:gd name="connsiteY3" fmla="*/ 1088231 h 2069853"/>
              <a:gd name="connsiteX4" fmla="*/ 981622 w 1966287"/>
              <a:gd name="connsiteY4" fmla="*/ 2069853 h 2069853"/>
              <a:gd name="connsiteX5" fmla="*/ 0 w 1966287"/>
              <a:gd name="connsiteY5" fmla="*/ 1088231 h 2069853"/>
              <a:gd name="connsiteX6" fmla="*/ 1 w 1966287"/>
              <a:gd name="connsiteY6" fmla="*/ 1088231 h 2069853"/>
              <a:gd name="connsiteX0" fmla="*/ 1 w 1966287"/>
              <a:gd name="connsiteY0" fmla="*/ 1088231 h 2069853"/>
              <a:gd name="connsiteX1" fmla="*/ 981623 w 1966287"/>
              <a:gd name="connsiteY1" fmla="*/ 106609 h 2069853"/>
              <a:gd name="connsiteX2" fmla="*/ 1966287 w 1966287"/>
              <a:gd name="connsiteY2" fmla="*/ 0 h 2069853"/>
              <a:gd name="connsiteX3" fmla="*/ 1963244 w 1966287"/>
              <a:gd name="connsiteY3" fmla="*/ 1088231 h 2069853"/>
              <a:gd name="connsiteX4" fmla="*/ 981622 w 1966287"/>
              <a:gd name="connsiteY4" fmla="*/ 2069853 h 2069853"/>
              <a:gd name="connsiteX5" fmla="*/ 0 w 1966287"/>
              <a:gd name="connsiteY5" fmla="*/ 1088231 h 2069853"/>
              <a:gd name="connsiteX6" fmla="*/ 1 w 1966287"/>
              <a:gd name="connsiteY6" fmla="*/ 1088231 h 2069853"/>
              <a:gd name="connsiteX0" fmla="*/ 1 w 1966287"/>
              <a:gd name="connsiteY0" fmla="*/ 1088231 h 2069853"/>
              <a:gd name="connsiteX1" fmla="*/ 981623 w 1966287"/>
              <a:gd name="connsiteY1" fmla="*/ 106609 h 2069853"/>
              <a:gd name="connsiteX2" fmla="*/ 1966287 w 1966287"/>
              <a:gd name="connsiteY2" fmla="*/ 0 h 2069853"/>
              <a:gd name="connsiteX3" fmla="*/ 1963244 w 1966287"/>
              <a:gd name="connsiteY3" fmla="*/ 1088231 h 2069853"/>
              <a:gd name="connsiteX4" fmla="*/ 981622 w 1966287"/>
              <a:gd name="connsiteY4" fmla="*/ 2069853 h 2069853"/>
              <a:gd name="connsiteX5" fmla="*/ 0 w 1966287"/>
              <a:gd name="connsiteY5" fmla="*/ 1088231 h 2069853"/>
              <a:gd name="connsiteX6" fmla="*/ 1 w 1966287"/>
              <a:gd name="connsiteY6" fmla="*/ 1088231 h 2069853"/>
              <a:gd name="connsiteX0" fmla="*/ 1 w 1966287"/>
              <a:gd name="connsiteY0" fmla="*/ 1088231 h 2069853"/>
              <a:gd name="connsiteX1" fmla="*/ 981623 w 1966287"/>
              <a:gd name="connsiteY1" fmla="*/ 106609 h 2069853"/>
              <a:gd name="connsiteX2" fmla="*/ 1966287 w 1966287"/>
              <a:gd name="connsiteY2" fmla="*/ 0 h 2069853"/>
              <a:gd name="connsiteX3" fmla="*/ 1963244 w 1966287"/>
              <a:gd name="connsiteY3" fmla="*/ 1088231 h 2069853"/>
              <a:gd name="connsiteX4" fmla="*/ 981622 w 1966287"/>
              <a:gd name="connsiteY4" fmla="*/ 2069853 h 2069853"/>
              <a:gd name="connsiteX5" fmla="*/ 0 w 1966287"/>
              <a:gd name="connsiteY5" fmla="*/ 1088231 h 2069853"/>
              <a:gd name="connsiteX6" fmla="*/ 1 w 1966287"/>
              <a:gd name="connsiteY6" fmla="*/ 1088231 h 2069853"/>
              <a:gd name="connsiteX0" fmla="*/ 1 w 1963244"/>
              <a:gd name="connsiteY0" fmla="*/ 1112357 h 2093979"/>
              <a:gd name="connsiteX1" fmla="*/ 981623 w 1963244"/>
              <a:gd name="connsiteY1" fmla="*/ 130735 h 2093979"/>
              <a:gd name="connsiteX2" fmla="*/ 1942160 w 1963244"/>
              <a:gd name="connsiteY2" fmla="*/ 0 h 2093979"/>
              <a:gd name="connsiteX3" fmla="*/ 1963244 w 1963244"/>
              <a:gd name="connsiteY3" fmla="*/ 1112357 h 2093979"/>
              <a:gd name="connsiteX4" fmla="*/ 981622 w 1963244"/>
              <a:gd name="connsiteY4" fmla="*/ 2093979 h 2093979"/>
              <a:gd name="connsiteX5" fmla="*/ 0 w 1963244"/>
              <a:gd name="connsiteY5" fmla="*/ 1112357 h 2093979"/>
              <a:gd name="connsiteX6" fmla="*/ 1 w 1963244"/>
              <a:gd name="connsiteY6" fmla="*/ 1112357 h 2093979"/>
              <a:gd name="connsiteX0" fmla="*/ 1 w 1963244"/>
              <a:gd name="connsiteY0" fmla="*/ 1112357 h 2093979"/>
              <a:gd name="connsiteX1" fmla="*/ 981623 w 1963244"/>
              <a:gd name="connsiteY1" fmla="*/ 130735 h 2093979"/>
              <a:gd name="connsiteX2" fmla="*/ 1942160 w 1963244"/>
              <a:gd name="connsiteY2" fmla="*/ 0 h 2093979"/>
              <a:gd name="connsiteX3" fmla="*/ 1963244 w 1963244"/>
              <a:gd name="connsiteY3" fmla="*/ 1112357 h 2093979"/>
              <a:gd name="connsiteX4" fmla="*/ 981622 w 1963244"/>
              <a:gd name="connsiteY4" fmla="*/ 2093979 h 2093979"/>
              <a:gd name="connsiteX5" fmla="*/ 0 w 1963244"/>
              <a:gd name="connsiteY5" fmla="*/ 1112357 h 2093979"/>
              <a:gd name="connsiteX6" fmla="*/ 1 w 1963244"/>
              <a:gd name="connsiteY6" fmla="*/ 1112357 h 209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3244" h="2093979">
                <a:moveTo>
                  <a:pt x="1" y="1112357"/>
                </a:moveTo>
                <a:cubicBezTo>
                  <a:pt x="1" y="570222"/>
                  <a:pt x="439488" y="130735"/>
                  <a:pt x="981623" y="130735"/>
                </a:cubicBezTo>
                <a:cubicBezTo>
                  <a:pt x="1310964" y="98726"/>
                  <a:pt x="1603802" y="154382"/>
                  <a:pt x="1942160" y="0"/>
                </a:cubicBezTo>
                <a:cubicBezTo>
                  <a:pt x="1831091" y="454143"/>
                  <a:pt x="1963244" y="785150"/>
                  <a:pt x="1963244" y="1112357"/>
                </a:cubicBezTo>
                <a:cubicBezTo>
                  <a:pt x="1963244" y="1654492"/>
                  <a:pt x="1523757" y="2093979"/>
                  <a:pt x="981622" y="2093979"/>
                </a:cubicBezTo>
                <a:cubicBezTo>
                  <a:pt x="439487" y="2093979"/>
                  <a:pt x="0" y="1654492"/>
                  <a:pt x="0" y="1112357"/>
                </a:cubicBezTo>
                <a:lnTo>
                  <a:pt x="1" y="1112357"/>
                </a:lnTo>
                <a:close/>
              </a:path>
            </a:pathLst>
          </a:custGeom>
          <a:solidFill>
            <a:schemeClr val="accent3"/>
          </a:solidFill>
          <a:ln w="6350" algn="ctr">
            <a:noFill/>
            <a:miter lim="800000"/>
            <a:headEnd/>
            <a:tailEnd/>
          </a:ln>
        </p:spPr>
        <p:txBody>
          <a:bodyPr wrap="square" lIns="72231" tIns="72231" rIns="72231" bIns="72231" rtlCol="0" anchor="ctr"/>
          <a:lstStyle/>
          <a:p>
            <a:pPr algn="ctr">
              <a:lnSpc>
                <a:spcPct val="106000"/>
              </a:lnSpc>
            </a:pPr>
            <a:endParaRPr lang="en-US" sz="1300" b="1" dirty="0">
              <a:solidFill>
                <a:schemeClr val="bg1"/>
              </a:solidFill>
              <a:latin typeface="Aptos" panose="020B0004020202020204" pitchFamily="34" charset="0"/>
            </a:endParaRPr>
          </a:p>
        </p:txBody>
      </p:sp>
      <p:sp>
        <p:nvSpPr>
          <p:cNvPr id="24" name="Teardrop 1"/>
          <p:cNvSpPr/>
          <p:nvPr/>
        </p:nvSpPr>
        <p:spPr bwMode="gray">
          <a:xfrm rot="13500000">
            <a:off x="4949772" y="2879962"/>
            <a:ext cx="1575576" cy="1509909"/>
          </a:xfrm>
          <a:custGeom>
            <a:avLst/>
            <a:gdLst>
              <a:gd name="connsiteX0" fmla="*/ 0 w 1719980"/>
              <a:gd name="connsiteY0" fmla="*/ 859990 h 1719980"/>
              <a:gd name="connsiteX1" fmla="*/ 859990 w 1719980"/>
              <a:gd name="connsiteY1" fmla="*/ 0 h 1719980"/>
              <a:gd name="connsiteX2" fmla="*/ 1719980 w 1719980"/>
              <a:gd name="connsiteY2" fmla="*/ 0 h 1719980"/>
              <a:gd name="connsiteX3" fmla="*/ 1719980 w 1719980"/>
              <a:gd name="connsiteY3" fmla="*/ 859990 h 1719980"/>
              <a:gd name="connsiteX4" fmla="*/ 859990 w 1719980"/>
              <a:gd name="connsiteY4" fmla="*/ 1719980 h 1719980"/>
              <a:gd name="connsiteX5" fmla="*/ 0 w 1719980"/>
              <a:gd name="connsiteY5" fmla="*/ 859990 h 1719980"/>
              <a:gd name="connsiteX0" fmla="*/ 0 w 1719980"/>
              <a:gd name="connsiteY0" fmla="*/ 859990 h 1719980"/>
              <a:gd name="connsiteX1" fmla="*/ 859990 w 1719980"/>
              <a:gd name="connsiteY1" fmla="*/ 0 h 1719980"/>
              <a:gd name="connsiteX2" fmla="*/ 1719980 w 1719980"/>
              <a:gd name="connsiteY2" fmla="*/ 0 h 1719980"/>
              <a:gd name="connsiteX3" fmla="*/ 1719980 w 1719980"/>
              <a:gd name="connsiteY3" fmla="*/ 859990 h 1719980"/>
              <a:gd name="connsiteX4" fmla="*/ 859990 w 1719980"/>
              <a:gd name="connsiteY4" fmla="*/ 1719980 h 1719980"/>
              <a:gd name="connsiteX5" fmla="*/ 0 w 1719980"/>
              <a:gd name="connsiteY5" fmla="*/ 859990 h 1719980"/>
              <a:gd name="connsiteX0" fmla="*/ 0 w 1890719"/>
              <a:gd name="connsiteY0" fmla="*/ 951927 h 1811917"/>
              <a:gd name="connsiteX1" fmla="*/ 859990 w 1890719"/>
              <a:gd name="connsiteY1" fmla="*/ 91937 h 1811917"/>
              <a:gd name="connsiteX2" fmla="*/ 1890719 w 1890719"/>
              <a:gd name="connsiteY2" fmla="*/ 0 h 1811917"/>
              <a:gd name="connsiteX3" fmla="*/ 1719980 w 1890719"/>
              <a:gd name="connsiteY3" fmla="*/ 951927 h 1811917"/>
              <a:gd name="connsiteX4" fmla="*/ 859990 w 1890719"/>
              <a:gd name="connsiteY4" fmla="*/ 1811917 h 1811917"/>
              <a:gd name="connsiteX5" fmla="*/ 0 w 1890719"/>
              <a:gd name="connsiteY5" fmla="*/ 951927 h 1811917"/>
              <a:gd name="connsiteX0" fmla="*/ 0 w 1890719"/>
              <a:gd name="connsiteY0" fmla="*/ 951927 h 1811917"/>
              <a:gd name="connsiteX1" fmla="*/ 859990 w 1890719"/>
              <a:gd name="connsiteY1" fmla="*/ 91937 h 1811917"/>
              <a:gd name="connsiteX2" fmla="*/ 1890719 w 1890719"/>
              <a:gd name="connsiteY2" fmla="*/ 0 h 1811917"/>
              <a:gd name="connsiteX3" fmla="*/ 1719980 w 1890719"/>
              <a:gd name="connsiteY3" fmla="*/ 951927 h 1811917"/>
              <a:gd name="connsiteX4" fmla="*/ 859990 w 1890719"/>
              <a:gd name="connsiteY4" fmla="*/ 1811917 h 1811917"/>
              <a:gd name="connsiteX5" fmla="*/ 0 w 1890719"/>
              <a:gd name="connsiteY5" fmla="*/ 951927 h 1811917"/>
              <a:gd name="connsiteX0" fmla="*/ 0 w 1890719"/>
              <a:gd name="connsiteY0" fmla="*/ 951927 h 1811917"/>
              <a:gd name="connsiteX1" fmla="*/ 859990 w 1890719"/>
              <a:gd name="connsiteY1" fmla="*/ 91937 h 1811917"/>
              <a:gd name="connsiteX2" fmla="*/ 1890719 w 1890719"/>
              <a:gd name="connsiteY2" fmla="*/ 0 h 1811917"/>
              <a:gd name="connsiteX3" fmla="*/ 1719980 w 1890719"/>
              <a:gd name="connsiteY3" fmla="*/ 951927 h 1811917"/>
              <a:gd name="connsiteX4" fmla="*/ 859990 w 1890719"/>
              <a:gd name="connsiteY4" fmla="*/ 1811917 h 1811917"/>
              <a:gd name="connsiteX5" fmla="*/ 0 w 1890719"/>
              <a:gd name="connsiteY5" fmla="*/ 951927 h 1811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0719" h="1811917">
                <a:moveTo>
                  <a:pt x="0" y="951927"/>
                </a:moveTo>
                <a:cubicBezTo>
                  <a:pt x="0" y="476968"/>
                  <a:pt x="388899" y="119011"/>
                  <a:pt x="859990" y="91937"/>
                </a:cubicBezTo>
                <a:cubicBezTo>
                  <a:pt x="1203566" y="61291"/>
                  <a:pt x="1445356" y="93032"/>
                  <a:pt x="1890719" y="0"/>
                </a:cubicBezTo>
                <a:cubicBezTo>
                  <a:pt x="1673060" y="312270"/>
                  <a:pt x="1719980" y="665264"/>
                  <a:pt x="1719980" y="951927"/>
                </a:cubicBezTo>
                <a:cubicBezTo>
                  <a:pt x="1719980" y="1426886"/>
                  <a:pt x="1334949" y="1811917"/>
                  <a:pt x="859990" y="1811917"/>
                </a:cubicBezTo>
                <a:cubicBezTo>
                  <a:pt x="385031" y="1811917"/>
                  <a:pt x="0" y="1426886"/>
                  <a:pt x="0" y="951927"/>
                </a:cubicBezTo>
                <a:close/>
              </a:path>
            </a:pathLst>
          </a:custGeom>
          <a:solidFill>
            <a:schemeClr val="accent6"/>
          </a:solidFill>
          <a:ln w="6350" algn="ctr">
            <a:noFill/>
            <a:miter lim="800000"/>
            <a:headEnd/>
            <a:tailEnd/>
          </a:ln>
        </p:spPr>
        <p:txBody>
          <a:bodyPr wrap="square" lIns="72231" tIns="72231" rIns="72231" bIns="72231" rtlCol="0" anchor="ctr"/>
          <a:lstStyle/>
          <a:p>
            <a:pPr algn="ctr">
              <a:lnSpc>
                <a:spcPct val="106000"/>
              </a:lnSpc>
            </a:pPr>
            <a:endParaRPr lang="en-US" sz="1300" b="1" dirty="0">
              <a:solidFill>
                <a:schemeClr val="bg1"/>
              </a:solidFill>
              <a:latin typeface="Aptos" panose="020B0004020202020204" pitchFamily="34" charset="0"/>
            </a:endParaRPr>
          </a:p>
        </p:txBody>
      </p:sp>
      <p:sp>
        <p:nvSpPr>
          <p:cNvPr id="25" name="Teardrop 25"/>
          <p:cNvSpPr/>
          <p:nvPr/>
        </p:nvSpPr>
        <p:spPr bwMode="gray">
          <a:xfrm rot="8100000" flipH="1">
            <a:off x="3156426" y="3546301"/>
            <a:ext cx="2110534" cy="1952003"/>
          </a:xfrm>
          <a:custGeom>
            <a:avLst/>
            <a:gdLst>
              <a:gd name="connsiteX0" fmla="*/ 0 w 1963243"/>
              <a:gd name="connsiteY0" fmla="*/ 981622 h 1963243"/>
              <a:gd name="connsiteX1" fmla="*/ 981622 w 1963243"/>
              <a:gd name="connsiteY1" fmla="*/ 0 h 1963243"/>
              <a:gd name="connsiteX2" fmla="*/ 1963243 w 1963243"/>
              <a:gd name="connsiteY2" fmla="*/ 0 h 1963243"/>
              <a:gd name="connsiteX3" fmla="*/ 1963243 w 1963243"/>
              <a:gd name="connsiteY3" fmla="*/ 981622 h 1963243"/>
              <a:gd name="connsiteX4" fmla="*/ 981621 w 1963243"/>
              <a:gd name="connsiteY4" fmla="*/ 1963244 h 1963243"/>
              <a:gd name="connsiteX5" fmla="*/ -1 w 1963243"/>
              <a:gd name="connsiteY5" fmla="*/ 981622 h 1963243"/>
              <a:gd name="connsiteX6" fmla="*/ 0 w 1963243"/>
              <a:gd name="connsiteY6" fmla="*/ 981622 h 1963243"/>
              <a:gd name="connsiteX0" fmla="*/ 1 w 1988851"/>
              <a:gd name="connsiteY0" fmla="*/ 981622 h 1963244"/>
              <a:gd name="connsiteX1" fmla="*/ 981623 w 1988851"/>
              <a:gd name="connsiteY1" fmla="*/ 0 h 1963244"/>
              <a:gd name="connsiteX2" fmla="*/ 1988851 w 1988851"/>
              <a:gd name="connsiteY2" fmla="*/ 115231 h 1963244"/>
              <a:gd name="connsiteX3" fmla="*/ 1963244 w 1988851"/>
              <a:gd name="connsiteY3" fmla="*/ 981622 h 1963244"/>
              <a:gd name="connsiteX4" fmla="*/ 981622 w 1988851"/>
              <a:gd name="connsiteY4" fmla="*/ 1963244 h 1963244"/>
              <a:gd name="connsiteX5" fmla="*/ 0 w 1988851"/>
              <a:gd name="connsiteY5" fmla="*/ 981622 h 1963244"/>
              <a:gd name="connsiteX6" fmla="*/ 1 w 1988851"/>
              <a:gd name="connsiteY6" fmla="*/ 981622 h 1963244"/>
              <a:gd name="connsiteX0" fmla="*/ 1 w 1988851"/>
              <a:gd name="connsiteY0" fmla="*/ 987436 h 1969058"/>
              <a:gd name="connsiteX1" fmla="*/ 981623 w 1988851"/>
              <a:gd name="connsiteY1" fmla="*/ 5814 h 1969058"/>
              <a:gd name="connsiteX2" fmla="*/ 1988851 w 1988851"/>
              <a:gd name="connsiteY2" fmla="*/ 121045 h 1969058"/>
              <a:gd name="connsiteX3" fmla="*/ 1963244 w 1988851"/>
              <a:gd name="connsiteY3" fmla="*/ 987436 h 1969058"/>
              <a:gd name="connsiteX4" fmla="*/ 981622 w 1988851"/>
              <a:gd name="connsiteY4" fmla="*/ 1969058 h 1969058"/>
              <a:gd name="connsiteX5" fmla="*/ 0 w 1988851"/>
              <a:gd name="connsiteY5" fmla="*/ 987436 h 1969058"/>
              <a:gd name="connsiteX6" fmla="*/ 1 w 1988851"/>
              <a:gd name="connsiteY6" fmla="*/ 987436 h 1969058"/>
              <a:gd name="connsiteX0" fmla="*/ 1 w 1974354"/>
              <a:gd name="connsiteY0" fmla="*/ 987837 h 1969459"/>
              <a:gd name="connsiteX1" fmla="*/ 981623 w 1974354"/>
              <a:gd name="connsiteY1" fmla="*/ 6215 h 1969459"/>
              <a:gd name="connsiteX2" fmla="*/ 1974354 w 1974354"/>
              <a:gd name="connsiteY2" fmla="*/ 112748 h 1969459"/>
              <a:gd name="connsiteX3" fmla="*/ 1963244 w 1974354"/>
              <a:gd name="connsiteY3" fmla="*/ 987837 h 1969459"/>
              <a:gd name="connsiteX4" fmla="*/ 981622 w 1974354"/>
              <a:gd name="connsiteY4" fmla="*/ 1969459 h 1969459"/>
              <a:gd name="connsiteX5" fmla="*/ 0 w 1974354"/>
              <a:gd name="connsiteY5" fmla="*/ 987837 h 1969459"/>
              <a:gd name="connsiteX6" fmla="*/ 1 w 1974354"/>
              <a:gd name="connsiteY6" fmla="*/ 987837 h 1969459"/>
              <a:gd name="connsiteX0" fmla="*/ 1 w 1963244"/>
              <a:gd name="connsiteY0" fmla="*/ 987565 h 1969187"/>
              <a:gd name="connsiteX1" fmla="*/ 981623 w 1963244"/>
              <a:gd name="connsiteY1" fmla="*/ 5943 h 1969187"/>
              <a:gd name="connsiteX2" fmla="*/ 1962757 w 1963244"/>
              <a:gd name="connsiteY2" fmla="*/ 118275 h 1969187"/>
              <a:gd name="connsiteX3" fmla="*/ 1963244 w 1963244"/>
              <a:gd name="connsiteY3" fmla="*/ 987565 h 1969187"/>
              <a:gd name="connsiteX4" fmla="*/ 981622 w 1963244"/>
              <a:gd name="connsiteY4" fmla="*/ 1969187 h 1969187"/>
              <a:gd name="connsiteX5" fmla="*/ 0 w 1963244"/>
              <a:gd name="connsiteY5" fmla="*/ 987565 h 1969187"/>
              <a:gd name="connsiteX6" fmla="*/ 1 w 1963244"/>
              <a:gd name="connsiteY6" fmla="*/ 987565 h 1969187"/>
              <a:gd name="connsiteX0" fmla="*/ 1 w 2021426"/>
              <a:gd name="connsiteY0" fmla="*/ 986920 h 1968542"/>
              <a:gd name="connsiteX1" fmla="*/ 981623 w 2021426"/>
              <a:gd name="connsiteY1" fmla="*/ 5298 h 1968542"/>
              <a:gd name="connsiteX2" fmla="*/ 2021426 w 2021426"/>
              <a:gd name="connsiteY2" fmla="*/ 133631 h 1968542"/>
              <a:gd name="connsiteX3" fmla="*/ 1963244 w 2021426"/>
              <a:gd name="connsiteY3" fmla="*/ 986920 h 1968542"/>
              <a:gd name="connsiteX4" fmla="*/ 981622 w 2021426"/>
              <a:gd name="connsiteY4" fmla="*/ 1968542 h 1968542"/>
              <a:gd name="connsiteX5" fmla="*/ 0 w 2021426"/>
              <a:gd name="connsiteY5" fmla="*/ 986920 h 1968542"/>
              <a:gd name="connsiteX6" fmla="*/ 1 w 2021426"/>
              <a:gd name="connsiteY6" fmla="*/ 986920 h 1968542"/>
              <a:gd name="connsiteX0" fmla="*/ 1 w 2021426"/>
              <a:gd name="connsiteY0" fmla="*/ 986920 h 1968542"/>
              <a:gd name="connsiteX1" fmla="*/ 981623 w 2021426"/>
              <a:gd name="connsiteY1" fmla="*/ 5298 h 1968542"/>
              <a:gd name="connsiteX2" fmla="*/ 2021426 w 2021426"/>
              <a:gd name="connsiteY2" fmla="*/ 133631 h 1968542"/>
              <a:gd name="connsiteX3" fmla="*/ 1963244 w 2021426"/>
              <a:gd name="connsiteY3" fmla="*/ 986920 h 1968542"/>
              <a:gd name="connsiteX4" fmla="*/ 981622 w 2021426"/>
              <a:gd name="connsiteY4" fmla="*/ 1968542 h 1968542"/>
              <a:gd name="connsiteX5" fmla="*/ 0 w 2021426"/>
              <a:gd name="connsiteY5" fmla="*/ 986920 h 1968542"/>
              <a:gd name="connsiteX6" fmla="*/ 1 w 2021426"/>
              <a:gd name="connsiteY6" fmla="*/ 986920 h 1968542"/>
              <a:gd name="connsiteX0" fmla="*/ 1 w 2077191"/>
              <a:gd name="connsiteY0" fmla="*/ 992390 h 1974012"/>
              <a:gd name="connsiteX1" fmla="*/ 981623 w 2077191"/>
              <a:gd name="connsiteY1" fmla="*/ 10768 h 1974012"/>
              <a:gd name="connsiteX2" fmla="*/ 2077191 w 2077191"/>
              <a:gd name="connsiteY2" fmla="*/ 63058 h 1974012"/>
              <a:gd name="connsiteX3" fmla="*/ 1963244 w 2077191"/>
              <a:gd name="connsiteY3" fmla="*/ 992390 h 1974012"/>
              <a:gd name="connsiteX4" fmla="*/ 981622 w 2077191"/>
              <a:gd name="connsiteY4" fmla="*/ 1974012 h 1974012"/>
              <a:gd name="connsiteX5" fmla="*/ 0 w 2077191"/>
              <a:gd name="connsiteY5" fmla="*/ 992390 h 1974012"/>
              <a:gd name="connsiteX6" fmla="*/ 1 w 2077191"/>
              <a:gd name="connsiteY6" fmla="*/ 992390 h 1974012"/>
              <a:gd name="connsiteX0" fmla="*/ 1 w 2077191"/>
              <a:gd name="connsiteY0" fmla="*/ 992390 h 1974012"/>
              <a:gd name="connsiteX1" fmla="*/ 981623 w 2077191"/>
              <a:gd name="connsiteY1" fmla="*/ 10768 h 1974012"/>
              <a:gd name="connsiteX2" fmla="*/ 2077191 w 2077191"/>
              <a:gd name="connsiteY2" fmla="*/ 63058 h 1974012"/>
              <a:gd name="connsiteX3" fmla="*/ 1963244 w 2077191"/>
              <a:gd name="connsiteY3" fmla="*/ 992390 h 1974012"/>
              <a:gd name="connsiteX4" fmla="*/ 981622 w 2077191"/>
              <a:gd name="connsiteY4" fmla="*/ 1974012 h 1974012"/>
              <a:gd name="connsiteX5" fmla="*/ 0 w 2077191"/>
              <a:gd name="connsiteY5" fmla="*/ 992390 h 1974012"/>
              <a:gd name="connsiteX6" fmla="*/ 1 w 2077191"/>
              <a:gd name="connsiteY6" fmla="*/ 992390 h 1974012"/>
              <a:gd name="connsiteX0" fmla="*/ 1 w 2077191"/>
              <a:gd name="connsiteY0" fmla="*/ 992390 h 1974012"/>
              <a:gd name="connsiteX1" fmla="*/ 981623 w 2077191"/>
              <a:gd name="connsiteY1" fmla="*/ 10768 h 1974012"/>
              <a:gd name="connsiteX2" fmla="*/ 2077191 w 2077191"/>
              <a:gd name="connsiteY2" fmla="*/ 63058 h 1974012"/>
              <a:gd name="connsiteX3" fmla="*/ 1963244 w 2077191"/>
              <a:gd name="connsiteY3" fmla="*/ 992390 h 1974012"/>
              <a:gd name="connsiteX4" fmla="*/ 981622 w 2077191"/>
              <a:gd name="connsiteY4" fmla="*/ 1974012 h 1974012"/>
              <a:gd name="connsiteX5" fmla="*/ 0 w 2077191"/>
              <a:gd name="connsiteY5" fmla="*/ 992390 h 1974012"/>
              <a:gd name="connsiteX6" fmla="*/ 1 w 2077191"/>
              <a:gd name="connsiteY6" fmla="*/ 992390 h 1974012"/>
              <a:gd name="connsiteX0" fmla="*/ 1 w 2112595"/>
              <a:gd name="connsiteY0" fmla="*/ 992020 h 1973642"/>
              <a:gd name="connsiteX1" fmla="*/ 981623 w 2112595"/>
              <a:gd name="connsiteY1" fmla="*/ 10398 h 1973642"/>
              <a:gd name="connsiteX2" fmla="*/ 2112595 w 2112595"/>
              <a:gd name="connsiteY2" fmla="*/ 65411 h 1973642"/>
              <a:gd name="connsiteX3" fmla="*/ 1963244 w 2112595"/>
              <a:gd name="connsiteY3" fmla="*/ 992020 h 1973642"/>
              <a:gd name="connsiteX4" fmla="*/ 981622 w 2112595"/>
              <a:gd name="connsiteY4" fmla="*/ 1973642 h 1973642"/>
              <a:gd name="connsiteX5" fmla="*/ 0 w 2112595"/>
              <a:gd name="connsiteY5" fmla="*/ 992020 h 1973642"/>
              <a:gd name="connsiteX6" fmla="*/ 1 w 2112595"/>
              <a:gd name="connsiteY6" fmla="*/ 992020 h 1973642"/>
              <a:gd name="connsiteX0" fmla="*/ 1 w 2112595"/>
              <a:gd name="connsiteY0" fmla="*/ 992020 h 1973642"/>
              <a:gd name="connsiteX1" fmla="*/ 981623 w 2112595"/>
              <a:gd name="connsiteY1" fmla="*/ 10398 h 1973642"/>
              <a:gd name="connsiteX2" fmla="*/ 2112595 w 2112595"/>
              <a:gd name="connsiteY2" fmla="*/ 65411 h 1973642"/>
              <a:gd name="connsiteX3" fmla="*/ 1963244 w 2112595"/>
              <a:gd name="connsiteY3" fmla="*/ 992020 h 1973642"/>
              <a:gd name="connsiteX4" fmla="*/ 981622 w 2112595"/>
              <a:gd name="connsiteY4" fmla="*/ 1973642 h 1973642"/>
              <a:gd name="connsiteX5" fmla="*/ 0 w 2112595"/>
              <a:gd name="connsiteY5" fmla="*/ 992020 h 1973642"/>
              <a:gd name="connsiteX6" fmla="*/ 1 w 2112595"/>
              <a:gd name="connsiteY6" fmla="*/ 992020 h 1973642"/>
              <a:gd name="connsiteX0" fmla="*/ 1 w 2112595"/>
              <a:gd name="connsiteY0" fmla="*/ 992020 h 1973642"/>
              <a:gd name="connsiteX1" fmla="*/ 981623 w 2112595"/>
              <a:gd name="connsiteY1" fmla="*/ 10398 h 1973642"/>
              <a:gd name="connsiteX2" fmla="*/ 2112595 w 2112595"/>
              <a:gd name="connsiteY2" fmla="*/ 65411 h 1973642"/>
              <a:gd name="connsiteX3" fmla="*/ 1963244 w 2112595"/>
              <a:gd name="connsiteY3" fmla="*/ 992020 h 1973642"/>
              <a:gd name="connsiteX4" fmla="*/ 981622 w 2112595"/>
              <a:gd name="connsiteY4" fmla="*/ 1973642 h 1973642"/>
              <a:gd name="connsiteX5" fmla="*/ 0 w 2112595"/>
              <a:gd name="connsiteY5" fmla="*/ 992020 h 1973642"/>
              <a:gd name="connsiteX6" fmla="*/ 1 w 2112595"/>
              <a:gd name="connsiteY6" fmla="*/ 992020 h 1973642"/>
              <a:gd name="connsiteX0" fmla="*/ 1 w 2112595"/>
              <a:gd name="connsiteY0" fmla="*/ 992020 h 1973642"/>
              <a:gd name="connsiteX1" fmla="*/ 981623 w 2112595"/>
              <a:gd name="connsiteY1" fmla="*/ 10398 h 1973642"/>
              <a:gd name="connsiteX2" fmla="*/ 2112595 w 2112595"/>
              <a:gd name="connsiteY2" fmla="*/ 65411 h 1973642"/>
              <a:gd name="connsiteX3" fmla="*/ 1963244 w 2112595"/>
              <a:gd name="connsiteY3" fmla="*/ 992020 h 1973642"/>
              <a:gd name="connsiteX4" fmla="*/ 981622 w 2112595"/>
              <a:gd name="connsiteY4" fmla="*/ 1973642 h 1973642"/>
              <a:gd name="connsiteX5" fmla="*/ 0 w 2112595"/>
              <a:gd name="connsiteY5" fmla="*/ 992020 h 1973642"/>
              <a:gd name="connsiteX6" fmla="*/ 1 w 2112595"/>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1963244 w 2133930"/>
              <a:gd name="connsiteY3" fmla="*/ 992020 h 1973642"/>
              <a:gd name="connsiteX4" fmla="*/ 981622 w 2133930"/>
              <a:gd name="connsiteY4" fmla="*/ 1973642 h 1973642"/>
              <a:gd name="connsiteX5" fmla="*/ 0 w 2133930"/>
              <a:gd name="connsiteY5" fmla="*/ 992020 h 1973642"/>
              <a:gd name="connsiteX6" fmla="*/ 1 w 2133930"/>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1963244 w 2133930"/>
              <a:gd name="connsiteY3" fmla="*/ 992020 h 1973642"/>
              <a:gd name="connsiteX4" fmla="*/ 981622 w 2133930"/>
              <a:gd name="connsiteY4" fmla="*/ 1973642 h 1973642"/>
              <a:gd name="connsiteX5" fmla="*/ 0 w 2133930"/>
              <a:gd name="connsiteY5" fmla="*/ 992020 h 1973642"/>
              <a:gd name="connsiteX6" fmla="*/ 1 w 2133930"/>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1963244 w 2133930"/>
              <a:gd name="connsiteY3" fmla="*/ 992020 h 1973642"/>
              <a:gd name="connsiteX4" fmla="*/ 981622 w 2133930"/>
              <a:gd name="connsiteY4" fmla="*/ 1973642 h 1973642"/>
              <a:gd name="connsiteX5" fmla="*/ 0 w 2133930"/>
              <a:gd name="connsiteY5" fmla="*/ 992020 h 1973642"/>
              <a:gd name="connsiteX6" fmla="*/ 1 w 2133930"/>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1963244 w 2133930"/>
              <a:gd name="connsiteY3" fmla="*/ 992020 h 1973642"/>
              <a:gd name="connsiteX4" fmla="*/ 981622 w 2133930"/>
              <a:gd name="connsiteY4" fmla="*/ 1973642 h 1973642"/>
              <a:gd name="connsiteX5" fmla="*/ 0 w 2133930"/>
              <a:gd name="connsiteY5" fmla="*/ 992020 h 1973642"/>
              <a:gd name="connsiteX6" fmla="*/ 1 w 2133930"/>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2000056 w 2133930"/>
              <a:gd name="connsiteY3" fmla="*/ 944688 h 1973642"/>
              <a:gd name="connsiteX4" fmla="*/ 981622 w 2133930"/>
              <a:gd name="connsiteY4" fmla="*/ 1973642 h 1973642"/>
              <a:gd name="connsiteX5" fmla="*/ 0 w 2133930"/>
              <a:gd name="connsiteY5" fmla="*/ 992020 h 1973642"/>
              <a:gd name="connsiteX6" fmla="*/ 1 w 2133930"/>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2000056 w 2133930"/>
              <a:gd name="connsiteY3" fmla="*/ 944688 h 1973642"/>
              <a:gd name="connsiteX4" fmla="*/ 981622 w 2133930"/>
              <a:gd name="connsiteY4" fmla="*/ 1973642 h 1973642"/>
              <a:gd name="connsiteX5" fmla="*/ 0 w 2133930"/>
              <a:gd name="connsiteY5" fmla="*/ 992020 h 1973642"/>
              <a:gd name="connsiteX6" fmla="*/ 1 w 2133930"/>
              <a:gd name="connsiteY6" fmla="*/ 992020 h 1973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3930" h="1973642">
                <a:moveTo>
                  <a:pt x="1" y="992020"/>
                </a:moveTo>
                <a:cubicBezTo>
                  <a:pt x="1" y="449885"/>
                  <a:pt x="439488" y="10398"/>
                  <a:pt x="981623" y="10398"/>
                </a:cubicBezTo>
                <a:cubicBezTo>
                  <a:pt x="1310964" y="-21611"/>
                  <a:pt x="1798187" y="27001"/>
                  <a:pt x="2133930" y="65411"/>
                </a:cubicBezTo>
                <a:cubicBezTo>
                  <a:pt x="1969313" y="292018"/>
                  <a:pt x="2015416" y="673803"/>
                  <a:pt x="2000056" y="944688"/>
                </a:cubicBezTo>
                <a:cubicBezTo>
                  <a:pt x="2000056" y="1486823"/>
                  <a:pt x="1523757" y="1973642"/>
                  <a:pt x="981622" y="1973642"/>
                </a:cubicBezTo>
                <a:cubicBezTo>
                  <a:pt x="439487" y="1973642"/>
                  <a:pt x="0" y="1534155"/>
                  <a:pt x="0" y="992020"/>
                </a:cubicBezTo>
                <a:lnTo>
                  <a:pt x="1" y="992020"/>
                </a:lnTo>
                <a:close/>
              </a:path>
            </a:pathLst>
          </a:custGeom>
          <a:solidFill>
            <a:schemeClr val="accent6"/>
          </a:solidFill>
          <a:ln w="6350" algn="ctr">
            <a:noFill/>
            <a:miter lim="800000"/>
            <a:headEnd/>
            <a:tailEnd/>
          </a:ln>
        </p:spPr>
        <p:txBody>
          <a:bodyPr wrap="square" lIns="72231" tIns="72231" rIns="72231" bIns="72231" rtlCol="0" anchor="ctr"/>
          <a:lstStyle/>
          <a:p>
            <a:pPr algn="ctr">
              <a:lnSpc>
                <a:spcPct val="106000"/>
              </a:lnSpc>
            </a:pPr>
            <a:endParaRPr lang="en-US" sz="1300" b="1" dirty="0">
              <a:solidFill>
                <a:schemeClr val="bg1"/>
              </a:solidFill>
            </a:endParaRPr>
          </a:p>
        </p:txBody>
      </p:sp>
      <p:sp>
        <p:nvSpPr>
          <p:cNvPr id="26" name="Oval 2"/>
          <p:cNvSpPr/>
          <p:nvPr/>
        </p:nvSpPr>
        <p:spPr bwMode="gray">
          <a:xfrm>
            <a:off x="5060330" y="1489986"/>
            <a:ext cx="1618307" cy="1347006"/>
          </a:xfrm>
          <a:custGeom>
            <a:avLst/>
            <a:gdLst/>
            <a:ahLst/>
            <a:cxnLst/>
            <a:rect l="l" t="t" r="r" b="b"/>
            <a:pathLst>
              <a:path w="1991762" h="1729212">
                <a:moveTo>
                  <a:pt x="1127156" y="0"/>
                </a:moveTo>
                <a:cubicBezTo>
                  <a:pt x="1604665" y="0"/>
                  <a:pt x="1991762" y="387097"/>
                  <a:pt x="1991762" y="864606"/>
                </a:cubicBezTo>
                <a:cubicBezTo>
                  <a:pt x="1991762" y="1342115"/>
                  <a:pt x="1604665" y="1729212"/>
                  <a:pt x="1127156" y="1729212"/>
                </a:cubicBezTo>
                <a:cubicBezTo>
                  <a:pt x="854437" y="1729212"/>
                  <a:pt x="611209" y="1602946"/>
                  <a:pt x="455780" y="1403245"/>
                </a:cubicBezTo>
                <a:cubicBezTo>
                  <a:pt x="297421" y="1231998"/>
                  <a:pt x="164430" y="1008390"/>
                  <a:pt x="0" y="851026"/>
                </a:cubicBezTo>
                <a:cubicBezTo>
                  <a:pt x="222938" y="845780"/>
                  <a:pt x="235708" y="758685"/>
                  <a:pt x="293792" y="637170"/>
                </a:cubicBezTo>
                <a:cubicBezTo>
                  <a:pt x="392780" y="269872"/>
                  <a:pt x="728452" y="0"/>
                  <a:pt x="1127156" y="0"/>
                </a:cubicBezTo>
                <a:close/>
              </a:path>
            </a:pathLst>
          </a:custGeom>
          <a:solidFill>
            <a:schemeClr val="accent6"/>
          </a:solidFill>
          <a:ln w="19050" algn="ctr">
            <a:noFill/>
            <a:miter lim="800000"/>
            <a:headEnd/>
            <a:tailEnd/>
          </a:ln>
        </p:spPr>
        <p:txBody>
          <a:bodyPr wrap="square" lIns="72231" tIns="72231" rIns="72231" bIns="72231" rtlCol="0" anchor="ctr"/>
          <a:lstStyle/>
          <a:p>
            <a:pPr algn="ctr">
              <a:lnSpc>
                <a:spcPct val="106000"/>
              </a:lnSpc>
            </a:pPr>
            <a:endParaRPr lang="en-US" sz="1300" b="1" dirty="0">
              <a:solidFill>
                <a:schemeClr val="bg1"/>
              </a:solidFill>
              <a:latin typeface="Aptos" panose="020B0004020202020204" pitchFamily="34" charset="0"/>
            </a:endParaRPr>
          </a:p>
        </p:txBody>
      </p:sp>
      <p:sp>
        <p:nvSpPr>
          <p:cNvPr id="27" name="Rectangle 26"/>
          <p:cNvSpPr/>
          <p:nvPr/>
        </p:nvSpPr>
        <p:spPr>
          <a:xfrm>
            <a:off x="3803044" y="3880977"/>
            <a:ext cx="1114425" cy="1375376"/>
          </a:xfrm>
          <a:prstGeom prst="rect">
            <a:avLst/>
          </a:prstGeom>
        </p:spPr>
        <p:txBody>
          <a:bodyPr wrap="square" lIns="0" tIns="0" rIns="0" bIns="0" anchor="ctr" anchorCtr="0">
            <a:noAutofit/>
          </a:bodyPr>
          <a:lstStyle/>
          <a:p>
            <a:r>
              <a:rPr lang="en-US" sz="800" dirty="0">
                <a:solidFill>
                  <a:schemeClr val="bg1"/>
                </a:solidFill>
                <a:latin typeface="Aptos" panose="020B0004020202020204" pitchFamily="34" charset="0"/>
              </a:rPr>
              <a:t>This is dummy text it is not here to be read. This is dummy text it is not here to be read. This is dummy text it is not here to be read. This is dummy text it is not here to be read. </a:t>
            </a:r>
          </a:p>
        </p:txBody>
      </p:sp>
      <p:sp>
        <p:nvSpPr>
          <p:cNvPr id="28" name="TextBox 27"/>
          <p:cNvSpPr txBox="1"/>
          <p:nvPr/>
        </p:nvSpPr>
        <p:spPr>
          <a:xfrm>
            <a:off x="3269860" y="4086163"/>
            <a:ext cx="560211" cy="965005"/>
          </a:xfrm>
          <a:prstGeom prst="rect">
            <a:avLst/>
          </a:prstGeom>
          <a:noFill/>
        </p:spPr>
        <p:txBody>
          <a:bodyPr wrap="square" lIns="0" tIns="0" rIns="0" bIns="0" rtlCol="0" anchor="ctr" anchorCtr="0">
            <a:noAutofit/>
          </a:bodyPr>
          <a:lstStyle/>
          <a:p>
            <a:r>
              <a:rPr lang="en-US" sz="5363" dirty="0">
                <a:solidFill>
                  <a:schemeClr val="bg1"/>
                </a:solidFill>
                <a:latin typeface="Aptos" panose="020B0004020202020204" pitchFamily="34" charset="0"/>
              </a:rPr>
              <a:t>1</a:t>
            </a:r>
          </a:p>
        </p:txBody>
      </p:sp>
      <p:cxnSp>
        <p:nvCxnSpPr>
          <p:cNvPr id="29" name="Straight Connector 28"/>
          <p:cNvCxnSpPr/>
          <p:nvPr/>
        </p:nvCxnSpPr>
        <p:spPr>
          <a:xfrm>
            <a:off x="3709781" y="3854022"/>
            <a:ext cx="0" cy="1429289"/>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4255800" y="2265610"/>
            <a:ext cx="817245" cy="1000274"/>
          </a:xfrm>
          <a:prstGeom prst="rect">
            <a:avLst/>
          </a:prstGeom>
        </p:spPr>
        <p:txBody>
          <a:bodyPr wrap="square" lIns="0" tIns="0" rIns="0" bIns="0" anchor="ctr" anchorCtr="0">
            <a:noAutofit/>
          </a:bodyPr>
          <a:lstStyle/>
          <a:p>
            <a:r>
              <a:rPr lang="en-US" sz="800" dirty="0">
                <a:solidFill>
                  <a:schemeClr val="bg1"/>
                </a:solidFill>
                <a:latin typeface="Aptos" panose="020B0004020202020204" pitchFamily="34" charset="0"/>
              </a:rPr>
              <a:t>This is dummy text it is not here to be read. This is dummy text it is not here to be read. This is dummy text it is not here to be read. </a:t>
            </a:r>
          </a:p>
        </p:txBody>
      </p:sp>
      <p:sp>
        <p:nvSpPr>
          <p:cNvPr id="31" name="TextBox 30"/>
          <p:cNvSpPr txBox="1"/>
          <p:nvPr/>
        </p:nvSpPr>
        <p:spPr>
          <a:xfrm>
            <a:off x="3737328" y="2283246"/>
            <a:ext cx="560211" cy="965005"/>
          </a:xfrm>
          <a:prstGeom prst="rect">
            <a:avLst/>
          </a:prstGeom>
          <a:noFill/>
        </p:spPr>
        <p:txBody>
          <a:bodyPr wrap="square" lIns="0" tIns="0" rIns="0" bIns="0" rtlCol="0" anchor="ctr" anchorCtr="0">
            <a:noAutofit/>
          </a:bodyPr>
          <a:lstStyle/>
          <a:p>
            <a:r>
              <a:rPr lang="en-US" sz="5363" dirty="0">
                <a:solidFill>
                  <a:schemeClr val="bg1"/>
                </a:solidFill>
                <a:latin typeface="Aptos" panose="020B0004020202020204" pitchFamily="34" charset="0"/>
              </a:rPr>
              <a:t>3</a:t>
            </a:r>
          </a:p>
        </p:txBody>
      </p:sp>
      <p:cxnSp>
        <p:nvCxnSpPr>
          <p:cNvPr id="32" name="Straight Connector 31"/>
          <p:cNvCxnSpPr/>
          <p:nvPr/>
        </p:nvCxnSpPr>
        <p:spPr>
          <a:xfrm>
            <a:off x="4169893" y="2166738"/>
            <a:ext cx="0" cy="1198024"/>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638531" y="3260079"/>
            <a:ext cx="772603" cy="750206"/>
          </a:xfrm>
          <a:prstGeom prst="rect">
            <a:avLst/>
          </a:prstGeom>
        </p:spPr>
        <p:txBody>
          <a:bodyPr wrap="square" lIns="0" tIns="0" rIns="0" bIns="0" anchor="ctr" anchorCtr="0">
            <a:noAutofit/>
          </a:bodyPr>
          <a:lstStyle/>
          <a:p>
            <a:r>
              <a:rPr lang="en-US" sz="800" dirty="0">
                <a:solidFill>
                  <a:schemeClr val="bg1"/>
                </a:solidFill>
                <a:latin typeface="Aptos" panose="020B0004020202020204" pitchFamily="34" charset="0"/>
              </a:rPr>
              <a:t>This is dummy text it is not here to be read. This is dummy text it is not here to be read.</a:t>
            </a:r>
          </a:p>
        </p:txBody>
      </p:sp>
      <p:sp>
        <p:nvSpPr>
          <p:cNvPr id="34" name="TextBox 33"/>
          <p:cNvSpPr txBox="1"/>
          <p:nvPr/>
        </p:nvSpPr>
        <p:spPr>
          <a:xfrm>
            <a:off x="5122504" y="3234549"/>
            <a:ext cx="560211" cy="801270"/>
          </a:xfrm>
          <a:prstGeom prst="rect">
            <a:avLst/>
          </a:prstGeom>
          <a:noFill/>
        </p:spPr>
        <p:txBody>
          <a:bodyPr wrap="square" lIns="0" tIns="0" rIns="0" bIns="0" rtlCol="0" anchor="ctr" anchorCtr="0">
            <a:noAutofit/>
          </a:bodyPr>
          <a:lstStyle/>
          <a:p>
            <a:r>
              <a:rPr lang="en-US" sz="5363" dirty="0">
                <a:solidFill>
                  <a:schemeClr val="bg1"/>
                </a:solidFill>
                <a:latin typeface="Aptos" panose="020B0004020202020204" pitchFamily="34" charset="0"/>
              </a:rPr>
              <a:t>2</a:t>
            </a:r>
          </a:p>
        </p:txBody>
      </p:sp>
      <p:cxnSp>
        <p:nvCxnSpPr>
          <p:cNvPr id="35" name="Straight Connector 34"/>
          <p:cNvCxnSpPr/>
          <p:nvPr/>
        </p:nvCxnSpPr>
        <p:spPr>
          <a:xfrm>
            <a:off x="5544668" y="3131244"/>
            <a:ext cx="0" cy="1007879"/>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ctangle 35"/>
          <p:cNvSpPr/>
          <p:nvPr/>
        </p:nvSpPr>
        <p:spPr>
          <a:xfrm>
            <a:off x="5795095" y="1794423"/>
            <a:ext cx="772603" cy="750206"/>
          </a:xfrm>
          <a:prstGeom prst="rect">
            <a:avLst/>
          </a:prstGeom>
        </p:spPr>
        <p:txBody>
          <a:bodyPr wrap="square" lIns="0" tIns="0" rIns="0" bIns="0" anchor="ctr" anchorCtr="0">
            <a:noAutofit/>
          </a:bodyPr>
          <a:lstStyle/>
          <a:p>
            <a:r>
              <a:rPr lang="en-US" sz="800" dirty="0">
                <a:solidFill>
                  <a:schemeClr val="bg1"/>
                </a:solidFill>
                <a:latin typeface="Aptos" panose="020B0004020202020204" pitchFamily="34" charset="0"/>
              </a:rPr>
              <a:t>This is dummy text it is not here to be read. This is dummy text it is not here to be read.</a:t>
            </a:r>
          </a:p>
        </p:txBody>
      </p:sp>
      <p:sp>
        <p:nvSpPr>
          <p:cNvPr id="37" name="TextBox 36"/>
          <p:cNvSpPr txBox="1"/>
          <p:nvPr/>
        </p:nvSpPr>
        <p:spPr>
          <a:xfrm>
            <a:off x="5294473" y="1768893"/>
            <a:ext cx="560211" cy="801270"/>
          </a:xfrm>
          <a:prstGeom prst="rect">
            <a:avLst/>
          </a:prstGeom>
          <a:noFill/>
        </p:spPr>
        <p:txBody>
          <a:bodyPr wrap="square" lIns="0" tIns="0" rIns="0" bIns="0" rtlCol="0" anchor="ctr" anchorCtr="0">
            <a:noAutofit/>
          </a:bodyPr>
          <a:lstStyle/>
          <a:p>
            <a:r>
              <a:rPr lang="en-US" sz="5363" dirty="0">
                <a:solidFill>
                  <a:schemeClr val="bg1"/>
                </a:solidFill>
                <a:latin typeface="Aptos" panose="020B0004020202020204" pitchFamily="34" charset="0"/>
              </a:rPr>
              <a:t>4</a:t>
            </a:r>
          </a:p>
        </p:txBody>
      </p:sp>
      <p:cxnSp>
        <p:nvCxnSpPr>
          <p:cNvPr id="38" name="Straight Connector 37"/>
          <p:cNvCxnSpPr/>
          <p:nvPr/>
        </p:nvCxnSpPr>
        <p:spPr>
          <a:xfrm>
            <a:off x="5715943" y="1665586"/>
            <a:ext cx="0" cy="1007879"/>
          </a:xfrm>
          <a:prstGeom prst="line">
            <a:avLst/>
          </a:prstGeom>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359665"/>
      </p:ext>
    </p:extLst>
  </p:cSld>
  <p:clrMapOvr>
    <a:masterClrMapping/>
  </p:clrMapOvr>
  <p:transition>
    <p:fade/>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GB"/>
              <a:t>Numbered elements</a:t>
            </a:r>
            <a:endParaRPr lang="en-GB" dirty="0"/>
          </a:p>
        </p:txBody>
      </p:sp>
      <p:sp>
        <p:nvSpPr>
          <p:cNvPr id="3" name="Title 2"/>
          <p:cNvSpPr>
            <a:spLocks noGrp="1"/>
          </p:cNvSpPr>
          <p:nvPr>
            <p:ph type="title"/>
          </p:nvPr>
        </p:nvSpPr>
        <p:spPr/>
        <p:txBody>
          <a:bodyPr/>
          <a:lstStyle/>
          <a:p>
            <a:r>
              <a:rPr lang="en-US" altLang="ja-JP"/>
              <a:t>Ranking elements</a:t>
            </a:r>
            <a:endParaRPr lang="en-GB" dirty="0"/>
          </a:p>
        </p:txBody>
      </p:sp>
      <p:sp>
        <p:nvSpPr>
          <p:cNvPr id="20" name="Teardrop 25"/>
          <p:cNvSpPr/>
          <p:nvPr/>
        </p:nvSpPr>
        <p:spPr bwMode="gray">
          <a:xfrm rot="8100000" flipH="1">
            <a:off x="3693458" y="1951028"/>
            <a:ext cx="1595136" cy="1701358"/>
          </a:xfrm>
          <a:custGeom>
            <a:avLst/>
            <a:gdLst>
              <a:gd name="connsiteX0" fmla="*/ 0 w 1963243"/>
              <a:gd name="connsiteY0" fmla="*/ 981622 h 1963243"/>
              <a:gd name="connsiteX1" fmla="*/ 981622 w 1963243"/>
              <a:gd name="connsiteY1" fmla="*/ 0 h 1963243"/>
              <a:gd name="connsiteX2" fmla="*/ 1963243 w 1963243"/>
              <a:gd name="connsiteY2" fmla="*/ 0 h 1963243"/>
              <a:gd name="connsiteX3" fmla="*/ 1963243 w 1963243"/>
              <a:gd name="connsiteY3" fmla="*/ 981622 h 1963243"/>
              <a:gd name="connsiteX4" fmla="*/ 981621 w 1963243"/>
              <a:gd name="connsiteY4" fmla="*/ 1963244 h 1963243"/>
              <a:gd name="connsiteX5" fmla="*/ -1 w 1963243"/>
              <a:gd name="connsiteY5" fmla="*/ 981622 h 1963243"/>
              <a:gd name="connsiteX6" fmla="*/ 0 w 1963243"/>
              <a:gd name="connsiteY6" fmla="*/ 981622 h 1963243"/>
              <a:gd name="connsiteX0" fmla="*/ 1 w 1988851"/>
              <a:gd name="connsiteY0" fmla="*/ 981622 h 1963244"/>
              <a:gd name="connsiteX1" fmla="*/ 981623 w 1988851"/>
              <a:gd name="connsiteY1" fmla="*/ 0 h 1963244"/>
              <a:gd name="connsiteX2" fmla="*/ 1988851 w 1988851"/>
              <a:gd name="connsiteY2" fmla="*/ 115231 h 1963244"/>
              <a:gd name="connsiteX3" fmla="*/ 1963244 w 1988851"/>
              <a:gd name="connsiteY3" fmla="*/ 981622 h 1963244"/>
              <a:gd name="connsiteX4" fmla="*/ 981622 w 1988851"/>
              <a:gd name="connsiteY4" fmla="*/ 1963244 h 1963244"/>
              <a:gd name="connsiteX5" fmla="*/ 0 w 1988851"/>
              <a:gd name="connsiteY5" fmla="*/ 981622 h 1963244"/>
              <a:gd name="connsiteX6" fmla="*/ 1 w 1988851"/>
              <a:gd name="connsiteY6" fmla="*/ 981622 h 1963244"/>
              <a:gd name="connsiteX0" fmla="*/ 1 w 1988851"/>
              <a:gd name="connsiteY0" fmla="*/ 987436 h 1969058"/>
              <a:gd name="connsiteX1" fmla="*/ 981623 w 1988851"/>
              <a:gd name="connsiteY1" fmla="*/ 5814 h 1969058"/>
              <a:gd name="connsiteX2" fmla="*/ 1988851 w 1988851"/>
              <a:gd name="connsiteY2" fmla="*/ 121045 h 1969058"/>
              <a:gd name="connsiteX3" fmla="*/ 1963244 w 1988851"/>
              <a:gd name="connsiteY3" fmla="*/ 987436 h 1969058"/>
              <a:gd name="connsiteX4" fmla="*/ 981622 w 1988851"/>
              <a:gd name="connsiteY4" fmla="*/ 1969058 h 1969058"/>
              <a:gd name="connsiteX5" fmla="*/ 0 w 1988851"/>
              <a:gd name="connsiteY5" fmla="*/ 987436 h 1969058"/>
              <a:gd name="connsiteX6" fmla="*/ 1 w 1988851"/>
              <a:gd name="connsiteY6" fmla="*/ 987436 h 1969058"/>
              <a:gd name="connsiteX0" fmla="*/ 1 w 1974354"/>
              <a:gd name="connsiteY0" fmla="*/ 987837 h 1969459"/>
              <a:gd name="connsiteX1" fmla="*/ 981623 w 1974354"/>
              <a:gd name="connsiteY1" fmla="*/ 6215 h 1969459"/>
              <a:gd name="connsiteX2" fmla="*/ 1974354 w 1974354"/>
              <a:gd name="connsiteY2" fmla="*/ 112748 h 1969459"/>
              <a:gd name="connsiteX3" fmla="*/ 1963244 w 1974354"/>
              <a:gd name="connsiteY3" fmla="*/ 987837 h 1969459"/>
              <a:gd name="connsiteX4" fmla="*/ 981622 w 1974354"/>
              <a:gd name="connsiteY4" fmla="*/ 1969459 h 1969459"/>
              <a:gd name="connsiteX5" fmla="*/ 0 w 1974354"/>
              <a:gd name="connsiteY5" fmla="*/ 987837 h 1969459"/>
              <a:gd name="connsiteX6" fmla="*/ 1 w 1974354"/>
              <a:gd name="connsiteY6" fmla="*/ 987837 h 1969459"/>
              <a:gd name="connsiteX0" fmla="*/ 1 w 1963244"/>
              <a:gd name="connsiteY0" fmla="*/ 987565 h 1969187"/>
              <a:gd name="connsiteX1" fmla="*/ 981623 w 1963244"/>
              <a:gd name="connsiteY1" fmla="*/ 5943 h 1969187"/>
              <a:gd name="connsiteX2" fmla="*/ 1962757 w 1963244"/>
              <a:gd name="connsiteY2" fmla="*/ 118275 h 1969187"/>
              <a:gd name="connsiteX3" fmla="*/ 1963244 w 1963244"/>
              <a:gd name="connsiteY3" fmla="*/ 987565 h 1969187"/>
              <a:gd name="connsiteX4" fmla="*/ 981622 w 1963244"/>
              <a:gd name="connsiteY4" fmla="*/ 1969187 h 1969187"/>
              <a:gd name="connsiteX5" fmla="*/ 0 w 1963244"/>
              <a:gd name="connsiteY5" fmla="*/ 987565 h 1969187"/>
              <a:gd name="connsiteX6" fmla="*/ 1 w 1963244"/>
              <a:gd name="connsiteY6" fmla="*/ 987565 h 1969187"/>
              <a:gd name="connsiteX0" fmla="*/ 1 w 1963244"/>
              <a:gd name="connsiteY0" fmla="*/ 1005501 h 1987123"/>
              <a:gd name="connsiteX1" fmla="*/ 981623 w 1963244"/>
              <a:gd name="connsiteY1" fmla="*/ 23879 h 1987123"/>
              <a:gd name="connsiteX2" fmla="*/ 1924909 w 1963244"/>
              <a:gd name="connsiteY2" fmla="*/ 28973 h 1987123"/>
              <a:gd name="connsiteX3" fmla="*/ 1963244 w 1963244"/>
              <a:gd name="connsiteY3" fmla="*/ 1005501 h 1987123"/>
              <a:gd name="connsiteX4" fmla="*/ 981622 w 1963244"/>
              <a:gd name="connsiteY4" fmla="*/ 1987123 h 1987123"/>
              <a:gd name="connsiteX5" fmla="*/ 0 w 1963244"/>
              <a:gd name="connsiteY5" fmla="*/ 1005501 h 1987123"/>
              <a:gd name="connsiteX6" fmla="*/ 1 w 1963244"/>
              <a:gd name="connsiteY6" fmla="*/ 1005501 h 1987123"/>
              <a:gd name="connsiteX0" fmla="*/ 1 w 1963244"/>
              <a:gd name="connsiteY0" fmla="*/ 1018555 h 2000177"/>
              <a:gd name="connsiteX1" fmla="*/ 981623 w 1963244"/>
              <a:gd name="connsiteY1" fmla="*/ 36933 h 2000177"/>
              <a:gd name="connsiteX2" fmla="*/ 1940680 w 1963244"/>
              <a:gd name="connsiteY2" fmla="*/ 19949 h 2000177"/>
              <a:gd name="connsiteX3" fmla="*/ 1963244 w 1963244"/>
              <a:gd name="connsiteY3" fmla="*/ 1018555 h 2000177"/>
              <a:gd name="connsiteX4" fmla="*/ 981622 w 1963244"/>
              <a:gd name="connsiteY4" fmla="*/ 2000177 h 2000177"/>
              <a:gd name="connsiteX5" fmla="*/ 0 w 1963244"/>
              <a:gd name="connsiteY5" fmla="*/ 1018555 h 2000177"/>
              <a:gd name="connsiteX6" fmla="*/ 1 w 1963244"/>
              <a:gd name="connsiteY6" fmla="*/ 1018555 h 2000177"/>
              <a:gd name="connsiteX0" fmla="*/ 1 w 1963244"/>
              <a:gd name="connsiteY0" fmla="*/ 998606 h 1980228"/>
              <a:gd name="connsiteX1" fmla="*/ 981623 w 1963244"/>
              <a:gd name="connsiteY1" fmla="*/ 16984 h 1980228"/>
              <a:gd name="connsiteX2" fmla="*/ 1940680 w 1963244"/>
              <a:gd name="connsiteY2" fmla="*/ 0 h 1980228"/>
              <a:gd name="connsiteX3" fmla="*/ 1963244 w 1963244"/>
              <a:gd name="connsiteY3" fmla="*/ 998606 h 1980228"/>
              <a:gd name="connsiteX4" fmla="*/ 981622 w 1963244"/>
              <a:gd name="connsiteY4" fmla="*/ 1980228 h 1980228"/>
              <a:gd name="connsiteX5" fmla="*/ 0 w 1963244"/>
              <a:gd name="connsiteY5" fmla="*/ 998606 h 1980228"/>
              <a:gd name="connsiteX6" fmla="*/ 1 w 1963244"/>
              <a:gd name="connsiteY6" fmla="*/ 998606 h 1980228"/>
              <a:gd name="connsiteX0" fmla="*/ 1 w 1963244"/>
              <a:gd name="connsiteY0" fmla="*/ 998606 h 1980228"/>
              <a:gd name="connsiteX1" fmla="*/ 981623 w 1963244"/>
              <a:gd name="connsiteY1" fmla="*/ 16984 h 1980228"/>
              <a:gd name="connsiteX2" fmla="*/ 1940680 w 1963244"/>
              <a:gd name="connsiteY2" fmla="*/ 0 h 1980228"/>
              <a:gd name="connsiteX3" fmla="*/ 1963244 w 1963244"/>
              <a:gd name="connsiteY3" fmla="*/ 998606 h 1980228"/>
              <a:gd name="connsiteX4" fmla="*/ 981622 w 1963244"/>
              <a:gd name="connsiteY4" fmla="*/ 1980228 h 1980228"/>
              <a:gd name="connsiteX5" fmla="*/ 0 w 1963244"/>
              <a:gd name="connsiteY5" fmla="*/ 998606 h 1980228"/>
              <a:gd name="connsiteX6" fmla="*/ 1 w 1963244"/>
              <a:gd name="connsiteY6" fmla="*/ 998606 h 1980228"/>
              <a:gd name="connsiteX0" fmla="*/ 1 w 1966287"/>
              <a:gd name="connsiteY0" fmla="*/ 1088231 h 2069853"/>
              <a:gd name="connsiteX1" fmla="*/ 981623 w 1966287"/>
              <a:gd name="connsiteY1" fmla="*/ 106609 h 2069853"/>
              <a:gd name="connsiteX2" fmla="*/ 1966287 w 1966287"/>
              <a:gd name="connsiteY2" fmla="*/ 0 h 2069853"/>
              <a:gd name="connsiteX3" fmla="*/ 1963244 w 1966287"/>
              <a:gd name="connsiteY3" fmla="*/ 1088231 h 2069853"/>
              <a:gd name="connsiteX4" fmla="*/ 981622 w 1966287"/>
              <a:gd name="connsiteY4" fmla="*/ 2069853 h 2069853"/>
              <a:gd name="connsiteX5" fmla="*/ 0 w 1966287"/>
              <a:gd name="connsiteY5" fmla="*/ 1088231 h 2069853"/>
              <a:gd name="connsiteX6" fmla="*/ 1 w 1966287"/>
              <a:gd name="connsiteY6" fmla="*/ 1088231 h 2069853"/>
              <a:gd name="connsiteX0" fmla="*/ 1 w 1966287"/>
              <a:gd name="connsiteY0" fmla="*/ 1088231 h 2069853"/>
              <a:gd name="connsiteX1" fmla="*/ 981623 w 1966287"/>
              <a:gd name="connsiteY1" fmla="*/ 106609 h 2069853"/>
              <a:gd name="connsiteX2" fmla="*/ 1966287 w 1966287"/>
              <a:gd name="connsiteY2" fmla="*/ 0 h 2069853"/>
              <a:gd name="connsiteX3" fmla="*/ 1963244 w 1966287"/>
              <a:gd name="connsiteY3" fmla="*/ 1088231 h 2069853"/>
              <a:gd name="connsiteX4" fmla="*/ 981622 w 1966287"/>
              <a:gd name="connsiteY4" fmla="*/ 2069853 h 2069853"/>
              <a:gd name="connsiteX5" fmla="*/ 0 w 1966287"/>
              <a:gd name="connsiteY5" fmla="*/ 1088231 h 2069853"/>
              <a:gd name="connsiteX6" fmla="*/ 1 w 1966287"/>
              <a:gd name="connsiteY6" fmla="*/ 1088231 h 2069853"/>
              <a:gd name="connsiteX0" fmla="*/ 1 w 1966287"/>
              <a:gd name="connsiteY0" fmla="*/ 1088231 h 2069853"/>
              <a:gd name="connsiteX1" fmla="*/ 981623 w 1966287"/>
              <a:gd name="connsiteY1" fmla="*/ 106609 h 2069853"/>
              <a:gd name="connsiteX2" fmla="*/ 1966287 w 1966287"/>
              <a:gd name="connsiteY2" fmla="*/ 0 h 2069853"/>
              <a:gd name="connsiteX3" fmla="*/ 1963244 w 1966287"/>
              <a:gd name="connsiteY3" fmla="*/ 1088231 h 2069853"/>
              <a:gd name="connsiteX4" fmla="*/ 981622 w 1966287"/>
              <a:gd name="connsiteY4" fmla="*/ 2069853 h 2069853"/>
              <a:gd name="connsiteX5" fmla="*/ 0 w 1966287"/>
              <a:gd name="connsiteY5" fmla="*/ 1088231 h 2069853"/>
              <a:gd name="connsiteX6" fmla="*/ 1 w 1966287"/>
              <a:gd name="connsiteY6" fmla="*/ 1088231 h 2069853"/>
              <a:gd name="connsiteX0" fmla="*/ 1 w 1966287"/>
              <a:gd name="connsiteY0" fmla="*/ 1088231 h 2069853"/>
              <a:gd name="connsiteX1" fmla="*/ 981623 w 1966287"/>
              <a:gd name="connsiteY1" fmla="*/ 106609 h 2069853"/>
              <a:gd name="connsiteX2" fmla="*/ 1966287 w 1966287"/>
              <a:gd name="connsiteY2" fmla="*/ 0 h 2069853"/>
              <a:gd name="connsiteX3" fmla="*/ 1963244 w 1966287"/>
              <a:gd name="connsiteY3" fmla="*/ 1088231 h 2069853"/>
              <a:gd name="connsiteX4" fmla="*/ 981622 w 1966287"/>
              <a:gd name="connsiteY4" fmla="*/ 2069853 h 2069853"/>
              <a:gd name="connsiteX5" fmla="*/ 0 w 1966287"/>
              <a:gd name="connsiteY5" fmla="*/ 1088231 h 2069853"/>
              <a:gd name="connsiteX6" fmla="*/ 1 w 1966287"/>
              <a:gd name="connsiteY6" fmla="*/ 1088231 h 2069853"/>
              <a:gd name="connsiteX0" fmla="*/ 1 w 1963244"/>
              <a:gd name="connsiteY0" fmla="*/ 1112357 h 2093979"/>
              <a:gd name="connsiteX1" fmla="*/ 981623 w 1963244"/>
              <a:gd name="connsiteY1" fmla="*/ 130735 h 2093979"/>
              <a:gd name="connsiteX2" fmla="*/ 1942160 w 1963244"/>
              <a:gd name="connsiteY2" fmla="*/ 0 h 2093979"/>
              <a:gd name="connsiteX3" fmla="*/ 1963244 w 1963244"/>
              <a:gd name="connsiteY3" fmla="*/ 1112357 h 2093979"/>
              <a:gd name="connsiteX4" fmla="*/ 981622 w 1963244"/>
              <a:gd name="connsiteY4" fmla="*/ 2093979 h 2093979"/>
              <a:gd name="connsiteX5" fmla="*/ 0 w 1963244"/>
              <a:gd name="connsiteY5" fmla="*/ 1112357 h 2093979"/>
              <a:gd name="connsiteX6" fmla="*/ 1 w 1963244"/>
              <a:gd name="connsiteY6" fmla="*/ 1112357 h 2093979"/>
              <a:gd name="connsiteX0" fmla="*/ 1 w 1963244"/>
              <a:gd name="connsiteY0" fmla="*/ 1112357 h 2093979"/>
              <a:gd name="connsiteX1" fmla="*/ 981623 w 1963244"/>
              <a:gd name="connsiteY1" fmla="*/ 130735 h 2093979"/>
              <a:gd name="connsiteX2" fmla="*/ 1942160 w 1963244"/>
              <a:gd name="connsiteY2" fmla="*/ 0 h 2093979"/>
              <a:gd name="connsiteX3" fmla="*/ 1963244 w 1963244"/>
              <a:gd name="connsiteY3" fmla="*/ 1112357 h 2093979"/>
              <a:gd name="connsiteX4" fmla="*/ 981622 w 1963244"/>
              <a:gd name="connsiteY4" fmla="*/ 2093979 h 2093979"/>
              <a:gd name="connsiteX5" fmla="*/ 0 w 1963244"/>
              <a:gd name="connsiteY5" fmla="*/ 1112357 h 2093979"/>
              <a:gd name="connsiteX6" fmla="*/ 1 w 1963244"/>
              <a:gd name="connsiteY6" fmla="*/ 1112357 h 209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3244" h="2093979">
                <a:moveTo>
                  <a:pt x="1" y="1112357"/>
                </a:moveTo>
                <a:cubicBezTo>
                  <a:pt x="1" y="570222"/>
                  <a:pt x="439488" y="130735"/>
                  <a:pt x="981623" y="130735"/>
                </a:cubicBezTo>
                <a:cubicBezTo>
                  <a:pt x="1310964" y="98726"/>
                  <a:pt x="1603802" y="154382"/>
                  <a:pt x="1942160" y="0"/>
                </a:cubicBezTo>
                <a:cubicBezTo>
                  <a:pt x="1831091" y="454143"/>
                  <a:pt x="1963244" y="785150"/>
                  <a:pt x="1963244" y="1112357"/>
                </a:cubicBezTo>
                <a:cubicBezTo>
                  <a:pt x="1963244" y="1654492"/>
                  <a:pt x="1523757" y="2093979"/>
                  <a:pt x="981622" y="2093979"/>
                </a:cubicBezTo>
                <a:cubicBezTo>
                  <a:pt x="439487" y="2093979"/>
                  <a:pt x="0" y="1654492"/>
                  <a:pt x="0" y="1112357"/>
                </a:cubicBezTo>
                <a:lnTo>
                  <a:pt x="1" y="1112357"/>
                </a:lnTo>
                <a:close/>
              </a:path>
            </a:pathLst>
          </a:custGeom>
          <a:noFill/>
          <a:ln w="19050" algn="ctr">
            <a:solidFill>
              <a:schemeClr val="tx1"/>
            </a:solidFill>
            <a:miter lim="800000"/>
            <a:headEnd/>
            <a:tailEnd/>
          </a:ln>
        </p:spPr>
        <p:txBody>
          <a:bodyPr wrap="square" lIns="72231" tIns="72231" rIns="72231" bIns="72231" rtlCol="0" anchor="ctr"/>
          <a:lstStyle/>
          <a:p>
            <a:pPr algn="ctr">
              <a:lnSpc>
                <a:spcPct val="106000"/>
              </a:lnSpc>
            </a:pPr>
            <a:endParaRPr lang="en-US" sz="1300" b="1" dirty="0">
              <a:solidFill>
                <a:schemeClr val="bg1"/>
              </a:solidFill>
              <a:latin typeface="Aptos" panose="020B0004020202020204" pitchFamily="34" charset="0"/>
            </a:endParaRPr>
          </a:p>
        </p:txBody>
      </p:sp>
      <p:sp>
        <p:nvSpPr>
          <p:cNvPr id="21" name="Teardrop 1"/>
          <p:cNvSpPr/>
          <p:nvPr/>
        </p:nvSpPr>
        <p:spPr bwMode="gray">
          <a:xfrm rot="13500000">
            <a:off x="4949772" y="2879962"/>
            <a:ext cx="1575576" cy="1509909"/>
          </a:xfrm>
          <a:custGeom>
            <a:avLst/>
            <a:gdLst>
              <a:gd name="connsiteX0" fmla="*/ 0 w 1719980"/>
              <a:gd name="connsiteY0" fmla="*/ 859990 h 1719980"/>
              <a:gd name="connsiteX1" fmla="*/ 859990 w 1719980"/>
              <a:gd name="connsiteY1" fmla="*/ 0 h 1719980"/>
              <a:gd name="connsiteX2" fmla="*/ 1719980 w 1719980"/>
              <a:gd name="connsiteY2" fmla="*/ 0 h 1719980"/>
              <a:gd name="connsiteX3" fmla="*/ 1719980 w 1719980"/>
              <a:gd name="connsiteY3" fmla="*/ 859990 h 1719980"/>
              <a:gd name="connsiteX4" fmla="*/ 859990 w 1719980"/>
              <a:gd name="connsiteY4" fmla="*/ 1719980 h 1719980"/>
              <a:gd name="connsiteX5" fmla="*/ 0 w 1719980"/>
              <a:gd name="connsiteY5" fmla="*/ 859990 h 1719980"/>
              <a:gd name="connsiteX0" fmla="*/ 0 w 1719980"/>
              <a:gd name="connsiteY0" fmla="*/ 859990 h 1719980"/>
              <a:gd name="connsiteX1" fmla="*/ 859990 w 1719980"/>
              <a:gd name="connsiteY1" fmla="*/ 0 h 1719980"/>
              <a:gd name="connsiteX2" fmla="*/ 1719980 w 1719980"/>
              <a:gd name="connsiteY2" fmla="*/ 0 h 1719980"/>
              <a:gd name="connsiteX3" fmla="*/ 1719980 w 1719980"/>
              <a:gd name="connsiteY3" fmla="*/ 859990 h 1719980"/>
              <a:gd name="connsiteX4" fmla="*/ 859990 w 1719980"/>
              <a:gd name="connsiteY4" fmla="*/ 1719980 h 1719980"/>
              <a:gd name="connsiteX5" fmla="*/ 0 w 1719980"/>
              <a:gd name="connsiteY5" fmla="*/ 859990 h 1719980"/>
              <a:gd name="connsiteX0" fmla="*/ 0 w 1890719"/>
              <a:gd name="connsiteY0" fmla="*/ 951927 h 1811917"/>
              <a:gd name="connsiteX1" fmla="*/ 859990 w 1890719"/>
              <a:gd name="connsiteY1" fmla="*/ 91937 h 1811917"/>
              <a:gd name="connsiteX2" fmla="*/ 1890719 w 1890719"/>
              <a:gd name="connsiteY2" fmla="*/ 0 h 1811917"/>
              <a:gd name="connsiteX3" fmla="*/ 1719980 w 1890719"/>
              <a:gd name="connsiteY3" fmla="*/ 951927 h 1811917"/>
              <a:gd name="connsiteX4" fmla="*/ 859990 w 1890719"/>
              <a:gd name="connsiteY4" fmla="*/ 1811917 h 1811917"/>
              <a:gd name="connsiteX5" fmla="*/ 0 w 1890719"/>
              <a:gd name="connsiteY5" fmla="*/ 951927 h 1811917"/>
              <a:gd name="connsiteX0" fmla="*/ 0 w 1890719"/>
              <a:gd name="connsiteY0" fmla="*/ 951927 h 1811917"/>
              <a:gd name="connsiteX1" fmla="*/ 859990 w 1890719"/>
              <a:gd name="connsiteY1" fmla="*/ 91937 h 1811917"/>
              <a:gd name="connsiteX2" fmla="*/ 1890719 w 1890719"/>
              <a:gd name="connsiteY2" fmla="*/ 0 h 1811917"/>
              <a:gd name="connsiteX3" fmla="*/ 1719980 w 1890719"/>
              <a:gd name="connsiteY3" fmla="*/ 951927 h 1811917"/>
              <a:gd name="connsiteX4" fmla="*/ 859990 w 1890719"/>
              <a:gd name="connsiteY4" fmla="*/ 1811917 h 1811917"/>
              <a:gd name="connsiteX5" fmla="*/ 0 w 1890719"/>
              <a:gd name="connsiteY5" fmla="*/ 951927 h 1811917"/>
              <a:gd name="connsiteX0" fmla="*/ 0 w 1890719"/>
              <a:gd name="connsiteY0" fmla="*/ 951927 h 1811917"/>
              <a:gd name="connsiteX1" fmla="*/ 859990 w 1890719"/>
              <a:gd name="connsiteY1" fmla="*/ 91937 h 1811917"/>
              <a:gd name="connsiteX2" fmla="*/ 1890719 w 1890719"/>
              <a:gd name="connsiteY2" fmla="*/ 0 h 1811917"/>
              <a:gd name="connsiteX3" fmla="*/ 1719980 w 1890719"/>
              <a:gd name="connsiteY3" fmla="*/ 951927 h 1811917"/>
              <a:gd name="connsiteX4" fmla="*/ 859990 w 1890719"/>
              <a:gd name="connsiteY4" fmla="*/ 1811917 h 1811917"/>
              <a:gd name="connsiteX5" fmla="*/ 0 w 1890719"/>
              <a:gd name="connsiteY5" fmla="*/ 951927 h 1811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0719" h="1811917">
                <a:moveTo>
                  <a:pt x="0" y="951927"/>
                </a:moveTo>
                <a:cubicBezTo>
                  <a:pt x="0" y="476968"/>
                  <a:pt x="388899" y="119011"/>
                  <a:pt x="859990" y="91937"/>
                </a:cubicBezTo>
                <a:cubicBezTo>
                  <a:pt x="1203566" y="61291"/>
                  <a:pt x="1445356" y="93032"/>
                  <a:pt x="1890719" y="0"/>
                </a:cubicBezTo>
                <a:cubicBezTo>
                  <a:pt x="1673060" y="312270"/>
                  <a:pt x="1719980" y="665264"/>
                  <a:pt x="1719980" y="951927"/>
                </a:cubicBezTo>
                <a:cubicBezTo>
                  <a:pt x="1719980" y="1426886"/>
                  <a:pt x="1334949" y="1811917"/>
                  <a:pt x="859990" y="1811917"/>
                </a:cubicBezTo>
                <a:cubicBezTo>
                  <a:pt x="385031" y="1811917"/>
                  <a:pt x="0" y="1426886"/>
                  <a:pt x="0" y="951927"/>
                </a:cubicBezTo>
                <a:close/>
              </a:path>
            </a:pathLst>
          </a:custGeom>
          <a:noFill/>
          <a:ln w="19050" algn="ctr">
            <a:solidFill>
              <a:schemeClr val="tx1"/>
            </a:solidFill>
            <a:miter lim="800000"/>
            <a:headEnd/>
            <a:tailEnd/>
          </a:ln>
        </p:spPr>
        <p:txBody>
          <a:bodyPr wrap="square" lIns="72231" tIns="72231" rIns="72231" bIns="72231" rtlCol="0" anchor="ctr"/>
          <a:lstStyle/>
          <a:p>
            <a:pPr algn="ctr">
              <a:lnSpc>
                <a:spcPct val="106000"/>
              </a:lnSpc>
            </a:pPr>
            <a:endParaRPr lang="en-US" sz="1300" b="1" dirty="0">
              <a:solidFill>
                <a:schemeClr val="bg1"/>
              </a:solidFill>
              <a:latin typeface="Aptos" panose="020B0004020202020204" pitchFamily="34" charset="0"/>
            </a:endParaRPr>
          </a:p>
        </p:txBody>
      </p:sp>
      <p:sp>
        <p:nvSpPr>
          <p:cNvPr id="22" name="Teardrop 25"/>
          <p:cNvSpPr/>
          <p:nvPr/>
        </p:nvSpPr>
        <p:spPr bwMode="gray">
          <a:xfrm rot="8100000" flipH="1">
            <a:off x="3156426" y="3546301"/>
            <a:ext cx="2110534" cy="1952003"/>
          </a:xfrm>
          <a:custGeom>
            <a:avLst/>
            <a:gdLst>
              <a:gd name="connsiteX0" fmla="*/ 0 w 1963243"/>
              <a:gd name="connsiteY0" fmla="*/ 981622 h 1963243"/>
              <a:gd name="connsiteX1" fmla="*/ 981622 w 1963243"/>
              <a:gd name="connsiteY1" fmla="*/ 0 h 1963243"/>
              <a:gd name="connsiteX2" fmla="*/ 1963243 w 1963243"/>
              <a:gd name="connsiteY2" fmla="*/ 0 h 1963243"/>
              <a:gd name="connsiteX3" fmla="*/ 1963243 w 1963243"/>
              <a:gd name="connsiteY3" fmla="*/ 981622 h 1963243"/>
              <a:gd name="connsiteX4" fmla="*/ 981621 w 1963243"/>
              <a:gd name="connsiteY4" fmla="*/ 1963244 h 1963243"/>
              <a:gd name="connsiteX5" fmla="*/ -1 w 1963243"/>
              <a:gd name="connsiteY5" fmla="*/ 981622 h 1963243"/>
              <a:gd name="connsiteX6" fmla="*/ 0 w 1963243"/>
              <a:gd name="connsiteY6" fmla="*/ 981622 h 1963243"/>
              <a:gd name="connsiteX0" fmla="*/ 1 w 1988851"/>
              <a:gd name="connsiteY0" fmla="*/ 981622 h 1963244"/>
              <a:gd name="connsiteX1" fmla="*/ 981623 w 1988851"/>
              <a:gd name="connsiteY1" fmla="*/ 0 h 1963244"/>
              <a:gd name="connsiteX2" fmla="*/ 1988851 w 1988851"/>
              <a:gd name="connsiteY2" fmla="*/ 115231 h 1963244"/>
              <a:gd name="connsiteX3" fmla="*/ 1963244 w 1988851"/>
              <a:gd name="connsiteY3" fmla="*/ 981622 h 1963244"/>
              <a:gd name="connsiteX4" fmla="*/ 981622 w 1988851"/>
              <a:gd name="connsiteY4" fmla="*/ 1963244 h 1963244"/>
              <a:gd name="connsiteX5" fmla="*/ 0 w 1988851"/>
              <a:gd name="connsiteY5" fmla="*/ 981622 h 1963244"/>
              <a:gd name="connsiteX6" fmla="*/ 1 w 1988851"/>
              <a:gd name="connsiteY6" fmla="*/ 981622 h 1963244"/>
              <a:gd name="connsiteX0" fmla="*/ 1 w 1988851"/>
              <a:gd name="connsiteY0" fmla="*/ 987436 h 1969058"/>
              <a:gd name="connsiteX1" fmla="*/ 981623 w 1988851"/>
              <a:gd name="connsiteY1" fmla="*/ 5814 h 1969058"/>
              <a:gd name="connsiteX2" fmla="*/ 1988851 w 1988851"/>
              <a:gd name="connsiteY2" fmla="*/ 121045 h 1969058"/>
              <a:gd name="connsiteX3" fmla="*/ 1963244 w 1988851"/>
              <a:gd name="connsiteY3" fmla="*/ 987436 h 1969058"/>
              <a:gd name="connsiteX4" fmla="*/ 981622 w 1988851"/>
              <a:gd name="connsiteY4" fmla="*/ 1969058 h 1969058"/>
              <a:gd name="connsiteX5" fmla="*/ 0 w 1988851"/>
              <a:gd name="connsiteY5" fmla="*/ 987436 h 1969058"/>
              <a:gd name="connsiteX6" fmla="*/ 1 w 1988851"/>
              <a:gd name="connsiteY6" fmla="*/ 987436 h 1969058"/>
              <a:gd name="connsiteX0" fmla="*/ 1 w 1974354"/>
              <a:gd name="connsiteY0" fmla="*/ 987837 h 1969459"/>
              <a:gd name="connsiteX1" fmla="*/ 981623 w 1974354"/>
              <a:gd name="connsiteY1" fmla="*/ 6215 h 1969459"/>
              <a:gd name="connsiteX2" fmla="*/ 1974354 w 1974354"/>
              <a:gd name="connsiteY2" fmla="*/ 112748 h 1969459"/>
              <a:gd name="connsiteX3" fmla="*/ 1963244 w 1974354"/>
              <a:gd name="connsiteY3" fmla="*/ 987837 h 1969459"/>
              <a:gd name="connsiteX4" fmla="*/ 981622 w 1974354"/>
              <a:gd name="connsiteY4" fmla="*/ 1969459 h 1969459"/>
              <a:gd name="connsiteX5" fmla="*/ 0 w 1974354"/>
              <a:gd name="connsiteY5" fmla="*/ 987837 h 1969459"/>
              <a:gd name="connsiteX6" fmla="*/ 1 w 1974354"/>
              <a:gd name="connsiteY6" fmla="*/ 987837 h 1969459"/>
              <a:gd name="connsiteX0" fmla="*/ 1 w 1963244"/>
              <a:gd name="connsiteY0" fmla="*/ 987565 h 1969187"/>
              <a:gd name="connsiteX1" fmla="*/ 981623 w 1963244"/>
              <a:gd name="connsiteY1" fmla="*/ 5943 h 1969187"/>
              <a:gd name="connsiteX2" fmla="*/ 1962757 w 1963244"/>
              <a:gd name="connsiteY2" fmla="*/ 118275 h 1969187"/>
              <a:gd name="connsiteX3" fmla="*/ 1963244 w 1963244"/>
              <a:gd name="connsiteY3" fmla="*/ 987565 h 1969187"/>
              <a:gd name="connsiteX4" fmla="*/ 981622 w 1963244"/>
              <a:gd name="connsiteY4" fmla="*/ 1969187 h 1969187"/>
              <a:gd name="connsiteX5" fmla="*/ 0 w 1963244"/>
              <a:gd name="connsiteY5" fmla="*/ 987565 h 1969187"/>
              <a:gd name="connsiteX6" fmla="*/ 1 w 1963244"/>
              <a:gd name="connsiteY6" fmla="*/ 987565 h 1969187"/>
              <a:gd name="connsiteX0" fmla="*/ 1 w 2021426"/>
              <a:gd name="connsiteY0" fmla="*/ 986920 h 1968542"/>
              <a:gd name="connsiteX1" fmla="*/ 981623 w 2021426"/>
              <a:gd name="connsiteY1" fmla="*/ 5298 h 1968542"/>
              <a:gd name="connsiteX2" fmla="*/ 2021426 w 2021426"/>
              <a:gd name="connsiteY2" fmla="*/ 133631 h 1968542"/>
              <a:gd name="connsiteX3" fmla="*/ 1963244 w 2021426"/>
              <a:gd name="connsiteY3" fmla="*/ 986920 h 1968542"/>
              <a:gd name="connsiteX4" fmla="*/ 981622 w 2021426"/>
              <a:gd name="connsiteY4" fmla="*/ 1968542 h 1968542"/>
              <a:gd name="connsiteX5" fmla="*/ 0 w 2021426"/>
              <a:gd name="connsiteY5" fmla="*/ 986920 h 1968542"/>
              <a:gd name="connsiteX6" fmla="*/ 1 w 2021426"/>
              <a:gd name="connsiteY6" fmla="*/ 986920 h 1968542"/>
              <a:gd name="connsiteX0" fmla="*/ 1 w 2021426"/>
              <a:gd name="connsiteY0" fmla="*/ 986920 h 1968542"/>
              <a:gd name="connsiteX1" fmla="*/ 981623 w 2021426"/>
              <a:gd name="connsiteY1" fmla="*/ 5298 h 1968542"/>
              <a:gd name="connsiteX2" fmla="*/ 2021426 w 2021426"/>
              <a:gd name="connsiteY2" fmla="*/ 133631 h 1968542"/>
              <a:gd name="connsiteX3" fmla="*/ 1963244 w 2021426"/>
              <a:gd name="connsiteY3" fmla="*/ 986920 h 1968542"/>
              <a:gd name="connsiteX4" fmla="*/ 981622 w 2021426"/>
              <a:gd name="connsiteY4" fmla="*/ 1968542 h 1968542"/>
              <a:gd name="connsiteX5" fmla="*/ 0 w 2021426"/>
              <a:gd name="connsiteY5" fmla="*/ 986920 h 1968542"/>
              <a:gd name="connsiteX6" fmla="*/ 1 w 2021426"/>
              <a:gd name="connsiteY6" fmla="*/ 986920 h 1968542"/>
              <a:gd name="connsiteX0" fmla="*/ 1 w 2077191"/>
              <a:gd name="connsiteY0" fmla="*/ 992390 h 1974012"/>
              <a:gd name="connsiteX1" fmla="*/ 981623 w 2077191"/>
              <a:gd name="connsiteY1" fmla="*/ 10768 h 1974012"/>
              <a:gd name="connsiteX2" fmla="*/ 2077191 w 2077191"/>
              <a:gd name="connsiteY2" fmla="*/ 63058 h 1974012"/>
              <a:gd name="connsiteX3" fmla="*/ 1963244 w 2077191"/>
              <a:gd name="connsiteY3" fmla="*/ 992390 h 1974012"/>
              <a:gd name="connsiteX4" fmla="*/ 981622 w 2077191"/>
              <a:gd name="connsiteY4" fmla="*/ 1974012 h 1974012"/>
              <a:gd name="connsiteX5" fmla="*/ 0 w 2077191"/>
              <a:gd name="connsiteY5" fmla="*/ 992390 h 1974012"/>
              <a:gd name="connsiteX6" fmla="*/ 1 w 2077191"/>
              <a:gd name="connsiteY6" fmla="*/ 992390 h 1974012"/>
              <a:gd name="connsiteX0" fmla="*/ 1 w 2077191"/>
              <a:gd name="connsiteY0" fmla="*/ 992390 h 1974012"/>
              <a:gd name="connsiteX1" fmla="*/ 981623 w 2077191"/>
              <a:gd name="connsiteY1" fmla="*/ 10768 h 1974012"/>
              <a:gd name="connsiteX2" fmla="*/ 2077191 w 2077191"/>
              <a:gd name="connsiteY2" fmla="*/ 63058 h 1974012"/>
              <a:gd name="connsiteX3" fmla="*/ 1963244 w 2077191"/>
              <a:gd name="connsiteY3" fmla="*/ 992390 h 1974012"/>
              <a:gd name="connsiteX4" fmla="*/ 981622 w 2077191"/>
              <a:gd name="connsiteY4" fmla="*/ 1974012 h 1974012"/>
              <a:gd name="connsiteX5" fmla="*/ 0 w 2077191"/>
              <a:gd name="connsiteY5" fmla="*/ 992390 h 1974012"/>
              <a:gd name="connsiteX6" fmla="*/ 1 w 2077191"/>
              <a:gd name="connsiteY6" fmla="*/ 992390 h 1974012"/>
              <a:gd name="connsiteX0" fmla="*/ 1 w 2077191"/>
              <a:gd name="connsiteY0" fmla="*/ 992390 h 1974012"/>
              <a:gd name="connsiteX1" fmla="*/ 981623 w 2077191"/>
              <a:gd name="connsiteY1" fmla="*/ 10768 h 1974012"/>
              <a:gd name="connsiteX2" fmla="*/ 2077191 w 2077191"/>
              <a:gd name="connsiteY2" fmla="*/ 63058 h 1974012"/>
              <a:gd name="connsiteX3" fmla="*/ 1963244 w 2077191"/>
              <a:gd name="connsiteY3" fmla="*/ 992390 h 1974012"/>
              <a:gd name="connsiteX4" fmla="*/ 981622 w 2077191"/>
              <a:gd name="connsiteY4" fmla="*/ 1974012 h 1974012"/>
              <a:gd name="connsiteX5" fmla="*/ 0 w 2077191"/>
              <a:gd name="connsiteY5" fmla="*/ 992390 h 1974012"/>
              <a:gd name="connsiteX6" fmla="*/ 1 w 2077191"/>
              <a:gd name="connsiteY6" fmla="*/ 992390 h 1974012"/>
              <a:gd name="connsiteX0" fmla="*/ 1 w 2112595"/>
              <a:gd name="connsiteY0" fmla="*/ 992020 h 1973642"/>
              <a:gd name="connsiteX1" fmla="*/ 981623 w 2112595"/>
              <a:gd name="connsiteY1" fmla="*/ 10398 h 1973642"/>
              <a:gd name="connsiteX2" fmla="*/ 2112595 w 2112595"/>
              <a:gd name="connsiteY2" fmla="*/ 65411 h 1973642"/>
              <a:gd name="connsiteX3" fmla="*/ 1963244 w 2112595"/>
              <a:gd name="connsiteY3" fmla="*/ 992020 h 1973642"/>
              <a:gd name="connsiteX4" fmla="*/ 981622 w 2112595"/>
              <a:gd name="connsiteY4" fmla="*/ 1973642 h 1973642"/>
              <a:gd name="connsiteX5" fmla="*/ 0 w 2112595"/>
              <a:gd name="connsiteY5" fmla="*/ 992020 h 1973642"/>
              <a:gd name="connsiteX6" fmla="*/ 1 w 2112595"/>
              <a:gd name="connsiteY6" fmla="*/ 992020 h 1973642"/>
              <a:gd name="connsiteX0" fmla="*/ 1 w 2112595"/>
              <a:gd name="connsiteY0" fmla="*/ 992020 h 1973642"/>
              <a:gd name="connsiteX1" fmla="*/ 981623 w 2112595"/>
              <a:gd name="connsiteY1" fmla="*/ 10398 h 1973642"/>
              <a:gd name="connsiteX2" fmla="*/ 2112595 w 2112595"/>
              <a:gd name="connsiteY2" fmla="*/ 65411 h 1973642"/>
              <a:gd name="connsiteX3" fmla="*/ 1963244 w 2112595"/>
              <a:gd name="connsiteY3" fmla="*/ 992020 h 1973642"/>
              <a:gd name="connsiteX4" fmla="*/ 981622 w 2112595"/>
              <a:gd name="connsiteY4" fmla="*/ 1973642 h 1973642"/>
              <a:gd name="connsiteX5" fmla="*/ 0 w 2112595"/>
              <a:gd name="connsiteY5" fmla="*/ 992020 h 1973642"/>
              <a:gd name="connsiteX6" fmla="*/ 1 w 2112595"/>
              <a:gd name="connsiteY6" fmla="*/ 992020 h 1973642"/>
              <a:gd name="connsiteX0" fmla="*/ 1 w 2112595"/>
              <a:gd name="connsiteY0" fmla="*/ 992020 h 1973642"/>
              <a:gd name="connsiteX1" fmla="*/ 981623 w 2112595"/>
              <a:gd name="connsiteY1" fmla="*/ 10398 h 1973642"/>
              <a:gd name="connsiteX2" fmla="*/ 2112595 w 2112595"/>
              <a:gd name="connsiteY2" fmla="*/ 65411 h 1973642"/>
              <a:gd name="connsiteX3" fmla="*/ 1963244 w 2112595"/>
              <a:gd name="connsiteY3" fmla="*/ 992020 h 1973642"/>
              <a:gd name="connsiteX4" fmla="*/ 981622 w 2112595"/>
              <a:gd name="connsiteY4" fmla="*/ 1973642 h 1973642"/>
              <a:gd name="connsiteX5" fmla="*/ 0 w 2112595"/>
              <a:gd name="connsiteY5" fmla="*/ 992020 h 1973642"/>
              <a:gd name="connsiteX6" fmla="*/ 1 w 2112595"/>
              <a:gd name="connsiteY6" fmla="*/ 992020 h 1973642"/>
              <a:gd name="connsiteX0" fmla="*/ 1 w 2112595"/>
              <a:gd name="connsiteY0" fmla="*/ 992020 h 1973642"/>
              <a:gd name="connsiteX1" fmla="*/ 981623 w 2112595"/>
              <a:gd name="connsiteY1" fmla="*/ 10398 h 1973642"/>
              <a:gd name="connsiteX2" fmla="*/ 2112595 w 2112595"/>
              <a:gd name="connsiteY2" fmla="*/ 65411 h 1973642"/>
              <a:gd name="connsiteX3" fmla="*/ 1963244 w 2112595"/>
              <a:gd name="connsiteY3" fmla="*/ 992020 h 1973642"/>
              <a:gd name="connsiteX4" fmla="*/ 981622 w 2112595"/>
              <a:gd name="connsiteY4" fmla="*/ 1973642 h 1973642"/>
              <a:gd name="connsiteX5" fmla="*/ 0 w 2112595"/>
              <a:gd name="connsiteY5" fmla="*/ 992020 h 1973642"/>
              <a:gd name="connsiteX6" fmla="*/ 1 w 2112595"/>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1963244 w 2133930"/>
              <a:gd name="connsiteY3" fmla="*/ 992020 h 1973642"/>
              <a:gd name="connsiteX4" fmla="*/ 981622 w 2133930"/>
              <a:gd name="connsiteY4" fmla="*/ 1973642 h 1973642"/>
              <a:gd name="connsiteX5" fmla="*/ 0 w 2133930"/>
              <a:gd name="connsiteY5" fmla="*/ 992020 h 1973642"/>
              <a:gd name="connsiteX6" fmla="*/ 1 w 2133930"/>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1963244 w 2133930"/>
              <a:gd name="connsiteY3" fmla="*/ 992020 h 1973642"/>
              <a:gd name="connsiteX4" fmla="*/ 981622 w 2133930"/>
              <a:gd name="connsiteY4" fmla="*/ 1973642 h 1973642"/>
              <a:gd name="connsiteX5" fmla="*/ 0 w 2133930"/>
              <a:gd name="connsiteY5" fmla="*/ 992020 h 1973642"/>
              <a:gd name="connsiteX6" fmla="*/ 1 w 2133930"/>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1963244 w 2133930"/>
              <a:gd name="connsiteY3" fmla="*/ 992020 h 1973642"/>
              <a:gd name="connsiteX4" fmla="*/ 981622 w 2133930"/>
              <a:gd name="connsiteY4" fmla="*/ 1973642 h 1973642"/>
              <a:gd name="connsiteX5" fmla="*/ 0 w 2133930"/>
              <a:gd name="connsiteY5" fmla="*/ 992020 h 1973642"/>
              <a:gd name="connsiteX6" fmla="*/ 1 w 2133930"/>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1963244 w 2133930"/>
              <a:gd name="connsiteY3" fmla="*/ 992020 h 1973642"/>
              <a:gd name="connsiteX4" fmla="*/ 981622 w 2133930"/>
              <a:gd name="connsiteY4" fmla="*/ 1973642 h 1973642"/>
              <a:gd name="connsiteX5" fmla="*/ 0 w 2133930"/>
              <a:gd name="connsiteY5" fmla="*/ 992020 h 1973642"/>
              <a:gd name="connsiteX6" fmla="*/ 1 w 2133930"/>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2000056 w 2133930"/>
              <a:gd name="connsiteY3" fmla="*/ 944688 h 1973642"/>
              <a:gd name="connsiteX4" fmla="*/ 981622 w 2133930"/>
              <a:gd name="connsiteY4" fmla="*/ 1973642 h 1973642"/>
              <a:gd name="connsiteX5" fmla="*/ 0 w 2133930"/>
              <a:gd name="connsiteY5" fmla="*/ 992020 h 1973642"/>
              <a:gd name="connsiteX6" fmla="*/ 1 w 2133930"/>
              <a:gd name="connsiteY6" fmla="*/ 992020 h 1973642"/>
              <a:gd name="connsiteX0" fmla="*/ 1 w 2133930"/>
              <a:gd name="connsiteY0" fmla="*/ 992020 h 1973642"/>
              <a:gd name="connsiteX1" fmla="*/ 981623 w 2133930"/>
              <a:gd name="connsiteY1" fmla="*/ 10398 h 1973642"/>
              <a:gd name="connsiteX2" fmla="*/ 2133930 w 2133930"/>
              <a:gd name="connsiteY2" fmla="*/ 65411 h 1973642"/>
              <a:gd name="connsiteX3" fmla="*/ 2000056 w 2133930"/>
              <a:gd name="connsiteY3" fmla="*/ 944688 h 1973642"/>
              <a:gd name="connsiteX4" fmla="*/ 981622 w 2133930"/>
              <a:gd name="connsiteY4" fmla="*/ 1973642 h 1973642"/>
              <a:gd name="connsiteX5" fmla="*/ 0 w 2133930"/>
              <a:gd name="connsiteY5" fmla="*/ 992020 h 1973642"/>
              <a:gd name="connsiteX6" fmla="*/ 1 w 2133930"/>
              <a:gd name="connsiteY6" fmla="*/ 992020 h 1973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3930" h="1973642">
                <a:moveTo>
                  <a:pt x="1" y="992020"/>
                </a:moveTo>
                <a:cubicBezTo>
                  <a:pt x="1" y="449885"/>
                  <a:pt x="439488" y="10398"/>
                  <a:pt x="981623" y="10398"/>
                </a:cubicBezTo>
                <a:cubicBezTo>
                  <a:pt x="1310964" y="-21611"/>
                  <a:pt x="1798187" y="27001"/>
                  <a:pt x="2133930" y="65411"/>
                </a:cubicBezTo>
                <a:cubicBezTo>
                  <a:pt x="1969313" y="292018"/>
                  <a:pt x="2015416" y="673803"/>
                  <a:pt x="2000056" y="944688"/>
                </a:cubicBezTo>
                <a:cubicBezTo>
                  <a:pt x="2000056" y="1486823"/>
                  <a:pt x="1523757" y="1973642"/>
                  <a:pt x="981622" y="1973642"/>
                </a:cubicBezTo>
                <a:cubicBezTo>
                  <a:pt x="439487" y="1973642"/>
                  <a:pt x="0" y="1534155"/>
                  <a:pt x="0" y="992020"/>
                </a:cubicBezTo>
                <a:lnTo>
                  <a:pt x="1" y="992020"/>
                </a:lnTo>
                <a:close/>
              </a:path>
            </a:pathLst>
          </a:custGeom>
          <a:noFill/>
          <a:ln w="19050" algn="ctr">
            <a:solidFill>
              <a:schemeClr val="tx1"/>
            </a:solidFill>
            <a:miter lim="800000"/>
            <a:headEnd/>
            <a:tailEnd/>
          </a:ln>
        </p:spPr>
        <p:txBody>
          <a:bodyPr wrap="square" lIns="72231" tIns="72231" rIns="72231" bIns="72231" rtlCol="0" anchor="ctr"/>
          <a:lstStyle/>
          <a:p>
            <a:pPr algn="ctr">
              <a:lnSpc>
                <a:spcPct val="106000"/>
              </a:lnSpc>
            </a:pPr>
            <a:endParaRPr lang="en-US" sz="1300" b="1" dirty="0">
              <a:solidFill>
                <a:schemeClr val="bg1"/>
              </a:solidFill>
              <a:latin typeface="Aptos" panose="020B0004020202020204" pitchFamily="34" charset="0"/>
            </a:endParaRPr>
          </a:p>
        </p:txBody>
      </p:sp>
      <p:sp>
        <p:nvSpPr>
          <p:cNvPr id="23" name="Oval 2"/>
          <p:cNvSpPr/>
          <p:nvPr/>
        </p:nvSpPr>
        <p:spPr bwMode="gray">
          <a:xfrm>
            <a:off x="5060330" y="1489986"/>
            <a:ext cx="1618307" cy="1347006"/>
          </a:xfrm>
          <a:custGeom>
            <a:avLst/>
            <a:gdLst/>
            <a:ahLst/>
            <a:cxnLst/>
            <a:rect l="l" t="t" r="r" b="b"/>
            <a:pathLst>
              <a:path w="1991762" h="1729212">
                <a:moveTo>
                  <a:pt x="1127156" y="0"/>
                </a:moveTo>
                <a:cubicBezTo>
                  <a:pt x="1604665" y="0"/>
                  <a:pt x="1991762" y="387097"/>
                  <a:pt x="1991762" y="864606"/>
                </a:cubicBezTo>
                <a:cubicBezTo>
                  <a:pt x="1991762" y="1342115"/>
                  <a:pt x="1604665" y="1729212"/>
                  <a:pt x="1127156" y="1729212"/>
                </a:cubicBezTo>
                <a:cubicBezTo>
                  <a:pt x="854437" y="1729212"/>
                  <a:pt x="611209" y="1602946"/>
                  <a:pt x="455780" y="1403245"/>
                </a:cubicBezTo>
                <a:cubicBezTo>
                  <a:pt x="297421" y="1231998"/>
                  <a:pt x="164430" y="1008390"/>
                  <a:pt x="0" y="851026"/>
                </a:cubicBezTo>
                <a:cubicBezTo>
                  <a:pt x="222938" y="845780"/>
                  <a:pt x="235708" y="758685"/>
                  <a:pt x="293792" y="637170"/>
                </a:cubicBezTo>
                <a:cubicBezTo>
                  <a:pt x="392780" y="269872"/>
                  <a:pt x="728452" y="0"/>
                  <a:pt x="1127156" y="0"/>
                </a:cubicBezTo>
                <a:close/>
              </a:path>
            </a:pathLst>
          </a:custGeom>
          <a:noFill/>
          <a:ln w="19050" algn="ctr">
            <a:solidFill>
              <a:schemeClr val="tx1"/>
            </a:solidFill>
            <a:miter lim="800000"/>
            <a:headEnd/>
            <a:tailEnd/>
          </a:ln>
        </p:spPr>
        <p:txBody>
          <a:bodyPr wrap="square" lIns="72231" tIns="72231" rIns="72231" bIns="72231" rtlCol="0" anchor="ctr"/>
          <a:lstStyle/>
          <a:p>
            <a:pPr algn="ctr">
              <a:lnSpc>
                <a:spcPct val="106000"/>
              </a:lnSpc>
            </a:pPr>
            <a:endParaRPr lang="en-US" sz="1300" b="1" dirty="0">
              <a:solidFill>
                <a:schemeClr val="bg1"/>
              </a:solidFill>
              <a:latin typeface="Aptos" panose="020B0004020202020204" pitchFamily="34" charset="0"/>
            </a:endParaRPr>
          </a:p>
        </p:txBody>
      </p:sp>
      <p:sp>
        <p:nvSpPr>
          <p:cNvPr id="24" name="Rectangle 23"/>
          <p:cNvSpPr/>
          <p:nvPr/>
        </p:nvSpPr>
        <p:spPr>
          <a:xfrm>
            <a:off x="3803044" y="3880977"/>
            <a:ext cx="1114425" cy="1375376"/>
          </a:xfrm>
          <a:prstGeom prst="rect">
            <a:avLst/>
          </a:prstGeom>
        </p:spPr>
        <p:txBody>
          <a:bodyPr wrap="square" lIns="0" tIns="0" rIns="0" bIns="0" anchor="ctr" anchorCtr="0">
            <a:noAutofit/>
          </a:bodyPr>
          <a:lstStyle/>
          <a:p>
            <a:r>
              <a:rPr lang="en-US" sz="800" dirty="0">
                <a:latin typeface="Aptos" panose="020B0004020202020204" pitchFamily="34" charset="0"/>
              </a:rPr>
              <a:t>This is dummy text it is not here to be read. This is dummy text it is not here to be read. This is dummy text it is not here to be read. This is dummy text it is not here to be read. </a:t>
            </a:r>
          </a:p>
        </p:txBody>
      </p:sp>
      <p:sp>
        <p:nvSpPr>
          <p:cNvPr id="25" name="TextBox 24"/>
          <p:cNvSpPr txBox="1"/>
          <p:nvPr/>
        </p:nvSpPr>
        <p:spPr>
          <a:xfrm>
            <a:off x="3269860" y="4086163"/>
            <a:ext cx="560211" cy="965005"/>
          </a:xfrm>
          <a:prstGeom prst="rect">
            <a:avLst/>
          </a:prstGeom>
          <a:noFill/>
        </p:spPr>
        <p:txBody>
          <a:bodyPr wrap="square" lIns="0" tIns="0" rIns="0" bIns="0" rtlCol="0" anchor="ctr" anchorCtr="0">
            <a:noAutofit/>
          </a:bodyPr>
          <a:lstStyle/>
          <a:p>
            <a:r>
              <a:rPr lang="en-US" sz="5363" dirty="0">
                <a:solidFill>
                  <a:schemeClr val="accent1"/>
                </a:solidFill>
                <a:latin typeface="Aptos" panose="020B0004020202020204" pitchFamily="34" charset="0"/>
              </a:rPr>
              <a:t>1</a:t>
            </a:r>
          </a:p>
        </p:txBody>
      </p:sp>
      <p:cxnSp>
        <p:nvCxnSpPr>
          <p:cNvPr id="26" name="Straight Connector 25"/>
          <p:cNvCxnSpPr/>
          <p:nvPr/>
        </p:nvCxnSpPr>
        <p:spPr>
          <a:xfrm>
            <a:off x="3709781" y="3854022"/>
            <a:ext cx="0" cy="1429289"/>
          </a:xfrm>
          <a:prstGeom prst="line">
            <a:avLst/>
          </a:prstGeom>
          <a:ln w="9525">
            <a:solidFill>
              <a:srgbClr val="BBBCBC"/>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a:off x="4255800" y="2265610"/>
            <a:ext cx="817245" cy="1000274"/>
          </a:xfrm>
          <a:prstGeom prst="rect">
            <a:avLst/>
          </a:prstGeom>
        </p:spPr>
        <p:txBody>
          <a:bodyPr wrap="square" lIns="0" tIns="0" rIns="0" bIns="0" anchor="ctr" anchorCtr="0">
            <a:noAutofit/>
          </a:bodyPr>
          <a:lstStyle/>
          <a:p>
            <a:r>
              <a:rPr lang="en-US" sz="800" dirty="0">
                <a:latin typeface="Aptos" panose="020B0004020202020204" pitchFamily="34" charset="0"/>
              </a:rPr>
              <a:t>This is dummy text it is not here to be read. This is dummy text it is not here to be read. This is dummy text it is not here to be read. </a:t>
            </a:r>
          </a:p>
        </p:txBody>
      </p:sp>
      <p:sp>
        <p:nvSpPr>
          <p:cNvPr id="28" name="TextBox 27"/>
          <p:cNvSpPr txBox="1"/>
          <p:nvPr/>
        </p:nvSpPr>
        <p:spPr>
          <a:xfrm>
            <a:off x="3737328" y="2283246"/>
            <a:ext cx="560211" cy="965005"/>
          </a:xfrm>
          <a:prstGeom prst="rect">
            <a:avLst/>
          </a:prstGeom>
          <a:noFill/>
        </p:spPr>
        <p:txBody>
          <a:bodyPr wrap="square" lIns="0" tIns="0" rIns="0" bIns="0" rtlCol="0" anchor="ctr" anchorCtr="0">
            <a:noAutofit/>
          </a:bodyPr>
          <a:lstStyle/>
          <a:p>
            <a:r>
              <a:rPr lang="en-US" sz="5363" dirty="0">
                <a:solidFill>
                  <a:schemeClr val="accent3"/>
                </a:solidFill>
                <a:latin typeface="Aptos" panose="020B0004020202020204" pitchFamily="34" charset="0"/>
              </a:rPr>
              <a:t>3</a:t>
            </a:r>
          </a:p>
        </p:txBody>
      </p:sp>
      <p:cxnSp>
        <p:nvCxnSpPr>
          <p:cNvPr id="29" name="Straight Connector 28"/>
          <p:cNvCxnSpPr/>
          <p:nvPr/>
        </p:nvCxnSpPr>
        <p:spPr>
          <a:xfrm>
            <a:off x="4169893" y="2166738"/>
            <a:ext cx="0" cy="1198024"/>
          </a:xfrm>
          <a:prstGeom prst="line">
            <a:avLst/>
          </a:prstGeom>
          <a:ln w="9525">
            <a:solidFill>
              <a:srgbClr val="BBBCBC"/>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5638531" y="3260079"/>
            <a:ext cx="772603" cy="750206"/>
          </a:xfrm>
          <a:prstGeom prst="rect">
            <a:avLst/>
          </a:prstGeom>
        </p:spPr>
        <p:txBody>
          <a:bodyPr wrap="square" lIns="0" tIns="0" rIns="0" bIns="0" anchor="ctr" anchorCtr="0">
            <a:noAutofit/>
          </a:bodyPr>
          <a:lstStyle/>
          <a:p>
            <a:r>
              <a:rPr lang="en-US" sz="800" dirty="0">
                <a:latin typeface="Aptos" panose="020B0004020202020204" pitchFamily="34" charset="0"/>
              </a:rPr>
              <a:t>This is dummy text it is not here to be read. This is dummy text it is not here to be read.</a:t>
            </a:r>
          </a:p>
        </p:txBody>
      </p:sp>
      <p:sp>
        <p:nvSpPr>
          <p:cNvPr id="31" name="TextBox 30"/>
          <p:cNvSpPr txBox="1"/>
          <p:nvPr/>
        </p:nvSpPr>
        <p:spPr>
          <a:xfrm>
            <a:off x="5122504" y="3234549"/>
            <a:ext cx="560211" cy="801270"/>
          </a:xfrm>
          <a:prstGeom prst="rect">
            <a:avLst/>
          </a:prstGeom>
          <a:noFill/>
        </p:spPr>
        <p:txBody>
          <a:bodyPr wrap="square" lIns="0" tIns="0" rIns="0" bIns="0" rtlCol="0" anchor="ctr" anchorCtr="0">
            <a:noAutofit/>
          </a:bodyPr>
          <a:lstStyle/>
          <a:p>
            <a:r>
              <a:rPr lang="en-US" sz="5363" dirty="0">
                <a:solidFill>
                  <a:schemeClr val="accent2"/>
                </a:solidFill>
                <a:latin typeface="Aptos" panose="020B0004020202020204" pitchFamily="34" charset="0"/>
              </a:rPr>
              <a:t>2</a:t>
            </a:r>
          </a:p>
        </p:txBody>
      </p:sp>
      <p:cxnSp>
        <p:nvCxnSpPr>
          <p:cNvPr id="32" name="Straight Connector 31"/>
          <p:cNvCxnSpPr/>
          <p:nvPr/>
        </p:nvCxnSpPr>
        <p:spPr>
          <a:xfrm>
            <a:off x="5544668" y="3131244"/>
            <a:ext cx="0" cy="1007879"/>
          </a:xfrm>
          <a:prstGeom prst="line">
            <a:avLst/>
          </a:prstGeom>
          <a:ln w="9525">
            <a:solidFill>
              <a:srgbClr val="BBBCBC"/>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5095" y="1794423"/>
            <a:ext cx="772603" cy="750206"/>
          </a:xfrm>
          <a:prstGeom prst="rect">
            <a:avLst/>
          </a:prstGeom>
        </p:spPr>
        <p:txBody>
          <a:bodyPr wrap="square" lIns="0" tIns="0" rIns="0" bIns="0" anchor="ctr" anchorCtr="0">
            <a:noAutofit/>
          </a:bodyPr>
          <a:lstStyle/>
          <a:p>
            <a:r>
              <a:rPr lang="en-US" sz="800" dirty="0">
                <a:latin typeface="Aptos" panose="020B0004020202020204" pitchFamily="34" charset="0"/>
              </a:rPr>
              <a:t>This is dummy text it is not here to be read. This is dummy text it is not here to be read.</a:t>
            </a:r>
          </a:p>
        </p:txBody>
      </p:sp>
      <p:sp>
        <p:nvSpPr>
          <p:cNvPr id="34" name="TextBox 33"/>
          <p:cNvSpPr txBox="1"/>
          <p:nvPr/>
        </p:nvSpPr>
        <p:spPr>
          <a:xfrm>
            <a:off x="5294473" y="1768893"/>
            <a:ext cx="560211" cy="801270"/>
          </a:xfrm>
          <a:prstGeom prst="rect">
            <a:avLst/>
          </a:prstGeom>
          <a:noFill/>
        </p:spPr>
        <p:txBody>
          <a:bodyPr wrap="square" lIns="0" tIns="0" rIns="0" bIns="0" rtlCol="0" anchor="ctr" anchorCtr="0">
            <a:noAutofit/>
          </a:bodyPr>
          <a:lstStyle/>
          <a:p>
            <a:r>
              <a:rPr lang="en-US" sz="5363" dirty="0">
                <a:solidFill>
                  <a:schemeClr val="accent5"/>
                </a:solidFill>
                <a:latin typeface="Aptos" panose="020B0004020202020204" pitchFamily="34" charset="0"/>
              </a:rPr>
              <a:t>4</a:t>
            </a:r>
          </a:p>
        </p:txBody>
      </p:sp>
      <p:cxnSp>
        <p:nvCxnSpPr>
          <p:cNvPr id="35" name="Straight Connector 34"/>
          <p:cNvCxnSpPr/>
          <p:nvPr/>
        </p:nvCxnSpPr>
        <p:spPr>
          <a:xfrm>
            <a:off x="5715943" y="1665586"/>
            <a:ext cx="0" cy="1007879"/>
          </a:xfrm>
          <a:prstGeom prst="line">
            <a:avLst/>
          </a:prstGeom>
          <a:ln w="9525">
            <a:solidFill>
              <a:srgbClr val="BBBCBC"/>
            </a:solidFill>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8658557"/>
      </p:ext>
    </p:extLst>
  </p:cSld>
  <p:clrMapOvr>
    <a:masterClrMapping/>
  </p:clrMapOvr>
  <p:transition>
    <p:fade/>
  </p:transition>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Numbered cubes</a:t>
            </a:r>
            <a:endParaRPr lang="en-US" dirty="0"/>
          </a:p>
        </p:txBody>
      </p:sp>
      <p:sp>
        <p:nvSpPr>
          <p:cNvPr id="371719" name="Title 1"/>
          <p:cNvSpPr>
            <a:spLocks noGrp="1"/>
          </p:cNvSpPr>
          <p:nvPr>
            <p:ph type="title"/>
          </p:nvPr>
        </p:nvSpPr>
        <p:spPr/>
        <p:txBody>
          <a:bodyPr/>
          <a:lstStyle/>
          <a:p>
            <a:r>
              <a:rPr lang="en-US" altLang="ja-JP"/>
              <a:t>Ranking elements</a:t>
            </a:r>
            <a:endParaRPr lang="en-US" dirty="0"/>
          </a:p>
        </p:txBody>
      </p:sp>
      <p:sp>
        <p:nvSpPr>
          <p:cNvPr id="20" name="Rectangle 19"/>
          <p:cNvSpPr/>
          <p:nvPr/>
        </p:nvSpPr>
        <p:spPr bwMode="gray">
          <a:xfrm>
            <a:off x="2536290" y="3317922"/>
            <a:ext cx="3402092" cy="787527"/>
          </a:xfrm>
          <a:prstGeom prst="rect">
            <a:avLst/>
          </a:prstGeom>
          <a:solidFill>
            <a:schemeClr val="accent5"/>
          </a:solidFill>
          <a:ln w="19050" algn="ctr">
            <a:noFill/>
            <a:miter lim="800000"/>
            <a:headEnd/>
            <a:tailEnd/>
          </a:ln>
        </p:spPr>
        <p:txBody>
          <a:bodyPr wrap="square" lIns="72231" tIns="72231" rIns="72231" bIns="72231" rtlCol="0" anchor="ctr"/>
          <a:lstStyle/>
          <a:p>
            <a:pPr>
              <a:spcAft>
                <a:spcPts val="488"/>
              </a:spcAft>
            </a:pP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a:t>
            </a:r>
          </a:p>
        </p:txBody>
      </p:sp>
      <p:sp>
        <p:nvSpPr>
          <p:cNvPr id="21" name="Rectangle 20"/>
          <p:cNvSpPr/>
          <p:nvPr/>
        </p:nvSpPr>
        <p:spPr bwMode="gray">
          <a:xfrm>
            <a:off x="3190201" y="4636143"/>
            <a:ext cx="3402092" cy="787527"/>
          </a:xfrm>
          <a:prstGeom prst="rect">
            <a:avLst/>
          </a:prstGeom>
          <a:solidFill>
            <a:schemeClr val="accent2"/>
          </a:solidFill>
          <a:ln w="19050" algn="ctr">
            <a:noFill/>
            <a:miter lim="800000"/>
            <a:headEnd/>
            <a:tailEnd/>
          </a:ln>
        </p:spPr>
        <p:txBody>
          <a:bodyPr wrap="square" lIns="72231" tIns="72231" rIns="72231" bIns="72231" rtlCol="0" anchor="ctr"/>
          <a:lstStyle/>
          <a:p>
            <a:pPr>
              <a:spcAft>
                <a:spcPts val="488"/>
              </a:spcAft>
            </a:pP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a:t>
            </a:r>
          </a:p>
        </p:txBody>
      </p:sp>
      <p:grpSp>
        <p:nvGrpSpPr>
          <p:cNvPr id="22" name="Group 21"/>
          <p:cNvGrpSpPr/>
          <p:nvPr/>
        </p:nvGrpSpPr>
        <p:grpSpPr>
          <a:xfrm>
            <a:off x="6578439" y="4247598"/>
            <a:ext cx="1316960" cy="1560197"/>
            <a:chOff x="6572540" y="4436506"/>
            <a:chExt cx="1620874" cy="1920242"/>
          </a:xfrm>
        </p:grpSpPr>
        <p:sp>
          <p:nvSpPr>
            <p:cNvPr id="39" name="Freeform 38"/>
            <p:cNvSpPr/>
            <p:nvPr/>
          </p:nvSpPr>
          <p:spPr>
            <a:xfrm>
              <a:off x="6585104" y="4436506"/>
              <a:ext cx="1608310" cy="954934"/>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2">
                <a:lumMod val="20000"/>
                <a:lumOff val="80000"/>
              </a:schemeClr>
            </a:solidFill>
            <a:ln w="9525">
              <a:solidFill>
                <a:srgbClr val="43B02A"/>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40" name="Freeform 39"/>
            <p:cNvSpPr/>
            <p:nvPr/>
          </p:nvSpPr>
          <p:spPr>
            <a:xfrm>
              <a:off x="6572540" y="4913975"/>
              <a:ext cx="820663" cy="1442773"/>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 name="connsiteX0" fmla="*/ 0 w 955567"/>
                <a:gd name="connsiteY0" fmla="*/ 1126541 h 1679944"/>
                <a:gd name="connsiteX1" fmla="*/ 14631 w 955567"/>
                <a:gd name="connsiteY1" fmla="*/ 0 h 1679944"/>
                <a:gd name="connsiteX2" fmla="*/ 946580 w 955567"/>
                <a:gd name="connsiteY2" fmla="*/ 565273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46580" y="565273"/>
                  </a:lnTo>
                  <a:cubicBezTo>
                    <a:pt x="949075" y="937554"/>
                    <a:pt x="953072" y="1307663"/>
                    <a:pt x="955567" y="1679944"/>
                  </a:cubicBezTo>
                  <a:lnTo>
                    <a:pt x="0" y="1126541"/>
                  </a:lnTo>
                  <a:close/>
                </a:path>
              </a:pathLst>
            </a:custGeom>
            <a:solidFill>
              <a:schemeClr val="accent2">
                <a:lumMod val="20000"/>
                <a:lumOff val="80000"/>
              </a:schemeClr>
            </a:solidFill>
            <a:ln w="9525">
              <a:solidFill>
                <a:srgbClr val="43B02A"/>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41" name="Freeform 40"/>
            <p:cNvSpPr/>
            <p:nvPr/>
          </p:nvSpPr>
          <p:spPr>
            <a:xfrm>
              <a:off x="7377019" y="4913973"/>
              <a:ext cx="816395" cy="1441857"/>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 name="connsiteX0" fmla="*/ 0 w 950597"/>
                <a:gd name="connsiteY0" fmla="*/ 552109 h 1675181"/>
                <a:gd name="connsiteX1" fmla="*/ 21567 w 950597"/>
                <a:gd name="connsiteY1" fmla="*/ 1675181 h 1675181"/>
                <a:gd name="connsiteX2" fmla="*/ 943282 w 950597"/>
                <a:gd name="connsiteY2" fmla="*/ 1126541 h 1675181"/>
                <a:gd name="connsiteX3" fmla="*/ 950597 w 950597"/>
                <a:gd name="connsiteY3" fmla="*/ 0 h 1675181"/>
                <a:gd name="connsiteX4" fmla="*/ 0 w 950597"/>
                <a:gd name="connsiteY4" fmla="*/ 552109 h 1675181"/>
                <a:gd name="connsiteX0" fmla="*/ 0 w 950597"/>
                <a:gd name="connsiteY0" fmla="*/ 552109 h 1678878"/>
                <a:gd name="connsiteX1" fmla="*/ 17870 w 950597"/>
                <a:gd name="connsiteY1" fmla="*/ 1678878 h 1678878"/>
                <a:gd name="connsiteX2" fmla="*/ 943282 w 950597"/>
                <a:gd name="connsiteY2" fmla="*/ 1126541 h 1678878"/>
                <a:gd name="connsiteX3" fmla="*/ 950597 w 950597"/>
                <a:gd name="connsiteY3" fmla="*/ 0 h 1678878"/>
                <a:gd name="connsiteX4" fmla="*/ 0 w 950597"/>
                <a:gd name="connsiteY4" fmla="*/ 552109 h 1678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0597" h="1678878">
                  <a:moveTo>
                    <a:pt x="0" y="552109"/>
                  </a:moveTo>
                  <a:lnTo>
                    <a:pt x="17870" y="1678878"/>
                  </a:lnTo>
                  <a:lnTo>
                    <a:pt x="943282" y="1126541"/>
                  </a:lnTo>
                  <a:cubicBezTo>
                    <a:pt x="945720" y="751027"/>
                    <a:pt x="948159" y="375514"/>
                    <a:pt x="950597" y="0"/>
                  </a:cubicBezTo>
                  <a:lnTo>
                    <a:pt x="0" y="552109"/>
                  </a:lnTo>
                  <a:close/>
                </a:path>
              </a:pathLst>
            </a:custGeom>
            <a:solidFill>
              <a:schemeClr val="accent2"/>
            </a:solidFill>
            <a:ln w="9525">
              <a:solidFill>
                <a:srgbClr val="43B02A"/>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grpSp>
      <p:sp>
        <p:nvSpPr>
          <p:cNvPr id="42" name="Rectangle 41"/>
          <p:cNvSpPr/>
          <p:nvPr/>
        </p:nvSpPr>
        <p:spPr bwMode="gray">
          <a:xfrm>
            <a:off x="1906032" y="1999701"/>
            <a:ext cx="3402092" cy="787527"/>
          </a:xfrm>
          <a:prstGeom prst="rect">
            <a:avLst/>
          </a:prstGeom>
          <a:solidFill>
            <a:schemeClr val="accent3"/>
          </a:solidFill>
          <a:ln w="19050" algn="ctr">
            <a:noFill/>
            <a:miter lim="800000"/>
            <a:headEnd/>
            <a:tailEnd/>
          </a:ln>
        </p:spPr>
        <p:txBody>
          <a:bodyPr wrap="square" lIns="72231" tIns="72231" rIns="72231" bIns="72231" rtlCol="0" anchor="ctr"/>
          <a:lstStyle/>
          <a:p>
            <a:pPr>
              <a:spcAft>
                <a:spcPts val="488"/>
              </a:spcAft>
            </a:pP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a:t>
            </a:r>
          </a:p>
        </p:txBody>
      </p:sp>
      <p:grpSp>
        <p:nvGrpSpPr>
          <p:cNvPr id="43" name="Group 42"/>
          <p:cNvGrpSpPr>
            <a:grpSpLocks noChangeAspect="1"/>
          </p:cNvGrpSpPr>
          <p:nvPr/>
        </p:nvGrpSpPr>
        <p:grpSpPr>
          <a:xfrm>
            <a:off x="5290016" y="1612300"/>
            <a:ext cx="1316962" cy="1560195"/>
            <a:chOff x="3525926" y="2604211"/>
            <a:chExt cx="1887324" cy="2235900"/>
          </a:xfrm>
        </p:grpSpPr>
        <p:sp>
          <p:nvSpPr>
            <p:cNvPr id="44" name="Freeform 43"/>
            <p:cNvSpPr/>
            <p:nvPr/>
          </p:nvSpPr>
          <p:spPr>
            <a:xfrm>
              <a:off x="3540558" y="2604211"/>
              <a:ext cx="1872692"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3">
                <a:lumMod val="20000"/>
                <a:lumOff val="80000"/>
              </a:schemeClr>
            </a:solid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45" name="Freeform 44"/>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accent3"/>
            </a:solid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46" name="Freeform 45"/>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3">
                <a:lumMod val="20000"/>
                <a:lumOff val="80000"/>
              </a:schemeClr>
            </a:solid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grpSp>
      <p:sp>
        <p:nvSpPr>
          <p:cNvPr id="47" name="TextBox 46"/>
          <p:cNvSpPr txBox="1"/>
          <p:nvPr/>
        </p:nvSpPr>
        <p:spPr>
          <a:xfrm>
            <a:off x="5659208" y="1695708"/>
            <a:ext cx="561460" cy="559208"/>
          </a:xfrm>
          <a:prstGeom prst="rect">
            <a:avLst/>
          </a:prstGeom>
          <a:noFill/>
        </p:spPr>
        <p:txBody>
          <a:bodyPr wrap="square" lIns="29250" tIns="29250" rIns="29250" bIns="29250" rtlCol="0">
            <a:spAutoFit/>
          </a:bodyPr>
          <a:lstStyle/>
          <a:p>
            <a:pPr algn="ctr"/>
            <a:r>
              <a:rPr lang="en-US" sz="3250" b="1" dirty="0">
                <a:solidFill>
                  <a:schemeClr val="accent3"/>
                </a:solidFill>
                <a:latin typeface="Aptos" panose="020B0004020202020204" pitchFamily="34" charset="0"/>
              </a:rPr>
              <a:t>1</a:t>
            </a:r>
          </a:p>
        </p:txBody>
      </p:sp>
      <p:sp>
        <p:nvSpPr>
          <p:cNvPr id="48" name="Rectangle 47"/>
          <p:cNvSpPr/>
          <p:nvPr/>
        </p:nvSpPr>
        <p:spPr>
          <a:xfrm>
            <a:off x="5233364" y="2410611"/>
            <a:ext cx="779118" cy="250197"/>
          </a:xfrm>
          <a:prstGeom prst="rect">
            <a:avLst/>
          </a:prstGeom>
        </p:spPr>
        <p:txBody>
          <a:bodyPr wrap="square" lIns="0" tIns="0" rIns="0" bIns="0">
            <a:spAutoFit/>
          </a:bodyPr>
          <a:lstStyle/>
          <a:p>
            <a:pPr algn="ctr">
              <a:spcAft>
                <a:spcPts val="488"/>
              </a:spcAft>
            </a:pPr>
            <a:r>
              <a:rPr lang="en-US" sz="800" b="1" dirty="0" err="1">
                <a:latin typeface="Aptos" panose="020B0004020202020204" pitchFamily="34" charset="0"/>
              </a:rPr>
              <a:t>Lorem</a:t>
            </a:r>
            <a:r>
              <a:rPr lang="en-US" sz="800" b="1" dirty="0">
                <a:latin typeface="Aptos" panose="020B0004020202020204" pitchFamily="34" charset="0"/>
              </a:rPr>
              <a:t> </a:t>
            </a:r>
            <a:br>
              <a:rPr lang="en-US" sz="800" b="1" dirty="0">
                <a:latin typeface="Aptos" panose="020B0004020202020204" pitchFamily="34" charset="0"/>
              </a:rPr>
            </a:b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53" name="Rectangle 52"/>
          <p:cNvSpPr/>
          <p:nvPr/>
        </p:nvSpPr>
        <p:spPr>
          <a:xfrm>
            <a:off x="6522273" y="5070814"/>
            <a:ext cx="779118" cy="250197"/>
          </a:xfrm>
          <a:prstGeom prst="rect">
            <a:avLst/>
          </a:prstGeom>
        </p:spPr>
        <p:txBody>
          <a:bodyPr wrap="square" lIns="0" tIns="0" rIns="0" bIns="0">
            <a:spAutoFit/>
          </a:bodyPr>
          <a:lstStyle/>
          <a:p>
            <a:pPr algn="ctr">
              <a:spcAft>
                <a:spcPts val="488"/>
              </a:spcAft>
            </a:pPr>
            <a:r>
              <a:rPr lang="en-US" sz="800" b="1" dirty="0" err="1">
                <a:latin typeface="Aptos" panose="020B0004020202020204" pitchFamily="34" charset="0"/>
              </a:rPr>
              <a:t>Lorem</a:t>
            </a:r>
            <a:r>
              <a:rPr lang="en-US" sz="800" b="1" dirty="0">
                <a:latin typeface="Aptos" panose="020B0004020202020204" pitchFamily="34" charset="0"/>
              </a:rPr>
              <a:t> </a:t>
            </a:r>
            <a:br>
              <a:rPr lang="en-US" sz="800" b="1" dirty="0">
                <a:latin typeface="Aptos" panose="020B0004020202020204" pitchFamily="34" charset="0"/>
              </a:rPr>
            </a:b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55" name="TextBox 54"/>
          <p:cNvSpPr txBox="1"/>
          <p:nvPr/>
        </p:nvSpPr>
        <p:spPr>
          <a:xfrm>
            <a:off x="6964497" y="4355936"/>
            <a:ext cx="561460" cy="559208"/>
          </a:xfrm>
          <a:prstGeom prst="rect">
            <a:avLst/>
          </a:prstGeom>
          <a:noFill/>
        </p:spPr>
        <p:txBody>
          <a:bodyPr wrap="square" lIns="29250" tIns="29250" rIns="29250" bIns="29250" rtlCol="0">
            <a:spAutoFit/>
          </a:bodyPr>
          <a:lstStyle/>
          <a:p>
            <a:pPr algn="ctr"/>
            <a:r>
              <a:rPr lang="en-US" sz="3250" b="1" dirty="0">
                <a:solidFill>
                  <a:schemeClr val="accent2"/>
                </a:solidFill>
                <a:latin typeface="Aptos" panose="020B0004020202020204" pitchFamily="34" charset="0"/>
              </a:rPr>
              <a:t>3</a:t>
            </a:r>
          </a:p>
        </p:txBody>
      </p:sp>
      <p:grpSp>
        <p:nvGrpSpPr>
          <p:cNvPr id="56" name="Group 55"/>
          <p:cNvGrpSpPr/>
          <p:nvPr/>
        </p:nvGrpSpPr>
        <p:grpSpPr>
          <a:xfrm>
            <a:off x="5929733" y="2929950"/>
            <a:ext cx="1316961" cy="1560195"/>
            <a:chOff x="5774128" y="2814784"/>
            <a:chExt cx="1620875" cy="1920240"/>
          </a:xfrm>
        </p:grpSpPr>
        <p:sp>
          <p:nvSpPr>
            <p:cNvPr id="57" name="Freeform 56"/>
            <p:cNvSpPr/>
            <p:nvPr/>
          </p:nvSpPr>
          <p:spPr>
            <a:xfrm>
              <a:off x="5786693" y="2814784"/>
              <a:ext cx="1608310" cy="954934"/>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5">
                <a:lumMod val="20000"/>
                <a:lumOff val="80000"/>
              </a:schemeClr>
            </a:solid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58" name="Freeform 57"/>
            <p:cNvSpPr/>
            <p:nvPr/>
          </p:nvSpPr>
          <p:spPr>
            <a:xfrm>
              <a:off x="6578608" y="3292250"/>
              <a:ext cx="816395" cy="1438682"/>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 name="connsiteX0" fmla="*/ 0 w 950597"/>
                <a:gd name="connsiteY0" fmla="*/ 559044 h 1675181"/>
                <a:gd name="connsiteX1" fmla="*/ 21567 w 950597"/>
                <a:gd name="connsiteY1" fmla="*/ 1675181 h 1675181"/>
                <a:gd name="connsiteX2" fmla="*/ 943282 w 950597"/>
                <a:gd name="connsiteY2" fmla="*/ 1126541 h 1675181"/>
                <a:gd name="connsiteX3" fmla="*/ 950597 w 950597"/>
                <a:gd name="connsiteY3" fmla="*/ 0 h 1675181"/>
                <a:gd name="connsiteX4" fmla="*/ 0 w 950597"/>
                <a:gd name="connsiteY4" fmla="*/ 559044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0597" h="1675181">
                  <a:moveTo>
                    <a:pt x="0" y="559044"/>
                  </a:moveTo>
                  <a:lnTo>
                    <a:pt x="21567" y="1675181"/>
                  </a:lnTo>
                  <a:lnTo>
                    <a:pt x="943282" y="1126541"/>
                  </a:lnTo>
                  <a:cubicBezTo>
                    <a:pt x="945720" y="751027"/>
                    <a:pt x="948159" y="375514"/>
                    <a:pt x="950597" y="0"/>
                  </a:cubicBezTo>
                  <a:lnTo>
                    <a:pt x="0" y="559044"/>
                  </a:lnTo>
                  <a:close/>
                </a:path>
              </a:pathLst>
            </a:custGeom>
            <a:solidFill>
              <a:schemeClr val="accent5"/>
            </a:solid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59" name="Freeform 58"/>
            <p:cNvSpPr/>
            <p:nvPr/>
          </p:nvSpPr>
          <p:spPr>
            <a:xfrm>
              <a:off x="5774128" y="3292251"/>
              <a:ext cx="820663" cy="1442773"/>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5">
                <a:lumMod val="20000"/>
                <a:lumOff val="80000"/>
              </a:schemeClr>
            </a:solid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grpSp>
      <p:sp>
        <p:nvSpPr>
          <p:cNvPr id="60" name="TextBox 59"/>
          <p:cNvSpPr txBox="1"/>
          <p:nvPr/>
        </p:nvSpPr>
        <p:spPr>
          <a:xfrm>
            <a:off x="6307480" y="3038287"/>
            <a:ext cx="561460" cy="559208"/>
          </a:xfrm>
          <a:prstGeom prst="rect">
            <a:avLst/>
          </a:prstGeom>
          <a:noFill/>
        </p:spPr>
        <p:txBody>
          <a:bodyPr wrap="square" lIns="29250" tIns="29250" rIns="29250" bIns="29250" rtlCol="0">
            <a:spAutoFit/>
          </a:bodyPr>
          <a:lstStyle/>
          <a:p>
            <a:pPr algn="ctr"/>
            <a:r>
              <a:rPr lang="en-US" sz="3250" b="1" dirty="0">
                <a:solidFill>
                  <a:schemeClr val="accent5"/>
                </a:solidFill>
                <a:latin typeface="Aptos" panose="020B0004020202020204" pitchFamily="34" charset="0"/>
              </a:rPr>
              <a:t>2</a:t>
            </a:r>
          </a:p>
        </p:txBody>
      </p:sp>
      <p:sp>
        <p:nvSpPr>
          <p:cNvPr id="61" name="Rectangle 60"/>
          <p:cNvSpPr/>
          <p:nvPr/>
        </p:nvSpPr>
        <p:spPr>
          <a:xfrm>
            <a:off x="5874020" y="3718779"/>
            <a:ext cx="779118" cy="250197"/>
          </a:xfrm>
          <a:prstGeom prst="rect">
            <a:avLst/>
          </a:prstGeom>
        </p:spPr>
        <p:txBody>
          <a:bodyPr wrap="square" lIns="0" tIns="0" rIns="0" bIns="0">
            <a:spAutoFit/>
          </a:bodyPr>
          <a:lstStyle/>
          <a:p>
            <a:pPr algn="ctr">
              <a:spcAft>
                <a:spcPts val="488"/>
              </a:spcAft>
            </a:pPr>
            <a:r>
              <a:rPr lang="en-US" sz="800" b="1" dirty="0" err="1">
                <a:latin typeface="Aptos" panose="020B0004020202020204" pitchFamily="34" charset="0"/>
              </a:rPr>
              <a:t>Lorem</a:t>
            </a:r>
            <a:r>
              <a:rPr lang="en-US" sz="800" b="1" dirty="0">
                <a:latin typeface="Aptos" panose="020B0004020202020204" pitchFamily="34" charset="0"/>
              </a:rPr>
              <a:t> </a:t>
            </a:r>
            <a:br>
              <a:rPr lang="en-US" sz="800" b="1" dirty="0">
                <a:latin typeface="Aptos" panose="020B0004020202020204" pitchFamily="34" charset="0"/>
              </a:rPr>
            </a:br>
            <a:r>
              <a:rPr lang="en-US" sz="800" b="1" dirty="0" err="1">
                <a:latin typeface="Aptos" panose="020B0004020202020204" pitchFamily="34" charset="0"/>
              </a:rPr>
              <a:t>ipsum</a:t>
            </a:r>
            <a:endParaRPr lang="en-US" sz="800" dirty="0">
              <a:latin typeface="Aptos" panose="020B0004020202020204" pitchFamily="34" charset="0"/>
            </a:endParaRPr>
          </a:p>
        </p:txBody>
      </p:sp>
      <p:grpSp>
        <p:nvGrpSpPr>
          <p:cNvPr id="63" name="Group 517"/>
          <p:cNvGrpSpPr>
            <a:grpSpLocks noChangeAspect="1"/>
          </p:cNvGrpSpPr>
          <p:nvPr/>
        </p:nvGrpSpPr>
        <p:grpSpPr bwMode="auto">
          <a:xfrm>
            <a:off x="6002503" y="2333711"/>
            <a:ext cx="508021" cy="508021"/>
            <a:chOff x="4034" y="2248"/>
            <a:chExt cx="340" cy="340"/>
          </a:xfrm>
          <a:solidFill>
            <a:schemeClr val="bg1"/>
          </a:solidFill>
        </p:grpSpPr>
        <p:sp>
          <p:nvSpPr>
            <p:cNvPr id="64" name="Freeform 518"/>
            <p:cNvSpPr>
              <a:spLocks noEditPoints="1"/>
            </p:cNvSpPr>
            <p:nvPr/>
          </p:nvSpPr>
          <p:spPr bwMode="auto">
            <a:xfrm>
              <a:off x="4098" y="2312"/>
              <a:ext cx="212" cy="127"/>
            </a:xfrm>
            <a:custGeom>
              <a:avLst/>
              <a:gdLst>
                <a:gd name="T0" fmla="*/ 266 w 320"/>
                <a:gd name="T1" fmla="*/ 85 h 192"/>
                <a:gd name="T2" fmla="*/ 262 w 320"/>
                <a:gd name="T3" fmla="*/ 85 h 192"/>
                <a:gd name="T4" fmla="*/ 176 w 320"/>
                <a:gd name="T5" fmla="*/ 0 h 192"/>
                <a:gd name="T6" fmla="*/ 94 w 320"/>
                <a:gd name="T7" fmla="*/ 55 h 192"/>
                <a:gd name="T8" fmla="*/ 71 w 320"/>
                <a:gd name="T9" fmla="*/ 50 h 192"/>
                <a:gd name="T10" fmla="*/ 0 w 320"/>
                <a:gd name="T11" fmla="*/ 121 h 192"/>
                <a:gd name="T12" fmla="*/ 71 w 320"/>
                <a:gd name="T13" fmla="*/ 192 h 192"/>
                <a:gd name="T14" fmla="*/ 266 w 320"/>
                <a:gd name="T15" fmla="*/ 192 h 192"/>
                <a:gd name="T16" fmla="*/ 320 w 320"/>
                <a:gd name="T17" fmla="*/ 138 h 192"/>
                <a:gd name="T18" fmla="*/ 266 w 320"/>
                <a:gd name="T19" fmla="*/ 85 h 192"/>
                <a:gd name="T20" fmla="*/ 266 w 320"/>
                <a:gd name="T21" fmla="*/ 170 h 192"/>
                <a:gd name="T22" fmla="*/ 71 w 320"/>
                <a:gd name="T23" fmla="*/ 170 h 192"/>
                <a:gd name="T24" fmla="*/ 21 w 320"/>
                <a:gd name="T25" fmla="*/ 121 h 192"/>
                <a:gd name="T26" fmla="*/ 71 w 320"/>
                <a:gd name="T27" fmla="*/ 71 h 192"/>
                <a:gd name="T28" fmla="*/ 95 w 320"/>
                <a:gd name="T29" fmla="*/ 79 h 192"/>
                <a:gd name="T30" fmla="*/ 105 w 320"/>
                <a:gd name="T31" fmla="*/ 80 h 192"/>
                <a:gd name="T32" fmla="*/ 111 w 320"/>
                <a:gd name="T33" fmla="*/ 73 h 192"/>
                <a:gd name="T34" fmla="*/ 176 w 320"/>
                <a:gd name="T35" fmla="*/ 21 h 192"/>
                <a:gd name="T36" fmla="*/ 241 w 320"/>
                <a:gd name="T37" fmla="*/ 86 h 192"/>
                <a:gd name="T38" fmla="*/ 240 w 320"/>
                <a:gd name="T39" fmla="*/ 94 h 192"/>
                <a:gd name="T40" fmla="*/ 240 w 320"/>
                <a:gd name="T41" fmla="*/ 95 h 192"/>
                <a:gd name="T42" fmla="*/ 244 w 320"/>
                <a:gd name="T43" fmla="*/ 110 h 192"/>
                <a:gd name="T44" fmla="*/ 257 w 320"/>
                <a:gd name="T45" fmla="*/ 109 h 192"/>
                <a:gd name="T46" fmla="*/ 259 w 320"/>
                <a:gd name="T47" fmla="*/ 107 h 192"/>
                <a:gd name="T48" fmla="*/ 266 w 320"/>
                <a:gd name="T49" fmla="*/ 106 h 192"/>
                <a:gd name="T50" fmla="*/ 298 w 320"/>
                <a:gd name="T51" fmla="*/ 138 h 192"/>
                <a:gd name="T52" fmla="*/ 266 w 320"/>
                <a:gd name="T53" fmla="*/ 17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0" h="192">
                  <a:moveTo>
                    <a:pt x="266" y="85"/>
                  </a:moveTo>
                  <a:cubicBezTo>
                    <a:pt x="265" y="85"/>
                    <a:pt x="263" y="85"/>
                    <a:pt x="262" y="85"/>
                  </a:cubicBezTo>
                  <a:cubicBezTo>
                    <a:pt x="262" y="38"/>
                    <a:pt x="223" y="0"/>
                    <a:pt x="176" y="0"/>
                  </a:cubicBezTo>
                  <a:cubicBezTo>
                    <a:pt x="139" y="0"/>
                    <a:pt x="107" y="22"/>
                    <a:pt x="94" y="55"/>
                  </a:cubicBezTo>
                  <a:cubicBezTo>
                    <a:pt x="87" y="52"/>
                    <a:pt x="80" y="50"/>
                    <a:pt x="71" y="50"/>
                  </a:cubicBezTo>
                  <a:cubicBezTo>
                    <a:pt x="31" y="50"/>
                    <a:pt x="0" y="82"/>
                    <a:pt x="0" y="121"/>
                  </a:cubicBezTo>
                  <a:cubicBezTo>
                    <a:pt x="0" y="160"/>
                    <a:pt x="31" y="192"/>
                    <a:pt x="71" y="192"/>
                  </a:cubicBezTo>
                  <a:cubicBezTo>
                    <a:pt x="266" y="192"/>
                    <a:pt x="266" y="192"/>
                    <a:pt x="266" y="192"/>
                  </a:cubicBezTo>
                  <a:cubicBezTo>
                    <a:pt x="296" y="192"/>
                    <a:pt x="320" y="168"/>
                    <a:pt x="320" y="138"/>
                  </a:cubicBezTo>
                  <a:cubicBezTo>
                    <a:pt x="320" y="109"/>
                    <a:pt x="296" y="85"/>
                    <a:pt x="266" y="85"/>
                  </a:cubicBezTo>
                  <a:close/>
                  <a:moveTo>
                    <a:pt x="266" y="170"/>
                  </a:moveTo>
                  <a:cubicBezTo>
                    <a:pt x="71" y="170"/>
                    <a:pt x="71" y="170"/>
                    <a:pt x="71" y="170"/>
                  </a:cubicBezTo>
                  <a:cubicBezTo>
                    <a:pt x="43" y="170"/>
                    <a:pt x="21" y="148"/>
                    <a:pt x="21" y="121"/>
                  </a:cubicBezTo>
                  <a:cubicBezTo>
                    <a:pt x="21" y="93"/>
                    <a:pt x="43" y="71"/>
                    <a:pt x="71" y="71"/>
                  </a:cubicBezTo>
                  <a:cubicBezTo>
                    <a:pt x="80" y="71"/>
                    <a:pt x="87" y="74"/>
                    <a:pt x="95" y="79"/>
                  </a:cubicBezTo>
                  <a:cubicBezTo>
                    <a:pt x="98" y="81"/>
                    <a:pt x="101" y="82"/>
                    <a:pt x="105" y="80"/>
                  </a:cubicBezTo>
                  <a:cubicBezTo>
                    <a:pt x="108" y="79"/>
                    <a:pt x="110" y="76"/>
                    <a:pt x="111" y="73"/>
                  </a:cubicBezTo>
                  <a:cubicBezTo>
                    <a:pt x="117" y="43"/>
                    <a:pt x="145" y="21"/>
                    <a:pt x="176" y="21"/>
                  </a:cubicBezTo>
                  <a:cubicBezTo>
                    <a:pt x="212" y="21"/>
                    <a:pt x="241" y="50"/>
                    <a:pt x="241" y="86"/>
                  </a:cubicBezTo>
                  <a:cubicBezTo>
                    <a:pt x="241" y="89"/>
                    <a:pt x="240" y="91"/>
                    <a:pt x="240" y="94"/>
                  </a:cubicBezTo>
                  <a:cubicBezTo>
                    <a:pt x="240" y="95"/>
                    <a:pt x="240" y="95"/>
                    <a:pt x="240" y="95"/>
                  </a:cubicBezTo>
                  <a:cubicBezTo>
                    <a:pt x="239" y="98"/>
                    <a:pt x="237" y="105"/>
                    <a:pt x="244" y="110"/>
                  </a:cubicBezTo>
                  <a:cubicBezTo>
                    <a:pt x="248" y="112"/>
                    <a:pt x="253" y="112"/>
                    <a:pt x="257" y="109"/>
                  </a:cubicBezTo>
                  <a:cubicBezTo>
                    <a:pt x="258" y="108"/>
                    <a:pt x="259" y="107"/>
                    <a:pt x="259" y="107"/>
                  </a:cubicBezTo>
                  <a:cubicBezTo>
                    <a:pt x="262" y="107"/>
                    <a:pt x="264" y="106"/>
                    <a:pt x="266" y="106"/>
                  </a:cubicBezTo>
                  <a:cubicBezTo>
                    <a:pt x="284" y="106"/>
                    <a:pt x="298" y="121"/>
                    <a:pt x="298" y="138"/>
                  </a:cubicBezTo>
                  <a:cubicBezTo>
                    <a:pt x="298" y="156"/>
                    <a:pt x="284" y="170"/>
                    <a:pt x="266" y="17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65" name="Freeform 519"/>
            <p:cNvSpPr>
              <a:spLocks/>
            </p:cNvSpPr>
            <p:nvPr/>
          </p:nvSpPr>
          <p:spPr bwMode="auto">
            <a:xfrm>
              <a:off x="4132" y="2495"/>
              <a:ext cx="20" cy="29"/>
            </a:xfrm>
            <a:custGeom>
              <a:avLst/>
              <a:gdLst>
                <a:gd name="T0" fmla="*/ 20 w 29"/>
                <a:gd name="T1" fmla="*/ 1 h 44"/>
                <a:gd name="T2" fmla="*/ 7 w 29"/>
                <a:gd name="T3" fmla="*/ 9 h 44"/>
                <a:gd name="T4" fmla="*/ 1 w 29"/>
                <a:gd name="T5" fmla="*/ 30 h 44"/>
                <a:gd name="T6" fmla="*/ 9 w 29"/>
                <a:gd name="T7" fmla="*/ 43 h 44"/>
                <a:gd name="T8" fmla="*/ 12 w 29"/>
                <a:gd name="T9" fmla="*/ 44 h 44"/>
                <a:gd name="T10" fmla="*/ 22 w 29"/>
                <a:gd name="T11" fmla="*/ 36 h 44"/>
                <a:gd name="T12" fmla="*/ 27 w 29"/>
                <a:gd name="T13" fmla="*/ 14 h 44"/>
                <a:gd name="T14" fmla="*/ 20 w 29"/>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4">
                  <a:moveTo>
                    <a:pt x="20" y="1"/>
                  </a:moveTo>
                  <a:cubicBezTo>
                    <a:pt x="14" y="0"/>
                    <a:pt x="8" y="3"/>
                    <a:pt x="7" y="9"/>
                  </a:cubicBezTo>
                  <a:cubicBezTo>
                    <a:pt x="1" y="30"/>
                    <a:pt x="1" y="30"/>
                    <a:pt x="1" y="30"/>
                  </a:cubicBezTo>
                  <a:cubicBezTo>
                    <a:pt x="0" y="36"/>
                    <a:pt x="3" y="42"/>
                    <a:pt x="9" y="43"/>
                  </a:cubicBezTo>
                  <a:cubicBezTo>
                    <a:pt x="10" y="44"/>
                    <a:pt x="11" y="44"/>
                    <a:pt x="12" y="44"/>
                  </a:cubicBezTo>
                  <a:cubicBezTo>
                    <a:pt x="16" y="44"/>
                    <a:pt x="21" y="40"/>
                    <a:pt x="22" y="36"/>
                  </a:cubicBezTo>
                  <a:cubicBezTo>
                    <a:pt x="27" y="14"/>
                    <a:pt x="27" y="14"/>
                    <a:pt x="27" y="14"/>
                  </a:cubicBezTo>
                  <a:cubicBezTo>
                    <a:pt x="29" y="9"/>
                    <a:pt x="25" y="3"/>
                    <a:pt x="2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66" name="Freeform 520"/>
            <p:cNvSpPr>
              <a:spLocks/>
            </p:cNvSpPr>
            <p:nvPr/>
          </p:nvSpPr>
          <p:spPr bwMode="auto">
            <a:xfrm>
              <a:off x="4143" y="2453"/>
              <a:ext cx="19" cy="29"/>
            </a:xfrm>
            <a:custGeom>
              <a:avLst/>
              <a:gdLst>
                <a:gd name="T0" fmla="*/ 20 w 29"/>
                <a:gd name="T1" fmla="*/ 1 h 44"/>
                <a:gd name="T2" fmla="*/ 7 w 29"/>
                <a:gd name="T3" fmla="*/ 9 h 44"/>
                <a:gd name="T4" fmla="*/ 1 w 29"/>
                <a:gd name="T5" fmla="*/ 30 h 44"/>
                <a:gd name="T6" fmla="*/ 9 w 29"/>
                <a:gd name="T7" fmla="*/ 43 h 44"/>
                <a:gd name="T8" fmla="*/ 12 w 29"/>
                <a:gd name="T9" fmla="*/ 44 h 44"/>
                <a:gd name="T10" fmla="*/ 22 w 29"/>
                <a:gd name="T11" fmla="*/ 36 h 44"/>
                <a:gd name="T12" fmla="*/ 27 w 29"/>
                <a:gd name="T13" fmla="*/ 14 h 44"/>
                <a:gd name="T14" fmla="*/ 20 w 29"/>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4">
                  <a:moveTo>
                    <a:pt x="20" y="1"/>
                  </a:moveTo>
                  <a:cubicBezTo>
                    <a:pt x="14" y="0"/>
                    <a:pt x="8" y="3"/>
                    <a:pt x="7" y="9"/>
                  </a:cubicBezTo>
                  <a:cubicBezTo>
                    <a:pt x="1" y="30"/>
                    <a:pt x="1" y="30"/>
                    <a:pt x="1" y="30"/>
                  </a:cubicBezTo>
                  <a:cubicBezTo>
                    <a:pt x="0" y="36"/>
                    <a:pt x="3" y="42"/>
                    <a:pt x="9" y="43"/>
                  </a:cubicBezTo>
                  <a:cubicBezTo>
                    <a:pt x="10" y="44"/>
                    <a:pt x="11" y="44"/>
                    <a:pt x="12" y="44"/>
                  </a:cubicBezTo>
                  <a:cubicBezTo>
                    <a:pt x="16" y="44"/>
                    <a:pt x="21" y="40"/>
                    <a:pt x="22" y="36"/>
                  </a:cubicBezTo>
                  <a:cubicBezTo>
                    <a:pt x="27" y="14"/>
                    <a:pt x="27" y="14"/>
                    <a:pt x="27" y="14"/>
                  </a:cubicBezTo>
                  <a:cubicBezTo>
                    <a:pt x="29" y="9"/>
                    <a:pt x="25" y="3"/>
                    <a:pt x="2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67" name="Freeform 521"/>
            <p:cNvSpPr>
              <a:spLocks/>
            </p:cNvSpPr>
            <p:nvPr/>
          </p:nvSpPr>
          <p:spPr bwMode="auto">
            <a:xfrm>
              <a:off x="4182" y="2495"/>
              <a:ext cx="19" cy="29"/>
            </a:xfrm>
            <a:custGeom>
              <a:avLst/>
              <a:gdLst>
                <a:gd name="T0" fmla="*/ 19 w 28"/>
                <a:gd name="T1" fmla="*/ 1 h 44"/>
                <a:gd name="T2" fmla="*/ 6 w 28"/>
                <a:gd name="T3" fmla="*/ 9 h 44"/>
                <a:gd name="T4" fmla="*/ 1 w 28"/>
                <a:gd name="T5" fmla="*/ 30 h 44"/>
                <a:gd name="T6" fmla="*/ 9 w 28"/>
                <a:gd name="T7" fmla="*/ 43 h 44"/>
                <a:gd name="T8" fmla="*/ 11 w 28"/>
                <a:gd name="T9" fmla="*/ 44 h 44"/>
                <a:gd name="T10" fmla="*/ 22 w 28"/>
                <a:gd name="T11" fmla="*/ 36 h 44"/>
                <a:gd name="T12" fmla="*/ 27 w 28"/>
                <a:gd name="T13" fmla="*/ 14 h 44"/>
                <a:gd name="T14" fmla="*/ 19 w 28"/>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19" y="1"/>
                  </a:moveTo>
                  <a:cubicBezTo>
                    <a:pt x="14" y="0"/>
                    <a:pt x="8" y="3"/>
                    <a:pt x="6" y="9"/>
                  </a:cubicBezTo>
                  <a:cubicBezTo>
                    <a:pt x="1" y="30"/>
                    <a:pt x="1" y="30"/>
                    <a:pt x="1" y="30"/>
                  </a:cubicBezTo>
                  <a:cubicBezTo>
                    <a:pt x="0" y="36"/>
                    <a:pt x="3" y="42"/>
                    <a:pt x="9" y="43"/>
                  </a:cubicBezTo>
                  <a:cubicBezTo>
                    <a:pt x="10" y="44"/>
                    <a:pt x="10" y="44"/>
                    <a:pt x="11" y="44"/>
                  </a:cubicBezTo>
                  <a:cubicBezTo>
                    <a:pt x="16" y="44"/>
                    <a:pt x="20" y="40"/>
                    <a:pt x="22" y="36"/>
                  </a:cubicBezTo>
                  <a:cubicBezTo>
                    <a:pt x="27" y="14"/>
                    <a:pt x="27" y="14"/>
                    <a:pt x="27" y="14"/>
                  </a:cubicBezTo>
                  <a:cubicBezTo>
                    <a:pt x="28" y="9"/>
                    <a:pt x="25" y="3"/>
                    <a:pt x="19"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68" name="Freeform 522"/>
            <p:cNvSpPr>
              <a:spLocks/>
            </p:cNvSpPr>
            <p:nvPr/>
          </p:nvSpPr>
          <p:spPr bwMode="auto">
            <a:xfrm>
              <a:off x="4193" y="2453"/>
              <a:ext cx="18" cy="29"/>
            </a:xfrm>
            <a:custGeom>
              <a:avLst/>
              <a:gdLst>
                <a:gd name="T0" fmla="*/ 19 w 28"/>
                <a:gd name="T1" fmla="*/ 1 h 44"/>
                <a:gd name="T2" fmla="*/ 6 w 28"/>
                <a:gd name="T3" fmla="*/ 9 h 44"/>
                <a:gd name="T4" fmla="*/ 1 w 28"/>
                <a:gd name="T5" fmla="*/ 30 h 44"/>
                <a:gd name="T6" fmla="*/ 9 w 28"/>
                <a:gd name="T7" fmla="*/ 43 h 44"/>
                <a:gd name="T8" fmla="*/ 11 w 28"/>
                <a:gd name="T9" fmla="*/ 44 h 44"/>
                <a:gd name="T10" fmla="*/ 22 w 28"/>
                <a:gd name="T11" fmla="*/ 36 h 44"/>
                <a:gd name="T12" fmla="*/ 27 w 28"/>
                <a:gd name="T13" fmla="*/ 14 h 44"/>
                <a:gd name="T14" fmla="*/ 19 w 28"/>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19" y="1"/>
                  </a:moveTo>
                  <a:cubicBezTo>
                    <a:pt x="14" y="0"/>
                    <a:pt x="8" y="3"/>
                    <a:pt x="6" y="9"/>
                  </a:cubicBezTo>
                  <a:cubicBezTo>
                    <a:pt x="1" y="30"/>
                    <a:pt x="1" y="30"/>
                    <a:pt x="1" y="30"/>
                  </a:cubicBezTo>
                  <a:cubicBezTo>
                    <a:pt x="0" y="36"/>
                    <a:pt x="3" y="42"/>
                    <a:pt x="9" y="43"/>
                  </a:cubicBezTo>
                  <a:cubicBezTo>
                    <a:pt x="10" y="44"/>
                    <a:pt x="10" y="44"/>
                    <a:pt x="11" y="44"/>
                  </a:cubicBezTo>
                  <a:cubicBezTo>
                    <a:pt x="16" y="44"/>
                    <a:pt x="20" y="40"/>
                    <a:pt x="22" y="36"/>
                  </a:cubicBezTo>
                  <a:cubicBezTo>
                    <a:pt x="27" y="14"/>
                    <a:pt x="27" y="14"/>
                    <a:pt x="27" y="14"/>
                  </a:cubicBezTo>
                  <a:cubicBezTo>
                    <a:pt x="28" y="9"/>
                    <a:pt x="25" y="3"/>
                    <a:pt x="19"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69" name="Freeform 523"/>
            <p:cNvSpPr>
              <a:spLocks/>
            </p:cNvSpPr>
            <p:nvPr/>
          </p:nvSpPr>
          <p:spPr bwMode="auto">
            <a:xfrm>
              <a:off x="4231" y="2495"/>
              <a:ext cx="19" cy="29"/>
            </a:xfrm>
            <a:custGeom>
              <a:avLst/>
              <a:gdLst>
                <a:gd name="T0" fmla="*/ 20 w 29"/>
                <a:gd name="T1" fmla="*/ 1 h 44"/>
                <a:gd name="T2" fmla="*/ 7 w 29"/>
                <a:gd name="T3" fmla="*/ 9 h 44"/>
                <a:gd name="T4" fmla="*/ 2 w 29"/>
                <a:gd name="T5" fmla="*/ 30 h 44"/>
                <a:gd name="T6" fmla="*/ 9 w 29"/>
                <a:gd name="T7" fmla="*/ 43 h 44"/>
                <a:gd name="T8" fmla="*/ 12 w 29"/>
                <a:gd name="T9" fmla="*/ 44 h 44"/>
                <a:gd name="T10" fmla="*/ 22 w 29"/>
                <a:gd name="T11" fmla="*/ 36 h 44"/>
                <a:gd name="T12" fmla="*/ 28 w 29"/>
                <a:gd name="T13" fmla="*/ 14 h 44"/>
                <a:gd name="T14" fmla="*/ 20 w 29"/>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4">
                  <a:moveTo>
                    <a:pt x="20" y="1"/>
                  </a:moveTo>
                  <a:cubicBezTo>
                    <a:pt x="14" y="0"/>
                    <a:pt x="8" y="3"/>
                    <a:pt x="7" y="9"/>
                  </a:cubicBezTo>
                  <a:cubicBezTo>
                    <a:pt x="2" y="30"/>
                    <a:pt x="2" y="30"/>
                    <a:pt x="2" y="30"/>
                  </a:cubicBezTo>
                  <a:cubicBezTo>
                    <a:pt x="0" y="36"/>
                    <a:pt x="4" y="42"/>
                    <a:pt x="9" y="43"/>
                  </a:cubicBezTo>
                  <a:cubicBezTo>
                    <a:pt x="10" y="44"/>
                    <a:pt x="11" y="44"/>
                    <a:pt x="12" y="44"/>
                  </a:cubicBezTo>
                  <a:cubicBezTo>
                    <a:pt x="17" y="44"/>
                    <a:pt x="21" y="40"/>
                    <a:pt x="22" y="36"/>
                  </a:cubicBezTo>
                  <a:cubicBezTo>
                    <a:pt x="28" y="14"/>
                    <a:pt x="28" y="14"/>
                    <a:pt x="28" y="14"/>
                  </a:cubicBezTo>
                  <a:cubicBezTo>
                    <a:pt x="29" y="9"/>
                    <a:pt x="26" y="3"/>
                    <a:pt x="2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70" name="Freeform 524"/>
            <p:cNvSpPr>
              <a:spLocks/>
            </p:cNvSpPr>
            <p:nvPr/>
          </p:nvSpPr>
          <p:spPr bwMode="auto">
            <a:xfrm>
              <a:off x="4242" y="2453"/>
              <a:ext cx="19" cy="29"/>
            </a:xfrm>
            <a:custGeom>
              <a:avLst/>
              <a:gdLst>
                <a:gd name="T0" fmla="*/ 20 w 29"/>
                <a:gd name="T1" fmla="*/ 1 h 44"/>
                <a:gd name="T2" fmla="*/ 7 w 29"/>
                <a:gd name="T3" fmla="*/ 9 h 44"/>
                <a:gd name="T4" fmla="*/ 2 w 29"/>
                <a:gd name="T5" fmla="*/ 30 h 44"/>
                <a:gd name="T6" fmla="*/ 9 w 29"/>
                <a:gd name="T7" fmla="*/ 43 h 44"/>
                <a:gd name="T8" fmla="*/ 12 w 29"/>
                <a:gd name="T9" fmla="*/ 44 h 44"/>
                <a:gd name="T10" fmla="*/ 22 w 29"/>
                <a:gd name="T11" fmla="*/ 36 h 44"/>
                <a:gd name="T12" fmla="*/ 28 w 29"/>
                <a:gd name="T13" fmla="*/ 14 h 44"/>
                <a:gd name="T14" fmla="*/ 20 w 29"/>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4">
                  <a:moveTo>
                    <a:pt x="20" y="1"/>
                  </a:moveTo>
                  <a:cubicBezTo>
                    <a:pt x="14" y="0"/>
                    <a:pt x="8" y="3"/>
                    <a:pt x="7" y="9"/>
                  </a:cubicBezTo>
                  <a:cubicBezTo>
                    <a:pt x="2" y="30"/>
                    <a:pt x="2" y="30"/>
                    <a:pt x="2" y="30"/>
                  </a:cubicBezTo>
                  <a:cubicBezTo>
                    <a:pt x="0" y="36"/>
                    <a:pt x="4" y="42"/>
                    <a:pt x="9" y="43"/>
                  </a:cubicBezTo>
                  <a:cubicBezTo>
                    <a:pt x="10" y="44"/>
                    <a:pt x="11" y="44"/>
                    <a:pt x="12" y="44"/>
                  </a:cubicBezTo>
                  <a:cubicBezTo>
                    <a:pt x="17" y="44"/>
                    <a:pt x="21" y="40"/>
                    <a:pt x="22" y="36"/>
                  </a:cubicBezTo>
                  <a:cubicBezTo>
                    <a:pt x="28" y="14"/>
                    <a:pt x="28" y="14"/>
                    <a:pt x="28" y="14"/>
                  </a:cubicBezTo>
                  <a:cubicBezTo>
                    <a:pt x="29" y="9"/>
                    <a:pt x="26" y="3"/>
                    <a:pt x="2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71" name="Freeform 525"/>
            <p:cNvSpPr>
              <a:spLocks noEditPoints="1"/>
            </p:cNvSpPr>
            <p:nvPr/>
          </p:nvSpPr>
          <p:spPr bwMode="auto">
            <a:xfrm>
              <a:off x="4034" y="224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72" name="Group 1000"/>
          <p:cNvGrpSpPr>
            <a:grpSpLocks noChangeAspect="1"/>
          </p:cNvGrpSpPr>
          <p:nvPr/>
        </p:nvGrpSpPr>
        <p:grpSpPr bwMode="auto">
          <a:xfrm>
            <a:off x="6647870" y="3697000"/>
            <a:ext cx="509323" cy="509323"/>
            <a:chOff x="5030" y="4091"/>
            <a:chExt cx="340" cy="340"/>
          </a:xfrm>
          <a:solidFill>
            <a:schemeClr val="bg1"/>
          </a:solidFill>
        </p:grpSpPr>
        <p:sp>
          <p:nvSpPr>
            <p:cNvPr id="73" name="Freeform 1001"/>
            <p:cNvSpPr>
              <a:spLocks noEditPoints="1"/>
            </p:cNvSpPr>
            <p:nvPr/>
          </p:nvSpPr>
          <p:spPr bwMode="auto">
            <a:xfrm>
              <a:off x="5094" y="4183"/>
              <a:ext cx="212" cy="127"/>
            </a:xfrm>
            <a:custGeom>
              <a:avLst/>
              <a:gdLst>
                <a:gd name="T0" fmla="*/ 269 w 320"/>
                <a:gd name="T1" fmla="*/ 192 h 192"/>
                <a:gd name="T2" fmla="*/ 71 w 320"/>
                <a:gd name="T3" fmla="*/ 192 h 192"/>
                <a:gd name="T4" fmla="*/ 0 w 320"/>
                <a:gd name="T5" fmla="*/ 121 h 192"/>
                <a:gd name="T6" fmla="*/ 71 w 320"/>
                <a:gd name="T7" fmla="*/ 51 h 192"/>
                <a:gd name="T8" fmla="*/ 96 w 320"/>
                <a:gd name="T9" fmla="*/ 56 h 192"/>
                <a:gd name="T10" fmla="*/ 181 w 320"/>
                <a:gd name="T11" fmla="*/ 0 h 192"/>
                <a:gd name="T12" fmla="*/ 273 w 320"/>
                <a:gd name="T13" fmla="*/ 91 h 192"/>
                <a:gd name="T14" fmla="*/ 320 w 320"/>
                <a:gd name="T15" fmla="*/ 142 h 192"/>
                <a:gd name="T16" fmla="*/ 269 w 320"/>
                <a:gd name="T17" fmla="*/ 192 h 192"/>
                <a:gd name="T18" fmla="*/ 71 w 320"/>
                <a:gd name="T19" fmla="*/ 72 h 192"/>
                <a:gd name="T20" fmla="*/ 21 w 320"/>
                <a:gd name="T21" fmla="*/ 121 h 192"/>
                <a:gd name="T22" fmla="*/ 71 w 320"/>
                <a:gd name="T23" fmla="*/ 171 h 192"/>
                <a:gd name="T24" fmla="*/ 269 w 320"/>
                <a:gd name="T25" fmla="*/ 171 h 192"/>
                <a:gd name="T26" fmla="*/ 298 w 320"/>
                <a:gd name="T27" fmla="*/ 142 h 192"/>
                <a:gd name="T28" fmla="*/ 269 w 320"/>
                <a:gd name="T29" fmla="*/ 112 h 192"/>
                <a:gd name="T30" fmla="*/ 267 w 320"/>
                <a:gd name="T31" fmla="*/ 112 h 192"/>
                <a:gd name="T32" fmla="*/ 265 w 320"/>
                <a:gd name="T33" fmla="*/ 113 h 192"/>
                <a:gd name="T34" fmla="*/ 254 w 320"/>
                <a:gd name="T35" fmla="*/ 111 h 192"/>
                <a:gd name="T36" fmla="*/ 251 w 320"/>
                <a:gd name="T37" fmla="*/ 101 h 192"/>
                <a:gd name="T38" fmla="*/ 251 w 320"/>
                <a:gd name="T39" fmla="*/ 96 h 192"/>
                <a:gd name="T40" fmla="*/ 251 w 320"/>
                <a:gd name="T41" fmla="*/ 92 h 192"/>
                <a:gd name="T42" fmla="*/ 181 w 320"/>
                <a:gd name="T43" fmla="*/ 22 h 192"/>
                <a:gd name="T44" fmla="*/ 114 w 320"/>
                <a:gd name="T45" fmla="*/ 68 h 192"/>
                <a:gd name="T46" fmla="*/ 112 w 320"/>
                <a:gd name="T47" fmla="*/ 73 h 192"/>
                <a:gd name="T48" fmla="*/ 112 w 320"/>
                <a:gd name="T49" fmla="*/ 75 h 192"/>
                <a:gd name="T50" fmla="*/ 103 w 320"/>
                <a:gd name="T51" fmla="*/ 83 h 192"/>
                <a:gd name="T52" fmla="*/ 93 w 320"/>
                <a:gd name="T53" fmla="*/ 79 h 192"/>
                <a:gd name="T54" fmla="*/ 71 w 320"/>
                <a:gd name="T55" fmla="*/ 7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0" h="192">
                  <a:moveTo>
                    <a:pt x="269" y="192"/>
                  </a:moveTo>
                  <a:cubicBezTo>
                    <a:pt x="71" y="192"/>
                    <a:pt x="71" y="192"/>
                    <a:pt x="71" y="192"/>
                  </a:cubicBezTo>
                  <a:cubicBezTo>
                    <a:pt x="31" y="192"/>
                    <a:pt x="0" y="161"/>
                    <a:pt x="0" y="121"/>
                  </a:cubicBezTo>
                  <a:cubicBezTo>
                    <a:pt x="0" y="82"/>
                    <a:pt x="31" y="51"/>
                    <a:pt x="71" y="51"/>
                  </a:cubicBezTo>
                  <a:cubicBezTo>
                    <a:pt x="80" y="51"/>
                    <a:pt x="88" y="52"/>
                    <a:pt x="96" y="56"/>
                  </a:cubicBezTo>
                  <a:cubicBezTo>
                    <a:pt x="110" y="23"/>
                    <a:pt x="144" y="0"/>
                    <a:pt x="181" y="0"/>
                  </a:cubicBezTo>
                  <a:cubicBezTo>
                    <a:pt x="231" y="0"/>
                    <a:pt x="272" y="41"/>
                    <a:pt x="273" y="91"/>
                  </a:cubicBezTo>
                  <a:cubicBezTo>
                    <a:pt x="299" y="93"/>
                    <a:pt x="320" y="115"/>
                    <a:pt x="320" y="142"/>
                  </a:cubicBezTo>
                  <a:cubicBezTo>
                    <a:pt x="320" y="170"/>
                    <a:pt x="297" y="192"/>
                    <a:pt x="269" y="192"/>
                  </a:cubicBezTo>
                  <a:close/>
                  <a:moveTo>
                    <a:pt x="71" y="72"/>
                  </a:moveTo>
                  <a:cubicBezTo>
                    <a:pt x="43" y="72"/>
                    <a:pt x="21" y="94"/>
                    <a:pt x="21" y="121"/>
                  </a:cubicBezTo>
                  <a:cubicBezTo>
                    <a:pt x="21" y="149"/>
                    <a:pt x="43" y="171"/>
                    <a:pt x="71" y="171"/>
                  </a:cubicBezTo>
                  <a:cubicBezTo>
                    <a:pt x="269" y="171"/>
                    <a:pt x="269" y="171"/>
                    <a:pt x="269" y="171"/>
                  </a:cubicBezTo>
                  <a:cubicBezTo>
                    <a:pt x="285" y="171"/>
                    <a:pt x="298" y="158"/>
                    <a:pt x="298" y="142"/>
                  </a:cubicBezTo>
                  <a:cubicBezTo>
                    <a:pt x="298" y="125"/>
                    <a:pt x="285" y="112"/>
                    <a:pt x="269" y="112"/>
                  </a:cubicBezTo>
                  <a:cubicBezTo>
                    <a:pt x="268" y="112"/>
                    <a:pt x="268" y="112"/>
                    <a:pt x="267" y="112"/>
                  </a:cubicBezTo>
                  <a:cubicBezTo>
                    <a:pt x="267" y="112"/>
                    <a:pt x="266" y="112"/>
                    <a:pt x="265" y="113"/>
                  </a:cubicBezTo>
                  <a:cubicBezTo>
                    <a:pt x="261" y="114"/>
                    <a:pt x="257" y="113"/>
                    <a:pt x="254" y="111"/>
                  </a:cubicBezTo>
                  <a:cubicBezTo>
                    <a:pt x="252" y="109"/>
                    <a:pt x="250" y="105"/>
                    <a:pt x="251" y="101"/>
                  </a:cubicBezTo>
                  <a:cubicBezTo>
                    <a:pt x="251" y="99"/>
                    <a:pt x="251" y="98"/>
                    <a:pt x="251" y="96"/>
                  </a:cubicBezTo>
                  <a:cubicBezTo>
                    <a:pt x="251" y="94"/>
                    <a:pt x="251" y="93"/>
                    <a:pt x="251" y="92"/>
                  </a:cubicBezTo>
                  <a:cubicBezTo>
                    <a:pt x="251" y="53"/>
                    <a:pt x="220" y="22"/>
                    <a:pt x="181" y="22"/>
                  </a:cubicBezTo>
                  <a:cubicBezTo>
                    <a:pt x="152" y="22"/>
                    <a:pt x="124" y="41"/>
                    <a:pt x="114" y="68"/>
                  </a:cubicBezTo>
                  <a:cubicBezTo>
                    <a:pt x="113" y="70"/>
                    <a:pt x="113" y="71"/>
                    <a:pt x="112" y="73"/>
                  </a:cubicBezTo>
                  <a:cubicBezTo>
                    <a:pt x="112" y="75"/>
                    <a:pt x="112" y="75"/>
                    <a:pt x="112" y="75"/>
                  </a:cubicBezTo>
                  <a:cubicBezTo>
                    <a:pt x="111" y="79"/>
                    <a:pt x="108" y="82"/>
                    <a:pt x="103" y="83"/>
                  </a:cubicBezTo>
                  <a:cubicBezTo>
                    <a:pt x="99" y="84"/>
                    <a:pt x="95" y="82"/>
                    <a:pt x="93" y="79"/>
                  </a:cubicBezTo>
                  <a:cubicBezTo>
                    <a:pt x="86" y="74"/>
                    <a:pt x="79" y="72"/>
                    <a:pt x="71" y="7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74" name="Freeform 1002"/>
            <p:cNvSpPr>
              <a:spLocks noEditPoints="1"/>
            </p:cNvSpPr>
            <p:nvPr/>
          </p:nvSpPr>
          <p:spPr bwMode="auto">
            <a:xfrm>
              <a:off x="5030" y="409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75" name="Group 568"/>
          <p:cNvGrpSpPr>
            <a:grpSpLocks noChangeAspect="1"/>
          </p:cNvGrpSpPr>
          <p:nvPr/>
        </p:nvGrpSpPr>
        <p:grpSpPr bwMode="auto">
          <a:xfrm>
            <a:off x="7300345" y="4993577"/>
            <a:ext cx="560317" cy="508021"/>
            <a:chOff x="6616" y="2941"/>
            <a:chExt cx="375" cy="340"/>
          </a:xfrm>
          <a:solidFill>
            <a:schemeClr val="bg1"/>
          </a:solidFill>
        </p:grpSpPr>
        <p:sp>
          <p:nvSpPr>
            <p:cNvPr id="76" name="Freeform 75"/>
            <p:cNvSpPr>
              <a:spLocks noEditPoints="1"/>
            </p:cNvSpPr>
            <p:nvPr/>
          </p:nvSpPr>
          <p:spPr bwMode="auto">
            <a:xfrm>
              <a:off x="6616" y="2941"/>
              <a:ext cx="375" cy="340"/>
            </a:xfrm>
            <a:custGeom>
              <a:avLst/>
              <a:gdLst>
                <a:gd name="T0" fmla="*/ 281 w 562"/>
                <a:gd name="T1" fmla="*/ 21 h 512"/>
                <a:gd name="T2" fmla="*/ 447 w 562"/>
                <a:gd name="T3" fmla="*/ 90 h 512"/>
                <a:gd name="T4" fmla="*/ 447 w 562"/>
                <a:gd name="T5" fmla="*/ 422 h 512"/>
                <a:gd name="T6" fmla="*/ 281 w 562"/>
                <a:gd name="T7" fmla="*/ 490 h 512"/>
                <a:gd name="T8" fmla="*/ 115 w 562"/>
                <a:gd name="T9" fmla="*/ 422 h 512"/>
                <a:gd name="T10" fmla="*/ 115 w 562"/>
                <a:gd name="T11" fmla="*/ 90 h 512"/>
                <a:gd name="T12" fmla="*/ 281 w 562"/>
                <a:gd name="T13" fmla="*/ 21 h 512"/>
                <a:gd name="T14" fmla="*/ 281 w 562"/>
                <a:gd name="T15" fmla="*/ 0 h 512"/>
                <a:gd name="T16" fmla="*/ 100 w 562"/>
                <a:gd name="T17" fmla="*/ 75 h 512"/>
                <a:gd name="T18" fmla="*/ 100 w 562"/>
                <a:gd name="T19" fmla="*/ 437 h 512"/>
                <a:gd name="T20" fmla="*/ 281 w 562"/>
                <a:gd name="T21" fmla="*/ 512 h 512"/>
                <a:gd name="T22" fmla="*/ 462 w 562"/>
                <a:gd name="T23" fmla="*/ 437 h 512"/>
                <a:gd name="T24" fmla="*/ 462 w 562"/>
                <a:gd name="T25" fmla="*/ 75 h 512"/>
                <a:gd name="T26" fmla="*/ 281 w 562"/>
                <a:gd name="T27"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2" h="512">
                  <a:moveTo>
                    <a:pt x="281" y="21"/>
                  </a:moveTo>
                  <a:cubicBezTo>
                    <a:pt x="343" y="21"/>
                    <a:pt x="402" y="45"/>
                    <a:pt x="447" y="90"/>
                  </a:cubicBezTo>
                  <a:cubicBezTo>
                    <a:pt x="538" y="181"/>
                    <a:pt x="538" y="330"/>
                    <a:pt x="447" y="422"/>
                  </a:cubicBezTo>
                  <a:cubicBezTo>
                    <a:pt x="402" y="466"/>
                    <a:pt x="343" y="490"/>
                    <a:pt x="281" y="490"/>
                  </a:cubicBezTo>
                  <a:cubicBezTo>
                    <a:pt x="218" y="490"/>
                    <a:pt x="159" y="466"/>
                    <a:pt x="115" y="422"/>
                  </a:cubicBezTo>
                  <a:cubicBezTo>
                    <a:pt x="23" y="330"/>
                    <a:pt x="23" y="181"/>
                    <a:pt x="115" y="90"/>
                  </a:cubicBezTo>
                  <a:cubicBezTo>
                    <a:pt x="159" y="45"/>
                    <a:pt x="218" y="21"/>
                    <a:pt x="281" y="21"/>
                  </a:cubicBezTo>
                  <a:moveTo>
                    <a:pt x="281" y="0"/>
                  </a:moveTo>
                  <a:cubicBezTo>
                    <a:pt x="215" y="0"/>
                    <a:pt x="150" y="25"/>
                    <a:pt x="100" y="75"/>
                  </a:cubicBezTo>
                  <a:cubicBezTo>
                    <a:pt x="0" y="175"/>
                    <a:pt x="0" y="337"/>
                    <a:pt x="100" y="437"/>
                  </a:cubicBezTo>
                  <a:cubicBezTo>
                    <a:pt x="150" y="487"/>
                    <a:pt x="215" y="512"/>
                    <a:pt x="281" y="512"/>
                  </a:cubicBezTo>
                  <a:cubicBezTo>
                    <a:pt x="346" y="512"/>
                    <a:pt x="412" y="487"/>
                    <a:pt x="462" y="437"/>
                  </a:cubicBezTo>
                  <a:cubicBezTo>
                    <a:pt x="562" y="337"/>
                    <a:pt x="562" y="175"/>
                    <a:pt x="462" y="75"/>
                  </a:cubicBezTo>
                  <a:cubicBezTo>
                    <a:pt x="412" y="25"/>
                    <a:pt x="346" y="0"/>
                    <a:pt x="28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77" name="Freeform 76"/>
            <p:cNvSpPr>
              <a:spLocks noEditPoints="1"/>
            </p:cNvSpPr>
            <p:nvPr/>
          </p:nvSpPr>
          <p:spPr bwMode="auto">
            <a:xfrm>
              <a:off x="6697" y="3005"/>
              <a:ext cx="213" cy="127"/>
            </a:xfrm>
            <a:custGeom>
              <a:avLst/>
              <a:gdLst>
                <a:gd name="T0" fmla="*/ 266 w 320"/>
                <a:gd name="T1" fmla="*/ 85 h 192"/>
                <a:gd name="T2" fmla="*/ 262 w 320"/>
                <a:gd name="T3" fmla="*/ 85 h 192"/>
                <a:gd name="T4" fmla="*/ 176 w 320"/>
                <a:gd name="T5" fmla="*/ 0 h 192"/>
                <a:gd name="T6" fmla="*/ 94 w 320"/>
                <a:gd name="T7" fmla="*/ 55 h 192"/>
                <a:gd name="T8" fmla="*/ 71 w 320"/>
                <a:gd name="T9" fmla="*/ 50 h 192"/>
                <a:gd name="T10" fmla="*/ 0 w 320"/>
                <a:gd name="T11" fmla="*/ 121 h 192"/>
                <a:gd name="T12" fmla="*/ 71 w 320"/>
                <a:gd name="T13" fmla="*/ 192 h 192"/>
                <a:gd name="T14" fmla="*/ 266 w 320"/>
                <a:gd name="T15" fmla="*/ 192 h 192"/>
                <a:gd name="T16" fmla="*/ 320 w 320"/>
                <a:gd name="T17" fmla="*/ 138 h 192"/>
                <a:gd name="T18" fmla="*/ 266 w 320"/>
                <a:gd name="T19" fmla="*/ 85 h 192"/>
                <a:gd name="T20" fmla="*/ 266 w 320"/>
                <a:gd name="T21" fmla="*/ 170 h 192"/>
                <a:gd name="T22" fmla="*/ 71 w 320"/>
                <a:gd name="T23" fmla="*/ 170 h 192"/>
                <a:gd name="T24" fmla="*/ 21 w 320"/>
                <a:gd name="T25" fmla="*/ 121 h 192"/>
                <a:gd name="T26" fmla="*/ 71 w 320"/>
                <a:gd name="T27" fmla="*/ 71 h 192"/>
                <a:gd name="T28" fmla="*/ 95 w 320"/>
                <a:gd name="T29" fmla="*/ 79 h 192"/>
                <a:gd name="T30" fmla="*/ 105 w 320"/>
                <a:gd name="T31" fmla="*/ 80 h 192"/>
                <a:gd name="T32" fmla="*/ 111 w 320"/>
                <a:gd name="T33" fmla="*/ 73 h 192"/>
                <a:gd name="T34" fmla="*/ 176 w 320"/>
                <a:gd name="T35" fmla="*/ 21 h 192"/>
                <a:gd name="T36" fmla="*/ 241 w 320"/>
                <a:gd name="T37" fmla="*/ 86 h 192"/>
                <a:gd name="T38" fmla="*/ 240 w 320"/>
                <a:gd name="T39" fmla="*/ 94 h 192"/>
                <a:gd name="T40" fmla="*/ 239 w 320"/>
                <a:gd name="T41" fmla="*/ 99 h 192"/>
                <a:gd name="T42" fmla="*/ 244 w 320"/>
                <a:gd name="T43" fmla="*/ 110 h 192"/>
                <a:gd name="T44" fmla="*/ 257 w 320"/>
                <a:gd name="T45" fmla="*/ 109 h 192"/>
                <a:gd name="T46" fmla="*/ 259 w 320"/>
                <a:gd name="T47" fmla="*/ 107 h 192"/>
                <a:gd name="T48" fmla="*/ 266 w 320"/>
                <a:gd name="T49" fmla="*/ 106 h 192"/>
                <a:gd name="T50" fmla="*/ 298 w 320"/>
                <a:gd name="T51" fmla="*/ 138 h 192"/>
                <a:gd name="T52" fmla="*/ 266 w 320"/>
                <a:gd name="T53" fmla="*/ 17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0" h="192">
                  <a:moveTo>
                    <a:pt x="266" y="85"/>
                  </a:moveTo>
                  <a:cubicBezTo>
                    <a:pt x="265" y="85"/>
                    <a:pt x="263" y="85"/>
                    <a:pt x="262" y="85"/>
                  </a:cubicBezTo>
                  <a:cubicBezTo>
                    <a:pt x="262" y="38"/>
                    <a:pt x="223" y="0"/>
                    <a:pt x="176" y="0"/>
                  </a:cubicBezTo>
                  <a:cubicBezTo>
                    <a:pt x="139" y="0"/>
                    <a:pt x="107" y="22"/>
                    <a:pt x="94" y="55"/>
                  </a:cubicBezTo>
                  <a:cubicBezTo>
                    <a:pt x="87" y="52"/>
                    <a:pt x="80" y="50"/>
                    <a:pt x="71" y="50"/>
                  </a:cubicBezTo>
                  <a:cubicBezTo>
                    <a:pt x="31" y="50"/>
                    <a:pt x="0" y="82"/>
                    <a:pt x="0" y="121"/>
                  </a:cubicBezTo>
                  <a:cubicBezTo>
                    <a:pt x="0" y="160"/>
                    <a:pt x="31" y="192"/>
                    <a:pt x="71" y="192"/>
                  </a:cubicBezTo>
                  <a:cubicBezTo>
                    <a:pt x="266" y="192"/>
                    <a:pt x="266" y="192"/>
                    <a:pt x="266" y="192"/>
                  </a:cubicBezTo>
                  <a:cubicBezTo>
                    <a:pt x="296" y="192"/>
                    <a:pt x="320" y="168"/>
                    <a:pt x="320" y="138"/>
                  </a:cubicBezTo>
                  <a:cubicBezTo>
                    <a:pt x="320" y="109"/>
                    <a:pt x="296" y="85"/>
                    <a:pt x="266" y="85"/>
                  </a:cubicBezTo>
                  <a:close/>
                  <a:moveTo>
                    <a:pt x="266" y="170"/>
                  </a:moveTo>
                  <a:cubicBezTo>
                    <a:pt x="71" y="170"/>
                    <a:pt x="71" y="170"/>
                    <a:pt x="71" y="170"/>
                  </a:cubicBezTo>
                  <a:cubicBezTo>
                    <a:pt x="43" y="170"/>
                    <a:pt x="21" y="148"/>
                    <a:pt x="21" y="121"/>
                  </a:cubicBezTo>
                  <a:cubicBezTo>
                    <a:pt x="21" y="93"/>
                    <a:pt x="43" y="71"/>
                    <a:pt x="71" y="71"/>
                  </a:cubicBezTo>
                  <a:cubicBezTo>
                    <a:pt x="80" y="71"/>
                    <a:pt x="87" y="74"/>
                    <a:pt x="95" y="79"/>
                  </a:cubicBezTo>
                  <a:cubicBezTo>
                    <a:pt x="98" y="81"/>
                    <a:pt x="101" y="82"/>
                    <a:pt x="105" y="80"/>
                  </a:cubicBezTo>
                  <a:cubicBezTo>
                    <a:pt x="108" y="79"/>
                    <a:pt x="110" y="76"/>
                    <a:pt x="111" y="73"/>
                  </a:cubicBezTo>
                  <a:cubicBezTo>
                    <a:pt x="117" y="43"/>
                    <a:pt x="145" y="21"/>
                    <a:pt x="176" y="21"/>
                  </a:cubicBezTo>
                  <a:cubicBezTo>
                    <a:pt x="212" y="21"/>
                    <a:pt x="241" y="50"/>
                    <a:pt x="241" y="86"/>
                  </a:cubicBezTo>
                  <a:cubicBezTo>
                    <a:pt x="241" y="89"/>
                    <a:pt x="240" y="91"/>
                    <a:pt x="240" y="94"/>
                  </a:cubicBezTo>
                  <a:cubicBezTo>
                    <a:pt x="240" y="96"/>
                    <a:pt x="240" y="97"/>
                    <a:pt x="239" y="99"/>
                  </a:cubicBezTo>
                  <a:cubicBezTo>
                    <a:pt x="238" y="103"/>
                    <a:pt x="240" y="108"/>
                    <a:pt x="244" y="110"/>
                  </a:cubicBezTo>
                  <a:cubicBezTo>
                    <a:pt x="248" y="112"/>
                    <a:pt x="253" y="112"/>
                    <a:pt x="257" y="109"/>
                  </a:cubicBezTo>
                  <a:cubicBezTo>
                    <a:pt x="257" y="108"/>
                    <a:pt x="258" y="108"/>
                    <a:pt x="259" y="107"/>
                  </a:cubicBezTo>
                  <a:cubicBezTo>
                    <a:pt x="262" y="107"/>
                    <a:pt x="264" y="106"/>
                    <a:pt x="266" y="106"/>
                  </a:cubicBezTo>
                  <a:cubicBezTo>
                    <a:pt x="284" y="106"/>
                    <a:pt x="298" y="121"/>
                    <a:pt x="298" y="138"/>
                  </a:cubicBezTo>
                  <a:cubicBezTo>
                    <a:pt x="298" y="156"/>
                    <a:pt x="284" y="170"/>
                    <a:pt x="266" y="17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78" name="Freeform 77"/>
            <p:cNvSpPr>
              <a:spLocks/>
            </p:cNvSpPr>
            <p:nvPr/>
          </p:nvSpPr>
          <p:spPr bwMode="auto">
            <a:xfrm>
              <a:off x="6782" y="3146"/>
              <a:ext cx="36" cy="71"/>
            </a:xfrm>
            <a:custGeom>
              <a:avLst/>
              <a:gdLst>
                <a:gd name="T0" fmla="*/ 43 w 55"/>
                <a:gd name="T1" fmla="*/ 44 h 108"/>
                <a:gd name="T2" fmla="*/ 29 w 55"/>
                <a:gd name="T3" fmla="*/ 44 h 108"/>
                <a:gd name="T4" fmla="*/ 42 w 55"/>
                <a:gd name="T5" fmla="*/ 16 h 108"/>
                <a:gd name="T6" fmla="*/ 37 w 55"/>
                <a:gd name="T7" fmla="*/ 2 h 108"/>
                <a:gd name="T8" fmla="*/ 23 w 55"/>
                <a:gd name="T9" fmla="*/ 7 h 108"/>
                <a:gd name="T10" fmla="*/ 2 w 55"/>
                <a:gd name="T11" fmla="*/ 50 h 108"/>
                <a:gd name="T12" fmla="*/ 2 w 55"/>
                <a:gd name="T13" fmla="*/ 60 h 108"/>
                <a:gd name="T14" fmla="*/ 11 w 55"/>
                <a:gd name="T15" fmla="*/ 65 h 108"/>
                <a:gd name="T16" fmla="*/ 26 w 55"/>
                <a:gd name="T17" fmla="*/ 65 h 108"/>
                <a:gd name="T18" fmla="*/ 12 w 55"/>
                <a:gd name="T19" fmla="*/ 92 h 108"/>
                <a:gd name="T20" fmla="*/ 17 w 55"/>
                <a:gd name="T21" fmla="*/ 107 h 108"/>
                <a:gd name="T22" fmla="*/ 22 w 55"/>
                <a:gd name="T23" fmla="*/ 108 h 108"/>
                <a:gd name="T24" fmla="*/ 32 w 55"/>
                <a:gd name="T25" fmla="*/ 102 h 108"/>
                <a:gd name="T26" fmla="*/ 53 w 55"/>
                <a:gd name="T27" fmla="*/ 59 h 108"/>
                <a:gd name="T28" fmla="*/ 52 w 55"/>
                <a:gd name="T29" fmla="*/ 49 h 108"/>
                <a:gd name="T30" fmla="*/ 43 w 55"/>
                <a:gd name="T31" fmla="*/ 4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08">
                  <a:moveTo>
                    <a:pt x="43" y="44"/>
                  </a:moveTo>
                  <a:cubicBezTo>
                    <a:pt x="29" y="44"/>
                    <a:pt x="29" y="44"/>
                    <a:pt x="29" y="44"/>
                  </a:cubicBezTo>
                  <a:cubicBezTo>
                    <a:pt x="42" y="16"/>
                    <a:pt x="42" y="16"/>
                    <a:pt x="42" y="16"/>
                  </a:cubicBezTo>
                  <a:cubicBezTo>
                    <a:pt x="45" y="11"/>
                    <a:pt x="43" y="5"/>
                    <a:pt x="37" y="2"/>
                  </a:cubicBezTo>
                  <a:cubicBezTo>
                    <a:pt x="32" y="0"/>
                    <a:pt x="26" y="2"/>
                    <a:pt x="23" y="7"/>
                  </a:cubicBezTo>
                  <a:cubicBezTo>
                    <a:pt x="2" y="50"/>
                    <a:pt x="2" y="50"/>
                    <a:pt x="2" y="50"/>
                  </a:cubicBezTo>
                  <a:cubicBezTo>
                    <a:pt x="0" y="53"/>
                    <a:pt x="0" y="57"/>
                    <a:pt x="2" y="60"/>
                  </a:cubicBezTo>
                  <a:cubicBezTo>
                    <a:pt x="4" y="63"/>
                    <a:pt x="8" y="65"/>
                    <a:pt x="11" y="65"/>
                  </a:cubicBezTo>
                  <a:cubicBezTo>
                    <a:pt x="26" y="65"/>
                    <a:pt x="26" y="65"/>
                    <a:pt x="26" y="65"/>
                  </a:cubicBezTo>
                  <a:cubicBezTo>
                    <a:pt x="12" y="92"/>
                    <a:pt x="12" y="92"/>
                    <a:pt x="12" y="92"/>
                  </a:cubicBezTo>
                  <a:cubicBezTo>
                    <a:pt x="10" y="98"/>
                    <a:pt x="12" y="104"/>
                    <a:pt x="17" y="107"/>
                  </a:cubicBezTo>
                  <a:cubicBezTo>
                    <a:pt x="19" y="107"/>
                    <a:pt x="20" y="108"/>
                    <a:pt x="22" y="108"/>
                  </a:cubicBezTo>
                  <a:cubicBezTo>
                    <a:pt x="26" y="108"/>
                    <a:pt x="30" y="106"/>
                    <a:pt x="32" y="102"/>
                  </a:cubicBezTo>
                  <a:cubicBezTo>
                    <a:pt x="53" y="59"/>
                    <a:pt x="53" y="59"/>
                    <a:pt x="53" y="59"/>
                  </a:cubicBezTo>
                  <a:cubicBezTo>
                    <a:pt x="55" y="56"/>
                    <a:pt x="54" y="52"/>
                    <a:pt x="52" y="49"/>
                  </a:cubicBezTo>
                  <a:cubicBezTo>
                    <a:pt x="50" y="46"/>
                    <a:pt x="47" y="44"/>
                    <a:pt x="43" y="4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spTree>
    <p:extLst>
      <p:ext uri="{BB962C8B-B14F-4D97-AF65-F5344CB8AC3E}">
        <p14:creationId xmlns:p14="http://schemas.microsoft.com/office/powerpoint/2010/main" val="742588159"/>
      </p:ext>
    </p:extLst>
  </p:cSld>
  <p:clrMapOvr>
    <a:masterClrMapping/>
  </p:clrMapOvr>
  <p:transition>
    <p:fade/>
  </p:transition>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Numbered arrows</a:t>
            </a:r>
            <a:endParaRPr lang="en-US" dirty="0"/>
          </a:p>
        </p:txBody>
      </p:sp>
      <p:sp>
        <p:nvSpPr>
          <p:cNvPr id="371719" name="Title 1"/>
          <p:cNvSpPr>
            <a:spLocks noGrp="1"/>
          </p:cNvSpPr>
          <p:nvPr>
            <p:ph type="title"/>
          </p:nvPr>
        </p:nvSpPr>
        <p:spPr/>
        <p:txBody>
          <a:bodyPr/>
          <a:lstStyle/>
          <a:p>
            <a:r>
              <a:rPr lang="en-US" altLang="ja-JP"/>
              <a:t>Ranking elements</a:t>
            </a:r>
            <a:endParaRPr lang="en-US" dirty="0"/>
          </a:p>
        </p:txBody>
      </p:sp>
      <p:sp>
        <p:nvSpPr>
          <p:cNvPr id="49" name="Right Arrow 48"/>
          <p:cNvSpPr/>
          <p:nvPr/>
        </p:nvSpPr>
        <p:spPr>
          <a:xfrm>
            <a:off x="391611" y="1682993"/>
            <a:ext cx="8500397" cy="1430179"/>
          </a:xfrm>
          <a:prstGeom prst="rightArrow">
            <a:avLst>
              <a:gd name="adj1" fmla="val 66450"/>
              <a:gd name="adj2" fmla="val 50000"/>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50" name="Right Arrow 49"/>
          <p:cNvSpPr/>
          <p:nvPr/>
        </p:nvSpPr>
        <p:spPr>
          <a:xfrm>
            <a:off x="391611" y="2933626"/>
            <a:ext cx="7552229" cy="1430179"/>
          </a:xfrm>
          <a:prstGeom prst="rightArrow">
            <a:avLst>
              <a:gd name="adj1" fmla="val 66450"/>
              <a:gd name="adj2" fmla="val 50000"/>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51" name="Right Arrow 50"/>
          <p:cNvSpPr/>
          <p:nvPr/>
        </p:nvSpPr>
        <p:spPr>
          <a:xfrm>
            <a:off x="381466" y="4165684"/>
            <a:ext cx="8681000" cy="1430179"/>
          </a:xfrm>
          <a:prstGeom prst="rightArrow">
            <a:avLst>
              <a:gd name="adj1" fmla="val 66450"/>
              <a:gd name="adj2" fmla="val 50000"/>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52" name="Flowchart: Data 9"/>
          <p:cNvSpPr/>
          <p:nvPr/>
        </p:nvSpPr>
        <p:spPr>
          <a:xfrm>
            <a:off x="1354071" y="1761677"/>
            <a:ext cx="1615916" cy="3829804"/>
          </a:xfrm>
          <a:custGeom>
            <a:avLst/>
            <a:gdLst>
              <a:gd name="connsiteX0" fmla="*/ 0 w 10000"/>
              <a:gd name="connsiteY0" fmla="*/ 10000 h 10000"/>
              <a:gd name="connsiteX1" fmla="*/ 2000 w 10000"/>
              <a:gd name="connsiteY1" fmla="*/ 0 h 10000"/>
              <a:gd name="connsiteX2" fmla="*/ 10000 w 10000"/>
              <a:gd name="connsiteY2" fmla="*/ 0 h 10000"/>
              <a:gd name="connsiteX3" fmla="*/ 8000 w 10000"/>
              <a:gd name="connsiteY3" fmla="*/ 10000 h 10000"/>
              <a:gd name="connsiteX4" fmla="*/ 0 w 10000"/>
              <a:gd name="connsiteY4" fmla="*/ 10000 h 10000"/>
              <a:gd name="connsiteX0" fmla="*/ 0 w 13050"/>
              <a:gd name="connsiteY0" fmla="*/ 10000 h 10000"/>
              <a:gd name="connsiteX1" fmla="*/ 2000 w 13050"/>
              <a:gd name="connsiteY1" fmla="*/ 0 h 10000"/>
              <a:gd name="connsiteX2" fmla="*/ 13050 w 13050"/>
              <a:gd name="connsiteY2" fmla="*/ 0 h 10000"/>
              <a:gd name="connsiteX3" fmla="*/ 8000 w 13050"/>
              <a:gd name="connsiteY3" fmla="*/ 10000 h 10000"/>
              <a:gd name="connsiteX4" fmla="*/ 0 w 13050"/>
              <a:gd name="connsiteY4" fmla="*/ 10000 h 10000"/>
              <a:gd name="connsiteX0" fmla="*/ 0 w 13050"/>
              <a:gd name="connsiteY0" fmla="*/ 10000 h 10000"/>
              <a:gd name="connsiteX1" fmla="*/ 5300 w 13050"/>
              <a:gd name="connsiteY1" fmla="*/ 0 h 10000"/>
              <a:gd name="connsiteX2" fmla="*/ 13050 w 13050"/>
              <a:gd name="connsiteY2" fmla="*/ 0 h 10000"/>
              <a:gd name="connsiteX3" fmla="*/ 8000 w 13050"/>
              <a:gd name="connsiteY3" fmla="*/ 10000 h 10000"/>
              <a:gd name="connsiteX4" fmla="*/ 0 w 13050"/>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0" h="10000">
                <a:moveTo>
                  <a:pt x="0" y="10000"/>
                </a:moveTo>
                <a:lnTo>
                  <a:pt x="5300" y="0"/>
                </a:lnTo>
                <a:lnTo>
                  <a:pt x="13050" y="0"/>
                </a:lnTo>
                <a:lnTo>
                  <a:pt x="8000" y="10000"/>
                </a:lnTo>
                <a:lnTo>
                  <a:pt x="0" y="10000"/>
                </a:lnTo>
                <a:close/>
              </a:path>
            </a:pathLst>
          </a:custGeom>
          <a:solidFill>
            <a:schemeClr val="bg1">
              <a:alpha val="74902"/>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54" name="Half Frame 53"/>
          <p:cNvSpPr/>
          <p:nvPr/>
        </p:nvSpPr>
        <p:spPr>
          <a:xfrm rot="8142470">
            <a:off x="2493655" y="2067110"/>
            <a:ext cx="228568" cy="234184"/>
          </a:xfrm>
          <a:prstGeom prst="halfFrame">
            <a:avLst>
              <a:gd name="adj1" fmla="val 26576"/>
              <a:gd name="adj2" fmla="val 25856"/>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29250" tIns="29250" rIns="29250" bIns="29250" rtlCol="0" anchor="ctr">
            <a:spAutoFit/>
          </a:bodyPr>
          <a:lstStyle/>
          <a:p>
            <a:pPr algn="ctr"/>
            <a:endParaRPr lang="en-US" sz="1138" err="1">
              <a:solidFill>
                <a:schemeClr val="tx2"/>
              </a:solidFill>
            </a:endParaRPr>
          </a:p>
        </p:txBody>
      </p:sp>
      <p:sp>
        <p:nvSpPr>
          <p:cNvPr id="62" name="TextBox 61"/>
          <p:cNvSpPr txBox="1"/>
          <p:nvPr/>
        </p:nvSpPr>
        <p:spPr>
          <a:xfrm>
            <a:off x="1993280" y="1897946"/>
            <a:ext cx="614662" cy="1000274"/>
          </a:xfrm>
          <a:prstGeom prst="rect">
            <a:avLst/>
          </a:prstGeom>
          <a:noFill/>
        </p:spPr>
        <p:txBody>
          <a:bodyPr wrap="square" lIns="0" tIns="0" rIns="0" bIns="0" rtlCol="0">
            <a:spAutoFit/>
          </a:bodyPr>
          <a:lstStyle/>
          <a:p>
            <a:pPr algn="ctr"/>
            <a:r>
              <a:rPr lang="en-US" sz="6500" dirty="0">
                <a:solidFill>
                  <a:schemeClr val="accent3"/>
                </a:solidFill>
                <a:latin typeface="Aptos" panose="020B0004020202020204" pitchFamily="34" charset="0"/>
              </a:rPr>
              <a:t>1</a:t>
            </a:r>
          </a:p>
        </p:txBody>
      </p:sp>
      <p:sp>
        <p:nvSpPr>
          <p:cNvPr id="79" name="Half Frame 78"/>
          <p:cNvSpPr/>
          <p:nvPr/>
        </p:nvSpPr>
        <p:spPr>
          <a:xfrm rot="8142470">
            <a:off x="2355075" y="3323613"/>
            <a:ext cx="228568" cy="234184"/>
          </a:xfrm>
          <a:prstGeom prst="halfFrame">
            <a:avLst>
              <a:gd name="adj1" fmla="val 26576"/>
              <a:gd name="adj2" fmla="val 25856"/>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29250" tIns="29250" rIns="29250" bIns="29250" rtlCol="0" anchor="ctr">
            <a:spAutoFit/>
          </a:bodyPr>
          <a:lstStyle/>
          <a:p>
            <a:pPr algn="ctr"/>
            <a:endParaRPr lang="en-US" sz="1138" err="1">
              <a:solidFill>
                <a:schemeClr val="bg2"/>
              </a:solidFill>
            </a:endParaRPr>
          </a:p>
        </p:txBody>
      </p:sp>
      <p:sp>
        <p:nvSpPr>
          <p:cNvPr id="80" name="TextBox 79"/>
          <p:cNvSpPr txBox="1"/>
          <p:nvPr/>
        </p:nvSpPr>
        <p:spPr>
          <a:xfrm>
            <a:off x="1817553" y="3148578"/>
            <a:ext cx="614662" cy="1000274"/>
          </a:xfrm>
          <a:prstGeom prst="rect">
            <a:avLst/>
          </a:prstGeom>
          <a:noFill/>
        </p:spPr>
        <p:txBody>
          <a:bodyPr wrap="square" lIns="0" tIns="0" rIns="0" bIns="0" rtlCol="0">
            <a:spAutoFit/>
          </a:bodyPr>
          <a:lstStyle/>
          <a:p>
            <a:pPr algn="ctr"/>
            <a:r>
              <a:rPr lang="en-US" sz="6500" dirty="0">
                <a:solidFill>
                  <a:schemeClr val="accent5"/>
                </a:solidFill>
                <a:latin typeface="Aptos" panose="020B0004020202020204" pitchFamily="34" charset="0"/>
              </a:rPr>
              <a:t>2</a:t>
            </a:r>
          </a:p>
        </p:txBody>
      </p:sp>
      <p:sp>
        <p:nvSpPr>
          <p:cNvPr id="81" name="Half Frame 80"/>
          <p:cNvSpPr/>
          <p:nvPr/>
        </p:nvSpPr>
        <p:spPr>
          <a:xfrm rot="8142470">
            <a:off x="2139065" y="4530908"/>
            <a:ext cx="228568" cy="234184"/>
          </a:xfrm>
          <a:prstGeom prst="halfFrame">
            <a:avLst>
              <a:gd name="adj1" fmla="val 26576"/>
              <a:gd name="adj2" fmla="val 25856"/>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29250" tIns="29250" rIns="29250" bIns="29250" rtlCol="0" anchor="ctr">
            <a:spAutoFit/>
          </a:bodyPr>
          <a:lstStyle/>
          <a:p>
            <a:pPr algn="ctr"/>
            <a:endParaRPr lang="en-US" sz="1138" err="1">
              <a:solidFill>
                <a:schemeClr val="bg2"/>
              </a:solidFill>
            </a:endParaRPr>
          </a:p>
        </p:txBody>
      </p:sp>
      <p:sp>
        <p:nvSpPr>
          <p:cNvPr id="82" name="TextBox 81"/>
          <p:cNvSpPr txBox="1"/>
          <p:nvPr/>
        </p:nvSpPr>
        <p:spPr>
          <a:xfrm>
            <a:off x="1607734" y="4380637"/>
            <a:ext cx="614662" cy="1000274"/>
          </a:xfrm>
          <a:prstGeom prst="rect">
            <a:avLst/>
          </a:prstGeom>
          <a:noFill/>
        </p:spPr>
        <p:txBody>
          <a:bodyPr wrap="square" lIns="0" tIns="0" rIns="0" bIns="0" rtlCol="0">
            <a:spAutoFit/>
          </a:bodyPr>
          <a:lstStyle/>
          <a:p>
            <a:pPr algn="ctr"/>
            <a:r>
              <a:rPr lang="en-US" sz="6500" dirty="0">
                <a:solidFill>
                  <a:schemeClr val="accent2"/>
                </a:solidFill>
                <a:latin typeface="Aptos" panose="020B0004020202020204" pitchFamily="34" charset="0"/>
              </a:rPr>
              <a:t>3</a:t>
            </a:r>
          </a:p>
        </p:txBody>
      </p:sp>
      <p:sp>
        <p:nvSpPr>
          <p:cNvPr id="83" name="Rectangle 82"/>
          <p:cNvSpPr/>
          <p:nvPr/>
        </p:nvSpPr>
        <p:spPr>
          <a:xfrm>
            <a:off x="3026837" y="2036467"/>
            <a:ext cx="4926020" cy="500393"/>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r>
              <a:rPr lang="en-US" sz="800" dirty="0">
                <a:solidFill>
                  <a:schemeClr val="bg1"/>
                </a:solidFill>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a:t>
            </a:r>
          </a:p>
        </p:txBody>
      </p:sp>
      <p:sp>
        <p:nvSpPr>
          <p:cNvPr id="84" name="Rectangle 83"/>
          <p:cNvSpPr/>
          <p:nvPr/>
        </p:nvSpPr>
        <p:spPr>
          <a:xfrm>
            <a:off x="2820593" y="3287100"/>
            <a:ext cx="4141120" cy="500393"/>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r>
              <a:rPr lang="en-US" sz="800" dirty="0">
                <a:solidFill>
                  <a:schemeClr val="bg1"/>
                </a:solidFill>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a:t>
            </a:r>
          </a:p>
        </p:txBody>
      </p:sp>
      <p:sp>
        <p:nvSpPr>
          <p:cNvPr id="85" name="Rectangle 84"/>
          <p:cNvSpPr/>
          <p:nvPr/>
        </p:nvSpPr>
        <p:spPr>
          <a:xfrm>
            <a:off x="2633466" y="4518838"/>
            <a:ext cx="4926020" cy="500393"/>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dolor </a:t>
            </a:r>
          </a:p>
          <a:p>
            <a:r>
              <a:rPr lang="en-US" sz="800" dirty="0">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a:t>
            </a:r>
          </a:p>
        </p:txBody>
      </p:sp>
      <p:grpSp>
        <p:nvGrpSpPr>
          <p:cNvPr id="111" name="Group 517"/>
          <p:cNvGrpSpPr>
            <a:grpSpLocks noChangeAspect="1"/>
          </p:cNvGrpSpPr>
          <p:nvPr/>
        </p:nvGrpSpPr>
        <p:grpSpPr bwMode="auto">
          <a:xfrm>
            <a:off x="551813" y="2071301"/>
            <a:ext cx="669908" cy="669908"/>
            <a:chOff x="4034" y="2248"/>
            <a:chExt cx="340" cy="340"/>
          </a:xfrm>
          <a:solidFill>
            <a:schemeClr val="bg1"/>
          </a:solidFill>
        </p:grpSpPr>
        <p:sp>
          <p:nvSpPr>
            <p:cNvPr id="112" name="Freeform 518"/>
            <p:cNvSpPr>
              <a:spLocks noEditPoints="1"/>
            </p:cNvSpPr>
            <p:nvPr/>
          </p:nvSpPr>
          <p:spPr bwMode="auto">
            <a:xfrm>
              <a:off x="4098" y="2312"/>
              <a:ext cx="212" cy="127"/>
            </a:xfrm>
            <a:custGeom>
              <a:avLst/>
              <a:gdLst>
                <a:gd name="T0" fmla="*/ 266 w 320"/>
                <a:gd name="T1" fmla="*/ 85 h 192"/>
                <a:gd name="T2" fmla="*/ 262 w 320"/>
                <a:gd name="T3" fmla="*/ 85 h 192"/>
                <a:gd name="T4" fmla="*/ 176 w 320"/>
                <a:gd name="T5" fmla="*/ 0 h 192"/>
                <a:gd name="T6" fmla="*/ 94 w 320"/>
                <a:gd name="T7" fmla="*/ 55 h 192"/>
                <a:gd name="T8" fmla="*/ 71 w 320"/>
                <a:gd name="T9" fmla="*/ 50 h 192"/>
                <a:gd name="T10" fmla="*/ 0 w 320"/>
                <a:gd name="T11" fmla="*/ 121 h 192"/>
                <a:gd name="T12" fmla="*/ 71 w 320"/>
                <a:gd name="T13" fmla="*/ 192 h 192"/>
                <a:gd name="T14" fmla="*/ 266 w 320"/>
                <a:gd name="T15" fmla="*/ 192 h 192"/>
                <a:gd name="T16" fmla="*/ 320 w 320"/>
                <a:gd name="T17" fmla="*/ 138 h 192"/>
                <a:gd name="T18" fmla="*/ 266 w 320"/>
                <a:gd name="T19" fmla="*/ 85 h 192"/>
                <a:gd name="T20" fmla="*/ 266 w 320"/>
                <a:gd name="T21" fmla="*/ 170 h 192"/>
                <a:gd name="T22" fmla="*/ 71 w 320"/>
                <a:gd name="T23" fmla="*/ 170 h 192"/>
                <a:gd name="T24" fmla="*/ 21 w 320"/>
                <a:gd name="T25" fmla="*/ 121 h 192"/>
                <a:gd name="T26" fmla="*/ 71 w 320"/>
                <a:gd name="T27" fmla="*/ 71 h 192"/>
                <a:gd name="T28" fmla="*/ 95 w 320"/>
                <a:gd name="T29" fmla="*/ 79 h 192"/>
                <a:gd name="T30" fmla="*/ 105 w 320"/>
                <a:gd name="T31" fmla="*/ 80 h 192"/>
                <a:gd name="T32" fmla="*/ 111 w 320"/>
                <a:gd name="T33" fmla="*/ 73 h 192"/>
                <a:gd name="T34" fmla="*/ 176 w 320"/>
                <a:gd name="T35" fmla="*/ 21 h 192"/>
                <a:gd name="T36" fmla="*/ 241 w 320"/>
                <a:gd name="T37" fmla="*/ 86 h 192"/>
                <a:gd name="T38" fmla="*/ 240 w 320"/>
                <a:gd name="T39" fmla="*/ 94 h 192"/>
                <a:gd name="T40" fmla="*/ 240 w 320"/>
                <a:gd name="T41" fmla="*/ 95 h 192"/>
                <a:gd name="T42" fmla="*/ 244 w 320"/>
                <a:gd name="T43" fmla="*/ 110 h 192"/>
                <a:gd name="T44" fmla="*/ 257 w 320"/>
                <a:gd name="T45" fmla="*/ 109 h 192"/>
                <a:gd name="T46" fmla="*/ 259 w 320"/>
                <a:gd name="T47" fmla="*/ 107 h 192"/>
                <a:gd name="T48" fmla="*/ 266 w 320"/>
                <a:gd name="T49" fmla="*/ 106 h 192"/>
                <a:gd name="T50" fmla="*/ 298 w 320"/>
                <a:gd name="T51" fmla="*/ 138 h 192"/>
                <a:gd name="T52" fmla="*/ 266 w 320"/>
                <a:gd name="T53" fmla="*/ 17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0" h="192">
                  <a:moveTo>
                    <a:pt x="266" y="85"/>
                  </a:moveTo>
                  <a:cubicBezTo>
                    <a:pt x="265" y="85"/>
                    <a:pt x="263" y="85"/>
                    <a:pt x="262" y="85"/>
                  </a:cubicBezTo>
                  <a:cubicBezTo>
                    <a:pt x="262" y="38"/>
                    <a:pt x="223" y="0"/>
                    <a:pt x="176" y="0"/>
                  </a:cubicBezTo>
                  <a:cubicBezTo>
                    <a:pt x="139" y="0"/>
                    <a:pt x="107" y="22"/>
                    <a:pt x="94" y="55"/>
                  </a:cubicBezTo>
                  <a:cubicBezTo>
                    <a:pt x="87" y="52"/>
                    <a:pt x="80" y="50"/>
                    <a:pt x="71" y="50"/>
                  </a:cubicBezTo>
                  <a:cubicBezTo>
                    <a:pt x="31" y="50"/>
                    <a:pt x="0" y="82"/>
                    <a:pt x="0" y="121"/>
                  </a:cubicBezTo>
                  <a:cubicBezTo>
                    <a:pt x="0" y="160"/>
                    <a:pt x="31" y="192"/>
                    <a:pt x="71" y="192"/>
                  </a:cubicBezTo>
                  <a:cubicBezTo>
                    <a:pt x="266" y="192"/>
                    <a:pt x="266" y="192"/>
                    <a:pt x="266" y="192"/>
                  </a:cubicBezTo>
                  <a:cubicBezTo>
                    <a:pt x="296" y="192"/>
                    <a:pt x="320" y="168"/>
                    <a:pt x="320" y="138"/>
                  </a:cubicBezTo>
                  <a:cubicBezTo>
                    <a:pt x="320" y="109"/>
                    <a:pt x="296" y="85"/>
                    <a:pt x="266" y="85"/>
                  </a:cubicBezTo>
                  <a:close/>
                  <a:moveTo>
                    <a:pt x="266" y="170"/>
                  </a:moveTo>
                  <a:cubicBezTo>
                    <a:pt x="71" y="170"/>
                    <a:pt x="71" y="170"/>
                    <a:pt x="71" y="170"/>
                  </a:cubicBezTo>
                  <a:cubicBezTo>
                    <a:pt x="43" y="170"/>
                    <a:pt x="21" y="148"/>
                    <a:pt x="21" y="121"/>
                  </a:cubicBezTo>
                  <a:cubicBezTo>
                    <a:pt x="21" y="93"/>
                    <a:pt x="43" y="71"/>
                    <a:pt x="71" y="71"/>
                  </a:cubicBezTo>
                  <a:cubicBezTo>
                    <a:pt x="80" y="71"/>
                    <a:pt x="87" y="74"/>
                    <a:pt x="95" y="79"/>
                  </a:cubicBezTo>
                  <a:cubicBezTo>
                    <a:pt x="98" y="81"/>
                    <a:pt x="101" y="82"/>
                    <a:pt x="105" y="80"/>
                  </a:cubicBezTo>
                  <a:cubicBezTo>
                    <a:pt x="108" y="79"/>
                    <a:pt x="110" y="76"/>
                    <a:pt x="111" y="73"/>
                  </a:cubicBezTo>
                  <a:cubicBezTo>
                    <a:pt x="117" y="43"/>
                    <a:pt x="145" y="21"/>
                    <a:pt x="176" y="21"/>
                  </a:cubicBezTo>
                  <a:cubicBezTo>
                    <a:pt x="212" y="21"/>
                    <a:pt x="241" y="50"/>
                    <a:pt x="241" y="86"/>
                  </a:cubicBezTo>
                  <a:cubicBezTo>
                    <a:pt x="241" y="89"/>
                    <a:pt x="240" y="91"/>
                    <a:pt x="240" y="94"/>
                  </a:cubicBezTo>
                  <a:cubicBezTo>
                    <a:pt x="240" y="95"/>
                    <a:pt x="240" y="95"/>
                    <a:pt x="240" y="95"/>
                  </a:cubicBezTo>
                  <a:cubicBezTo>
                    <a:pt x="239" y="98"/>
                    <a:pt x="237" y="105"/>
                    <a:pt x="244" y="110"/>
                  </a:cubicBezTo>
                  <a:cubicBezTo>
                    <a:pt x="248" y="112"/>
                    <a:pt x="253" y="112"/>
                    <a:pt x="257" y="109"/>
                  </a:cubicBezTo>
                  <a:cubicBezTo>
                    <a:pt x="258" y="108"/>
                    <a:pt x="259" y="107"/>
                    <a:pt x="259" y="107"/>
                  </a:cubicBezTo>
                  <a:cubicBezTo>
                    <a:pt x="262" y="107"/>
                    <a:pt x="264" y="106"/>
                    <a:pt x="266" y="106"/>
                  </a:cubicBezTo>
                  <a:cubicBezTo>
                    <a:pt x="284" y="106"/>
                    <a:pt x="298" y="121"/>
                    <a:pt x="298" y="138"/>
                  </a:cubicBezTo>
                  <a:cubicBezTo>
                    <a:pt x="298" y="156"/>
                    <a:pt x="284" y="170"/>
                    <a:pt x="266" y="17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13" name="Freeform 519"/>
            <p:cNvSpPr>
              <a:spLocks/>
            </p:cNvSpPr>
            <p:nvPr/>
          </p:nvSpPr>
          <p:spPr bwMode="auto">
            <a:xfrm>
              <a:off x="4132" y="2495"/>
              <a:ext cx="20" cy="29"/>
            </a:xfrm>
            <a:custGeom>
              <a:avLst/>
              <a:gdLst>
                <a:gd name="T0" fmla="*/ 20 w 29"/>
                <a:gd name="T1" fmla="*/ 1 h 44"/>
                <a:gd name="T2" fmla="*/ 7 w 29"/>
                <a:gd name="T3" fmla="*/ 9 h 44"/>
                <a:gd name="T4" fmla="*/ 1 w 29"/>
                <a:gd name="T5" fmla="*/ 30 h 44"/>
                <a:gd name="T6" fmla="*/ 9 w 29"/>
                <a:gd name="T7" fmla="*/ 43 h 44"/>
                <a:gd name="T8" fmla="*/ 12 w 29"/>
                <a:gd name="T9" fmla="*/ 44 h 44"/>
                <a:gd name="T10" fmla="*/ 22 w 29"/>
                <a:gd name="T11" fmla="*/ 36 h 44"/>
                <a:gd name="T12" fmla="*/ 27 w 29"/>
                <a:gd name="T13" fmla="*/ 14 h 44"/>
                <a:gd name="T14" fmla="*/ 20 w 29"/>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4">
                  <a:moveTo>
                    <a:pt x="20" y="1"/>
                  </a:moveTo>
                  <a:cubicBezTo>
                    <a:pt x="14" y="0"/>
                    <a:pt x="8" y="3"/>
                    <a:pt x="7" y="9"/>
                  </a:cubicBezTo>
                  <a:cubicBezTo>
                    <a:pt x="1" y="30"/>
                    <a:pt x="1" y="30"/>
                    <a:pt x="1" y="30"/>
                  </a:cubicBezTo>
                  <a:cubicBezTo>
                    <a:pt x="0" y="36"/>
                    <a:pt x="3" y="42"/>
                    <a:pt x="9" y="43"/>
                  </a:cubicBezTo>
                  <a:cubicBezTo>
                    <a:pt x="10" y="44"/>
                    <a:pt x="11" y="44"/>
                    <a:pt x="12" y="44"/>
                  </a:cubicBezTo>
                  <a:cubicBezTo>
                    <a:pt x="16" y="44"/>
                    <a:pt x="21" y="40"/>
                    <a:pt x="22" y="36"/>
                  </a:cubicBezTo>
                  <a:cubicBezTo>
                    <a:pt x="27" y="14"/>
                    <a:pt x="27" y="14"/>
                    <a:pt x="27" y="14"/>
                  </a:cubicBezTo>
                  <a:cubicBezTo>
                    <a:pt x="29" y="9"/>
                    <a:pt x="25" y="3"/>
                    <a:pt x="2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14" name="Freeform 520"/>
            <p:cNvSpPr>
              <a:spLocks/>
            </p:cNvSpPr>
            <p:nvPr/>
          </p:nvSpPr>
          <p:spPr bwMode="auto">
            <a:xfrm>
              <a:off x="4143" y="2453"/>
              <a:ext cx="19" cy="29"/>
            </a:xfrm>
            <a:custGeom>
              <a:avLst/>
              <a:gdLst>
                <a:gd name="T0" fmla="*/ 20 w 29"/>
                <a:gd name="T1" fmla="*/ 1 h 44"/>
                <a:gd name="T2" fmla="*/ 7 w 29"/>
                <a:gd name="T3" fmla="*/ 9 h 44"/>
                <a:gd name="T4" fmla="*/ 1 w 29"/>
                <a:gd name="T5" fmla="*/ 30 h 44"/>
                <a:gd name="T6" fmla="*/ 9 w 29"/>
                <a:gd name="T7" fmla="*/ 43 h 44"/>
                <a:gd name="T8" fmla="*/ 12 w 29"/>
                <a:gd name="T9" fmla="*/ 44 h 44"/>
                <a:gd name="T10" fmla="*/ 22 w 29"/>
                <a:gd name="T11" fmla="*/ 36 h 44"/>
                <a:gd name="T12" fmla="*/ 27 w 29"/>
                <a:gd name="T13" fmla="*/ 14 h 44"/>
                <a:gd name="T14" fmla="*/ 20 w 29"/>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4">
                  <a:moveTo>
                    <a:pt x="20" y="1"/>
                  </a:moveTo>
                  <a:cubicBezTo>
                    <a:pt x="14" y="0"/>
                    <a:pt x="8" y="3"/>
                    <a:pt x="7" y="9"/>
                  </a:cubicBezTo>
                  <a:cubicBezTo>
                    <a:pt x="1" y="30"/>
                    <a:pt x="1" y="30"/>
                    <a:pt x="1" y="30"/>
                  </a:cubicBezTo>
                  <a:cubicBezTo>
                    <a:pt x="0" y="36"/>
                    <a:pt x="3" y="42"/>
                    <a:pt x="9" y="43"/>
                  </a:cubicBezTo>
                  <a:cubicBezTo>
                    <a:pt x="10" y="44"/>
                    <a:pt x="11" y="44"/>
                    <a:pt x="12" y="44"/>
                  </a:cubicBezTo>
                  <a:cubicBezTo>
                    <a:pt x="16" y="44"/>
                    <a:pt x="21" y="40"/>
                    <a:pt x="22" y="36"/>
                  </a:cubicBezTo>
                  <a:cubicBezTo>
                    <a:pt x="27" y="14"/>
                    <a:pt x="27" y="14"/>
                    <a:pt x="27" y="14"/>
                  </a:cubicBezTo>
                  <a:cubicBezTo>
                    <a:pt x="29" y="9"/>
                    <a:pt x="25" y="3"/>
                    <a:pt x="2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15" name="Freeform 521"/>
            <p:cNvSpPr>
              <a:spLocks/>
            </p:cNvSpPr>
            <p:nvPr/>
          </p:nvSpPr>
          <p:spPr bwMode="auto">
            <a:xfrm>
              <a:off x="4182" y="2495"/>
              <a:ext cx="19" cy="29"/>
            </a:xfrm>
            <a:custGeom>
              <a:avLst/>
              <a:gdLst>
                <a:gd name="T0" fmla="*/ 19 w 28"/>
                <a:gd name="T1" fmla="*/ 1 h 44"/>
                <a:gd name="T2" fmla="*/ 6 w 28"/>
                <a:gd name="T3" fmla="*/ 9 h 44"/>
                <a:gd name="T4" fmla="*/ 1 w 28"/>
                <a:gd name="T5" fmla="*/ 30 h 44"/>
                <a:gd name="T6" fmla="*/ 9 w 28"/>
                <a:gd name="T7" fmla="*/ 43 h 44"/>
                <a:gd name="T8" fmla="*/ 11 w 28"/>
                <a:gd name="T9" fmla="*/ 44 h 44"/>
                <a:gd name="T10" fmla="*/ 22 w 28"/>
                <a:gd name="T11" fmla="*/ 36 h 44"/>
                <a:gd name="T12" fmla="*/ 27 w 28"/>
                <a:gd name="T13" fmla="*/ 14 h 44"/>
                <a:gd name="T14" fmla="*/ 19 w 28"/>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19" y="1"/>
                  </a:moveTo>
                  <a:cubicBezTo>
                    <a:pt x="14" y="0"/>
                    <a:pt x="8" y="3"/>
                    <a:pt x="6" y="9"/>
                  </a:cubicBezTo>
                  <a:cubicBezTo>
                    <a:pt x="1" y="30"/>
                    <a:pt x="1" y="30"/>
                    <a:pt x="1" y="30"/>
                  </a:cubicBezTo>
                  <a:cubicBezTo>
                    <a:pt x="0" y="36"/>
                    <a:pt x="3" y="42"/>
                    <a:pt x="9" y="43"/>
                  </a:cubicBezTo>
                  <a:cubicBezTo>
                    <a:pt x="10" y="44"/>
                    <a:pt x="10" y="44"/>
                    <a:pt x="11" y="44"/>
                  </a:cubicBezTo>
                  <a:cubicBezTo>
                    <a:pt x="16" y="44"/>
                    <a:pt x="20" y="40"/>
                    <a:pt x="22" y="36"/>
                  </a:cubicBezTo>
                  <a:cubicBezTo>
                    <a:pt x="27" y="14"/>
                    <a:pt x="27" y="14"/>
                    <a:pt x="27" y="14"/>
                  </a:cubicBezTo>
                  <a:cubicBezTo>
                    <a:pt x="28" y="9"/>
                    <a:pt x="25" y="3"/>
                    <a:pt x="19"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16" name="Freeform 522"/>
            <p:cNvSpPr>
              <a:spLocks/>
            </p:cNvSpPr>
            <p:nvPr/>
          </p:nvSpPr>
          <p:spPr bwMode="auto">
            <a:xfrm>
              <a:off x="4193" y="2453"/>
              <a:ext cx="18" cy="29"/>
            </a:xfrm>
            <a:custGeom>
              <a:avLst/>
              <a:gdLst>
                <a:gd name="T0" fmla="*/ 19 w 28"/>
                <a:gd name="T1" fmla="*/ 1 h 44"/>
                <a:gd name="T2" fmla="*/ 6 w 28"/>
                <a:gd name="T3" fmla="*/ 9 h 44"/>
                <a:gd name="T4" fmla="*/ 1 w 28"/>
                <a:gd name="T5" fmla="*/ 30 h 44"/>
                <a:gd name="T6" fmla="*/ 9 w 28"/>
                <a:gd name="T7" fmla="*/ 43 h 44"/>
                <a:gd name="T8" fmla="*/ 11 w 28"/>
                <a:gd name="T9" fmla="*/ 44 h 44"/>
                <a:gd name="T10" fmla="*/ 22 w 28"/>
                <a:gd name="T11" fmla="*/ 36 h 44"/>
                <a:gd name="T12" fmla="*/ 27 w 28"/>
                <a:gd name="T13" fmla="*/ 14 h 44"/>
                <a:gd name="T14" fmla="*/ 19 w 28"/>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19" y="1"/>
                  </a:moveTo>
                  <a:cubicBezTo>
                    <a:pt x="14" y="0"/>
                    <a:pt x="8" y="3"/>
                    <a:pt x="6" y="9"/>
                  </a:cubicBezTo>
                  <a:cubicBezTo>
                    <a:pt x="1" y="30"/>
                    <a:pt x="1" y="30"/>
                    <a:pt x="1" y="30"/>
                  </a:cubicBezTo>
                  <a:cubicBezTo>
                    <a:pt x="0" y="36"/>
                    <a:pt x="3" y="42"/>
                    <a:pt x="9" y="43"/>
                  </a:cubicBezTo>
                  <a:cubicBezTo>
                    <a:pt x="10" y="44"/>
                    <a:pt x="10" y="44"/>
                    <a:pt x="11" y="44"/>
                  </a:cubicBezTo>
                  <a:cubicBezTo>
                    <a:pt x="16" y="44"/>
                    <a:pt x="20" y="40"/>
                    <a:pt x="22" y="36"/>
                  </a:cubicBezTo>
                  <a:cubicBezTo>
                    <a:pt x="27" y="14"/>
                    <a:pt x="27" y="14"/>
                    <a:pt x="27" y="14"/>
                  </a:cubicBezTo>
                  <a:cubicBezTo>
                    <a:pt x="28" y="9"/>
                    <a:pt x="25" y="3"/>
                    <a:pt x="19"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17" name="Freeform 523"/>
            <p:cNvSpPr>
              <a:spLocks/>
            </p:cNvSpPr>
            <p:nvPr/>
          </p:nvSpPr>
          <p:spPr bwMode="auto">
            <a:xfrm>
              <a:off x="4231" y="2495"/>
              <a:ext cx="19" cy="29"/>
            </a:xfrm>
            <a:custGeom>
              <a:avLst/>
              <a:gdLst>
                <a:gd name="T0" fmla="*/ 20 w 29"/>
                <a:gd name="T1" fmla="*/ 1 h 44"/>
                <a:gd name="T2" fmla="*/ 7 w 29"/>
                <a:gd name="T3" fmla="*/ 9 h 44"/>
                <a:gd name="T4" fmla="*/ 2 w 29"/>
                <a:gd name="T5" fmla="*/ 30 h 44"/>
                <a:gd name="T6" fmla="*/ 9 w 29"/>
                <a:gd name="T7" fmla="*/ 43 h 44"/>
                <a:gd name="T8" fmla="*/ 12 w 29"/>
                <a:gd name="T9" fmla="*/ 44 h 44"/>
                <a:gd name="T10" fmla="*/ 22 w 29"/>
                <a:gd name="T11" fmla="*/ 36 h 44"/>
                <a:gd name="T12" fmla="*/ 28 w 29"/>
                <a:gd name="T13" fmla="*/ 14 h 44"/>
                <a:gd name="T14" fmla="*/ 20 w 29"/>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4">
                  <a:moveTo>
                    <a:pt x="20" y="1"/>
                  </a:moveTo>
                  <a:cubicBezTo>
                    <a:pt x="14" y="0"/>
                    <a:pt x="8" y="3"/>
                    <a:pt x="7" y="9"/>
                  </a:cubicBezTo>
                  <a:cubicBezTo>
                    <a:pt x="2" y="30"/>
                    <a:pt x="2" y="30"/>
                    <a:pt x="2" y="30"/>
                  </a:cubicBezTo>
                  <a:cubicBezTo>
                    <a:pt x="0" y="36"/>
                    <a:pt x="4" y="42"/>
                    <a:pt x="9" y="43"/>
                  </a:cubicBezTo>
                  <a:cubicBezTo>
                    <a:pt x="10" y="44"/>
                    <a:pt x="11" y="44"/>
                    <a:pt x="12" y="44"/>
                  </a:cubicBezTo>
                  <a:cubicBezTo>
                    <a:pt x="17" y="44"/>
                    <a:pt x="21" y="40"/>
                    <a:pt x="22" y="36"/>
                  </a:cubicBezTo>
                  <a:cubicBezTo>
                    <a:pt x="28" y="14"/>
                    <a:pt x="28" y="14"/>
                    <a:pt x="28" y="14"/>
                  </a:cubicBezTo>
                  <a:cubicBezTo>
                    <a:pt x="29" y="9"/>
                    <a:pt x="26" y="3"/>
                    <a:pt x="2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18" name="Freeform 524"/>
            <p:cNvSpPr>
              <a:spLocks/>
            </p:cNvSpPr>
            <p:nvPr/>
          </p:nvSpPr>
          <p:spPr bwMode="auto">
            <a:xfrm>
              <a:off x="4242" y="2453"/>
              <a:ext cx="19" cy="29"/>
            </a:xfrm>
            <a:custGeom>
              <a:avLst/>
              <a:gdLst>
                <a:gd name="T0" fmla="*/ 20 w 29"/>
                <a:gd name="T1" fmla="*/ 1 h 44"/>
                <a:gd name="T2" fmla="*/ 7 w 29"/>
                <a:gd name="T3" fmla="*/ 9 h 44"/>
                <a:gd name="T4" fmla="*/ 2 w 29"/>
                <a:gd name="T5" fmla="*/ 30 h 44"/>
                <a:gd name="T6" fmla="*/ 9 w 29"/>
                <a:gd name="T7" fmla="*/ 43 h 44"/>
                <a:gd name="T8" fmla="*/ 12 w 29"/>
                <a:gd name="T9" fmla="*/ 44 h 44"/>
                <a:gd name="T10" fmla="*/ 22 w 29"/>
                <a:gd name="T11" fmla="*/ 36 h 44"/>
                <a:gd name="T12" fmla="*/ 28 w 29"/>
                <a:gd name="T13" fmla="*/ 14 h 44"/>
                <a:gd name="T14" fmla="*/ 20 w 29"/>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4">
                  <a:moveTo>
                    <a:pt x="20" y="1"/>
                  </a:moveTo>
                  <a:cubicBezTo>
                    <a:pt x="14" y="0"/>
                    <a:pt x="8" y="3"/>
                    <a:pt x="7" y="9"/>
                  </a:cubicBezTo>
                  <a:cubicBezTo>
                    <a:pt x="2" y="30"/>
                    <a:pt x="2" y="30"/>
                    <a:pt x="2" y="30"/>
                  </a:cubicBezTo>
                  <a:cubicBezTo>
                    <a:pt x="0" y="36"/>
                    <a:pt x="4" y="42"/>
                    <a:pt x="9" y="43"/>
                  </a:cubicBezTo>
                  <a:cubicBezTo>
                    <a:pt x="10" y="44"/>
                    <a:pt x="11" y="44"/>
                    <a:pt x="12" y="44"/>
                  </a:cubicBezTo>
                  <a:cubicBezTo>
                    <a:pt x="17" y="44"/>
                    <a:pt x="21" y="40"/>
                    <a:pt x="22" y="36"/>
                  </a:cubicBezTo>
                  <a:cubicBezTo>
                    <a:pt x="28" y="14"/>
                    <a:pt x="28" y="14"/>
                    <a:pt x="28" y="14"/>
                  </a:cubicBezTo>
                  <a:cubicBezTo>
                    <a:pt x="29" y="9"/>
                    <a:pt x="26" y="3"/>
                    <a:pt x="2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19" name="Freeform 525"/>
            <p:cNvSpPr>
              <a:spLocks noEditPoints="1"/>
            </p:cNvSpPr>
            <p:nvPr/>
          </p:nvSpPr>
          <p:spPr bwMode="auto">
            <a:xfrm>
              <a:off x="4034" y="224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120" name="Group 1000"/>
          <p:cNvGrpSpPr>
            <a:grpSpLocks noChangeAspect="1"/>
          </p:cNvGrpSpPr>
          <p:nvPr/>
        </p:nvGrpSpPr>
        <p:grpSpPr bwMode="auto">
          <a:xfrm>
            <a:off x="551813" y="3344533"/>
            <a:ext cx="671626" cy="671626"/>
            <a:chOff x="5030" y="4091"/>
            <a:chExt cx="340" cy="340"/>
          </a:xfrm>
          <a:solidFill>
            <a:schemeClr val="bg1"/>
          </a:solidFill>
        </p:grpSpPr>
        <p:sp>
          <p:nvSpPr>
            <p:cNvPr id="121" name="Freeform 1001"/>
            <p:cNvSpPr>
              <a:spLocks noEditPoints="1"/>
            </p:cNvSpPr>
            <p:nvPr/>
          </p:nvSpPr>
          <p:spPr bwMode="auto">
            <a:xfrm>
              <a:off x="5094" y="4183"/>
              <a:ext cx="212" cy="127"/>
            </a:xfrm>
            <a:custGeom>
              <a:avLst/>
              <a:gdLst>
                <a:gd name="T0" fmla="*/ 269 w 320"/>
                <a:gd name="T1" fmla="*/ 192 h 192"/>
                <a:gd name="T2" fmla="*/ 71 w 320"/>
                <a:gd name="T3" fmla="*/ 192 h 192"/>
                <a:gd name="T4" fmla="*/ 0 w 320"/>
                <a:gd name="T5" fmla="*/ 121 h 192"/>
                <a:gd name="T6" fmla="*/ 71 w 320"/>
                <a:gd name="T7" fmla="*/ 51 h 192"/>
                <a:gd name="T8" fmla="*/ 96 w 320"/>
                <a:gd name="T9" fmla="*/ 56 h 192"/>
                <a:gd name="T10" fmla="*/ 181 w 320"/>
                <a:gd name="T11" fmla="*/ 0 h 192"/>
                <a:gd name="T12" fmla="*/ 273 w 320"/>
                <a:gd name="T13" fmla="*/ 91 h 192"/>
                <a:gd name="T14" fmla="*/ 320 w 320"/>
                <a:gd name="T15" fmla="*/ 142 h 192"/>
                <a:gd name="T16" fmla="*/ 269 w 320"/>
                <a:gd name="T17" fmla="*/ 192 h 192"/>
                <a:gd name="T18" fmla="*/ 71 w 320"/>
                <a:gd name="T19" fmla="*/ 72 h 192"/>
                <a:gd name="T20" fmla="*/ 21 w 320"/>
                <a:gd name="T21" fmla="*/ 121 h 192"/>
                <a:gd name="T22" fmla="*/ 71 w 320"/>
                <a:gd name="T23" fmla="*/ 171 h 192"/>
                <a:gd name="T24" fmla="*/ 269 w 320"/>
                <a:gd name="T25" fmla="*/ 171 h 192"/>
                <a:gd name="T26" fmla="*/ 298 w 320"/>
                <a:gd name="T27" fmla="*/ 142 h 192"/>
                <a:gd name="T28" fmla="*/ 269 w 320"/>
                <a:gd name="T29" fmla="*/ 112 h 192"/>
                <a:gd name="T30" fmla="*/ 267 w 320"/>
                <a:gd name="T31" fmla="*/ 112 h 192"/>
                <a:gd name="T32" fmla="*/ 265 w 320"/>
                <a:gd name="T33" fmla="*/ 113 h 192"/>
                <a:gd name="T34" fmla="*/ 254 w 320"/>
                <a:gd name="T35" fmla="*/ 111 h 192"/>
                <a:gd name="T36" fmla="*/ 251 w 320"/>
                <a:gd name="T37" fmla="*/ 101 h 192"/>
                <a:gd name="T38" fmla="*/ 251 w 320"/>
                <a:gd name="T39" fmla="*/ 96 h 192"/>
                <a:gd name="T40" fmla="*/ 251 w 320"/>
                <a:gd name="T41" fmla="*/ 92 h 192"/>
                <a:gd name="T42" fmla="*/ 181 w 320"/>
                <a:gd name="T43" fmla="*/ 22 h 192"/>
                <a:gd name="T44" fmla="*/ 114 w 320"/>
                <a:gd name="T45" fmla="*/ 68 h 192"/>
                <a:gd name="T46" fmla="*/ 112 w 320"/>
                <a:gd name="T47" fmla="*/ 73 h 192"/>
                <a:gd name="T48" fmla="*/ 112 w 320"/>
                <a:gd name="T49" fmla="*/ 75 h 192"/>
                <a:gd name="T50" fmla="*/ 103 w 320"/>
                <a:gd name="T51" fmla="*/ 83 h 192"/>
                <a:gd name="T52" fmla="*/ 93 w 320"/>
                <a:gd name="T53" fmla="*/ 79 h 192"/>
                <a:gd name="T54" fmla="*/ 71 w 320"/>
                <a:gd name="T55" fmla="*/ 7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0" h="192">
                  <a:moveTo>
                    <a:pt x="269" y="192"/>
                  </a:moveTo>
                  <a:cubicBezTo>
                    <a:pt x="71" y="192"/>
                    <a:pt x="71" y="192"/>
                    <a:pt x="71" y="192"/>
                  </a:cubicBezTo>
                  <a:cubicBezTo>
                    <a:pt x="31" y="192"/>
                    <a:pt x="0" y="161"/>
                    <a:pt x="0" y="121"/>
                  </a:cubicBezTo>
                  <a:cubicBezTo>
                    <a:pt x="0" y="82"/>
                    <a:pt x="31" y="51"/>
                    <a:pt x="71" y="51"/>
                  </a:cubicBezTo>
                  <a:cubicBezTo>
                    <a:pt x="80" y="51"/>
                    <a:pt x="88" y="52"/>
                    <a:pt x="96" y="56"/>
                  </a:cubicBezTo>
                  <a:cubicBezTo>
                    <a:pt x="110" y="23"/>
                    <a:pt x="144" y="0"/>
                    <a:pt x="181" y="0"/>
                  </a:cubicBezTo>
                  <a:cubicBezTo>
                    <a:pt x="231" y="0"/>
                    <a:pt x="272" y="41"/>
                    <a:pt x="273" y="91"/>
                  </a:cubicBezTo>
                  <a:cubicBezTo>
                    <a:pt x="299" y="93"/>
                    <a:pt x="320" y="115"/>
                    <a:pt x="320" y="142"/>
                  </a:cubicBezTo>
                  <a:cubicBezTo>
                    <a:pt x="320" y="170"/>
                    <a:pt x="297" y="192"/>
                    <a:pt x="269" y="192"/>
                  </a:cubicBezTo>
                  <a:close/>
                  <a:moveTo>
                    <a:pt x="71" y="72"/>
                  </a:moveTo>
                  <a:cubicBezTo>
                    <a:pt x="43" y="72"/>
                    <a:pt x="21" y="94"/>
                    <a:pt x="21" y="121"/>
                  </a:cubicBezTo>
                  <a:cubicBezTo>
                    <a:pt x="21" y="149"/>
                    <a:pt x="43" y="171"/>
                    <a:pt x="71" y="171"/>
                  </a:cubicBezTo>
                  <a:cubicBezTo>
                    <a:pt x="269" y="171"/>
                    <a:pt x="269" y="171"/>
                    <a:pt x="269" y="171"/>
                  </a:cubicBezTo>
                  <a:cubicBezTo>
                    <a:pt x="285" y="171"/>
                    <a:pt x="298" y="158"/>
                    <a:pt x="298" y="142"/>
                  </a:cubicBezTo>
                  <a:cubicBezTo>
                    <a:pt x="298" y="125"/>
                    <a:pt x="285" y="112"/>
                    <a:pt x="269" y="112"/>
                  </a:cubicBezTo>
                  <a:cubicBezTo>
                    <a:pt x="268" y="112"/>
                    <a:pt x="268" y="112"/>
                    <a:pt x="267" y="112"/>
                  </a:cubicBezTo>
                  <a:cubicBezTo>
                    <a:pt x="267" y="112"/>
                    <a:pt x="266" y="112"/>
                    <a:pt x="265" y="113"/>
                  </a:cubicBezTo>
                  <a:cubicBezTo>
                    <a:pt x="261" y="114"/>
                    <a:pt x="257" y="113"/>
                    <a:pt x="254" y="111"/>
                  </a:cubicBezTo>
                  <a:cubicBezTo>
                    <a:pt x="252" y="109"/>
                    <a:pt x="250" y="105"/>
                    <a:pt x="251" y="101"/>
                  </a:cubicBezTo>
                  <a:cubicBezTo>
                    <a:pt x="251" y="99"/>
                    <a:pt x="251" y="98"/>
                    <a:pt x="251" y="96"/>
                  </a:cubicBezTo>
                  <a:cubicBezTo>
                    <a:pt x="251" y="94"/>
                    <a:pt x="251" y="93"/>
                    <a:pt x="251" y="92"/>
                  </a:cubicBezTo>
                  <a:cubicBezTo>
                    <a:pt x="251" y="53"/>
                    <a:pt x="220" y="22"/>
                    <a:pt x="181" y="22"/>
                  </a:cubicBezTo>
                  <a:cubicBezTo>
                    <a:pt x="152" y="22"/>
                    <a:pt x="124" y="41"/>
                    <a:pt x="114" y="68"/>
                  </a:cubicBezTo>
                  <a:cubicBezTo>
                    <a:pt x="113" y="70"/>
                    <a:pt x="113" y="71"/>
                    <a:pt x="112" y="73"/>
                  </a:cubicBezTo>
                  <a:cubicBezTo>
                    <a:pt x="112" y="75"/>
                    <a:pt x="112" y="75"/>
                    <a:pt x="112" y="75"/>
                  </a:cubicBezTo>
                  <a:cubicBezTo>
                    <a:pt x="111" y="79"/>
                    <a:pt x="108" y="82"/>
                    <a:pt x="103" y="83"/>
                  </a:cubicBezTo>
                  <a:cubicBezTo>
                    <a:pt x="99" y="84"/>
                    <a:pt x="95" y="82"/>
                    <a:pt x="93" y="79"/>
                  </a:cubicBezTo>
                  <a:cubicBezTo>
                    <a:pt x="86" y="74"/>
                    <a:pt x="79" y="72"/>
                    <a:pt x="71" y="7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22" name="Freeform 1002"/>
            <p:cNvSpPr>
              <a:spLocks noEditPoints="1"/>
            </p:cNvSpPr>
            <p:nvPr/>
          </p:nvSpPr>
          <p:spPr bwMode="auto">
            <a:xfrm>
              <a:off x="5030" y="409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123" name="Group 568"/>
          <p:cNvGrpSpPr>
            <a:grpSpLocks noChangeAspect="1"/>
          </p:cNvGrpSpPr>
          <p:nvPr/>
        </p:nvGrpSpPr>
        <p:grpSpPr bwMode="auto">
          <a:xfrm>
            <a:off x="551813" y="4573570"/>
            <a:ext cx="738870" cy="669908"/>
            <a:chOff x="6616" y="2941"/>
            <a:chExt cx="375" cy="340"/>
          </a:xfrm>
          <a:solidFill>
            <a:schemeClr val="bg1"/>
          </a:solidFill>
        </p:grpSpPr>
        <p:sp>
          <p:nvSpPr>
            <p:cNvPr id="124" name="Freeform 123"/>
            <p:cNvSpPr>
              <a:spLocks noEditPoints="1"/>
            </p:cNvSpPr>
            <p:nvPr/>
          </p:nvSpPr>
          <p:spPr bwMode="auto">
            <a:xfrm>
              <a:off x="6616" y="2941"/>
              <a:ext cx="375" cy="340"/>
            </a:xfrm>
            <a:custGeom>
              <a:avLst/>
              <a:gdLst>
                <a:gd name="T0" fmla="*/ 281 w 562"/>
                <a:gd name="T1" fmla="*/ 21 h 512"/>
                <a:gd name="T2" fmla="*/ 447 w 562"/>
                <a:gd name="T3" fmla="*/ 90 h 512"/>
                <a:gd name="T4" fmla="*/ 447 w 562"/>
                <a:gd name="T5" fmla="*/ 422 h 512"/>
                <a:gd name="T6" fmla="*/ 281 w 562"/>
                <a:gd name="T7" fmla="*/ 490 h 512"/>
                <a:gd name="T8" fmla="*/ 115 w 562"/>
                <a:gd name="T9" fmla="*/ 422 h 512"/>
                <a:gd name="T10" fmla="*/ 115 w 562"/>
                <a:gd name="T11" fmla="*/ 90 h 512"/>
                <a:gd name="T12" fmla="*/ 281 w 562"/>
                <a:gd name="T13" fmla="*/ 21 h 512"/>
                <a:gd name="T14" fmla="*/ 281 w 562"/>
                <a:gd name="T15" fmla="*/ 0 h 512"/>
                <a:gd name="T16" fmla="*/ 100 w 562"/>
                <a:gd name="T17" fmla="*/ 75 h 512"/>
                <a:gd name="T18" fmla="*/ 100 w 562"/>
                <a:gd name="T19" fmla="*/ 437 h 512"/>
                <a:gd name="T20" fmla="*/ 281 w 562"/>
                <a:gd name="T21" fmla="*/ 512 h 512"/>
                <a:gd name="T22" fmla="*/ 462 w 562"/>
                <a:gd name="T23" fmla="*/ 437 h 512"/>
                <a:gd name="T24" fmla="*/ 462 w 562"/>
                <a:gd name="T25" fmla="*/ 75 h 512"/>
                <a:gd name="T26" fmla="*/ 281 w 562"/>
                <a:gd name="T27"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2" h="512">
                  <a:moveTo>
                    <a:pt x="281" y="21"/>
                  </a:moveTo>
                  <a:cubicBezTo>
                    <a:pt x="343" y="21"/>
                    <a:pt x="402" y="45"/>
                    <a:pt x="447" y="90"/>
                  </a:cubicBezTo>
                  <a:cubicBezTo>
                    <a:pt x="538" y="181"/>
                    <a:pt x="538" y="330"/>
                    <a:pt x="447" y="422"/>
                  </a:cubicBezTo>
                  <a:cubicBezTo>
                    <a:pt x="402" y="466"/>
                    <a:pt x="343" y="490"/>
                    <a:pt x="281" y="490"/>
                  </a:cubicBezTo>
                  <a:cubicBezTo>
                    <a:pt x="218" y="490"/>
                    <a:pt x="159" y="466"/>
                    <a:pt x="115" y="422"/>
                  </a:cubicBezTo>
                  <a:cubicBezTo>
                    <a:pt x="23" y="330"/>
                    <a:pt x="23" y="181"/>
                    <a:pt x="115" y="90"/>
                  </a:cubicBezTo>
                  <a:cubicBezTo>
                    <a:pt x="159" y="45"/>
                    <a:pt x="218" y="21"/>
                    <a:pt x="281" y="21"/>
                  </a:cubicBezTo>
                  <a:moveTo>
                    <a:pt x="281" y="0"/>
                  </a:moveTo>
                  <a:cubicBezTo>
                    <a:pt x="215" y="0"/>
                    <a:pt x="150" y="25"/>
                    <a:pt x="100" y="75"/>
                  </a:cubicBezTo>
                  <a:cubicBezTo>
                    <a:pt x="0" y="175"/>
                    <a:pt x="0" y="337"/>
                    <a:pt x="100" y="437"/>
                  </a:cubicBezTo>
                  <a:cubicBezTo>
                    <a:pt x="150" y="487"/>
                    <a:pt x="215" y="512"/>
                    <a:pt x="281" y="512"/>
                  </a:cubicBezTo>
                  <a:cubicBezTo>
                    <a:pt x="346" y="512"/>
                    <a:pt x="412" y="487"/>
                    <a:pt x="462" y="437"/>
                  </a:cubicBezTo>
                  <a:cubicBezTo>
                    <a:pt x="562" y="337"/>
                    <a:pt x="562" y="175"/>
                    <a:pt x="462" y="75"/>
                  </a:cubicBezTo>
                  <a:cubicBezTo>
                    <a:pt x="412" y="25"/>
                    <a:pt x="346" y="0"/>
                    <a:pt x="28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25" name="Freeform 124"/>
            <p:cNvSpPr>
              <a:spLocks noEditPoints="1"/>
            </p:cNvSpPr>
            <p:nvPr/>
          </p:nvSpPr>
          <p:spPr bwMode="auto">
            <a:xfrm>
              <a:off x="6697" y="3005"/>
              <a:ext cx="213" cy="127"/>
            </a:xfrm>
            <a:custGeom>
              <a:avLst/>
              <a:gdLst>
                <a:gd name="T0" fmla="*/ 266 w 320"/>
                <a:gd name="T1" fmla="*/ 85 h 192"/>
                <a:gd name="T2" fmla="*/ 262 w 320"/>
                <a:gd name="T3" fmla="*/ 85 h 192"/>
                <a:gd name="T4" fmla="*/ 176 w 320"/>
                <a:gd name="T5" fmla="*/ 0 h 192"/>
                <a:gd name="T6" fmla="*/ 94 w 320"/>
                <a:gd name="T7" fmla="*/ 55 h 192"/>
                <a:gd name="T8" fmla="*/ 71 w 320"/>
                <a:gd name="T9" fmla="*/ 50 h 192"/>
                <a:gd name="T10" fmla="*/ 0 w 320"/>
                <a:gd name="T11" fmla="*/ 121 h 192"/>
                <a:gd name="T12" fmla="*/ 71 w 320"/>
                <a:gd name="T13" fmla="*/ 192 h 192"/>
                <a:gd name="T14" fmla="*/ 266 w 320"/>
                <a:gd name="T15" fmla="*/ 192 h 192"/>
                <a:gd name="T16" fmla="*/ 320 w 320"/>
                <a:gd name="T17" fmla="*/ 138 h 192"/>
                <a:gd name="T18" fmla="*/ 266 w 320"/>
                <a:gd name="T19" fmla="*/ 85 h 192"/>
                <a:gd name="T20" fmla="*/ 266 w 320"/>
                <a:gd name="T21" fmla="*/ 170 h 192"/>
                <a:gd name="T22" fmla="*/ 71 w 320"/>
                <a:gd name="T23" fmla="*/ 170 h 192"/>
                <a:gd name="T24" fmla="*/ 21 w 320"/>
                <a:gd name="T25" fmla="*/ 121 h 192"/>
                <a:gd name="T26" fmla="*/ 71 w 320"/>
                <a:gd name="T27" fmla="*/ 71 h 192"/>
                <a:gd name="T28" fmla="*/ 95 w 320"/>
                <a:gd name="T29" fmla="*/ 79 h 192"/>
                <a:gd name="T30" fmla="*/ 105 w 320"/>
                <a:gd name="T31" fmla="*/ 80 h 192"/>
                <a:gd name="T32" fmla="*/ 111 w 320"/>
                <a:gd name="T33" fmla="*/ 73 h 192"/>
                <a:gd name="T34" fmla="*/ 176 w 320"/>
                <a:gd name="T35" fmla="*/ 21 h 192"/>
                <a:gd name="T36" fmla="*/ 241 w 320"/>
                <a:gd name="T37" fmla="*/ 86 h 192"/>
                <a:gd name="T38" fmla="*/ 240 w 320"/>
                <a:gd name="T39" fmla="*/ 94 h 192"/>
                <a:gd name="T40" fmla="*/ 239 w 320"/>
                <a:gd name="T41" fmla="*/ 99 h 192"/>
                <a:gd name="T42" fmla="*/ 244 w 320"/>
                <a:gd name="T43" fmla="*/ 110 h 192"/>
                <a:gd name="T44" fmla="*/ 257 w 320"/>
                <a:gd name="T45" fmla="*/ 109 h 192"/>
                <a:gd name="T46" fmla="*/ 259 w 320"/>
                <a:gd name="T47" fmla="*/ 107 h 192"/>
                <a:gd name="T48" fmla="*/ 266 w 320"/>
                <a:gd name="T49" fmla="*/ 106 h 192"/>
                <a:gd name="T50" fmla="*/ 298 w 320"/>
                <a:gd name="T51" fmla="*/ 138 h 192"/>
                <a:gd name="T52" fmla="*/ 266 w 320"/>
                <a:gd name="T53" fmla="*/ 17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0" h="192">
                  <a:moveTo>
                    <a:pt x="266" y="85"/>
                  </a:moveTo>
                  <a:cubicBezTo>
                    <a:pt x="265" y="85"/>
                    <a:pt x="263" y="85"/>
                    <a:pt x="262" y="85"/>
                  </a:cubicBezTo>
                  <a:cubicBezTo>
                    <a:pt x="262" y="38"/>
                    <a:pt x="223" y="0"/>
                    <a:pt x="176" y="0"/>
                  </a:cubicBezTo>
                  <a:cubicBezTo>
                    <a:pt x="139" y="0"/>
                    <a:pt x="107" y="22"/>
                    <a:pt x="94" y="55"/>
                  </a:cubicBezTo>
                  <a:cubicBezTo>
                    <a:pt x="87" y="52"/>
                    <a:pt x="80" y="50"/>
                    <a:pt x="71" y="50"/>
                  </a:cubicBezTo>
                  <a:cubicBezTo>
                    <a:pt x="31" y="50"/>
                    <a:pt x="0" y="82"/>
                    <a:pt x="0" y="121"/>
                  </a:cubicBezTo>
                  <a:cubicBezTo>
                    <a:pt x="0" y="160"/>
                    <a:pt x="31" y="192"/>
                    <a:pt x="71" y="192"/>
                  </a:cubicBezTo>
                  <a:cubicBezTo>
                    <a:pt x="266" y="192"/>
                    <a:pt x="266" y="192"/>
                    <a:pt x="266" y="192"/>
                  </a:cubicBezTo>
                  <a:cubicBezTo>
                    <a:pt x="296" y="192"/>
                    <a:pt x="320" y="168"/>
                    <a:pt x="320" y="138"/>
                  </a:cubicBezTo>
                  <a:cubicBezTo>
                    <a:pt x="320" y="109"/>
                    <a:pt x="296" y="85"/>
                    <a:pt x="266" y="85"/>
                  </a:cubicBezTo>
                  <a:close/>
                  <a:moveTo>
                    <a:pt x="266" y="170"/>
                  </a:moveTo>
                  <a:cubicBezTo>
                    <a:pt x="71" y="170"/>
                    <a:pt x="71" y="170"/>
                    <a:pt x="71" y="170"/>
                  </a:cubicBezTo>
                  <a:cubicBezTo>
                    <a:pt x="43" y="170"/>
                    <a:pt x="21" y="148"/>
                    <a:pt x="21" y="121"/>
                  </a:cubicBezTo>
                  <a:cubicBezTo>
                    <a:pt x="21" y="93"/>
                    <a:pt x="43" y="71"/>
                    <a:pt x="71" y="71"/>
                  </a:cubicBezTo>
                  <a:cubicBezTo>
                    <a:pt x="80" y="71"/>
                    <a:pt x="87" y="74"/>
                    <a:pt x="95" y="79"/>
                  </a:cubicBezTo>
                  <a:cubicBezTo>
                    <a:pt x="98" y="81"/>
                    <a:pt x="101" y="82"/>
                    <a:pt x="105" y="80"/>
                  </a:cubicBezTo>
                  <a:cubicBezTo>
                    <a:pt x="108" y="79"/>
                    <a:pt x="110" y="76"/>
                    <a:pt x="111" y="73"/>
                  </a:cubicBezTo>
                  <a:cubicBezTo>
                    <a:pt x="117" y="43"/>
                    <a:pt x="145" y="21"/>
                    <a:pt x="176" y="21"/>
                  </a:cubicBezTo>
                  <a:cubicBezTo>
                    <a:pt x="212" y="21"/>
                    <a:pt x="241" y="50"/>
                    <a:pt x="241" y="86"/>
                  </a:cubicBezTo>
                  <a:cubicBezTo>
                    <a:pt x="241" y="89"/>
                    <a:pt x="240" y="91"/>
                    <a:pt x="240" y="94"/>
                  </a:cubicBezTo>
                  <a:cubicBezTo>
                    <a:pt x="240" y="96"/>
                    <a:pt x="240" y="97"/>
                    <a:pt x="239" y="99"/>
                  </a:cubicBezTo>
                  <a:cubicBezTo>
                    <a:pt x="238" y="103"/>
                    <a:pt x="240" y="108"/>
                    <a:pt x="244" y="110"/>
                  </a:cubicBezTo>
                  <a:cubicBezTo>
                    <a:pt x="248" y="112"/>
                    <a:pt x="253" y="112"/>
                    <a:pt x="257" y="109"/>
                  </a:cubicBezTo>
                  <a:cubicBezTo>
                    <a:pt x="257" y="108"/>
                    <a:pt x="258" y="108"/>
                    <a:pt x="259" y="107"/>
                  </a:cubicBezTo>
                  <a:cubicBezTo>
                    <a:pt x="262" y="107"/>
                    <a:pt x="264" y="106"/>
                    <a:pt x="266" y="106"/>
                  </a:cubicBezTo>
                  <a:cubicBezTo>
                    <a:pt x="284" y="106"/>
                    <a:pt x="298" y="121"/>
                    <a:pt x="298" y="138"/>
                  </a:cubicBezTo>
                  <a:cubicBezTo>
                    <a:pt x="298" y="156"/>
                    <a:pt x="284" y="170"/>
                    <a:pt x="266" y="17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26" name="Freeform 125"/>
            <p:cNvSpPr>
              <a:spLocks/>
            </p:cNvSpPr>
            <p:nvPr/>
          </p:nvSpPr>
          <p:spPr bwMode="auto">
            <a:xfrm>
              <a:off x="6782" y="3146"/>
              <a:ext cx="36" cy="71"/>
            </a:xfrm>
            <a:custGeom>
              <a:avLst/>
              <a:gdLst>
                <a:gd name="T0" fmla="*/ 43 w 55"/>
                <a:gd name="T1" fmla="*/ 44 h 108"/>
                <a:gd name="T2" fmla="*/ 29 w 55"/>
                <a:gd name="T3" fmla="*/ 44 h 108"/>
                <a:gd name="T4" fmla="*/ 42 w 55"/>
                <a:gd name="T5" fmla="*/ 16 h 108"/>
                <a:gd name="T6" fmla="*/ 37 w 55"/>
                <a:gd name="T7" fmla="*/ 2 h 108"/>
                <a:gd name="T8" fmla="*/ 23 w 55"/>
                <a:gd name="T9" fmla="*/ 7 h 108"/>
                <a:gd name="T10" fmla="*/ 2 w 55"/>
                <a:gd name="T11" fmla="*/ 50 h 108"/>
                <a:gd name="T12" fmla="*/ 2 w 55"/>
                <a:gd name="T13" fmla="*/ 60 h 108"/>
                <a:gd name="T14" fmla="*/ 11 w 55"/>
                <a:gd name="T15" fmla="*/ 65 h 108"/>
                <a:gd name="T16" fmla="*/ 26 w 55"/>
                <a:gd name="T17" fmla="*/ 65 h 108"/>
                <a:gd name="T18" fmla="*/ 12 w 55"/>
                <a:gd name="T19" fmla="*/ 92 h 108"/>
                <a:gd name="T20" fmla="*/ 17 w 55"/>
                <a:gd name="T21" fmla="*/ 107 h 108"/>
                <a:gd name="T22" fmla="*/ 22 w 55"/>
                <a:gd name="T23" fmla="*/ 108 h 108"/>
                <a:gd name="T24" fmla="*/ 32 w 55"/>
                <a:gd name="T25" fmla="*/ 102 h 108"/>
                <a:gd name="T26" fmla="*/ 53 w 55"/>
                <a:gd name="T27" fmla="*/ 59 h 108"/>
                <a:gd name="T28" fmla="*/ 52 w 55"/>
                <a:gd name="T29" fmla="*/ 49 h 108"/>
                <a:gd name="T30" fmla="*/ 43 w 55"/>
                <a:gd name="T31" fmla="*/ 4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08">
                  <a:moveTo>
                    <a:pt x="43" y="44"/>
                  </a:moveTo>
                  <a:cubicBezTo>
                    <a:pt x="29" y="44"/>
                    <a:pt x="29" y="44"/>
                    <a:pt x="29" y="44"/>
                  </a:cubicBezTo>
                  <a:cubicBezTo>
                    <a:pt x="42" y="16"/>
                    <a:pt x="42" y="16"/>
                    <a:pt x="42" y="16"/>
                  </a:cubicBezTo>
                  <a:cubicBezTo>
                    <a:pt x="45" y="11"/>
                    <a:pt x="43" y="5"/>
                    <a:pt x="37" y="2"/>
                  </a:cubicBezTo>
                  <a:cubicBezTo>
                    <a:pt x="32" y="0"/>
                    <a:pt x="26" y="2"/>
                    <a:pt x="23" y="7"/>
                  </a:cubicBezTo>
                  <a:cubicBezTo>
                    <a:pt x="2" y="50"/>
                    <a:pt x="2" y="50"/>
                    <a:pt x="2" y="50"/>
                  </a:cubicBezTo>
                  <a:cubicBezTo>
                    <a:pt x="0" y="53"/>
                    <a:pt x="0" y="57"/>
                    <a:pt x="2" y="60"/>
                  </a:cubicBezTo>
                  <a:cubicBezTo>
                    <a:pt x="4" y="63"/>
                    <a:pt x="8" y="65"/>
                    <a:pt x="11" y="65"/>
                  </a:cubicBezTo>
                  <a:cubicBezTo>
                    <a:pt x="26" y="65"/>
                    <a:pt x="26" y="65"/>
                    <a:pt x="26" y="65"/>
                  </a:cubicBezTo>
                  <a:cubicBezTo>
                    <a:pt x="12" y="92"/>
                    <a:pt x="12" y="92"/>
                    <a:pt x="12" y="92"/>
                  </a:cubicBezTo>
                  <a:cubicBezTo>
                    <a:pt x="10" y="98"/>
                    <a:pt x="12" y="104"/>
                    <a:pt x="17" y="107"/>
                  </a:cubicBezTo>
                  <a:cubicBezTo>
                    <a:pt x="19" y="107"/>
                    <a:pt x="20" y="108"/>
                    <a:pt x="22" y="108"/>
                  </a:cubicBezTo>
                  <a:cubicBezTo>
                    <a:pt x="26" y="108"/>
                    <a:pt x="30" y="106"/>
                    <a:pt x="32" y="102"/>
                  </a:cubicBezTo>
                  <a:cubicBezTo>
                    <a:pt x="53" y="59"/>
                    <a:pt x="53" y="59"/>
                    <a:pt x="53" y="59"/>
                  </a:cubicBezTo>
                  <a:cubicBezTo>
                    <a:pt x="55" y="56"/>
                    <a:pt x="54" y="52"/>
                    <a:pt x="52" y="49"/>
                  </a:cubicBezTo>
                  <a:cubicBezTo>
                    <a:pt x="50" y="46"/>
                    <a:pt x="47" y="44"/>
                    <a:pt x="43" y="4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spTree>
    <p:extLst>
      <p:ext uri="{BB962C8B-B14F-4D97-AF65-F5344CB8AC3E}">
        <p14:creationId xmlns:p14="http://schemas.microsoft.com/office/powerpoint/2010/main" val="648161832"/>
      </p:ext>
    </p:extLst>
  </p:cSld>
  <p:clrMapOvr>
    <a:masterClrMapping/>
  </p:clrMapOvr>
  <p:transition>
    <p:fade/>
  </p:transition>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Numbered ribbons</a:t>
            </a:r>
            <a:endParaRPr lang="en-US" dirty="0"/>
          </a:p>
        </p:txBody>
      </p:sp>
      <p:sp>
        <p:nvSpPr>
          <p:cNvPr id="371719" name="Title 1"/>
          <p:cNvSpPr>
            <a:spLocks noGrp="1"/>
          </p:cNvSpPr>
          <p:nvPr>
            <p:ph type="title"/>
          </p:nvPr>
        </p:nvSpPr>
        <p:spPr/>
        <p:txBody>
          <a:bodyPr/>
          <a:lstStyle/>
          <a:p>
            <a:r>
              <a:rPr lang="en-US" altLang="ja-JP"/>
              <a:t>Ranking elements</a:t>
            </a:r>
            <a:endParaRPr lang="en-US" dirty="0"/>
          </a:p>
        </p:txBody>
      </p:sp>
      <p:sp>
        <p:nvSpPr>
          <p:cNvPr id="127" name="Rectangle 126"/>
          <p:cNvSpPr/>
          <p:nvPr/>
        </p:nvSpPr>
        <p:spPr>
          <a:xfrm>
            <a:off x="398447" y="2088025"/>
            <a:ext cx="1070828" cy="563404"/>
          </a:xfrm>
          <a:prstGeom prst="rect">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128" name="Rectangle 127"/>
          <p:cNvSpPr/>
          <p:nvPr/>
        </p:nvSpPr>
        <p:spPr>
          <a:xfrm>
            <a:off x="398447" y="2830975"/>
            <a:ext cx="1070828" cy="563404"/>
          </a:xfrm>
          <a:prstGeom prst="rect">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129" name="Rectangle 128"/>
          <p:cNvSpPr/>
          <p:nvPr/>
        </p:nvSpPr>
        <p:spPr>
          <a:xfrm>
            <a:off x="398447" y="3561542"/>
            <a:ext cx="1070828" cy="563404"/>
          </a:xfrm>
          <a:prstGeom prst="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130" name="Rectangle 129"/>
          <p:cNvSpPr/>
          <p:nvPr/>
        </p:nvSpPr>
        <p:spPr>
          <a:xfrm>
            <a:off x="398447" y="4304492"/>
            <a:ext cx="1070828" cy="563404"/>
          </a:xfrm>
          <a:prstGeom prst="rect">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131" name="Rectangle 130"/>
          <p:cNvSpPr/>
          <p:nvPr/>
        </p:nvSpPr>
        <p:spPr>
          <a:xfrm>
            <a:off x="398447" y="5037640"/>
            <a:ext cx="1070828" cy="563404"/>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132" name="Isosceles Triangle 131"/>
          <p:cNvSpPr/>
          <p:nvPr/>
        </p:nvSpPr>
        <p:spPr>
          <a:xfrm rot="16200000">
            <a:off x="1161908" y="3817577"/>
            <a:ext cx="200185" cy="414555"/>
          </a:xfrm>
          <a:prstGeom prst="triangle">
            <a:avLst/>
          </a:prstGeom>
          <a:solidFill>
            <a:schemeClr val="accent4">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33" name="Round Same Side Corner Rectangle 132"/>
          <p:cNvSpPr/>
          <p:nvPr/>
        </p:nvSpPr>
        <p:spPr>
          <a:xfrm rot="5400000">
            <a:off x="4826595" y="-307327"/>
            <a:ext cx="546895" cy="8090647"/>
          </a:xfrm>
          <a:prstGeom prst="round2SameRect">
            <a:avLst>
              <a:gd name="adj1" fmla="val 50000"/>
              <a:gd name="adj2" fmla="val 0"/>
            </a:avLst>
          </a:prstGeom>
          <a:solidFill>
            <a:schemeClr val="accent4"/>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625" err="1">
              <a:latin typeface="Aptos" panose="020B0004020202020204" pitchFamily="34" charset="0"/>
            </a:endParaRPr>
          </a:p>
        </p:txBody>
      </p:sp>
      <p:sp>
        <p:nvSpPr>
          <p:cNvPr id="134" name="Isosceles Triangle 133"/>
          <p:cNvSpPr/>
          <p:nvPr/>
        </p:nvSpPr>
        <p:spPr>
          <a:xfrm rot="16200000">
            <a:off x="1150298" y="4548919"/>
            <a:ext cx="223402" cy="414555"/>
          </a:xfrm>
          <a:prstGeom prst="triangle">
            <a:avLst/>
          </a:prstGeom>
          <a:solidFill>
            <a:schemeClr val="accent2">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35" name="Round Same Side Corner Rectangle 134"/>
          <p:cNvSpPr/>
          <p:nvPr/>
        </p:nvSpPr>
        <p:spPr>
          <a:xfrm rot="5400000">
            <a:off x="4826595" y="425820"/>
            <a:ext cx="546895" cy="8090647"/>
          </a:xfrm>
          <a:prstGeom prst="round2SameRect">
            <a:avLst>
              <a:gd name="adj1" fmla="val 50000"/>
              <a:gd name="adj2" fmla="val 0"/>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625" err="1">
              <a:latin typeface="Aptos" panose="020B0004020202020204" pitchFamily="34" charset="0"/>
            </a:endParaRPr>
          </a:p>
        </p:txBody>
      </p:sp>
      <p:sp>
        <p:nvSpPr>
          <p:cNvPr id="136" name="Isosceles Triangle 135"/>
          <p:cNvSpPr/>
          <p:nvPr/>
        </p:nvSpPr>
        <p:spPr>
          <a:xfrm rot="16200000">
            <a:off x="1150295" y="5278200"/>
            <a:ext cx="223402" cy="414555"/>
          </a:xfrm>
          <a:prstGeom prst="triangle">
            <a:avLst/>
          </a:prstGeom>
          <a:solidFill>
            <a:schemeClr val="accent1">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37" name="Round Same Side Corner Rectangle 136"/>
          <p:cNvSpPr/>
          <p:nvPr/>
        </p:nvSpPr>
        <p:spPr>
          <a:xfrm rot="5400000">
            <a:off x="4826595" y="1158969"/>
            <a:ext cx="546895" cy="8090647"/>
          </a:xfrm>
          <a:prstGeom prst="round2SameRect">
            <a:avLst>
              <a:gd name="adj1" fmla="val 50000"/>
              <a:gd name="adj2" fmla="val 0"/>
            </a:avLst>
          </a:prstGeom>
          <a:solidFill>
            <a:schemeClr val="accent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625" err="1">
              <a:latin typeface="Aptos" panose="020B0004020202020204" pitchFamily="34" charset="0"/>
            </a:endParaRPr>
          </a:p>
        </p:txBody>
      </p:sp>
      <p:sp>
        <p:nvSpPr>
          <p:cNvPr id="138" name="Isosceles Triangle 137"/>
          <p:cNvSpPr/>
          <p:nvPr/>
        </p:nvSpPr>
        <p:spPr>
          <a:xfrm rot="16200000">
            <a:off x="1161908" y="3087008"/>
            <a:ext cx="200185" cy="414555"/>
          </a:xfrm>
          <a:prstGeom prst="triangle">
            <a:avLst/>
          </a:prstGeom>
          <a:solidFill>
            <a:schemeClr val="accent3">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39" name="Round Same Side Corner Rectangle 138"/>
          <p:cNvSpPr/>
          <p:nvPr/>
        </p:nvSpPr>
        <p:spPr>
          <a:xfrm rot="5400000">
            <a:off x="4826595" y="-1040476"/>
            <a:ext cx="546895" cy="8090647"/>
          </a:xfrm>
          <a:prstGeom prst="round2SameRect">
            <a:avLst>
              <a:gd name="adj1" fmla="val 50000"/>
              <a:gd name="adj2" fmla="val 0"/>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625" err="1">
              <a:latin typeface="Aptos" panose="020B0004020202020204" pitchFamily="34" charset="0"/>
            </a:endParaRPr>
          </a:p>
        </p:txBody>
      </p:sp>
      <p:sp>
        <p:nvSpPr>
          <p:cNvPr id="140" name="Isosceles Triangle 139"/>
          <p:cNvSpPr/>
          <p:nvPr/>
        </p:nvSpPr>
        <p:spPr>
          <a:xfrm rot="16200000">
            <a:off x="1161908" y="2344058"/>
            <a:ext cx="200185" cy="414555"/>
          </a:xfrm>
          <a:prstGeom prst="triangle">
            <a:avLst/>
          </a:prstGeom>
          <a:solidFill>
            <a:schemeClr val="accent5">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41" name="Round Same Side Corner Rectangle 140"/>
          <p:cNvSpPr/>
          <p:nvPr/>
        </p:nvSpPr>
        <p:spPr>
          <a:xfrm rot="5400000">
            <a:off x="4826595" y="-1773623"/>
            <a:ext cx="546895" cy="8090647"/>
          </a:xfrm>
          <a:prstGeom prst="round2SameRect">
            <a:avLst>
              <a:gd name="adj1" fmla="val 50000"/>
              <a:gd name="adj2" fmla="val 0"/>
            </a:avLst>
          </a:pr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625" err="1">
              <a:latin typeface="Aptos" panose="020B0004020202020204" pitchFamily="34" charset="0"/>
            </a:endParaRPr>
          </a:p>
        </p:txBody>
      </p:sp>
      <p:sp>
        <p:nvSpPr>
          <p:cNvPr id="142" name="TextBox 141"/>
          <p:cNvSpPr txBox="1"/>
          <p:nvPr/>
        </p:nvSpPr>
        <p:spPr>
          <a:xfrm>
            <a:off x="446292" y="2058411"/>
            <a:ext cx="561460" cy="600164"/>
          </a:xfrm>
          <a:prstGeom prst="rect">
            <a:avLst/>
          </a:prstGeom>
          <a:noFill/>
        </p:spPr>
        <p:txBody>
          <a:bodyPr wrap="square" lIns="0" tIns="0" rIns="0" bIns="0" rtlCol="0">
            <a:spAutoFit/>
          </a:bodyPr>
          <a:lstStyle/>
          <a:p>
            <a:pPr algn="ctr"/>
            <a:r>
              <a:rPr lang="en-US" sz="3900" b="1" dirty="0">
                <a:solidFill>
                  <a:schemeClr val="bg1"/>
                </a:solidFill>
                <a:latin typeface="Aptos" panose="020B0004020202020204" pitchFamily="34" charset="0"/>
              </a:rPr>
              <a:t>1</a:t>
            </a:r>
          </a:p>
        </p:txBody>
      </p:sp>
      <p:sp>
        <p:nvSpPr>
          <p:cNvPr id="143" name="TextBox 142"/>
          <p:cNvSpPr txBox="1"/>
          <p:nvPr/>
        </p:nvSpPr>
        <p:spPr>
          <a:xfrm>
            <a:off x="446292" y="2812777"/>
            <a:ext cx="561460" cy="600164"/>
          </a:xfrm>
          <a:prstGeom prst="rect">
            <a:avLst/>
          </a:prstGeom>
          <a:noFill/>
        </p:spPr>
        <p:txBody>
          <a:bodyPr wrap="square" lIns="0" tIns="0" rIns="0" bIns="0" rtlCol="0">
            <a:spAutoFit/>
          </a:bodyPr>
          <a:lstStyle/>
          <a:p>
            <a:pPr algn="ctr"/>
            <a:r>
              <a:rPr lang="en-US" sz="3900" b="1" dirty="0">
                <a:solidFill>
                  <a:schemeClr val="bg1"/>
                </a:solidFill>
                <a:latin typeface="Aptos" panose="020B0004020202020204" pitchFamily="34" charset="0"/>
              </a:rPr>
              <a:t>2</a:t>
            </a:r>
          </a:p>
        </p:txBody>
      </p:sp>
      <p:sp>
        <p:nvSpPr>
          <p:cNvPr id="144" name="TextBox 143"/>
          <p:cNvSpPr txBox="1"/>
          <p:nvPr/>
        </p:nvSpPr>
        <p:spPr>
          <a:xfrm>
            <a:off x="446292" y="3543344"/>
            <a:ext cx="561460" cy="600164"/>
          </a:xfrm>
          <a:prstGeom prst="rect">
            <a:avLst/>
          </a:prstGeom>
          <a:noFill/>
        </p:spPr>
        <p:txBody>
          <a:bodyPr wrap="square" lIns="0" tIns="0" rIns="0" bIns="0" rtlCol="0">
            <a:spAutoFit/>
          </a:bodyPr>
          <a:lstStyle/>
          <a:p>
            <a:pPr algn="ctr"/>
            <a:r>
              <a:rPr lang="en-US" sz="3900" b="1">
                <a:solidFill>
                  <a:schemeClr val="bg1"/>
                </a:solidFill>
                <a:latin typeface="Aptos" panose="020B0004020202020204" pitchFamily="34" charset="0"/>
              </a:rPr>
              <a:t>3</a:t>
            </a:r>
          </a:p>
        </p:txBody>
      </p:sp>
      <p:sp>
        <p:nvSpPr>
          <p:cNvPr id="145" name="TextBox 144"/>
          <p:cNvSpPr txBox="1"/>
          <p:nvPr/>
        </p:nvSpPr>
        <p:spPr>
          <a:xfrm>
            <a:off x="446292" y="4286294"/>
            <a:ext cx="561460" cy="600164"/>
          </a:xfrm>
          <a:prstGeom prst="rect">
            <a:avLst/>
          </a:prstGeom>
          <a:noFill/>
        </p:spPr>
        <p:txBody>
          <a:bodyPr wrap="square" lIns="0" tIns="0" rIns="0" bIns="0" rtlCol="0">
            <a:spAutoFit/>
          </a:bodyPr>
          <a:lstStyle/>
          <a:p>
            <a:pPr algn="ctr"/>
            <a:r>
              <a:rPr lang="en-US" sz="3900" b="1">
                <a:latin typeface="Aptos" panose="020B0004020202020204" pitchFamily="34" charset="0"/>
              </a:rPr>
              <a:t>4</a:t>
            </a:r>
          </a:p>
        </p:txBody>
      </p:sp>
      <p:sp>
        <p:nvSpPr>
          <p:cNvPr id="146" name="TextBox 145"/>
          <p:cNvSpPr txBox="1"/>
          <p:nvPr/>
        </p:nvSpPr>
        <p:spPr>
          <a:xfrm>
            <a:off x="446292" y="5015898"/>
            <a:ext cx="561460" cy="600164"/>
          </a:xfrm>
          <a:prstGeom prst="rect">
            <a:avLst/>
          </a:prstGeom>
          <a:noFill/>
        </p:spPr>
        <p:txBody>
          <a:bodyPr wrap="square" lIns="0" tIns="0" rIns="0" bIns="0" rtlCol="0">
            <a:spAutoFit/>
          </a:bodyPr>
          <a:lstStyle/>
          <a:p>
            <a:pPr algn="ctr"/>
            <a:r>
              <a:rPr lang="en-US" sz="3900" b="1">
                <a:latin typeface="Aptos" panose="020B0004020202020204" pitchFamily="34" charset="0"/>
              </a:rPr>
              <a:t>5</a:t>
            </a:r>
          </a:p>
        </p:txBody>
      </p:sp>
      <p:sp>
        <p:nvSpPr>
          <p:cNvPr id="147" name="Rectangle 146"/>
          <p:cNvSpPr/>
          <p:nvPr/>
        </p:nvSpPr>
        <p:spPr>
          <a:xfrm>
            <a:off x="1192475" y="2079184"/>
            <a:ext cx="7346576" cy="375296"/>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r>
              <a:rPr lang="en-US" sz="800" dirty="0">
                <a:solidFill>
                  <a:schemeClr val="bg1"/>
                </a:solidFill>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a:t>
            </a:r>
          </a:p>
        </p:txBody>
      </p:sp>
      <p:sp>
        <p:nvSpPr>
          <p:cNvPr id="148" name="Rectangle 147"/>
          <p:cNvSpPr/>
          <p:nvPr/>
        </p:nvSpPr>
        <p:spPr>
          <a:xfrm>
            <a:off x="1192475" y="2808456"/>
            <a:ext cx="7346576" cy="375296"/>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r>
              <a:rPr lang="en-US" sz="800" dirty="0">
                <a:solidFill>
                  <a:schemeClr val="bg1"/>
                </a:solidFill>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 </a:t>
            </a:r>
          </a:p>
        </p:txBody>
      </p:sp>
      <p:sp>
        <p:nvSpPr>
          <p:cNvPr id="149" name="Rectangle 148"/>
          <p:cNvSpPr/>
          <p:nvPr/>
        </p:nvSpPr>
        <p:spPr>
          <a:xfrm>
            <a:off x="1192475" y="3535975"/>
            <a:ext cx="7346576" cy="375296"/>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r>
              <a:rPr lang="en-US" sz="800" dirty="0">
                <a:solidFill>
                  <a:schemeClr val="bg1"/>
                </a:solidFill>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a:t>
            </a:r>
          </a:p>
        </p:txBody>
      </p:sp>
      <p:sp>
        <p:nvSpPr>
          <p:cNvPr id="150" name="Rectangle 149"/>
          <p:cNvSpPr/>
          <p:nvPr/>
        </p:nvSpPr>
        <p:spPr>
          <a:xfrm>
            <a:off x="1192475" y="4280940"/>
            <a:ext cx="7346576" cy="375296"/>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dolor </a:t>
            </a:r>
          </a:p>
          <a:p>
            <a:r>
              <a:rPr lang="en-US" sz="800" dirty="0">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a:t>
            </a:r>
          </a:p>
        </p:txBody>
      </p:sp>
      <p:sp>
        <p:nvSpPr>
          <p:cNvPr id="151" name="Rectangle 150"/>
          <p:cNvSpPr/>
          <p:nvPr/>
        </p:nvSpPr>
        <p:spPr>
          <a:xfrm>
            <a:off x="1192475" y="5010349"/>
            <a:ext cx="7346576" cy="375296"/>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dolor </a:t>
            </a:r>
          </a:p>
          <a:p>
            <a:r>
              <a:rPr lang="en-US" sz="800" dirty="0">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a:t>
            </a:r>
          </a:p>
        </p:txBody>
      </p:sp>
    </p:spTree>
    <p:extLst>
      <p:ext uri="{BB962C8B-B14F-4D97-AF65-F5344CB8AC3E}">
        <p14:creationId xmlns:p14="http://schemas.microsoft.com/office/powerpoint/2010/main" val="3801425194"/>
      </p:ext>
    </p:extLst>
  </p:cSld>
  <p:clrMapOvr>
    <a:masterClrMapping/>
  </p:clrMapOvr>
  <p:transition>
    <p:fade/>
  </p:transition>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Twisted ribbons</a:t>
            </a:r>
            <a:endParaRPr lang="en-US" dirty="0"/>
          </a:p>
        </p:txBody>
      </p:sp>
      <p:sp>
        <p:nvSpPr>
          <p:cNvPr id="371719" name="Title 1"/>
          <p:cNvSpPr>
            <a:spLocks noGrp="1"/>
          </p:cNvSpPr>
          <p:nvPr>
            <p:ph type="title"/>
          </p:nvPr>
        </p:nvSpPr>
        <p:spPr/>
        <p:txBody>
          <a:bodyPr/>
          <a:lstStyle/>
          <a:p>
            <a:r>
              <a:rPr lang="en-US" altLang="ja-JP"/>
              <a:t>Ranking elements</a:t>
            </a:r>
            <a:endParaRPr lang="en-US" dirty="0"/>
          </a:p>
        </p:txBody>
      </p:sp>
      <p:grpSp>
        <p:nvGrpSpPr>
          <p:cNvPr id="4" name="Group 3"/>
          <p:cNvGrpSpPr/>
          <p:nvPr/>
        </p:nvGrpSpPr>
        <p:grpSpPr>
          <a:xfrm>
            <a:off x="2895446" y="1682135"/>
            <a:ext cx="4106603" cy="3701077"/>
            <a:chOff x="2039620" y="1776413"/>
            <a:chExt cx="5054281" cy="4555172"/>
          </a:xfrm>
        </p:grpSpPr>
        <p:sp>
          <p:nvSpPr>
            <p:cNvPr id="31" name="Pentagon 12"/>
            <p:cNvSpPr/>
            <p:nvPr/>
          </p:nvSpPr>
          <p:spPr>
            <a:xfrm flipH="1">
              <a:off x="3757307" y="1776413"/>
              <a:ext cx="3336594" cy="833437"/>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chemeClr val="accent1">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dirty="0">
                <a:solidFill>
                  <a:schemeClr val="tx1"/>
                </a:solidFill>
                <a:latin typeface="Aptos" panose="020B0004020202020204" pitchFamily="34" charset="0"/>
              </a:endParaRPr>
            </a:p>
          </p:txBody>
        </p:sp>
        <p:sp>
          <p:nvSpPr>
            <p:cNvPr id="32" name="Pentagon 9"/>
            <p:cNvSpPr/>
            <p:nvPr/>
          </p:nvSpPr>
          <p:spPr>
            <a:xfrm>
              <a:off x="2039620" y="1776413"/>
              <a:ext cx="1998662" cy="833437"/>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1"/>
                </a:solidFill>
                <a:latin typeface="Aptos" panose="020B0004020202020204" pitchFamily="34" charset="0"/>
              </a:endParaRPr>
            </a:p>
          </p:txBody>
        </p:sp>
        <p:sp>
          <p:nvSpPr>
            <p:cNvPr id="33" name="Pentagon 9"/>
            <p:cNvSpPr/>
            <p:nvPr/>
          </p:nvSpPr>
          <p:spPr>
            <a:xfrm>
              <a:off x="2039620" y="2698274"/>
              <a:ext cx="1998662" cy="833437"/>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1"/>
                </a:solidFill>
                <a:latin typeface="Aptos" panose="020B0004020202020204" pitchFamily="34" charset="0"/>
              </a:endParaRPr>
            </a:p>
          </p:txBody>
        </p:sp>
        <p:sp>
          <p:nvSpPr>
            <p:cNvPr id="34" name="Pentagon 12"/>
            <p:cNvSpPr/>
            <p:nvPr/>
          </p:nvSpPr>
          <p:spPr>
            <a:xfrm flipH="1">
              <a:off x="3757307" y="2698274"/>
              <a:ext cx="3336594" cy="833437"/>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chemeClr val="accent3">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1"/>
                </a:solidFill>
                <a:latin typeface="Aptos" panose="020B0004020202020204" pitchFamily="34" charset="0"/>
              </a:endParaRPr>
            </a:p>
          </p:txBody>
        </p:sp>
        <p:sp>
          <p:nvSpPr>
            <p:cNvPr id="35" name="Pentagon 9"/>
            <p:cNvSpPr/>
            <p:nvPr/>
          </p:nvSpPr>
          <p:spPr>
            <a:xfrm>
              <a:off x="2039620" y="3620135"/>
              <a:ext cx="1998662" cy="833437"/>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chemeClr val="accent2">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1"/>
                </a:solidFill>
                <a:latin typeface="Aptos" panose="020B0004020202020204" pitchFamily="34" charset="0"/>
              </a:endParaRPr>
            </a:p>
          </p:txBody>
        </p:sp>
        <p:sp>
          <p:nvSpPr>
            <p:cNvPr id="36" name="Pentagon 12"/>
            <p:cNvSpPr/>
            <p:nvPr/>
          </p:nvSpPr>
          <p:spPr>
            <a:xfrm flipH="1">
              <a:off x="3757307" y="3620135"/>
              <a:ext cx="3336594" cy="833437"/>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1"/>
                </a:solidFill>
                <a:latin typeface="Aptos" panose="020B0004020202020204" pitchFamily="34" charset="0"/>
              </a:endParaRPr>
            </a:p>
          </p:txBody>
        </p:sp>
        <p:sp>
          <p:nvSpPr>
            <p:cNvPr id="37" name="Pentagon 9"/>
            <p:cNvSpPr/>
            <p:nvPr/>
          </p:nvSpPr>
          <p:spPr>
            <a:xfrm>
              <a:off x="2039620" y="4564856"/>
              <a:ext cx="1998662" cy="833437"/>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chemeClr val="accent6">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1"/>
                </a:solidFill>
                <a:latin typeface="Aptos" panose="020B0004020202020204" pitchFamily="34" charset="0"/>
              </a:endParaRPr>
            </a:p>
          </p:txBody>
        </p:sp>
        <p:sp>
          <p:nvSpPr>
            <p:cNvPr id="38" name="Pentagon 12"/>
            <p:cNvSpPr/>
            <p:nvPr/>
          </p:nvSpPr>
          <p:spPr>
            <a:xfrm flipH="1">
              <a:off x="3757307" y="4564856"/>
              <a:ext cx="3336594" cy="833437"/>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1"/>
                </a:solidFill>
                <a:latin typeface="Aptos" panose="020B0004020202020204" pitchFamily="34" charset="0"/>
              </a:endParaRPr>
            </a:p>
          </p:txBody>
        </p:sp>
        <p:sp>
          <p:nvSpPr>
            <p:cNvPr id="39" name="Pentagon 9"/>
            <p:cNvSpPr/>
            <p:nvPr/>
          </p:nvSpPr>
          <p:spPr>
            <a:xfrm>
              <a:off x="2039620" y="5498148"/>
              <a:ext cx="1998662" cy="833437"/>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1"/>
                </a:solidFill>
                <a:latin typeface="Aptos" panose="020B0004020202020204" pitchFamily="34" charset="0"/>
              </a:endParaRPr>
            </a:p>
          </p:txBody>
        </p:sp>
        <p:sp>
          <p:nvSpPr>
            <p:cNvPr id="40" name="Pentagon 12"/>
            <p:cNvSpPr/>
            <p:nvPr/>
          </p:nvSpPr>
          <p:spPr>
            <a:xfrm flipH="1">
              <a:off x="3757307" y="5498148"/>
              <a:ext cx="3336594" cy="833437"/>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chemeClr val="accent3">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1"/>
                </a:solidFill>
                <a:latin typeface="Aptos" panose="020B0004020202020204" pitchFamily="34" charset="0"/>
              </a:endParaRPr>
            </a:p>
          </p:txBody>
        </p:sp>
        <p:sp>
          <p:nvSpPr>
            <p:cNvPr id="41" name="TextBox 40"/>
            <p:cNvSpPr txBox="1"/>
            <p:nvPr/>
          </p:nvSpPr>
          <p:spPr>
            <a:xfrm>
              <a:off x="2122170" y="1834833"/>
              <a:ext cx="631825" cy="565146"/>
            </a:xfrm>
            <a:prstGeom prst="rect">
              <a:avLst/>
            </a:prstGeom>
            <a:noFill/>
          </p:spPr>
          <p:txBody>
            <a:bodyPr wrap="square" lIns="0" tIns="0" rIns="0" bIns="0" rtlCol="0" anchor="ctr" anchorCtr="0">
              <a:noAutofit/>
            </a:bodyPr>
            <a:lstStyle/>
            <a:p>
              <a:r>
                <a:rPr lang="en-US" sz="2600" dirty="0">
                  <a:latin typeface="Aptos" panose="020B0004020202020204" pitchFamily="34" charset="0"/>
                </a:rPr>
                <a:t>01</a:t>
              </a:r>
            </a:p>
          </p:txBody>
        </p:sp>
        <p:sp>
          <p:nvSpPr>
            <p:cNvPr id="42" name="TextBox 41"/>
            <p:cNvSpPr txBox="1"/>
            <p:nvPr/>
          </p:nvSpPr>
          <p:spPr>
            <a:xfrm>
              <a:off x="2122170" y="2296694"/>
              <a:ext cx="901700" cy="241980"/>
            </a:xfrm>
            <a:prstGeom prst="rect">
              <a:avLst/>
            </a:prstGeom>
            <a:noFill/>
          </p:spPr>
          <p:txBody>
            <a:bodyPr wrap="square" lIns="0" tIns="0" rIns="0" bIns="0" rtlCol="0" anchor="ctr" anchorCtr="0">
              <a:noAutofit/>
            </a:bodyPr>
            <a:lstStyle/>
            <a:p>
              <a:r>
                <a:rPr lang="en-US" sz="894" b="1" dirty="0">
                  <a:latin typeface="Aptos" panose="020B0004020202020204" pitchFamily="34" charset="0"/>
                </a:rPr>
                <a:t>Options</a:t>
              </a:r>
            </a:p>
          </p:txBody>
        </p:sp>
        <p:sp>
          <p:nvSpPr>
            <p:cNvPr id="43" name="TextBox 42"/>
            <p:cNvSpPr txBox="1"/>
            <p:nvPr/>
          </p:nvSpPr>
          <p:spPr>
            <a:xfrm>
              <a:off x="2122170" y="2764473"/>
              <a:ext cx="631825" cy="565146"/>
            </a:xfrm>
            <a:prstGeom prst="rect">
              <a:avLst/>
            </a:prstGeom>
            <a:noFill/>
          </p:spPr>
          <p:txBody>
            <a:bodyPr wrap="square" lIns="0" tIns="0" rIns="0" bIns="0" rtlCol="0" anchor="ctr" anchorCtr="0">
              <a:noAutofit/>
            </a:bodyPr>
            <a:lstStyle/>
            <a:p>
              <a:r>
                <a:rPr lang="en-US" sz="2600" dirty="0">
                  <a:latin typeface="Aptos" panose="020B0004020202020204" pitchFamily="34" charset="0"/>
                </a:rPr>
                <a:t>02</a:t>
              </a:r>
            </a:p>
          </p:txBody>
        </p:sp>
        <p:sp>
          <p:nvSpPr>
            <p:cNvPr id="44" name="TextBox 43"/>
            <p:cNvSpPr txBox="1"/>
            <p:nvPr/>
          </p:nvSpPr>
          <p:spPr>
            <a:xfrm>
              <a:off x="2122170" y="3226334"/>
              <a:ext cx="901700" cy="241980"/>
            </a:xfrm>
            <a:prstGeom prst="rect">
              <a:avLst/>
            </a:prstGeom>
            <a:noFill/>
          </p:spPr>
          <p:txBody>
            <a:bodyPr wrap="square" lIns="0" tIns="0" rIns="0" bIns="0" rtlCol="0" anchor="ctr" anchorCtr="0">
              <a:noAutofit/>
            </a:bodyPr>
            <a:lstStyle/>
            <a:p>
              <a:r>
                <a:rPr lang="en-US" sz="894" b="1" dirty="0">
                  <a:latin typeface="Aptos" panose="020B0004020202020204" pitchFamily="34" charset="0"/>
                </a:rPr>
                <a:t>Options</a:t>
              </a:r>
            </a:p>
          </p:txBody>
        </p:sp>
        <p:sp>
          <p:nvSpPr>
            <p:cNvPr id="45" name="TextBox 44"/>
            <p:cNvSpPr txBox="1"/>
            <p:nvPr/>
          </p:nvSpPr>
          <p:spPr>
            <a:xfrm>
              <a:off x="2122170" y="3684715"/>
              <a:ext cx="631825" cy="565146"/>
            </a:xfrm>
            <a:prstGeom prst="rect">
              <a:avLst/>
            </a:prstGeom>
            <a:noFill/>
          </p:spPr>
          <p:txBody>
            <a:bodyPr wrap="square" lIns="0" tIns="0" rIns="0" bIns="0" rtlCol="0" anchor="ctr" anchorCtr="0">
              <a:noAutofit/>
            </a:bodyPr>
            <a:lstStyle/>
            <a:p>
              <a:r>
                <a:rPr lang="en-US" sz="2600" dirty="0">
                  <a:latin typeface="Aptos" panose="020B0004020202020204" pitchFamily="34" charset="0"/>
                </a:rPr>
                <a:t>03</a:t>
              </a:r>
            </a:p>
          </p:txBody>
        </p:sp>
        <p:sp>
          <p:nvSpPr>
            <p:cNvPr id="46" name="TextBox 45"/>
            <p:cNvSpPr txBox="1"/>
            <p:nvPr/>
          </p:nvSpPr>
          <p:spPr>
            <a:xfrm>
              <a:off x="2122170" y="4146576"/>
              <a:ext cx="901700" cy="241980"/>
            </a:xfrm>
            <a:prstGeom prst="rect">
              <a:avLst/>
            </a:prstGeom>
            <a:noFill/>
          </p:spPr>
          <p:txBody>
            <a:bodyPr wrap="square" lIns="0" tIns="0" rIns="0" bIns="0" rtlCol="0" anchor="ctr" anchorCtr="0">
              <a:noAutofit/>
            </a:bodyPr>
            <a:lstStyle/>
            <a:p>
              <a:r>
                <a:rPr lang="en-US" sz="894" b="1" dirty="0">
                  <a:latin typeface="Aptos" panose="020B0004020202020204" pitchFamily="34" charset="0"/>
                </a:rPr>
                <a:t>Options</a:t>
              </a:r>
            </a:p>
          </p:txBody>
        </p:sp>
        <p:sp>
          <p:nvSpPr>
            <p:cNvPr id="47" name="TextBox 46"/>
            <p:cNvSpPr txBox="1"/>
            <p:nvPr/>
          </p:nvSpPr>
          <p:spPr>
            <a:xfrm>
              <a:off x="2122170" y="4627055"/>
              <a:ext cx="631825" cy="565146"/>
            </a:xfrm>
            <a:prstGeom prst="rect">
              <a:avLst/>
            </a:prstGeom>
            <a:noFill/>
          </p:spPr>
          <p:txBody>
            <a:bodyPr wrap="square" lIns="0" tIns="0" rIns="0" bIns="0" rtlCol="0" anchor="ctr" anchorCtr="0">
              <a:noAutofit/>
            </a:bodyPr>
            <a:lstStyle/>
            <a:p>
              <a:r>
                <a:rPr lang="en-US" sz="2600" dirty="0">
                  <a:latin typeface="Aptos" panose="020B0004020202020204" pitchFamily="34" charset="0"/>
                </a:rPr>
                <a:t>04</a:t>
              </a:r>
            </a:p>
          </p:txBody>
        </p:sp>
        <p:sp>
          <p:nvSpPr>
            <p:cNvPr id="48" name="TextBox 47"/>
            <p:cNvSpPr txBox="1"/>
            <p:nvPr/>
          </p:nvSpPr>
          <p:spPr>
            <a:xfrm>
              <a:off x="2122170" y="5088916"/>
              <a:ext cx="901700" cy="241980"/>
            </a:xfrm>
            <a:prstGeom prst="rect">
              <a:avLst/>
            </a:prstGeom>
            <a:noFill/>
          </p:spPr>
          <p:txBody>
            <a:bodyPr wrap="square" lIns="0" tIns="0" rIns="0" bIns="0" rtlCol="0" anchor="ctr" anchorCtr="0">
              <a:noAutofit/>
            </a:bodyPr>
            <a:lstStyle/>
            <a:p>
              <a:r>
                <a:rPr lang="en-US" sz="894" b="1" dirty="0">
                  <a:latin typeface="Aptos" panose="020B0004020202020204" pitchFamily="34" charset="0"/>
                </a:rPr>
                <a:t>Options</a:t>
              </a:r>
            </a:p>
          </p:txBody>
        </p:sp>
        <p:sp>
          <p:nvSpPr>
            <p:cNvPr id="49" name="TextBox 48"/>
            <p:cNvSpPr txBox="1"/>
            <p:nvPr/>
          </p:nvSpPr>
          <p:spPr>
            <a:xfrm>
              <a:off x="2122170" y="5564315"/>
              <a:ext cx="631825" cy="565146"/>
            </a:xfrm>
            <a:prstGeom prst="rect">
              <a:avLst/>
            </a:prstGeom>
            <a:noFill/>
          </p:spPr>
          <p:txBody>
            <a:bodyPr wrap="square" lIns="0" tIns="0" rIns="0" bIns="0" rtlCol="0" anchor="ctr" anchorCtr="0">
              <a:noAutofit/>
            </a:bodyPr>
            <a:lstStyle/>
            <a:p>
              <a:r>
                <a:rPr lang="en-US" sz="2600" dirty="0">
                  <a:latin typeface="Aptos" panose="020B0004020202020204" pitchFamily="34" charset="0"/>
                </a:rPr>
                <a:t>05</a:t>
              </a:r>
            </a:p>
          </p:txBody>
        </p:sp>
        <p:sp>
          <p:nvSpPr>
            <p:cNvPr id="50" name="TextBox 49"/>
            <p:cNvSpPr txBox="1"/>
            <p:nvPr/>
          </p:nvSpPr>
          <p:spPr>
            <a:xfrm>
              <a:off x="2122170" y="6026176"/>
              <a:ext cx="901700" cy="241980"/>
            </a:xfrm>
            <a:prstGeom prst="rect">
              <a:avLst/>
            </a:prstGeom>
            <a:noFill/>
          </p:spPr>
          <p:txBody>
            <a:bodyPr wrap="square" lIns="0" tIns="0" rIns="0" bIns="0" rtlCol="0" anchor="ctr" anchorCtr="0">
              <a:noAutofit/>
            </a:bodyPr>
            <a:lstStyle/>
            <a:p>
              <a:r>
                <a:rPr lang="en-US" sz="894" b="1" dirty="0">
                  <a:latin typeface="Aptos" panose="020B0004020202020204" pitchFamily="34" charset="0"/>
                </a:rPr>
                <a:t>Options</a:t>
              </a:r>
            </a:p>
          </p:txBody>
        </p:sp>
        <p:sp>
          <p:nvSpPr>
            <p:cNvPr id="51" name="Half Frame 50"/>
            <p:cNvSpPr/>
            <p:nvPr/>
          </p:nvSpPr>
          <p:spPr>
            <a:xfrm rot="8142470">
              <a:off x="4396820" y="2064446"/>
              <a:ext cx="234950" cy="257369"/>
            </a:xfrm>
            <a:prstGeom prst="halfFrame">
              <a:avLst>
                <a:gd name="adj1" fmla="val 26576"/>
                <a:gd name="adj2" fmla="val 2585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1"/>
                </a:solidFill>
                <a:latin typeface="Aptos" panose="020B0004020202020204" pitchFamily="34" charset="0"/>
              </a:endParaRPr>
            </a:p>
          </p:txBody>
        </p:sp>
        <p:sp>
          <p:nvSpPr>
            <p:cNvPr id="52" name="Rectangle 51"/>
            <p:cNvSpPr/>
            <p:nvPr/>
          </p:nvSpPr>
          <p:spPr>
            <a:xfrm>
              <a:off x="4811821" y="1880251"/>
              <a:ext cx="1945849" cy="615553"/>
            </a:xfrm>
            <a:prstGeom prst="rect">
              <a:avLst/>
            </a:prstGeom>
          </p:spPr>
          <p:txBody>
            <a:bodyPr wrap="square" lIns="0" tIns="0" rIns="0" bIns="0">
              <a:noAutofit/>
            </a:bodyPr>
            <a:lstStyle/>
            <a:p>
              <a:r>
                <a:rPr lang="en-US" sz="800" dirty="0">
                  <a:solidFill>
                    <a:schemeClr val="bg1"/>
                  </a:solidFill>
                  <a:latin typeface="Aptos" panose="020B0004020202020204" pitchFamily="34" charset="0"/>
                </a:rPr>
                <a:t>This is dummy text it is not here to be read. The is just text to show where you could insert text. This is dummy text.</a:t>
              </a:r>
            </a:p>
          </p:txBody>
        </p:sp>
        <p:sp>
          <p:nvSpPr>
            <p:cNvPr id="53" name="Half Frame 52"/>
            <p:cNvSpPr/>
            <p:nvPr/>
          </p:nvSpPr>
          <p:spPr>
            <a:xfrm rot="8142470">
              <a:off x="4396820" y="2986308"/>
              <a:ext cx="234950" cy="257369"/>
            </a:xfrm>
            <a:prstGeom prst="halfFrame">
              <a:avLst>
                <a:gd name="adj1" fmla="val 26576"/>
                <a:gd name="adj2" fmla="val 2585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1"/>
                </a:solidFill>
                <a:latin typeface="Aptos" panose="020B0004020202020204" pitchFamily="34" charset="0"/>
              </a:endParaRPr>
            </a:p>
          </p:txBody>
        </p:sp>
        <p:sp>
          <p:nvSpPr>
            <p:cNvPr id="54" name="Rectangle 53"/>
            <p:cNvSpPr/>
            <p:nvPr/>
          </p:nvSpPr>
          <p:spPr>
            <a:xfrm>
              <a:off x="4811821" y="2802113"/>
              <a:ext cx="1945849" cy="615553"/>
            </a:xfrm>
            <a:prstGeom prst="rect">
              <a:avLst/>
            </a:prstGeom>
          </p:spPr>
          <p:txBody>
            <a:bodyPr wrap="square" lIns="0" tIns="0" rIns="0" bIns="0">
              <a:noAutofit/>
            </a:bodyPr>
            <a:lstStyle/>
            <a:p>
              <a:r>
                <a:rPr lang="en-US" sz="813" dirty="0">
                  <a:solidFill>
                    <a:schemeClr val="bg1"/>
                  </a:solidFill>
                  <a:latin typeface="Aptos" panose="020B0004020202020204" pitchFamily="34" charset="0"/>
                </a:rPr>
                <a:t>This is dummy text it is not here to be read. The is just text to show where you could insert text. This is dummy text.</a:t>
              </a:r>
            </a:p>
          </p:txBody>
        </p:sp>
        <p:sp>
          <p:nvSpPr>
            <p:cNvPr id="55" name="Half Frame 54"/>
            <p:cNvSpPr/>
            <p:nvPr/>
          </p:nvSpPr>
          <p:spPr>
            <a:xfrm rot="8142470">
              <a:off x="4396820" y="3908169"/>
              <a:ext cx="234950" cy="257369"/>
            </a:xfrm>
            <a:prstGeom prst="halfFrame">
              <a:avLst>
                <a:gd name="adj1" fmla="val 26576"/>
                <a:gd name="adj2" fmla="val 2585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1"/>
                </a:solidFill>
                <a:latin typeface="Aptos" panose="020B0004020202020204" pitchFamily="34" charset="0"/>
              </a:endParaRPr>
            </a:p>
          </p:txBody>
        </p:sp>
        <p:sp>
          <p:nvSpPr>
            <p:cNvPr id="56" name="Rectangle 55"/>
            <p:cNvSpPr/>
            <p:nvPr/>
          </p:nvSpPr>
          <p:spPr>
            <a:xfrm>
              <a:off x="4811821" y="3737037"/>
              <a:ext cx="1945849" cy="615553"/>
            </a:xfrm>
            <a:prstGeom prst="rect">
              <a:avLst/>
            </a:prstGeom>
          </p:spPr>
          <p:txBody>
            <a:bodyPr wrap="square" lIns="0" tIns="0" rIns="0" bIns="0">
              <a:noAutofit/>
            </a:bodyPr>
            <a:lstStyle/>
            <a:p>
              <a:r>
                <a:rPr lang="en-US" sz="813" dirty="0">
                  <a:solidFill>
                    <a:schemeClr val="bg1"/>
                  </a:solidFill>
                  <a:latin typeface="Aptos" panose="020B0004020202020204" pitchFamily="34" charset="0"/>
                </a:rPr>
                <a:t>This is dummy text it is not here to be read. The is just text to show where you could insert text. This is dummy text.</a:t>
              </a:r>
            </a:p>
          </p:txBody>
        </p:sp>
        <p:sp>
          <p:nvSpPr>
            <p:cNvPr id="57" name="Half Frame 56"/>
            <p:cNvSpPr/>
            <p:nvPr/>
          </p:nvSpPr>
          <p:spPr>
            <a:xfrm rot="8142470">
              <a:off x="4396820" y="4852890"/>
              <a:ext cx="234950" cy="257369"/>
            </a:xfrm>
            <a:prstGeom prst="halfFrame">
              <a:avLst>
                <a:gd name="adj1" fmla="val 26576"/>
                <a:gd name="adj2" fmla="val 2585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1"/>
                </a:solidFill>
                <a:latin typeface="Aptos" panose="020B0004020202020204" pitchFamily="34" charset="0"/>
              </a:endParaRPr>
            </a:p>
          </p:txBody>
        </p:sp>
        <p:sp>
          <p:nvSpPr>
            <p:cNvPr id="58" name="Rectangle 57"/>
            <p:cNvSpPr/>
            <p:nvPr/>
          </p:nvSpPr>
          <p:spPr>
            <a:xfrm>
              <a:off x="4811821" y="4655632"/>
              <a:ext cx="1945849" cy="615553"/>
            </a:xfrm>
            <a:prstGeom prst="rect">
              <a:avLst/>
            </a:prstGeom>
          </p:spPr>
          <p:txBody>
            <a:bodyPr wrap="square" lIns="0" tIns="0" rIns="0" bIns="0">
              <a:noAutofit/>
            </a:bodyPr>
            <a:lstStyle/>
            <a:p>
              <a:r>
                <a:rPr lang="en-US" sz="813" dirty="0">
                  <a:solidFill>
                    <a:schemeClr val="bg1"/>
                  </a:solidFill>
                  <a:latin typeface="Aptos" panose="020B0004020202020204" pitchFamily="34" charset="0"/>
                </a:rPr>
                <a:t>This is dummy text it is not here to be read. The is just text to show where you could insert text. This is dummy text.</a:t>
              </a:r>
            </a:p>
          </p:txBody>
        </p:sp>
        <p:sp>
          <p:nvSpPr>
            <p:cNvPr id="59" name="Half Frame 58"/>
            <p:cNvSpPr/>
            <p:nvPr/>
          </p:nvSpPr>
          <p:spPr>
            <a:xfrm rot="8142470">
              <a:off x="4396820" y="5786182"/>
              <a:ext cx="234950" cy="257369"/>
            </a:xfrm>
            <a:prstGeom prst="halfFrame">
              <a:avLst>
                <a:gd name="adj1" fmla="val 26576"/>
                <a:gd name="adj2" fmla="val 2585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1"/>
                </a:solidFill>
                <a:latin typeface="Aptos" panose="020B0004020202020204" pitchFamily="34" charset="0"/>
              </a:endParaRPr>
            </a:p>
          </p:txBody>
        </p:sp>
        <p:sp>
          <p:nvSpPr>
            <p:cNvPr id="60" name="Rectangle 59"/>
            <p:cNvSpPr/>
            <p:nvPr/>
          </p:nvSpPr>
          <p:spPr>
            <a:xfrm>
              <a:off x="4811821" y="5601987"/>
              <a:ext cx="1945849" cy="615553"/>
            </a:xfrm>
            <a:prstGeom prst="rect">
              <a:avLst/>
            </a:prstGeom>
          </p:spPr>
          <p:txBody>
            <a:bodyPr wrap="square" lIns="0" tIns="0" rIns="0" bIns="0">
              <a:noAutofit/>
            </a:bodyPr>
            <a:lstStyle/>
            <a:p>
              <a:r>
                <a:rPr lang="en-US" sz="813" dirty="0">
                  <a:latin typeface="Aptos" panose="020B0004020202020204" pitchFamily="34" charset="0"/>
                </a:rPr>
                <a:t>This is dummy text it is not here to be read. The is just text to show where you could insert text. This is dummy text.</a:t>
              </a:r>
            </a:p>
          </p:txBody>
        </p:sp>
      </p:grpSp>
    </p:spTree>
    <p:extLst>
      <p:ext uri="{BB962C8B-B14F-4D97-AF65-F5344CB8AC3E}">
        <p14:creationId xmlns:p14="http://schemas.microsoft.com/office/powerpoint/2010/main" val="2421040303"/>
      </p:ext>
    </p:extLst>
  </p:cSld>
  <p:clrMapOvr>
    <a:masterClrMapping/>
  </p:clrMapOvr>
  <p:transition>
    <p:fade/>
  </p:transition>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Ribbons bouncing</a:t>
            </a:r>
            <a:endParaRPr lang="en-US" dirty="0"/>
          </a:p>
        </p:txBody>
      </p:sp>
      <p:sp>
        <p:nvSpPr>
          <p:cNvPr id="371719" name="Title 1"/>
          <p:cNvSpPr>
            <a:spLocks noGrp="1"/>
          </p:cNvSpPr>
          <p:nvPr>
            <p:ph type="title"/>
          </p:nvPr>
        </p:nvSpPr>
        <p:spPr/>
        <p:txBody>
          <a:bodyPr/>
          <a:lstStyle/>
          <a:p>
            <a:r>
              <a:rPr lang="en-US" altLang="ja-JP"/>
              <a:t>Ranking elements</a:t>
            </a:r>
            <a:endParaRPr lang="en-US" dirty="0"/>
          </a:p>
        </p:txBody>
      </p:sp>
      <p:sp>
        <p:nvSpPr>
          <p:cNvPr id="61" name="Freeform 60"/>
          <p:cNvSpPr/>
          <p:nvPr/>
        </p:nvSpPr>
        <p:spPr>
          <a:xfrm>
            <a:off x="3080856" y="2239031"/>
            <a:ext cx="922496" cy="1523048"/>
          </a:xfrm>
          <a:custGeom>
            <a:avLst/>
            <a:gdLst>
              <a:gd name="connsiteX0" fmla="*/ 403860 w 1135380"/>
              <a:gd name="connsiteY0" fmla="*/ 0 h 1790700"/>
              <a:gd name="connsiteX1" fmla="*/ 403860 w 1135380"/>
              <a:gd name="connsiteY1" fmla="*/ 0 h 1790700"/>
              <a:gd name="connsiteX2" fmla="*/ 0 w 1135380"/>
              <a:gd name="connsiteY2" fmla="*/ 1744980 h 1790700"/>
              <a:gd name="connsiteX3" fmla="*/ 777240 w 1135380"/>
              <a:gd name="connsiteY3" fmla="*/ 1790700 h 1790700"/>
              <a:gd name="connsiteX4" fmla="*/ 1135380 w 1135380"/>
              <a:gd name="connsiteY4" fmla="*/ 15240 h 1790700"/>
              <a:gd name="connsiteX5" fmla="*/ 403860 w 1135380"/>
              <a:gd name="connsiteY5" fmla="*/ 0 h 1790700"/>
              <a:gd name="connsiteX0" fmla="*/ 403860 w 1135380"/>
              <a:gd name="connsiteY0" fmla="*/ 0 h 1874520"/>
              <a:gd name="connsiteX1" fmla="*/ 403860 w 1135380"/>
              <a:gd name="connsiteY1" fmla="*/ 0 h 1874520"/>
              <a:gd name="connsiteX2" fmla="*/ 0 w 1135380"/>
              <a:gd name="connsiteY2" fmla="*/ 1744980 h 1874520"/>
              <a:gd name="connsiteX3" fmla="*/ 670560 w 1135380"/>
              <a:gd name="connsiteY3" fmla="*/ 1874520 h 1874520"/>
              <a:gd name="connsiteX4" fmla="*/ 1135380 w 1135380"/>
              <a:gd name="connsiteY4" fmla="*/ 15240 h 1874520"/>
              <a:gd name="connsiteX5" fmla="*/ 403860 w 1135380"/>
              <a:gd name="connsiteY5" fmla="*/ 0 h 1874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5380" h="1874520">
                <a:moveTo>
                  <a:pt x="403860" y="0"/>
                </a:moveTo>
                <a:lnTo>
                  <a:pt x="403860" y="0"/>
                </a:lnTo>
                <a:lnTo>
                  <a:pt x="0" y="1744980"/>
                </a:lnTo>
                <a:lnTo>
                  <a:pt x="670560" y="1874520"/>
                </a:lnTo>
                <a:lnTo>
                  <a:pt x="1135380" y="15240"/>
                </a:lnTo>
                <a:lnTo>
                  <a:pt x="403860" y="0"/>
                </a:lnTo>
                <a:close/>
              </a:path>
            </a:pathLst>
          </a:cu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62" name="Freeform 61"/>
          <p:cNvSpPr/>
          <p:nvPr/>
        </p:nvSpPr>
        <p:spPr>
          <a:xfrm>
            <a:off x="2992116" y="2780764"/>
            <a:ext cx="635377" cy="985182"/>
          </a:xfrm>
          <a:custGeom>
            <a:avLst/>
            <a:gdLst>
              <a:gd name="connsiteX0" fmla="*/ 266700 w 731520"/>
              <a:gd name="connsiteY0" fmla="*/ 0 h 1196340"/>
              <a:gd name="connsiteX1" fmla="*/ 731520 w 731520"/>
              <a:gd name="connsiteY1" fmla="*/ 1196340 h 1196340"/>
              <a:gd name="connsiteX2" fmla="*/ 0 w 731520"/>
              <a:gd name="connsiteY2" fmla="*/ 1196340 h 1196340"/>
              <a:gd name="connsiteX3" fmla="*/ 266700 w 731520"/>
              <a:gd name="connsiteY3" fmla="*/ 0 h 1196340"/>
              <a:gd name="connsiteX0" fmla="*/ 266700 w 739140"/>
              <a:gd name="connsiteY0" fmla="*/ 0 h 1226820"/>
              <a:gd name="connsiteX1" fmla="*/ 739140 w 739140"/>
              <a:gd name="connsiteY1" fmla="*/ 1226820 h 1226820"/>
              <a:gd name="connsiteX2" fmla="*/ 0 w 739140"/>
              <a:gd name="connsiteY2" fmla="*/ 1196340 h 1226820"/>
              <a:gd name="connsiteX3" fmla="*/ 266700 w 739140"/>
              <a:gd name="connsiteY3" fmla="*/ 0 h 1226820"/>
              <a:gd name="connsiteX0" fmla="*/ 266700 w 753428"/>
              <a:gd name="connsiteY0" fmla="*/ 0 h 1241107"/>
              <a:gd name="connsiteX1" fmla="*/ 753428 w 753428"/>
              <a:gd name="connsiteY1" fmla="*/ 1241107 h 1241107"/>
              <a:gd name="connsiteX2" fmla="*/ 0 w 753428"/>
              <a:gd name="connsiteY2" fmla="*/ 1196340 h 1241107"/>
              <a:gd name="connsiteX3" fmla="*/ 266700 w 753428"/>
              <a:gd name="connsiteY3" fmla="*/ 0 h 1241107"/>
              <a:gd name="connsiteX0" fmla="*/ 266700 w 758190"/>
              <a:gd name="connsiteY0" fmla="*/ 0 h 1226819"/>
              <a:gd name="connsiteX1" fmla="*/ 758190 w 758190"/>
              <a:gd name="connsiteY1" fmla="*/ 1226819 h 1226819"/>
              <a:gd name="connsiteX2" fmla="*/ 0 w 758190"/>
              <a:gd name="connsiteY2" fmla="*/ 1196340 h 1226819"/>
              <a:gd name="connsiteX3" fmla="*/ 266700 w 758190"/>
              <a:gd name="connsiteY3" fmla="*/ 0 h 1226819"/>
              <a:gd name="connsiteX0" fmla="*/ 278607 w 758190"/>
              <a:gd name="connsiteY0" fmla="*/ 0 h 1212532"/>
              <a:gd name="connsiteX1" fmla="*/ 758190 w 758190"/>
              <a:gd name="connsiteY1" fmla="*/ 1212532 h 1212532"/>
              <a:gd name="connsiteX2" fmla="*/ 0 w 758190"/>
              <a:gd name="connsiteY2" fmla="*/ 1182053 h 1212532"/>
              <a:gd name="connsiteX3" fmla="*/ 278607 w 758190"/>
              <a:gd name="connsiteY3" fmla="*/ 0 h 1212532"/>
              <a:gd name="connsiteX0" fmla="*/ 302420 w 782003"/>
              <a:gd name="connsiteY0" fmla="*/ 0 h 1212532"/>
              <a:gd name="connsiteX1" fmla="*/ 782003 w 782003"/>
              <a:gd name="connsiteY1" fmla="*/ 1212532 h 1212532"/>
              <a:gd name="connsiteX2" fmla="*/ 0 w 782003"/>
              <a:gd name="connsiteY2" fmla="*/ 1184434 h 1212532"/>
              <a:gd name="connsiteX3" fmla="*/ 302420 w 782003"/>
              <a:gd name="connsiteY3" fmla="*/ 0 h 1212532"/>
            </a:gdLst>
            <a:ahLst/>
            <a:cxnLst>
              <a:cxn ang="0">
                <a:pos x="connsiteX0" y="connsiteY0"/>
              </a:cxn>
              <a:cxn ang="0">
                <a:pos x="connsiteX1" y="connsiteY1"/>
              </a:cxn>
              <a:cxn ang="0">
                <a:pos x="connsiteX2" y="connsiteY2"/>
              </a:cxn>
              <a:cxn ang="0">
                <a:pos x="connsiteX3" y="connsiteY3"/>
              </a:cxn>
            </a:cxnLst>
            <a:rect l="l" t="t" r="r" b="b"/>
            <a:pathLst>
              <a:path w="782003" h="1212532">
                <a:moveTo>
                  <a:pt x="302420" y="0"/>
                </a:moveTo>
                <a:lnTo>
                  <a:pt x="782003" y="1212532"/>
                </a:lnTo>
                <a:lnTo>
                  <a:pt x="0" y="1184434"/>
                </a:lnTo>
                <a:lnTo>
                  <a:pt x="302420" y="0"/>
                </a:lnTo>
                <a:close/>
              </a:path>
            </a:pathLst>
          </a:custGeom>
          <a:solidFill>
            <a:schemeClr val="accent3">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63" name="Freeform 62"/>
          <p:cNvSpPr/>
          <p:nvPr/>
        </p:nvSpPr>
        <p:spPr>
          <a:xfrm>
            <a:off x="2315463" y="2770317"/>
            <a:ext cx="922496" cy="1523048"/>
          </a:xfrm>
          <a:custGeom>
            <a:avLst/>
            <a:gdLst>
              <a:gd name="connsiteX0" fmla="*/ 403860 w 1135380"/>
              <a:gd name="connsiteY0" fmla="*/ 0 h 1790700"/>
              <a:gd name="connsiteX1" fmla="*/ 403860 w 1135380"/>
              <a:gd name="connsiteY1" fmla="*/ 0 h 1790700"/>
              <a:gd name="connsiteX2" fmla="*/ 0 w 1135380"/>
              <a:gd name="connsiteY2" fmla="*/ 1744980 h 1790700"/>
              <a:gd name="connsiteX3" fmla="*/ 777240 w 1135380"/>
              <a:gd name="connsiteY3" fmla="*/ 1790700 h 1790700"/>
              <a:gd name="connsiteX4" fmla="*/ 1135380 w 1135380"/>
              <a:gd name="connsiteY4" fmla="*/ 15240 h 1790700"/>
              <a:gd name="connsiteX5" fmla="*/ 403860 w 1135380"/>
              <a:gd name="connsiteY5" fmla="*/ 0 h 1790700"/>
              <a:gd name="connsiteX0" fmla="*/ 403860 w 1135380"/>
              <a:gd name="connsiteY0" fmla="*/ 0 h 1874520"/>
              <a:gd name="connsiteX1" fmla="*/ 403860 w 1135380"/>
              <a:gd name="connsiteY1" fmla="*/ 0 h 1874520"/>
              <a:gd name="connsiteX2" fmla="*/ 0 w 1135380"/>
              <a:gd name="connsiteY2" fmla="*/ 1744980 h 1874520"/>
              <a:gd name="connsiteX3" fmla="*/ 670560 w 1135380"/>
              <a:gd name="connsiteY3" fmla="*/ 1874520 h 1874520"/>
              <a:gd name="connsiteX4" fmla="*/ 1135380 w 1135380"/>
              <a:gd name="connsiteY4" fmla="*/ 15240 h 1874520"/>
              <a:gd name="connsiteX5" fmla="*/ 403860 w 1135380"/>
              <a:gd name="connsiteY5" fmla="*/ 0 h 1874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5380" h="1874520">
                <a:moveTo>
                  <a:pt x="403860" y="0"/>
                </a:moveTo>
                <a:lnTo>
                  <a:pt x="403860" y="0"/>
                </a:lnTo>
                <a:lnTo>
                  <a:pt x="0" y="1744980"/>
                </a:lnTo>
                <a:lnTo>
                  <a:pt x="670560" y="1874520"/>
                </a:lnTo>
                <a:lnTo>
                  <a:pt x="1135380" y="15240"/>
                </a:lnTo>
                <a:lnTo>
                  <a:pt x="403860" y="0"/>
                </a:ln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64" name="Freeform 63"/>
          <p:cNvSpPr/>
          <p:nvPr/>
        </p:nvSpPr>
        <p:spPr>
          <a:xfrm>
            <a:off x="2224401" y="3309344"/>
            <a:ext cx="635377" cy="985182"/>
          </a:xfrm>
          <a:custGeom>
            <a:avLst/>
            <a:gdLst>
              <a:gd name="connsiteX0" fmla="*/ 266700 w 731520"/>
              <a:gd name="connsiteY0" fmla="*/ 0 h 1196340"/>
              <a:gd name="connsiteX1" fmla="*/ 731520 w 731520"/>
              <a:gd name="connsiteY1" fmla="*/ 1196340 h 1196340"/>
              <a:gd name="connsiteX2" fmla="*/ 0 w 731520"/>
              <a:gd name="connsiteY2" fmla="*/ 1196340 h 1196340"/>
              <a:gd name="connsiteX3" fmla="*/ 266700 w 731520"/>
              <a:gd name="connsiteY3" fmla="*/ 0 h 1196340"/>
              <a:gd name="connsiteX0" fmla="*/ 266700 w 739140"/>
              <a:gd name="connsiteY0" fmla="*/ 0 h 1226820"/>
              <a:gd name="connsiteX1" fmla="*/ 739140 w 739140"/>
              <a:gd name="connsiteY1" fmla="*/ 1226820 h 1226820"/>
              <a:gd name="connsiteX2" fmla="*/ 0 w 739140"/>
              <a:gd name="connsiteY2" fmla="*/ 1196340 h 1226820"/>
              <a:gd name="connsiteX3" fmla="*/ 266700 w 739140"/>
              <a:gd name="connsiteY3" fmla="*/ 0 h 1226820"/>
              <a:gd name="connsiteX0" fmla="*/ 266700 w 753428"/>
              <a:gd name="connsiteY0" fmla="*/ 0 h 1241107"/>
              <a:gd name="connsiteX1" fmla="*/ 753428 w 753428"/>
              <a:gd name="connsiteY1" fmla="*/ 1241107 h 1241107"/>
              <a:gd name="connsiteX2" fmla="*/ 0 w 753428"/>
              <a:gd name="connsiteY2" fmla="*/ 1196340 h 1241107"/>
              <a:gd name="connsiteX3" fmla="*/ 266700 w 753428"/>
              <a:gd name="connsiteY3" fmla="*/ 0 h 1241107"/>
              <a:gd name="connsiteX0" fmla="*/ 266700 w 758190"/>
              <a:gd name="connsiteY0" fmla="*/ 0 h 1226819"/>
              <a:gd name="connsiteX1" fmla="*/ 758190 w 758190"/>
              <a:gd name="connsiteY1" fmla="*/ 1226819 h 1226819"/>
              <a:gd name="connsiteX2" fmla="*/ 0 w 758190"/>
              <a:gd name="connsiteY2" fmla="*/ 1196340 h 1226819"/>
              <a:gd name="connsiteX3" fmla="*/ 266700 w 758190"/>
              <a:gd name="connsiteY3" fmla="*/ 0 h 1226819"/>
              <a:gd name="connsiteX0" fmla="*/ 278607 w 758190"/>
              <a:gd name="connsiteY0" fmla="*/ 0 h 1212532"/>
              <a:gd name="connsiteX1" fmla="*/ 758190 w 758190"/>
              <a:gd name="connsiteY1" fmla="*/ 1212532 h 1212532"/>
              <a:gd name="connsiteX2" fmla="*/ 0 w 758190"/>
              <a:gd name="connsiteY2" fmla="*/ 1182053 h 1212532"/>
              <a:gd name="connsiteX3" fmla="*/ 278607 w 758190"/>
              <a:gd name="connsiteY3" fmla="*/ 0 h 1212532"/>
              <a:gd name="connsiteX0" fmla="*/ 302420 w 782003"/>
              <a:gd name="connsiteY0" fmla="*/ 0 h 1212532"/>
              <a:gd name="connsiteX1" fmla="*/ 782003 w 782003"/>
              <a:gd name="connsiteY1" fmla="*/ 1212532 h 1212532"/>
              <a:gd name="connsiteX2" fmla="*/ 0 w 782003"/>
              <a:gd name="connsiteY2" fmla="*/ 1184434 h 1212532"/>
              <a:gd name="connsiteX3" fmla="*/ 302420 w 782003"/>
              <a:gd name="connsiteY3" fmla="*/ 0 h 1212532"/>
            </a:gdLst>
            <a:ahLst/>
            <a:cxnLst>
              <a:cxn ang="0">
                <a:pos x="connsiteX0" y="connsiteY0"/>
              </a:cxn>
              <a:cxn ang="0">
                <a:pos x="connsiteX1" y="connsiteY1"/>
              </a:cxn>
              <a:cxn ang="0">
                <a:pos x="connsiteX2" y="connsiteY2"/>
              </a:cxn>
              <a:cxn ang="0">
                <a:pos x="connsiteX3" y="connsiteY3"/>
              </a:cxn>
            </a:cxnLst>
            <a:rect l="l" t="t" r="r" b="b"/>
            <a:pathLst>
              <a:path w="782003" h="1212532">
                <a:moveTo>
                  <a:pt x="302420" y="0"/>
                </a:moveTo>
                <a:lnTo>
                  <a:pt x="782003" y="1212532"/>
                </a:lnTo>
                <a:lnTo>
                  <a:pt x="0" y="1184434"/>
                </a:lnTo>
                <a:lnTo>
                  <a:pt x="302420" y="0"/>
                </a:lnTo>
                <a:close/>
              </a:path>
            </a:pathLst>
          </a:cu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65" name="Freeform 64"/>
          <p:cNvSpPr/>
          <p:nvPr/>
        </p:nvSpPr>
        <p:spPr>
          <a:xfrm>
            <a:off x="1542072" y="3297737"/>
            <a:ext cx="922496" cy="1523048"/>
          </a:xfrm>
          <a:custGeom>
            <a:avLst/>
            <a:gdLst>
              <a:gd name="connsiteX0" fmla="*/ 403860 w 1135380"/>
              <a:gd name="connsiteY0" fmla="*/ 0 h 1790700"/>
              <a:gd name="connsiteX1" fmla="*/ 403860 w 1135380"/>
              <a:gd name="connsiteY1" fmla="*/ 0 h 1790700"/>
              <a:gd name="connsiteX2" fmla="*/ 0 w 1135380"/>
              <a:gd name="connsiteY2" fmla="*/ 1744980 h 1790700"/>
              <a:gd name="connsiteX3" fmla="*/ 777240 w 1135380"/>
              <a:gd name="connsiteY3" fmla="*/ 1790700 h 1790700"/>
              <a:gd name="connsiteX4" fmla="*/ 1135380 w 1135380"/>
              <a:gd name="connsiteY4" fmla="*/ 15240 h 1790700"/>
              <a:gd name="connsiteX5" fmla="*/ 403860 w 1135380"/>
              <a:gd name="connsiteY5" fmla="*/ 0 h 1790700"/>
              <a:gd name="connsiteX0" fmla="*/ 403860 w 1135380"/>
              <a:gd name="connsiteY0" fmla="*/ 0 h 1874520"/>
              <a:gd name="connsiteX1" fmla="*/ 403860 w 1135380"/>
              <a:gd name="connsiteY1" fmla="*/ 0 h 1874520"/>
              <a:gd name="connsiteX2" fmla="*/ 0 w 1135380"/>
              <a:gd name="connsiteY2" fmla="*/ 1744980 h 1874520"/>
              <a:gd name="connsiteX3" fmla="*/ 670560 w 1135380"/>
              <a:gd name="connsiteY3" fmla="*/ 1874520 h 1874520"/>
              <a:gd name="connsiteX4" fmla="*/ 1135380 w 1135380"/>
              <a:gd name="connsiteY4" fmla="*/ 15240 h 1874520"/>
              <a:gd name="connsiteX5" fmla="*/ 403860 w 1135380"/>
              <a:gd name="connsiteY5" fmla="*/ 0 h 1874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5380" h="1874520">
                <a:moveTo>
                  <a:pt x="403860" y="0"/>
                </a:moveTo>
                <a:lnTo>
                  <a:pt x="403860" y="0"/>
                </a:lnTo>
                <a:lnTo>
                  <a:pt x="0" y="1744980"/>
                </a:lnTo>
                <a:lnTo>
                  <a:pt x="670560" y="1874520"/>
                </a:lnTo>
                <a:lnTo>
                  <a:pt x="1135380" y="15240"/>
                </a:lnTo>
                <a:lnTo>
                  <a:pt x="403860" y="0"/>
                </a:lnTo>
                <a:close/>
              </a:path>
            </a:pathLst>
          </a:custGeom>
          <a:solidFill>
            <a:schemeClr val="accent6">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66" name="Freeform 65"/>
          <p:cNvSpPr/>
          <p:nvPr/>
        </p:nvSpPr>
        <p:spPr>
          <a:xfrm>
            <a:off x="1457457" y="3841404"/>
            <a:ext cx="635377" cy="985182"/>
          </a:xfrm>
          <a:custGeom>
            <a:avLst/>
            <a:gdLst>
              <a:gd name="connsiteX0" fmla="*/ 266700 w 731520"/>
              <a:gd name="connsiteY0" fmla="*/ 0 h 1196340"/>
              <a:gd name="connsiteX1" fmla="*/ 731520 w 731520"/>
              <a:gd name="connsiteY1" fmla="*/ 1196340 h 1196340"/>
              <a:gd name="connsiteX2" fmla="*/ 0 w 731520"/>
              <a:gd name="connsiteY2" fmla="*/ 1196340 h 1196340"/>
              <a:gd name="connsiteX3" fmla="*/ 266700 w 731520"/>
              <a:gd name="connsiteY3" fmla="*/ 0 h 1196340"/>
              <a:gd name="connsiteX0" fmla="*/ 266700 w 739140"/>
              <a:gd name="connsiteY0" fmla="*/ 0 h 1226820"/>
              <a:gd name="connsiteX1" fmla="*/ 739140 w 739140"/>
              <a:gd name="connsiteY1" fmla="*/ 1226820 h 1226820"/>
              <a:gd name="connsiteX2" fmla="*/ 0 w 739140"/>
              <a:gd name="connsiteY2" fmla="*/ 1196340 h 1226820"/>
              <a:gd name="connsiteX3" fmla="*/ 266700 w 739140"/>
              <a:gd name="connsiteY3" fmla="*/ 0 h 1226820"/>
              <a:gd name="connsiteX0" fmla="*/ 266700 w 753428"/>
              <a:gd name="connsiteY0" fmla="*/ 0 h 1241107"/>
              <a:gd name="connsiteX1" fmla="*/ 753428 w 753428"/>
              <a:gd name="connsiteY1" fmla="*/ 1241107 h 1241107"/>
              <a:gd name="connsiteX2" fmla="*/ 0 w 753428"/>
              <a:gd name="connsiteY2" fmla="*/ 1196340 h 1241107"/>
              <a:gd name="connsiteX3" fmla="*/ 266700 w 753428"/>
              <a:gd name="connsiteY3" fmla="*/ 0 h 1241107"/>
              <a:gd name="connsiteX0" fmla="*/ 266700 w 758190"/>
              <a:gd name="connsiteY0" fmla="*/ 0 h 1226819"/>
              <a:gd name="connsiteX1" fmla="*/ 758190 w 758190"/>
              <a:gd name="connsiteY1" fmla="*/ 1226819 h 1226819"/>
              <a:gd name="connsiteX2" fmla="*/ 0 w 758190"/>
              <a:gd name="connsiteY2" fmla="*/ 1196340 h 1226819"/>
              <a:gd name="connsiteX3" fmla="*/ 266700 w 758190"/>
              <a:gd name="connsiteY3" fmla="*/ 0 h 1226819"/>
              <a:gd name="connsiteX0" fmla="*/ 278607 w 758190"/>
              <a:gd name="connsiteY0" fmla="*/ 0 h 1212532"/>
              <a:gd name="connsiteX1" fmla="*/ 758190 w 758190"/>
              <a:gd name="connsiteY1" fmla="*/ 1212532 h 1212532"/>
              <a:gd name="connsiteX2" fmla="*/ 0 w 758190"/>
              <a:gd name="connsiteY2" fmla="*/ 1182053 h 1212532"/>
              <a:gd name="connsiteX3" fmla="*/ 278607 w 758190"/>
              <a:gd name="connsiteY3" fmla="*/ 0 h 1212532"/>
              <a:gd name="connsiteX0" fmla="*/ 302420 w 782003"/>
              <a:gd name="connsiteY0" fmla="*/ 0 h 1212532"/>
              <a:gd name="connsiteX1" fmla="*/ 782003 w 782003"/>
              <a:gd name="connsiteY1" fmla="*/ 1212532 h 1212532"/>
              <a:gd name="connsiteX2" fmla="*/ 0 w 782003"/>
              <a:gd name="connsiteY2" fmla="*/ 1184434 h 1212532"/>
              <a:gd name="connsiteX3" fmla="*/ 302420 w 782003"/>
              <a:gd name="connsiteY3" fmla="*/ 0 h 1212532"/>
            </a:gdLst>
            <a:ahLst/>
            <a:cxnLst>
              <a:cxn ang="0">
                <a:pos x="connsiteX0" y="connsiteY0"/>
              </a:cxn>
              <a:cxn ang="0">
                <a:pos x="connsiteX1" y="connsiteY1"/>
              </a:cxn>
              <a:cxn ang="0">
                <a:pos x="connsiteX2" y="connsiteY2"/>
              </a:cxn>
              <a:cxn ang="0">
                <a:pos x="connsiteX3" y="connsiteY3"/>
              </a:cxn>
            </a:cxnLst>
            <a:rect l="l" t="t" r="r" b="b"/>
            <a:pathLst>
              <a:path w="782003" h="1212532">
                <a:moveTo>
                  <a:pt x="302420" y="0"/>
                </a:moveTo>
                <a:lnTo>
                  <a:pt x="782003" y="1212532"/>
                </a:lnTo>
                <a:lnTo>
                  <a:pt x="0" y="1184434"/>
                </a:lnTo>
                <a:lnTo>
                  <a:pt x="302420" y="0"/>
                </a:lnTo>
                <a:close/>
              </a:path>
            </a:pathLst>
          </a:custGeom>
          <a:solidFill>
            <a:schemeClr val="accent1">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67" name="Freeform 66"/>
          <p:cNvSpPr/>
          <p:nvPr/>
        </p:nvSpPr>
        <p:spPr>
          <a:xfrm>
            <a:off x="782612" y="3829407"/>
            <a:ext cx="922496" cy="1454944"/>
          </a:xfrm>
          <a:custGeom>
            <a:avLst/>
            <a:gdLst>
              <a:gd name="connsiteX0" fmla="*/ 403860 w 1135380"/>
              <a:gd name="connsiteY0" fmla="*/ 0 h 1790700"/>
              <a:gd name="connsiteX1" fmla="*/ 403860 w 1135380"/>
              <a:gd name="connsiteY1" fmla="*/ 0 h 1790700"/>
              <a:gd name="connsiteX2" fmla="*/ 0 w 1135380"/>
              <a:gd name="connsiteY2" fmla="*/ 1744980 h 1790700"/>
              <a:gd name="connsiteX3" fmla="*/ 777240 w 1135380"/>
              <a:gd name="connsiteY3" fmla="*/ 1790700 h 1790700"/>
              <a:gd name="connsiteX4" fmla="*/ 1135380 w 1135380"/>
              <a:gd name="connsiteY4" fmla="*/ 15240 h 1790700"/>
              <a:gd name="connsiteX5" fmla="*/ 403860 w 1135380"/>
              <a:gd name="connsiteY5" fmla="*/ 0 h 179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5380" h="1790700">
                <a:moveTo>
                  <a:pt x="403860" y="0"/>
                </a:moveTo>
                <a:lnTo>
                  <a:pt x="403860" y="0"/>
                </a:lnTo>
                <a:lnTo>
                  <a:pt x="0" y="1744980"/>
                </a:lnTo>
                <a:lnTo>
                  <a:pt x="777240" y="1790700"/>
                </a:lnTo>
                <a:lnTo>
                  <a:pt x="1135380" y="15240"/>
                </a:lnTo>
                <a:lnTo>
                  <a:pt x="403860" y="0"/>
                </a:ln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71" name="Rectangle 70"/>
          <p:cNvSpPr/>
          <p:nvPr/>
        </p:nvSpPr>
        <p:spPr>
          <a:xfrm>
            <a:off x="2129440" y="5022763"/>
            <a:ext cx="1902834" cy="492443"/>
          </a:xfrm>
          <a:prstGeom prst="rect">
            <a:avLst/>
          </a:prstGeom>
        </p:spPr>
        <p:txBody>
          <a:bodyPr wrap="square" lIns="0" tIns="0" rIns="0" bIns="0">
            <a:spAutoFit/>
          </a:bodyPr>
          <a:lstStyle/>
          <a:p>
            <a:pPr>
              <a:spcAft>
                <a:spcPts val="488"/>
              </a:spcAft>
            </a:pPr>
            <a:r>
              <a:rPr lang="en-US" sz="800" b="1" dirty="0" err="1">
                <a:solidFill>
                  <a:srgbClr val="53565A"/>
                </a:solidFill>
                <a:latin typeface="Aptos" panose="020B0004020202020204" pitchFamily="34" charset="0"/>
              </a:rPr>
              <a:t>Lorem</a:t>
            </a:r>
            <a:r>
              <a:rPr lang="en-US" sz="800" b="1" dirty="0">
                <a:solidFill>
                  <a:srgbClr val="53565A"/>
                </a:solidFill>
                <a:latin typeface="Aptos" panose="020B0004020202020204" pitchFamily="34" charset="0"/>
              </a:rPr>
              <a:t> </a:t>
            </a:r>
            <a:r>
              <a:rPr lang="en-US" sz="800" b="1" dirty="0" err="1">
                <a:solidFill>
                  <a:srgbClr val="53565A"/>
                </a:solidFill>
                <a:latin typeface="Aptos" panose="020B0004020202020204" pitchFamily="34" charset="0"/>
              </a:rPr>
              <a:t>ipsum</a:t>
            </a:r>
            <a:r>
              <a:rPr lang="en-US" sz="800" b="1" dirty="0">
                <a:solidFill>
                  <a:srgbClr val="53565A"/>
                </a:solidFill>
                <a:latin typeface="Aptos" panose="020B0004020202020204" pitchFamily="34" charset="0"/>
              </a:rPr>
              <a:t> </a:t>
            </a:r>
            <a:br>
              <a:rPr lang="en-US" sz="800" b="1" dirty="0">
                <a:solidFill>
                  <a:srgbClr val="53565A"/>
                </a:solidFill>
                <a:latin typeface="Aptos" panose="020B0004020202020204" pitchFamily="34" charset="0"/>
              </a:rPr>
            </a:br>
            <a:r>
              <a:rPr lang="en-US" sz="800" dirty="0">
                <a:solidFill>
                  <a:srgbClr val="53565A"/>
                </a:solidFill>
                <a:latin typeface="Aptos" panose="020B0004020202020204" pitchFamily="34" charset="0"/>
              </a:rPr>
              <a:t>This is dummy text it is not here to be read. The is just text to show where you could insert text. This is dummy text. </a:t>
            </a:r>
          </a:p>
        </p:txBody>
      </p:sp>
      <p:sp>
        <p:nvSpPr>
          <p:cNvPr id="72" name="Rectangle 71"/>
          <p:cNvSpPr/>
          <p:nvPr/>
        </p:nvSpPr>
        <p:spPr>
          <a:xfrm>
            <a:off x="2904359" y="4437385"/>
            <a:ext cx="2005356" cy="492443"/>
          </a:xfrm>
          <a:prstGeom prst="rect">
            <a:avLst/>
          </a:prstGeom>
        </p:spPr>
        <p:txBody>
          <a:bodyPr wrap="square" lIns="0" tIns="0" rIns="0" bIns="0">
            <a:spAutoFit/>
          </a:bodyPr>
          <a:lstStyle/>
          <a:p>
            <a:pPr>
              <a:spcAft>
                <a:spcPts val="488"/>
              </a:spcAft>
            </a:pPr>
            <a:r>
              <a:rPr lang="en-US" sz="800" b="1" dirty="0" err="1">
                <a:solidFill>
                  <a:srgbClr val="53565A"/>
                </a:solidFill>
                <a:latin typeface="Aptos" panose="020B0004020202020204" pitchFamily="34" charset="0"/>
              </a:rPr>
              <a:t>Lorem</a:t>
            </a:r>
            <a:r>
              <a:rPr lang="en-US" sz="800" b="1" dirty="0">
                <a:solidFill>
                  <a:srgbClr val="53565A"/>
                </a:solidFill>
                <a:latin typeface="Aptos" panose="020B0004020202020204" pitchFamily="34" charset="0"/>
              </a:rPr>
              <a:t> </a:t>
            </a:r>
            <a:r>
              <a:rPr lang="en-US" sz="800" b="1" dirty="0" err="1">
                <a:solidFill>
                  <a:srgbClr val="53565A"/>
                </a:solidFill>
                <a:latin typeface="Aptos" panose="020B0004020202020204" pitchFamily="34" charset="0"/>
              </a:rPr>
              <a:t>ipsum</a:t>
            </a:r>
            <a:r>
              <a:rPr lang="en-US" sz="800" b="1" dirty="0">
                <a:solidFill>
                  <a:srgbClr val="53565A"/>
                </a:solidFill>
                <a:latin typeface="Aptos" panose="020B0004020202020204" pitchFamily="34" charset="0"/>
              </a:rPr>
              <a:t> </a:t>
            </a:r>
            <a:br>
              <a:rPr lang="en-US" sz="800" b="1" dirty="0">
                <a:solidFill>
                  <a:srgbClr val="53565A"/>
                </a:solidFill>
                <a:latin typeface="Aptos" panose="020B0004020202020204" pitchFamily="34" charset="0"/>
              </a:rPr>
            </a:br>
            <a:r>
              <a:rPr lang="en-US" sz="800" dirty="0">
                <a:solidFill>
                  <a:srgbClr val="53565A"/>
                </a:solidFill>
                <a:latin typeface="Aptos" panose="020B0004020202020204" pitchFamily="34" charset="0"/>
              </a:rPr>
              <a:t>This is dummy text it is not here to be read. The is just text to show where you could insert text. This is dummy text.</a:t>
            </a:r>
          </a:p>
        </p:txBody>
      </p:sp>
      <p:sp>
        <p:nvSpPr>
          <p:cNvPr id="73" name="Rectangle 72"/>
          <p:cNvSpPr/>
          <p:nvPr/>
        </p:nvSpPr>
        <p:spPr>
          <a:xfrm>
            <a:off x="3685535" y="3913527"/>
            <a:ext cx="2052367" cy="492443"/>
          </a:xfrm>
          <a:prstGeom prst="rect">
            <a:avLst/>
          </a:prstGeom>
        </p:spPr>
        <p:txBody>
          <a:bodyPr wrap="square" lIns="0" tIns="0" rIns="0" bIns="0">
            <a:spAutoFit/>
          </a:bodyPr>
          <a:lstStyle/>
          <a:p>
            <a:pPr>
              <a:spcAft>
                <a:spcPts val="488"/>
              </a:spcAft>
            </a:pPr>
            <a:r>
              <a:rPr lang="en-US" sz="800" b="1" dirty="0" err="1">
                <a:solidFill>
                  <a:srgbClr val="53565A"/>
                </a:solidFill>
                <a:latin typeface="Aptos" panose="020B0004020202020204" pitchFamily="34" charset="0"/>
              </a:rPr>
              <a:t>Lorem</a:t>
            </a:r>
            <a:r>
              <a:rPr lang="en-US" sz="800" b="1" dirty="0">
                <a:solidFill>
                  <a:srgbClr val="53565A"/>
                </a:solidFill>
                <a:latin typeface="Aptos" panose="020B0004020202020204" pitchFamily="34" charset="0"/>
              </a:rPr>
              <a:t> </a:t>
            </a:r>
            <a:r>
              <a:rPr lang="en-US" sz="800" b="1" dirty="0" err="1">
                <a:solidFill>
                  <a:srgbClr val="53565A"/>
                </a:solidFill>
                <a:latin typeface="Aptos" panose="020B0004020202020204" pitchFamily="34" charset="0"/>
              </a:rPr>
              <a:t>ipsum</a:t>
            </a:r>
            <a:r>
              <a:rPr lang="en-US" sz="800" b="1" dirty="0">
                <a:solidFill>
                  <a:srgbClr val="53565A"/>
                </a:solidFill>
                <a:latin typeface="Aptos" panose="020B0004020202020204" pitchFamily="34" charset="0"/>
              </a:rPr>
              <a:t> </a:t>
            </a:r>
            <a:br>
              <a:rPr lang="en-US" sz="800" b="1" dirty="0">
                <a:solidFill>
                  <a:srgbClr val="53565A"/>
                </a:solidFill>
                <a:latin typeface="Aptos" panose="020B0004020202020204" pitchFamily="34" charset="0"/>
              </a:rPr>
            </a:br>
            <a:r>
              <a:rPr lang="en-US" sz="800" dirty="0">
                <a:solidFill>
                  <a:srgbClr val="53565A"/>
                </a:solidFill>
                <a:latin typeface="Aptos" panose="020B0004020202020204" pitchFamily="34" charset="0"/>
              </a:rPr>
              <a:t>This is dummy text it is not here to be read. The is just text to show where you could insert text. This is dummy text.</a:t>
            </a:r>
          </a:p>
        </p:txBody>
      </p:sp>
      <p:sp>
        <p:nvSpPr>
          <p:cNvPr id="74" name="Rectangle 73"/>
          <p:cNvSpPr/>
          <p:nvPr/>
        </p:nvSpPr>
        <p:spPr>
          <a:xfrm>
            <a:off x="4473409" y="3253763"/>
            <a:ext cx="2087225" cy="492443"/>
          </a:xfrm>
          <a:prstGeom prst="rect">
            <a:avLst/>
          </a:prstGeom>
        </p:spPr>
        <p:txBody>
          <a:bodyPr wrap="square" lIns="0" tIns="0" rIns="0" bIns="0">
            <a:spAutoFit/>
          </a:bodyPr>
          <a:lstStyle/>
          <a:p>
            <a:pPr>
              <a:spcAft>
                <a:spcPts val="488"/>
              </a:spcAft>
            </a:pPr>
            <a:r>
              <a:rPr lang="en-US" sz="800" b="1" dirty="0" err="1">
                <a:solidFill>
                  <a:srgbClr val="53565A"/>
                </a:solidFill>
                <a:latin typeface="Aptos" panose="020B0004020202020204" pitchFamily="34" charset="0"/>
              </a:rPr>
              <a:t>Lorem</a:t>
            </a:r>
            <a:r>
              <a:rPr lang="en-US" sz="800" b="1" dirty="0">
                <a:solidFill>
                  <a:srgbClr val="53565A"/>
                </a:solidFill>
                <a:latin typeface="Aptos" panose="020B0004020202020204" pitchFamily="34" charset="0"/>
              </a:rPr>
              <a:t> </a:t>
            </a:r>
            <a:r>
              <a:rPr lang="en-US" sz="800" b="1" dirty="0" err="1">
                <a:solidFill>
                  <a:srgbClr val="53565A"/>
                </a:solidFill>
                <a:latin typeface="Aptos" panose="020B0004020202020204" pitchFamily="34" charset="0"/>
              </a:rPr>
              <a:t>ipsum</a:t>
            </a:r>
            <a:r>
              <a:rPr lang="en-US" sz="800" b="1" dirty="0">
                <a:solidFill>
                  <a:srgbClr val="53565A"/>
                </a:solidFill>
                <a:latin typeface="Aptos" panose="020B0004020202020204" pitchFamily="34" charset="0"/>
              </a:rPr>
              <a:t> </a:t>
            </a:r>
            <a:br>
              <a:rPr lang="en-US" sz="800" b="1" dirty="0">
                <a:solidFill>
                  <a:srgbClr val="53565A"/>
                </a:solidFill>
                <a:latin typeface="Aptos" panose="020B0004020202020204" pitchFamily="34" charset="0"/>
              </a:rPr>
            </a:br>
            <a:r>
              <a:rPr lang="en-US" sz="800" dirty="0">
                <a:solidFill>
                  <a:srgbClr val="53565A"/>
                </a:solidFill>
                <a:latin typeface="Aptos" panose="020B0004020202020204" pitchFamily="34" charset="0"/>
              </a:rPr>
              <a:t>This is dummy text it is not here to be read. The is just text to show where you could insert text. This is dummy text.</a:t>
            </a:r>
          </a:p>
        </p:txBody>
      </p:sp>
      <p:grpSp>
        <p:nvGrpSpPr>
          <p:cNvPr id="81" name="Group 80"/>
          <p:cNvGrpSpPr/>
          <p:nvPr/>
        </p:nvGrpSpPr>
        <p:grpSpPr>
          <a:xfrm>
            <a:off x="3828694" y="3137264"/>
            <a:ext cx="574073" cy="297180"/>
            <a:chOff x="4953973" y="3370420"/>
            <a:chExt cx="706551" cy="365760"/>
          </a:xfrm>
        </p:grpSpPr>
        <p:sp>
          <p:nvSpPr>
            <p:cNvPr id="82" name="Right Arrow 1"/>
            <p:cNvSpPr/>
            <p:nvPr/>
          </p:nvSpPr>
          <p:spPr>
            <a:xfrm>
              <a:off x="4953973" y="3370420"/>
              <a:ext cx="706551" cy="365760"/>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2750" h="2185987">
                  <a:moveTo>
                    <a:pt x="0" y="272177"/>
                  </a:moveTo>
                  <a:lnTo>
                    <a:pt x="3129757" y="272177"/>
                  </a:lnTo>
                  <a:lnTo>
                    <a:pt x="3129757" y="0"/>
                  </a:lnTo>
                  <a:lnTo>
                    <a:pt x="4222750" y="1092994"/>
                  </a:lnTo>
                  <a:lnTo>
                    <a:pt x="3129757" y="2185987"/>
                  </a:lnTo>
                  <a:lnTo>
                    <a:pt x="3137377" y="1067990"/>
                  </a:lnTo>
                  <a:lnTo>
                    <a:pt x="1219200" y="1067990"/>
                  </a:lnTo>
                  <a:lnTo>
                    <a:pt x="0" y="272177"/>
                  </a:lnTo>
                  <a:close/>
                </a:path>
              </a:pathLst>
            </a:custGeom>
            <a:solidFill>
              <a:schemeClr val="accent5">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83" name="Right Arrow 1"/>
            <p:cNvSpPr/>
            <p:nvPr/>
          </p:nvSpPr>
          <p:spPr>
            <a:xfrm rot="10800000" flipH="1" flipV="1">
              <a:off x="5478145" y="3549116"/>
              <a:ext cx="181104" cy="187064"/>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 name="connsiteX0" fmla="*/ 0 w 3003550"/>
                <a:gd name="connsiteY0" fmla="*/ 1067990 h 2185987"/>
                <a:gd name="connsiteX1" fmla="*/ 1910557 w 3003550"/>
                <a:gd name="connsiteY1" fmla="*/ 272177 h 2185987"/>
                <a:gd name="connsiteX2" fmla="*/ 1910557 w 3003550"/>
                <a:gd name="connsiteY2" fmla="*/ 0 h 2185987"/>
                <a:gd name="connsiteX3" fmla="*/ 3003550 w 3003550"/>
                <a:gd name="connsiteY3" fmla="*/ 1092994 h 2185987"/>
                <a:gd name="connsiteX4" fmla="*/ 1910557 w 3003550"/>
                <a:gd name="connsiteY4" fmla="*/ 2185987 h 2185987"/>
                <a:gd name="connsiteX5" fmla="*/ 1918177 w 3003550"/>
                <a:gd name="connsiteY5" fmla="*/ 1067990 h 2185987"/>
                <a:gd name="connsiteX6" fmla="*/ 0 w 3003550"/>
                <a:gd name="connsiteY6" fmla="*/ 1067990 h 2185987"/>
                <a:gd name="connsiteX0" fmla="*/ 7620 w 1092993"/>
                <a:gd name="connsiteY0" fmla="*/ 1067990 h 2185987"/>
                <a:gd name="connsiteX1" fmla="*/ 0 w 1092993"/>
                <a:gd name="connsiteY1" fmla="*/ 272177 h 2185987"/>
                <a:gd name="connsiteX2" fmla="*/ 0 w 1092993"/>
                <a:gd name="connsiteY2" fmla="*/ 0 h 2185987"/>
                <a:gd name="connsiteX3" fmla="*/ 1092993 w 1092993"/>
                <a:gd name="connsiteY3" fmla="*/ 1092994 h 2185987"/>
                <a:gd name="connsiteX4" fmla="*/ 0 w 1092993"/>
                <a:gd name="connsiteY4" fmla="*/ 2185987 h 2185987"/>
                <a:gd name="connsiteX5" fmla="*/ 7620 w 1092993"/>
                <a:gd name="connsiteY5" fmla="*/ 1067990 h 2185987"/>
                <a:gd name="connsiteX0" fmla="*/ 7620 w 1092993"/>
                <a:gd name="connsiteY0" fmla="*/ 1067990 h 2185987"/>
                <a:gd name="connsiteX1" fmla="*/ 0 w 1092993"/>
                <a:gd name="connsiteY1" fmla="*/ 0 h 2185987"/>
                <a:gd name="connsiteX2" fmla="*/ 1092993 w 1092993"/>
                <a:gd name="connsiteY2" fmla="*/ 1092994 h 2185987"/>
                <a:gd name="connsiteX3" fmla="*/ 0 w 1092993"/>
                <a:gd name="connsiteY3" fmla="*/ 2185987 h 2185987"/>
                <a:gd name="connsiteX4" fmla="*/ 7620 w 1092993"/>
                <a:gd name="connsiteY4" fmla="*/ 1067990 h 2185987"/>
                <a:gd name="connsiteX0" fmla="*/ 7620 w 1092993"/>
                <a:gd name="connsiteY0" fmla="*/ 0 h 1117997"/>
                <a:gd name="connsiteX1" fmla="*/ 1092993 w 1092993"/>
                <a:gd name="connsiteY1" fmla="*/ 25004 h 1117997"/>
                <a:gd name="connsiteX2" fmla="*/ 0 w 1092993"/>
                <a:gd name="connsiteY2" fmla="*/ 1117997 h 1117997"/>
                <a:gd name="connsiteX3" fmla="*/ 7620 w 1092993"/>
                <a:gd name="connsiteY3" fmla="*/ 0 h 1117997"/>
              </a:gdLst>
              <a:ahLst/>
              <a:cxnLst>
                <a:cxn ang="0">
                  <a:pos x="connsiteX0" y="connsiteY0"/>
                </a:cxn>
                <a:cxn ang="0">
                  <a:pos x="connsiteX1" y="connsiteY1"/>
                </a:cxn>
                <a:cxn ang="0">
                  <a:pos x="connsiteX2" y="connsiteY2"/>
                </a:cxn>
                <a:cxn ang="0">
                  <a:pos x="connsiteX3" y="connsiteY3"/>
                </a:cxn>
              </a:cxnLst>
              <a:rect l="l" t="t" r="r" b="b"/>
              <a:pathLst>
                <a:path w="1092993" h="1117997">
                  <a:moveTo>
                    <a:pt x="7620" y="0"/>
                  </a:moveTo>
                  <a:lnTo>
                    <a:pt x="1092993" y="25004"/>
                  </a:lnTo>
                  <a:lnTo>
                    <a:pt x="0" y="1117997"/>
                  </a:lnTo>
                  <a:lnTo>
                    <a:pt x="762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grpSp>
      <p:sp>
        <p:nvSpPr>
          <p:cNvPr id="84" name="TextBox 83"/>
          <p:cNvSpPr txBox="1"/>
          <p:nvPr/>
        </p:nvSpPr>
        <p:spPr>
          <a:xfrm>
            <a:off x="1128229" y="3322614"/>
            <a:ext cx="561460" cy="659236"/>
          </a:xfrm>
          <a:prstGeom prst="rect">
            <a:avLst/>
          </a:prstGeom>
          <a:noFill/>
        </p:spPr>
        <p:txBody>
          <a:bodyPr wrap="square" lIns="29250" tIns="29250" rIns="29250" bIns="29250" rtlCol="0">
            <a:spAutoFit/>
          </a:bodyPr>
          <a:lstStyle/>
          <a:p>
            <a:pPr algn="ctr"/>
            <a:r>
              <a:rPr lang="en-US" sz="3900" b="1" dirty="0">
                <a:solidFill>
                  <a:schemeClr val="accent1"/>
                </a:solidFill>
              </a:rPr>
              <a:t>1</a:t>
            </a:r>
          </a:p>
        </p:txBody>
      </p:sp>
      <p:sp>
        <p:nvSpPr>
          <p:cNvPr id="85" name="TextBox 84"/>
          <p:cNvSpPr txBox="1"/>
          <p:nvPr/>
        </p:nvSpPr>
        <p:spPr>
          <a:xfrm>
            <a:off x="1908902" y="2796632"/>
            <a:ext cx="561460" cy="659236"/>
          </a:xfrm>
          <a:prstGeom prst="rect">
            <a:avLst/>
          </a:prstGeom>
          <a:noFill/>
        </p:spPr>
        <p:txBody>
          <a:bodyPr wrap="square" lIns="29250" tIns="29250" rIns="29250" bIns="29250" rtlCol="0">
            <a:spAutoFit/>
          </a:bodyPr>
          <a:lstStyle/>
          <a:p>
            <a:pPr algn="ctr"/>
            <a:r>
              <a:rPr lang="en-US" sz="3900" b="1" dirty="0">
                <a:solidFill>
                  <a:schemeClr val="accent6">
                    <a:lumMod val="40000"/>
                    <a:lumOff val="60000"/>
                  </a:schemeClr>
                </a:solidFill>
              </a:rPr>
              <a:t>2</a:t>
            </a:r>
          </a:p>
        </p:txBody>
      </p:sp>
      <p:sp>
        <p:nvSpPr>
          <p:cNvPr id="86" name="TextBox 85"/>
          <p:cNvSpPr txBox="1"/>
          <p:nvPr/>
        </p:nvSpPr>
        <p:spPr>
          <a:xfrm>
            <a:off x="2671785" y="2269408"/>
            <a:ext cx="561460" cy="659236"/>
          </a:xfrm>
          <a:prstGeom prst="rect">
            <a:avLst/>
          </a:prstGeom>
          <a:noFill/>
        </p:spPr>
        <p:txBody>
          <a:bodyPr wrap="square" lIns="29250" tIns="29250" rIns="29250" bIns="29250" rtlCol="0">
            <a:spAutoFit/>
          </a:bodyPr>
          <a:lstStyle/>
          <a:p>
            <a:pPr algn="ctr"/>
            <a:r>
              <a:rPr lang="en-US" sz="3900" b="1" dirty="0">
                <a:solidFill>
                  <a:schemeClr val="accent3"/>
                </a:solidFill>
              </a:rPr>
              <a:t>3</a:t>
            </a:r>
          </a:p>
        </p:txBody>
      </p:sp>
      <p:sp>
        <p:nvSpPr>
          <p:cNvPr id="87" name="TextBox 86"/>
          <p:cNvSpPr txBox="1"/>
          <p:nvPr/>
        </p:nvSpPr>
        <p:spPr>
          <a:xfrm>
            <a:off x="3411967" y="1739898"/>
            <a:ext cx="561460" cy="659236"/>
          </a:xfrm>
          <a:prstGeom prst="rect">
            <a:avLst/>
          </a:prstGeom>
          <a:noFill/>
        </p:spPr>
        <p:txBody>
          <a:bodyPr wrap="square" lIns="29250" tIns="29250" rIns="29250" bIns="29250" rtlCol="0">
            <a:spAutoFit/>
          </a:bodyPr>
          <a:lstStyle/>
          <a:p>
            <a:pPr algn="ctr"/>
            <a:r>
              <a:rPr lang="en-US" sz="3900" b="1" dirty="0">
                <a:solidFill>
                  <a:schemeClr val="accent5"/>
                </a:solidFill>
              </a:rPr>
              <a:t>4</a:t>
            </a:r>
          </a:p>
        </p:txBody>
      </p:sp>
      <p:grpSp>
        <p:nvGrpSpPr>
          <p:cNvPr id="96" name="Group 95"/>
          <p:cNvGrpSpPr/>
          <p:nvPr/>
        </p:nvGrpSpPr>
        <p:grpSpPr>
          <a:xfrm>
            <a:off x="3000836" y="3869600"/>
            <a:ext cx="574073" cy="297180"/>
            <a:chOff x="4953973" y="3370420"/>
            <a:chExt cx="706551" cy="365760"/>
          </a:xfrm>
        </p:grpSpPr>
        <p:sp>
          <p:nvSpPr>
            <p:cNvPr id="97" name="Right Arrow 1"/>
            <p:cNvSpPr/>
            <p:nvPr/>
          </p:nvSpPr>
          <p:spPr>
            <a:xfrm>
              <a:off x="4953973" y="3370420"/>
              <a:ext cx="706551" cy="365760"/>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2750" h="2185987">
                  <a:moveTo>
                    <a:pt x="0" y="272177"/>
                  </a:moveTo>
                  <a:lnTo>
                    <a:pt x="3129757" y="272177"/>
                  </a:lnTo>
                  <a:lnTo>
                    <a:pt x="3129757" y="0"/>
                  </a:lnTo>
                  <a:lnTo>
                    <a:pt x="4222750" y="1092994"/>
                  </a:lnTo>
                  <a:lnTo>
                    <a:pt x="3129757" y="2185987"/>
                  </a:lnTo>
                  <a:lnTo>
                    <a:pt x="3137377" y="1067990"/>
                  </a:lnTo>
                  <a:lnTo>
                    <a:pt x="1219200" y="1067990"/>
                  </a:lnTo>
                  <a:lnTo>
                    <a:pt x="0" y="272177"/>
                  </a:lnTo>
                  <a:close/>
                </a:path>
              </a:pathLst>
            </a:custGeom>
            <a:solidFill>
              <a:schemeClr val="accent3">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98" name="Right Arrow 1"/>
            <p:cNvSpPr/>
            <p:nvPr/>
          </p:nvSpPr>
          <p:spPr>
            <a:xfrm rot="10800000" flipH="1" flipV="1">
              <a:off x="5478145" y="3549116"/>
              <a:ext cx="181104" cy="187064"/>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 name="connsiteX0" fmla="*/ 0 w 3003550"/>
                <a:gd name="connsiteY0" fmla="*/ 1067990 h 2185987"/>
                <a:gd name="connsiteX1" fmla="*/ 1910557 w 3003550"/>
                <a:gd name="connsiteY1" fmla="*/ 272177 h 2185987"/>
                <a:gd name="connsiteX2" fmla="*/ 1910557 w 3003550"/>
                <a:gd name="connsiteY2" fmla="*/ 0 h 2185987"/>
                <a:gd name="connsiteX3" fmla="*/ 3003550 w 3003550"/>
                <a:gd name="connsiteY3" fmla="*/ 1092994 h 2185987"/>
                <a:gd name="connsiteX4" fmla="*/ 1910557 w 3003550"/>
                <a:gd name="connsiteY4" fmla="*/ 2185987 h 2185987"/>
                <a:gd name="connsiteX5" fmla="*/ 1918177 w 3003550"/>
                <a:gd name="connsiteY5" fmla="*/ 1067990 h 2185987"/>
                <a:gd name="connsiteX6" fmla="*/ 0 w 3003550"/>
                <a:gd name="connsiteY6" fmla="*/ 1067990 h 2185987"/>
                <a:gd name="connsiteX0" fmla="*/ 7620 w 1092993"/>
                <a:gd name="connsiteY0" fmla="*/ 1067990 h 2185987"/>
                <a:gd name="connsiteX1" fmla="*/ 0 w 1092993"/>
                <a:gd name="connsiteY1" fmla="*/ 272177 h 2185987"/>
                <a:gd name="connsiteX2" fmla="*/ 0 w 1092993"/>
                <a:gd name="connsiteY2" fmla="*/ 0 h 2185987"/>
                <a:gd name="connsiteX3" fmla="*/ 1092993 w 1092993"/>
                <a:gd name="connsiteY3" fmla="*/ 1092994 h 2185987"/>
                <a:gd name="connsiteX4" fmla="*/ 0 w 1092993"/>
                <a:gd name="connsiteY4" fmla="*/ 2185987 h 2185987"/>
                <a:gd name="connsiteX5" fmla="*/ 7620 w 1092993"/>
                <a:gd name="connsiteY5" fmla="*/ 1067990 h 2185987"/>
                <a:gd name="connsiteX0" fmla="*/ 7620 w 1092993"/>
                <a:gd name="connsiteY0" fmla="*/ 1067990 h 2185987"/>
                <a:gd name="connsiteX1" fmla="*/ 0 w 1092993"/>
                <a:gd name="connsiteY1" fmla="*/ 0 h 2185987"/>
                <a:gd name="connsiteX2" fmla="*/ 1092993 w 1092993"/>
                <a:gd name="connsiteY2" fmla="*/ 1092994 h 2185987"/>
                <a:gd name="connsiteX3" fmla="*/ 0 w 1092993"/>
                <a:gd name="connsiteY3" fmla="*/ 2185987 h 2185987"/>
                <a:gd name="connsiteX4" fmla="*/ 7620 w 1092993"/>
                <a:gd name="connsiteY4" fmla="*/ 1067990 h 2185987"/>
                <a:gd name="connsiteX0" fmla="*/ 7620 w 1092993"/>
                <a:gd name="connsiteY0" fmla="*/ 0 h 1117997"/>
                <a:gd name="connsiteX1" fmla="*/ 1092993 w 1092993"/>
                <a:gd name="connsiteY1" fmla="*/ 25004 h 1117997"/>
                <a:gd name="connsiteX2" fmla="*/ 0 w 1092993"/>
                <a:gd name="connsiteY2" fmla="*/ 1117997 h 1117997"/>
                <a:gd name="connsiteX3" fmla="*/ 7620 w 1092993"/>
                <a:gd name="connsiteY3" fmla="*/ 0 h 1117997"/>
              </a:gdLst>
              <a:ahLst/>
              <a:cxnLst>
                <a:cxn ang="0">
                  <a:pos x="connsiteX0" y="connsiteY0"/>
                </a:cxn>
                <a:cxn ang="0">
                  <a:pos x="connsiteX1" y="connsiteY1"/>
                </a:cxn>
                <a:cxn ang="0">
                  <a:pos x="connsiteX2" y="connsiteY2"/>
                </a:cxn>
                <a:cxn ang="0">
                  <a:pos x="connsiteX3" y="connsiteY3"/>
                </a:cxn>
              </a:cxnLst>
              <a:rect l="l" t="t" r="r" b="b"/>
              <a:pathLst>
                <a:path w="1092993" h="1117997">
                  <a:moveTo>
                    <a:pt x="7620" y="0"/>
                  </a:moveTo>
                  <a:lnTo>
                    <a:pt x="1092993" y="25004"/>
                  </a:lnTo>
                  <a:lnTo>
                    <a:pt x="0" y="1117997"/>
                  </a:lnTo>
                  <a:lnTo>
                    <a:pt x="762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grpSp>
      <p:grpSp>
        <p:nvGrpSpPr>
          <p:cNvPr id="99" name="Group 98"/>
          <p:cNvGrpSpPr/>
          <p:nvPr/>
        </p:nvGrpSpPr>
        <p:grpSpPr>
          <a:xfrm>
            <a:off x="2289727" y="4421505"/>
            <a:ext cx="574073" cy="297180"/>
            <a:chOff x="4953973" y="3370420"/>
            <a:chExt cx="706551" cy="365760"/>
          </a:xfrm>
        </p:grpSpPr>
        <p:sp>
          <p:nvSpPr>
            <p:cNvPr id="100" name="Right Arrow 1"/>
            <p:cNvSpPr/>
            <p:nvPr/>
          </p:nvSpPr>
          <p:spPr>
            <a:xfrm>
              <a:off x="4953973" y="3370420"/>
              <a:ext cx="706551" cy="365760"/>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2750" h="2185987">
                  <a:moveTo>
                    <a:pt x="0" y="272177"/>
                  </a:moveTo>
                  <a:lnTo>
                    <a:pt x="3129757" y="272177"/>
                  </a:lnTo>
                  <a:lnTo>
                    <a:pt x="3129757" y="0"/>
                  </a:lnTo>
                  <a:lnTo>
                    <a:pt x="4222750" y="1092994"/>
                  </a:lnTo>
                  <a:lnTo>
                    <a:pt x="3129757" y="2185987"/>
                  </a:lnTo>
                  <a:lnTo>
                    <a:pt x="3137377" y="1067990"/>
                  </a:lnTo>
                  <a:lnTo>
                    <a:pt x="1219200" y="1067990"/>
                  </a:lnTo>
                  <a:lnTo>
                    <a:pt x="0" y="272177"/>
                  </a:lnTo>
                  <a:close/>
                </a:path>
              </a:pathLst>
            </a:custGeom>
            <a:solidFill>
              <a:schemeClr val="accent6">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dirty="0">
                <a:solidFill>
                  <a:schemeClr val="tx2"/>
                </a:solidFill>
              </a:endParaRPr>
            </a:p>
          </p:txBody>
        </p:sp>
        <p:sp>
          <p:nvSpPr>
            <p:cNvPr id="101" name="Right Arrow 1"/>
            <p:cNvSpPr/>
            <p:nvPr/>
          </p:nvSpPr>
          <p:spPr>
            <a:xfrm rot="10800000" flipH="1" flipV="1">
              <a:off x="5478145" y="3549116"/>
              <a:ext cx="181104" cy="187064"/>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 name="connsiteX0" fmla="*/ 0 w 3003550"/>
                <a:gd name="connsiteY0" fmla="*/ 1067990 h 2185987"/>
                <a:gd name="connsiteX1" fmla="*/ 1910557 w 3003550"/>
                <a:gd name="connsiteY1" fmla="*/ 272177 h 2185987"/>
                <a:gd name="connsiteX2" fmla="*/ 1910557 w 3003550"/>
                <a:gd name="connsiteY2" fmla="*/ 0 h 2185987"/>
                <a:gd name="connsiteX3" fmla="*/ 3003550 w 3003550"/>
                <a:gd name="connsiteY3" fmla="*/ 1092994 h 2185987"/>
                <a:gd name="connsiteX4" fmla="*/ 1910557 w 3003550"/>
                <a:gd name="connsiteY4" fmla="*/ 2185987 h 2185987"/>
                <a:gd name="connsiteX5" fmla="*/ 1918177 w 3003550"/>
                <a:gd name="connsiteY5" fmla="*/ 1067990 h 2185987"/>
                <a:gd name="connsiteX6" fmla="*/ 0 w 3003550"/>
                <a:gd name="connsiteY6" fmla="*/ 1067990 h 2185987"/>
                <a:gd name="connsiteX0" fmla="*/ 7620 w 1092993"/>
                <a:gd name="connsiteY0" fmla="*/ 1067990 h 2185987"/>
                <a:gd name="connsiteX1" fmla="*/ 0 w 1092993"/>
                <a:gd name="connsiteY1" fmla="*/ 272177 h 2185987"/>
                <a:gd name="connsiteX2" fmla="*/ 0 w 1092993"/>
                <a:gd name="connsiteY2" fmla="*/ 0 h 2185987"/>
                <a:gd name="connsiteX3" fmla="*/ 1092993 w 1092993"/>
                <a:gd name="connsiteY3" fmla="*/ 1092994 h 2185987"/>
                <a:gd name="connsiteX4" fmla="*/ 0 w 1092993"/>
                <a:gd name="connsiteY4" fmla="*/ 2185987 h 2185987"/>
                <a:gd name="connsiteX5" fmla="*/ 7620 w 1092993"/>
                <a:gd name="connsiteY5" fmla="*/ 1067990 h 2185987"/>
                <a:gd name="connsiteX0" fmla="*/ 7620 w 1092993"/>
                <a:gd name="connsiteY0" fmla="*/ 1067990 h 2185987"/>
                <a:gd name="connsiteX1" fmla="*/ 0 w 1092993"/>
                <a:gd name="connsiteY1" fmla="*/ 0 h 2185987"/>
                <a:gd name="connsiteX2" fmla="*/ 1092993 w 1092993"/>
                <a:gd name="connsiteY2" fmla="*/ 1092994 h 2185987"/>
                <a:gd name="connsiteX3" fmla="*/ 0 w 1092993"/>
                <a:gd name="connsiteY3" fmla="*/ 2185987 h 2185987"/>
                <a:gd name="connsiteX4" fmla="*/ 7620 w 1092993"/>
                <a:gd name="connsiteY4" fmla="*/ 1067990 h 2185987"/>
                <a:gd name="connsiteX0" fmla="*/ 7620 w 1092993"/>
                <a:gd name="connsiteY0" fmla="*/ 0 h 1117997"/>
                <a:gd name="connsiteX1" fmla="*/ 1092993 w 1092993"/>
                <a:gd name="connsiteY1" fmla="*/ 25004 h 1117997"/>
                <a:gd name="connsiteX2" fmla="*/ 0 w 1092993"/>
                <a:gd name="connsiteY2" fmla="*/ 1117997 h 1117997"/>
                <a:gd name="connsiteX3" fmla="*/ 7620 w 1092993"/>
                <a:gd name="connsiteY3" fmla="*/ 0 h 1117997"/>
              </a:gdLst>
              <a:ahLst/>
              <a:cxnLst>
                <a:cxn ang="0">
                  <a:pos x="connsiteX0" y="connsiteY0"/>
                </a:cxn>
                <a:cxn ang="0">
                  <a:pos x="connsiteX1" y="connsiteY1"/>
                </a:cxn>
                <a:cxn ang="0">
                  <a:pos x="connsiteX2" y="connsiteY2"/>
                </a:cxn>
                <a:cxn ang="0">
                  <a:pos x="connsiteX3" y="connsiteY3"/>
                </a:cxn>
              </a:cxnLst>
              <a:rect l="l" t="t" r="r" b="b"/>
              <a:pathLst>
                <a:path w="1092993" h="1117997">
                  <a:moveTo>
                    <a:pt x="7620" y="0"/>
                  </a:moveTo>
                  <a:lnTo>
                    <a:pt x="1092993" y="25004"/>
                  </a:lnTo>
                  <a:lnTo>
                    <a:pt x="0" y="1117997"/>
                  </a:lnTo>
                  <a:lnTo>
                    <a:pt x="762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grpSp>
      <p:grpSp>
        <p:nvGrpSpPr>
          <p:cNvPr id="102" name="Group 101"/>
          <p:cNvGrpSpPr/>
          <p:nvPr/>
        </p:nvGrpSpPr>
        <p:grpSpPr>
          <a:xfrm>
            <a:off x="1493708" y="4994638"/>
            <a:ext cx="574073" cy="297180"/>
            <a:chOff x="4953973" y="3370420"/>
            <a:chExt cx="706551" cy="365760"/>
          </a:xfrm>
        </p:grpSpPr>
        <p:sp>
          <p:nvSpPr>
            <p:cNvPr id="103" name="Right Arrow 1"/>
            <p:cNvSpPr/>
            <p:nvPr/>
          </p:nvSpPr>
          <p:spPr>
            <a:xfrm>
              <a:off x="4953973" y="3370420"/>
              <a:ext cx="706551" cy="365760"/>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2750" h="2185987">
                  <a:moveTo>
                    <a:pt x="0" y="272177"/>
                  </a:moveTo>
                  <a:lnTo>
                    <a:pt x="3129757" y="272177"/>
                  </a:lnTo>
                  <a:lnTo>
                    <a:pt x="3129757" y="0"/>
                  </a:lnTo>
                  <a:lnTo>
                    <a:pt x="4222750" y="1092994"/>
                  </a:lnTo>
                  <a:lnTo>
                    <a:pt x="3129757" y="2185987"/>
                  </a:lnTo>
                  <a:lnTo>
                    <a:pt x="3137377" y="1067990"/>
                  </a:lnTo>
                  <a:lnTo>
                    <a:pt x="1219200" y="1067990"/>
                  </a:lnTo>
                  <a:lnTo>
                    <a:pt x="0" y="272177"/>
                  </a:lnTo>
                  <a:close/>
                </a:path>
              </a:pathLst>
            </a:custGeom>
            <a:solidFill>
              <a:schemeClr val="accent1">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104" name="Right Arrow 1"/>
            <p:cNvSpPr/>
            <p:nvPr/>
          </p:nvSpPr>
          <p:spPr>
            <a:xfrm rot="10800000" flipH="1" flipV="1">
              <a:off x="5478145" y="3549116"/>
              <a:ext cx="181104" cy="187064"/>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 name="connsiteX0" fmla="*/ 0 w 3003550"/>
                <a:gd name="connsiteY0" fmla="*/ 1067990 h 2185987"/>
                <a:gd name="connsiteX1" fmla="*/ 1910557 w 3003550"/>
                <a:gd name="connsiteY1" fmla="*/ 272177 h 2185987"/>
                <a:gd name="connsiteX2" fmla="*/ 1910557 w 3003550"/>
                <a:gd name="connsiteY2" fmla="*/ 0 h 2185987"/>
                <a:gd name="connsiteX3" fmla="*/ 3003550 w 3003550"/>
                <a:gd name="connsiteY3" fmla="*/ 1092994 h 2185987"/>
                <a:gd name="connsiteX4" fmla="*/ 1910557 w 3003550"/>
                <a:gd name="connsiteY4" fmla="*/ 2185987 h 2185987"/>
                <a:gd name="connsiteX5" fmla="*/ 1918177 w 3003550"/>
                <a:gd name="connsiteY5" fmla="*/ 1067990 h 2185987"/>
                <a:gd name="connsiteX6" fmla="*/ 0 w 3003550"/>
                <a:gd name="connsiteY6" fmla="*/ 1067990 h 2185987"/>
                <a:gd name="connsiteX0" fmla="*/ 7620 w 1092993"/>
                <a:gd name="connsiteY0" fmla="*/ 1067990 h 2185987"/>
                <a:gd name="connsiteX1" fmla="*/ 0 w 1092993"/>
                <a:gd name="connsiteY1" fmla="*/ 272177 h 2185987"/>
                <a:gd name="connsiteX2" fmla="*/ 0 w 1092993"/>
                <a:gd name="connsiteY2" fmla="*/ 0 h 2185987"/>
                <a:gd name="connsiteX3" fmla="*/ 1092993 w 1092993"/>
                <a:gd name="connsiteY3" fmla="*/ 1092994 h 2185987"/>
                <a:gd name="connsiteX4" fmla="*/ 0 w 1092993"/>
                <a:gd name="connsiteY4" fmla="*/ 2185987 h 2185987"/>
                <a:gd name="connsiteX5" fmla="*/ 7620 w 1092993"/>
                <a:gd name="connsiteY5" fmla="*/ 1067990 h 2185987"/>
                <a:gd name="connsiteX0" fmla="*/ 7620 w 1092993"/>
                <a:gd name="connsiteY0" fmla="*/ 1067990 h 2185987"/>
                <a:gd name="connsiteX1" fmla="*/ 0 w 1092993"/>
                <a:gd name="connsiteY1" fmla="*/ 0 h 2185987"/>
                <a:gd name="connsiteX2" fmla="*/ 1092993 w 1092993"/>
                <a:gd name="connsiteY2" fmla="*/ 1092994 h 2185987"/>
                <a:gd name="connsiteX3" fmla="*/ 0 w 1092993"/>
                <a:gd name="connsiteY3" fmla="*/ 2185987 h 2185987"/>
                <a:gd name="connsiteX4" fmla="*/ 7620 w 1092993"/>
                <a:gd name="connsiteY4" fmla="*/ 1067990 h 2185987"/>
                <a:gd name="connsiteX0" fmla="*/ 7620 w 1092993"/>
                <a:gd name="connsiteY0" fmla="*/ 0 h 1117997"/>
                <a:gd name="connsiteX1" fmla="*/ 1092993 w 1092993"/>
                <a:gd name="connsiteY1" fmla="*/ 25004 h 1117997"/>
                <a:gd name="connsiteX2" fmla="*/ 0 w 1092993"/>
                <a:gd name="connsiteY2" fmla="*/ 1117997 h 1117997"/>
                <a:gd name="connsiteX3" fmla="*/ 7620 w 1092993"/>
                <a:gd name="connsiteY3" fmla="*/ 0 h 1117997"/>
              </a:gdLst>
              <a:ahLst/>
              <a:cxnLst>
                <a:cxn ang="0">
                  <a:pos x="connsiteX0" y="connsiteY0"/>
                </a:cxn>
                <a:cxn ang="0">
                  <a:pos x="connsiteX1" y="connsiteY1"/>
                </a:cxn>
                <a:cxn ang="0">
                  <a:pos x="connsiteX2" y="connsiteY2"/>
                </a:cxn>
                <a:cxn ang="0">
                  <a:pos x="connsiteX3" y="connsiteY3"/>
                </a:cxn>
              </a:cxnLst>
              <a:rect l="l" t="t" r="r" b="b"/>
              <a:pathLst>
                <a:path w="1092993" h="1117997">
                  <a:moveTo>
                    <a:pt x="7620" y="0"/>
                  </a:moveTo>
                  <a:lnTo>
                    <a:pt x="1092993" y="25004"/>
                  </a:lnTo>
                  <a:lnTo>
                    <a:pt x="0" y="1117997"/>
                  </a:lnTo>
                  <a:lnTo>
                    <a:pt x="762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grpSp>
      <p:grpSp>
        <p:nvGrpSpPr>
          <p:cNvPr id="105" name="Group 452"/>
          <p:cNvGrpSpPr>
            <a:grpSpLocks noChangeAspect="1"/>
          </p:cNvGrpSpPr>
          <p:nvPr/>
        </p:nvGrpSpPr>
        <p:grpSpPr bwMode="auto">
          <a:xfrm>
            <a:off x="1140562" y="4228073"/>
            <a:ext cx="298221" cy="298221"/>
            <a:chOff x="6020" y="1753"/>
            <a:chExt cx="340" cy="340"/>
          </a:xfrm>
          <a:solidFill>
            <a:schemeClr val="bg1"/>
          </a:solidFill>
        </p:grpSpPr>
        <p:sp>
          <p:nvSpPr>
            <p:cNvPr id="106" name="Freeform 453"/>
            <p:cNvSpPr>
              <a:spLocks noEditPoints="1"/>
            </p:cNvSpPr>
            <p:nvPr/>
          </p:nvSpPr>
          <p:spPr bwMode="auto">
            <a:xfrm>
              <a:off x="6020" y="1753"/>
              <a:ext cx="340" cy="340"/>
            </a:xfrm>
            <a:custGeom>
              <a:avLst/>
              <a:gdLst>
                <a:gd name="T0" fmla="*/ 256 w 512"/>
                <a:gd name="T1" fmla="*/ 21 h 512"/>
                <a:gd name="T2" fmla="*/ 490 w 512"/>
                <a:gd name="T3" fmla="*/ 256 h 512"/>
                <a:gd name="T4" fmla="*/ 256 w 512"/>
                <a:gd name="T5" fmla="*/ 491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7"/>
                    <a:pt x="490" y="256"/>
                  </a:cubicBezTo>
                  <a:cubicBezTo>
                    <a:pt x="490" y="385"/>
                    <a:pt x="385" y="491"/>
                    <a:pt x="256" y="491"/>
                  </a:cubicBezTo>
                  <a:cubicBezTo>
                    <a:pt x="126" y="491"/>
                    <a:pt x="21" y="385"/>
                    <a:pt x="21" y="256"/>
                  </a:cubicBezTo>
                  <a:cubicBezTo>
                    <a:pt x="21" y="127"/>
                    <a:pt x="126" y="21"/>
                    <a:pt x="256" y="21"/>
                  </a:cubicBezTo>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07" name="Freeform 454"/>
            <p:cNvSpPr>
              <a:spLocks noEditPoints="1"/>
            </p:cNvSpPr>
            <p:nvPr/>
          </p:nvSpPr>
          <p:spPr bwMode="auto">
            <a:xfrm>
              <a:off x="6084" y="1867"/>
              <a:ext cx="212" cy="113"/>
            </a:xfrm>
            <a:custGeom>
              <a:avLst/>
              <a:gdLst>
                <a:gd name="T0" fmla="*/ 318 w 320"/>
                <a:gd name="T1" fmla="*/ 79 h 171"/>
                <a:gd name="T2" fmla="*/ 297 w 320"/>
                <a:gd name="T3" fmla="*/ 47 h 171"/>
                <a:gd name="T4" fmla="*/ 288 w 320"/>
                <a:gd name="T5" fmla="*/ 43 h 171"/>
                <a:gd name="T6" fmla="*/ 159 w 320"/>
                <a:gd name="T7" fmla="*/ 43 h 171"/>
                <a:gd name="T8" fmla="*/ 85 w 320"/>
                <a:gd name="T9" fmla="*/ 0 h 171"/>
                <a:gd name="T10" fmla="*/ 0 w 320"/>
                <a:gd name="T11" fmla="*/ 85 h 171"/>
                <a:gd name="T12" fmla="*/ 85 w 320"/>
                <a:gd name="T13" fmla="*/ 171 h 171"/>
                <a:gd name="T14" fmla="*/ 159 w 320"/>
                <a:gd name="T15" fmla="*/ 128 h 171"/>
                <a:gd name="T16" fmla="*/ 202 w 320"/>
                <a:gd name="T17" fmla="*/ 128 h 171"/>
                <a:gd name="T18" fmla="*/ 210 w 320"/>
                <a:gd name="T19" fmla="*/ 125 h 171"/>
                <a:gd name="T20" fmla="*/ 224 w 320"/>
                <a:gd name="T21" fmla="*/ 111 h 171"/>
                <a:gd name="T22" fmla="*/ 237 w 320"/>
                <a:gd name="T23" fmla="*/ 125 h 171"/>
                <a:gd name="T24" fmla="*/ 253 w 320"/>
                <a:gd name="T25" fmla="*/ 125 h 171"/>
                <a:gd name="T26" fmla="*/ 266 w 320"/>
                <a:gd name="T27" fmla="*/ 111 h 171"/>
                <a:gd name="T28" fmla="*/ 280 w 320"/>
                <a:gd name="T29" fmla="*/ 125 h 171"/>
                <a:gd name="T30" fmla="*/ 289 w 320"/>
                <a:gd name="T31" fmla="*/ 128 h 171"/>
                <a:gd name="T32" fmla="*/ 297 w 320"/>
                <a:gd name="T33" fmla="*/ 123 h 171"/>
                <a:gd name="T34" fmla="*/ 318 w 320"/>
                <a:gd name="T35" fmla="*/ 91 h 171"/>
                <a:gd name="T36" fmla="*/ 318 w 320"/>
                <a:gd name="T37" fmla="*/ 79 h 171"/>
                <a:gd name="T38" fmla="*/ 286 w 320"/>
                <a:gd name="T39" fmla="*/ 100 h 171"/>
                <a:gd name="T40" fmla="*/ 274 w 320"/>
                <a:gd name="T41" fmla="*/ 88 h 171"/>
                <a:gd name="T42" fmla="*/ 259 w 320"/>
                <a:gd name="T43" fmla="*/ 88 h 171"/>
                <a:gd name="T44" fmla="*/ 245 w 320"/>
                <a:gd name="T45" fmla="*/ 102 h 171"/>
                <a:gd name="T46" fmla="*/ 231 w 320"/>
                <a:gd name="T47" fmla="*/ 88 h 171"/>
                <a:gd name="T48" fmla="*/ 216 w 320"/>
                <a:gd name="T49" fmla="*/ 88 h 171"/>
                <a:gd name="T50" fmla="*/ 198 w 320"/>
                <a:gd name="T51" fmla="*/ 107 h 171"/>
                <a:gd name="T52" fmla="*/ 152 w 320"/>
                <a:gd name="T53" fmla="*/ 107 h 171"/>
                <a:gd name="T54" fmla="*/ 143 w 320"/>
                <a:gd name="T55" fmla="*/ 113 h 171"/>
                <a:gd name="T56" fmla="*/ 85 w 320"/>
                <a:gd name="T57" fmla="*/ 149 h 171"/>
                <a:gd name="T58" fmla="*/ 21 w 320"/>
                <a:gd name="T59" fmla="*/ 85 h 171"/>
                <a:gd name="T60" fmla="*/ 85 w 320"/>
                <a:gd name="T61" fmla="*/ 21 h 171"/>
                <a:gd name="T62" fmla="*/ 143 w 320"/>
                <a:gd name="T63" fmla="*/ 58 h 171"/>
                <a:gd name="T64" fmla="*/ 152 w 320"/>
                <a:gd name="T65" fmla="*/ 64 h 171"/>
                <a:gd name="T66" fmla="*/ 282 w 320"/>
                <a:gd name="T67" fmla="*/ 64 h 171"/>
                <a:gd name="T68" fmla="*/ 296 w 320"/>
                <a:gd name="T69" fmla="*/ 85 h 171"/>
                <a:gd name="T70" fmla="*/ 286 w 320"/>
                <a:gd name="T71" fmla="*/ 10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0" h="171">
                  <a:moveTo>
                    <a:pt x="318" y="79"/>
                  </a:moveTo>
                  <a:cubicBezTo>
                    <a:pt x="297" y="47"/>
                    <a:pt x="297" y="47"/>
                    <a:pt x="297" y="47"/>
                  </a:cubicBezTo>
                  <a:cubicBezTo>
                    <a:pt x="295" y="44"/>
                    <a:pt x="291" y="43"/>
                    <a:pt x="288" y="43"/>
                  </a:cubicBezTo>
                  <a:cubicBezTo>
                    <a:pt x="159" y="43"/>
                    <a:pt x="159" y="43"/>
                    <a:pt x="159" y="43"/>
                  </a:cubicBezTo>
                  <a:cubicBezTo>
                    <a:pt x="144" y="16"/>
                    <a:pt x="115" y="0"/>
                    <a:pt x="85" y="0"/>
                  </a:cubicBezTo>
                  <a:cubicBezTo>
                    <a:pt x="38" y="0"/>
                    <a:pt x="0" y="38"/>
                    <a:pt x="0" y="85"/>
                  </a:cubicBezTo>
                  <a:cubicBezTo>
                    <a:pt x="0" y="132"/>
                    <a:pt x="38" y="171"/>
                    <a:pt x="85" y="171"/>
                  </a:cubicBezTo>
                  <a:cubicBezTo>
                    <a:pt x="115" y="171"/>
                    <a:pt x="144" y="154"/>
                    <a:pt x="159" y="128"/>
                  </a:cubicBezTo>
                  <a:cubicBezTo>
                    <a:pt x="202" y="128"/>
                    <a:pt x="202" y="128"/>
                    <a:pt x="202" y="128"/>
                  </a:cubicBezTo>
                  <a:cubicBezTo>
                    <a:pt x="205" y="128"/>
                    <a:pt x="208" y="127"/>
                    <a:pt x="210" y="125"/>
                  </a:cubicBezTo>
                  <a:cubicBezTo>
                    <a:pt x="224" y="111"/>
                    <a:pt x="224" y="111"/>
                    <a:pt x="224" y="111"/>
                  </a:cubicBezTo>
                  <a:cubicBezTo>
                    <a:pt x="237" y="125"/>
                    <a:pt x="237" y="125"/>
                    <a:pt x="237" y="125"/>
                  </a:cubicBezTo>
                  <a:cubicBezTo>
                    <a:pt x="242" y="129"/>
                    <a:pt x="248" y="129"/>
                    <a:pt x="253" y="125"/>
                  </a:cubicBezTo>
                  <a:cubicBezTo>
                    <a:pt x="266" y="111"/>
                    <a:pt x="266" y="111"/>
                    <a:pt x="266" y="111"/>
                  </a:cubicBezTo>
                  <a:cubicBezTo>
                    <a:pt x="280" y="125"/>
                    <a:pt x="280" y="125"/>
                    <a:pt x="280" y="125"/>
                  </a:cubicBezTo>
                  <a:cubicBezTo>
                    <a:pt x="282" y="127"/>
                    <a:pt x="285" y="128"/>
                    <a:pt x="289" y="128"/>
                  </a:cubicBezTo>
                  <a:cubicBezTo>
                    <a:pt x="292" y="127"/>
                    <a:pt x="295" y="126"/>
                    <a:pt x="297" y="123"/>
                  </a:cubicBezTo>
                  <a:cubicBezTo>
                    <a:pt x="318" y="91"/>
                    <a:pt x="318" y="91"/>
                    <a:pt x="318" y="91"/>
                  </a:cubicBezTo>
                  <a:cubicBezTo>
                    <a:pt x="320" y="87"/>
                    <a:pt x="320" y="83"/>
                    <a:pt x="318" y="79"/>
                  </a:cubicBezTo>
                  <a:close/>
                  <a:moveTo>
                    <a:pt x="286" y="100"/>
                  </a:moveTo>
                  <a:cubicBezTo>
                    <a:pt x="274" y="88"/>
                    <a:pt x="274" y="88"/>
                    <a:pt x="274" y="88"/>
                  </a:cubicBezTo>
                  <a:cubicBezTo>
                    <a:pt x="270" y="84"/>
                    <a:pt x="263" y="84"/>
                    <a:pt x="259" y="88"/>
                  </a:cubicBezTo>
                  <a:cubicBezTo>
                    <a:pt x="245" y="102"/>
                    <a:pt x="245" y="102"/>
                    <a:pt x="245" y="102"/>
                  </a:cubicBezTo>
                  <a:cubicBezTo>
                    <a:pt x="231" y="88"/>
                    <a:pt x="231" y="88"/>
                    <a:pt x="231" y="88"/>
                  </a:cubicBezTo>
                  <a:cubicBezTo>
                    <a:pt x="227" y="84"/>
                    <a:pt x="220" y="84"/>
                    <a:pt x="216" y="88"/>
                  </a:cubicBezTo>
                  <a:cubicBezTo>
                    <a:pt x="198" y="107"/>
                    <a:pt x="198" y="107"/>
                    <a:pt x="198" y="107"/>
                  </a:cubicBezTo>
                  <a:cubicBezTo>
                    <a:pt x="152" y="107"/>
                    <a:pt x="152" y="107"/>
                    <a:pt x="152" y="107"/>
                  </a:cubicBezTo>
                  <a:cubicBezTo>
                    <a:pt x="148" y="107"/>
                    <a:pt x="145" y="109"/>
                    <a:pt x="143" y="113"/>
                  </a:cubicBezTo>
                  <a:cubicBezTo>
                    <a:pt x="132" y="135"/>
                    <a:pt x="110" y="149"/>
                    <a:pt x="85" y="149"/>
                  </a:cubicBezTo>
                  <a:cubicBezTo>
                    <a:pt x="50" y="149"/>
                    <a:pt x="21" y="120"/>
                    <a:pt x="21" y="85"/>
                  </a:cubicBezTo>
                  <a:cubicBezTo>
                    <a:pt x="21" y="50"/>
                    <a:pt x="50" y="21"/>
                    <a:pt x="85" y="21"/>
                  </a:cubicBezTo>
                  <a:cubicBezTo>
                    <a:pt x="110" y="21"/>
                    <a:pt x="132" y="36"/>
                    <a:pt x="143" y="58"/>
                  </a:cubicBezTo>
                  <a:cubicBezTo>
                    <a:pt x="145" y="62"/>
                    <a:pt x="148" y="64"/>
                    <a:pt x="152" y="64"/>
                  </a:cubicBezTo>
                  <a:cubicBezTo>
                    <a:pt x="282" y="64"/>
                    <a:pt x="282" y="64"/>
                    <a:pt x="282" y="64"/>
                  </a:cubicBezTo>
                  <a:cubicBezTo>
                    <a:pt x="296" y="85"/>
                    <a:pt x="296" y="85"/>
                    <a:pt x="296" y="85"/>
                  </a:cubicBezTo>
                  <a:lnTo>
                    <a:pt x="286" y="10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08" name="Oval 455"/>
            <p:cNvSpPr>
              <a:spLocks noChangeArrowheads="1"/>
            </p:cNvSpPr>
            <p:nvPr/>
          </p:nvSpPr>
          <p:spPr bwMode="auto">
            <a:xfrm>
              <a:off x="6119" y="1909"/>
              <a:ext cx="28" cy="2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109" name="Group 349"/>
          <p:cNvGrpSpPr>
            <a:grpSpLocks noChangeAspect="1"/>
          </p:cNvGrpSpPr>
          <p:nvPr/>
        </p:nvGrpSpPr>
        <p:grpSpPr bwMode="auto">
          <a:xfrm>
            <a:off x="1885275" y="3659935"/>
            <a:ext cx="298221" cy="298221"/>
            <a:chOff x="5071" y="1628"/>
            <a:chExt cx="340" cy="340"/>
          </a:xfrm>
          <a:solidFill>
            <a:schemeClr val="bg1"/>
          </a:solidFill>
        </p:grpSpPr>
        <p:sp>
          <p:nvSpPr>
            <p:cNvPr id="110" name="Freeform 350"/>
            <p:cNvSpPr>
              <a:spLocks noEditPoints="1"/>
            </p:cNvSpPr>
            <p:nvPr/>
          </p:nvSpPr>
          <p:spPr bwMode="auto">
            <a:xfrm>
              <a:off x="5071" y="162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11" name="Freeform 351"/>
            <p:cNvSpPr>
              <a:spLocks noEditPoints="1"/>
            </p:cNvSpPr>
            <p:nvPr/>
          </p:nvSpPr>
          <p:spPr bwMode="auto">
            <a:xfrm>
              <a:off x="5141" y="1691"/>
              <a:ext cx="200" cy="199"/>
            </a:xfrm>
            <a:custGeom>
              <a:avLst/>
              <a:gdLst>
                <a:gd name="T0" fmla="*/ 59 w 301"/>
                <a:gd name="T1" fmla="*/ 163 h 299"/>
                <a:gd name="T2" fmla="*/ 2 w 301"/>
                <a:gd name="T3" fmla="*/ 218 h 299"/>
                <a:gd name="T4" fmla="*/ 12 w 301"/>
                <a:gd name="T5" fmla="*/ 289 h 299"/>
                <a:gd name="T6" fmla="*/ 108 w 301"/>
                <a:gd name="T7" fmla="*/ 299 h 299"/>
                <a:gd name="T8" fmla="*/ 119 w 301"/>
                <a:gd name="T9" fmla="*/ 225 h 299"/>
                <a:gd name="T10" fmla="*/ 125 w 301"/>
                <a:gd name="T11" fmla="*/ 206 h 299"/>
                <a:gd name="T12" fmla="*/ 65 w 301"/>
                <a:gd name="T13" fmla="*/ 185 h 299"/>
                <a:gd name="T14" fmla="*/ 42 w 301"/>
                <a:gd name="T15" fmla="*/ 203 h 299"/>
                <a:gd name="T16" fmla="*/ 97 w 301"/>
                <a:gd name="T17" fmla="*/ 278 h 299"/>
                <a:gd name="T18" fmla="*/ 76 w 301"/>
                <a:gd name="T19" fmla="*/ 257 h 299"/>
                <a:gd name="T20" fmla="*/ 55 w 301"/>
                <a:gd name="T21" fmla="*/ 257 h 299"/>
                <a:gd name="T22" fmla="*/ 33 w 301"/>
                <a:gd name="T23" fmla="*/ 278 h 299"/>
                <a:gd name="T24" fmla="*/ 97 w 301"/>
                <a:gd name="T25" fmla="*/ 225 h 299"/>
                <a:gd name="T26" fmla="*/ 296 w 301"/>
                <a:gd name="T27" fmla="*/ 206 h 299"/>
                <a:gd name="T28" fmla="*/ 229 w 301"/>
                <a:gd name="T29" fmla="*/ 163 h 299"/>
                <a:gd name="T30" fmla="*/ 173 w 301"/>
                <a:gd name="T31" fmla="*/ 218 h 299"/>
                <a:gd name="T32" fmla="*/ 183 w 301"/>
                <a:gd name="T33" fmla="*/ 289 h 299"/>
                <a:gd name="T34" fmla="*/ 279 w 301"/>
                <a:gd name="T35" fmla="*/ 299 h 299"/>
                <a:gd name="T36" fmla="*/ 289 w 301"/>
                <a:gd name="T37" fmla="*/ 225 h 299"/>
                <a:gd name="T38" fmla="*/ 296 w 301"/>
                <a:gd name="T39" fmla="*/ 206 h 299"/>
                <a:gd name="T40" fmla="*/ 259 w 301"/>
                <a:gd name="T41" fmla="*/ 203 h 299"/>
                <a:gd name="T42" fmla="*/ 236 w 301"/>
                <a:gd name="T43" fmla="*/ 185 h 299"/>
                <a:gd name="T44" fmla="*/ 247 w 301"/>
                <a:gd name="T45" fmla="*/ 278 h 299"/>
                <a:gd name="T46" fmla="*/ 236 w 301"/>
                <a:gd name="T47" fmla="*/ 246 h 299"/>
                <a:gd name="T48" fmla="*/ 225 w 301"/>
                <a:gd name="T49" fmla="*/ 278 h 299"/>
                <a:gd name="T50" fmla="*/ 204 w 301"/>
                <a:gd name="T51" fmla="*/ 225 h 299"/>
                <a:gd name="T52" fmla="*/ 268 w 301"/>
                <a:gd name="T53" fmla="*/ 278 h 299"/>
                <a:gd name="T54" fmla="*/ 204 w 301"/>
                <a:gd name="T55" fmla="*/ 65 h 299"/>
                <a:gd name="T56" fmla="*/ 211 w 301"/>
                <a:gd name="T57" fmla="*/ 46 h 299"/>
                <a:gd name="T58" fmla="*/ 144 w 301"/>
                <a:gd name="T59" fmla="*/ 3 h 299"/>
                <a:gd name="T60" fmla="*/ 87 w 301"/>
                <a:gd name="T61" fmla="*/ 58 h 299"/>
                <a:gd name="T62" fmla="*/ 97 w 301"/>
                <a:gd name="T63" fmla="*/ 129 h 299"/>
                <a:gd name="T64" fmla="*/ 193 w 301"/>
                <a:gd name="T65" fmla="*/ 139 h 299"/>
                <a:gd name="T66" fmla="*/ 151 w 301"/>
                <a:gd name="T67" fmla="*/ 25 h 299"/>
                <a:gd name="T68" fmla="*/ 128 w 301"/>
                <a:gd name="T69" fmla="*/ 43 h 299"/>
                <a:gd name="T70" fmla="*/ 183 w 301"/>
                <a:gd name="T71" fmla="*/ 118 h 299"/>
                <a:gd name="T72" fmla="*/ 161 w 301"/>
                <a:gd name="T73" fmla="*/ 97 h 299"/>
                <a:gd name="T74" fmla="*/ 140 w 301"/>
                <a:gd name="T75" fmla="*/ 97 h 299"/>
                <a:gd name="T76" fmla="*/ 119 w 301"/>
                <a:gd name="T77" fmla="*/ 118 h 299"/>
                <a:gd name="T78" fmla="*/ 183 w 301"/>
                <a:gd name="T79" fmla="*/ 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1" h="299">
                  <a:moveTo>
                    <a:pt x="72" y="163"/>
                  </a:moveTo>
                  <a:cubicBezTo>
                    <a:pt x="68" y="160"/>
                    <a:pt x="63" y="160"/>
                    <a:pt x="59" y="163"/>
                  </a:cubicBezTo>
                  <a:cubicBezTo>
                    <a:pt x="5" y="206"/>
                    <a:pt x="5" y="206"/>
                    <a:pt x="5" y="206"/>
                  </a:cubicBezTo>
                  <a:cubicBezTo>
                    <a:pt x="2" y="209"/>
                    <a:pt x="0" y="213"/>
                    <a:pt x="2" y="218"/>
                  </a:cubicBezTo>
                  <a:cubicBezTo>
                    <a:pt x="3" y="222"/>
                    <a:pt x="7" y="225"/>
                    <a:pt x="12" y="225"/>
                  </a:cubicBezTo>
                  <a:cubicBezTo>
                    <a:pt x="12" y="289"/>
                    <a:pt x="12" y="289"/>
                    <a:pt x="12" y="289"/>
                  </a:cubicBezTo>
                  <a:cubicBezTo>
                    <a:pt x="12" y="295"/>
                    <a:pt x="17" y="299"/>
                    <a:pt x="23" y="299"/>
                  </a:cubicBezTo>
                  <a:cubicBezTo>
                    <a:pt x="108" y="299"/>
                    <a:pt x="108" y="299"/>
                    <a:pt x="108" y="299"/>
                  </a:cubicBezTo>
                  <a:cubicBezTo>
                    <a:pt x="114" y="299"/>
                    <a:pt x="119" y="295"/>
                    <a:pt x="119" y="289"/>
                  </a:cubicBezTo>
                  <a:cubicBezTo>
                    <a:pt x="119" y="225"/>
                    <a:pt x="119" y="225"/>
                    <a:pt x="119" y="225"/>
                  </a:cubicBezTo>
                  <a:cubicBezTo>
                    <a:pt x="123" y="225"/>
                    <a:pt x="127" y="222"/>
                    <a:pt x="129" y="218"/>
                  </a:cubicBezTo>
                  <a:cubicBezTo>
                    <a:pt x="130" y="213"/>
                    <a:pt x="129" y="209"/>
                    <a:pt x="125" y="206"/>
                  </a:cubicBezTo>
                  <a:lnTo>
                    <a:pt x="72" y="163"/>
                  </a:lnTo>
                  <a:close/>
                  <a:moveTo>
                    <a:pt x="65" y="185"/>
                  </a:moveTo>
                  <a:cubicBezTo>
                    <a:pt x="88" y="203"/>
                    <a:pt x="88" y="203"/>
                    <a:pt x="88" y="203"/>
                  </a:cubicBezTo>
                  <a:cubicBezTo>
                    <a:pt x="42" y="203"/>
                    <a:pt x="42" y="203"/>
                    <a:pt x="42" y="203"/>
                  </a:cubicBezTo>
                  <a:lnTo>
                    <a:pt x="65" y="185"/>
                  </a:lnTo>
                  <a:close/>
                  <a:moveTo>
                    <a:pt x="97" y="278"/>
                  </a:moveTo>
                  <a:cubicBezTo>
                    <a:pt x="76" y="278"/>
                    <a:pt x="76" y="278"/>
                    <a:pt x="76" y="278"/>
                  </a:cubicBezTo>
                  <a:cubicBezTo>
                    <a:pt x="76" y="257"/>
                    <a:pt x="76" y="257"/>
                    <a:pt x="76" y="257"/>
                  </a:cubicBezTo>
                  <a:cubicBezTo>
                    <a:pt x="76" y="251"/>
                    <a:pt x="71" y="246"/>
                    <a:pt x="65" y="246"/>
                  </a:cubicBezTo>
                  <a:cubicBezTo>
                    <a:pt x="59" y="246"/>
                    <a:pt x="55" y="251"/>
                    <a:pt x="55" y="257"/>
                  </a:cubicBezTo>
                  <a:cubicBezTo>
                    <a:pt x="55" y="278"/>
                    <a:pt x="55" y="278"/>
                    <a:pt x="55" y="278"/>
                  </a:cubicBezTo>
                  <a:cubicBezTo>
                    <a:pt x="33" y="278"/>
                    <a:pt x="33" y="278"/>
                    <a:pt x="33" y="278"/>
                  </a:cubicBezTo>
                  <a:cubicBezTo>
                    <a:pt x="33" y="225"/>
                    <a:pt x="33" y="225"/>
                    <a:pt x="33" y="225"/>
                  </a:cubicBezTo>
                  <a:cubicBezTo>
                    <a:pt x="97" y="225"/>
                    <a:pt x="97" y="225"/>
                    <a:pt x="97" y="225"/>
                  </a:cubicBezTo>
                  <a:lnTo>
                    <a:pt x="97" y="278"/>
                  </a:lnTo>
                  <a:close/>
                  <a:moveTo>
                    <a:pt x="296" y="206"/>
                  </a:moveTo>
                  <a:cubicBezTo>
                    <a:pt x="243" y="163"/>
                    <a:pt x="243" y="163"/>
                    <a:pt x="243" y="163"/>
                  </a:cubicBezTo>
                  <a:cubicBezTo>
                    <a:pt x="239" y="160"/>
                    <a:pt x="233" y="160"/>
                    <a:pt x="229" y="163"/>
                  </a:cubicBezTo>
                  <a:cubicBezTo>
                    <a:pt x="176" y="206"/>
                    <a:pt x="176" y="206"/>
                    <a:pt x="176" y="206"/>
                  </a:cubicBezTo>
                  <a:cubicBezTo>
                    <a:pt x="172" y="209"/>
                    <a:pt x="171" y="213"/>
                    <a:pt x="173" y="218"/>
                  </a:cubicBezTo>
                  <a:cubicBezTo>
                    <a:pt x="174" y="222"/>
                    <a:pt x="178" y="225"/>
                    <a:pt x="183" y="225"/>
                  </a:cubicBezTo>
                  <a:cubicBezTo>
                    <a:pt x="183" y="289"/>
                    <a:pt x="183" y="289"/>
                    <a:pt x="183" y="289"/>
                  </a:cubicBezTo>
                  <a:cubicBezTo>
                    <a:pt x="183" y="295"/>
                    <a:pt x="187" y="299"/>
                    <a:pt x="193" y="299"/>
                  </a:cubicBezTo>
                  <a:cubicBezTo>
                    <a:pt x="279" y="299"/>
                    <a:pt x="279" y="299"/>
                    <a:pt x="279" y="299"/>
                  </a:cubicBezTo>
                  <a:cubicBezTo>
                    <a:pt x="285" y="299"/>
                    <a:pt x="289" y="295"/>
                    <a:pt x="289" y="289"/>
                  </a:cubicBezTo>
                  <a:cubicBezTo>
                    <a:pt x="289" y="225"/>
                    <a:pt x="289" y="225"/>
                    <a:pt x="289" y="225"/>
                  </a:cubicBezTo>
                  <a:cubicBezTo>
                    <a:pt x="294" y="225"/>
                    <a:pt x="298" y="222"/>
                    <a:pt x="299" y="218"/>
                  </a:cubicBezTo>
                  <a:cubicBezTo>
                    <a:pt x="301" y="213"/>
                    <a:pt x="300" y="209"/>
                    <a:pt x="296" y="206"/>
                  </a:cubicBezTo>
                  <a:close/>
                  <a:moveTo>
                    <a:pt x="236" y="185"/>
                  </a:moveTo>
                  <a:cubicBezTo>
                    <a:pt x="259" y="203"/>
                    <a:pt x="259" y="203"/>
                    <a:pt x="259" y="203"/>
                  </a:cubicBezTo>
                  <a:cubicBezTo>
                    <a:pt x="213" y="203"/>
                    <a:pt x="213" y="203"/>
                    <a:pt x="213" y="203"/>
                  </a:cubicBezTo>
                  <a:lnTo>
                    <a:pt x="236" y="185"/>
                  </a:lnTo>
                  <a:close/>
                  <a:moveTo>
                    <a:pt x="268" y="278"/>
                  </a:moveTo>
                  <a:cubicBezTo>
                    <a:pt x="247" y="278"/>
                    <a:pt x="247" y="278"/>
                    <a:pt x="247" y="278"/>
                  </a:cubicBezTo>
                  <a:cubicBezTo>
                    <a:pt x="247" y="257"/>
                    <a:pt x="247" y="257"/>
                    <a:pt x="247" y="257"/>
                  </a:cubicBezTo>
                  <a:cubicBezTo>
                    <a:pt x="247" y="251"/>
                    <a:pt x="242" y="246"/>
                    <a:pt x="236" y="246"/>
                  </a:cubicBezTo>
                  <a:cubicBezTo>
                    <a:pt x="230" y="246"/>
                    <a:pt x="225" y="251"/>
                    <a:pt x="225" y="257"/>
                  </a:cubicBezTo>
                  <a:cubicBezTo>
                    <a:pt x="225" y="278"/>
                    <a:pt x="225" y="278"/>
                    <a:pt x="225" y="278"/>
                  </a:cubicBezTo>
                  <a:cubicBezTo>
                    <a:pt x="204" y="278"/>
                    <a:pt x="204" y="278"/>
                    <a:pt x="204" y="278"/>
                  </a:cubicBezTo>
                  <a:cubicBezTo>
                    <a:pt x="204" y="225"/>
                    <a:pt x="204" y="225"/>
                    <a:pt x="204" y="225"/>
                  </a:cubicBezTo>
                  <a:cubicBezTo>
                    <a:pt x="268" y="225"/>
                    <a:pt x="268" y="225"/>
                    <a:pt x="268" y="225"/>
                  </a:cubicBezTo>
                  <a:lnTo>
                    <a:pt x="268" y="278"/>
                  </a:lnTo>
                  <a:close/>
                  <a:moveTo>
                    <a:pt x="204" y="129"/>
                  </a:moveTo>
                  <a:cubicBezTo>
                    <a:pt x="204" y="65"/>
                    <a:pt x="204" y="65"/>
                    <a:pt x="204" y="65"/>
                  </a:cubicBezTo>
                  <a:cubicBezTo>
                    <a:pt x="209" y="65"/>
                    <a:pt x="213" y="62"/>
                    <a:pt x="214" y="58"/>
                  </a:cubicBezTo>
                  <a:cubicBezTo>
                    <a:pt x="216" y="53"/>
                    <a:pt x="214" y="48"/>
                    <a:pt x="211" y="46"/>
                  </a:cubicBezTo>
                  <a:cubicBezTo>
                    <a:pt x="157" y="3"/>
                    <a:pt x="157" y="3"/>
                    <a:pt x="157" y="3"/>
                  </a:cubicBezTo>
                  <a:cubicBezTo>
                    <a:pt x="153" y="0"/>
                    <a:pt x="148" y="0"/>
                    <a:pt x="144" y="3"/>
                  </a:cubicBezTo>
                  <a:cubicBezTo>
                    <a:pt x="91" y="46"/>
                    <a:pt x="91" y="46"/>
                    <a:pt x="91" y="46"/>
                  </a:cubicBezTo>
                  <a:cubicBezTo>
                    <a:pt x="87" y="48"/>
                    <a:pt x="86" y="53"/>
                    <a:pt x="87" y="58"/>
                  </a:cubicBezTo>
                  <a:cubicBezTo>
                    <a:pt x="89" y="62"/>
                    <a:pt x="93" y="65"/>
                    <a:pt x="97" y="65"/>
                  </a:cubicBezTo>
                  <a:cubicBezTo>
                    <a:pt x="97" y="129"/>
                    <a:pt x="97" y="129"/>
                    <a:pt x="97" y="129"/>
                  </a:cubicBezTo>
                  <a:cubicBezTo>
                    <a:pt x="97" y="135"/>
                    <a:pt x="102" y="139"/>
                    <a:pt x="108" y="139"/>
                  </a:cubicBezTo>
                  <a:cubicBezTo>
                    <a:pt x="193" y="139"/>
                    <a:pt x="193" y="139"/>
                    <a:pt x="193" y="139"/>
                  </a:cubicBezTo>
                  <a:cubicBezTo>
                    <a:pt x="199" y="139"/>
                    <a:pt x="204" y="135"/>
                    <a:pt x="204" y="129"/>
                  </a:cubicBezTo>
                  <a:close/>
                  <a:moveTo>
                    <a:pt x="151" y="25"/>
                  </a:moveTo>
                  <a:cubicBezTo>
                    <a:pt x="174" y="43"/>
                    <a:pt x="174" y="43"/>
                    <a:pt x="174" y="43"/>
                  </a:cubicBezTo>
                  <a:cubicBezTo>
                    <a:pt x="128" y="43"/>
                    <a:pt x="128" y="43"/>
                    <a:pt x="128" y="43"/>
                  </a:cubicBezTo>
                  <a:lnTo>
                    <a:pt x="151" y="25"/>
                  </a:lnTo>
                  <a:close/>
                  <a:moveTo>
                    <a:pt x="183" y="118"/>
                  </a:moveTo>
                  <a:cubicBezTo>
                    <a:pt x="161" y="118"/>
                    <a:pt x="161" y="118"/>
                    <a:pt x="161" y="118"/>
                  </a:cubicBezTo>
                  <a:cubicBezTo>
                    <a:pt x="161" y="97"/>
                    <a:pt x="161" y="97"/>
                    <a:pt x="161" y="97"/>
                  </a:cubicBezTo>
                  <a:cubicBezTo>
                    <a:pt x="161" y="91"/>
                    <a:pt x="157" y="86"/>
                    <a:pt x="151" y="86"/>
                  </a:cubicBezTo>
                  <a:cubicBezTo>
                    <a:pt x="145" y="86"/>
                    <a:pt x="140" y="91"/>
                    <a:pt x="140" y="97"/>
                  </a:cubicBezTo>
                  <a:cubicBezTo>
                    <a:pt x="140" y="118"/>
                    <a:pt x="140" y="118"/>
                    <a:pt x="140" y="118"/>
                  </a:cubicBezTo>
                  <a:cubicBezTo>
                    <a:pt x="119" y="118"/>
                    <a:pt x="119" y="118"/>
                    <a:pt x="119" y="118"/>
                  </a:cubicBezTo>
                  <a:cubicBezTo>
                    <a:pt x="119" y="65"/>
                    <a:pt x="119" y="65"/>
                    <a:pt x="119" y="65"/>
                  </a:cubicBezTo>
                  <a:cubicBezTo>
                    <a:pt x="183" y="65"/>
                    <a:pt x="183" y="65"/>
                    <a:pt x="183" y="65"/>
                  </a:cubicBezTo>
                  <a:lnTo>
                    <a:pt x="183" y="11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112" name="Group 29"/>
          <p:cNvGrpSpPr>
            <a:grpSpLocks noChangeAspect="1"/>
          </p:cNvGrpSpPr>
          <p:nvPr/>
        </p:nvGrpSpPr>
        <p:grpSpPr bwMode="auto">
          <a:xfrm>
            <a:off x="3428789" y="2570936"/>
            <a:ext cx="301823" cy="301823"/>
            <a:chOff x="2077" y="567"/>
            <a:chExt cx="234" cy="234"/>
          </a:xfrm>
          <a:solidFill>
            <a:schemeClr val="bg1"/>
          </a:solidFill>
        </p:grpSpPr>
        <p:sp>
          <p:nvSpPr>
            <p:cNvPr id="113" name="Freeform 30"/>
            <p:cNvSpPr>
              <a:spLocks noEditPoints="1"/>
            </p:cNvSpPr>
            <p:nvPr/>
          </p:nvSpPr>
          <p:spPr bwMode="auto">
            <a:xfrm>
              <a:off x="2077" y="567"/>
              <a:ext cx="234" cy="234"/>
            </a:xfrm>
            <a:custGeom>
              <a:avLst/>
              <a:gdLst>
                <a:gd name="T0" fmla="*/ 97 w 194"/>
                <a:gd name="T1" fmla="*/ 8 h 194"/>
                <a:gd name="T2" fmla="*/ 186 w 194"/>
                <a:gd name="T3" fmla="*/ 97 h 194"/>
                <a:gd name="T4" fmla="*/ 97 w 194"/>
                <a:gd name="T5" fmla="*/ 186 h 194"/>
                <a:gd name="T6" fmla="*/ 8 w 194"/>
                <a:gd name="T7" fmla="*/ 97 h 194"/>
                <a:gd name="T8" fmla="*/ 97 w 194"/>
                <a:gd name="T9" fmla="*/ 8 h 194"/>
                <a:gd name="T10" fmla="*/ 97 w 194"/>
                <a:gd name="T11" fmla="*/ 0 h 194"/>
                <a:gd name="T12" fmla="*/ 0 w 194"/>
                <a:gd name="T13" fmla="*/ 97 h 194"/>
                <a:gd name="T14" fmla="*/ 97 w 194"/>
                <a:gd name="T15" fmla="*/ 194 h 194"/>
                <a:gd name="T16" fmla="*/ 194 w 194"/>
                <a:gd name="T17" fmla="*/ 97 h 194"/>
                <a:gd name="T18" fmla="*/ 97 w 194"/>
                <a:gd name="T19"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194">
                  <a:moveTo>
                    <a:pt x="97" y="8"/>
                  </a:moveTo>
                  <a:cubicBezTo>
                    <a:pt x="146" y="8"/>
                    <a:pt x="186" y="48"/>
                    <a:pt x="186" y="97"/>
                  </a:cubicBezTo>
                  <a:cubicBezTo>
                    <a:pt x="186" y="146"/>
                    <a:pt x="146" y="186"/>
                    <a:pt x="97" y="186"/>
                  </a:cubicBezTo>
                  <a:cubicBezTo>
                    <a:pt x="48" y="186"/>
                    <a:pt x="8" y="146"/>
                    <a:pt x="8" y="97"/>
                  </a:cubicBezTo>
                  <a:cubicBezTo>
                    <a:pt x="8" y="48"/>
                    <a:pt x="48" y="8"/>
                    <a:pt x="97" y="8"/>
                  </a:cubicBezTo>
                  <a:moveTo>
                    <a:pt x="97" y="0"/>
                  </a:moveTo>
                  <a:cubicBezTo>
                    <a:pt x="43" y="0"/>
                    <a:pt x="0" y="43"/>
                    <a:pt x="0" y="97"/>
                  </a:cubicBezTo>
                  <a:cubicBezTo>
                    <a:pt x="0" y="151"/>
                    <a:pt x="43" y="194"/>
                    <a:pt x="97" y="194"/>
                  </a:cubicBezTo>
                  <a:cubicBezTo>
                    <a:pt x="151" y="194"/>
                    <a:pt x="194" y="151"/>
                    <a:pt x="194" y="97"/>
                  </a:cubicBezTo>
                  <a:cubicBezTo>
                    <a:pt x="194" y="43"/>
                    <a:pt x="151" y="0"/>
                    <a:pt x="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14" name="Freeform 31"/>
            <p:cNvSpPr>
              <a:spLocks noEditPoints="1"/>
            </p:cNvSpPr>
            <p:nvPr/>
          </p:nvSpPr>
          <p:spPr bwMode="auto">
            <a:xfrm>
              <a:off x="2118" y="608"/>
              <a:ext cx="152" cy="129"/>
            </a:xfrm>
            <a:custGeom>
              <a:avLst/>
              <a:gdLst>
                <a:gd name="T0" fmla="*/ 91 w 126"/>
                <a:gd name="T1" fmla="*/ 19 h 107"/>
                <a:gd name="T2" fmla="*/ 87 w 126"/>
                <a:gd name="T3" fmla="*/ 0 h 107"/>
                <a:gd name="T4" fmla="*/ 35 w 126"/>
                <a:gd name="T5" fmla="*/ 6 h 107"/>
                <a:gd name="T6" fmla="*/ 6 w 126"/>
                <a:gd name="T7" fmla="*/ 19 h 107"/>
                <a:gd name="T8" fmla="*/ 0 w 126"/>
                <a:gd name="T9" fmla="*/ 104 h 107"/>
                <a:gd name="T10" fmla="*/ 120 w 126"/>
                <a:gd name="T11" fmla="*/ 107 h 107"/>
                <a:gd name="T12" fmla="*/ 126 w 126"/>
                <a:gd name="T13" fmla="*/ 22 h 107"/>
                <a:gd name="T14" fmla="*/ 35 w 126"/>
                <a:gd name="T15" fmla="*/ 100 h 107"/>
                <a:gd name="T16" fmla="*/ 26 w 126"/>
                <a:gd name="T17" fmla="*/ 87 h 107"/>
                <a:gd name="T18" fmla="*/ 19 w 126"/>
                <a:gd name="T19" fmla="*/ 87 h 107"/>
                <a:gd name="T20" fmla="*/ 11 w 126"/>
                <a:gd name="T21" fmla="*/ 100 h 107"/>
                <a:gd name="T22" fmla="*/ 35 w 126"/>
                <a:gd name="T23" fmla="*/ 26 h 107"/>
                <a:gd name="T24" fmla="*/ 83 w 126"/>
                <a:gd name="T25" fmla="*/ 100 h 107"/>
                <a:gd name="T26" fmla="*/ 58 w 126"/>
                <a:gd name="T27" fmla="*/ 87 h 107"/>
                <a:gd name="T28" fmla="*/ 52 w 126"/>
                <a:gd name="T29" fmla="*/ 87 h 107"/>
                <a:gd name="T30" fmla="*/ 43 w 126"/>
                <a:gd name="T31" fmla="*/ 100 h 107"/>
                <a:gd name="T32" fmla="*/ 83 w 126"/>
                <a:gd name="T33" fmla="*/ 11 h 107"/>
                <a:gd name="T34" fmla="*/ 115 w 126"/>
                <a:gd name="T35" fmla="*/ 100 h 107"/>
                <a:gd name="T36" fmla="*/ 107 w 126"/>
                <a:gd name="T37" fmla="*/ 87 h 107"/>
                <a:gd name="T38" fmla="*/ 100 w 126"/>
                <a:gd name="T39" fmla="*/ 87 h 107"/>
                <a:gd name="T40" fmla="*/ 91 w 126"/>
                <a:gd name="T41" fmla="*/ 100 h 107"/>
                <a:gd name="T42" fmla="*/ 115 w 126"/>
                <a:gd name="T43" fmla="*/ 26 h 107"/>
                <a:gd name="T44" fmla="*/ 18 w 126"/>
                <a:gd name="T45" fmla="*/ 71 h 107"/>
                <a:gd name="T46" fmla="*/ 26 w 126"/>
                <a:gd name="T47" fmla="*/ 71 h 107"/>
                <a:gd name="T48" fmla="*/ 18 w 126"/>
                <a:gd name="T49" fmla="*/ 71 h 107"/>
                <a:gd name="T50" fmla="*/ 22 w 126"/>
                <a:gd name="T51" fmla="*/ 51 h 107"/>
                <a:gd name="T52" fmla="*/ 22 w 126"/>
                <a:gd name="T53" fmla="*/ 59 h 107"/>
                <a:gd name="T54" fmla="*/ 18 w 126"/>
                <a:gd name="T55" fmla="*/ 39 h 107"/>
                <a:gd name="T56" fmla="*/ 26 w 126"/>
                <a:gd name="T57" fmla="*/ 39 h 107"/>
                <a:gd name="T58" fmla="*/ 18 w 126"/>
                <a:gd name="T59" fmla="*/ 39 h 107"/>
                <a:gd name="T60" fmla="*/ 55 w 126"/>
                <a:gd name="T61" fmla="*/ 67 h 107"/>
                <a:gd name="T62" fmla="*/ 55 w 126"/>
                <a:gd name="T63" fmla="*/ 75 h 107"/>
                <a:gd name="T64" fmla="*/ 51 w 126"/>
                <a:gd name="T65" fmla="*/ 55 h 107"/>
                <a:gd name="T66" fmla="*/ 59 w 126"/>
                <a:gd name="T67" fmla="*/ 55 h 107"/>
                <a:gd name="T68" fmla="*/ 51 w 126"/>
                <a:gd name="T69" fmla="*/ 55 h 107"/>
                <a:gd name="T70" fmla="*/ 55 w 126"/>
                <a:gd name="T71" fmla="*/ 35 h 107"/>
                <a:gd name="T72" fmla="*/ 55 w 126"/>
                <a:gd name="T73" fmla="*/ 43 h 107"/>
                <a:gd name="T74" fmla="*/ 67 w 126"/>
                <a:gd name="T75" fmla="*/ 71 h 107"/>
                <a:gd name="T76" fmla="*/ 75 w 126"/>
                <a:gd name="T77" fmla="*/ 71 h 107"/>
                <a:gd name="T78" fmla="*/ 67 w 126"/>
                <a:gd name="T79" fmla="*/ 71 h 107"/>
                <a:gd name="T80" fmla="*/ 71 w 126"/>
                <a:gd name="T81" fmla="*/ 51 h 107"/>
                <a:gd name="T82" fmla="*/ 71 w 126"/>
                <a:gd name="T83" fmla="*/ 59 h 107"/>
                <a:gd name="T84" fmla="*/ 67 w 126"/>
                <a:gd name="T85" fmla="*/ 39 h 107"/>
                <a:gd name="T86" fmla="*/ 75 w 126"/>
                <a:gd name="T87" fmla="*/ 39 h 107"/>
                <a:gd name="T88" fmla="*/ 67 w 126"/>
                <a:gd name="T89" fmla="*/ 39 h 107"/>
                <a:gd name="T90" fmla="*/ 104 w 126"/>
                <a:gd name="T91" fmla="*/ 67 h 107"/>
                <a:gd name="T92" fmla="*/ 104 w 126"/>
                <a:gd name="T93" fmla="*/ 75 h 107"/>
                <a:gd name="T94" fmla="*/ 100 w 126"/>
                <a:gd name="T95" fmla="*/ 55 h 107"/>
                <a:gd name="T96" fmla="*/ 108 w 126"/>
                <a:gd name="T97" fmla="*/ 55 h 107"/>
                <a:gd name="T98" fmla="*/ 100 w 126"/>
                <a:gd name="T99" fmla="*/ 55 h 107"/>
                <a:gd name="T100" fmla="*/ 104 w 126"/>
                <a:gd name="T101" fmla="*/ 35 h 107"/>
                <a:gd name="T102" fmla="*/ 104 w 126"/>
                <a:gd name="T103" fmla="*/ 43 h 107"/>
                <a:gd name="T104" fmla="*/ 51 w 126"/>
                <a:gd name="T105" fmla="*/ 22 h 107"/>
                <a:gd name="T106" fmla="*/ 59 w 126"/>
                <a:gd name="T107" fmla="*/ 22 h 107"/>
                <a:gd name="T108" fmla="*/ 51 w 126"/>
                <a:gd name="T109" fmla="*/ 22 h 107"/>
                <a:gd name="T110" fmla="*/ 71 w 126"/>
                <a:gd name="T111" fmla="*/ 18 h 107"/>
                <a:gd name="T112" fmla="*/ 71 w 126"/>
                <a:gd name="T113"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107">
                  <a:moveTo>
                    <a:pt x="120" y="19"/>
                  </a:moveTo>
                  <a:cubicBezTo>
                    <a:pt x="91" y="19"/>
                    <a:pt x="91" y="19"/>
                    <a:pt x="91" y="19"/>
                  </a:cubicBezTo>
                  <a:cubicBezTo>
                    <a:pt x="91" y="6"/>
                    <a:pt x="91" y="6"/>
                    <a:pt x="91" y="6"/>
                  </a:cubicBezTo>
                  <a:cubicBezTo>
                    <a:pt x="91" y="4"/>
                    <a:pt x="90" y="0"/>
                    <a:pt x="87" y="0"/>
                  </a:cubicBezTo>
                  <a:cubicBezTo>
                    <a:pt x="39" y="0"/>
                    <a:pt x="39" y="0"/>
                    <a:pt x="39" y="0"/>
                  </a:cubicBezTo>
                  <a:cubicBezTo>
                    <a:pt x="36" y="0"/>
                    <a:pt x="35" y="4"/>
                    <a:pt x="35" y="6"/>
                  </a:cubicBezTo>
                  <a:cubicBezTo>
                    <a:pt x="35" y="19"/>
                    <a:pt x="35" y="19"/>
                    <a:pt x="35" y="19"/>
                  </a:cubicBezTo>
                  <a:cubicBezTo>
                    <a:pt x="6" y="19"/>
                    <a:pt x="6" y="19"/>
                    <a:pt x="6" y="19"/>
                  </a:cubicBezTo>
                  <a:cubicBezTo>
                    <a:pt x="4" y="19"/>
                    <a:pt x="0" y="20"/>
                    <a:pt x="0" y="22"/>
                  </a:cubicBezTo>
                  <a:cubicBezTo>
                    <a:pt x="0" y="104"/>
                    <a:pt x="0" y="104"/>
                    <a:pt x="0" y="104"/>
                  </a:cubicBezTo>
                  <a:cubicBezTo>
                    <a:pt x="0" y="106"/>
                    <a:pt x="4" y="107"/>
                    <a:pt x="6" y="107"/>
                  </a:cubicBezTo>
                  <a:cubicBezTo>
                    <a:pt x="120" y="107"/>
                    <a:pt x="120" y="107"/>
                    <a:pt x="120" y="107"/>
                  </a:cubicBezTo>
                  <a:cubicBezTo>
                    <a:pt x="122" y="107"/>
                    <a:pt x="126" y="106"/>
                    <a:pt x="126" y="104"/>
                  </a:cubicBezTo>
                  <a:cubicBezTo>
                    <a:pt x="126" y="22"/>
                    <a:pt x="126" y="22"/>
                    <a:pt x="126" y="22"/>
                  </a:cubicBezTo>
                  <a:cubicBezTo>
                    <a:pt x="126" y="20"/>
                    <a:pt x="122" y="19"/>
                    <a:pt x="120" y="19"/>
                  </a:cubicBezTo>
                  <a:close/>
                  <a:moveTo>
                    <a:pt x="35" y="100"/>
                  </a:moveTo>
                  <a:cubicBezTo>
                    <a:pt x="26" y="100"/>
                    <a:pt x="26" y="100"/>
                    <a:pt x="26" y="100"/>
                  </a:cubicBezTo>
                  <a:cubicBezTo>
                    <a:pt x="26" y="87"/>
                    <a:pt x="26" y="87"/>
                    <a:pt x="26" y="87"/>
                  </a:cubicBezTo>
                  <a:cubicBezTo>
                    <a:pt x="26" y="85"/>
                    <a:pt x="25" y="83"/>
                    <a:pt x="22" y="83"/>
                  </a:cubicBezTo>
                  <a:cubicBezTo>
                    <a:pt x="20" y="83"/>
                    <a:pt x="19" y="85"/>
                    <a:pt x="19" y="87"/>
                  </a:cubicBezTo>
                  <a:cubicBezTo>
                    <a:pt x="19" y="100"/>
                    <a:pt x="19" y="100"/>
                    <a:pt x="19" y="100"/>
                  </a:cubicBezTo>
                  <a:cubicBezTo>
                    <a:pt x="11" y="100"/>
                    <a:pt x="11" y="100"/>
                    <a:pt x="11" y="100"/>
                  </a:cubicBezTo>
                  <a:cubicBezTo>
                    <a:pt x="11" y="26"/>
                    <a:pt x="11" y="26"/>
                    <a:pt x="11" y="26"/>
                  </a:cubicBezTo>
                  <a:cubicBezTo>
                    <a:pt x="35" y="26"/>
                    <a:pt x="35" y="26"/>
                    <a:pt x="35" y="26"/>
                  </a:cubicBezTo>
                  <a:lnTo>
                    <a:pt x="35" y="100"/>
                  </a:lnTo>
                  <a:close/>
                  <a:moveTo>
                    <a:pt x="83" y="100"/>
                  </a:moveTo>
                  <a:cubicBezTo>
                    <a:pt x="58" y="100"/>
                    <a:pt x="58" y="100"/>
                    <a:pt x="58" y="100"/>
                  </a:cubicBezTo>
                  <a:cubicBezTo>
                    <a:pt x="58" y="87"/>
                    <a:pt x="58" y="87"/>
                    <a:pt x="58" y="87"/>
                  </a:cubicBezTo>
                  <a:cubicBezTo>
                    <a:pt x="58" y="85"/>
                    <a:pt x="57" y="83"/>
                    <a:pt x="55" y="83"/>
                  </a:cubicBezTo>
                  <a:cubicBezTo>
                    <a:pt x="53" y="83"/>
                    <a:pt x="52" y="85"/>
                    <a:pt x="52" y="87"/>
                  </a:cubicBezTo>
                  <a:cubicBezTo>
                    <a:pt x="52" y="100"/>
                    <a:pt x="52" y="100"/>
                    <a:pt x="52" y="100"/>
                  </a:cubicBezTo>
                  <a:cubicBezTo>
                    <a:pt x="43" y="100"/>
                    <a:pt x="43" y="100"/>
                    <a:pt x="43" y="100"/>
                  </a:cubicBezTo>
                  <a:cubicBezTo>
                    <a:pt x="43" y="11"/>
                    <a:pt x="43" y="11"/>
                    <a:pt x="43" y="11"/>
                  </a:cubicBezTo>
                  <a:cubicBezTo>
                    <a:pt x="83" y="11"/>
                    <a:pt x="83" y="11"/>
                    <a:pt x="83" y="11"/>
                  </a:cubicBezTo>
                  <a:lnTo>
                    <a:pt x="83" y="100"/>
                  </a:lnTo>
                  <a:close/>
                  <a:moveTo>
                    <a:pt x="115" y="100"/>
                  </a:moveTo>
                  <a:cubicBezTo>
                    <a:pt x="107" y="100"/>
                    <a:pt x="107" y="100"/>
                    <a:pt x="107" y="100"/>
                  </a:cubicBezTo>
                  <a:cubicBezTo>
                    <a:pt x="107" y="87"/>
                    <a:pt x="107" y="87"/>
                    <a:pt x="107" y="87"/>
                  </a:cubicBezTo>
                  <a:cubicBezTo>
                    <a:pt x="107" y="85"/>
                    <a:pt x="106" y="83"/>
                    <a:pt x="104" y="83"/>
                  </a:cubicBezTo>
                  <a:cubicBezTo>
                    <a:pt x="101" y="83"/>
                    <a:pt x="100" y="85"/>
                    <a:pt x="100" y="87"/>
                  </a:cubicBezTo>
                  <a:cubicBezTo>
                    <a:pt x="100" y="100"/>
                    <a:pt x="100" y="100"/>
                    <a:pt x="100" y="100"/>
                  </a:cubicBezTo>
                  <a:cubicBezTo>
                    <a:pt x="91" y="100"/>
                    <a:pt x="91" y="100"/>
                    <a:pt x="91" y="100"/>
                  </a:cubicBezTo>
                  <a:cubicBezTo>
                    <a:pt x="91" y="26"/>
                    <a:pt x="91" y="26"/>
                    <a:pt x="91" y="26"/>
                  </a:cubicBezTo>
                  <a:cubicBezTo>
                    <a:pt x="115" y="26"/>
                    <a:pt x="115" y="26"/>
                    <a:pt x="115" y="26"/>
                  </a:cubicBezTo>
                  <a:lnTo>
                    <a:pt x="115" y="100"/>
                  </a:lnTo>
                  <a:close/>
                  <a:moveTo>
                    <a:pt x="18" y="71"/>
                  </a:moveTo>
                  <a:cubicBezTo>
                    <a:pt x="18" y="69"/>
                    <a:pt x="20" y="67"/>
                    <a:pt x="22" y="67"/>
                  </a:cubicBezTo>
                  <a:cubicBezTo>
                    <a:pt x="25" y="67"/>
                    <a:pt x="26" y="69"/>
                    <a:pt x="26" y="71"/>
                  </a:cubicBezTo>
                  <a:cubicBezTo>
                    <a:pt x="26" y="73"/>
                    <a:pt x="25" y="75"/>
                    <a:pt x="22" y="75"/>
                  </a:cubicBezTo>
                  <a:cubicBezTo>
                    <a:pt x="20" y="75"/>
                    <a:pt x="18" y="73"/>
                    <a:pt x="18" y="71"/>
                  </a:cubicBezTo>
                  <a:close/>
                  <a:moveTo>
                    <a:pt x="18" y="55"/>
                  </a:moveTo>
                  <a:cubicBezTo>
                    <a:pt x="18" y="53"/>
                    <a:pt x="20" y="51"/>
                    <a:pt x="22" y="51"/>
                  </a:cubicBezTo>
                  <a:cubicBezTo>
                    <a:pt x="25" y="51"/>
                    <a:pt x="26" y="53"/>
                    <a:pt x="26" y="55"/>
                  </a:cubicBezTo>
                  <a:cubicBezTo>
                    <a:pt x="26" y="57"/>
                    <a:pt x="25" y="59"/>
                    <a:pt x="22" y="59"/>
                  </a:cubicBezTo>
                  <a:cubicBezTo>
                    <a:pt x="20" y="59"/>
                    <a:pt x="18" y="57"/>
                    <a:pt x="18" y="55"/>
                  </a:cubicBezTo>
                  <a:close/>
                  <a:moveTo>
                    <a:pt x="18" y="39"/>
                  </a:moveTo>
                  <a:cubicBezTo>
                    <a:pt x="18" y="36"/>
                    <a:pt x="20" y="35"/>
                    <a:pt x="22" y="35"/>
                  </a:cubicBezTo>
                  <a:cubicBezTo>
                    <a:pt x="25" y="35"/>
                    <a:pt x="26" y="36"/>
                    <a:pt x="26" y="39"/>
                  </a:cubicBezTo>
                  <a:cubicBezTo>
                    <a:pt x="26" y="41"/>
                    <a:pt x="25" y="43"/>
                    <a:pt x="22" y="43"/>
                  </a:cubicBezTo>
                  <a:cubicBezTo>
                    <a:pt x="20" y="43"/>
                    <a:pt x="18" y="41"/>
                    <a:pt x="18" y="39"/>
                  </a:cubicBezTo>
                  <a:close/>
                  <a:moveTo>
                    <a:pt x="51" y="71"/>
                  </a:moveTo>
                  <a:cubicBezTo>
                    <a:pt x="51" y="69"/>
                    <a:pt x="53" y="67"/>
                    <a:pt x="55" y="67"/>
                  </a:cubicBezTo>
                  <a:cubicBezTo>
                    <a:pt x="57" y="67"/>
                    <a:pt x="59" y="69"/>
                    <a:pt x="59" y="71"/>
                  </a:cubicBezTo>
                  <a:cubicBezTo>
                    <a:pt x="59" y="73"/>
                    <a:pt x="57" y="75"/>
                    <a:pt x="55" y="75"/>
                  </a:cubicBezTo>
                  <a:cubicBezTo>
                    <a:pt x="53" y="75"/>
                    <a:pt x="51" y="73"/>
                    <a:pt x="51" y="71"/>
                  </a:cubicBezTo>
                  <a:close/>
                  <a:moveTo>
                    <a:pt x="51" y="55"/>
                  </a:moveTo>
                  <a:cubicBezTo>
                    <a:pt x="51" y="53"/>
                    <a:pt x="53" y="51"/>
                    <a:pt x="55" y="51"/>
                  </a:cubicBezTo>
                  <a:cubicBezTo>
                    <a:pt x="57" y="51"/>
                    <a:pt x="59" y="53"/>
                    <a:pt x="59" y="55"/>
                  </a:cubicBezTo>
                  <a:cubicBezTo>
                    <a:pt x="59" y="57"/>
                    <a:pt x="57" y="59"/>
                    <a:pt x="55" y="59"/>
                  </a:cubicBezTo>
                  <a:cubicBezTo>
                    <a:pt x="53" y="59"/>
                    <a:pt x="51" y="57"/>
                    <a:pt x="51" y="55"/>
                  </a:cubicBezTo>
                  <a:close/>
                  <a:moveTo>
                    <a:pt x="51" y="39"/>
                  </a:moveTo>
                  <a:cubicBezTo>
                    <a:pt x="51" y="36"/>
                    <a:pt x="53" y="35"/>
                    <a:pt x="55" y="35"/>
                  </a:cubicBezTo>
                  <a:cubicBezTo>
                    <a:pt x="57" y="35"/>
                    <a:pt x="59" y="36"/>
                    <a:pt x="59" y="39"/>
                  </a:cubicBezTo>
                  <a:cubicBezTo>
                    <a:pt x="59" y="41"/>
                    <a:pt x="57" y="43"/>
                    <a:pt x="55" y="43"/>
                  </a:cubicBezTo>
                  <a:cubicBezTo>
                    <a:pt x="53" y="43"/>
                    <a:pt x="51" y="41"/>
                    <a:pt x="51" y="39"/>
                  </a:cubicBezTo>
                  <a:close/>
                  <a:moveTo>
                    <a:pt x="67" y="71"/>
                  </a:moveTo>
                  <a:cubicBezTo>
                    <a:pt x="67" y="69"/>
                    <a:pt x="69" y="67"/>
                    <a:pt x="71" y="67"/>
                  </a:cubicBezTo>
                  <a:cubicBezTo>
                    <a:pt x="73" y="67"/>
                    <a:pt x="75" y="69"/>
                    <a:pt x="75" y="71"/>
                  </a:cubicBezTo>
                  <a:cubicBezTo>
                    <a:pt x="75" y="73"/>
                    <a:pt x="73" y="75"/>
                    <a:pt x="71" y="75"/>
                  </a:cubicBezTo>
                  <a:cubicBezTo>
                    <a:pt x="69" y="75"/>
                    <a:pt x="67" y="73"/>
                    <a:pt x="67" y="71"/>
                  </a:cubicBezTo>
                  <a:close/>
                  <a:moveTo>
                    <a:pt x="67" y="55"/>
                  </a:moveTo>
                  <a:cubicBezTo>
                    <a:pt x="67" y="53"/>
                    <a:pt x="69" y="51"/>
                    <a:pt x="71" y="51"/>
                  </a:cubicBezTo>
                  <a:cubicBezTo>
                    <a:pt x="73" y="51"/>
                    <a:pt x="75" y="53"/>
                    <a:pt x="75" y="55"/>
                  </a:cubicBezTo>
                  <a:cubicBezTo>
                    <a:pt x="75" y="57"/>
                    <a:pt x="73" y="59"/>
                    <a:pt x="71" y="59"/>
                  </a:cubicBezTo>
                  <a:cubicBezTo>
                    <a:pt x="69" y="59"/>
                    <a:pt x="67" y="57"/>
                    <a:pt x="67" y="55"/>
                  </a:cubicBezTo>
                  <a:close/>
                  <a:moveTo>
                    <a:pt x="67" y="39"/>
                  </a:moveTo>
                  <a:cubicBezTo>
                    <a:pt x="67" y="36"/>
                    <a:pt x="69" y="35"/>
                    <a:pt x="71" y="35"/>
                  </a:cubicBezTo>
                  <a:cubicBezTo>
                    <a:pt x="73" y="35"/>
                    <a:pt x="75" y="36"/>
                    <a:pt x="75" y="39"/>
                  </a:cubicBezTo>
                  <a:cubicBezTo>
                    <a:pt x="75" y="41"/>
                    <a:pt x="73" y="43"/>
                    <a:pt x="71" y="43"/>
                  </a:cubicBezTo>
                  <a:cubicBezTo>
                    <a:pt x="69" y="43"/>
                    <a:pt x="67" y="41"/>
                    <a:pt x="67" y="39"/>
                  </a:cubicBezTo>
                  <a:close/>
                  <a:moveTo>
                    <a:pt x="100" y="71"/>
                  </a:moveTo>
                  <a:cubicBezTo>
                    <a:pt x="100" y="69"/>
                    <a:pt x="101" y="67"/>
                    <a:pt x="104" y="67"/>
                  </a:cubicBezTo>
                  <a:cubicBezTo>
                    <a:pt x="106" y="67"/>
                    <a:pt x="108" y="69"/>
                    <a:pt x="108" y="71"/>
                  </a:cubicBezTo>
                  <a:cubicBezTo>
                    <a:pt x="108" y="73"/>
                    <a:pt x="106" y="75"/>
                    <a:pt x="104" y="75"/>
                  </a:cubicBezTo>
                  <a:cubicBezTo>
                    <a:pt x="101" y="75"/>
                    <a:pt x="100" y="73"/>
                    <a:pt x="100" y="71"/>
                  </a:cubicBezTo>
                  <a:close/>
                  <a:moveTo>
                    <a:pt x="100" y="55"/>
                  </a:moveTo>
                  <a:cubicBezTo>
                    <a:pt x="100" y="53"/>
                    <a:pt x="101" y="51"/>
                    <a:pt x="104" y="51"/>
                  </a:cubicBezTo>
                  <a:cubicBezTo>
                    <a:pt x="106" y="51"/>
                    <a:pt x="108" y="53"/>
                    <a:pt x="108" y="55"/>
                  </a:cubicBezTo>
                  <a:cubicBezTo>
                    <a:pt x="108" y="57"/>
                    <a:pt x="106" y="59"/>
                    <a:pt x="104" y="59"/>
                  </a:cubicBezTo>
                  <a:cubicBezTo>
                    <a:pt x="101" y="59"/>
                    <a:pt x="100" y="57"/>
                    <a:pt x="100" y="55"/>
                  </a:cubicBezTo>
                  <a:close/>
                  <a:moveTo>
                    <a:pt x="100" y="39"/>
                  </a:moveTo>
                  <a:cubicBezTo>
                    <a:pt x="100" y="36"/>
                    <a:pt x="101" y="35"/>
                    <a:pt x="104" y="35"/>
                  </a:cubicBezTo>
                  <a:cubicBezTo>
                    <a:pt x="106" y="35"/>
                    <a:pt x="108" y="36"/>
                    <a:pt x="108" y="39"/>
                  </a:cubicBezTo>
                  <a:cubicBezTo>
                    <a:pt x="108" y="41"/>
                    <a:pt x="106" y="43"/>
                    <a:pt x="104" y="43"/>
                  </a:cubicBezTo>
                  <a:cubicBezTo>
                    <a:pt x="101" y="43"/>
                    <a:pt x="100" y="41"/>
                    <a:pt x="100" y="39"/>
                  </a:cubicBezTo>
                  <a:close/>
                  <a:moveTo>
                    <a:pt x="51" y="22"/>
                  </a:moveTo>
                  <a:cubicBezTo>
                    <a:pt x="51" y="20"/>
                    <a:pt x="53" y="18"/>
                    <a:pt x="55" y="18"/>
                  </a:cubicBezTo>
                  <a:cubicBezTo>
                    <a:pt x="57" y="18"/>
                    <a:pt x="59" y="20"/>
                    <a:pt x="59" y="22"/>
                  </a:cubicBezTo>
                  <a:cubicBezTo>
                    <a:pt x="59" y="25"/>
                    <a:pt x="57" y="26"/>
                    <a:pt x="55" y="26"/>
                  </a:cubicBezTo>
                  <a:cubicBezTo>
                    <a:pt x="53" y="26"/>
                    <a:pt x="51" y="25"/>
                    <a:pt x="51" y="22"/>
                  </a:cubicBezTo>
                  <a:close/>
                  <a:moveTo>
                    <a:pt x="67" y="22"/>
                  </a:moveTo>
                  <a:cubicBezTo>
                    <a:pt x="67" y="20"/>
                    <a:pt x="69" y="18"/>
                    <a:pt x="71" y="18"/>
                  </a:cubicBezTo>
                  <a:cubicBezTo>
                    <a:pt x="73" y="18"/>
                    <a:pt x="75" y="20"/>
                    <a:pt x="75" y="22"/>
                  </a:cubicBezTo>
                  <a:cubicBezTo>
                    <a:pt x="75" y="25"/>
                    <a:pt x="73" y="26"/>
                    <a:pt x="71" y="26"/>
                  </a:cubicBezTo>
                  <a:cubicBezTo>
                    <a:pt x="69" y="26"/>
                    <a:pt x="67" y="25"/>
                    <a:pt x="67"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115" name="Group 114"/>
          <p:cNvGrpSpPr>
            <a:grpSpLocks noChangeAspect="1"/>
          </p:cNvGrpSpPr>
          <p:nvPr/>
        </p:nvGrpSpPr>
        <p:grpSpPr bwMode="auto">
          <a:xfrm>
            <a:off x="2690808" y="3101110"/>
            <a:ext cx="299830" cy="299830"/>
            <a:chOff x="1925" y="6"/>
            <a:chExt cx="340" cy="340"/>
          </a:xfrm>
          <a:solidFill>
            <a:schemeClr val="bg1"/>
          </a:solidFill>
        </p:grpSpPr>
        <p:sp>
          <p:nvSpPr>
            <p:cNvPr id="116" name="Freeform 115"/>
            <p:cNvSpPr>
              <a:spLocks noEditPoints="1"/>
            </p:cNvSpPr>
            <p:nvPr/>
          </p:nvSpPr>
          <p:spPr bwMode="auto">
            <a:xfrm>
              <a:off x="2017" y="70"/>
              <a:ext cx="156" cy="212"/>
            </a:xfrm>
            <a:custGeom>
              <a:avLst/>
              <a:gdLst>
                <a:gd name="T0" fmla="*/ 90 w 235"/>
                <a:gd name="T1" fmla="*/ 215 h 320"/>
                <a:gd name="T2" fmla="*/ 107 w 235"/>
                <a:gd name="T3" fmla="*/ 224 h 320"/>
                <a:gd name="T4" fmla="*/ 96 w 235"/>
                <a:gd name="T5" fmla="*/ 234 h 320"/>
                <a:gd name="T6" fmla="*/ 92 w 235"/>
                <a:gd name="T7" fmla="*/ 276 h 320"/>
                <a:gd name="T8" fmla="*/ 106 w 235"/>
                <a:gd name="T9" fmla="*/ 270 h 320"/>
                <a:gd name="T10" fmla="*/ 92 w 235"/>
                <a:gd name="T11" fmla="*/ 257 h 320"/>
                <a:gd name="T12" fmla="*/ 87 w 235"/>
                <a:gd name="T13" fmla="*/ 270 h 320"/>
                <a:gd name="T14" fmla="*/ 58 w 235"/>
                <a:gd name="T15" fmla="*/ 233 h 320"/>
                <a:gd name="T16" fmla="*/ 61 w 235"/>
                <a:gd name="T17" fmla="*/ 216 h 320"/>
                <a:gd name="T18" fmla="*/ 44 w 235"/>
                <a:gd name="T19" fmla="*/ 228 h 320"/>
                <a:gd name="T20" fmla="*/ 63 w 235"/>
                <a:gd name="T21" fmla="*/ 185 h 320"/>
                <a:gd name="T22" fmla="*/ 58 w 235"/>
                <a:gd name="T23" fmla="*/ 171 h 320"/>
                <a:gd name="T24" fmla="*/ 43 w 235"/>
                <a:gd name="T25" fmla="*/ 181 h 320"/>
                <a:gd name="T26" fmla="*/ 96 w 235"/>
                <a:gd name="T27" fmla="*/ 192 h 320"/>
                <a:gd name="T28" fmla="*/ 106 w 235"/>
                <a:gd name="T29" fmla="*/ 177 h 320"/>
                <a:gd name="T30" fmla="*/ 86 w 235"/>
                <a:gd name="T31" fmla="*/ 181 h 320"/>
                <a:gd name="T32" fmla="*/ 92 w 235"/>
                <a:gd name="T33" fmla="*/ 148 h 320"/>
                <a:gd name="T34" fmla="*/ 107 w 235"/>
                <a:gd name="T35" fmla="*/ 138 h 320"/>
                <a:gd name="T36" fmla="*/ 98 w 235"/>
                <a:gd name="T37" fmla="*/ 128 h 320"/>
                <a:gd name="T38" fmla="*/ 87 w 235"/>
                <a:gd name="T39" fmla="*/ 142 h 320"/>
                <a:gd name="T40" fmla="*/ 58 w 235"/>
                <a:gd name="T41" fmla="*/ 148 h 320"/>
                <a:gd name="T42" fmla="*/ 61 w 235"/>
                <a:gd name="T43" fmla="*/ 131 h 320"/>
                <a:gd name="T44" fmla="*/ 52 w 235"/>
                <a:gd name="T45" fmla="*/ 128 h 320"/>
                <a:gd name="T46" fmla="*/ 43 w 235"/>
                <a:gd name="T47" fmla="*/ 138 h 320"/>
                <a:gd name="T48" fmla="*/ 54 w 235"/>
                <a:gd name="T49" fmla="*/ 106 h 320"/>
                <a:gd name="T50" fmla="*/ 61 w 235"/>
                <a:gd name="T51" fmla="*/ 88 h 320"/>
                <a:gd name="T52" fmla="*/ 48 w 235"/>
                <a:gd name="T53" fmla="*/ 87 h 320"/>
                <a:gd name="T54" fmla="*/ 46 w 235"/>
                <a:gd name="T55" fmla="*/ 103 h 320"/>
                <a:gd name="T56" fmla="*/ 100 w 235"/>
                <a:gd name="T57" fmla="*/ 105 h 320"/>
                <a:gd name="T58" fmla="*/ 104 w 235"/>
                <a:gd name="T59" fmla="*/ 88 h 320"/>
                <a:gd name="T60" fmla="*/ 86 w 235"/>
                <a:gd name="T61" fmla="*/ 96 h 320"/>
                <a:gd name="T62" fmla="*/ 100 w 235"/>
                <a:gd name="T63" fmla="*/ 63 h 320"/>
                <a:gd name="T64" fmla="*/ 106 w 235"/>
                <a:gd name="T65" fmla="*/ 49 h 320"/>
                <a:gd name="T66" fmla="*/ 87 w 235"/>
                <a:gd name="T67" fmla="*/ 49 h 320"/>
                <a:gd name="T68" fmla="*/ 50 w 235"/>
                <a:gd name="T69" fmla="*/ 63 h 320"/>
                <a:gd name="T70" fmla="*/ 63 w 235"/>
                <a:gd name="T71" fmla="*/ 49 h 320"/>
                <a:gd name="T72" fmla="*/ 43 w 235"/>
                <a:gd name="T73" fmla="*/ 53 h 320"/>
                <a:gd name="T74" fmla="*/ 182 w 235"/>
                <a:gd name="T75" fmla="*/ 234 h 320"/>
                <a:gd name="T76" fmla="*/ 191 w 235"/>
                <a:gd name="T77" fmla="*/ 220 h 320"/>
                <a:gd name="T78" fmla="*/ 184 w 235"/>
                <a:gd name="T79" fmla="*/ 213 h 320"/>
                <a:gd name="T80" fmla="*/ 174 w 235"/>
                <a:gd name="T81" fmla="*/ 216 h 320"/>
                <a:gd name="T82" fmla="*/ 174 w 235"/>
                <a:gd name="T83" fmla="*/ 231 h 320"/>
                <a:gd name="T84" fmla="*/ 186 w 235"/>
                <a:gd name="T85" fmla="*/ 191 h 320"/>
                <a:gd name="T86" fmla="*/ 191 w 235"/>
                <a:gd name="T87" fmla="*/ 177 h 320"/>
                <a:gd name="T88" fmla="*/ 174 w 235"/>
                <a:gd name="T89" fmla="*/ 173 h 320"/>
                <a:gd name="T90" fmla="*/ 174 w 235"/>
                <a:gd name="T91" fmla="*/ 189 h 320"/>
                <a:gd name="T92" fmla="*/ 186 w 235"/>
                <a:gd name="T93" fmla="*/ 148 h 320"/>
                <a:gd name="T94" fmla="*/ 189 w 235"/>
                <a:gd name="T95" fmla="*/ 131 h 320"/>
                <a:gd name="T96" fmla="*/ 174 w 235"/>
                <a:gd name="T97" fmla="*/ 131 h 320"/>
                <a:gd name="T98" fmla="*/ 235 w 235"/>
                <a:gd name="T99" fmla="*/ 96 h 320"/>
                <a:gd name="T100" fmla="*/ 0 w 235"/>
                <a:gd name="T101" fmla="*/ 309 h 320"/>
                <a:gd name="T102" fmla="*/ 150 w 235"/>
                <a:gd name="T103" fmla="*/ 10 h 320"/>
                <a:gd name="T104" fmla="*/ 22 w 235"/>
                <a:gd name="T105" fmla="*/ 298 h 320"/>
                <a:gd name="T106" fmla="*/ 64 w 235"/>
                <a:gd name="T107" fmla="*/ 266 h 320"/>
                <a:gd name="T108" fmla="*/ 22 w 235"/>
                <a:gd name="T109" fmla="*/ 21 h 320"/>
                <a:gd name="T110" fmla="*/ 150 w 235"/>
                <a:gd name="T111" fmla="*/ 298 h 320"/>
                <a:gd name="T112" fmla="*/ 192 w 235"/>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320">
                  <a:moveTo>
                    <a:pt x="87" y="228"/>
                  </a:moveTo>
                  <a:cubicBezTo>
                    <a:pt x="86" y="226"/>
                    <a:pt x="86" y="225"/>
                    <a:pt x="86" y="224"/>
                  </a:cubicBezTo>
                  <a:cubicBezTo>
                    <a:pt x="86" y="221"/>
                    <a:pt x="87" y="218"/>
                    <a:pt x="89" y="216"/>
                  </a:cubicBezTo>
                  <a:cubicBezTo>
                    <a:pt x="89" y="216"/>
                    <a:pt x="90" y="215"/>
                    <a:pt x="90" y="215"/>
                  </a:cubicBezTo>
                  <a:cubicBezTo>
                    <a:pt x="91" y="214"/>
                    <a:pt x="92" y="214"/>
                    <a:pt x="92" y="214"/>
                  </a:cubicBezTo>
                  <a:cubicBezTo>
                    <a:pt x="93" y="214"/>
                    <a:pt x="94" y="213"/>
                    <a:pt x="94" y="213"/>
                  </a:cubicBezTo>
                  <a:cubicBezTo>
                    <a:pt x="98" y="212"/>
                    <a:pt x="101" y="214"/>
                    <a:pt x="104" y="216"/>
                  </a:cubicBezTo>
                  <a:cubicBezTo>
                    <a:pt x="106" y="218"/>
                    <a:pt x="107" y="221"/>
                    <a:pt x="107" y="224"/>
                  </a:cubicBezTo>
                  <a:cubicBezTo>
                    <a:pt x="107" y="225"/>
                    <a:pt x="107" y="226"/>
                    <a:pt x="106" y="228"/>
                  </a:cubicBezTo>
                  <a:cubicBezTo>
                    <a:pt x="106" y="229"/>
                    <a:pt x="105" y="230"/>
                    <a:pt x="104" y="231"/>
                  </a:cubicBezTo>
                  <a:cubicBezTo>
                    <a:pt x="103" y="232"/>
                    <a:pt x="102" y="233"/>
                    <a:pt x="100" y="233"/>
                  </a:cubicBezTo>
                  <a:cubicBezTo>
                    <a:pt x="99" y="234"/>
                    <a:pt x="98" y="234"/>
                    <a:pt x="96" y="234"/>
                  </a:cubicBezTo>
                  <a:cubicBezTo>
                    <a:pt x="93" y="234"/>
                    <a:pt x="91" y="233"/>
                    <a:pt x="89" y="231"/>
                  </a:cubicBezTo>
                  <a:cubicBezTo>
                    <a:pt x="88" y="230"/>
                    <a:pt x="87" y="229"/>
                    <a:pt x="87" y="228"/>
                  </a:cubicBezTo>
                  <a:close/>
                  <a:moveTo>
                    <a:pt x="89" y="274"/>
                  </a:moveTo>
                  <a:cubicBezTo>
                    <a:pt x="90" y="275"/>
                    <a:pt x="91" y="276"/>
                    <a:pt x="92" y="276"/>
                  </a:cubicBezTo>
                  <a:cubicBezTo>
                    <a:pt x="94" y="277"/>
                    <a:pt x="95" y="277"/>
                    <a:pt x="96" y="277"/>
                  </a:cubicBezTo>
                  <a:cubicBezTo>
                    <a:pt x="98" y="277"/>
                    <a:pt x="99" y="277"/>
                    <a:pt x="100" y="276"/>
                  </a:cubicBezTo>
                  <a:cubicBezTo>
                    <a:pt x="102" y="276"/>
                    <a:pt x="103" y="275"/>
                    <a:pt x="104" y="274"/>
                  </a:cubicBezTo>
                  <a:cubicBezTo>
                    <a:pt x="105" y="273"/>
                    <a:pt x="106" y="272"/>
                    <a:pt x="106" y="270"/>
                  </a:cubicBezTo>
                  <a:cubicBezTo>
                    <a:pt x="107" y="269"/>
                    <a:pt x="107" y="268"/>
                    <a:pt x="107" y="266"/>
                  </a:cubicBezTo>
                  <a:cubicBezTo>
                    <a:pt x="107" y="265"/>
                    <a:pt x="107" y="264"/>
                    <a:pt x="106" y="262"/>
                  </a:cubicBezTo>
                  <a:cubicBezTo>
                    <a:pt x="106" y="261"/>
                    <a:pt x="105" y="260"/>
                    <a:pt x="104" y="259"/>
                  </a:cubicBezTo>
                  <a:cubicBezTo>
                    <a:pt x="101" y="256"/>
                    <a:pt x="96" y="255"/>
                    <a:pt x="92" y="257"/>
                  </a:cubicBezTo>
                  <a:cubicBezTo>
                    <a:pt x="91" y="257"/>
                    <a:pt x="90" y="258"/>
                    <a:pt x="89" y="259"/>
                  </a:cubicBezTo>
                  <a:cubicBezTo>
                    <a:pt x="88" y="260"/>
                    <a:pt x="87" y="261"/>
                    <a:pt x="87" y="262"/>
                  </a:cubicBezTo>
                  <a:cubicBezTo>
                    <a:pt x="86" y="264"/>
                    <a:pt x="86" y="265"/>
                    <a:pt x="86" y="266"/>
                  </a:cubicBezTo>
                  <a:cubicBezTo>
                    <a:pt x="86" y="268"/>
                    <a:pt x="86" y="269"/>
                    <a:pt x="87" y="270"/>
                  </a:cubicBezTo>
                  <a:cubicBezTo>
                    <a:pt x="87" y="272"/>
                    <a:pt x="88" y="273"/>
                    <a:pt x="89" y="274"/>
                  </a:cubicBezTo>
                  <a:close/>
                  <a:moveTo>
                    <a:pt x="46" y="231"/>
                  </a:moveTo>
                  <a:cubicBezTo>
                    <a:pt x="48" y="233"/>
                    <a:pt x="51" y="234"/>
                    <a:pt x="54" y="234"/>
                  </a:cubicBezTo>
                  <a:cubicBezTo>
                    <a:pt x="55" y="234"/>
                    <a:pt x="56" y="234"/>
                    <a:pt x="58" y="233"/>
                  </a:cubicBezTo>
                  <a:cubicBezTo>
                    <a:pt x="59" y="233"/>
                    <a:pt x="60" y="232"/>
                    <a:pt x="61" y="231"/>
                  </a:cubicBezTo>
                  <a:cubicBezTo>
                    <a:pt x="62" y="230"/>
                    <a:pt x="63" y="229"/>
                    <a:pt x="63" y="228"/>
                  </a:cubicBezTo>
                  <a:cubicBezTo>
                    <a:pt x="64" y="226"/>
                    <a:pt x="64" y="225"/>
                    <a:pt x="64" y="224"/>
                  </a:cubicBezTo>
                  <a:cubicBezTo>
                    <a:pt x="64" y="221"/>
                    <a:pt x="63" y="218"/>
                    <a:pt x="61" y="216"/>
                  </a:cubicBezTo>
                  <a:cubicBezTo>
                    <a:pt x="60" y="215"/>
                    <a:pt x="59" y="214"/>
                    <a:pt x="58" y="214"/>
                  </a:cubicBezTo>
                  <a:cubicBezTo>
                    <a:pt x="54" y="212"/>
                    <a:pt x="49" y="213"/>
                    <a:pt x="46" y="216"/>
                  </a:cubicBezTo>
                  <a:cubicBezTo>
                    <a:pt x="44" y="218"/>
                    <a:pt x="43" y="221"/>
                    <a:pt x="43" y="224"/>
                  </a:cubicBezTo>
                  <a:cubicBezTo>
                    <a:pt x="43" y="225"/>
                    <a:pt x="43" y="226"/>
                    <a:pt x="44" y="228"/>
                  </a:cubicBezTo>
                  <a:cubicBezTo>
                    <a:pt x="44" y="229"/>
                    <a:pt x="45" y="230"/>
                    <a:pt x="46" y="231"/>
                  </a:cubicBezTo>
                  <a:close/>
                  <a:moveTo>
                    <a:pt x="54" y="192"/>
                  </a:moveTo>
                  <a:cubicBezTo>
                    <a:pt x="57" y="192"/>
                    <a:pt x="59" y="191"/>
                    <a:pt x="61" y="189"/>
                  </a:cubicBezTo>
                  <a:cubicBezTo>
                    <a:pt x="62" y="188"/>
                    <a:pt x="63" y="186"/>
                    <a:pt x="63" y="185"/>
                  </a:cubicBezTo>
                  <a:cubicBezTo>
                    <a:pt x="64" y="184"/>
                    <a:pt x="64" y="182"/>
                    <a:pt x="64" y="181"/>
                  </a:cubicBezTo>
                  <a:cubicBezTo>
                    <a:pt x="64" y="180"/>
                    <a:pt x="64" y="178"/>
                    <a:pt x="63" y="177"/>
                  </a:cubicBezTo>
                  <a:cubicBezTo>
                    <a:pt x="63" y="176"/>
                    <a:pt x="62" y="174"/>
                    <a:pt x="61" y="173"/>
                  </a:cubicBezTo>
                  <a:cubicBezTo>
                    <a:pt x="60" y="172"/>
                    <a:pt x="59" y="172"/>
                    <a:pt x="58" y="171"/>
                  </a:cubicBezTo>
                  <a:cubicBezTo>
                    <a:pt x="55" y="170"/>
                    <a:pt x="52" y="170"/>
                    <a:pt x="50" y="171"/>
                  </a:cubicBezTo>
                  <a:cubicBezTo>
                    <a:pt x="48" y="172"/>
                    <a:pt x="47" y="172"/>
                    <a:pt x="46" y="173"/>
                  </a:cubicBezTo>
                  <a:cubicBezTo>
                    <a:pt x="45" y="174"/>
                    <a:pt x="44" y="176"/>
                    <a:pt x="44" y="177"/>
                  </a:cubicBezTo>
                  <a:cubicBezTo>
                    <a:pt x="43" y="178"/>
                    <a:pt x="43" y="180"/>
                    <a:pt x="43" y="181"/>
                  </a:cubicBezTo>
                  <a:cubicBezTo>
                    <a:pt x="43" y="184"/>
                    <a:pt x="44" y="187"/>
                    <a:pt x="46" y="189"/>
                  </a:cubicBezTo>
                  <a:cubicBezTo>
                    <a:pt x="48" y="191"/>
                    <a:pt x="51" y="192"/>
                    <a:pt x="54" y="192"/>
                  </a:cubicBezTo>
                  <a:close/>
                  <a:moveTo>
                    <a:pt x="92" y="191"/>
                  </a:moveTo>
                  <a:cubicBezTo>
                    <a:pt x="94" y="191"/>
                    <a:pt x="95" y="192"/>
                    <a:pt x="96" y="192"/>
                  </a:cubicBezTo>
                  <a:cubicBezTo>
                    <a:pt x="99" y="192"/>
                    <a:pt x="102" y="191"/>
                    <a:pt x="104" y="189"/>
                  </a:cubicBezTo>
                  <a:cubicBezTo>
                    <a:pt x="105" y="188"/>
                    <a:pt x="106" y="186"/>
                    <a:pt x="106" y="185"/>
                  </a:cubicBezTo>
                  <a:cubicBezTo>
                    <a:pt x="107" y="184"/>
                    <a:pt x="107" y="182"/>
                    <a:pt x="107" y="181"/>
                  </a:cubicBezTo>
                  <a:cubicBezTo>
                    <a:pt x="107" y="180"/>
                    <a:pt x="107" y="178"/>
                    <a:pt x="106" y="177"/>
                  </a:cubicBezTo>
                  <a:cubicBezTo>
                    <a:pt x="106" y="176"/>
                    <a:pt x="105" y="174"/>
                    <a:pt x="104" y="173"/>
                  </a:cubicBezTo>
                  <a:cubicBezTo>
                    <a:pt x="100" y="169"/>
                    <a:pt x="93" y="169"/>
                    <a:pt x="89" y="173"/>
                  </a:cubicBezTo>
                  <a:cubicBezTo>
                    <a:pt x="88" y="174"/>
                    <a:pt x="87" y="176"/>
                    <a:pt x="87" y="177"/>
                  </a:cubicBezTo>
                  <a:cubicBezTo>
                    <a:pt x="86" y="178"/>
                    <a:pt x="86" y="180"/>
                    <a:pt x="86" y="181"/>
                  </a:cubicBezTo>
                  <a:cubicBezTo>
                    <a:pt x="86" y="184"/>
                    <a:pt x="87" y="187"/>
                    <a:pt x="89" y="189"/>
                  </a:cubicBezTo>
                  <a:cubicBezTo>
                    <a:pt x="90" y="190"/>
                    <a:pt x="91" y="190"/>
                    <a:pt x="92" y="191"/>
                  </a:cubicBezTo>
                  <a:close/>
                  <a:moveTo>
                    <a:pt x="89" y="146"/>
                  </a:moveTo>
                  <a:cubicBezTo>
                    <a:pt x="90" y="147"/>
                    <a:pt x="91" y="148"/>
                    <a:pt x="92" y="148"/>
                  </a:cubicBezTo>
                  <a:cubicBezTo>
                    <a:pt x="94" y="149"/>
                    <a:pt x="95" y="149"/>
                    <a:pt x="96" y="149"/>
                  </a:cubicBezTo>
                  <a:cubicBezTo>
                    <a:pt x="98" y="149"/>
                    <a:pt x="99" y="149"/>
                    <a:pt x="100" y="148"/>
                  </a:cubicBezTo>
                  <a:cubicBezTo>
                    <a:pt x="102" y="148"/>
                    <a:pt x="103" y="147"/>
                    <a:pt x="104" y="146"/>
                  </a:cubicBezTo>
                  <a:cubicBezTo>
                    <a:pt x="106" y="144"/>
                    <a:pt x="107" y="141"/>
                    <a:pt x="107" y="138"/>
                  </a:cubicBezTo>
                  <a:cubicBezTo>
                    <a:pt x="107" y="136"/>
                    <a:pt x="106" y="133"/>
                    <a:pt x="104" y="131"/>
                  </a:cubicBezTo>
                  <a:cubicBezTo>
                    <a:pt x="103" y="130"/>
                    <a:pt x="103" y="130"/>
                    <a:pt x="102" y="129"/>
                  </a:cubicBezTo>
                  <a:cubicBezTo>
                    <a:pt x="102" y="129"/>
                    <a:pt x="101" y="129"/>
                    <a:pt x="100" y="129"/>
                  </a:cubicBezTo>
                  <a:cubicBezTo>
                    <a:pt x="100" y="128"/>
                    <a:pt x="99" y="128"/>
                    <a:pt x="98" y="128"/>
                  </a:cubicBezTo>
                  <a:cubicBezTo>
                    <a:pt x="96" y="127"/>
                    <a:pt x="94" y="128"/>
                    <a:pt x="92" y="129"/>
                  </a:cubicBezTo>
                  <a:cubicBezTo>
                    <a:pt x="91" y="129"/>
                    <a:pt x="90" y="130"/>
                    <a:pt x="89" y="131"/>
                  </a:cubicBezTo>
                  <a:cubicBezTo>
                    <a:pt x="87" y="133"/>
                    <a:pt x="86" y="136"/>
                    <a:pt x="86" y="138"/>
                  </a:cubicBezTo>
                  <a:cubicBezTo>
                    <a:pt x="86" y="140"/>
                    <a:pt x="86" y="141"/>
                    <a:pt x="87" y="142"/>
                  </a:cubicBezTo>
                  <a:cubicBezTo>
                    <a:pt x="87" y="144"/>
                    <a:pt x="88" y="145"/>
                    <a:pt x="89" y="146"/>
                  </a:cubicBezTo>
                  <a:close/>
                  <a:moveTo>
                    <a:pt x="50" y="148"/>
                  </a:moveTo>
                  <a:cubicBezTo>
                    <a:pt x="51" y="149"/>
                    <a:pt x="52" y="149"/>
                    <a:pt x="54" y="149"/>
                  </a:cubicBezTo>
                  <a:cubicBezTo>
                    <a:pt x="55" y="149"/>
                    <a:pt x="56" y="149"/>
                    <a:pt x="58" y="148"/>
                  </a:cubicBezTo>
                  <a:cubicBezTo>
                    <a:pt x="59" y="148"/>
                    <a:pt x="60" y="147"/>
                    <a:pt x="61" y="146"/>
                  </a:cubicBezTo>
                  <a:cubicBezTo>
                    <a:pt x="62" y="145"/>
                    <a:pt x="63" y="144"/>
                    <a:pt x="63" y="142"/>
                  </a:cubicBezTo>
                  <a:cubicBezTo>
                    <a:pt x="64" y="141"/>
                    <a:pt x="64" y="140"/>
                    <a:pt x="64" y="138"/>
                  </a:cubicBezTo>
                  <a:cubicBezTo>
                    <a:pt x="64" y="136"/>
                    <a:pt x="63" y="133"/>
                    <a:pt x="61" y="131"/>
                  </a:cubicBezTo>
                  <a:cubicBezTo>
                    <a:pt x="61" y="130"/>
                    <a:pt x="60" y="130"/>
                    <a:pt x="60" y="129"/>
                  </a:cubicBezTo>
                  <a:cubicBezTo>
                    <a:pt x="59" y="129"/>
                    <a:pt x="58" y="129"/>
                    <a:pt x="58" y="129"/>
                  </a:cubicBezTo>
                  <a:cubicBezTo>
                    <a:pt x="57" y="128"/>
                    <a:pt x="56" y="128"/>
                    <a:pt x="56" y="128"/>
                  </a:cubicBezTo>
                  <a:cubicBezTo>
                    <a:pt x="54" y="128"/>
                    <a:pt x="53" y="128"/>
                    <a:pt x="52" y="128"/>
                  </a:cubicBezTo>
                  <a:cubicBezTo>
                    <a:pt x="51" y="128"/>
                    <a:pt x="50" y="128"/>
                    <a:pt x="50" y="129"/>
                  </a:cubicBezTo>
                  <a:cubicBezTo>
                    <a:pt x="49" y="129"/>
                    <a:pt x="48" y="129"/>
                    <a:pt x="48" y="129"/>
                  </a:cubicBezTo>
                  <a:cubicBezTo>
                    <a:pt x="47" y="130"/>
                    <a:pt x="47" y="130"/>
                    <a:pt x="46" y="131"/>
                  </a:cubicBezTo>
                  <a:cubicBezTo>
                    <a:pt x="44" y="133"/>
                    <a:pt x="43" y="136"/>
                    <a:pt x="43" y="138"/>
                  </a:cubicBezTo>
                  <a:cubicBezTo>
                    <a:pt x="43" y="141"/>
                    <a:pt x="44" y="144"/>
                    <a:pt x="46" y="146"/>
                  </a:cubicBezTo>
                  <a:cubicBezTo>
                    <a:pt x="47" y="147"/>
                    <a:pt x="48" y="148"/>
                    <a:pt x="50" y="148"/>
                  </a:cubicBezTo>
                  <a:close/>
                  <a:moveTo>
                    <a:pt x="50" y="105"/>
                  </a:moveTo>
                  <a:cubicBezTo>
                    <a:pt x="51" y="106"/>
                    <a:pt x="52" y="106"/>
                    <a:pt x="54" y="106"/>
                  </a:cubicBezTo>
                  <a:cubicBezTo>
                    <a:pt x="57" y="106"/>
                    <a:pt x="59" y="105"/>
                    <a:pt x="61" y="103"/>
                  </a:cubicBezTo>
                  <a:cubicBezTo>
                    <a:pt x="63" y="101"/>
                    <a:pt x="64" y="99"/>
                    <a:pt x="64" y="96"/>
                  </a:cubicBezTo>
                  <a:cubicBezTo>
                    <a:pt x="64" y="94"/>
                    <a:pt x="64" y="93"/>
                    <a:pt x="63" y="92"/>
                  </a:cubicBezTo>
                  <a:cubicBezTo>
                    <a:pt x="63" y="90"/>
                    <a:pt x="62" y="89"/>
                    <a:pt x="61" y="88"/>
                  </a:cubicBezTo>
                  <a:cubicBezTo>
                    <a:pt x="60" y="87"/>
                    <a:pt x="59" y="86"/>
                    <a:pt x="58" y="86"/>
                  </a:cubicBezTo>
                  <a:cubicBezTo>
                    <a:pt x="56" y="85"/>
                    <a:pt x="54" y="85"/>
                    <a:pt x="52" y="85"/>
                  </a:cubicBezTo>
                  <a:cubicBezTo>
                    <a:pt x="51" y="85"/>
                    <a:pt x="50" y="86"/>
                    <a:pt x="50" y="86"/>
                  </a:cubicBezTo>
                  <a:cubicBezTo>
                    <a:pt x="49" y="86"/>
                    <a:pt x="48" y="86"/>
                    <a:pt x="48" y="87"/>
                  </a:cubicBezTo>
                  <a:cubicBezTo>
                    <a:pt x="47" y="87"/>
                    <a:pt x="47" y="88"/>
                    <a:pt x="46" y="88"/>
                  </a:cubicBezTo>
                  <a:cubicBezTo>
                    <a:pt x="45" y="89"/>
                    <a:pt x="44" y="90"/>
                    <a:pt x="44" y="92"/>
                  </a:cubicBezTo>
                  <a:cubicBezTo>
                    <a:pt x="43" y="93"/>
                    <a:pt x="43" y="94"/>
                    <a:pt x="43" y="96"/>
                  </a:cubicBezTo>
                  <a:cubicBezTo>
                    <a:pt x="43" y="99"/>
                    <a:pt x="44" y="101"/>
                    <a:pt x="46" y="103"/>
                  </a:cubicBezTo>
                  <a:cubicBezTo>
                    <a:pt x="47" y="104"/>
                    <a:pt x="48" y="105"/>
                    <a:pt x="50" y="105"/>
                  </a:cubicBezTo>
                  <a:close/>
                  <a:moveTo>
                    <a:pt x="92" y="105"/>
                  </a:moveTo>
                  <a:cubicBezTo>
                    <a:pt x="94" y="106"/>
                    <a:pt x="95" y="106"/>
                    <a:pt x="96" y="106"/>
                  </a:cubicBezTo>
                  <a:cubicBezTo>
                    <a:pt x="98" y="106"/>
                    <a:pt x="99" y="106"/>
                    <a:pt x="100" y="105"/>
                  </a:cubicBezTo>
                  <a:cubicBezTo>
                    <a:pt x="102" y="105"/>
                    <a:pt x="103" y="104"/>
                    <a:pt x="104" y="103"/>
                  </a:cubicBezTo>
                  <a:cubicBezTo>
                    <a:pt x="106" y="101"/>
                    <a:pt x="107" y="99"/>
                    <a:pt x="107" y="96"/>
                  </a:cubicBezTo>
                  <a:cubicBezTo>
                    <a:pt x="107" y="94"/>
                    <a:pt x="107" y="93"/>
                    <a:pt x="106" y="92"/>
                  </a:cubicBezTo>
                  <a:cubicBezTo>
                    <a:pt x="106" y="90"/>
                    <a:pt x="105" y="89"/>
                    <a:pt x="104" y="88"/>
                  </a:cubicBezTo>
                  <a:cubicBezTo>
                    <a:pt x="101" y="85"/>
                    <a:pt x="96" y="84"/>
                    <a:pt x="92" y="86"/>
                  </a:cubicBezTo>
                  <a:cubicBezTo>
                    <a:pt x="91" y="86"/>
                    <a:pt x="90" y="87"/>
                    <a:pt x="89" y="88"/>
                  </a:cubicBezTo>
                  <a:cubicBezTo>
                    <a:pt x="88" y="89"/>
                    <a:pt x="87" y="90"/>
                    <a:pt x="87" y="92"/>
                  </a:cubicBezTo>
                  <a:cubicBezTo>
                    <a:pt x="86" y="93"/>
                    <a:pt x="86" y="94"/>
                    <a:pt x="86" y="96"/>
                  </a:cubicBezTo>
                  <a:cubicBezTo>
                    <a:pt x="86" y="99"/>
                    <a:pt x="87" y="101"/>
                    <a:pt x="89" y="103"/>
                  </a:cubicBezTo>
                  <a:cubicBezTo>
                    <a:pt x="90" y="104"/>
                    <a:pt x="91" y="105"/>
                    <a:pt x="92" y="105"/>
                  </a:cubicBezTo>
                  <a:close/>
                  <a:moveTo>
                    <a:pt x="96" y="64"/>
                  </a:moveTo>
                  <a:cubicBezTo>
                    <a:pt x="98" y="64"/>
                    <a:pt x="99" y="63"/>
                    <a:pt x="100" y="63"/>
                  </a:cubicBezTo>
                  <a:cubicBezTo>
                    <a:pt x="102" y="62"/>
                    <a:pt x="103" y="62"/>
                    <a:pt x="104" y="61"/>
                  </a:cubicBezTo>
                  <a:cubicBezTo>
                    <a:pt x="105" y="59"/>
                    <a:pt x="106" y="58"/>
                    <a:pt x="106" y="57"/>
                  </a:cubicBezTo>
                  <a:cubicBezTo>
                    <a:pt x="107" y="56"/>
                    <a:pt x="107" y="54"/>
                    <a:pt x="107" y="53"/>
                  </a:cubicBezTo>
                  <a:cubicBezTo>
                    <a:pt x="107" y="52"/>
                    <a:pt x="107" y="50"/>
                    <a:pt x="106" y="49"/>
                  </a:cubicBezTo>
                  <a:cubicBezTo>
                    <a:pt x="106" y="48"/>
                    <a:pt x="105" y="46"/>
                    <a:pt x="104" y="45"/>
                  </a:cubicBezTo>
                  <a:cubicBezTo>
                    <a:pt x="103" y="44"/>
                    <a:pt x="102" y="44"/>
                    <a:pt x="100" y="43"/>
                  </a:cubicBezTo>
                  <a:cubicBezTo>
                    <a:pt x="97" y="41"/>
                    <a:pt x="92" y="42"/>
                    <a:pt x="89" y="45"/>
                  </a:cubicBezTo>
                  <a:cubicBezTo>
                    <a:pt x="88" y="46"/>
                    <a:pt x="87" y="48"/>
                    <a:pt x="87" y="49"/>
                  </a:cubicBezTo>
                  <a:cubicBezTo>
                    <a:pt x="86" y="50"/>
                    <a:pt x="86" y="52"/>
                    <a:pt x="86" y="53"/>
                  </a:cubicBezTo>
                  <a:cubicBezTo>
                    <a:pt x="86" y="56"/>
                    <a:pt x="87" y="59"/>
                    <a:pt x="89" y="61"/>
                  </a:cubicBezTo>
                  <a:cubicBezTo>
                    <a:pt x="91" y="63"/>
                    <a:pt x="93" y="64"/>
                    <a:pt x="96" y="64"/>
                  </a:cubicBezTo>
                  <a:close/>
                  <a:moveTo>
                    <a:pt x="50" y="63"/>
                  </a:moveTo>
                  <a:cubicBezTo>
                    <a:pt x="51" y="63"/>
                    <a:pt x="52" y="64"/>
                    <a:pt x="54" y="64"/>
                  </a:cubicBezTo>
                  <a:cubicBezTo>
                    <a:pt x="57" y="64"/>
                    <a:pt x="59" y="63"/>
                    <a:pt x="61" y="61"/>
                  </a:cubicBezTo>
                  <a:cubicBezTo>
                    <a:pt x="63" y="59"/>
                    <a:pt x="64" y="56"/>
                    <a:pt x="64" y="53"/>
                  </a:cubicBezTo>
                  <a:cubicBezTo>
                    <a:pt x="64" y="52"/>
                    <a:pt x="64" y="50"/>
                    <a:pt x="63" y="49"/>
                  </a:cubicBezTo>
                  <a:cubicBezTo>
                    <a:pt x="63" y="48"/>
                    <a:pt x="62" y="46"/>
                    <a:pt x="61" y="45"/>
                  </a:cubicBezTo>
                  <a:cubicBezTo>
                    <a:pt x="57" y="41"/>
                    <a:pt x="50" y="41"/>
                    <a:pt x="46" y="45"/>
                  </a:cubicBezTo>
                  <a:cubicBezTo>
                    <a:pt x="45" y="46"/>
                    <a:pt x="44" y="48"/>
                    <a:pt x="44" y="49"/>
                  </a:cubicBezTo>
                  <a:cubicBezTo>
                    <a:pt x="43" y="50"/>
                    <a:pt x="43" y="52"/>
                    <a:pt x="43" y="53"/>
                  </a:cubicBezTo>
                  <a:cubicBezTo>
                    <a:pt x="43" y="56"/>
                    <a:pt x="44" y="59"/>
                    <a:pt x="46" y="61"/>
                  </a:cubicBezTo>
                  <a:cubicBezTo>
                    <a:pt x="47" y="62"/>
                    <a:pt x="48" y="62"/>
                    <a:pt x="50" y="63"/>
                  </a:cubicBezTo>
                  <a:close/>
                  <a:moveTo>
                    <a:pt x="174" y="231"/>
                  </a:moveTo>
                  <a:cubicBezTo>
                    <a:pt x="176" y="233"/>
                    <a:pt x="179" y="234"/>
                    <a:pt x="182" y="234"/>
                  </a:cubicBezTo>
                  <a:cubicBezTo>
                    <a:pt x="184" y="234"/>
                    <a:pt x="187" y="233"/>
                    <a:pt x="189" y="231"/>
                  </a:cubicBezTo>
                  <a:cubicBezTo>
                    <a:pt x="190" y="230"/>
                    <a:pt x="191" y="229"/>
                    <a:pt x="191" y="228"/>
                  </a:cubicBezTo>
                  <a:cubicBezTo>
                    <a:pt x="192" y="226"/>
                    <a:pt x="192" y="225"/>
                    <a:pt x="192" y="224"/>
                  </a:cubicBezTo>
                  <a:cubicBezTo>
                    <a:pt x="192" y="222"/>
                    <a:pt x="192" y="221"/>
                    <a:pt x="191" y="220"/>
                  </a:cubicBezTo>
                  <a:cubicBezTo>
                    <a:pt x="191" y="218"/>
                    <a:pt x="190" y="217"/>
                    <a:pt x="189" y="216"/>
                  </a:cubicBezTo>
                  <a:cubicBezTo>
                    <a:pt x="189" y="216"/>
                    <a:pt x="188" y="215"/>
                    <a:pt x="188" y="215"/>
                  </a:cubicBezTo>
                  <a:cubicBezTo>
                    <a:pt x="187" y="214"/>
                    <a:pt x="186" y="214"/>
                    <a:pt x="186" y="214"/>
                  </a:cubicBezTo>
                  <a:cubicBezTo>
                    <a:pt x="185" y="214"/>
                    <a:pt x="184" y="213"/>
                    <a:pt x="184" y="213"/>
                  </a:cubicBezTo>
                  <a:cubicBezTo>
                    <a:pt x="182" y="213"/>
                    <a:pt x="181" y="213"/>
                    <a:pt x="180" y="213"/>
                  </a:cubicBezTo>
                  <a:cubicBezTo>
                    <a:pt x="179" y="213"/>
                    <a:pt x="178" y="214"/>
                    <a:pt x="178" y="214"/>
                  </a:cubicBezTo>
                  <a:cubicBezTo>
                    <a:pt x="177" y="214"/>
                    <a:pt x="176" y="214"/>
                    <a:pt x="176" y="215"/>
                  </a:cubicBezTo>
                  <a:cubicBezTo>
                    <a:pt x="175" y="215"/>
                    <a:pt x="175" y="216"/>
                    <a:pt x="174" y="216"/>
                  </a:cubicBezTo>
                  <a:cubicBezTo>
                    <a:pt x="173" y="217"/>
                    <a:pt x="172" y="218"/>
                    <a:pt x="172" y="220"/>
                  </a:cubicBezTo>
                  <a:cubicBezTo>
                    <a:pt x="171" y="221"/>
                    <a:pt x="171" y="222"/>
                    <a:pt x="171" y="224"/>
                  </a:cubicBezTo>
                  <a:cubicBezTo>
                    <a:pt x="171" y="225"/>
                    <a:pt x="171" y="226"/>
                    <a:pt x="172" y="228"/>
                  </a:cubicBezTo>
                  <a:cubicBezTo>
                    <a:pt x="172" y="229"/>
                    <a:pt x="173" y="230"/>
                    <a:pt x="174" y="231"/>
                  </a:cubicBezTo>
                  <a:close/>
                  <a:moveTo>
                    <a:pt x="174" y="189"/>
                  </a:moveTo>
                  <a:cubicBezTo>
                    <a:pt x="175" y="190"/>
                    <a:pt x="176" y="190"/>
                    <a:pt x="178" y="191"/>
                  </a:cubicBezTo>
                  <a:cubicBezTo>
                    <a:pt x="179" y="191"/>
                    <a:pt x="180" y="192"/>
                    <a:pt x="182" y="192"/>
                  </a:cubicBezTo>
                  <a:cubicBezTo>
                    <a:pt x="183" y="192"/>
                    <a:pt x="184" y="191"/>
                    <a:pt x="186" y="191"/>
                  </a:cubicBezTo>
                  <a:cubicBezTo>
                    <a:pt x="187" y="190"/>
                    <a:pt x="188" y="190"/>
                    <a:pt x="189" y="189"/>
                  </a:cubicBezTo>
                  <a:cubicBezTo>
                    <a:pt x="190" y="188"/>
                    <a:pt x="191" y="186"/>
                    <a:pt x="191" y="185"/>
                  </a:cubicBezTo>
                  <a:cubicBezTo>
                    <a:pt x="192" y="184"/>
                    <a:pt x="192" y="182"/>
                    <a:pt x="192" y="181"/>
                  </a:cubicBezTo>
                  <a:cubicBezTo>
                    <a:pt x="192" y="180"/>
                    <a:pt x="192" y="178"/>
                    <a:pt x="191" y="177"/>
                  </a:cubicBezTo>
                  <a:cubicBezTo>
                    <a:pt x="191" y="176"/>
                    <a:pt x="190" y="174"/>
                    <a:pt x="189" y="173"/>
                  </a:cubicBezTo>
                  <a:cubicBezTo>
                    <a:pt x="188" y="172"/>
                    <a:pt x="187" y="172"/>
                    <a:pt x="186" y="171"/>
                  </a:cubicBezTo>
                  <a:cubicBezTo>
                    <a:pt x="183" y="170"/>
                    <a:pt x="180" y="170"/>
                    <a:pt x="178" y="171"/>
                  </a:cubicBezTo>
                  <a:cubicBezTo>
                    <a:pt x="176" y="172"/>
                    <a:pt x="175" y="172"/>
                    <a:pt x="174" y="173"/>
                  </a:cubicBezTo>
                  <a:cubicBezTo>
                    <a:pt x="173" y="174"/>
                    <a:pt x="172" y="176"/>
                    <a:pt x="172" y="177"/>
                  </a:cubicBezTo>
                  <a:cubicBezTo>
                    <a:pt x="171" y="178"/>
                    <a:pt x="171" y="180"/>
                    <a:pt x="171" y="181"/>
                  </a:cubicBezTo>
                  <a:cubicBezTo>
                    <a:pt x="171" y="182"/>
                    <a:pt x="171" y="184"/>
                    <a:pt x="172" y="185"/>
                  </a:cubicBezTo>
                  <a:cubicBezTo>
                    <a:pt x="172" y="186"/>
                    <a:pt x="173" y="188"/>
                    <a:pt x="174" y="189"/>
                  </a:cubicBezTo>
                  <a:close/>
                  <a:moveTo>
                    <a:pt x="174" y="146"/>
                  </a:moveTo>
                  <a:cubicBezTo>
                    <a:pt x="175" y="147"/>
                    <a:pt x="176" y="148"/>
                    <a:pt x="178" y="148"/>
                  </a:cubicBezTo>
                  <a:cubicBezTo>
                    <a:pt x="179" y="149"/>
                    <a:pt x="180" y="149"/>
                    <a:pt x="182" y="149"/>
                  </a:cubicBezTo>
                  <a:cubicBezTo>
                    <a:pt x="183" y="149"/>
                    <a:pt x="184" y="149"/>
                    <a:pt x="186" y="148"/>
                  </a:cubicBezTo>
                  <a:cubicBezTo>
                    <a:pt x="187" y="148"/>
                    <a:pt x="188" y="147"/>
                    <a:pt x="189" y="146"/>
                  </a:cubicBezTo>
                  <a:cubicBezTo>
                    <a:pt x="190" y="145"/>
                    <a:pt x="191" y="144"/>
                    <a:pt x="191" y="142"/>
                  </a:cubicBezTo>
                  <a:cubicBezTo>
                    <a:pt x="192" y="141"/>
                    <a:pt x="192" y="140"/>
                    <a:pt x="192" y="138"/>
                  </a:cubicBezTo>
                  <a:cubicBezTo>
                    <a:pt x="192" y="136"/>
                    <a:pt x="191" y="133"/>
                    <a:pt x="189" y="131"/>
                  </a:cubicBezTo>
                  <a:cubicBezTo>
                    <a:pt x="187" y="128"/>
                    <a:pt x="183" y="127"/>
                    <a:pt x="180" y="128"/>
                  </a:cubicBezTo>
                  <a:cubicBezTo>
                    <a:pt x="179" y="128"/>
                    <a:pt x="178" y="128"/>
                    <a:pt x="178" y="129"/>
                  </a:cubicBezTo>
                  <a:cubicBezTo>
                    <a:pt x="177" y="129"/>
                    <a:pt x="176" y="129"/>
                    <a:pt x="176" y="129"/>
                  </a:cubicBezTo>
                  <a:cubicBezTo>
                    <a:pt x="175" y="130"/>
                    <a:pt x="175" y="130"/>
                    <a:pt x="174" y="131"/>
                  </a:cubicBezTo>
                  <a:cubicBezTo>
                    <a:pt x="172" y="133"/>
                    <a:pt x="171" y="136"/>
                    <a:pt x="171" y="138"/>
                  </a:cubicBezTo>
                  <a:cubicBezTo>
                    <a:pt x="171" y="140"/>
                    <a:pt x="171" y="141"/>
                    <a:pt x="172" y="142"/>
                  </a:cubicBezTo>
                  <a:cubicBezTo>
                    <a:pt x="172" y="144"/>
                    <a:pt x="173" y="145"/>
                    <a:pt x="174" y="146"/>
                  </a:cubicBezTo>
                  <a:close/>
                  <a:moveTo>
                    <a:pt x="235" y="96"/>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139" y="0"/>
                    <a:pt x="139" y="0"/>
                    <a:pt x="139" y="0"/>
                  </a:cubicBezTo>
                  <a:cubicBezTo>
                    <a:pt x="145" y="0"/>
                    <a:pt x="150" y="4"/>
                    <a:pt x="150" y="10"/>
                  </a:cubicBezTo>
                  <a:cubicBezTo>
                    <a:pt x="150" y="85"/>
                    <a:pt x="150" y="85"/>
                    <a:pt x="150" y="85"/>
                  </a:cubicBezTo>
                  <a:cubicBezTo>
                    <a:pt x="224" y="85"/>
                    <a:pt x="224" y="85"/>
                    <a:pt x="224" y="85"/>
                  </a:cubicBezTo>
                  <a:cubicBezTo>
                    <a:pt x="230" y="85"/>
                    <a:pt x="235" y="90"/>
                    <a:pt x="235" y="96"/>
                  </a:cubicBezTo>
                  <a:close/>
                  <a:moveTo>
                    <a:pt x="22" y="298"/>
                  </a:moveTo>
                  <a:cubicBezTo>
                    <a:pt x="43" y="298"/>
                    <a:pt x="43" y="298"/>
                    <a:pt x="43" y="298"/>
                  </a:cubicBezTo>
                  <a:cubicBezTo>
                    <a:pt x="43" y="266"/>
                    <a:pt x="43" y="266"/>
                    <a:pt x="43" y="266"/>
                  </a:cubicBezTo>
                  <a:cubicBezTo>
                    <a:pt x="43" y="260"/>
                    <a:pt x="48" y="256"/>
                    <a:pt x="54" y="256"/>
                  </a:cubicBezTo>
                  <a:cubicBezTo>
                    <a:pt x="60" y="256"/>
                    <a:pt x="64" y="260"/>
                    <a:pt x="64" y="266"/>
                  </a:cubicBezTo>
                  <a:cubicBezTo>
                    <a:pt x="64" y="298"/>
                    <a:pt x="64" y="298"/>
                    <a:pt x="64" y="298"/>
                  </a:cubicBezTo>
                  <a:cubicBezTo>
                    <a:pt x="128" y="298"/>
                    <a:pt x="128" y="298"/>
                    <a:pt x="128" y="298"/>
                  </a:cubicBezTo>
                  <a:cubicBezTo>
                    <a:pt x="128" y="21"/>
                    <a:pt x="128" y="21"/>
                    <a:pt x="128" y="21"/>
                  </a:cubicBezTo>
                  <a:cubicBezTo>
                    <a:pt x="22" y="21"/>
                    <a:pt x="22" y="21"/>
                    <a:pt x="22" y="21"/>
                  </a:cubicBezTo>
                  <a:lnTo>
                    <a:pt x="22" y="298"/>
                  </a:lnTo>
                  <a:close/>
                  <a:moveTo>
                    <a:pt x="214" y="106"/>
                  </a:moveTo>
                  <a:cubicBezTo>
                    <a:pt x="150" y="106"/>
                    <a:pt x="150" y="106"/>
                    <a:pt x="150" y="106"/>
                  </a:cubicBezTo>
                  <a:cubicBezTo>
                    <a:pt x="150" y="298"/>
                    <a:pt x="150" y="298"/>
                    <a:pt x="150" y="298"/>
                  </a:cubicBezTo>
                  <a:cubicBezTo>
                    <a:pt x="171" y="298"/>
                    <a:pt x="171" y="298"/>
                    <a:pt x="171" y="298"/>
                  </a:cubicBezTo>
                  <a:cubicBezTo>
                    <a:pt x="171" y="266"/>
                    <a:pt x="171" y="266"/>
                    <a:pt x="171" y="266"/>
                  </a:cubicBezTo>
                  <a:cubicBezTo>
                    <a:pt x="171" y="260"/>
                    <a:pt x="176" y="256"/>
                    <a:pt x="182" y="256"/>
                  </a:cubicBezTo>
                  <a:cubicBezTo>
                    <a:pt x="188" y="256"/>
                    <a:pt x="192" y="260"/>
                    <a:pt x="192" y="266"/>
                  </a:cubicBezTo>
                  <a:cubicBezTo>
                    <a:pt x="192" y="298"/>
                    <a:pt x="192" y="298"/>
                    <a:pt x="192" y="298"/>
                  </a:cubicBezTo>
                  <a:cubicBezTo>
                    <a:pt x="214" y="298"/>
                    <a:pt x="214" y="298"/>
                    <a:pt x="214" y="298"/>
                  </a:cubicBezTo>
                  <a:lnTo>
                    <a:pt x="214" y="10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17" name="Freeform 116"/>
            <p:cNvSpPr>
              <a:spLocks noEditPoints="1"/>
            </p:cNvSpPr>
            <p:nvPr/>
          </p:nvSpPr>
          <p:spPr bwMode="auto">
            <a:xfrm>
              <a:off x="1925" y="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spTree>
    <p:extLst>
      <p:ext uri="{BB962C8B-B14F-4D97-AF65-F5344CB8AC3E}">
        <p14:creationId xmlns:p14="http://schemas.microsoft.com/office/powerpoint/2010/main" val="3489398914"/>
      </p:ext>
    </p:extLst>
  </p:cSld>
  <p:clrMapOvr>
    <a:masterClrMapping/>
  </p:clrMapOvr>
  <p:transition>
    <p:fade/>
  </p:transition>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Ribbons bouncing</a:t>
            </a:r>
            <a:endParaRPr lang="en-US" dirty="0"/>
          </a:p>
        </p:txBody>
      </p:sp>
      <p:sp>
        <p:nvSpPr>
          <p:cNvPr id="371719" name="Title 1"/>
          <p:cNvSpPr>
            <a:spLocks noGrp="1"/>
          </p:cNvSpPr>
          <p:nvPr>
            <p:ph type="title"/>
          </p:nvPr>
        </p:nvSpPr>
        <p:spPr/>
        <p:txBody>
          <a:bodyPr/>
          <a:lstStyle/>
          <a:p>
            <a:r>
              <a:rPr lang="en-US" altLang="ja-JP"/>
              <a:t>Ranking elements</a:t>
            </a:r>
            <a:endParaRPr lang="en-US" dirty="0"/>
          </a:p>
        </p:txBody>
      </p:sp>
      <p:sp>
        <p:nvSpPr>
          <p:cNvPr id="37" name="Freeform 60">
            <a:extLst>
              <a:ext uri="{FF2B5EF4-FFF2-40B4-BE49-F238E27FC236}">
                <a16:creationId xmlns:a16="http://schemas.microsoft.com/office/drawing/2014/main" id="{A44DE82C-502D-4404-B24A-91FA278576B8}"/>
              </a:ext>
            </a:extLst>
          </p:cNvPr>
          <p:cNvSpPr/>
          <p:nvPr/>
        </p:nvSpPr>
        <p:spPr>
          <a:xfrm>
            <a:off x="3080856" y="2239031"/>
            <a:ext cx="922496" cy="1523048"/>
          </a:xfrm>
          <a:custGeom>
            <a:avLst/>
            <a:gdLst>
              <a:gd name="connsiteX0" fmla="*/ 403860 w 1135380"/>
              <a:gd name="connsiteY0" fmla="*/ 0 h 1790700"/>
              <a:gd name="connsiteX1" fmla="*/ 403860 w 1135380"/>
              <a:gd name="connsiteY1" fmla="*/ 0 h 1790700"/>
              <a:gd name="connsiteX2" fmla="*/ 0 w 1135380"/>
              <a:gd name="connsiteY2" fmla="*/ 1744980 h 1790700"/>
              <a:gd name="connsiteX3" fmla="*/ 777240 w 1135380"/>
              <a:gd name="connsiteY3" fmla="*/ 1790700 h 1790700"/>
              <a:gd name="connsiteX4" fmla="*/ 1135380 w 1135380"/>
              <a:gd name="connsiteY4" fmla="*/ 15240 h 1790700"/>
              <a:gd name="connsiteX5" fmla="*/ 403860 w 1135380"/>
              <a:gd name="connsiteY5" fmla="*/ 0 h 1790700"/>
              <a:gd name="connsiteX0" fmla="*/ 403860 w 1135380"/>
              <a:gd name="connsiteY0" fmla="*/ 0 h 1874520"/>
              <a:gd name="connsiteX1" fmla="*/ 403860 w 1135380"/>
              <a:gd name="connsiteY1" fmla="*/ 0 h 1874520"/>
              <a:gd name="connsiteX2" fmla="*/ 0 w 1135380"/>
              <a:gd name="connsiteY2" fmla="*/ 1744980 h 1874520"/>
              <a:gd name="connsiteX3" fmla="*/ 670560 w 1135380"/>
              <a:gd name="connsiteY3" fmla="*/ 1874520 h 1874520"/>
              <a:gd name="connsiteX4" fmla="*/ 1135380 w 1135380"/>
              <a:gd name="connsiteY4" fmla="*/ 15240 h 1874520"/>
              <a:gd name="connsiteX5" fmla="*/ 403860 w 1135380"/>
              <a:gd name="connsiteY5" fmla="*/ 0 h 1874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5380" h="1874520">
                <a:moveTo>
                  <a:pt x="403860" y="0"/>
                </a:moveTo>
                <a:lnTo>
                  <a:pt x="403860" y="0"/>
                </a:lnTo>
                <a:lnTo>
                  <a:pt x="0" y="1744980"/>
                </a:lnTo>
                <a:lnTo>
                  <a:pt x="670560" y="1874520"/>
                </a:lnTo>
                <a:lnTo>
                  <a:pt x="1135380" y="15240"/>
                </a:lnTo>
                <a:lnTo>
                  <a:pt x="403860" y="0"/>
                </a:lnTo>
                <a:close/>
              </a:path>
            </a:pathLst>
          </a:cu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38" name="Freeform 61">
            <a:extLst>
              <a:ext uri="{FF2B5EF4-FFF2-40B4-BE49-F238E27FC236}">
                <a16:creationId xmlns:a16="http://schemas.microsoft.com/office/drawing/2014/main" id="{2229E677-E64F-4270-A398-0EE3D717F09C}"/>
              </a:ext>
            </a:extLst>
          </p:cNvPr>
          <p:cNvSpPr/>
          <p:nvPr/>
        </p:nvSpPr>
        <p:spPr>
          <a:xfrm>
            <a:off x="2992116" y="2780764"/>
            <a:ext cx="635377" cy="985182"/>
          </a:xfrm>
          <a:custGeom>
            <a:avLst/>
            <a:gdLst>
              <a:gd name="connsiteX0" fmla="*/ 266700 w 731520"/>
              <a:gd name="connsiteY0" fmla="*/ 0 h 1196340"/>
              <a:gd name="connsiteX1" fmla="*/ 731520 w 731520"/>
              <a:gd name="connsiteY1" fmla="*/ 1196340 h 1196340"/>
              <a:gd name="connsiteX2" fmla="*/ 0 w 731520"/>
              <a:gd name="connsiteY2" fmla="*/ 1196340 h 1196340"/>
              <a:gd name="connsiteX3" fmla="*/ 266700 w 731520"/>
              <a:gd name="connsiteY3" fmla="*/ 0 h 1196340"/>
              <a:gd name="connsiteX0" fmla="*/ 266700 w 739140"/>
              <a:gd name="connsiteY0" fmla="*/ 0 h 1226820"/>
              <a:gd name="connsiteX1" fmla="*/ 739140 w 739140"/>
              <a:gd name="connsiteY1" fmla="*/ 1226820 h 1226820"/>
              <a:gd name="connsiteX2" fmla="*/ 0 w 739140"/>
              <a:gd name="connsiteY2" fmla="*/ 1196340 h 1226820"/>
              <a:gd name="connsiteX3" fmla="*/ 266700 w 739140"/>
              <a:gd name="connsiteY3" fmla="*/ 0 h 1226820"/>
              <a:gd name="connsiteX0" fmla="*/ 266700 w 753428"/>
              <a:gd name="connsiteY0" fmla="*/ 0 h 1241107"/>
              <a:gd name="connsiteX1" fmla="*/ 753428 w 753428"/>
              <a:gd name="connsiteY1" fmla="*/ 1241107 h 1241107"/>
              <a:gd name="connsiteX2" fmla="*/ 0 w 753428"/>
              <a:gd name="connsiteY2" fmla="*/ 1196340 h 1241107"/>
              <a:gd name="connsiteX3" fmla="*/ 266700 w 753428"/>
              <a:gd name="connsiteY3" fmla="*/ 0 h 1241107"/>
              <a:gd name="connsiteX0" fmla="*/ 266700 w 758190"/>
              <a:gd name="connsiteY0" fmla="*/ 0 h 1226819"/>
              <a:gd name="connsiteX1" fmla="*/ 758190 w 758190"/>
              <a:gd name="connsiteY1" fmla="*/ 1226819 h 1226819"/>
              <a:gd name="connsiteX2" fmla="*/ 0 w 758190"/>
              <a:gd name="connsiteY2" fmla="*/ 1196340 h 1226819"/>
              <a:gd name="connsiteX3" fmla="*/ 266700 w 758190"/>
              <a:gd name="connsiteY3" fmla="*/ 0 h 1226819"/>
              <a:gd name="connsiteX0" fmla="*/ 278607 w 758190"/>
              <a:gd name="connsiteY0" fmla="*/ 0 h 1212532"/>
              <a:gd name="connsiteX1" fmla="*/ 758190 w 758190"/>
              <a:gd name="connsiteY1" fmla="*/ 1212532 h 1212532"/>
              <a:gd name="connsiteX2" fmla="*/ 0 w 758190"/>
              <a:gd name="connsiteY2" fmla="*/ 1182053 h 1212532"/>
              <a:gd name="connsiteX3" fmla="*/ 278607 w 758190"/>
              <a:gd name="connsiteY3" fmla="*/ 0 h 1212532"/>
              <a:gd name="connsiteX0" fmla="*/ 302420 w 782003"/>
              <a:gd name="connsiteY0" fmla="*/ 0 h 1212532"/>
              <a:gd name="connsiteX1" fmla="*/ 782003 w 782003"/>
              <a:gd name="connsiteY1" fmla="*/ 1212532 h 1212532"/>
              <a:gd name="connsiteX2" fmla="*/ 0 w 782003"/>
              <a:gd name="connsiteY2" fmla="*/ 1184434 h 1212532"/>
              <a:gd name="connsiteX3" fmla="*/ 302420 w 782003"/>
              <a:gd name="connsiteY3" fmla="*/ 0 h 1212532"/>
            </a:gdLst>
            <a:ahLst/>
            <a:cxnLst>
              <a:cxn ang="0">
                <a:pos x="connsiteX0" y="connsiteY0"/>
              </a:cxn>
              <a:cxn ang="0">
                <a:pos x="connsiteX1" y="connsiteY1"/>
              </a:cxn>
              <a:cxn ang="0">
                <a:pos x="connsiteX2" y="connsiteY2"/>
              </a:cxn>
              <a:cxn ang="0">
                <a:pos x="connsiteX3" y="connsiteY3"/>
              </a:cxn>
            </a:cxnLst>
            <a:rect l="l" t="t" r="r" b="b"/>
            <a:pathLst>
              <a:path w="782003" h="1212532">
                <a:moveTo>
                  <a:pt x="302420" y="0"/>
                </a:moveTo>
                <a:lnTo>
                  <a:pt x="782003" y="1212532"/>
                </a:lnTo>
                <a:lnTo>
                  <a:pt x="0" y="1184434"/>
                </a:lnTo>
                <a:lnTo>
                  <a:pt x="302420" y="0"/>
                </a:lnTo>
                <a:close/>
              </a:path>
            </a:pathLst>
          </a:custGeom>
          <a:solidFill>
            <a:schemeClr val="accent3">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39" name="Freeform 62">
            <a:extLst>
              <a:ext uri="{FF2B5EF4-FFF2-40B4-BE49-F238E27FC236}">
                <a16:creationId xmlns:a16="http://schemas.microsoft.com/office/drawing/2014/main" id="{F5A1F393-A1A4-4573-B458-B0EBF4798DA1}"/>
              </a:ext>
            </a:extLst>
          </p:cNvPr>
          <p:cNvSpPr/>
          <p:nvPr/>
        </p:nvSpPr>
        <p:spPr>
          <a:xfrm>
            <a:off x="2315463" y="2770317"/>
            <a:ext cx="922496" cy="1523048"/>
          </a:xfrm>
          <a:custGeom>
            <a:avLst/>
            <a:gdLst>
              <a:gd name="connsiteX0" fmla="*/ 403860 w 1135380"/>
              <a:gd name="connsiteY0" fmla="*/ 0 h 1790700"/>
              <a:gd name="connsiteX1" fmla="*/ 403860 w 1135380"/>
              <a:gd name="connsiteY1" fmla="*/ 0 h 1790700"/>
              <a:gd name="connsiteX2" fmla="*/ 0 w 1135380"/>
              <a:gd name="connsiteY2" fmla="*/ 1744980 h 1790700"/>
              <a:gd name="connsiteX3" fmla="*/ 777240 w 1135380"/>
              <a:gd name="connsiteY3" fmla="*/ 1790700 h 1790700"/>
              <a:gd name="connsiteX4" fmla="*/ 1135380 w 1135380"/>
              <a:gd name="connsiteY4" fmla="*/ 15240 h 1790700"/>
              <a:gd name="connsiteX5" fmla="*/ 403860 w 1135380"/>
              <a:gd name="connsiteY5" fmla="*/ 0 h 1790700"/>
              <a:gd name="connsiteX0" fmla="*/ 403860 w 1135380"/>
              <a:gd name="connsiteY0" fmla="*/ 0 h 1874520"/>
              <a:gd name="connsiteX1" fmla="*/ 403860 w 1135380"/>
              <a:gd name="connsiteY1" fmla="*/ 0 h 1874520"/>
              <a:gd name="connsiteX2" fmla="*/ 0 w 1135380"/>
              <a:gd name="connsiteY2" fmla="*/ 1744980 h 1874520"/>
              <a:gd name="connsiteX3" fmla="*/ 670560 w 1135380"/>
              <a:gd name="connsiteY3" fmla="*/ 1874520 h 1874520"/>
              <a:gd name="connsiteX4" fmla="*/ 1135380 w 1135380"/>
              <a:gd name="connsiteY4" fmla="*/ 15240 h 1874520"/>
              <a:gd name="connsiteX5" fmla="*/ 403860 w 1135380"/>
              <a:gd name="connsiteY5" fmla="*/ 0 h 1874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5380" h="1874520">
                <a:moveTo>
                  <a:pt x="403860" y="0"/>
                </a:moveTo>
                <a:lnTo>
                  <a:pt x="403860" y="0"/>
                </a:lnTo>
                <a:lnTo>
                  <a:pt x="0" y="1744980"/>
                </a:lnTo>
                <a:lnTo>
                  <a:pt x="670560" y="1874520"/>
                </a:lnTo>
                <a:lnTo>
                  <a:pt x="1135380" y="15240"/>
                </a:lnTo>
                <a:lnTo>
                  <a:pt x="403860" y="0"/>
                </a:ln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40" name="Freeform 63">
            <a:extLst>
              <a:ext uri="{FF2B5EF4-FFF2-40B4-BE49-F238E27FC236}">
                <a16:creationId xmlns:a16="http://schemas.microsoft.com/office/drawing/2014/main" id="{0AFE5DA8-618F-40A2-8C3F-4FCD1F0DF926}"/>
              </a:ext>
            </a:extLst>
          </p:cNvPr>
          <p:cNvSpPr/>
          <p:nvPr/>
        </p:nvSpPr>
        <p:spPr>
          <a:xfrm>
            <a:off x="2224401" y="3309344"/>
            <a:ext cx="635377" cy="985182"/>
          </a:xfrm>
          <a:custGeom>
            <a:avLst/>
            <a:gdLst>
              <a:gd name="connsiteX0" fmla="*/ 266700 w 731520"/>
              <a:gd name="connsiteY0" fmla="*/ 0 h 1196340"/>
              <a:gd name="connsiteX1" fmla="*/ 731520 w 731520"/>
              <a:gd name="connsiteY1" fmla="*/ 1196340 h 1196340"/>
              <a:gd name="connsiteX2" fmla="*/ 0 w 731520"/>
              <a:gd name="connsiteY2" fmla="*/ 1196340 h 1196340"/>
              <a:gd name="connsiteX3" fmla="*/ 266700 w 731520"/>
              <a:gd name="connsiteY3" fmla="*/ 0 h 1196340"/>
              <a:gd name="connsiteX0" fmla="*/ 266700 w 739140"/>
              <a:gd name="connsiteY0" fmla="*/ 0 h 1226820"/>
              <a:gd name="connsiteX1" fmla="*/ 739140 w 739140"/>
              <a:gd name="connsiteY1" fmla="*/ 1226820 h 1226820"/>
              <a:gd name="connsiteX2" fmla="*/ 0 w 739140"/>
              <a:gd name="connsiteY2" fmla="*/ 1196340 h 1226820"/>
              <a:gd name="connsiteX3" fmla="*/ 266700 w 739140"/>
              <a:gd name="connsiteY3" fmla="*/ 0 h 1226820"/>
              <a:gd name="connsiteX0" fmla="*/ 266700 w 753428"/>
              <a:gd name="connsiteY0" fmla="*/ 0 h 1241107"/>
              <a:gd name="connsiteX1" fmla="*/ 753428 w 753428"/>
              <a:gd name="connsiteY1" fmla="*/ 1241107 h 1241107"/>
              <a:gd name="connsiteX2" fmla="*/ 0 w 753428"/>
              <a:gd name="connsiteY2" fmla="*/ 1196340 h 1241107"/>
              <a:gd name="connsiteX3" fmla="*/ 266700 w 753428"/>
              <a:gd name="connsiteY3" fmla="*/ 0 h 1241107"/>
              <a:gd name="connsiteX0" fmla="*/ 266700 w 758190"/>
              <a:gd name="connsiteY0" fmla="*/ 0 h 1226819"/>
              <a:gd name="connsiteX1" fmla="*/ 758190 w 758190"/>
              <a:gd name="connsiteY1" fmla="*/ 1226819 h 1226819"/>
              <a:gd name="connsiteX2" fmla="*/ 0 w 758190"/>
              <a:gd name="connsiteY2" fmla="*/ 1196340 h 1226819"/>
              <a:gd name="connsiteX3" fmla="*/ 266700 w 758190"/>
              <a:gd name="connsiteY3" fmla="*/ 0 h 1226819"/>
              <a:gd name="connsiteX0" fmla="*/ 278607 w 758190"/>
              <a:gd name="connsiteY0" fmla="*/ 0 h 1212532"/>
              <a:gd name="connsiteX1" fmla="*/ 758190 w 758190"/>
              <a:gd name="connsiteY1" fmla="*/ 1212532 h 1212532"/>
              <a:gd name="connsiteX2" fmla="*/ 0 w 758190"/>
              <a:gd name="connsiteY2" fmla="*/ 1182053 h 1212532"/>
              <a:gd name="connsiteX3" fmla="*/ 278607 w 758190"/>
              <a:gd name="connsiteY3" fmla="*/ 0 h 1212532"/>
              <a:gd name="connsiteX0" fmla="*/ 302420 w 782003"/>
              <a:gd name="connsiteY0" fmla="*/ 0 h 1212532"/>
              <a:gd name="connsiteX1" fmla="*/ 782003 w 782003"/>
              <a:gd name="connsiteY1" fmla="*/ 1212532 h 1212532"/>
              <a:gd name="connsiteX2" fmla="*/ 0 w 782003"/>
              <a:gd name="connsiteY2" fmla="*/ 1184434 h 1212532"/>
              <a:gd name="connsiteX3" fmla="*/ 302420 w 782003"/>
              <a:gd name="connsiteY3" fmla="*/ 0 h 1212532"/>
            </a:gdLst>
            <a:ahLst/>
            <a:cxnLst>
              <a:cxn ang="0">
                <a:pos x="connsiteX0" y="connsiteY0"/>
              </a:cxn>
              <a:cxn ang="0">
                <a:pos x="connsiteX1" y="connsiteY1"/>
              </a:cxn>
              <a:cxn ang="0">
                <a:pos x="connsiteX2" y="connsiteY2"/>
              </a:cxn>
              <a:cxn ang="0">
                <a:pos x="connsiteX3" y="connsiteY3"/>
              </a:cxn>
            </a:cxnLst>
            <a:rect l="l" t="t" r="r" b="b"/>
            <a:pathLst>
              <a:path w="782003" h="1212532">
                <a:moveTo>
                  <a:pt x="302420" y="0"/>
                </a:moveTo>
                <a:lnTo>
                  <a:pt x="782003" y="1212532"/>
                </a:lnTo>
                <a:lnTo>
                  <a:pt x="0" y="1184434"/>
                </a:lnTo>
                <a:lnTo>
                  <a:pt x="302420" y="0"/>
                </a:lnTo>
                <a:close/>
              </a:path>
            </a:pathLst>
          </a:cu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41" name="Freeform 64">
            <a:extLst>
              <a:ext uri="{FF2B5EF4-FFF2-40B4-BE49-F238E27FC236}">
                <a16:creationId xmlns:a16="http://schemas.microsoft.com/office/drawing/2014/main" id="{EF296BF0-99E4-4542-AAE5-48CB89D9C0B8}"/>
              </a:ext>
            </a:extLst>
          </p:cNvPr>
          <p:cNvSpPr/>
          <p:nvPr/>
        </p:nvSpPr>
        <p:spPr>
          <a:xfrm>
            <a:off x="1542072" y="3297737"/>
            <a:ext cx="922496" cy="1523048"/>
          </a:xfrm>
          <a:custGeom>
            <a:avLst/>
            <a:gdLst>
              <a:gd name="connsiteX0" fmla="*/ 403860 w 1135380"/>
              <a:gd name="connsiteY0" fmla="*/ 0 h 1790700"/>
              <a:gd name="connsiteX1" fmla="*/ 403860 w 1135380"/>
              <a:gd name="connsiteY1" fmla="*/ 0 h 1790700"/>
              <a:gd name="connsiteX2" fmla="*/ 0 w 1135380"/>
              <a:gd name="connsiteY2" fmla="*/ 1744980 h 1790700"/>
              <a:gd name="connsiteX3" fmla="*/ 777240 w 1135380"/>
              <a:gd name="connsiteY3" fmla="*/ 1790700 h 1790700"/>
              <a:gd name="connsiteX4" fmla="*/ 1135380 w 1135380"/>
              <a:gd name="connsiteY4" fmla="*/ 15240 h 1790700"/>
              <a:gd name="connsiteX5" fmla="*/ 403860 w 1135380"/>
              <a:gd name="connsiteY5" fmla="*/ 0 h 1790700"/>
              <a:gd name="connsiteX0" fmla="*/ 403860 w 1135380"/>
              <a:gd name="connsiteY0" fmla="*/ 0 h 1874520"/>
              <a:gd name="connsiteX1" fmla="*/ 403860 w 1135380"/>
              <a:gd name="connsiteY1" fmla="*/ 0 h 1874520"/>
              <a:gd name="connsiteX2" fmla="*/ 0 w 1135380"/>
              <a:gd name="connsiteY2" fmla="*/ 1744980 h 1874520"/>
              <a:gd name="connsiteX3" fmla="*/ 670560 w 1135380"/>
              <a:gd name="connsiteY3" fmla="*/ 1874520 h 1874520"/>
              <a:gd name="connsiteX4" fmla="*/ 1135380 w 1135380"/>
              <a:gd name="connsiteY4" fmla="*/ 15240 h 1874520"/>
              <a:gd name="connsiteX5" fmla="*/ 403860 w 1135380"/>
              <a:gd name="connsiteY5" fmla="*/ 0 h 1874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5380" h="1874520">
                <a:moveTo>
                  <a:pt x="403860" y="0"/>
                </a:moveTo>
                <a:lnTo>
                  <a:pt x="403860" y="0"/>
                </a:lnTo>
                <a:lnTo>
                  <a:pt x="0" y="1744980"/>
                </a:lnTo>
                <a:lnTo>
                  <a:pt x="670560" y="1874520"/>
                </a:lnTo>
                <a:lnTo>
                  <a:pt x="1135380" y="15240"/>
                </a:lnTo>
                <a:lnTo>
                  <a:pt x="403860" y="0"/>
                </a:lnTo>
                <a:close/>
              </a:path>
            </a:pathLst>
          </a:custGeom>
          <a:solidFill>
            <a:schemeClr val="accent6">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dirty="0">
              <a:solidFill>
                <a:schemeClr val="tx2"/>
              </a:solidFill>
            </a:endParaRPr>
          </a:p>
        </p:txBody>
      </p:sp>
      <p:sp>
        <p:nvSpPr>
          <p:cNvPr id="42" name="Freeform 65">
            <a:extLst>
              <a:ext uri="{FF2B5EF4-FFF2-40B4-BE49-F238E27FC236}">
                <a16:creationId xmlns:a16="http://schemas.microsoft.com/office/drawing/2014/main" id="{42495449-38E5-456F-AC2B-FEB5757057C3}"/>
              </a:ext>
            </a:extLst>
          </p:cNvPr>
          <p:cNvSpPr/>
          <p:nvPr/>
        </p:nvSpPr>
        <p:spPr>
          <a:xfrm>
            <a:off x="1457457" y="3841404"/>
            <a:ext cx="635377" cy="985182"/>
          </a:xfrm>
          <a:custGeom>
            <a:avLst/>
            <a:gdLst>
              <a:gd name="connsiteX0" fmla="*/ 266700 w 731520"/>
              <a:gd name="connsiteY0" fmla="*/ 0 h 1196340"/>
              <a:gd name="connsiteX1" fmla="*/ 731520 w 731520"/>
              <a:gd name="connsiteY1" fmla="*/ 1196340 h 1196340"/>
              <a:gd name="connsiteX2" fmla="*/ 0 w 731520"/>
              <a:gd name="connsiteY2" fmla="*/ 1196340 h 1196340"/>
              <a:gd name="connsiteX3" fmla="*/ 266700 w 731520"/>
              <a:gd name="connsiteY3" fmla="*/ 0 h 1196340"/>
              <a:gd name="connsiteX0" fmla="*/ 266700 w 739140"/>
              <a:gd name="connsiteY0" fmla="*/ 0 h 1226820"/>
              <a:gd name="connsiteX1" fmla="*/ 739140 w 739140"/>
              <a:gd name="connsiteY1" fmla="*/ 1226820 h 1226820"/>
              <a:gd name="connsiteX2" fmla="*/ 0 w 739140"/>
              <a:gd name="connsiteY2" fmla="*/ 1196340 h 1226820"/>
              <a:gd name="connsiteX3" fmla="*/ 266700 w 739140"/>
              <a:gd name="connsiteY3" fmla="*/ 0 h 1226820"/>
              <a:gd name="connsiteX0" fmla="*/ 266700 w 753428"/>
              <a:gd name="connsiteY0" fmla="*/ 0 h 1241107"/>
              <a:gd name="connsiteX1" fmla="*/ 753428 w 753428"/>
              <a:gd name="connsiteY1" fmla="*/ 1241107 h 1241107"/>
              <a:gd name="connsiteX2" fmla="*/ 0 w 753428"/>
              <a:gd name="connsiteY2" fmla="*/ 1196340 h 1241107"/>
              <a:gd name="connsiteX3" fmla="*/ 266700 w 753428"/>
              <a:gd name="connsiteY3" fmla="*/ 0 h 1241107"/>
              <a:gd name="connsiteX0" fmla="*/ 266700 w 758190"/>
              <a:gd name="connsiteY0" fmla="*/ 0 h 1226819"/>
              <a:gd name="connsiteX1" fmla="*/ 758190 w 758190"/>
              <a:gd name="connsiteY1" fmla="*/ 1226819 h 1226819"/>
              <a:gd name="connsiteX2" fmla="*/ 0 w 758190"/>
              <a:gd name="connsiteY2" fmla="*/ 1196340 h 1226819"/>
              <a:gd name="connsiteX3" fmla="*/ 266700 w 758190"/>
              <a:gd name="connsiteY3" fmla="*/ 0 h 1226819"/>
              <a:gd name="connsiteX0" fmla="*/ 278607 w 758190"/>
              <a:gd name="connsiteY0" fmla="*/ 0 h 1212532"/>
              <a:gd name="connsiteX1" fmla="*/ 758190 w 758190"/>
              <a:gd name="connsiteY1" fmla="*/ 1212532 h 1212532"/>
              <a:gd name="connsiteX2" fmla="*/ 0 w 758190"/>
              <a:gd name="connsiteY2" fmla="*/ 1182053 h 1212532"/>
              <a:gd name="connsiteX3" fmla="*/ 278607 w 758190"/>
              <a:gd name="connsiteY3" fmla="*/ 0 h 1212532"/>
              <a:gd name="connsiteX0" fmla="*/ 302420 w 782003"/>
              <a:gd name="connsiteY0" fmla="*/ 0 h 1212532"/>
              <a:gd name="connsiteX1" fmla="*/ 782003 w 782003"/>
              <a:gd name="connsiteY1" fmla="*/ 1212532 h 1212532"/>
              <a:gd name="connsiteX2" fmla="*/ 0 w 782003"/>
              <a:gd name="connsiteY2" fmla="*/ 1184434 h 1212532"/>
              <a:gd name="connsiteX3" fmla="*/ 302420 w 782003"/>
              <a:gd name="connsiteY3" fmla="*/ 0 h 1212532"/>
            </a:gdLst>
            <a:ahLst/>
            <a:cxnLst>
              <a:cxn ang="0">
                <a:pos x="connsiteX0" y="connsiteY0"/>
              </a:cxn>
              <a:cxn ang="0">
                <a:pos x="connsiteX1" y="connsiteY1"/>
              </a:cxn>
              <a:cxn ang="0">
                <a:pos x="connsiteX2" y="connsiteY2"/>
              </a:cxn>
              <a:cxn ang="0">
                <a:pos x="connsiteX3" y="connsiteY3"/>
              </a:cxn>
            </a:cxnLst>
            <a:rect l="l" t="t" r="r" b="b"/>
            <a:pathLst>
              <a:path w="782003" h="1212532">
                <a:moveTo>
                  <a:pt x="302420" y="0"/>
                </a:moveTo>
                <a:lnTo>
                  <a:pt x="782003" y="1212532"/>
                </a:lnTo>
                <a:lnTo>
                  <a:pt x="0" y="1184434"/>
                </a:lnTo>
                <a:lnTo>
                  <a:pt x="302420" y="0"/>
                </a:lnTo>
                <a:close/>
              </a:path>
            </a:pathLst>
          </a:custGeom>
          <a:solidFill>
            <a:schemeClr val="accent1">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43" name="Freeform 66">
            <a:extLst>
              <a:ext uri="{FF2B5EF4-FFF2-40B4-BE49-F238E27FC236}">
                <a16:creationId xmlns:a16="http://schemas.microsoft.com/office/drawing/2014/main" id="{19967F14-2CD2-42AD-8630-B6D10D109CE3}"/>
              </a:ext>
            </a:extLst>
          </p:cNvPr>
          <p:cNvSpPr/>
          <p:nvPr/>
        </p:nvSpPr>
        <p:spPr>
          <a:xfrm>
            <a:off x="782612" y="3829407"/>
            <a:ext cx="922496" cy="1454944"/>
          </a:xfrm>
          <a:custGeom>
            <a:avLst/>
            <a:gdLst>
              <a:gd name="connsiteX0" fmla="*/ 403860 w 1135380"/>
              <a:gd name="connsiteY0" fmla="*/ 0 h 1790700"/>
              <a:gd name="connsiteX1" fmla="*/ 403860 w 1135380"/>
              <a:gd name="connsiteY1" fmla="*/ 0 h 1790700"/>
              <a:gd name="connsiteX2" fmla="*/ 0 w 1135380"/>
              <a:gd name="connsiteY2" fmla="*/ 1744980 h 1790700"/>
              <a:gd name="connsiteX3" fmla="*/ 777240 w 1135380"/>
              <a:gd name="connsiteY3" fmla="*/ 1790700 h 1790700"/>
              <a:gd name="connsiteX4" fmla="*/ 1135380 w 1135380"/>
              <a:gd name="connsiteY4" fmla="*/ 15240 h 1790700"/>
              <a:gd name="connsiteX5" fmla="*/ 403860 w 1135380"/>
              <a:gd name="connsiteY5" fmla="*/ 0 h 179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5380" h="1790700">
                <a:moveTo>
                  <a:pt x="403860" y="0"/>
                </a:moveTo>
                <a:lnTo>
                  <a:pt x="403860" y="0"/>
                </a:lnTo>
                <a:lnTo>
                  <a:pt x="0" y="1744980"/>
                </a:lnTo>
                <a:lnTo>
                  <a:pt x="777240" y="1790700"/>
                </a:lnTo>
                <a:lnTo>
                  <a:pt x="1135380" y="15240"/>
                </a:lnTo>
                <a:lnTo>
                  <a:pt x="403860" y="0"/>
                </a:ln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44" name="Rectangle 43">
            <a:extLst>
              <a:ext uri="{FF2B5EF4-FFF2-40B4-BE49-F238E27FC236}">
                <a16:creationId xmlns:a16="http://schemas.microsoft.com/office/drawing/2014/main" id="{46A04C8E-7A76-4713-BF4A-ACD049EFACA4}"/>
              </a:ext>
            </a:extLst>
          </p:cNvPr>
          <p:cNvSpPr/>
          <p:nvPr/>
        </p:nvSpPr>
        <p:spPr>
          <a:xfrm>
            <a:off x="2129440" y="5022763"/>
            <a:ext cx="1902834" cy="492443"/>
          </a:xfrm>
          <a:prstGeom prst="rect">
            <a:avLst/>
          </a:prstGeom>
        </p:spPr>
        <p:txBody>
          <a:bodyPr wrap="square" lIns="0" tIns="0" rIns="0" bIns="0">
            <a:spAutoFit/>
          </a:bodyPr>
          <a:lstStyle/>
          <a:p>
            <a:pPr>
              <a:spcAft>
                <a:spcPts val="488"/>
              </a:spcAft>
            </a:pPr>
            <a:r>
              <a:rPr lang="en-US" sz="800" b="1" dirty="0">
                <a:latin typeface="Aptos" panose="020B0004020202020204" pitchFamily="34" charset="0"/>
              </a:rPr>
              <a:t>Lorem ipsum </a:t>
            </a:r>
            <a:br>
              <a:rPr lang="en-US" sz="800" b="1" dirty="0">
                <a:latin typeface="Aptos" panose="020B0004020202020204" pitchFamily="34" charset="0"/>
              </a:rPr>
            </a:br>
            <a:r>
              <a:rPr lang="en-US" sz="800" dirty="0">
                <a:latin typeface="Aptos" panose="020B0004020202020204" pitchFamily="34" charset="0"/>
              </a:rPr>
              <a:t>This is dummy text it is not here to be read. The is just text to show where you could insert text. This is dummy text. </a:t>
            </a:r>
          </a:p>
        </p:txBody>
      </p:sp>
      <p:sp>
        <p:nvSpPr>
          <p:cNvPr id="45" name="Rectangle 44">
            <a:extLst>
              <a:ext uri="{FF2B5EF4-FFF2-40B4-BE49-F238E27FC236}">
                <a16:creationId xmlns:a16="http://schemas.microsoft.com/office/drawing/2014/main" id="{29181E04-C659-4C88-8658-C14EB7AAE569}"/>
              </a:ext>
            </a:extLst>
          </p:cNvPr>
          <p:cNvSpPr/>
          <p:nvPr/>
        </p:nvSpPr>
        <p:spPr>
          <a:xfrm>
            <a:off x="2904359" y="4437385"/>
            <a:ext cx="2005356" cy="492443"/>
          </a:xfrm>
          <a:prstGeom prst="rect">
            <a:avLst/>
          </a:prstGeom>
        </p:spPr>
        <p:txBody>
          <a:bodyPr wrap="square" lIns="0" tIns="0" rIns="0" bIns="0">
            <a:spAutoFit/>
          </a:bodyPr>
          <a:lstStyle/>
          <a:p>
            <a:pPr>
              <a:spcAft>
                <a:spcPts val="488"/>
              </a:spcAft>
            </a:pPr>
            <a:r>
              <a:rPr lang="en-US" sz="800" b="1" dirty="0">
                <a:latin typeface="Aptos" panose="020B0004020202020204" pitchFamily="34" charset="0"/>
              </a:rPr>
              <a:t>Lorem ipsum </a:t>
            </a:r>
            <a:br>
              <a:rPr lang="en-US" sz="800" b="1" dirty="0">
                <a:latin typeface="Aptos" panose="020B0004020202020204" pitchFamily="34" charset="0"/>
              </a:rPr>
            </a:br>
            <a:r>
              <a:rPr lang="en-US" sz="800" dirty="0">
                <a:latin typeface="Aptos" panose="020B0004020202020204" pitchFamily="34" charset="0"/>
              </a:rPr>
              <a:t>This is dummy text it is not here to be read. The is just text to show where you could insert text. This is dummy text.</a:t>
            </a:r>
          </a:p>
        </p:txBody>
      </p:sp>
      <p:sp>
        <p:nvSpPr>
          <p:cNvPr id="46" name="Rectangle 45">
            <a:extLst>
              <a:ext uri="{FF2B5EF4-FFF2-40B4-BE49-F238E27FC236}">
                <a16:creationId xmlns:a16="http://schemas.microsoft.com/office/drawing/2014/main" id="{8BCB3103-175C-4A3D-AEB0-198EB6F0794E}"/>
              </a:ext>
            </a:extLst>
          </p:cNvPr>
          <p:cNvSpPr/>
          <p:nvPr/>
        </p:nvSpPr>
        <p:spPr>
          <a:xfrm>
            <a:off x="3685535" y="3913527"/>
            <a:ext cx="2052367" cy="492443"/>
          </a:xfrm>
          <a:prstGeom prst="rect">
            <a:avLst/>
          </a:prstGeom>
        </p:spPr>
        <p:txBody>
          <a:bodyPr wrap="square" lIns="0" tIns="0" rIns="0" bIns="0">
            <a:spAutoFit/>
          </a:bodyPr>
          <a:lstStyle/>
          <a:p>
            <a:pPr>
              <a:spcAft>
                <a:spcPts val="488"/>
              </a:spcAft>
            </a:pPr>
            <a:r>
              <a:rPr lang="en-US" sz="800" b="1" dirty="0">
                <a:latin typeface="Aptos" panose="020B0004020202020204" pitchFamily="34" charset="0"/>
              </a:rPr>
              <a:t>Lorem ipsum </a:t>
            </a:r>
            <a:br>
              <a:rPr lang="en-US" sz="800" b="1" dirty="0">
                <a:latin typeface="Aptos" panose="020B0004020202020204" pitchFamily="34" charset="0"/>
              </a:rPr>
            </a:br>
            <a:r>
              <a:rPr lang="en-US" sz="800" dirty="0">
                <a:latin typeface="Aptos" panose="020B0004020202020204" pitchFamily="34" charset="0"/>
              </a:rPr>
              <a:t>This is dummy text it is not here to be read. The is just text to show where you could insert text. This is dummy text.</a:t>
            </a:r>
          </a:p>
        </p:txBody>
      </p:sp>
      <p:sp>
        <p:nvSpPr>
          <p:cNvPr id="47" name="Rectangle 46">
            <a:extLst>
              <a:ext uri="{FF2B5EF4-FFF2-40B4-BE49-F238E27FC236}">
                <a16:creationId xmlns:a16="http://schemas.microsoft.com/office/drawing/2014/main" id="{7D4E2A79-78C0-4573-A1AD-77F9BB125419}"/>
              </a:ext>
            </a:extLst>
          </p:cNvPr>
          <p:cNvSpPr/>
          <p:nvPr/>
        </p:nvSpPr>
        <p:spPr>
          <a:xfrm>
            <a:off x="4473409" y="3253763"/>
            <a:ext cx="2087225" cy="492443"/>
          </a:xfrm>
          <a:prstGeom prst="rect">
            <a:avLst/>
          </a:prstGeom>
        </p:spPr>
        <p:txBody>
          <a:bodyPr wrap="square" lIns="0" tIns="0" rIns="0" bIns="0">
            <a:spAutoFit/>
          </a:bodyPr>
          <a:lstStyle/>
          <a:p>
            <a:pPr>
              <a:spcAft>
                <a:spcPts val="488"/>
              </a:spcAft>
            </a:pPr>
            <a:r>
              <a:rPr lang="en-US" sz="800" b="1" dirty="0">
                <a:latin typeface="Aptos" panose="020B0004020202020204" pitchFamily="34" charset="0"/>
              </a:rPr>
              <a:t>Lorem ipsum </a:t>
            </a:r>
            <a:br>
              <a:rPr lang="en-US" sz="800" b="1" dirty="0">
                <a:latin typeface="Aptos" panose="020B0004020202020204" pitchFamily="34" charset="0"/>
              </a:rPr>
            </a:br>
            <a:r>
              <a:rPr lang="en-US" sz="800" dirty="0">
                <a:latin typeface="Aptos" panose="020B0004020202020204" pitchFamily="34" charset="0"/>
              </a:rPr>
              <a:t>This is dummy text it is not here to be read. The is just text to show where you could insert text. This is dummy text.</a:t>
            </a:r>
          </a:p>
        </p:txBody>
      </p:sp>
      <p:grpSp>
        <p:nvGrpSpPr>
          <p:cNvPr id="48" name="Group 47">
            <a:extLst>
              <a:ext uri="{FF2B5EF4-FFF2-40B4-BE49-F238E27FC236}">
                <a16:creationId xmlns:a16="http://schemas.microsoft.com/office/drawing/2014/main" id="{246B5974-DD60-470E-A783-90E5BC010780}"/>
              </a:ext>
            </a:extLst>
          </p:cNvPr>
          <p:cNvGrpSpPr/>
          <p:nvPr/>
        </p:nvGrpSpPr>
        <p:grpSpPr>
          <a:xfrm>
            <a:off x="3828694" y="3137264"/>
            <a:ext cx="574073" cy="297180"/>
            <a:chOff x="4953973" y="3370420"/>
            <a:chExt cx="706551" cy="365760"/>
          </a:xfrm>
        </p:grpSpPr>
        <p:sp>
          <p:nvSpPr>
            <p:cNvPr id="49" name="Right Arrow 1">
              <a:extLst>
                <a:ext uri="{FF2B5EF4-FFF2-40B4-BE49-F238E27FC236}">
                  <a16:creationId xmlns:a16="http://schemas.microsoft.com/office/drawing/2014/main" id="{95321334-6E80-4823-A791-8855DC24FAD2}"/>
                </a:ext>
              </a:extLst>
            </p:cNvPr>
            <p:cNvSpPr/>
            <p:nvPr/>
          </p:nvSpPr>
          <p:spPr>
            <a:xfrm>
              <a:off x="4953973" y="3370420"/>
              <a:ext cx="706551" cy="365760"/>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2750" h="2185987">
                  <a:moveTo>
                    <a:pt x="0" y="272177"/>
                  </a:moveTo>
                  <a:lnTo>
                    <a:pt x="3129757" y="272177"/>
                  </a:lnTo>
                  <a:lnTo>
                    <a:pt x="3129757" y="0"/>
                  </a:lnTo>
                  <a:lnTo>
                    <a:pt x="4222750" y="1092994"/>
                  </a:lnTo>
                  <a:lnTo>
                    <a:pt x="3129757" y="2185987"/>
                  </a:lnTo>
                  <a:lnTo>
                    <a:pt x="3137377" y="1067990"/>
                  </a:lnTo>
                  <a:lnTo>
                    <a:pt x="1219200" y="1067990"/>
                  </a:lnTo>
                  <a:lnTo>
                    <a:pt x="0" y="272177"/>
                  </a:lnTo>
                  <a:close/>
                </a:path>
              </a:pathLst>
            </a:custGeom>
            <a:solidFill>
              <a:schemeClr val="accent5">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50" name="Right Arrow 1">
              <a:extLst>
                <a:ext uri="{FF2B5EF4-FFF2-40B4-BE49-F238E27FC236}">
                  <a16:creationId xmlns:a16="http://schemas.microsoft.com/office/drawing/2014/main" id="{83CEEAD5-3C04-4C16-ABE8-9CB0E3AFA864}"/>
                </a:ext>
              </a:extLst>
            </p:cNvPr>
            <p:cNvSpPr/>
            <p:nvPr/>
          </p:nvSpPr>
          <p:spPr>
            <a:xfrm rot="10800000" flipH="1" flipV="1">
              <a:off x="5478145" y="3549116"/>
              <a:ext cx="181104" cy="187064"/>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 name="connsiteX0" fmla="*/ 0 w 3003550"/>
                <a:gd name="connsiteY0" fmla="*/ 1067990 h 2185987"/>
                <a:gd name="connsiteX1" fmla="*/ 1910557 w 3003550"/>
                <a:gd name="connsiteY1" fmla="*/ 272177 h 2185987"/>
                <a:gd name="connsiteX2" fmla="*/ 1910557 w 3003550"/>
                <a:gd name="connsiteY2" fmla="*/ 0 h 2185987"/>
                <a:gd name="connsiteX3" fmla="*/ 3003550 w 3003550"/>
                <a:gd name="connsiteY3" fmla="*/ 1092994 h 2185987"/>
                <a:gd name="connsiteX4" fmla="*/ 1910557 w 3003550"/>
                <a:gd name="connsiteY4" fmla="*/ 2185987 h 2185987"/>
                <a:gd name="connsiteX5" fmla="*/ 1918177 w 3003550"/>
                <a:gd name="connsiteY5" fmla="*/ 1067990 h 2185987"/>
                <a:gd name="connsiteX6" fmla="*/ 0 w 3003550"/>
                <a:gd name="connsiteY6" fmla="*/ 1067990 h 2185987"/>
                <a:gd name="connsiteX0" fmla="*/ 7620 w 1092993"/>
                <a:gd name="connsiteY0" fmla="*/ 1067990 h 2185987"/>
                <a:gd name="connsiteX1" fmla="*/ 0 w 1092993"/>
                <a:gd name="connsiteY1" fmla="*/ 272177 h 2185987"/>
                <a:gd name="connsiteX2" fmla="*/ 0 w 1092993"/>
                <a:gd name="connsiteY2" fmla="*/ 0 h 2185987"/>
                <a:gd name="connsiteX3" fmla="*/ 1092993 w 1092993"/>
                <a:gd name="connsiteY3" fmla="*/ 1092994 h 2185987"/>
                <a:gd name="connsiteX4" fmla="*/ 0 w 1092993"/>
                <a:gd name="connsiteY4" fmla="*/ 2185987 h 2185987"/>
                <a:gd name="connsiteX5" fmla="*/ 7620 w 1092993"/>
                <a:gd name="connsiteY5" fmla="*/ 1067990 h 2185987"/>
                <a:gd name="connsiteX0" fmla="*/ 7620 w 1092993"/>
                <a:gd name="connsiteY0" fmla="*/ 1067990 h 2185987"/>
                <a:gd name="connsiteX1" fmla="*/ 0 w 1092993"/>
                <a:gd name="connsiteY1" fmla="*/ 0 h 2185987"/>
                <a:gd name="connsiteX2" fmla="*/ 1092993 w 1092993"/>
                <a:gd name="connsiteY2" fmla="*/ 1092994 h 2185987"/>
                <a:gd name="connsiteX3" fmla="*/ 0 w 1092993"/>
                <a:gd name="connsiteY3" fmla="*/ 2185987 h 2185987"/>
                <a:gd name="connsiteX4" fmla="*/ 7620 w 1092993"/>
                <a:gd name="connsiteY4" fmla="*/ 1067990 h 2185987"/>
                <a:gd name="connsiteX0" fmla="*/ 7620 w 1092993"/>
                <a:gd name="connsiteY0" fmla="*/ 0 h 1117997"/>
                <a:gd name="connsiteX1" fmla="*/ 1092993 w 1092993"/>
                <a:gd name="connsiteY1" fmla="*/ 25004 h 1117997"/>
                <a:gd name="connsiteX2" fmla="*/ 0 w 1092993"/>
                <a:gd name="connsiteY2" fmla="*/ 1117997 h 1117997"/>
                <a:gd name="connsiteX3" fmla="*/ 7620 w 1092993"/>
                <a:gd name="connsiteY3" fmla="*/ 0 h 1117997"/>
              </a:gdLst>
              <a:ahLst/>
              <a:cxnLst>
                <a:cxn ang="0">
                  <a:pos x="connsiteX0" y="connsiteY0"/>
                </a:cxn>
                <a:cxn ang="0">
                  <a:pos x="connsiteX1" y="connsiteY1"/>
                </a:cxn>
                <a:cxn ang="0">
                  <a:pos x="connsiteX2" y="connsiteY2"/>
                </a:cxn>
                <a:cxn ang="0">
                  <a:pos x="connsiteX3" y="connsiteY3"/>
                </a:cxn>
              </a:cxnLst>
              <a:rect l="l" t="t" r="r" b="b"/>
              <a:pathLst>
                <a:path w="1092993" h="1117997">
                  <a:moveTo>
                    <a:pt x="7620" y="0"/>
                  </a:moveTo>
                  <a:lnTo>
                    <a:pt x="1092993" y="25004"/>
                  </a:lnTo>
                  <a:lnTo>
                    <a:pt x="0" y="1117997"/>
                  </a:lnTo>
                  <a:lnTo>
                    <a:pt x="762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grpSp>
      <p:sp>
        <p:nvSpPr>
          <p:cNvPr id="51" name="TextBox 50">
            <a:extLst>
              <a:ext uri="{FF2B5EF4-FFF2-40B4-BE49-F238E27FC236}">
                <a16:creationId xmlns:a16="http://schemas.microsoft.com/office/drawing/2014/main" id="{4DB54AB3-FC0F-4641-8CD6-35B4A05455B3}"/>
              </a:ext>
            </a:extLst>
          </p:cNvPr>
          <p:cNvSpPr txBox="1"/>
          <p:nvPr/>
        </p:nvSpPr>
        <p:spPr>
          <a:xfrm>
            <a:off x="1128229" y="3322614"/>
            <a:ext cx="561460" cy="659236"/>
          </a:xfrm>
          <a:prstGeom prst="rect">
            <a:avLst/>
          </a:prstGeom>
          <a:noFill/>
        </p:spPr>
        <p:txBody>
          <a:bodyPr wrap="square" lIns="29250" tIns="29250" rIns="29250" bIns="29250" rtlCol="0">
            <a:spAutoFit/>
          </a:bodyPr>
          <a:lstStyle/>
          <a:p>
            <a:pPr algn="ctr"/>
            <a:r>
              <a:rPr lang="en-US" sz="3900" b="1" dirty="0">
                <a:solidFill>
                  <a:schemeClr val="accent1"/>
                </a:solidFill>
              </a:rPr>
              <a:t>1</a:t>
            </a:r>
          </a:p>
        </p:txBody>
      </p:sp>
      <p:sp>
        <p:nvSpPr>
          <p:cNvPr id="52" name="TextBox 51">
            <a:extLst>
              <a:ext uri="{FF2B5EF4-FFF2-40B4-BE49-F238E27FC236}">
                <a16:creationId xmlns:a16="http://schemas.microsoft.com/office/drawing/2014/main" id="{1E56640A-8E18-4237-9E76-819E99B20E18}"/>
              </a:ext>
            </a:extLst>
          </p:cNvPr>
          <p:cNvSpPr txBox="1"/>
          <p:nvPr/>
        </p:nvSpPr>
        <p:spPr>
          <a:xfrm>
            <a:off x="1908902" y="2796632"/>
            <a:ext cx="561460" cy="659236"/>
          </a:xfrm>
          <a:prstGeom prst="rect">
            <a:avLst/>
          </a:prstGeom>
          <a:noFill/>
        </p:spPr>
        <p:txBody>
          <a:bodyPr wrap="square" lIns="29250" tIns="29250" rIns="29250" bIns="29250" rtlCol="0">
            <a:spAutoFit/>
          </a:bodyPr>
          <a:lstStyle/>
          <a:p>
            <a:pPr algn="ctr"/>
            <a:r>
              <a:rPr lang="en-US" sz="3900" b="1" dirty="0">
                <a:solidFill>
                  <a:schemeClr val="accent6">
                    <a:lumMod val="40000"/>
                    <a:lumOff val="60000"/>
                  </a:schemeClr>
                </a:solidFill>
              </a:rPr>
              <a:t>2</a:t>
            </a:r>
          </a:p>
        </p:txBody>
      </p:sp>
      <p:sp>
        <p:nvSpPr>
          <p:cNvPr id="53" name="TextBox 52">
            <a:extLst>
              <a:ext uri="{FF2B5EF4-FFF2-40B4-BE49-F238E27FC236}">
                <a16:creationId xmlns:a16="http://schemas.microsoft.com/office/drawing/2014/main" id="{68928982-4EA8-457E-977B-C77F321D86E6}"/>
              </a:ext>
            </a:extLst>
          </p:cNvPr>
          <p:cNvSpPr txBox="1"/>
          <p:nvPr/>
        </p:nvSpPr>
        <p:spPr>
          <a:xfrm>
            <a:off x="2671785" y="2269408"/>
            <a:ext cx="561460" cy="659236"/>
          </a:xfrm>
          <a:prstGeom prst="rect">
            <a:avLst/>
          </a:prstGeom>
          <a:noFill/>
        </p:spPr>
        <p:txBody>
          <a:bodyPr wrap="square" lIns="29250" tIns="29250" rIns="29250" bIns="29250" rtlCol="0">
            <a:spAutoFit/>
          </a:bodyPr>
          <a:lstStyle/>
          <a:p>
            <a:pPr algn="ctr"/>
            <a:r>
              <a:rPr lang="en-US" sz="3900" b="1" dirty="0">
                <a:solidFill>
                  <a:schemeClr val="accent3"/>
                </a:solidFill>
              </a:rPr>
              <a:t>3</a:t>
            </a:r>
          </a:p>
        </p:txBody>
      </p:sp>
      <p:grpSp>
        <p:nvGrpSpPr>
          <p:cNvPr id="54" name="Group 53">
            <a:extLst>
              <a:ext uri="{FF2B5EF4-FFF2-40B4-BE49-F238E27FC236}">
                <a16:creationId xmlns:a16="http://schemas.microsoft.com/office/drawing/2014/main" id="{AA03AF0B-3854-4DC6-AD56-8D7AE23DEE50}"/>
              </a:ext>
            </a:extLst>
          </p:cNvPr>
          <p:cNvGrpSpPr/>
          <p:nvPr/>
        </p:nvGrpSpPr>
        <p:grpSpPr>
          <a:xfrm>
            <a:off x="3000836" y="3869600"/>
            <a:ext cx="574073" cy="297180"/>
            <a:chOff x="4953973" y="3370420"/>
            <a:chExt cx="706551" cy="365760"/>
          </a:xfrm>
        </p:grpSpPr>
        <p:sp>
          <p:nvSpPr>
            <p:cNvPr id="55" name="Right Arrow 1">
              <a:extLst>
                <a:ext uri="{FF2B5EF4-FFF2-40B4-BE49-F238E27FC236}">
                  <a16:creationId xmlns:a16="http://schemas.microsoft.com/office/drawing/2014/main" id="{9AE51BD1-22E0-410D-A01B-A8514A774965}"/>
                </a:ext>
              </a:extLst>
            </p:cNvPr>
            <p:cNvSpPr/>
            <p:nvPr/>
          </p:nvSpPr>
          <p:spPr>
            <a:xfrm>
              <a:off x="4953973" y="3370420"/>
              <a:ext cx="706551" cy="365760"/>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2750" h="2185987">
                  <a:moveTo>
                    <a:pt x="0" y="272177"/>
                  </a:moveTo>
                  <a:lnTo>
                    <a:pt x="3129757" y="272177"/>
                  </a:lnTo>
                  <a:lnTo>
                    <a:pt x="3129757" y="0"/>
                  </a:lnTo>
                  <a:lnTo>
                    <a:pt x="4222750" y="1092994"/>
                  </a:lnTo>
                  <a:lnTo>
                    <a:pt x="3129757" y="2185987"/>
                  </a:lnTo>
                  <a:lnTo>
                    <a:pt x="3137377" y="1067990"/>
                  </a:lnTo>
                  <a:lnTo>
                    <a:pt x="1219200" y="1067990"/>
                  </a:lnTo>
                  <a:lnTo>
                    <a:pt x="0" y="272177"/>
                  </a:lnTo>
                  <a:close/>
                </a:path>
              </a:pathLst>
            </a:custGeom>
            <a:solidFill>
              <a:schemeClr val="accent3">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56" name="Right Arrow 1">
              <a:extLst>
                <a:ext uri="{FF2B5EF4-FFF2-40B4-BE49-F238E27FC236}">
                  <a16:creationId xmlns:a16="http://schemas.microsoft.com/office/drawing/2014/main" id="{05AE4772-2C7F-4DCC-A9AF-C5C7506AF52D}"/>
                </a:ext>
              </a:extLst>
            </p:cNvPr>
            <p:cNvSpPr/>
            <p:nvPr/>
          </p:nvSpPr>
          <p:spPr>
            <a:xfrm rot="10800000" flipH="1" flipV="1">
              <a:off x="5478145" y="3549116"/>
              <a:ext cx="181104" cy="187064"/>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 name="connsiteX0" fmla="*/ 0 w 3003550"/>
                <a:gd name="connsiteY0" fmla="*/ 1067990 h 2185987"/>
                <a:gd name="connsiteX1" fmla="*/ 1910557 w 3003550"/>
                <a:gd name="connsiteY1" fmla="*/ 272177 h 2185987"/>
                <a:gd name="connsiteX2" fmla="*/ 1910557 w 3003550"/>
                <a:gd name="connsiteY2" fmla="*/ 0 h 2185987"/>
                <a:gd name="connsiteX3" fmla="*/ 3003550 w 3003550"/>
                <a:gd name="connsiteY3" fmla="*/ 1092994 h 2185987"/>
                <a:gd name="connsiteX4" fmla="*/ 1910557 w 3003550"/>
                <a:gd name="connsiteY4" fmla="*/ 2185987 h 2185987"/>
                <a:gd name="connsiteX5" fmla="*/ 1918177 w 3003550"/>
                <a:gd name="connsiteY5" fmla="*/ 1067990 h 2185987"/>
                <a:gd name="connsiteX6" fmla="*/ 0 w 3003550"/>
                <a:gd name="connsiteY6" fmla="*/ 1067990 h 2185987"/>
                <a:gd name="connsiteX0" fmla="*/ 7620 w 1092993"/>
                <a:gd name="connsiteY0" fmla="*/ 1067990 h 2185987"/>
                <a:gd name="connsiteX1" fmla="*/ 0 w 1092993"/>
                <a:gd name="connsiteY1" fmla="*/ 272177 h 2185987"/>
                <a:gd name="connsiteX2" fmla="*/ 0 w 1092993"/>
                <a:gd name="connsiteY2" fmla="*/ 0 h 2185987"/>
                <a:gd name="connsiteX3" fmla="*/ 1092993 w 1092993"/>
                <a:gd name="connsiteY3" fmla="*/ 1092994 h 2185987"/>
                <a:gd name="connsiteX4" fmla="*/ 0 w 1092993"/>
                <a:gd name="connsiteY4" fmla="*/ 2185987 h 2185987"/>
                <a:gd name="connsiteX5" fmla="*/ 7620 w 1092993"/>
                <a:gd name="connsiteY5" fmla="*/ 1067990 h 2185987"/>
                <a:gd name="connsiteX0" fmla="*/ 7620 w 1092993"/>
                <a:gd name="connsiteY0" fmla="*/ 1067990 h 2185987"/>
                <a:gd name="connsiteX1" fmla="*/ 0 w 1092993"/>
                <a:gd name="connsiteY1" fmla="*/ 0 h 2185987"/>
                <a:gd name="connsiteX2" fmla="*/ 1092993 w 1092993"/>
                <a:gd name="connsiteY2" fmla="*/ 1092994 h 2185987"/>
                <a:gd name="connsiteX3" fmla="*/ 0 w 1092993"/>
                <a:gd name="connsiteY3" fmla="*/ 2185987 h 2185987"/>
                <a:gd name="connsiteX4" fmla="*/ 7620 w 1092993"/>
                <a:gd name="connsiteY4" fmla="*/ 1067990 h 2185987"/>
                <a:gd name="connsiteX0" fmla="*/ 7620 w 1092993"/>
                <a:gd name="connsiteY0" fmla="*/ 0 h 1117997"/>
                <a:gd name="connsiteX1" fmla="*/ 1092993 w 1092993"/>
                <a:gd name="connsiteY1" fmla="*/ 25004 h 1117997"/>
                <a:gd name="connsiteX2" fmla="*/ 0 w 1092993"/>
                <a:gd name="connsiteY2" fmla="*/ 1117997 h 1117997"/>
                <a:gd name="connsiteX3" fmla="*/ 7620 w 1092993"/>
                <a:gd name="connsiteY3" fmla="*/ 0 h 1117997"/>
              </a:gdLst>
              <a:ahLst/>
              <a:cxnLst>
                <a:cxn ang="0">
                  <a:pos x="connsiteX0" y="connsiteY0"/>
                </a:cxn>
                <a:cxn ang="0">
                  <a:pos x="connsiteX1" y="connsiteY1"/>
                </a:cxn>
                <a:cxn ang="0">
                  <a:pos x="connsiteX2" y="connsiteY2"/>
                </a:cxn>
                <a:cxn ang="0">
                  <a:pos x="connsiteX3" y="connsiteY3"/>
                </a:cxn>
              </a:cxnLst>
              <a:rect l="l" t="t" r="r" b="b"/>
              <a:pathLst>
                <a:path w="1092993" h="1117997">
                  <a:moveTo>
                    <a:pt x="7620" y="0"/>
                  </a:moveTo>
                  <a:lnTo>
                    <a:pt x="1092993" y="25004"/>
                  </a:lnTo>
                  <a:lnTo>
                    <a:pt x="0" y="1117997"/>
                  </a:lnTo>
                  <a:lnTo>
                    <a:pt x="762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grpSp>
      <p:grpSp>
        <p:nvGrpSpPr>
          <p:cNvPr id="57" name="Group 56">
            <a:extLst>
              <a:ext uri="{FF2B5EF4-FFF2-40B4-BE49-F238E27FC236}">
                <a16:creationId xmlns:a16="http://schemas.microsoft.com/office/drawing/2014/main" id="{9C48EDC6-FEEE-4E98-8898-6D3AE25D9051}"/>
              </a:ext>
            </a:extLst>
          </p:cNvPr>
          <p:cNvGrpSpPr/>
          <p:nvPr/>
        </p:nvGrpSpPr>
        <p:grpSpPr>
          <a:xfrm>
            <a:off x="2289727" y="4421505"/>
            <a:ext cx="574073" cy="297180"/>
            <a:chOff x="4953973" y="3370420"/>
            <a:chExt cx="706551" cy="365760"/>
          </a:xfrm>
        </p:grpSpPr>
        <p:sp>
          <p:nvSpPr>
            <p:cNvPr id="58" name="Right Arrow 1">
              <a:extLst>
                <a:ext uri="{FF2B5EF4-FFF2-40B4-BE49-F238E27FC236}">
                  <a16:creationId xmlns:a16="http://schemas.microsoft.com/office/drawing/2014/main" id="{A2A1809A-D3B9-48BC-92B2-A262ED07EA80}"/>
                </a:ext>
              </a:extLst>
            </p:cNvPr>
            <p:cNvSpPr/>
            <p:nvPr/>
          </p:nvSpPr>
          <p:spPr>
            <a:xfrm>
              <a:off x="4953973" y="3370420"/>
              <a:ext cx="706551" cy="365760"/>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2750" h="2185987">
                  <a:moveTo>
                    <a:pt x="0" y="272177"/>
                  </a:moveTo>
                  <a:lnTo>
                    <a:pt x="3129757" y="272177"/>
                  </a:lnTo>
                  <a:lnTo>
                    <a:pt x="3129757" y="0"/>
                  </a:lnTo>
                  <a:lnTo>
                    <a:pt x="4222750" y="1092994"/>
                  </a:lnTo>
                  <a:lnTo>
                    <a:pt x="3129757" y="2185987"/>
                  </a:lnTo>
                  <a:lnTo>
                    <a:pt x="3137377" y="1067990"/>
                  </a:lnTo>
                  <a:lnTo>
                    <a:pt x="1219200" y="1067990"/>
                  </a:lnTo>
                  <a:lnTo>
                    <a:pt x="0" y="272177"/>
                  </a:lnTo>
                  <a:close/>
                </a:path>
              </a:pathLst>
            </a:custGeom>
            <a:solidFill>
              <a:schemeClr val="accent6">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dirty="0">
                <a:solidFill>
                  <a:schemeClr val="tx2"/>
                </a:solidFill>
              </a:endParaRPr>
            </a:p>
          </p:txBody>
        </p:sp>
        <p:sp>
          <p:nvSpPr>
            <p:cNvPr id="59" name="Right Arrow 1">
              <a:extLst>
                <a:ext uri="{FF2B5EF4-FFF2-40B4-BE49-F238E27FC236}">
                  <a16:creationId xmlns:a16="http://schemas.microsoft.com/office/drawing/2014/main" id="{4EB7FC14-8AD1-4197-875A-389DC65E2713}"/>
                </a:ext>
              </a:extLst>
            </p:cNvPr>
            <p:cNvSpPr/>
            <p:nvPr/>
          </p:nvSpPr>
          <p:spPr>
            <a:xfrm rot="10800000" flipH="1" flipV="1">
              <a:off x="5478145" y="3549116"/>
              <a:ext cx="181104" cy="187064"/>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 name="connsiteX0" fmla="*/ 0 w 3003550"/>
                <a:gd name="connsiteY0" fmla="*/ 1067990 h 2185987"/>
                <a:gd name="connsiteX1" fmla="*/ 1910557 w 3003550"/>
                <a:gd name="connsiteY1" fmla="*/ 272177 h 2185987"/>
                <a:gd name="connsiteX2" fmla="*/ 1910557 w 3003550"/>
                <a:gd name="connsiteY2" fmla="*/ 0 h 2185987"/>
                <a:gd name="connsiteX3" fmla="*/ 3003550 w 3003550"/>
                <a:gd name="connsiteY3" fmla="*/ 1092994 h 2185987"/>
                <a:gd name="connsiteX4" fmla="*/ 1910557 w 3003550"/>
                <a:gd name="connsiteY4" fmla="*/ 2185987 h 2185987"/>
                <a:gd name="connsiteX5" fmla="*/ 1918177 w 3003550"/>
                <a:gd name="connsiteY5" fmla="*/ 1067990 h 2185987"/>
                <a:gd name="connsiteX6" fmla="*/ 0 w 3003550"/>
                <a:gd name="connsiteY6" fmla="*/ 1067990 h 2185987"/>
                <a:gd name="connsiteX0" fmla="*/ 7620 w 1092993"/>
                <a:gd name="connsiteY0" fmla="*/ 1067990 h 2185987"/>
                <a:gd name="connsiteX1" fmla="*/ 0 w 1092993"/>
                <a:gd name="connsiteY1" fmla="*/ 272177 h 2185987"/>
                <a:gd name="connsiteX2" fmla="*/ 0 w 1092993"/>
                <a:gd name="connsiteY2" fmla="*/ 0 h 2185987"/>
                <a:gd name="connsiteX3" fmla="*/ 1092993 w 1092993"/>
                <a:gd name="connsiteY3" fmla="*/ 1092994 h 2185987"/>
                <a:gd name="connsiteX4" fmla="*/ 0 w 1092993"/>
                <a:gd name="connsiteY4" fmla="*/ 2185987 h 2185987"/>
                <a:gd name="connsiteX5" fmla="*/ 7620 w 1092993"/>
                <a:gd name="connsiteY5" fmla="*/ 1067990 h 2185987"/>
                <a:gd name="connsiteX0" fmla="*/ 7620 w 1092993"/>
                <a:gd name="connsiteY0" fmla="*/ 1067990 h 2185987"/>
                <a:gd name="connsiteX1" fmla="*/ 0 w 1092993"/>
                <a:gd name="connsiteY1" fmla="*/ 0 h 2185987"/>
                <a:gd name="connsiteX2" fmla="*/ 1092993 w 1092993"/>
                <a:gd name="connsiteY2" fmla="*/ 1092994 h 2185987"/>
                <a:gd name="connsiteX3" fmla="*/ 0 w 1092993"/>
                <a:gd name="connsiteY3" fmla="*/ 2185987 h 2185987"/>
                <a:gd name="connsiteX4" fmla="*/ 7620 w 1092993"/>
                <a:gd name="connsiteY4" fmla="*/ 1067990 h 2185987"/>
                <a:gd name="connsiteX0" fmla="*/ 7620 w 1092993"/>
                <a:gd name="connsiteY0" fmla="*/ 0 h 1117997"/>
                <a:gd name="connsiteX1" fmla="*/ 1092993 w 1092993"/>
                <a:gd name="connsiteY1" fmla="*/ 25004 h 1117997"/>
                <a:gd name="connsiteX2" fmla="*/ 0 w 1092993"/>
                <a:gd name="connsiteY2" fmla="*/ 1117997 h 1117997"/>
                <a:gd name="connsiteX3" fmla="*/ 7620 w 1092993"/>
                <a:gd name="connsiteY3" fmla="*/ 0 h 1117997"/>
              </a:gdLst>
              <a:ahLst/>
              <a:cxnLst>
                <a:cxn ang="0">
                  <a:pos x="connsiteX0" y="connsiteY0"/>
                </a:cxn>
                <a:cxn ang="0">
                  <a:pos x="connsiteX1" y="connsiteY1"/>
                </a:cxn>
                <a:cxn ang="0">
                  <a:pos x="connsiteX2" y="connsiteY2"/>
                </a:cxn>
                <a:cxn ang="0">
                  <a:pos x="connsiteX3" y="connsiteY3"/>
                </a:cxn>
              </a:cxnLst>
              <a:rect l="l" t="t" r="r" b="b"/>
              <a:pathLst>
                <a:path w="1092993" h="1117997">
                  <a:moveTo>
                    <a:pt x="7620" y="0"/>
                  </a:moveTo>
                  <a:lnTo>
                    <a:pt x="1092993" y="25004"/>
                  </a:lnTo>
                  <a:lnTo>
                    <a:pt x="0" y="1117997"/>
                  </a:lnTo>
                  <a:lnTo>
                    <a:pt x="762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grpSp>
      <p:grpSp>
        <p:nvGrpSpPr>
          <p:cNvPr id="60" name="Group 59">
            <a:extLst>
              <a:ext uri="{FF2B5EF4-FFF2-40B4-BE49-F238E27FC236}">
                <a16:creationId xmlns:a16="http://schemas.microsoft.com/office/drawing/2014/main" id="{39ABB55B-BE66-4627-9D7E-0D64BC38E815}"/>
              </a:ext>
            </a:extLst>
          </p:cNvPr>
          <p:cNvGrpSpPr/>
          <p:nvPr/>
        </p:nvGrpSpPr>
        <p:grpSpPr>
          <a:xfrm>
            <a:off x="1493708" y="4994638"/>
            <a:ext cx="574073" cy="297180"/>
            <a:chOff x="4953973" y="3370420"/>
            <a:chExt cx="706551" cy="365760"/>
          </a:xfrm>
        </p:grpSpPr>
        <p:sp>
          <p:nvSpPr>
            <p:cNvPr id="68" name="Right Arrow 1">
              <a:extLst>
                <a:ext uri="{FF2B5EF4-FFF2-40B4-BE49-F238E27FC236}">
                  <a16:creationId xmlns:a16="http://schemas.microsoft.com/office/drawing/2014/main" id="{A2A24A88-2DAB-4717-AA1E-414817E20C56}"/>
                </a:ext>
              </a:extLst>
            </p:cNvPr>
            <p:cNvSpPr/>
            <p:nvPr/>
          </p:nvSpPr>
          <p:spPr>
            <a:xfrm>
              <a:off x="4953973" y="3370420"/>
              <a:ext cx="706551" cy="365760"/>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2750" h="2185987">
                  <a:moveTo>
                    <a:pt x="0" y="272177"/>
                  </a:moveTo>
                  <a:lnTo>
                    <a:pt x="3129757" y="272177"/>
                  </a:lnTo>
                  <a:lnTo>
                    <a:pt x="3129757" y="0"/>
                  </a:lnTo>
                  <a:lnTo>
                    <a:pt x="4222750" y="1092994"/>
                  </a:lnTo>
                  <a:lnTo>
                    <a:pt x="3129757" y="2185987"/>
                  </a:lnTo>
                  <a:lnTo>
                    <a:pt x="3137377" y="1067990"/>
                  </a:lnTo>
                  <a:lnTo>
                    <a:pt x="1219200" y="1067990"/>
                  </a:lnTo>
                  <a:lnTo>
                    <a:pt x="0" y="272177"/>
                  </a:lnTo>
                  <a:close/>
                </a:path>
              </a:pathLst>
            </a:custGeom>
            <a:solidFill>
              <a:schemeClr val="accent1">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69" name="Right Arrow 1">
              <a:extLst>
                <a:ext uri="{FF2B5EF4-FFF2-40B4-BE49-F238E27FC236}">
                  <a16:creationId xmlns:a16="http://schemas.microsoft.com/office/drawing/2014/main" id="{A2402837-3270-407A-B3A9-961E60987DEE}"/>
                </a:ext>
              </a:extLst>
            </p:cNvPr>
            <p:cNvSpPr/>
            <p:nvPr/>
          </p:nvSpPr>
          <p:spPr>
            <a:xfrm rot="10800000" flipH="1" flipV="1">
              <a:off x="5478145" y="3549116"/>
              <a:ext cx="181104" cy="187064"/>
            </a:xfrm>
            <a:custGeom>
              <a:avLst/>
              <a:gdLst>
                <a:gd name="connsiteX0" fmla="*/ 0 w 3994150"/>
                <a:gd name="connsiteY0" fmla="*/ 546497 h 2185987"/>
                <a:gd name="connsiteX1" fmla="*/ 2901157 w 3994150"/>
                <a:gd name="connsiteY1" fmla="*/ 5464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8777 w 3994150"/>
                <a:gd name="connsiteY1" fmla="*/ 27979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54649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546497 h 2185987"/>
                <a:gd name="connsiteX0" fmla="*/ 0 w 3994150"/>
                <a:gd name="connsiteY0" fmla="*/ 32551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0 w 3994150"/>
                <a:gd name="connsiteY7" fmla="*/ 32551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1157 w 3994150"/>
                <a:gd name="connsiteY5" fmla="*/ 16394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639490 h 2185987"/>
                <a:gd name="connsiteX7" fmla="*/ 7620 w 3994150"/>
                <a:gd name="connsiteY7" fmla="*/ 256937 h 2185987"/>
                <a:gd name="connsiteX0" fmla="*/ 7620 w 3994150"/>
                <a:gd name="connsiteY0" fmla="*/ 256937 h 2185987"/>
                <a:gd name="connsiteX1" fmla="*/ 2901157 w 3994150"/>
                <a:gd name="connsiteY1" fmla="*/ 272177 h 2185987"/>
                <a:gd name="connsiteX2" fmla="*/ 2901157 w 3994150"/>
                <a:gd name="connsiteY2" fmla="*/ 0 h 2185987"/>
                <a:gd name="connsiteX3" fmla="*/ 3994150 w 3994150"/>
                <a:gd name="connsiteY3" fmla="*/ 1092994 h 2185987"/>
                <a:gd name="connsiteX4" fmla="*/ 2901157 w 3994150"/>
                <a:gd name="connsiteY4" fmla="*/ 2185987 h 2185987"/>
                <a:gd name="connsiteX5" fmla="*/ 2908777 w 3994150"/>
                <a:gd name="connsiteY5" fmla="*/ 1067990 h 2185987"/>
                <a:gd name="connsiteX6" fmla="*/ 0 w 3994150"/>
                <a:gd name="connsiteY6" fmla="*/ 1075610 h 2185987"/>
                <a:gd name="connsiteX7" fmla="*/ 7620 w 3994150"/>
                <a:gd name="connsiteY7" fmla="*/ 256937 h 2185987"/>
                <a:gd name="connsiteX0" fmla="*/ 0 w 4268470"/>
                <a:gd name="connsiteY0" fmla="*/ 249317 h 2185987"/>
                <a:gd name="connsiteX1" fmla="*/ 3175477 w 4268470"/>
                <a:gd name="connsiteY1" fmla="*/ 272177 h 2185987"/>
                <a:gd name="connsiteX2" fmla="*/ 3175477 w 4268470"/>
                <a:gd name="connsiteY2" fmla="*/ 0 h 2185987"/>
                <a:gd name="connsiteX3" fmla="*/ 4268470 w 4268470"/>
                <a:gd name="connsiteY3" fmla="*/ 1092994 h 2185987"/>
                <a:gd name="connsiteX4" fmla="*/ 3175477 w 4268470"/>
                <a:gd name="connsiteY4" fmla="*/ 2185987 h 2185987"/>
                <a:gd name="connsiteX5" fmla="*/ 3183097 w 4268470"/>
                <a:gd name="connsiteY5" fmla="*/ 1067990 h 2185987"/>
                <a:gd name="connsiteX6" fmla="*/ 274320 w 4268470"/>
                <a:gd name="connsiteY6" fmla="*/ 1075610 h 2185987"/>
                <a:gd name="connsiteX7" fmla="*/ 0 w 4268470"/>
                <a:gd name="connsiteY7" fmla="*/ 24931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228600 w 4222750"/>
                <a:gd name="connsiteY6" fmla="*/ 1075610 h 2185987"/>
                <a:gd name="connsiteX7" fmla="*/ 0 w 4222750"/>
                <a:gd name="connsiteY7" fmla="*/ 272177 h 2185987"/>
                <a:gd name="connsiteX0" fmla="*/ 0 w 4222750"/>
                <a:gd name="connsiteY0" fmla="*/ 272177 h 2185987"/>
                <a:gd name="connsiteX1" fmla="*/ 3129757 w 4222750"/>
                <a:gd name="connsiteY1" fmla="*/ 272177 h 2185987"/>
                <a:gd name="connsiteX2" fmla="*/ 3129757 w 4222750"/>
                <a:gd name="connsiteY2" fmla="*/ 0 h 2185987"/>
                <a:gd name="connsiteX3" fmla="*/ 4222750 w 4222750"/>
                <a:gd name="connsiteY3" fmla="*/ 1092994 h 2185987"/>
                <a:gd name="connsiteX4" fmla="*/ 3129757 w 4222750"/>
                <a:gd name="connsiteY4" fmla="*/ 2185987 h 2185987"/>
                <a:gd name="connsiteX5" fmla="*/ 3137377 w 4222750"/>
                <a:gd name="connsiteY5" fmla="*/ 1067990 h 2185987"/>
                <a:gd name="connsiteX6" fmla="*/ 1219200 w 4222750"/>
                <a:gd name="connsiteY6" fmla="*/ 1067990 h 2185987"/>
                <a:gd name="connsiteX7" fmla="*/ 0 w 4222750"/>
                <a:gd name="connsiteY7" fmla="*/ 272177 h 2185987"/>
                <a:gd name="connsiteX0" fmla="*/ 0 w 3003550"/>
                <a:gd name="connsiteY0" fmla="*/ 1067990 h 2185987"/>
                <a:gd name="connsiteX1" fmla="*/ 1910557 w 3003550"/>
                <a:gd name="connsiteY1" fmla="*/ 272177 h 2185987"/>
                <a:gd name="connsiteX2" fmla="*/ 1910557 w 3003550"/>
                <a:gd name="connsiteY2" fmla="*/ 0 h 2185987"/>
                <a:gd name="connsiteX3" fmla="*/ 3003550 w 3003550"/>
                <a:gd name="connsiteY3" fmla="*/ 1092994 h 2185987"/>
                <a:gd name="connsiteX4" fmla="*/ 1910557 w 3003550"/>
                <a:gd name="connsiteY4" fmla="*/ 2185987 h 2185987"/>
                <a:gd name="connsiteX5" fmla="*/ 1918177 w 3003550"/>
                <a:gd name="connsiteY5" fmla="*/ 1067990 h 2185987"/>
                <a:gd name="connsiteX6" fmla="*/ 0 w 3003550"/>
                <a:gd name="connsiteY6" fmla="*/ 1067990 h 2185987"/>
                <a:gd name="connsiteX0" fmla="*/ 7620 w 1092993"/>
                <a:gd name="connsiteY0" fmla="*/ 1067990 h 2185987"/>
                <a:gd name="connsiteX1" fmla="*/ 0 w 1092993"/>
                <a:gd name="connsiteY1" fmla="*/ 272177 h 2185987"/>
                <a:gd name="connsiteX2" fmla="*/ 0 w 1092993"/>
                <a:gd name="connsiteY2" fmla="*/ 0 h 2185987"/>
                <a:gd name="connsiteX3" fmla="*/ 1092993 w 1092993"/>
                <a:gd name="connsiteY3" fmla="*/ 1092994 h 2185987"/>
                <a:gd name="connsiteX4" fmla="*/ 0 w 1092993"/>
                <a:gd name="connsiteY4" fmla="*/ 2185987 h 2185987"/>
                <a:gd name="connsiteX5" fmla="*/ 7620 w 1092993"/>
                <a:gd name="connsiteY5" fmla="*/ 1067990 h 2185987"/>
                <a:gd name="connsiteX0" fmla="*/ 7620 w 1092993"/>
                <a:gd name="connsiteY0" fmla="*/ 1067990 h 2185987"/>
                <a:gd name="connsiteX1" fmla="*/ 0 w 1092993"/>
                <a:gd name="connsiteY1" fmla="*/ 0 h 2185987"/>
                <a:gd name="connsiteX2" fmla="*/ 1092993 w 1092993"/>
                <a:gd name="connsiteY2" fmla="*/ 1092994 h 2185987"/>
                <a:gd name="connsiteX3" fmla="*/ 0 w 1092993"/>
                <a:gd name="connsiteY3" fmla="*/ 2185987 h 2185987"/>
                <a:gd name="connsiteX4" fmla="*/ 7620 w 1092993"/>
                <a:gd name="connsiteY4" fmla="*/ 1067990 h 2185987"/>
                <a:gd name="connsiteX0" fmla="*/ 7620 w 1092993"/>
                <a:gd name="connsiteY0" fmla="*/ 0 h 1117997"/>
                <a:gd name="connsiteX1" fmla="*/ 1092993 w 1092993"/>
                <a:gd name="connsiteY1" fmla="*/ 25004 h 1117997"/>
                <a:gd name="connsiteX2" fmla="*/ 0 w 1092993"/>
                <a:gd name="connsiteY2" fmla="*/ 1117997 h 1117997"/>
                <a:gd name="connsiteX3" fmla="*/ 7620 w 1092993"/>
                <a:gd name="connsiteY3" fmla="*/ 0 h 1117997"/>
              </a:gdLst>
              <a:ahLst/>
              <a:cxnLst>
                <a:cxn ang="0">
                  <a:pos x="connsiteX0" y="connsiteY0"/>
                </a:cxn>
                <a:cxn ang="0">
                  <a:pos x="connsiteX1" y="connsiteY1"/>
                </a:cxn>
                <a:cxn ang="0">
                  <a:pos x="connsiteX2" y="connsiteY2"/>
                </a:cxn>
                <a:cxn ang="0">
                  <a:pos x="connsiteX3" y="connsiteY3"/>
                </a:cxn>
              </a:cxnLst>
              <a:rect l="l" t="t" r="r" b="b"/>
              <a:pathLst>
                <a:path w="1092993" h="1117997">
                  <a:moveTo>
                    <a:pt x="7620" y="0"/>
                  </a:moveTo>
                  <a:lnTo>
                    <a:pt x="1092993" y="25004"/>
                  </a:lnTo>
                  <a:lnTo>
                    <a:pt x="0" y="1117997"/>
                  </a:lnTo>
                  <a:lnTo>
                    <a:pt x="762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grpSp>
      <p:sp>
        <p:nvSpPr>
          <p:cNvPr id="124" name="Freeform 26"/>
          <p:cNvSpPr>
            <a:spLocks noEditPoints="1"/>
          </p:cNvSpPr>
          <p:nvPr/>
        </p:nvSpPr>
        <p:spPr bwMode="auto">
          <a:xfrm>
            <a:off x="3421314" y="2546041"/>
            <a:ext cx="299244" cy="301823"/>
          </a:xfrm>
          <a:custGeom>
            <a:avLst/>
            <a:gdLst>
              <a:gd name="T0" fmla="*/ 94 w 137"/>
              <a:gd name="T1" fmla="*/ 95 h 138"/>
              <a:gd name="T2" fmla="*/ 98 w 137"/>
              <a:gd name="T3" fmla="*/ 83 h 138"/>
              <a:gd name="T4" fmla="*/ 101 w 137"/>
              <a:gd name="T5" fmla="*/ 95 h 138"/>
              <a:gd name="T6" fmla="*/ 106 w 137"/>
              <a:gd name="T7" fmla="*/ 43 h 138"/>
              <a:gd name="T8" fmla="*/ 88 w 137"/>
              <a:gd name="T9" fmla="*/ 95 h 138"/>
              <a:gd name="T10" fmla="*/ 100 w 137"/>
              <a:gd name="T11" fmla="*/ 52 h 138"/>
              <a:gd name="T12" fmla="*/ 94 w 137"/>
              <a:gd name="T13" fmla="*/ 52 h 138"/>
              <a:gd name="T14" fmla="*/ 97 w 137"/>
              <a:gd name="T15" fmla="*/ 60 h 138"/>
              <a:gd name="T16" fmla="*/ 97 w 137"/>
              <a:gd name="T17" fmla="*/ 66 h 138"/>
              <a:gd name="T18" fmla="*/ 97 w 137"/>
              <a:gd name="T19" fmla="*/ 60 h 138"/>
              <a:gd name="T20" fmla="*/ 100 w 137"/>
              <a:gd name="T21" fmla="*/ 75 h 138"/>
              <a:gd name="T22" fmla="*/ 94 w 137"/>
              <a:gd name="T23" fmla="*/ 75 h 138"/>
              <a:gd name="T24" fmla="*/ 68 w 137"/>
              <a:gd name="T25" fmla="*/ 0 h 138"/>
              <a:gd name="T26" fmla="*/ 68 w 137"/>
              <a:gd name="T27" fmla="*/ 138 h 138"/>
              <a:gd name="T28" fmla="*/ 68 w 137"/>
              <a:gd name="T29" fmla="*/ 0 h 138"/>
              <a:gd name="T30" fmla="*/ 108 w 137"/>
              <a:gd name="T31" fmla="*/ 102 h 138"/>
              <a:gd name="T32" fmla="*/ 25 w 137"/>
              <a:gd name="T33" fmla="*/ 98 h 138"/>
              <a:gd name="T34" fmla="*/ 28 w 137"/>
              <a:gd name="T35" fmla="*/ 36 h 138"/>
              <a:gd name="T36" fmla="*/ 49 w 137"/>
              <a:gd name="T37" fmla="*/ 29 h 138"/>
              <a:gd name="T38" fmla="*/ 86 w 137"/>
              <a:gd name="T39" fmla="*/ 26 h 138"/>
              <a:gd name="T40" fmla="*/ 88 w 137"/>
              <a:gd name="T41" fmla="*/ 36 h 138"/>
              <a:gd name="T42" fmla="*/ 112 w 137"/>
              <a:gd name="T43" fmla="*/ 40 h 138"/>
              <a:gd name="T44" fmla="*/ 54 w 137"/>
              <a:gd name="T45" fmla="*/ 95 h 138"/>
              <a:gd name="T46" fmla="*/ 60 w 137"/>
              <a:gd name="T47" fmla="*/ 86 h 138"/>
              <a:gd name="T48" fmla="*/ 65 w 137"/>
              <a:gd name="T49" fmla="*/ 86 h 138"/>
              <a:gd name="T50" fmla="*/ 82 w 137"/>
              <a:gd name="T51" fmla="*/ 95 h 138"/>
              <a:gd name="T52" fmla="*/ 54 w 137"/>
              <a:gd name="T53" fmla="*/ 31 h 138"/>
              <a:gd name="T54" fmla="*/ 74 w 137"/>
              <a:gd name="T55" fmla="*/ 38 h 138"/>
              <a:gd name="T56" fmla="*/ 74 w 137"/>
              <a:gd name="T57" fmla="*/ 43 h 138"/>
              <a:gd name="T58" fmla="*/ 74 w 137"/>
              <a:gd name="T59" fmla="*/ 38 h 138"/>
              <a:gd name="T60" fmla="*/ 77 w 137"/>
              <a:gd name="T61" fmla="*/ 52 h 138"/>
              <a:gd name="T62" fmla="*/ 71 w 137"/>
              <a:gd name="T63" fmla="*/ 52 h 138"/>
              <a:gd name="T64" fmla="*/ 74 w 137"/>
              <a:gd name="T65" fmla="*/ 60 h 138"/>
              <a:gd name="T66" fmla="*/ 74 w 137"/>
              <a:gd name="T67" fmla="*/ 66 h 138"/>
              <a:gd name="T68" fmla="*/ 74 w 137"/>
              <a:gd name="T69" fmla="*/ 60 h 138"/>
              <a:gd name="T70" fmla="*/ 77 w 137"/>
              <a:gd name="T71" fmla="*/ 75 h 138"/>
              <a:gd name="T72" fmla="*/ 71 w 137"/>
              <a:gd name="T73" fmla="*/ 75 h 138"/>
              <a:gd name="T74" fmla="*/ 63 w 137"/>
              <a:gd name="T75" fmla="*/ 38 h 138"/>
              <a:gd name="T76" fmla="*/ 63 w 137"/>
              <a:gd name="T77" fmla="*/ 43 h 138"/>
              <a:gd name="T78" fmla="*/ 63 w 137"/>
              <a:gd name="T79" fmla="*/ 38 h 138"/>
              <a:gd name="T80" fmla="*/ 65 w 137"/>
              <a:gd name="T81" fmla="*/ 52 h 138"/>
              <a:gd name="T82" fmla="*/ 60 w 137"/>
              <a:gd name="T83" fmla="*/ 52 h 138"/>
              <a:gd name="T84" fmla="*/ 63 w 137"/>
              <a:gd name="T85" fmla="*/ 60 h 138"/>
              <a:gd name="T86" fmla="*/ 63 w 137"/>
              <a:gd name="T87" fmla="*/ 66 h 138"/>
              <a:gd name="T88" fmla="*/ 63 w 137"/>
              <a:gd name="T89" fmla="*/ 60 h 138"/>
              <a:gd name="T90" fmla="*/ 65 w 137"/>
              <a:gd name="T91" fmla="*/ 75 h 138"/>
              <a:gd name="T92" fmla="*/ 60 w 137"/>
              <a:gd name="T93" fmla="*/ 75 h 138"/>
              <a:gd name="T94" fmla="*/ 30 w 137"/>
              <a:gd name="T95" fmla="*/ 95 h 138"/>
              <a:gd name="T96" fmla="*/ 36 w 137"/>
              <a:gd name="T97" fmla="*/ 86 h 138"/>
              <a:gd name="T98" fmla="*/ 42 w 137"/>
              <a:gd name="T99" fmla="*/ 86 h 138"/>
              <a:gd name="T100" fmla="*/ 49 w 137"/>
              <a:gd name="T101" fmla="*/ 95 h 138"/>
              <a:gd name="T102" fmla="*/ 30 w 137"/>
              <a:gd name="T103" fmla="*/ 43 h 138"/>
              <a:gd name="T104" fmla="*/ 40 w 137"/>
              <a:gd name="T105" fmla="*/ 49 h 138"/>
              <a:gd name="T106" fmla="*/ 40 w 137"/>
              <a:gd name="T107" fmla="*/ 55 h 138"/>
              <a:gd name="T108" fmla="*/ 40 w 137"/>
              <a:gd name="T109" fmla="*/ 49 h 138"/>
              <a:gd name="T110" fmla="*/ 43 w 137"/>
              <a:gd name="T111" fmla="*/ 63 h 138"/>
              <a:gd name="T112" fmla="*/ 37 w 137"/>
              <a:gd name="T113" fmla="*/ 63 h 138"/>
              <a:gd name="T114" fmla="*/ 40 w 137"/>
              <a:gd name="T115" fmla="*/ 72 h 138"/>
              <a:gd name="T116" fmla="*/ 40 w 137"/>
              <a:gd name="T117" fmla="*/ 78 h 138"/>
              <a:gd name="T118" fmla="*/ 40 w 137"/>
              <a:gd name="T119" fmla="*/ 7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38">
                <a:moveTo>
                  <a:pt x="88" y="95"/>
                </a:moveTo>
                <a:cubicBezTo>
                  <a:pt x="94" y="95"/>
                  <a:pt x="94" y="95"/>
                  <a:pt x="94" y="95"/>
                </a:cubicBezTo>
                <a:cubicBezTo>
                  <a:pt x="94" y="86"/>
                  <a:pt x="94" y="86"/>
                  <a:pt x="94" y="86"/>
                </a:cubicBezTo>
                <a:cubicBezTo>
                  <a:pt x="94" y="85"/>
                  <a:pt x="96" y="83"/>
                  <a:pt x="98" y="83"/>
                </a:cubicBezTo>
                <a:cubicBezTo>
                  <a:pt x="99" y="83"/>
                  <a:pt x="101" y="85"/>
                  <a:pt x="101" y="86"/>
                </a:cubicBezTo>
                <a:cubicBezTo>
                  <a:pt x="101" y="95"/>
                  <a:pt x="101" y="95"/>
                  <a:pt x="101" y="95"/>
                </a:cubicBezTo>
                <a:cubicBezTo>
                  <a:pt x="106" y="95"/>
                  <a:pt x="106" y="95"/>
                  <a:pt x="106" y="95"/>
                </a:cubicBezTo>
                <a:cubicBezTo>
                  <a:pt x="106" y="43"/>
                  <a:pt x="106" y="43"/>
                  <a:pt x="106" y="43"/>
                </a:cubicBezTo>
                <a:cubicBezTo>
                  <a:pt x="88" y="43"/>
                  <a:pt x="88" y="43"/>
                  <a:pt x="88" y="43"/>
                </a:cubicBezTo>
                <a:lnTo>
                  <a:pt x="88" y="95"/>
                </a:lnTo>
                <a:close/>
                <a:moveTo>
                  <a:pt x="97" y="49"/>
                </a:moveTo>
                <a:cubicBezTo>
                  <a:pt x="99" y="49"/>
                  <a:pt x="100" y="50"/>
                  <a:pt x="100" y="52"/>
                </a:cubicBezTo>
                <a:cubicBezTo>
                  <a:pt x="100" y="53"/>
                  <a:pt x="99" y="55"/>
                  <a:pt x="97" y="55"/>
                </a:cubicBezTo>
                <a:cubicBezTo>
                  <a:pt x="95" y="55"/>
                  <a:pt x="94" y="53"/>
                  <a:pt x="94" y="52"/>
                </a:cubicBezTo>
                <a:cubicBezTo>
                  <a:pt x="94" y="50"/>
                  <a:pt x="95" y="49"/>
                  <a:pt x="97" y="49"/>
                </a:cubicBezTo>
                <a:close/>
                <a:moveTo>
                  <a:pt x="97" y="60"/>
                </a:moveTo>
                <a:cubicBezTo>
                  <a:pt x="99" y="60"/>
                  <a:pt x="100" y="62"/>
                  <a:pt x="100" y="63"/>
                </a:cubicBezTo>
                <a:cubicBezTo>
                  <a:pt x="100" y="65"/>
                  <a:pt x="99" y="66"/>
                  <a:pt x="97" y="66"/>
                </a:cubicBezTo>
                <a:cubicBezTo>
                  <a:pt x="95" y="66"/>
                  <a:pt x="94" y="65"/>
                  <a:pt x="94" y="63"/>
                </a:cubicBezTo>
                <a:cubicBezTo>
                  <a:pt x="94" y="62"/>
                  <a:pt x="95" y="60"/>
                  <a:pt x="97" y="60"/>
                </a:cubicBezTo>
                <a:close/>
                <a:moveTo>
                  <a:pt x="97" y="72"/>
                </a:moveTo>
                <a:cubicBezTo>
                  <a:pt x="99" y="72"/>
                  <a:pt x="100" y="73"/>
                  <a:pt x="100" y="75"/>
                </a:cubicBezTo>
                <a:cubicBezTo>
                  <a:pt x="100" y="76"/>
                  <a:pt x="99" y="78"/>
                  <a:pt x="97" y="78"/>
                </a:cubicBezTo>
                <a:cubicBezTo>
                  <a:pt x="95" y="78"/>
                  <a:pt x="94" y="76"/>
                  <a:pt x="94" y="75"/>
                </a:cubicBezTo>
                <a:cubicBezTo>
                  <a:pt x="94" y="73"/>
                  <a:pt x="95" y="72"/>
                  <a:pt x="97" y="72"/>
                </a:cubicBezTo>
                <a:close/>
                <a:moveTo>
                  <a:pt x="68" y="0"/>
                </a:moveTo>
                <a:cubicBezTo>
                  <a:pt x="30" y="0"/>
                  <a:pt x="0" y="31"/>
                  <a:pt x="0" y="69"/>
                </a:cubicBezTo>
                <a:cubicBezTo>
                  <a:pt x="0" y="107"/>
                  <a:pt x="30" y="138"/>
                  <a:pt x="68" y="138"/>
                </a:cubicBezTo>
                <a:cubicBezTo>
                  <a:pt x="106" y="138"/>
                  <a:pt x="137" y="107"/>
                  <a:pt x="137" y="69"/>
                </a:cubicBezTo>
                <a:cubicBezTo>
                  <a:pt x="137" y="31"/>
                  <a:pt x="106" y="0"/>
                  <a:pt x="68" y="0"/>
                </a:cubicBezTo>
                <a:close/>
                <a:moveTo>
                  <a:pt x="112" y="98"/>
                </a:moveTo>
                <a:cubicBezTo>
                  <a:pt x="112" y="99"/>
                  <a:pt x="110" y="102"/>
                  <a:pt x="108" y="102"/>
                </a:cubicBezTo>
                <a:cubicBezTo>
                  <a:pt x="28" y="102"/>
                  <a:pt x="28" y="102"/>
                  <a:pt x="28" y="102"/>
                </a:cubicBezTo>
                <a:cubicBezTo>
                  <a:pt x="27" y="102"/>
                  <a:pt x="25" y="99"/>
                  <a:pt x="25" y="98"/>
                </a:cubicBezTo>
                <a:cubicBezTo>
                  <a:pt x="25" y="40"/>
                  <a:pt x="25" y="40"/>
                  <a:pt x="25" y="40"/>
                </a:cubicBezTo>
                <a:cubicBezTo>
                  <a:pt x="25" y="39"/>
                  <a:pt x="27" y="36"/>
                  <a:pt x="28" y="36"/>
                </a:cubicBezTo>
                <a:cubicBezTo>
                  <a:pt x="49" y="36"/>
                  <a:pt x="49" y="36"/>
                  <a:pt x="49" y="36"/>
                </a:cubicBezTo>
                <a:cubicBezTo>
                  <a:pt x="49" y="29"/>
                  <a:pt x="49" y="29"/>
                  <a:pt x="49" y="29"/>
                </a:cubicBezTo>
                <a:cubicBezTo>
                  <a:pt x="49" y="27"/>
                  <a:pt x="50" y="26"/>
                  <a:pt x="51" y="26"/>
                </a:cubicBezTo>
                <a:cubicBezTo>
                  <a:pt x="86" y="26"/>
                  <a:pt x="86" y="26"/>
                  <a:pt x="86" y="26"/>
                </a:cubicBezTo>
                <a:cubicBezTo>
                  <a:pt x="87" y="26"/>
                  <a:pt x="88" y="27"/>
                  <a:pt x="88" y="29"/>
                </a:cubicBezTo>
                <a:cubicBezTo>
                  <a:pt x="88" y="36"/>
                  <a:pt x="88" y="36"/>
                  <a:pt x="88" y="36"/>
                </a:cubicBezTo>
                <a:cubicBezTo>
                  <a:pt x="108" y="36"/>
                  <a:pt x="108" y="36"/>
                  <a:pt x="108" y="36"/>
                </a:cubicBezTo>
                <a:cubicBezTo>
                  <a:pt x="110" y="36"/>
                  <a:pt x="112" y="39"/>
                  <a:pt x="112" y="40"/>
                </a:cubicBezTo>
                <a:lnTo>
                  <a:pt x="112" y="98"/>
                </a:lnTo>
                <a:close/>
                <a:moveTo>
                  <a:pt x="54" y="95"/>
                </a:moveTo>
                <a:cubicBezTo>
                  <a:pt x="60" y="95"/>
                  <a:pt x="60" y="95"/>
                  <a:pt x="60" y="95"/>
                </a:cubicBezTo>
                <a:cubicBezTo>
                  <a:pt x="60" y="86"/>
                  <a:pt x="60" y="86"/>
                  <a:pt x="60" y="86"/>
                </a:cubicBezTo>
                <a:cubicBezTo>
                  <a:pt x="60" y="85"/>
                  <a:pt x="61" y="83"/>
                  <a:pt x="62" y="83"/>
                </a:cubicBezTo>
                <a:cubicBezTo>
                  <a:pt x="64" y="83"/>
                  <a:pt x="65" y="85"/>
                  <a:pt x="65" y="86"/>
                </a:cubicBezTo>
                <a:cubicBezTo>
                  <a:pt x="65" y="95"/>
                  <a:pt x="65" y="95"/>
                  <a:pt x="65" y="95"/>
                </a:cubicBezTo>
                <a:cubicBezTo>
                  <a:pt x="82" y="95"/>
                  <a:pt x="82" y="95"/>
                  <a:pt x="82" y="95"/>
                </a:cubicBezTo>
                <a:cubicBezTo>
                  <a:pt x="82" y="31"/>
                  <a:pt x="82" y="31"/>
                  <a:pt x="82" y="31"/>
                </a:cubicBezTo>
                <a:cubicBezTo>
                  <a:pt x="54" y="31"/>
                  <a:pt x="54" y="31"/>
                  <a:pt x="54" y="31"/>
                </a:cubicBezTo>
                <a:lnTo>
                  <a:pt x="54" y="95"/>
                </a:lnTo>
                <a:close/>
                <a:moveTo>
                  <a:pt x="74" y="38"/>
                </a:moveTo>
                <a:cubicBezTo>
                  <a:pt x="76" y="38"/>
                  <a:pt x="77" y="39"/>
                  <a:pt x="77" y="40"/>
                </a:cubicBezTo>
                <a:cubicBezTo>
                  <a:pt x="77" y="42"/>
                  <a:pt x="76" y="43"/>
                  <a:pt x="74" y="43"/>
                </a:cubicBezTo>
                <a:cubicBezTo>
                  <a:pt x="72" y="43"/>
                  <a:pt x="71" y="42"/>
                  <a:pt x="71" y="40"/>
                </a:cubicBezTo>
                <a:cubicBezTo>
                  <a:pt x="71" y="39"/>
                  <a:pt x="72" y="38"/>
                  <a:pt x="74" y="38"/>
                </a:cubicBezTo>
                <a:close/>
                <a:moveTo>
                  <a:pt x="74" y="49"/>
                </a:moveTo>
                <a:cubicBezTo>
                  <a:pt x="76" y="49"/>
                  <a:pt x="77" y="50"/>
                  <a:pt x="77" y="52"/>
                </a:cubicBezTo>
                <a:cubicBezTo>
                  <a:pt x="77" y="53"/>
                  <a:pt x="76" y="55"/>
                  <a:pt x="74" y="55"/>
                </a:cubicBezTo>
                <a:cubicBezTo>
                  <a:pt x="72" y="55"/>
                  <a:pt x="71" y="53"/>
                  <a:pt x="71" y="52"/>
                </a:cubicBezTo>
                <a:cubicBezTo>
                  <a:pt x="71" y="50"/>
                  <a:pt x="72" y="49"/>
                  <a:pt x="74" y="49"/>
                </a:cubicBezTo>
                <a:close/>
                <a:moveTo>
                  <a:pt x="74" y="60"/>
                </a:moveTo>
                <a:cubicBezTo>
                  <a:pt x="76" y="60"/>
                  <a:pt x="77" y="62"/>
                  <a:pt x="77" y="63"/>
                </a:cubicBezTo>
                <a:cubicBezTo>
                  <a:pt x="77" y="65"/>
                  <a:pt x="76" y="66"/>
                  <a:pt x="74" y="66"/>
                </a:cubicBezTo>
                <a:cubicBezTo>
                  <a:pt x="72" y="66"/>
                  <a:pt x="71" y="65"/>
                  <a:pt x="71" y="63"/>
                </a:cubicBezTo>
                <a:cubicBezTo>
                  <a:pt x="71" y="62"/>
                  <a:pt x="72" y="60"/>
                  <a:pt x="74" y="60"/>
                </a:cubicBezTo>
                <a:close/>
                <a:moveTo>
                  <a:pt x="74" y="72"/>
                </a:moveTo>
                <a:cubicBezTo>
                  <a:pt x="76" y="72"/>
                  <a:pt x="77" y="73"/>
                  <a:pt x="77" y="75"/>
                </a:cubicBezTo>
                <a:cubicBezTo>
                  <a:pt x="77" y="76"/>
                  <a:pt x="76" y="78"/>
                  <a:pt x="74" y="78"/>
                </a:cubicBezTo>
                <a:cubicBezTo>
                  <a:pt x="72" y="78"/>
                  <a:pt x="71" y="76"/>
                  <a:pt x="71" y="75"/>
                </a:cubicBezTo>
                <a:cubicBezTo>
                  <a:pt x="71" y="73"/>
                  <a:pt x="72" y="72"/>
                  <a:pt x="74" y="72"/>
                </a:cubicBezTo>
                <a:close/>
                <a:moveTo>
                  <a:pt x="63" y="38"/>
                </a:moveTo>
                <a:cubicBezTo>
                  <a:pt x="64" y="38"/>
                  <a:pt x="65" y="39"/>
                  <a:pt x="65" y="40"/>
                </a:cubicBezTo>
                <a:cubicBezTo>
                  <a:pt x="65" y="42"/>
                  <a:pt x="64" y="43"/>
                  <a:pt x="63" y="43"/>
                </a:cubicBezTo>
                <a:cubicBezTo>
                  <a:pt x="61" y="43"/>
                  <a:pt x="60" y="42"/>
                  <a:pt x="60" y="40"/>
                </a:cubicBezTo>
                <a:cubicBezTo>
                  <a:pt x="60" y="39"/>
                  <a:pt x="61" y="38"/>
                  <a:pt x="63" y="38"/>
                </a:cubicBezTo>
                <a:close/>
                <a:moveTo>
                  <a:pt x="63" y="49"/>
                </a:moveTo>
                <a:cubicBezTo>
                  <a:pt x="64" y="49"/>
                  <a:pt x="65" y="50"/>
                  <a:pt x="65" y="52"/>
                </a:cubicBezTo>
                <a:cubicBezTo>
                  <a:pt x="65" y="53"/>
                  <a:pt x="64" y="55"/>
                  <a:pt x="63" y="55"/>
                </a:cubicBezTo>
                <a:cubicBezTo>
                  <a:pt x="61" y="55"/>
                  <a:pt x="60" y="53"/>
                  <a:pt x="60" y="52"/>
                </a:cubicBezTo>
                <a:cubicBezTo>
                  <a:pt x="60" y="50"/>
                  <a:pt x="61" y="49"/>
                  <a:pt x="63" y="49"/>
                </a:cubicBezTo>
                <a:close/>
                <a:moveTo>
                  <a:pt x="63" y="60"/>
                </a:moveTo>
                <a:cubicBezTo>
                  <a:pt x="64" y="60"/>
                  <a:pt x="65" y="62"/>
                  <a:pt x="65" y="63"/>
                </a:cubicBezTo>
                <a:cubicBezTo>
                  <a:pt x="65" y="65"/>
                  <a:pt x="64" y="66"/>
                  <a:pt x="63" y="66"/>
                </a:cubicBezTo>
                <a:cubicBezTo>
                  <a:pt x="61" y="66"/>
                  <a:pt x="60" y="65"/>
                  <a:pt x="60" y="63"/>
                </a:cubicBezTo>
                <a:cubicBezTo>
                  <a:pt x="60" y="62"/>
                  <a:pt x="61" y="60"/>
                  <a:pt x="63" y="60"/>
                </a:cubicBezTo>
                <a:close/>
                <a:moveTo>
                  <a:pt x="63" y="72"/>
                </a:moveTo>
                <a:cubicBezTo>
                  <a:pt x="64" y="72"/>
                  <a:pt x="65" y="73"/>
                  <a:pt x="65" y="75"/>
                </a:cubicBezTo>
                <a:cubicBezTo>
                  <a:pt x="65" y="76"/>
                  <a:pt x="64" y="78"/>
                  <a:pt x="63" y="78"/>
                </a:cubicBezTo>
                <a:cubicBezTo>
                  <a:pt x="61" y="78"/>
                  <a:pt x="60" y="76"/>
                  <a:pt x="60" y="75"/>
                </a:cubicBezTo>
                <a:cubicBezTo>
                  <a:pt x="60" y="73"/>
                  <a:pt x="61" y="72"/>
                  <a:pt x="63" y="72"/>
                </a:cubicBezTo>
                <a:close/>
                <a:moveTo>
                  <a:pt x="30" y="95"/>
                </a:moveTo>
                <a:cubicBezTo>
                  <a:pt x="36" y="95"/>
                  <a:pt x="36" y="95"/>
                  <a:pt x="36" y="95"/>
                </a:cubicBezTo>
                <a:cubicBezTo>
                  <a:pt x="36" y="86"/>
                  <a:pt x="36" y="86"/>
                  <a:pt x="36" y="86"/>
                </a:cubicBezTo>
                <a:cubicBezTo>
                  <a:pt x="36" y="85"/>
                  <a:pt x="37" y="83"/>
                  <a:pt x="39" y="83"/>
                </a:cubicBezTo>
                <a:cubicBezTo>
                  <a:pt x="41" y="83"/>
                  <a:pt x="42" y="85"/>
                  <a:pt x="42" y="86"/>
                </a:cubicBezTo>
                <a:cubicBezTo>
                  <a:pt x="42" y="95"/>
                  <a:pt x="42" y="95"/>
                  <a:pt x="42" y="95"/>
                </a:cubicBezTo>
                <a:cubicBezTo>
                  <a:pt x="49" y="95"/>
                  <a:pt x="49" y="95"/>
                  <a:pt x="49" y="95"/>
                </a:cubicBezTo>
                <a:cubicBezTo>
                  <a:pt x="49" y="43"/>
                  <a:pt x="49" y="43"/>
                  <a:pt x="49" y="43"/>
                </a:cubicBezTo>
                <a:cubicBezTo>
                  <a:pt x="30" y="43"/>
                  <a:pt x="30" y="43"/>
                  <a:pt x="30" y="43"/>
                </a:cubicBezTo>
                <a:lnTo>
                  <a:pt x="30" y="95"/>
                </a:lnTo>
                <a:close/>
                <a:moveTo>
                  <a:pt x="40" y="49"/>
                </a:moveTo>
                <a:cubicBezTo>
                  <a:pt x="41" y="49"/>
                  <a:pt x="43" y="50"/>
                  <a:pt x="43" y="52"/>
                </a:cubicBezTo>
                <a:cubicBezTo>
                  <a:pt x="43" y="53"/>
                  <a:pt x="41" y="55"/>
                  <a:pt x="40" y="55"/>
                </a:cubicBezTo>
                <a:cubicBezTo>
                  <a:pt x="38" y="55"/>
                  <a:pt x="37" y="53"/>
                  <a:pt x="37" y="52"/>
                </a:cubicBezTo>
                <a:cubicBezTo>
                  <a:pt x="37" y="50"/>
                  <a:pt x="38" y="49"/>
                  <a:pt x="40" y="49"/>
                </a:cubicBezTo>
                <a:close/>
                <a:moveTo>
                  <a:pt x="40" y="60"/>
                </a:moveTo>
                <a:cubicBezTo>
                  <a:pt x="41" y="60"/>
                  <a:pt x="43" y="62"/>
                  <a:pt x="43" y="63"/>
                </a:cubicBezTo>
                <a:cubicBezTo>
                  <a:pt x="43" y="65"/>
                  <a:pt x="41" y="66"/>
                  <a:pt x="40" y="66"/>
                </a:cubicBezTo>
                <a:cubicBezTo>
                  <a:pt x="38" y="66"/>
                  <a:pt x="37" y="65"/>
                  <a:pt x="37" y="63"/>
                </a:cubicBezTo>
                <a:cubicBezTo>
                  <a:pt x="37" y="62"/>
                  <a:pt x="38" y="60"/>
                  <a:pt x="40" y="60"/>
                </a:cubicBezTo>
                <a:close/>
                <a:moveTo>
                  <a:pt x="40" y="72"/>
                </a:moveTo>
                <a:cubicBezTo>
                  <a:pt x="41" y="72"/>
                  <a:pt x="43" y="73"/>
                  <a:pt x="43" y="75"/>
                </a:cubicBezTo>
                <a:cubicBezTo>
                  <a:pt x="43" y="76"/>
                  <a:pt x="41" y="78"/>
                  <a:pt x="40" y="78"/>
                </a:cubicBezTo>
                <a:cubicBezTo>
                  <a:pt x="38" y="78"/>
                  <a:pt x="37" y="76"/>
                  <a:pt x="37" y="75"/>
                </a:cubicBezTo>
                <a:cubicBezTo>
                  <a:pt x="37" y="73"/>
                  <a:pt x="38" y="72"/>
                  <a:pt x="40" y="72"/>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p>
        </p:txBody>
      </p:sp>
      <p:sp>
        <p:nvSpPr>
          <p:cNvPr id="125" name="Freeform 23"/>
          <p:cNvSpPr>
            <a:spLocks noChangeAspect="1" noEditPoints="1"/>
          </p:cNvSpPr>
          <p:nvPr/>
        </p:nvSpPr>
        <p:spPr bwMode="auto">
          <a:xfrm>
            <a:off x="2686551" y="3094319"/>
            <a:ext cx="300711" cy="299830"/>
          </a:xfrm>
          <a:custGeom>
            <a:avLst/>
            <a:gdLst>
              <a:gd name="T0" fmla="*/ 192 w 512"/>
              <a:gd name="T1" fmla="*/ 352 h 512"/>
              <a:gd name="T2" fmla="*/ 266 w 512"/>
              <a:gd name="T3" fmla="*/ 117 h 512"/>
              <a:gd name="T4" fmla="*/ 227 w 512"/>
              <a:gd name="T5" fmla="*/ 141 h 512"/>
              <a:gd name="T6" fmla="*/ 245 w 512"/>
              <a:gd name="T7" fmla="*/ 149 h 512"/>
              <a:gd name="T8" fmla="*/ 234 w 512"/>
              <a:gd name="T9" fmla="*/ 160 h 512"/>
              <a:gd name="T10" fmla="*/ 225 w 512"/>
              <a:gd name="T11" fmla="*/ 188 h 512"/>
              <a:gd name="T12" fmla="*/ 244 w 512"/>
              <a:gd name="T13" fmla="*/ 188 h 512"/>
              <a:gd name="T14" fmla="*/ 234 w 512"/>
              <a:gd name="T15" fmla="*/ 202 h 512"/>
              <a:gd name="T16" fmla="*/ 225 w 512"/>
              <a:gd name="T17" fmla="*/ 188 h 512"/>
              <a:gd name="T18" fmla="*/ 238 w 512"/>
              <a:gd name="T19" fmla="*/ 225 h 512"/>
              <a:gd name="T20" fmla="*/ 242 w 512"/>
              <a:gd name="T21" fmla="*/ 242 h 512"/>
              <a:gd name="T22" fmla="*/ 227 w 512"/>
              <a:gd name="T23" fmla="*/ 242 h 512"/>
              <a:gd name="T24" fmla="*/ 225 w 512"/>
              <a:gd name="T25" fmla="*/ 273 h 512"/>
              <a:gd name="T26" fmla="*/ 245 w 512"/>
              <a:gd name="T27" fmla="*/ 277 h 512"/>
              <a:gd name="T28" fmla="*/ 230 w 512"/>
              <a:gd name="T29" fmla="*/ 287 h 512"/>
              <a:gd name="T30" fmla="*/ 227 w 512"/>
              <a:gd name="T31" fmla="*/ 312 h 512"/>
              <a:gd name="T32" fmla="*/ 242 w 512"/>
              <a:gd name="T33" fmla="*/ 312 h 512"/>
              <a:gd name="T34" fmla="*/ 238 w 512"/>
              <a:gd name="T35" fmla="*/ 329 h 512"/>
              <a:gd name="T36" fmla="*/ 224 w 512"/>
              <a:gd name="T37" fmla="*/ 320 h 512"/>
              <a:gd name="T38" fmla="*/ 230 w 512"/>
              <a:gd name="T39" fmla="*/ 353 h 512"/>
              <a:gd name="T40" fmla="*/ 244 w 512"/>
              <a:gd name="T41" fmla="*/ 366 h 512"/>
              <a:gd name="T42" fmla="*/ 230 w 512"/>
              <a:gd name="T43" fmla="*/ 372 h 512"/>
              <a:gd name="T44" fmla="*/ 225 w 512"/>
              <a:gd name="T45" fmla="*/ 358 h 512"/>
              <a:gd name="T46" fmla="*/ 201 w 512"/>
              <a:gd name="T47" fmla="*/ 145 h 512"/>
              <a:gd name="T48" fmla="*/ 188 w 512"/>
              <a:gd name="T49" fmla="*/ 159 h 512"/>
              <a:gd name="T50" fmla="*/ 182 w 512"/>
              <a:gd name="T51" fmla="*/ 188 h 512"/>
              <a:gd name="T52" fmla="*/ 190 w 512"/>
              <a:gd name="T53" fmla="*/ 181 h 512"/>
              <a:gd name="T54" fmla="*/ 202 w 512"/>
              <a:gd name="T55" fmla="*/ 192 h 512"/>
              <a:gd name="T56" fmla="*/ 184 w 512"/>
              <a:gd name="T57" fmla="*/ 199 h 512"/>
              <a:gd name="T58" fmla="*/ 186 w 512"/>
              <a:gd name="T59" fmla="*/ 225 h 512"/>
              <a:gd name="T60" fmla="*/ 196 w 512"/>
              <a:gd name="T61" fmla="*/ 225 h 512"/>
              <a:gd name="T62" fmla="*/ 201 w 512"/>
              <a:gd name="T63" fmla="*/ 238 h 512"/>
              <a:gd name="T64" fmla="*/ 188 w 512"/>
              <a:gd name="T65" fmla="*/ 244 h 512"/>
              <a:gd name="T66" fmla="*/ 182 w 512"/>
              <a:gd name="T67" fmla="*/ 273 h 512"/>
              <a:gd name="T68" fmla="*/ 199 w 512"/>
              <a:gd name="T69" fmla="*/ 269 h 512"/>
              <a:gd name="T70" fmla="*/ 199 w 512"/>
              <a:gd name="T71" fmla="*/ 285 h 512"/>
              <a:gd name="T72" fmla="*/ 182 w 512"/>
              <a:gd name="T73" fmla="*/ 273 h 512"/>
              <a:gd name="T74" fmla="*/ 202 w 512"/>
              <a:gd name="T75" fmla="*/ 320 h 512"/>
              <a:gd name="T76" fmla="*/ 192 w 512"/>
              <a:gd name="T77" fmla="*/ 330 h 512"/>
              <a:gd name="T78" fmla="*/ 184 w 512"/>
              <a:gd name="T79" fmla="*/ 312 h 512"/>
              <a:gd name="T80" fmla="*/ 320 w 512"/>
              <a:gd name="T81" fmla="*/ 352 h 512"/>
              <a:gd name="T82" fmla="*/ 352 w 512"/>
              <a:gd name="T83" fmla="*/ 202 h 512"/>
              <a:gd name="T84" fmla="*/ 314 w 512"/>
              <a:gd name="T85" fmla="*/ 225 h 512"/>
              <a:gd name="T86" fmla="*/ 330 w 512"/>
              <a:gd name="T87" fmla="*/ 234 h 512"/>
              <a:gd name="T88" fmla="*/ 320 w 512"/>
              <a:gd name="T89" fmla="*/ 245 h 512"/>
              <a:gd name="T90" fmla="*/ 309 w 512"/>
              <a:gd name="T91" fmla="*/ 234 h 512"/>
              <a:gd name="T92" fmla="*/ 316 w 512"/>
              <a:gd name="T93" fmla="*/ 267 h 512"/>
              <a:gd name="T94" fmla="*/ 330 w 512"/>
              <a:gd name="T95" fmla="*/ 277 h 512"/>
              <a:gd name="T96" fmla="*/ 320 w 512"/>
              <a:gd name="T97" fmla="*/ 288 h 512"/>
              <a:gd name="T98" fmla="*/ 309 w 512"/>
              <a:gd name="T99" fmla="*/ 277 h 512"/>
              <a:gd name="T100" fmla="*/ 314 w 512"/>
              <a:gd name="T101" fmla="*/ 311 h 512"/>
              <a:gd name="T102" fmla="*/ 324 w 512"/>
              <a:gd name="T103" fmla="*/ 310 h 512"/>
              <a:gd name="T104" fmla="*/ 330 w 512"/>
              <a:gd name="T105" fmla="*/ 320 h 512"/>
              <a:gd name="T106" fmla="*/ 312 w 512"/>
              <a:gd name="T107" fmla="*/ 327 h 512"/>
              <a:gd name="T108" fmla="*/ 256 w 512"/>
              <a:gd name="T109" fmla="*/ 0 h 512"/>
              <a:gd name="T110" fmla="*/ 256 w 512"/>
              <a:gd name="T111" fmla="*/ 0 h 512"/>
              <a:gd name="T112" fmla="*/ 138 w 512"/>
              <a:gd name="T113" fmla="*/ 405 h 512"/>
              <a:gd name="T114" fmla="*/ 288 w 512"/>
              <a:gd name="T115" fmla="*/ 106 h 512"/>
              <a:gd name="T116" fmla="*/ 373 w 512"/>
              <a:gd name="T117"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512">
                <a:moveTo>
                  <a:pt x="160" y="394"/>
                </a:moveTo>
                <a:cubicBezTo>
                  <a:pt x="181" y="394"/>
                  <a:pt x="181" y="394"/>
                  <a:pt x="181" y="394"/>
                </a:cubicBezTo>
                <a:cubicBezTo>
                  <a:pt x="181" y="362"/>
                  <a:pt x="181" y="362"/>
                  <a:pt x="181" y="362"/>
                </a:cubicBezTo>
                <a:cubicBezTo>
                  <a:pt x="181" y="356"/>
                  <a:pt x="186" y="352"/>
                  <a:pt x="192" y="352"/>
                </a:cubicBezTo>
                <a:cubicBezTo>
                  <a:pt x="198" y="352"/>
                  <a:pt x="202" y="356"/>
                  <a:pt x="202" y="362"/>
                </a:cubicBezTo>
                <a:cubicBezTo>
                  <a:pt x="202" y="394"/>
                  <a:pt x="202" y="394"/>
                  <a:pt x="202" y="394"/>
                </a:cubicBezTo>
                <a:cubicBezTo>
                  <a:pt x="266" y="394"/>
                  <a:pt x="266" y="394"/>
                  <a:pt x="266" y="394"/>
                </a:cubicBezTo>
                <a:cubicBezTo>
                  <a:pt x="266" y="117"/>
                  <a:pt x="266" y="117"/>
                  <a:pt x="266" y="117"/>
                </a:cubicBezTo>
                <a:cubicBezTo>
                  <a:pt x="160" y="117"/>
                  <a:pt x="160" y="117"/>
                  <a:pt x="160" y="117"/>
                </a:cubicBezTo>
                <a:lnTo>
                  <a:pt x="160" y="394"/>
                </a:lnTo>
                <a:close/>
                <a:moveTo>
                  <a:pt x="225" y="145"/>
                </a:moveTo>
                <a:cubicBezTo>
                  <a:pt x="225" y="144"/>
                  <a:pt x="226" y="142"/>
                  <a:pt x="227" y="141"/>
                </a:cubicBezTo>
                <a:cubicBezTo>
                  <a:pt x="230" y="138"/>
                  <a:pt x="235" y="137"/>
                  <a:pt x="238" y="139"/>
                </a:cubicBezTo>
                <a:cubicBezTo>
                  <a:pt x="240" y="140"/>
                  <a:pt x="241" y="140"/>
                  <a:pt x="242" y="141"/>
                </a:cubicBezTo>
                <a:cubicBezTo>
                  <a:pt x="243" y="142"/>
                  <a:pt x="244" y="144"/>
                  <a:pt x="244" y="145"/>
                </a:cubicBezTo>
                <a:cubicBezTo>
                  <a:pt x="245" y="146"/>
                  <a:pt x="245" y="148"/>
                  <a:pt x="245" y="149"/>
                </a:cubicBezTo>
                <a:cubicBezTo>
                  <a:pt x="245" y="150"/>
                  <a:pt x="245" y="152"/>
                  <a:pt x="244" y="153"/>
                </a:cubicBezTo>
                <a:cubicBezTo>
                  <a:pt x="244" y="154"/>
                  <a:pt x="243" y="155"/>
                  <a:pt x="242" y="157"/>
                </a:cubicBezTo>
                <a:cubicBezTo>
                  <a:pt x="241" y="158"/>
                  <a:pt x="240" y="158"/>
                  <a:pt x="238" y="159"/>
                </a:cubicBezTo>
                <a:cubicBezTo>
                  <a:pt x="237" y="159"/>
                  <a:pt x="236" y="160"/>
                  <a:pt x="234" y="160"/>
                </a:cubicBezTo>
                <a:cubicBezTo>
                  <a:pt x="231" y="160"/>
                  <a:pt x="229" y="159"/>
                  <a:pt x="227" y="157"/>
                </a:cubicBezTo>
                <a:cubicBezTo>
                  <a:pt x="225" y="155"/>
                  <a:pt x="224" y="152"/>
                  <a:pt x="224" y="149"/>
                </a:cubicBezTo>
                <a:cubicBezTo>
                  <a:pt x="224" y="148"/>
                  <a:pt x="224" y="146"/>
                  <a:pt x="225" y="145"/>
                </a:cubicBezTo>
                <a:close/>
                <a:moveTo>
                  <a:pt x="225" y="188"/>
                </a:moveTo>
                <a:cubicBezTo>
                  <a:pt x="225" y="186"/>
                  <a:pt x="226" y="185"/>
                  <a:pt x="227" y="184"/>
                </a:cubicBezTo>
                <a:cubicBezTo>
                  <a:pt x="228" y="183"/>
                  <a:pt x="229" y="182"/>
                  <a:pt x="230" y="182"/>
                </a:cubicBezTo>
                <a:cubicBezTo>
                  <a:pt x="234" y="180"/>
                  <a:pt x="239" y="181"/>
                  <a:pt x="242" y="184"/>
                </a:cubicBezTo>
                <a:cubicBezTo>
                  <a:pt x="243" y="185"/>
                  <a:pt x="244" y="186"/>
                  <a:pt x="244" y="188"/>
                </a:cubicBezTo>
                <a:cubicBezTo>
                  <a:pt x="245" y="189"/>
                  <a:pt x="245" y="190"/>
                  <a:pt x="245" y="192"/>
                </a:cubicBezTo>
                <a:cubicBezTo>
                  <a:pt x="245" y="195"/>
                  <a:pt x="244" y="197"/>
                  <a:pt x="242" y="199"/>
                </a:cubicBezTo>
                <a:cubicBezTo>
                  <a:pt x="241" y="200"/>
                  <a:pt x="240" y="201"/>
                  <a:pt x="238" y="201"/>
                </a:cubicBezTo>
                <a:cubicBezTo>
                  <a:pt x="237" y="202"/>
                  <a:pt x="236" y="202"/>
                  <a:pt x="234" y="202"/>
                </a:cubicBezTo>
                <a:cubicBezTo>
                  <a:pt x="233" y="202"/>
                  <a:pt x="232" y="202"/>
                  <a:pt x="230" y="201"/>
                </a:cubicBezTo>
                <a:cubicBezTo>
                  <a:pt x="229" y="201"/>
                  <a:pt x="228" y="200"/>
                  <a:pt x="227" y="199"/>
                </a:cubicBezTo>
                <a:cubicBezTo>
                  <a:pt x="225" y="197"/>
                  <a:pt x="224" y="195"/>
                  <a:pt x="224" y="192"/>
                </a:cubicBezTo>
                <a:cubicBezTo>
                  <a:pt x="224" y="190"/>
                  <a:pt x="224" y="189"/>
                  <a:pt x="225" y="188"/>
                </a:cubicBezTo>
                <a:close/>
                <a:moveTo>
                  <a:pt x="227" y="227"/>
                </a:moveTo>
                <a:cubicBezTo>
                  <a:pt x="228" y="226"/>
                  <a:pt x="229" y="225"/>
                  <a:pt x="230" y="225"/>
                </a:cubicBezTo>
                <a:cubicBezTo>
                  <a:pt x="232" y="224"/>
                  <a:pt x="234" y="223"/>
                  <a:pt x="236" y="224"/>
                </a:cubicBezTo>
                <a:cubicBezTo>
                  <a:pt x="237" y="224"/>
                  <a:pt x="238" y="224"/>
                  <a:pt x="238" y="225"/>
                </a:cubicBezTo>
                <a:cubicBezTo>
                  <a:pt x="239" y="225"/>
                  <a:pt x="240" y="225"/>
                  <a:pt x="240" y="225"/>
                </a:cubicBezTo>
                <a:cubicBezTo>
                  <a:pt x="241" y="226"/>
                  <a:pt x="241" y="226"/>
                  <a:pt x="242" y="227"/>
                </a:cubicBezTo>
                <a:cubicBezTo>
                  <a:pt x="244" y="229"/>
                  <a:pt x="245" y="232"/>
                  <a:pt x="245" y="234"/>
                </a:cubicBezTo>
                <a:cubicBezTo>
                  <a:pt x="245" y="237"/>
                  <a:pt x="244" y="240"/>
                  <a:pt x="242" y="242"/>
                </a:cubicBezTo>
                <a:cubicBezTo>
                  <a:pt x="241" y="243"/>
                  <a:pt x="240" y="244"/>
                  <a:pt x="238" y="244"/>
                </a:cubicBezTo>
                <a:cubicBezTo>
                  <a:pt x="237" y="245"/>
                  <a:pt x="236" y="245"/>
                  <a:pt x="234" y="245"/>
                </a:cubicBezTo>
                <a:cubicBezTo>
                  <a:pt x="233" y="245"/>
                  <a:pt x="232" y="245"/>
                  <a:pt x="230" y="244"/>
                </a:cubicBezTo>
                <a:cubicBezTo>
                  <a:pt x="229" y="244"/>
                  <a:pt x="228" y="243"/>
                  <a:pt x="227" y="242"/>
                </a:cubicBezTo>
                <a:cubicBezTo>
                  <a:pt x="226" y="241"/>
                  <a:pt x="225" y="240"/>
                  <a:pt x="225" y="238"/>
                </a:cubicBezTo>
                <a:cubicBezTo>
                  <a:pt x="224" y="237"/>
                  <a:pt x="224" y="236"/>
                  <a:pt x="224" y="234"/>
                </a:cubicBezTo>
                <a:cubicBezTo>
                  <a:pt x="224" y="232"/>
                  <a:pt x="225" y="229"/>
                  <a:pt x="227" y="227"/>
                </a:cubicBezTo>
                <a:close/>
                <a:moveTo>
                  <a:pt x="225" y="273"/>
                </a:moveTo>
                <a:cubicBezTo>
                  <a:pt x="225" y="272"/>
                  <a:pt x="226" y="270"/>
                  <a:pt x="227" y="269"/>
                </a:cubicBezTo>
                <a:cubicBezTo>
                  <a:pt x="231" y="265"/>
                  <a:pt x="238" y="265"/>
                  <a:pt x="242" y="269"/>
                </a:cubicBezTo>
                <a:cubicBezTo>
                  <a:pt x="243" y="270"/>
                  <a:pt x="244" y="272"/>
                  <a:pt x="244" y="273"/>
                </a:cubicBezTo>
                <a:cubicBezTo>
                  <a:pt x="245" y="274"/>
                  <a:pt x="245" y="276"/>
                  <a:pt x="245" y="277"/>
                </a:cubicBezTo>
                <a:cubicBezTo>
                  <a:pt x="245" y="278"/>
                  <a:pt x="245" y="280"/>
                  <a:pt x="244" y="281"/>
                </a:cubicBezTo>
                <a:cubicBezTo>
                  <a:pt x="244" y="282"/>
                  <a:pt x="243" y="284"/>
                  <a:pt x="242" y="285"/>
                </a:cubicBezTo>
                <a:cubicBezTo>
                  <a:pt x="240" y="287"/>
                  <a:pt x="237" y="288"/>
                  <a:pt x="234" y="288"/>
                </a:cubicBezTo>
                <a:cubicBezTo>
                  <a:pt x="233" y="288"/>
                  <a:pt x="232" y="287"/>
                  <a:pt x="230" y="287"/>
                </a:cubicBezTo>
                <a:cubicBezTo>
                  <a:pt x="229" y="286"/>
                  <a:pt x="228" y="286"/>
                  <a:pt x="227" y="285"/>
                </a:cubicBezTo>
                <a:cubicBezTo>
                  <a:pt x="225" y="283"/>
                  <a:pt x="224" y="280"/>
                  <a:pt x="224" y="277"/>
                </a:cubicBezTo>
                <a:cubicBezTo>
                  <a:pt x="224" y="276"/>
                  <a:pt x="224" y="274"/>
                  <a:pt x="225" y="273"/>
                </a:cubicBezTo>
                <a:close/>
                <a:moveTo>
                  <a:pt x="227" y="312"/>
                </a:moveTo>
                <a:cubicBezTo>
                  <a:pt x="227" y="312"/>
                  <a:pt x="228" y="311"/>
                  <a:pt x="228" y="311"/>
                </a:cubicBezTo>
                <a:cubicBezTo>
                  <a:pt x="229" y="310"/>
                  <a:pt x="230" y="310"/>
                  <a:pt x="230" y="310"/>
                </a:cubicBezTo>
                <a:cubicBezTo>
                  <a:pt x="231" y="310"/>
                  <a:pt x="232" y="309"/>
                  <a:pt x="232" y="309"/>
                </a:cubicBezTo>
                <a:cubicBezTo>
                  <a:pt x="236" y="308"/>
                  <a:pt x="239" y="310"/>
                  <a:pt x="242" y="312"/>
                </a:cubicBezTo>
                <a:cubicBezTo>
                  <a:pt x="244" y="314"/>
                  <a:pt x="245" y="317"/>
                  <a:pt x="245" y="320"/>
                </a:cubicBezTo>
                <a:cubicBezTo>
                  <a:pt x="245" y="321"/>
                  <a:pt x="245" y="322"/>
                  <a:pt x="244" y="324"/>
                </a:cubicBezTo>
                <a:cubicBezTo>
                  <a:pt x="244" y="325"/>
                  <a:pt x="243" y="326"/>
                  <a:pt x="242" y="327"/>
                </a:cubicBezTo>
                <a:cubicBezTo>
                  <a:pt x="241" y="328"/>
                  <a:pt x="240" y="329"/>
                  <a:pt x="238" y="329"/>
                </a:cubicBezTo>
                <a:cubicBezTo>
                  <a:pt x="237" y="330"/>
                  <a:pt x="236" y="330"/>
                  <a:pt x="234" y="330"/>
                </a:cubicBezTo>
                <a:cubicBezTo>
                  <a:pt x="231" y="330"/>
                  <a:pt x="229" y="329"/>
                  <a:pt x="227" y="327"/>
                </a:cubicBezTo>
                <a:cubicBezTo>
                  <a:pt x="226" y="326"/>
                  <a:pt x="225" y="325"/>
                  <a:pt x="225" y="324"/>
                </a:cubicBezTo>
                <a:cubicBezTo>
                  <a:pt x="224" y="322"/>
                  <a:pt x="224" y="321"/>
                  <a:pt x="224" y="320"/>
                </a:cubicBezTo>
                <a:cubicBezTo>
                  <a:pt x="224" y="317"/>
                  <a:pt x="225" y="314"/>
                  <a:pt x="227" y="312"/>
                </a:cubicBezTo>
                <a:close/>
                <a:moveTo>
                  <a:pt x="225" y="358"/>
                </a:moveTo>
                <a:cubicBezTo>
                  <a:pt x="225" y="357"/>
                  <a:pt x="226" y="356"/>
                  <a:pt x="227" y="355"/>
                </a:cubicBezTo>
                <a:cubicBezTo>
                  <a:pt x="228" y="354"/>
                  <a:pt x="229" y="353"/>
                  <a:pt x="230" y="353"/>
                </a:cubicBezTo>
                <a:cubicBezTo>
                  <a:pt x="234" y="351"/>
                  <a:pt x="239" y="352"/>
                  <a:pt x="242" y="355"/>
                </a:cubicBezTo>
                <a:cubicBezTo>
                  <a:pt x="243" y="356"/>
                  <a:pt x="244" y="357"/>
                  <a:pt x="244" y="358"/>
                </a:cubicBezTo>
                <a:cubicBezTo>
                  <a:pt x="245" y="360"/>
                  <a:pt x="245" y="361"/>
                  <a:pt x="245" y="362"/>
                </a:cubicBezTo>
                <a:cubicBezTo>
                  <a:pt x="245" y="364"/>
                  <a:pt x="245" y="365"/>
                  <a:pt x="244" y="366"/>
                </a:cubicBezTo>
                <a:cubicBezTo>
                  <a:pt x="244" y="368"/>
                  <a:pt x="243" y="369"/>
                  <a:pt x="242" y="370"/>
                </a:cubicBezTo>
                <a:cubicBezTo>
                  <a:pt x="241" y="371"/>
                  <a:pt x="240" y="372"/>
                  <a:pt x="238" y="372"/>
                </a:cubicBezTo>
                <a:cubicBezTo>
                  <a:pt x="237" y="373"/>
                  <a:pt x="236" y="373"/>
                  <a:pt x="234" y="373"/>
                </a:cubicBezTo>
                <a:cubicBezTo>
                  <a:pt x="233" y="373"/>
                  <a:pt x="232" y="373"/>
                  <a:pt x="230" y="372"/>
                </a:cubicBezTo>
                <a:cubicBezTo>
                  <a:pt x="229" y="372"/>
                  <a:pt x="228" y="371"/>
                  <a:pt x="227" y="370"/>
                </a:cubicBezTo>
                <a:cubicBezTo>
                  <a:pt x="226" y="369"/>
                  <a:pt x="225" y="368"/>
                  <a:pt x="225" y="366"/>
                </a:cubicBezTo>
                <a:cubicBezTo>
                  <a:pt x="224" y="365"/>
                  <a:pt x="224" y="364"/>
                  <a:pt x="224" y="362"/>
                </a:cubicBezTo>
                <a:cubicBezTo>
                  <a:pt x="224" y="361"/>
                  <a:pt x="224" y="360"/>
                  <a:pt x="225" y="358"/>
                </a:cubicBezTo>
                <a:close/>
                <a:moveTo>
                  <a:pt x="182" y="145"/>
                </a:moveTo>
                <a:cubicBezTo>
                  <a:pt x="182" y="144"/>
                  <a:pt x="183" y="142"/>
                  <a:pt x="184" y="141"/>
                </a:cubicBezTo>
                <a:cubicBezTo>
                  <a:pt x="188" y="137"/>
                  <a:pt x="195" y="137"/>
                  <a:pt x="199" y="141"/>
                </a:cubicBezTo>
                <a:cubicBezTo>
                  <a:pt x="200" y="142"/>
                  <a:pt x="201" y="144"/>
                  <a:pt x="201" y="145"/>
                </a:cubicBezTo>
                <a:cubicBezTo>
                  <a:pt x="202" y="146"/>
                  <a:pt x="202" y="148"/>
                  <a:pt x="202" y="149"/>
                </a:cubicBezTo>
                <a:cubicBezTo>
                  <a:pt x="202" y="152"/>
                  <a:pt x="201" y="155"/>
                  <a:pt x="199" y="157"/>
                </a:cubicBezTo>
                <a:cubicBezTo>
                  <a:pt x="197" y="159"/>
                  <a:pt x="195" y="160"/>
                  <a:pt x="192" y="160"/>
                </a:cubicBezTo>
                <a:cubicBezTo>
                  <a:pt x="190" y="160"/>
                  <a:pt x="189" y="159"/>
                  <a:pt x="188" y="159"/>
                </a:cubicBezTo>
                <a:cubicBezTo>
                  <a:pt x="186" y="158"/>
                  <a:pt x="185" y="158"/>
                  <a:pt x="184" y="157"/>
                </a:cubicBezTo>
                <a:cubicBezTo>
                  <a:pt x="182" y="155"/>
                  <a:pt x="181" y="152"/>
                  <a:pt x="181" y="149"/>
                </a:cubicBezTo>
                <a:cubicBezTo>
                  <a:pt x="181" y="148"/>
                  <a:pt x="181" y="146"/>
                  <a:pt x="182" y="145"/>
                </a:cubicBezTo>
                <a:close/>
                <a:moveTo>
                  <a:pt x="182" y="188"/>
                </a:moveTo>
                <a:cubicBezTo>
                  <a:pt x="182" y="186"/>
                  <a:pt x="183" y="185"/>
                  <a:pt x="184" y="184"/>
                </a:cubicBezTo>
                <a:cubicBezTo>
                  <a:pt x="185" y="184"/>
                  <a:pt x="185" y="183"/>
                  <a:pt x="186" y="183"/>
                </a:cubicBezTo>
                <a:cubicBezTo>
                  <a:pt x="186" y="182"/>
                  <a:pt x="187" y="182"/>
                  <a:pt x="188" y="182"/>
                </a:cubicBezTo>
                <a:cubicBezTo>
                  <a:pt x="188" y="182"/>
                  <a:pt x="189" y="181"/>
                  <a:pt x="190" y="181"/>
                </a:cubicBezTo>
                <a:cubicBezTo>
                  <a:pt x="192" y="181"/>
                  <a:pt x="194" y="181"/>
                  <a:pt x="196" y="182"/>
                </a:cubicBezTo>
                <a:cubicBezTo>
                  <a:pt x="197" y="182"/>
                  <a:pt x="198" y="183"/>
                  <a:pt x="199" y="184"/>
                </a:cubicBezTo>
                <a:cubicBezTo>
                  <a:pt x="200" y="185"/>
                  <a:pt x="201" y="186"/>
                  <a:pt x="201" y="188"/>
                </a:cubicBezTo>
                <a:cubicBezTo>
                  <a:pt x="202" y="189"/>
                  <a:pt x="202" y="190"/>
                  <a:pt x="202" y="192"/>
                </a:cubicBezTo>
                <a:cubicBezTo>
                  <a:pt x="202" y="195"/>
                  <a:pt x="201" y="197"/>
                  <a:pt x="199" y="199"/>
                </a:cubicBezTo>
                <a:cubicBezTo>
                  <a:pt x="197" y="201"/>
                  <a:pt x="195" y="202"/>
                  <a:pt x="192" y="202"/>
                </a:cubicBezTo>
                <a:cubicBezTo>
                  <a:pt x="190" y="202"/>
                  <a:pt x="189" y="202"/>
                  <a:pt x="188" y="201"/>
                </a:cubicBezTo>
                <a:cubicBezTo>
                  <a:pt x="186" y="201"/>
                  <a:pt x="185" y="200"/>
                  <a:pt x="184" y="199"/>
                </a:cubicBezTo>
                <a:cubicBezTo>
                  <a:pt x="182" y="197"/>
                  <a:pt x="181" y="195"/>
                  <a:pt x="181" y="192"/>
                </a:cubicBezTo>
                <a:cubicBezTo>
                  <a:pt x="181" y="190"/>
                  <a:pt x="181" y="189"/>
                  <a:pt x="182" y="188"/>
                </a:cubicBezTo>
                <a:close/>
                <a:moveTo>
                  <a:pt x="184" y="227"/>
                </a:moveTo>
                <a:cubicBezTo>
                  <a:pt x="185" y="226"/>
                  <a:pt x="185" y="226"/>
                  <a:pt x="186" y="225"/>
                </a:cubicBezTo>
                <a:cubicBezTo>
                  <a:pt x="186" y="225"/>
                  <a:pt x="187" y="225"/>
                  <a:pt x="188" y="225"/>
                </a:cubicBezTo>
                <a:cubicBezTo>
                  <a:pt x="188" y="224"/>
                  <a:pt x="189" y="224"/>
                  <a:pt x="190" y="224"/>
                </a:cubicBezTo>
                <a:cubicBezTo>
                  <a:pt x="191" y="224"/>
                  <a:pt x="192" y="224"/>
                  <a:pt x="194" y="224"/>
                </a:cubicBezTo>
                <a:cubicBezTo>
                  <a:pt x="194" y="224"/>
                  <a:pt x="195" y="224"/>
                  <a:pt x="196" y="225"/>
                </a:cubicBezTo>
                <a:cubicBezTo>
                  <a:pt x="196" y="225"/>
                  <a:pt x="197" y="225"/>
                  <a:pt x="198" y="225"/>
                </a:cubicBezTo>
                <a:cubicBezTo>
                  <a:pt x="198" y="226"/>
                  <a:pt x="199" y="226"/>
                  <a:pt x="199" y="227"/>
                </a:cubicBezTo>
                <a:cubicBezTo>
                  <a:pt x="201" y="229"/>
                  <a:pt x="202" y="232"/>
                  <a:pt x="202" y="234"/>
                </a:cubicBezTo>
                <a:cubicBezTo>
                  <a:pt x="202" y="236"/>
                  <a:pt x="202" y="237"/>
                  <a:pt x="201" y="238"/>
                </a:cubicBezTo>
                <a:cubicBezTo>
                  <a:pt x="201" y="240"/>
                  <a:pt x="200" y="241"/>
                  <a:pt x="199" y="242"/>
                </a:cubicBezTo>
                <a:cubicBezTo>
                  <a:pt x="198" y="243"/>
                  <a:pt x="197" y="244"/>
                  <a:pt x="196" y="244"/>
                </a:cubicBezTo>
                <a:cubicBezTo>
                  <a:pt x="194" y="245"/>
                  <a:pt x="193" y="245"/>
                  <a:pt x="192" y="245"/>
                </a:cubicBezTo>
                <a:cubicBezTo>
                  <a:pt x="190" y="245"/>
                  <a:pt x="189" y="245"/>
                  <a:pt x="188" y="244"/>
                </a:cubicBezTo>
                <a:cubicBezTo>
                  <a:pt x="186" y="244"/>
                  <a:pt x="185" y="243"/>
                  <a:pt x="184" y="242"/>
                </a:cubicBezTo>
                <a:cubicBezTo>
                  <a:pt x="182" y="240"/>
                  <a:pt x="181" y="237"/>
                  <a:pt x="181" y="234"/>
                </a:cubicBezTo>
                <a:cubicBezTo>
                  <a:pt x="181" y="232"/>
                  <a:pt x="182" y="229"/>
                  <a:pt x="184" y="227"/>
                </a:cubicBezTo>
                <a:close/>
                <a:moveTo>
                  <a:pt x="182" y="273"/>
                </a:moveTo>
                <a:cubicBezTo>
                  <a:pt x="182" y="272"/>
                  <a:pt x="183" y="270"/>
                  <a:pt x="184" y="269"/>
                </a:cubicBezTo>
                <a:cubicBezTo>
                  <a:pt x="185" y="268"/>
                  <a:pt x="186" y="268"/>
                  <a:pt x="188" y="267"/>
                </a:cubicBezTo>
                <a:cubicBezTo>
                  <a:pt x="190" y="266"/>
                  <a:pt x="193" y="266"/>
                  <a:pt x="196" y="267"/>
                </a:cubicBezTo>
                <a:cubicBezTo>
                  <a:pt x="197" y="268"/>
                  <a:pt x="198" y="268"/>
                  <a:pt x="199" y="269"/>
                </a:cubicBezTo>
                <a:cubicBezTo>
                  <a:pt x="200" y="270"/>
                  <a:pt x="201" y="272"/>
                  <a:pt x="201" y="273"/>
                </a:cubicBezTo>
                <a:cubicBezTo>
                  <a:pt x="202" y="274"/>
                  <a:pt x="202" y="276"/>
                  <a:pt x="202" y="277"/>
                </a:cubicBezTo>
                <a:cubicBezTo>
                  <a:pt x="202" y="278"/>
                  <a:pt x="202" y="280"/>
                  <a:pt x="201" y="281"/>
                </a:cubicBezTo>
                <a:cubicBezTo>
                  <a:pt x="201" y="282"/>
                  <a:pt x="200" y="284"/>
                  <a:pt x="199" y="285"/>
                </a:cubicBezTo>
                <a:cubicBezTo>
                  <a:pt x="197" y="287"/>
                  <a:pt x="195" y="288"/>
                  <a:pt x="192" y="288"/>
                </a:cubicBezTo>
                <a:cubicBezTo>
                  <a:pt x="189" y="288"/>
                  <a:pt x="186" y="287"/>
                  <a:pt x="184" y="285"/>
                </a:cubicBezTo>
                <a:cubicBezTo>
                  <a:pt x="182" y="283"/>
                  <a:pt x="181" y="280"/>
                  <a:pt x="181" y="277"/>
                </a:cubicBezTo>
                <a:cubicBezTo>
                  <a:pt x="181" y="276"/>
                  <a:pt x="181" y="274"/>
                  <a:pt x="182" y="273"/>
                </a:cubicBezTo>
                <a:close/>
                <a:moveTo>
                  <a:pt x="184" y="312"/>
                </a:moveTo>
                <a:cubicBezTo>
                  <a:pt x="187" y="309"/>
                  <a:pt x="192" y="308"/>
                  <a:pt x="196" y="310"/>
                </a:cubicBezTo>
                <a:cubicBezTo>
                  <a:pt x="197" y="310"/>
                  <a:pt x="198" y="311"/>
                  <a:pt x="199" y="312"/>
                </a:cubicBezTo>
                <a:cubicBezTo>
                  <a:pt x="201" y="314"/>
                  <a:pt x="202" y="317"/>
                  <a:pt x="202" y="320"/>
                </a:cubicBezTo>
                <a:cubicBezTo>
                  <a:pt x="202" y="321"/>
                  <a:pt x="202" y="322"/>
                  <a:pt x="201" y="324"/>
                </a:cubicBezTo>
                <a:cubicBezTo>
                  <a:pt x="201" y="325"/>
                  <a:pt x="200" y="326"/>
                  <a:pt x="199" y="327"/>
                </a:cubicBezTo>
                <a:cubicBezTo>
                  <a:pt x="198" y="328"/>
                  <a:pt x="197" y="329"/>
                  <a:pt x="196" y="329"/>
                </a:cubicBezTo>
                <a:cubicBezTo>
                  <a:pt x="194" y="330"/>
                  <a:pt x="193" y="330"/>
                  <a:pt x="192" y="330"/>
                </a:cubicBezTo>
                <a:cubicBezTo>
                  <a:pt x="189" y="330"/>
                  <a:pt x="186" y="329"/>
                  <a:pt x="184" y="327"/>
                </a:cubicBezTo>
                <a:cubicBezTo>
                  <a:pt x="183" y="326"/>
                  <a:pt x="182" y="325"/>
                  <a:pt x="182" y="324"/>
                </a:cubicBezTo>
                <a:cubicBezTo>
                  <a:pt x="181" y="322"/>
                  <a:pt x="181" y="321"/>
                  <a:pt x="181" y="320"/>
                </a:cubicBezTo>
                <a:cubicBezTo>
                  <a:pt x="181" y="317"/>
                  <a:pt x="182" y="314"/>
                  <a:pt x="184" y="312"/>
                </a:cubicBezTo>
                <a:close/>
                <a:moveTo>
                  <a:pt x="288" y="394"/>
                </a:moveTo>
                <a:cubicBezTo>
                  <a:pt x="309" y="394"/>
                  <a:pt x="309" y="394"/>
                  <a:pt x="309" y="394"/>
                </a:cubicBezTo>
                <a:cubicBezTo>
                  <a:pt x="309" y="362"/>
                  <a:pt x="309" y="362"/>
                  <a:pt x="309" y="362"/>
                </a:cubicBezTo>
                <a:cubicBezTo>
                  <a:pt x="309" y="356"/>
                  <a:pt x="314" y="352"/>
                  <a:pt x="320" y="352"/>
                </a:cubicBezTo>
                <a:cubicBezTo>
                  <a:pt x="326" y="352"/>
                  <a:pt x="330" y="356"/>
                  <a:pt x="330" y="362"/>
                </a:cubicBezTo>
                <a:cubicBezTo>
                  <a:pt x="330" y="394"/>
                  <a:pt x="330" y="394"/>
                  <a:pt x="330" y="394"/>
                </a:cubicBezTo>
                <a:cubicBezTo>
                  <a:pt x="352" y="394"/>
                  <a:pt x="352" y="394"/>
                  <a:pt x="352" y="394"/>
                </a:cubicBezTo>
                <a:cubicBezTo>
                  <a:pt x="352" y="202"/>
                  <a:pt x="352" y="202"/>
                  <a:pt x="352" y="202"/>
                </a:cubicBezTo>
                <a:cubicBezTo>
                  <a:pt x="288" y="202"/>
                  <a:pt x="288" y="202"/>
                  <a:pt x="288" y="202"/>
                </a:cubicBezTo>
                <a:lnTo>
                  <a:pt x="288" y="394"/>
                </a:lnTo>
                <a:close/>
                <a:moveTo>
                  <a:pt x="312" y="227"/>
                </a:moveTo>
                <a:cubicBezTo>
                  <a:pt x="313" y="226"/>
                  <a:pt x="313" y="226"/>
                  <a:pt x="314" y="225"/>
                </a:cubicBezTo>
                <a:cubicBezTo>
                  <a:pt x="314" y="225"/>
                  <a:pt x="315" y="225"/>
                  <a:pt x="316" y="225"/>
                </a:cubicBezTo>
                <a:cubicBezTo>
                  <a:pt x="316" y="224"/>
                  <a:pt x="317" y="224"/>
                  <a:pt x="318" y="224"/>
                </a:cubicBezTo>
                <a:cubicBezTo>
                  <a:pt x="321" y="223"/>
                  <a:pt x="325" y="224"/>
                  <a:pt x="327" y="227"/>
                </a:cubicBezTo>
                <a:cubicBezTo>
                  <a:pt x="329" y="229"/>
                  <a:pt x="330" y="232"/>
                  <a:pt x="330" y="234"/>
                </a:cubicBezTo>
                <a:cubicBezTo>
                  <a:pt x="330" y="236"/>
                  <a:pt x="330" y="237"/>
                  <a:pt x="329" y="238"/>
                </a:cubicBezTo>
                <a:cubicBezTo>
                  <a:pt x="329" y="240"/>
                  <a:pt x="328" y="241"/>
                  <a:pt x="327" y="242"/>
                </a:cubicBezTo>
                <a:cubicBezTo>
                  <a:pt x="326" y="243"/>
                  <a:pt x="325" y="244"/>
                  <a:pt x="324" y="244"/>
                </a:cubicBezTo>
                <a:cubicBezTo>
                  <a:pt x="322" y="245"/>
                  <a:pt x="321" y="245"/>
                  <a:pt x="320" y="245"/>
                </a:cubicBezTo>
                <a:cubicBezTo>
                  <a:pt x="318" y="245"/>
                  <a:pt x="317" y="245"/>
                  <a:pt x="316" y="244"/>
                </a:cubicBezTo>
                <a:cubicBezTo>
                  <a:pt x="314" y="244"/>
                  <a:pt x="313" y="243"/>
                  <a:pt x="312" y="242"/>
                </a:cubicBezTo>
                <a:cubicBezTo>
                  <a:pt x="311" y="241"/>
                  <a:pt x="310" y="240"/>
                  <a:pt x="310" y="238"/>
                </a:cubicBezTo>
                <a:cubicBezTo>
                  <a:pt x="309" y="237"/>
                  <a:pt x="309" y="236"/>
                  <a:pt x="309" y="234"/>
                </a:cubicBezTo>
                <a:cubicBezTo>
                  <a:pt x="309" y="232"/>
                  <a:pt x="310" y="229"/>
                  <a:pt x="312" y="227"/>
                </a:cubicBezTo>
                <a:close/>
                <a:moveTo>
                  <a:pt x="310" y="273"/>
                </a:moveTo>
                <a:cubicBezTo>
                  <a:pt x="310" y="272"/>
                  <a:pt x="311" y="270"/>
                  <a:pt x="312" y="269"/>
                </a:cubicBezTo>
                <a:cubicBezTo>
                  <a:pt x="313" y="268"/>
                  <a:pt x="314" y="268"/>
                  <a:pt x="316" y="267"/>
                </a:cubicBezTo>
                <a:cubicBezTo>
                  <a:pt x="318" y="266"/>
                  <a:pt x="321" y="266"/>
                  <a:pt x="324" y="267"/>
                </a:cubicBezTo>
                <a:cubicBezTo>
                  <a:pt x="325" y="268"/>
                  <a:pt x="326" y="268"/>
                  <a:pt x="327" y="269"/>
                </a:cubicBezTo>
                <a:cubicBezTo>
                  <a:pt x="328" y="270"/>
                  <a:pt x="329" y="272"/>
                  <a:pt x="329" y="273"/>
                </a:cubicBezTo>
                <a:cubicBezTo>
                  <a:pt x="330" y="274"/>
                  <a:pt x="330" y="276"/>
                  <a:pt x="330" y="277"/>
                </a:cubicBezTo>
                <a:cubicBezTo>
                  <a:pt x="330" y="278"/>
                  <a:pt x="330" y="280"/>
                  <a:pt x="329" y="281"/>
                </a:cubicBezTo>
                <a:cubicBezTo>
                  <a:pt x="329" y="282"/>
                  <a:pt x="328" y="284"/>
                  <a:pt x="327" y="285"/>
                </a:cubicBezTo>
                <a:cubicBezTo>
                  <a:pt x="326" y="286"/>
                  <a:pt x="325" y="286"/>
                  <a:pt x="324" y="287"/>
                </a:cubicBezTo>
                <a:cubicBezTo>
                  <a:pt x="322" y="287"/>
                  <a:pt x="321" y="288"/>
                  <a:pt x="320" y="288"/>
                </a:cubicBezTo>
                <a:cubicBezTo>
                  <a:pt x="318" y="288"/>
                  <a:pt x="317" y="287"/>
                  <a:pt x="316" y="287"/>
                </a:cubicBezTo>
                <a:cubicBezTo>
                  <a:pt x="314" y="286"/>
                  <a:pt x="313" y="286"/>
                  <a:pt x="312" y="285"/>
                </a:cubicBezTo>
                <a:cubicBezTo>
                  <a:pt x="311" y="284"/>
                  <a:pt x="310" y="282"/>
                  <a:pt x="310" y="281"/>
                </a:cubicBezTo>
                <a:cubicBezTo>
                  <a:pt x="309" y="280"/>
                  <a:pt x="309" y="278"/>
                  <a:pt x="309" y="277"/>
                </a:cubicBezTo>
                <a:cubicBezTo>
                  <a:pt x="309" y="276"/>
                  <a:pt x="309" y="274"/>
                  <a:pt x="310" y="273"/>
                </a:cubicBezTo>
                <a:close/>
                <a:moveTo>
                  <a:pt x="310" y="316"/>
                </a:moveTo>
                <a:cubicBezTo>
                  <a:pt x="310" y="314"/>
                  <a:pt x="311" y="313"/>
                  <a:pt x="312" y="312"/>
                </a:cubicBezTo>
                <a:cubicBezTo>
                  <a:pt x="313" y="312"/>
                  <a:pt x="313" y="311"/>
                  <a:pt x="314" y="311"/>
                </a:cubicBezTo>
                <a:cubicBezTo>
                  <a:pt x="314" y="310"/>
                  <a:pt x="315" y="310"/>
                  <a:pt x="316" y="310"/>
                </a:cubicBezTo>
                <a:cubicBezTo>
                  <a:pt x="316" y="310"/>
                  <a:pt x="317" y="309"/>
                  <a:pt x="318" y="309"/>
                </a:cubicBezTo>
                <a:cubicBezTo>
                  <a:pt x="319" y="309"/>
                  <a:pt x="320" y="309"/>
                  <a:pt x="322" y="309"/>
                </a:cubicBezTo>
                <a:cubicBezTo>
                  <a:pt x="322" y="309"/>
                  <a:pt x="323" y="310"/>
                  <a:pt x="324" y="310"/>
                </a:cubicBezTo>
                <a:cubicBezTo>
                  <a:pt x="324" y="310"/>
                  <a:pt x="325" y="310"/>
                  <a:pt x="326" y="311"/>
                </a:cubicBezTo>
                <a:cubicBezTo>
                  <a:pt x="326" y="311"/>
                  <a:pt x="327" y="312"/>
                  <a:pt x="327" y="312"/>
                </a:cubicBezTo>
                <a:cubicBezTo>
                  <a:pt x="328" y="313"/>
                  <a:pt x="329" y="314"/>
                  <a:pt x="329" y="316"/>
                </a:cubicBezTo>
                <a:cubicBezTo>
                  <a:pt x="330" y="317"/>
                  <a:pt x="330" y="318"/>
                  <a:pt x="330" y="320"/>
                </a:cubicBezTo>
                <a:cubicBezTo>
                  <a:pt x="330" y="321"/>
                  <a:pt x="330" y="322"/>
                  <a:pt x="329" y="324"/>
                </a:cubicBezTo>
                <a:cubicBezTo>
                  <a:pt x="329" y="325"/>
                  <a:pt x="328" y="326"/>
                  <a:pt x="327" y="327"/>
                </a:cubicBezTo>
                <a:cubicBezTo>
                  <a:pt x="325" y="329"/>
                  <a:pt x="322" y="330"/>
                  <a:pt x="320" y="330"/>
                </a:cubicBezTo>
                <a:cubicBezTo>
                  <a:pt x="317" y="330"/>
                  <a:pt x="314" y="329"/>
                  <a:pt x="312" y="327"/>
                </a:cubicBezTo>
                <a:cubicBezTo>
                  <a:pt x="311" y="326"/>
                  <a:pt x="310" y="325"/>
                  <a:pt x="310" y="324"/>
                </a:cubicBezTo>
                <a:cubicBezTo>
                  <a:pt x="309" y="322"/>
                  <a:pt x="309" y="321"/>
                  <a:pt x="309" y="320"/>
                </a:cubicBezTo>
                <a:cubicBezTo>
                  <a:pt x="309" y="318"/>
                  <a:pt x="309" y="317"/>
                  <a:pt x="310" y="31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3" y="405"/>
                </a:moveTo>
                <a:cubicBezTo>
                  <a:pt x="373" y="411"/>
                  <a:pt x="368" y="416"/>
                  <a:pt x="362" y="416"/>
                </a:cubicBezTo>
                <a:cubicBezTo>
                  <a:pt x="149" y="416"/>
                  <a:pt x="149" y="416"/>
                  <a:pt x="149" y="416"/>
                </a:cubicBezTo>
                <a:cubicBezTo>
                  <a:pt x="143" y="416"/>
                  <a:pt x="138" y="411"/>
                  <a:pt x="138" y="405"/>
                </a:cubicBezTo>
                <a:cubicBezTo>
                  <a:pt x="138" y="106"/>
                  <a:pt x="138" y="106"/>
                  <a:pt x="138" y="106"/>
                </a:cubicBezTo>
                <a:cubicBezTo>
                  <a:pt x="138" y="100"/>
                  <a:pt x="143" y="96"/>
                  <a:pt x="149" y="96"/>
                </a:cubicBezTo>
                <a:cubicBezTo>
                  <a:pt x="277" y="96"/>
                  <a:pt x="277" y="96"/>
                  <a:pt x="277" y="96"/>
                </a:cubicBezTo>
                <a:cubicBezTo>
                  <a:pt x="283" y="96"/>
                  <a:pt x="288" y="100"/>
                  <a:pt x="288" y="106"/>
                </a:cubicBezTo>
                <a:cubicBezTo>
                  <a:pt x="288" y="181"/>
                  <a:pt x="288" y="181"/>
                  <a:pt x="288" y="181"/>
                </a:cubicBezTo>
                <a:cubicBezTo>
                  <a:pt x="362" y="181"/>
                  <a:pt x="362" y="181"/>
                  <a:pt x="362" y="181"/>
                </a:cubicBezTo>
                <a:cubicBezTo>
                  <a:pt x="368" y="181"/>
                  <a:pt x="373" y="186"/>
                  <a:pt x="373" y="192"/>
                </a:cubicBezTo>
                <a:lnTo>
                  <a:pt x="373" y="405"/>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p>
        </p:txBody>
      </p:sp>
      <p:sp>
        <p:nvSpPr>
          <p:cNvPr id="126" name="Freeform 346"/>
          <p:cNvSpPr>
            <a:spLocks noChangeAspect="1" noEditPoints="1"/>
          </p:cNvSpPr>
          <p:nvPr/>
        </p:nvSpPr>
        <p:spPr bwMode="auto">
          <a:xfrm>
            <a:off x="1883509" y="3653144"/>
            <a:ext cx="298221" cy="298221"/>
          </a:xfrm>
          <a:custGeom>
            <a:avLst/>
            <a:gdLst>
              <a:gd name="T0" fmla="*/ 202 w 512"/>
              <a:gd name="T1" fmla="*/ 320 h 512"/>
              <a:gd name="T2" fmla="*/ 181 w 512"/>
              <a:gd name="T3" fmla="*/ 373 h 512"/>
              <a:gd name="T4" fmla="*/ 170 w 512"/>
              <a:gd name="T5" fmla="*/ 341 h 512"/>
              <a:gd name="T6" fmla="*/ 160 w 512"/>
              <a:gd name="T7" fmla="*/ 373 h 512"/>
              <a:gd name="T8" fmla="*/ 138 w 512"/>
              <a:gd name="T9" fmla="*/ 320 h 512"/>
              <a:gd name="T10" fmla="*/ 318 w 512"/>
              <a:gd name="T11" fmla="*/ 298 h 512"/>
              <a:gd name="T12" fmla="*/ 341 w 512"/>
              <a:gd name="T13" fmla="*/ 280 h 512"/>
              <a:gd name="T14" fmla="*/ 233 w 512"/>
              <a:gd name="T15" fmla="*/ 138 h 512"/>
              <a:gd name="T16" fmla="*/ 256 w 512"/>
              <a:gd name="T17" fmla="*/ 120 h 512"/>
              <a:gd name="T18" fmla="*/ 245 w 512"/>
              <a:gd name="T19" fmla="*/ 213 h 512"/>
              <a:gd name="T20" fmla="*/ 256 w 512"/>
              <a:gd name="T21" fmla="*/ 181 h 512"/>
              <a:gd name="T22" fmla="*/ 266 w 512"/>
              <a:gd name="T23" fmla="*/ 213 h 512"/>
              <a:gd name="T24" fmla="*/ 288 w 512"/>
              <a:gd name="T25" fmla="*/ 160 h 512"/>
              <a:gd name="T26" fmla="*/ 224 w 512"/>
              <a:gd name="T27" fmla="*/ 213 h 512"/>
              <a:gd name="T28" fmla="*/ 256 w 512"/>
              <a:gd name="T29" fmla="*/ 512 h 512"/>
              <a:gd name="T30" fmla="*/ 256 w 512"/>
              <a:gd name="T31" fmla="*/ 0 h 512"/>
              <a:gd name="T32" fmla="*/ 230 w 512"/>
              <a:gd name="T33" fmla="*/ 301 h 512"/>
              <a:gd name="T34" fmla="*/ 164 w 512"/>
              <a:gd name="T35" fmla="*/ 258 h 512"/>
              <a:gd name="T36" fmla="*/ 107 w 512"/>
              <a:gd name="T37" fmla="*/ 313 h 512"/>
              <a:gd name="T38" fmla="*/ 117 w 512"/>
              <a:gd name="T39" fmla="*/ 384 h 512"/>
              <a:gd name="T40" fmla="*/ 213 w 512"/>
              <a:gd name="T41" fmla="*/ 394 h 512"/>
              <a:gd name="T42" fmla="*/ 224 w 512"/>
              <a:gd name="T43" fmla="*/ 320 h 512"/>
              <a:gd name="T44" fmla="*/ 230 w 512"/>
              <a:gd name="T45" fmla="*/ 301 h 512"/>
              <a:gd name="T46" fmla="*/ 309 w 512"/>
              <a:gd name="T47" fmla="*/ 224 h 512"/>
              <a:gd name="T48" fmla="*/ 319 w 512"/>
              <a:gd name="T49" fmla="*/ 153 h 512"/>
              <a:gd name="T50" fmla="*/ 262 w 512"/>
              <a:gd name="T51" fmla="*/ 98 h 512"/>
              <a:gd name="T52" fmla="*/ 196 w 512"/>
              <a:gd name="T53" fmla="*/ 141 h 512"/>
              <a:gd name="T54" fmla="*/ 202 w 512"/>
              <a:gd name="T55" fmla="*/ 160 h 512"/>
              <a:gd name="T56" fmla="*/ 213 w 512"/>
              <a:gd name="T57" fmla="*/ 234 h 512"/>
              <a:gd name="T58" fmla="*/ 401 w 512"/>
              <a:gd name="T59" fmla="*/ 301 h 512"/>
              <a:gd name="T60" fmla="*/ 334 w 512"/>
              <a:gd name="T61" fmla="*/ 258 h 512"/>
              <a:gd name="T62" fmla="*/ 278 w 512"/>
              <a:gd name="T63" fmla="*/ 313 h 512"/>
              <a:gd name="T64" fmla="*/ 288 w 512"/>
              <a:gd name="T65" fmla="*/ 384 h 512"/>
              <a:gd name="T66" fmla="*/ 384 w 512"/>
              <a:gd name="T67" fmla="*/ 394 h 512"/>
              <a:gd name="T68" fmla="*/ 394 w 512"/>
              <a:gd name="T69" fmla="*/ 320 h 512"/>
              <a:gd name="T70" fmla="*/ 401 w 512"/>
              <a:gd name="T71" fmla="*/ 301 h 512"/>
              <a:gd name="T72" fmla="*/ 147 w 512"/>
              <a:gd name="T73" fmla="*/ 298 h 512"/>
              <a:gd name="T74" fmla="*/ 170 w 512"/>
              <a:gd name="T75" fmla="*/ 280 h 512"/>
              <a:gd name="T76" fmla="*/ 330 w 512"/>
              <a:gd name="T77" fmla="*/ 373 h 512"/>
              <a:gd name="T78" fmla="*/ 341 w 512"/>
              <a:gd name="T79" fmla="*/ 341 h 512"/>
              <a:gd name="T80" fmla="*/ 352 w 512"/>
              <a:gd name="T81" fmla="*/ 373 h 512"/>
              <a:gd name="T82" fmla="*/ 373 w 512"/>
              <a:gd name="T83" fmla="*/ 320 h 512"/>
              <a:gd name="T84" fmla="*/ 309 w 512"/>
              <a:gd name="T85"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2" h="512">
                <a:moveTo>
                  <a:pt x="138" y="320"/>
                </a:moveTo>
                <a:cubicBezTo>
                  <a:pt x="202" y="320"/>
                  <a:pt x="202" y="320"/>
                  <a:pt x="202" y="320"/>
                </a:cubicBezTo>
                <a:cubicBezTo>
                  <a:pt x="202" y="373"/>
                  <a:pt x="202" y="373"/>
                  <a:pt x="202" y="373"/>
                </a:cubicBezTo>
                <a:cubicBezTo>
                  <a:pt x="181" y="373"/>
                  <a:pt x="181" y="373"/>
                  <a:pt x="181" y="373"/>
                </a:cubicBezTo>
                <a:cubicBezTo>
                  <a:pt x="181" y="352"/>
                  <a:pt x="181" y="352"/>
                  <a:pt x="181" y="352"/>
                </a:cubicBezTo>
                <a:cubicBezTo>
                  <a:pt x="181" y="346"/>
                  <a:pt x="176" y="341"/>
                  <a:pt x="170" y="341"/>
                </a:cubicBezTo>
                <a:cubicBezTo>
                  <a:pt x="164" y="341"/>
                  <a:pt x="160" y="346"/>
                  <a:pt x="160" y="352"/>
                </a:cubicBezTo>
                <a:cubicBezTo>
                  <a:pt x="160" y="373"/>
                  <a:pt x="160" y="373"/>
                  <a:pt x="160" y="373"/>
                </a:cubicBezTo>
                <a:cubicBezTo>
                  <a:pt x="138" y="373"/>
                  <a:pt x="138" y="373"/>
                  <a:pt x="138" y="373"/>
                </a:cubicBezTo>
                <a:lnTo>
                  <a:pt x="138" y="320"/>
                </a:lnTo>
                <a:close/>
                <a:moveTo>
                  <a:pt x="341" y="280"/>
                </a:moveTo>
                <a:cubicBezTo>
                  <a:pt x="318" y="298"/>
                  <a:pt x="318" y="298"/>
                  <a:pt x="318" y="298"/>
                </a:cubicBezTo>
                <a:cubicBezTo>
                  <a:pt x="364" y="298"/>
                  <a:pt x="364" y="298"/>
                  <a:pt x="364" y="298"/>
                </a:cubicBezTo>
                <a:lnTo>
                  <a:pt x="341" y="280"/>
                </a:lnTo>
                <a:close/>
                <a:moveTo>
                  <a:pt x="256" y="120"/>
                </a:moveTo>
                <a:cubicBezTo>
                  <a:pt x="233" y="138"/>
                  <a:pt x="233" y="138"/>
                  <a:pt x="233" y="138"/>
                </a:cubicBezTo>
                <a:cubicBezTo>
                  <a:pt x="279" y="138"/>
                  <a:pt x="279" y="138"/>
                  <a:pt x="279" y="138"/>
                </a:cubicBezTo>
                <a:lnTo>
                  <a:pt x="256" y="120"/>
                </a:lnTo>
                <a:close/>
                <a:moveTo>
                  <a:pt x="224" y="213"/>
                </a:moveTo>
                <a:cubicBezTo>
                  <a:pt x="245" y="213"/>
                  <a:pt x="245" y="213"/>
                  <a:pt x="245" y="213"/>
                </a:cubicBezTo>
                <a:cubicBezTo>
                  <a:pt x="245" y="192"/>
                  <a:pt x="245" y="192"/>
                  <a:pt x="245" y="192"/>
                </a:cubicBezTo>
                <a:cubicBezTo>
                  <a:pt x="245" y="186"/>
                  <a:pt x="250" y="181"/>
                  <a:pt x="256" y="181"/>
                </a:cubicBezTo>
                <a:cubicBezTo>
                  <a:pt x="262" y="181"/>
                  <a:pt x="266" y="186"/>
                  <a:pt x="266" y="192"/>
                </a:cubicBezTo>
                <a:cubicBezTo>
                  <a:pt x="266" y="213"/>
                  <a:pt x="266" y="213"/>
                  <a:pt x="266" y="213"/>
                </a:cubicBezTo>
                <a:cubicBezTo>
                  <a:pt x="288" y="213"/>
                  <a:pt x="288" y="213"/>
                  <a:pt x="288" y="213"/>
                </a:cubicBezTo>
                <a:cubicBezTo>
                  <a:pt x="288" y="160"/>
                  <a:pt x="288" y="160"/>
                  <a:pt x="288" y="160"/>
                </a:cubicBezTo>
                <a:cubicBezTo>
                  <a:pt x="224" y="160"/>
                  <a:pt x="224" y="160"/>
                  <a:pt x="224" y="160"/>
                </a:cubicBezTo>
                <a:lnTo>
                  <a:pt x="224" y="21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230" y="301"/>
                </a:moveTo>
                <a:cubicBezTo>
                  <a:pt x="177" y="258"/>
                  <a:pt x="177" y="258"/>
                  <a:pt x="177" y="258"/>
                </a:cubicBezTo>
                <a:cubicBezTo>
                  <a:pt x="173" y="255"/>
                  <a:pt x="168" y="255"/>
                  <a:pt x="164" y="258"/>
                </a:cubicBezTo>
                <a:cubicBezTo>
                  <a:pt x="110" y="301"/>
                  <a:pt x="110" y="301"/>
                  <a:pt x="110" y="301"/>
                </a:cubicBezTo>
                <a:cubicBezTo>
                  <a:pt x="107" y="304"/>
                  <a:pt x="105" y="308"/>
                  <a:pt x="107" y="313"/>
                </a:cubicBezTo>
                <a:cubicBezTo>
                  <a:pt x="108" y="317"/>
                  <a:pt x="112" y="320"/>
                  <a:pt x="117" y="320"/>
                </a:cubicBezTo>
                <a:cubicBezTo>
                  <a:pt x="117" y="384"/>
                  <a:pt x="117" y="384"/>
                  <a:pt x="117" y="384"/>
                </a:cubicBezTo>
                <a:cubicBezTo>
                  <a:pt x="117" y="390"/>
                  <a:pt x="122" y="394"/>
                  <a:pt x="128" y="394"/>
                </a:cubicBezTo>
                <a:cubicBezTo>
                  <a:pt x="213" y="394"/>
                  <a:pt x="213" y="394"/>
                  <a:pt x="213" y="394"/>
                </a:cubicBezTo>
                <a:cubicBezTo>
                  <a:pt x="219" y="394"/>
                  <a:pt x="224" y="390"/>
                  <a:pt x="224" y="384"/>
                </a:cubicBezTo>
                <a:cubicBezTo>
                  <a:pt x="224" y="320"/>
                  <a:pt x="224" y="320"/>
                  <a:pt x="224" y="320"/>
                </a:cubicBezTo>
                <a:cubicBezTo>
                  <a:pt x="228" y="320"/>
                  <a:pt x="232" y="317"/>
                  <a:pt x="234" y="313"/>
                </a:cubicBezTo>
                <a:cubicBezTo>
                  <a:pt x="235" y="308"/>
                  <a:pt x="234" y="304"/>
                  <a:pt x="230" y="301"/>
                </a:cubicBezTo>
                <a:close/>
                <a:moveTo>
                  <a:pt x="298" y="234"/>
                </a:moveTo>
                <a:cubicBezTo>
                  <a:pt x="304" y="234"/>
                  <a:pt x="309" y="230"/>
                  <a:pt x="309" y="224"/>
                </a:cubicBezTo>
                <a:cubicBezTo>
                  <a:pt x="309" y="160"/>
                  <a:pt x="309" y="160"/>
                  <a:pt x="309" y="160"/>
                </a:cubicBezTo>
                <a:cubicBezTo>
                  <a:pt x="314" y="160"/>
                  <a:pt x="318" y="157"/>
                  <a:pt x="319" y="153"/>
                </a:cubicBezTo>
                <a:cubicBezTo>
                  <a:pt x="321" y="148"/>
                  <a:pt x="319" y="143"/>
                  <a:pt x="316" y="141"/>
                </a:cubicBezTo>
                <a:cubicBezTo>
                  <a:pt x="262" y="98"/>
                  <a:pt x="262" y="98"/>
                  <a:pt x="262" y="98"/>
                </a:cubicBezTo>
                <a:cubicBezTo>
                  <a:pt x="258" y="95"/>
                  <a:pt x="253" y="95"/>
                  <a:pt x="249" y="98"/>
                </a:cubicBezTo>
                <a:cubicBezTo>
                  <a:pt x="196" y="141"/>
                  <a:pt x="196" y="141"/>
                  <a:pt x="196" y="141"/>
                </a:cubicBezTo>
                <a:cubicBezTo>
                  <a:pt x="192" y="143"/>
                  <a:pt x="191" y="148"/>
                  <a:pt x="192" y="153"/>
                </a:cubicBezTo>
                <a:cubicBezTo>
                  <a:pt x="194" y="157"/>
                  <a:pt x="198" y="160"/>
                  <a:pt x="202" y="160"/>
                </a:cubicBezTo>
                <a:cubicBezTo>
                  <a:pt x="202" y="224"/>
                  <a:pt x="202" y="224"/>
                  <a:pt x="202" y="224"/>
                </a:cubicBezTo>
                <a:cubicBezTo>
                  <a:pt x="202" y="230"/>
                  <a:pt x="207" y="234"/>
                  <a:pt x="213" y="234"/>
                </a:cubicBezTo>
                <a:lnTo>
                  <a:pt x="298" y="234"/>
                </a:lnTo>
                <a:close/>
                <a:moveTo>
                  <a:pt x="401" y="301"/>
                </a:moveTo>
                <a:cubicBezTo>
                  <a:pt x="348" y="258"/>
                  <a:pt x="348" y="258"/>
                  <a:pt x="348" y="258"/>
                </a:cubicBezTo>
                <a:cubicBezTo>
                  <a:pt x="344" y="255"/>
                  <a:pt x="338" y="255"/>
                  <a:pt x="334" y="258"/>
                </a:cubicBezTo>
                <a:cubicBezTo>
                  <a:pt x="281" y="301"/>
                  <a:pt x="281" y="301"/>
                  <a:pt x="281" y="301"/>
                </a:cubicBezTo>
                <a:cubicBezTo>
                  <a:pt x="277" y="304"/>
                  <a:pt x="276" y="308"/>
                  <a:pt x="278" y="313"/>
                </a:cubicBezTo>
                <a:cubicBezTo>
                  <a:pt x="279" y="317"/>
                  <a:pt x="283" y="320"/>
                  <a:pt x="288" y="320"/>
                </a:cubicBezTo>
                <a:cubicBezTo>
                  <a:pt x="288" y="384"/>
                  <a:pt x="288" y="384"/>
                  <a:pt x="288" y="384"/>
                </a:cubicBezTo>
                <a:cubicBezTo>
                  <a:pt x="288" y="390"/>
                  <a:pt x="292" y="394"/>
                  <a:pt x="298" y="394"/>
                </a:cubicBezTo>
                <a:cubicBezTo>
                  <a:pt x="384" y="394"/>
                  <a:pt x="384" y="394"/>
                  <a:pt x="384" y="394"/>
                </a:cubicBezTo>
                <a:cubicBezTo>
                  <a:pt x="390" y="394"/>
                  <a:pt x="394" y="390"/>
                  <a:pt x="394" y="384"/>
                </a:cubicBezTo>
                <a:cubicBezTo>
                  <a:pt x="394" y="320"/>
                  <a:pt x="394" y="320"/>
                  <a:pt x="394" y="320"/>
                </a:cubicBezTo>
                <a:cubicBezTo>
                  <a:pt x="399" y="320"/>
                  <a:pt x="403" y="317"/>
                  <a:pt x="404" y="313"/>
                </a:cubicBezTo>
                <a:cubicBezTo>
                  <a:pt x="406" y="308"/>
                  <a:pt x="405" y="304"/>
                  <a:pt x="401" y="301"/>
                </a:cubicBezTo>
                <a:close/>
                <a:moveTo>
                  <a:pt x="170" y="280"/>
                </a:moveTo>
                <a:cubicBezTo>
                  <a:pt x="147" y="298"/>
                  <a:pt x="147" y="298"/>
                  <a:pt x="147" y="298"/>
                </a:cubicBezTo>
                <a:cubicBezTo>
                  <a:pt x="193" y="298"/>
                  <a:pt x="193" y="298"/>
                  <a:pt x="193" y="298"/>
                </a:cubicBezTo>
                <a:lnTo>
                  <a:pt x="170" y="280"/>
                </a:lnTo>
                <a:close/>
                <a:moveTo>
                  <a:pt x="309" y="373"/>
                </a:moveTo>
                <a:cubicBezTo>
                  <a:pt x="330" y="373"/>
                  <a:pt x="330" y="373"/>
                  <a:pt x="330" y="373"/>
                </a:cubicBezTo>
                <a:cubicBezTo>
                  <a:pt x="330" y="352"/>
                  <a:pt x="330" y="352"/>
                  <a:pt x="330" y="352"/>
                </a:cubicBezTo>
                <a:cubicBezTo>
                  <a:pt x="330" y="346"/>
                  <a:pt x="335" y="341"/>
                  <a:pt x="341" y="341"/>
                </a:cubicBezTo>
                <a:cubicBezTo>
                  <a:pt x="347" y="341"/>
                  <a:pt x="352" y="346"/>
                  <a:pt x="352" y="352"/>
                </a:cubicBezTo>
                <a:cubicBezTo>
                  <a:pt x="352" y="373"/>
                  <a:pt x="352" y="373"/>
                  <a:pt x="352" y="373"/>
                </a:cubicBezTo>
                <a:cubicBezTo>
                  <a:pt x="373" y="373"/>
                  <a:pt x="373" y="373"/>
                  <a:pt x="373" y="373"/>
                </a:cubicBezTo>
                <a:cubicBezTo>
                  <a:pt x="373" y="320"/>
                  <a:pt x="373" y="320"/>
                  <a:pt x="373" y="320"/>
                </a:cubicBezTo>
                <a:cubicBezTo>
                  <a:pt x="309" y="320"/>
                  <a:pt x="309" y="320"/>
                  <a:pt x="309" y="320"/>
                </a:cubicBezTo>
                <a:lnTo>
                  <a:pt x="309" y="373"/>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p>
        </p:txBody>
      </p:sp>
      <p:grpSp>
        <p:nvGrpSpPr>
          <p:cNvPr id="127" name="Group 447"/>
          <p:cNvGrpSpPr>
            <a:grpSpLocks noChangeAspect="1"/>
          </p:cNvGrpSpPr>
          <p:nvPr/>
        </p:nvGrpSpPr>
        <p:grpSpPr bwMode="auto">
          <a:xfrm>
            <a:off x="1138796" y="4210356"/>
            <a:ext cx="298221" cy="298221"/>
            <a:chOff x="5601" y="1820"/>
            <a:chExt cx="340" cy="340"/>
          </a:xfrm>
          <a:solidFill>
            <a:schemeClr val="bg1"/>
          </a:solidFill>
        </p:grpSpPr>
        <p:sp>
          <p:nvSpPr>
            <p:cNvPr id="128" name="Freeform 448"/>
            <p:cNvSpPr>
              <a:spLocks noEditPoints="1"/>
            </p:cNvSpPr>
            <p:nvPr/>
          </p:nvSpPr>
          <p:spPr bwMode="auto">
            <a:xfrm>
              <a:off x="5679" y="1948"/>
              <a:ext cx="182" cy="85"/>
            </a:xfrm>
            <a:custGeom>
              <a:avLst/>
              <a:gdLst>
                <a:gd name="T0" fmla="*/ 131 w 275"/>
                <a:gd name="T1" fmla="*/ 43 h 128"/>
                <a:gd name="T2" fmla="*/ 122 w 275"/>
                <a:gd name="T3" fmla="*/ 37 h 128"/>
                <a:gd name="T4" fmla="*/ 64 w 275"/>
                <a:gd name="T5" fmla="*/ 0 h 128"/>
                <a:gd name="T6" fmla="*/ 0 w 275"/>
                <a:gd name="T7" fmla="*/ 64 h 128"/>
                <a:gd name="T8" fmla="*/ 64 w 275"/>
                <a:gd name="T9" fmla="*/ 128 h 128"/>
                <a:gd name="T10" fmla="*/ 122 w 275"/>
                <a:gd name="T11" fmla="*/ 92 h 128"/>
                <a:gd name="T12" fmla="*/ 131 w 275"/>
                <a:gd name="T13" fmla="*/ 86 h 128"/>
                <a:gd name="T14" fmla="*/ 177 w 275"/>
                <a:gd name="T15" fmla="*/ 86 h 128"/>
                <a:gd name="T16" fmla="*/ 195 w 275"/>
                <a:gd name="T17" fmla="*/ 67 h 128"/>
                <a:gd name="T18" fmla="*/ 210 w 275"/>
                <a:gd name="T19" fmla="*/ 67 h 128"/>
                <a:gd name="T20" fmla="*/ 224 w 275"/>
                <a:gd name="T21" fmla="*/ 81 h 128"/>
                <a:gd name="T22" fmla="*/ 238 w 275"/>
                <a:gd name="T23" fmla="*/ 67 h 128"/>
                <a:gd name="T24" fmla="*/ 253 w 275"/>
                <a:gd name="T25" fmla="*/ 67 h 128"/>
                <a:gd name="T26" fmla="*/ 265 w 275"/>
                <a:gd name="T27" fmla="*/ 79 h 128"/>
                <a:gd name="T28" fmla="*/ 275 w 275"/>
                <a:gd name="T29" fmla="*/ 64 h 128"/>
                <a:gd name="T30" fmla="*/ 261 w 275"/>
                <a:gd name="T31" fmla="*/ 43 h 128"/>
                <a:gd name="T32" fmla="*/ 131 w 275"/>
                <a:gd name="T33" fmla="*/ 43 h 128"/>
                <a:gd name="T34" fmla="*/ 53 w 275"/>
                <a:gd name="T35" fmla="*/ 85 h 128"/>
                <a:gd name="T36" fmla="*/ 32 w 275"/>
                <a:gd name="T37" fmla="*/ 64 h 128"/>
                <a:gd name="T38" fmla="*/ 53 w 275"/>
                <a:gd name="T39" fmla="*/ 43 h 128"/>
                <a:gd name="T40" fmla="*/ 75 w 275"/>
                <a:gd name="T41" fmla="*/ 64 h 128"/>
                <a:gd name="T42" fmla="*/ 53 w 275"/>
                <a:gd name="T43" fmla="*/ 8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5" h="128">
                  <a:moveTo>
                    <a:pt x="131" y="43"/>
                  </a:moveTo>
                  <a:cubicBezTo>
                    <a:pt x="127" y="43"/>
                    <a:pt x="124" y="41"/>
                    <a:pt x="122" y="37"/>
                  </a:cubicBezTo>
                  <a:cubicBezTo>
                    <a:pt x="111" y="15"/>
                    <a:pt x="89" y="0"/>
                    <a:pt x="64" y="0"/>
                  </a:cubicBezTo>
                  <a:cubicBezTo>
                    <a:pt x="29" y="0"/>
                    <a:pt x="0" y="29"/>
                    <a:pt x="0" y="64"/>
                  </a:cubicBezTo>
                  <a:cubicBezTo>
                    <a:pt x="0" y="99"/>
                    <a:pt x="29" y="128"/>
                    <a:pt x="64" y="128"/>
                  </a:cubicBezTo>
                  <a:cubicBezTo>
                    <a:pt x="89" y="128"/>
                    <a:pt x="111" y="114"/>
                    <a:pt x="122" y="92"/>
                  </a:cubicBezTo>
                  <a:cubicBezTo>
                    <a:pt x="124" y="88"/>
                    <a:pt x="127" y="86"/>
                    <a:pt x="131" y="86"/>
                  </a:cubicBezTo>
                  <a:cubicBezTo>
                    <a:pt x="177" y="86"/>
                    <a:pt x="177" y="86"/>
                    <a:pt x="177" y="86"/>
                  </a:cubicBezTo>
                  <a:cubicBezTo>
                    <a:pt x="195" y="67"/>
                    <a:pt x="195" y="67"/>
                    <a:pt x="195" y="67"/>
                  </a:cubicBezTo>
                  <a:cubicBezTo>
                    <a:pt x="199" y="63"/>
                    <a:pt x="206" y="63"/>
                    <a:pt x="210" y="67"/>
                  </a:cubicBezTo>
                  <a:cubicBezTo>
                    <a:pt x="224" y="81"/>
                    <a:pt x="224" y="81"/>
                    <a:pt x="224" y="81"/>
                  </a:cubicBezTo>
                  <a:cubicBezTo>
                    <a:pt x="238" y="67"/>
                    <a:pt x="238" y="67"/>
                    <a:pt x="238" y="67"/>
                  </a:cubicBezTo>
                  <a:cubicBezTo>
                    <a:pt x="242" y="63"/>
                    <a:pt x="249" y="63"/>
                    <a:pt x="253" y="67"/>
                  </a:cubicBezTo>
                  <a:cubicBezTo>
                    <a:pt x="265" y="79"/>
                    <a:pt x="265" y="79"/>
                    <a:pt x="265" y="79"/>
                  </a:cubicBezTo>
                  <a:cubicBezTo>
                    <a:pt x="275" y="64"/>
                    <a:pt x="275" y="64"/>
                    <a:pt x="275" y="64"/>
                  </a:cubicBezTo>
                  <a:cubicBezTo>
                    <a:pt x="261" y="43"/>
                    <a:pt x="261" y="43"/>
                    <a:pt x="261" y="43"/>
                  </a:cubicBezTo>
                  <a:lnTo>
                    <a:pt x="131" y="43"/>
                  </a:lnTo>
                  <a:close/>
                  <a:moveTo>
                    <a:pt x="53" y="85"/>
                  </a:moveTo>
                  <a:cubicBezTo>
                    <a:pt x="42" y="85"/>
                    <a:pt x="32" y="76"/>
                    <a:pt x="32" y="64"/>
                  </a:cubicBezTo>
                  <a:cubicBezTo>
                    <a:pt x="32" y="52"/>
                    <a:pt x="42" y="43"/>
                    <a:pt x="53" y="43"/>
                  </a:cubicBezTo>
                  <a:cubicBezTo>
                    <a:pt x="65" y="43"/>
                    <a:pt x="75" y="52"/>
                    <a:pt x="75" y="64"/>
                  </a:cubicBezTo>
                  <a:cubicBezTo>
                    <a:pt x="75" y="76"/>
                    <a:pt x="65" y="85"/>
                    <a:pt x="53" y="8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29" name="Freeform 449"/>
            <p:cNvSpPr>
              <a:spLocks noEditPoints="1"/>
            </p:cNvSpPr>
            <p:nvPr/>
          </p:nvSpPr>
          <p:spPr bwMode="auto">
            <a:xfrm>
              <a:off x="5601" y="1820"/>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4 w 512"/>
                <a:gd name="T11" fmla="*/ 262 h 512"/>
                <a:gd name="T12" fmla="*/ 393 w 512"/>
                <a:gd name="T13" fmla="*/ 294 h 512"/>
                <a:gd name="T14" fmla="*/ 385 w 512"/>
                <a:gd name="T15" fmla="*/ 299 h 512"/>
                <a:gd name="T16" fmla="*/ 376 w 512"/>
                <a:gd name="T17" fmla="*/ 296 h 512"/>
                <a:gd name="T18" fmla="*/ 362 w 512"/>
                <a:gd name="T19" fmla="*/ 282 h 512"/>
                <a:gd name="T20" fmla="*/ 349 w 512"/>
                <a:gd name="T21" fmla="*/ 296 h 512"/>
                <a:gd name="T22" fmla="*/ 333 w 512"/>
                <a:gd name="T23" fmla="*/ 296 h 512"/>
                <a:gd name="T24" fmla="*/ 320 w 512"/>
                <a:gd name="T25" fmla="*/ 282 h 512"/>
                <a:gd name="T26" fmla="*/ 306 w 512"/>
                <a:gd name="T27" fmla="*/ 296 h 512"/>
                <a:gd name="T28" fmla="*/ 298 w 512"/>
                <a:gd name="T29" fmla="*/ 299 h 512"/>
                <a:gd name="T30" fmla="*/ 255 w 512"/>
                <a:gd name="T31" fmla="*/ 299 h 512"/>
                <a:gd name="T32" fmla="*/ 181 w 512"/>
                <a:gd name="T33" fmla="*/ 342 h 512"/>
                <a:gd name="T34" fmla="*/ 96 w 512"/>
                <a:gd name="T35" fmla="*/ 256 h 512"/>
                <a:gd name="T36" fmla="*/ 181 w 512"/>
                <a:gd name="T37" fmla="*/ 171 h 512"/>
                <a:gd name="T38" fmla="*/ 255 w 512"/>
                <a:gd name="T39" fmla="*/ 214 h 512"/>
                <a:gd name="T40" fmla="*/ 384 w 512"/>
                <a:gd name="T41" fmla="*/ 214 h 512"/>
                <a:gd name="T42" fmla="*/ 393 w 512"/>
                <a:gd name="T43" fmla="*/ 218 h 512"/>
                <a:gd name="T44" fmla="*/ 414 w 512"/>
                <a:gd name="T45" fmla="*/ 250 h 512"/>
                <a:gd name="T46" fmla="*/ 414 w 512"/>
                <a:gd name="T47" fmla="*/ 2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2" h="512">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moveTo>
                    <a:pt x="414" y="262"/>
                  </a:moveTo>
                  <a:cubicBezTo>
                    <a:pt x="393" y="294"/>
                    <a:pt x="393" y="294"/>
                    <a:pt x="393" y="294"/>
                  </a:cubicBezTo>
                  <a:cubicBezTo>
                    <a:pt x="391" y="297"/>
                    <a:pt x="388" y="298"/>
                    <a:pt x="385" y="299"/>
                  </a:cubicBezTo>
                  <a:cubicBezTo>
                    <a:pt x="381" y="299"/>
                    <a:pt x="378" y="298"/>
                    <a:pt x="376" y="296"/>
                  </a:cubicBezTo>
                  <a:cubicBezTo>
                    <a:pt x="362" y="282"/>
                    <a:pt x="362" y="282"/>
                    <a:pt x="362" y="282"/>
                  </a:cubicBezTo>
                  <a:cubicBezTo>
                    <a:pt x="349" y="296"/>
                    <a:pt x="349" y="296"/>
                    <a:pt x="349" y="296"/>
                  </a:cubicBezTo>
                  <a:cubicBezTo>
                    <a:pt x="344" y="300"/>
                    <a:pt x="338" y="300"/>
                    <a:pt x="333" y="296"/>
                  </a:cubicBezTo>
                  <a:cubicBezTo>
                    <a:pt x="320" y="282"/>
                    <a:pt x="320" y="282"/>
                    <a:pt x="320" y="282"/>
                  </a:cubicBezTo>
                  <a:cubicBezTo>
                    <a:pt x="306" y="296"/>
                    <a:pt x="306" y="296"/>
                    <a:pt x="306" y="296"/>
                  </a:cubicBezTo>
                  <a:cubicBezTo>
                    <a:pt x="304" y="298"/>
                    <a:pt x="301" y="299"/>
                    <a:pt x="298" y="299"/>
                  </a:cubicBezTo>
                  <a:cubicBezTo>
                    <a:pt x="255" y="299"/>
                    <a:pt x="255" y="299"/>
                    <a:pt x="255" y="299"/>
                  </a:cubicBezTo>
                  <a:cubicBezTo>
                    <a:pt x="240" y="325"/>
                    <a:pt x="211" y="342"/>
                    <a:pt x="181" y="342"/>
                  </a:cubicBezTo>
                  <a:cubicBezTo>
                    <a:pt x="134" y="342"/>
                    <a:pt x="96" y="303"/>
                    <a:pt x="96" y="256"/>
                  </a:cubicBezTo>
                  <a:cubicBezTo>
                    <a:pt x="96" y="209"/>
                    <a:pt x="134" y="171"/>
                    <a:pt x="181" y="171"/>
                  </a:cubicBezTo>
                  <a:cubicBezTo>
                    <a:pt x="211" y="171"/>
                    <a:pt x="240" y="187"/>
                    <a:pt x="255" y="214"/>
                  </a:cubicBezTo>
                  <a:cubicBezTo>
                    <a:pt x="384" y="214"/>
                    <a:pt x="384" y="214"/>
                    <a:pt x="384" y="214"/>
                  </a:cubicBezTo>
                  <a:cubicBezTo>
                    <a:pt x="387" y="214"/>
                    <a:pt x="391" y="215"/>
                    <a:pt x="393" y="218"/>
                  </a:cubicBezTo>
                  <a:cubicBezTo>
                    <a:pt x="414" y="250"/>
                    <a:pt x="414" y="250"/>
                    <a:pt x="414" y="250"/>
                  </a:cubicBezTo>
                  <a:cubicBezTo>
                    <a:pt x="416" y="254"/>
                    <a:pt x="416" y="258"/>
                    <a:pt x="414" y="26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sp>
        <p:nvSpPr>
          <p:cNvPr id="94" name="TextBox 93">
            <a:extLst>
              <a:ext uri="{FF2B5EF4-FFF2-40B4-BE49-F238E27FC236}">
                <a16:creationId xmlns:a16="http://schemas.microsoft.com/office/drawing/2014/main" id="{3FEADFF0-4A90-4AD0-9A09-0B044D3B3E5E}"/>
              </a:ext>
            </a:extLst>
          </p:cNvPr>
          <p:cNvSpPr txBox="1"/>
          <p:nvPr/>
        </p:nvSpPr>
        <p:spPr>
          <a:xfrm>
            <a:off x="3411967" y="1739898"/>
            <a:ext cx="561460" cy="659236"/>
          </a:xfrm>
          <a:prstGeom prst="rect">
            <a:avLst/>
          </a:prstGeom>
          <a:noFill/>
        </p:spPr>
        <p:txBody>
          <a:bodyPr wrap="square" lIns="29250" tIns="29250" rIns="29250" bIns="29250" rtlCol="0">
            <a:spAutoFit/>
          </a:bodyPr>
          <a:lstStyle/>
          <a:p>
            <a:pPr algn="ctr"/>
            <a:r>
              <a:rPr lang="en-US" sz="3900" b="1" dirty="0">
                <a:solidFill>
                  <a:schemeClr val="accent5"/>
                </a:solidFill>
              </a:rPr>
              <a:t>4</a:t>
            </a:r>
          </a:p>
        </p:txBody>
      </p:sp>
    </p:spTree>
    <p:extLst>
      <p:ext uri="{BB962C8B-B14F-4D97-AF65-F5344CB8AC3E}">
        <p14:creationId xmlns:p14="http://schemas.microsoft.com/office/powerpoint/2010/main" val="3102267625"/>
      </p:ext>
    </p:extLst>
  </p:cSld>
  <p:clrMapOvr>
    <a:masterClrMapping/>
  </p:clrMapOvr>
  <p:transition>
    <p:fade/>
  </p:transition>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Arrows with icons</a:t>
            </a:r>
            <a:endParaRPr lang="en-US" dirty="0"/>
          </a:p>
        </p:txBody>
      </p:sp>
      <p:sp>
        <p:nvSpPr>
          <p:cNvPr id="371719" name="Title 1"/>
          <p:cNvSpPr>
            <a:spLocks noGrp="1"/>
          </p:cNvSpPr>
          <p:nvPr>
            <p:ph type="title"/>
          </p:nvPr>
        </p:nvSpPr>
        <p:spPr/>
        <p:txBody>
          <a:bodyPr/>
          <a:lstStyle/>
          <a:p>
            <a:r>
              <a:rPr lang="en-US" altLang="ja-JP"/>
              <a:t>Bends</a:t>
            </a:r>
            <a:endParaRPr lang="en-US" dirty="0"/>
          </a:p>
        </p:txBody>
      </p:sp>
      <p:sp>
        <p:nvSpPr>
          <p:cNvPr id="39" name="Pentagon 38"/>
          <p:cNvSpPr/>
          <p:nvPr/>
        </p:nvSpPr>
        <p:spPr>
          <a:xfrm flipH="1">
            <a:off x="597628" y="2572885"/>
            <a:ext cx="1922727" cy="827649"/>
          </a:xfrm>
          <a:prstGeom prst="homePlate">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74295" bIns="74295" rtlCol="0" anchor="ctr"/>
          <a:lstStyle/>
          <a:p>
            <a:pPr algn="ctr"/>
            <a:endParaRPr lang="en-US" sz="800" err="1">
              <a:latin typeface="Aptos" panose="020B0004020202020204" pitchFamily="34" charset="0"/>
            </a:endParaRPr>
          </a:p>
        </p:txBody>
      </p:sp>
      <p:sp>
        <p:nvSpPr>
          <p:cNvPr id="40" name="Pentagon 39"/>
          <p:cNvSpPr/>
          <p:nvPr/>
        </p:nvSpPr>
        <p:spPr>
          <a:xfrm flipH="1">
            <a:off x="597628" y="3400534"/>
            <a:ext cx="1922727" cy="827649"/>
          </a:xfrm>
          <a:prstGeom prst="homePlate">
            <a:avLst/>
          </a:pr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74295" bIns="74295" rtlCol="0" anchor="ctr"/>
          <a:lstStyle/>
          <a:p>
            <a:pPr algn="ctr"/>
            <a:endParaRPr lang="en-US" sz="800" err="1">
              <a:latin typeface="Aptos" panose="020B0004020202020204" pitchFamily="34" charset="0"/>
            </a:endParaRPr>
          </a:p>
        </p:txBody>
      </p:sp>
      <p:sp>
        <p:nvSpPr>
          <p:cNvPr id="41" name="Pentagon 40"/>
          <p:cNvSpPr/>
          <p:nvPr/>
        </p:nvSpPr>
        <p:spPr>
          <a:xfrm flipH="1">
            <a:off x="597628" y="4228183"/>
            <a:ext cx="1922727" cy="827649"/>
          </a:xfrm>
          <a:prstGeom prst="homePlat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74295" bIns="74295" rtlCol="0" anchor="ctr"/>
          <a:lstStyle/>
          <a:p>
            <a:pPr algn="ctr"/>
            <a:endParaRPr lang="en-US" sz="800" err="1">
              <a:latin typeface="Aptos" panose="020B0004020202020204" pitchFamily="34" charset="0"/>
            </a:endParaRPr>
          </a:p>
        </p:txBody>
      </p:sp>
      <p:sp>
        <p:nvSpPr>
          <p:cNvPr id="42" name="Rectangle 8"/>
          <p:cNvSpPr/>
          <p:nvPr/>
        </p:nvSpPr>
        <p:spPr>
          <a:xfrm>
            <a:off x="2520355" y="3266388"/>
            <a:ext cx="536575" cy="1098516"/>
          </a:xfrm>
          <a:custGeom>
            <a:avLst/>
            <a:gdLst>
              <a:gd name="connsiteX0" fmla="*/ 0 w 1696507"/>
              <a:gd name="connsiteY0" fmla="*/ 0 h 1018645"/>
              <a:gd name="connsiteX1" fmla="*/ 1696507 w 1696507"/>
              <a:gd name="connsiteY1" fmla="*/ 0 h 1018645"/>
              <a:gd name="connsiteX2" fmla="*/ 1696507 w 1696507"/>
              <a:gd name="connsiteY2" fmla="*/ 1018645 h 1018645"/>
              <a:gd name="connsiteX3" fmla="*/ 0 w 1696507"/>
              <a:gd name="connsiteY3" fmla="*/ 1018645 h 1018645"/>
              <a:gd name="connsiteX4" fmla="*/ 0 w 1696507"/>
              <a:gd name="connsiteY4" fmla="*/ 0 h 1018645"/>
              <a:gd name="connsiteX0" fmla="*/ 0 w 1696507"/>
              <a:gd name="connsiteY0" fmla="*/ 165100 h 1183745"/>
              <a:gd name="connsiteX1" fmla="*/ 1696507 w 1696507"/>
              <a:gd name="connsiteY1" fmla="*/ 0 h 1183745"/>
              <a:gd name="connsiteX2" fmla="*/ 1696507 w 1696507"/>
              <a:gd name="connsiteY2" fmla="*/ 1183745 h 1183745"/>
              <a:gd name="connsiteX3" fmla="*/ 0 w 1696507"/>
              <a:gd name="connsiteY3" fmla="*/ 1183745 h 1183745"/>
              <a:gd name="connsiteX4" fmla="*/ 0 w 1696507"/>
              <a:gd name="connsiteY4" fmla="*/ 165100 h 1183745"/>
              <a:gd name="connsiteX0" fmla="*/ 0 w 1696507"/>
              <a:gd name="connsiteY0" fmla="*/ 165100 h 1352020"/>
              <a:gd name="connsiteX1" fmla="*/ 1696507 w 1696507"/>
              <a:gd name="connsiteY1" fmla="*/ 0 h 1352020"/>
              <a:gd name="connsiteX2" fmla="*/ 1696507 w 1696507"/>
              <a:gd name="connsiteY2" fmla="*/ 1352020 h 1352020"/>
              <a:gd name="connsiteX3" fmla="*/ 0 w 1696507"/>
              <a:gd name="connsiteY3" fmla="*/ 1183745 h 1352020"/>
              <a:gd name="connsiteX4" fmla="*/ 0 w 1696507"/>
              <a:gd name="connsiteY4" fmla="*/ 165100 h 1352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6507" h="1352020">
                <a:moveTo>
                  <a:pt x="0" y="165100"/>
                </a:moveTo>
                <a:lnTo>
                  <a:pt x="1696507" y="0"/>
                </a:lnTo>
                <a:lnTo>
                  <a:pt x="1696507" y="1352020"/>
                </a:lnTo>
                <a:lnTo>
                  <a:pt x="0" y="1183745"/>
                </a:lnTo>
                <a:lnTo>
                  <a:pt x="0" y="165100"/>
                </a:lnTo>
                <a:close/>
              </a:path>
            </a:pathLst>
          </a:custGeom>
          <a:solidFill>
            <a:schemeClr val="accent3">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74295" bIns="74295" rtlCol="0" anchor="ctr"/>
          <a:lstStyle/>
          <a:p>
            <a:pPr algn="ctr"/>
            <a:endParaRPr lang="en-US" sz="800" err="1">
              <a:latin typeface="Aptos" panose="020B0004020202020204" pitchFamily="34" charset="0"/>
            </a:endParaRPr>
          </a:p>
        </p:txBody>
      </p:sp>
      <p:sp>
        <p:nvSpPr>
          <p:cNvPr id="43" name="Rectangle 9"/>
          <p:cNvSpPr/>
          <p:nvPr/>
        </p:nvSpPr>
        <p:spPr>
          <a:xfrm>
            <a:off x="2520355" y="2173032"/>
            <a:ext cx="536575" cy="1227501"/>
          </a:xfrm>
          <a:custGeom>
            <a:avLst/>
            <a:gdLst>
              <a:gd name="connsiteX0" fmla="*/ 0 w 1696507"/>
              <a:gd name="connsiteY0" fmla="*/ 0 h 1018645"/>
              <a:gd name="connsiteX1" fmla="*/ 1696507 w 1696507"/>
              <a:gd name="connsiteY1" fmla="*/ 0 h 1018645"/>
              <a:gd name="connsiteX2" fmla="*/ 1696507 w 1696507"/>
              <a:gd name="connsiteY2" fmla="*/ 1018645 h 1018645"/>
              <a:gd name="connsiteX3" fmla="*/ 0 w 1696507"/>
              <a:gd name="connsiteY3" fmla="*/ 1018645 h 1018645"/>
              <a:gd name="connsiteX4" fmla="*/ 0 w 1696507"/>
              <a:gd name="connsiteY4" fmla="*/ 0 h 1018645"/>
              <a:gd name="connsiteX0" fmla="*/ 0 w 1696507"/>
              <a:gd name="connsiteY0" fmla="*/ 482600 h 1501245"/>
              <a:gd name="connsiteX1" fmla="*/ 1696507 w 1696507"/>
              <a:gd name="connsiteY1" fmla="*/ 0 h 1501245"/>
              <a:gd name="connsiteX2" fmla="*/ 1696507 w 1696507"/>
              <a:gd name="connsiteY2" fmla="*/ 1501245 h 1501245"/>
              <a:gd name="connsiteX3" fmla="*/ 0 w 1696507"/>
              <a:gd name="connsiteY3" fmla="*/ 1501245 h 1501245"/>
              <a:gd name="connsiteX4" fmla="*/ 0 w 1696507"/>
              <a:gd name="connsiteY4" fmla="*/ 482600 h 1501245"/>
              <a:gd name="connsiteX0" fmla="*/ 0 w 1696507"/>
              <a:gd name="connsiteY0" fmla="*/ 482600 h 1501245"/>
              <a:gd name="connsiteX1" fmla="*/ 1696507 w 1696507"/>
              <a:gd name="connsiteY1" fmla="*/ 0 h 1501245"/>
              <a:gd name="connsiteX2" fmla="*/ 1696507 w 1696507"/>
              <a:gd name="connsiteY2" fmla="*/ 1332970 h 1501245"/>
              <a:gd name="connsiteX3" fmla="*/ 0 w 1696507"/>
              <a:gd name="connsiteY3" fmla="*/ 1501245 h 1501245"/>
              <a:gd name="connsiteX4" fmla="*/ 0 w 1696507"/>
              <a:gd name="connsiteY4" fmla="*/ 482600 h 1501245"/>
              <a:gd name="connsiteX0" fmla="*/ 0 w 1696507"/>
              <a:gd name="connsiteY0" fmla="*/ 482600 h 1501245"/>
              <a:gd name="connsiteX1" fmla="*/ 1696507 w 1696507"/>
              <a:gd name="connsiteY1" fmla="*/ 0 h 1501245"/>
              <a:gd name="connsiteX2" fmla="*/ 1696507 w 1696507"/>
              <a:gd name="connsiteY2" fmla="*/ 1332970 h 1501245"/>
              <a:gd name="connsiteX3" fmla="*/ 0 w 1696507"/>
              <a:gd name="connsiteY3" fmla="*/ 1501245 h 1501245"/>
              <a:gd name="connsiteX4" fmla="*/ 0 w 1696507"/>
              <a:gd name="connsiteY4" fmla="*/ 482600 h 1501245"/>
              <a:gd name="connsiteX0" fmla="*/ 0 w 1696507"/>
              <a:gd name="connsiteY0" fmla="*/ 492125 h 1510770"/>
              <a:gd name="connsiteX1" fmla="*/ 1693332 w 1696507"/>
              <a:gd name="connsiteY1" fmla="*/ 0 h 1510770"/>
              <a:gd name="connsiteX2" fmla="*/ 1696507 w 1696507"/>
              <a:gd name="connsiteY2" fmla="*/ 1342495 h 1510770"/>
              <a:gd name="connsiteX3" fmla="*/ 0 w 1696507"/>
              <a:gd name="connsiteY3" fmla="*/ 1510770 h 1510770"/>
              <a:gd name="connsiteX4" fmla="*/ 0 w 1696507"/>
              <a:gd name="connsiteY4" fmla="*/ 492125 h 1510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6507" h="1510770">
                <a:moveTo>
                  <a:pt x="0" y="492125"/>
                </a:moveTo>
                <a:lnTo>
                  <a:pt x="1693332" y="0"/>
                </a:lnTo>
                <a:cubicBezTo>
                  <a:pt x="1694390" y="447498"/>
                  <a:pt x="1695449" y="894997"/>
                  <a:pt x="1696507" y="1342495"/>
                </a:cubicBezTo>
                <a:lnTo>
                  <a:pt x="0" y="1510770"/>
                </a:lnTo>
                <a:lnTo>
                  <a:pt x="0" y="492125"/>
                </a:lnTo>
                <a:close/>
              </a:path>
            </a:pathLst>
          </a:custGeom>
          <a:solidFill>
            <a:schemeClr val="accent6">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74295" bIns="74295" rtlCol="0" anchor="ctr"/>
          <a:lstStyle/>
          <a:p>
            <a:pPr algn="ctr"/>
            <a:endParaRPr lang="en-US" sz="800" err="1">
              <a:latin typeface="Aptos" panose="020B0004020202020204" pitchFamily="34" charset="0"/>
            </a:endParaRPr>
          </a:p>
        </p:txBody>
      </p:sp>
      <p:sp>
        <p:nvSpPr>
          <p:cNvPr id="44" name="Rectangle 10"/>
          <p:cNvSpPr/>
          <p:nvPr/>
        </p:nvSpPr>
        <p:spPr>
          <a:xfrm>
            <a:off x="2520355" y="4228181"/>
            <a:ext cx="536575" cy="1219762"/>
          </a:xfrm>
          <a:custGeom>
            <a:avLst/>
            <a:gdLst>
              <a:gd name="connsiteX0" fmla="*/ 0 w 1696507"/>
              <a:gd name="connsiteY0" fmla="*/ 0 h 1018645"/>
              <a:gd name="connsiteX1" fmla="*/ 1696507 w 1696507"/>
              <a:gd name="connsiteY1" fmla="*/ 0 h 1018645"/>
              <a:gd name="connsiteX2" fmla="*/ 1696507 w 1696507"/>
              <a:gd name="connsiteY2" fmla="*/ 1018645 h 1018645"/>
              <a:gd name="connsiteX3" fmla="*/ 0 w 1696507"/>
              <a:gd name="connsiteY3" fmla="*/ 1018645 h 1018645"/>
              <a:gd name="connsiteX4" fmla="*/ 0 w 1696507"/>
              <a:gd name="connsiteY4" fmla="*/ 0 h 1018645"/>
              <a:gd name="connsiteX0" fmla="*/ 0 w 1696507"/>
              <a:gd name="connsiteY0" fmla="*/ 0 h 1018645"/>
              <a:gd name="connsiteX1" fmla="*/ 1696507 w 1696507"/>
              <a:gd name="connsiteY1" fmla="*/ 168275 h 1018645"/>
              <a:gd name="connsiteX2" fmla="*/ 1696507 w 1696507"/>
              <a:gd name="connsiteY2" fmla="*/ 1018645 h 1018645"/>
              <a:gd name="connsiteX3" fmla="*/ 0 w 1696507"/>
              <a:gd name="connsiteY3" fmla="*/ 1018645 h 1018645"/>
              <a:gd name="connsiteX4" fmla="*/ 0 w 1696507"/>
              <a:gd name="connsiteY4" fmla="*/ 0 h 1018645"/>
              <a:gd name="connsiteX0" fmla="*/ 0 w 1696507"/>
              <a:gd name="connsiteY0" fmla="*/ 0 h 1501245"/>
              <a:gd name="connsiteX1" fmla="*/ 1696507 w 1696507"/>
              <a:gd name="connsiteY1" fmla="*/ 168275 h 1501245"/>
              <a:gd name="connsiteX2" fmla="*/ 1696507 w 1696507"/>
              <a:gd name="connsiteY2" fmla="*/ 1501245 h 1501245"/>
              <a:gd name="connsiteX3" fmla="*/ 0 w 1696507"/>
              <a:gd name="connsiteY3" fmla="*/ 1018645 h 1501245"/>
              <a:gd name="connsiteX4" fmla="*/ 0 w 1696507"/>
              <a:gd name="connsiteY4" fmla="*/ 0 h 1501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6507" h="1501245">
                <a:moveTo>
                  <a:pt x="0" y="0"/>
                </a:moveTo>
                <a:lnTo>
                  <a:pt x="1696507" y="168275"/>
                </a:lnTo>
                <a:lnTo>
                  <a:pt x="1696507" y="1501245"/>
                </a:lnTo>
                <a:lnTo>
                  <a:pt x="0" y="1018645"/>
                </a:lnTo>
                <a:lnTo>
                  <a:pt x="0" y="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74295" bIns="74295" rtlCol="0" anchor="ctr"/>
          <a:lstStyle/>
          <a:p>
            <a:pPr algn="ctr"/>
            <a:endParaRPr lang="en-US" sz="800" err="1">
              <a:latin typeface="Aptos" panose="020B0004020202020204" pitchFamily="34" charset="0"/>
            </a:endParaRPr>
          </a:p>
        </p:txBody>
      </p:sp>
      <p:sp>
        <p:nvSpPr>
          <p:cNvPr id="45" name="Rectangle 44"/>
          <p:cNvSpPr/>
          <p:nvPr/>
        </p:nvSpPr>
        <p:spPr>
          <a:xfrm>
            <a:off x="1234647" y="2703127"/>
            <a:ext cx="1245710" cy="625492"/>
          </a:xfrm>
          <a:prstGeom prst="rect">
            <a:avLst/>
          </a:prstGeom>
          <a:ln>
            <a:noFill/>
          </a:ln>
        </p:spPr>
        <p:txBody>
          <a:bodyPr wrap="square" lIns="0" tIns="0" rIns="0" bIns="0">
            <a:spAutoFit/>
          </a:bodyPr>
          <a:lstStyle/>
          <a:p>
            <a:pPr>
              <a:spcAft>
                <a:spcPts val="488"/>
              </a:spcAft>
            </a:pP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The is just text to show where you could insert text.</a:t>
            </a:r>
          </a:p>
        </p:txBody>
      </p:sp>
      <p:sp>
        <p:nvSpPr>
          <p:cNvPr id="46" name="Rectangle 45"/>
          <p:cNvSpPr/>
          <p:nvPr/>
        </p:nvSpPr>
        <p:spPr>
          <a:xfrm>
            <a:off x="1234650" y="3498935"/>
            <a:ext cx="1213869" cy="625492"/>
          </a:xfrm>
          <a:prstGeom prst="rect">
            <a:avLst/>
          </a:prstGeom>
          <a:ln>
            <a:noFill/>
          </a:ln>
        </p:spPr>
        <p:txBody>
          <a:bodyPr wrap="square" lIns="0" tIns="0" rIns="0" bIns="0">
            <a:spAutoFit/>
          </a:bodyPr>
          <a:lstStyle/>
          <a:p>
            <a:pPr>
              <a:spcAft>
                <a:spcPts val="488"/>
              </a:spcAft>
            </a:pP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 The is just text to show where you could insert text. </a:t>
            </a:r>
          </a:p>
        </p:txBody>
      </p:sp>
      <p:sp>
        <p:nvSpPr>
          <p:cNvPr id="47" name="Rectangle 46"/>
          <p:cNvSpPr/>
          <p:nvPr/>
        </p:nvSpPr>
        <p:spPr>
          <a:xfrm>
            <a:off x="1234650" y="4326584"/>
            <a:ext cx="1182029" cy="625492"/>
          </a:xfrm>
          <a:prstGeom prst="rect">
            <a:avLst/>
          </a:prstGeom>
          <a:ln>
            <a:noFill/>
          </a:ln>
        </p:spPr>
        <p:txBody>
          <a:bodyPr wrap="square" lIns="0" tIns="0" rIns="0" bIns="0">
            <a:spAutoFit/>
          </a:bodyPr>
          <a:lstStyle/>
          <a:p>
            <a:pPr>
              <a:spcAft>
                <a:spcPts val="488"/>
              </a:spcAft>
            </a:pP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The is just text to show where you could insert text. </a:t>
            </a:r>
          </a:p>
        </p:txBody>
      </p:sp>
      <p:sp>
        <p:nvSpPr>
          <p:cNvPr id="48" name="Round Same Side Corner Rectangle 47"/>
          <p:cNvSpPr/>
          <p:nvPr/>
        </p:nvSpPr>
        <p:spPr>
          <a:xfrm rot="5400000">
            <a:off x="5575907" y="-345301"/>
            <a:ext cx="1093787" cy="6131740"/>
          </a:xfrm>
          <a:prstGeom prst="round2Same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74295" bIns="74295" rtlCol="0" anchor="ctr"/>
          <a:lstStyle/>
          <a:p>
            <a:pPr algn="ctr"/>
            <a:endParaRPr lang="en-US" sz="800" err="1">
              <a:latin typeface="Aptos" panose="020B0004020202020204" pitchFamily="34" charset="0"/>
            </a:endParaRPr>
          </a:p>
        </p:txBody>
      </p:sp>
      <p:sp>
        <p:nvSpPr>
          <p:cNvPr id="49" name="Round Same Side Corner Rectangle 48"/>
          <p:cNvSpPr/>
          <p:nvPr/>
        </p:nvSpPr>
        <p:spPr>
          <a:xfrm rot="5400000">
            <a:off x="5575910" y="748489"/>
            <a:ext cx="1093787" cy="6131740"/>
          </a:xfrm>
          <a:prstGeom prst="round2SameRect">
            <a:avLst/>
          </a:pr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74295" bIns="74295" rtlCol="0" anchor="ctr"/>
          <a:lstStyle/>
          <a:p>
            <a:pPr algn="ctr"/>
            <a:endParaRPr lang="en-US" sz="800" err="1">
              <a:latin typeface="Aptos" panose="020B0004020202020204" pitchFamily="34" charset="0"/>
            </a:endParaRPr>
          </a:p>
        </p:txBody>
      </p:sp>
      <p:sp>
        <p:nvSpPr>
          <p:cNvPr id="50" name="Round Same Side Corner Rectangle 49"/>
          <p:cNvSpPr/>
          <p:nvPr/>
        </p:nvSpPr>
        <p:spPr>
          <a:xfrm rot="5400000">
            <a:off x="5575908" y="1842275"/>
            <a:ext cx="1093787" cy="6131738"/>
          </a:xfrm>
          <a:prstGeom prst="round2SameRect">
            <a:avLst/>
          </a:prstGeom>
          <a:solidFill>
            <a:schemeClr val="accent1">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74295" bIns="74295" rtlCol="0" anchor="ctr"/>
          <a:lstStyle/>
          <a:p>
            <a:pPr algn="ctr"/>
            <a:endParaRPr lang="en-US" sz="800" err="1">
              <a:latin typeface="Aptos" panose="020B0004020202020204" pitchFamily="34" charset="0"/>
            </a:endParaRPr>
          </a:p>
        </p:txBody>
      </p:sp>
      <p:sp>
        <p:nvSpPr>
          <p:cNvPr id="51" name="Rectangle 50"/>
          <p:cNvSpPr/>
          <p:nvPr/>
        </p:nvSpPr>
        <p:spPr>
          <a:xfrm>
            <a:off x="3172369" y="2344302"/>
            <a:ext cx="5498984" cy="500393"/>
          </a:xfrm>
          <a:prstGeom prst="rect">
            <a:avLst/>
          </a:prstGeom>
          <a:ln>
            <a:noFill/>
          </a:ln>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dolor </a:t>
            </a:r>
          </a:p>
          <a:p>
            <a:pPr>
              <a:spcAft>
                <a:spcPts val="488"/>
              </a:spcAft>
            </a:pPr>
            <a:r>
              <a:rPr lang="en-US" sz="800" dirty="0">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a:t>
            </a:r>
          </a:p>
        </p:txBody>
      </p:sp>
      <p:sp>
        <p:nvSpPr>
          <p:cNvPr id="52" name="Rectangle 51"/>
          <p:cNvSpPr/>
          <p:nvPr/>
        </p:nvSpPr>
        <p:spPr>
          <a:xfrm>
            <a:off x="3172369" y="3448703"/>
            <a:ext cx="5498984" cy="500393"/>
          </a:xfrm>
          <a:prstGeom prst="rect">
            <a:avLst/>
          </a:prstGeom>
          <a:ln>
            <a:noFill/>
          </a:ln>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pPr>
              <a:spcAft>
                <a:spcPts val="488"/>
              </a:spcAft>
            </a:pPr>
            <a:r>
              <a:rPr lang="en-US" sz="800" dirty="0">
                <a:solidFill>
                  <a:schemeClr val="bg1"/>
                </a:solidFill>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 </a:t>
            </a:r>
          </a:p>
        </p:txBody>
      </p:sp>
      <p:sp>
        <p:nvSpPr>
          <p:cNvPr id="53" name="Rectangle 52"/>
          <p:cNvSpPr/>
          <p:nvPr/>
        </p:nvSpPr>
        <p:spPr>
          <a:xfrm>
            <a:off x="3172369" y="4542491"/>
            <a:ext cx="5498984" cy="500393"/>
          </a:xfrm>
          <a:prstGeom prst="rect">
            <a:avLst/>
          </a:prstGeom>
          <a:ln>
            <a:noFill/>
          </a:ln>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dolor </a:t>
            </a:r>
          </a:p>
          <a:p>
            <a:pPr>
              <a:spcAft>
                <a:spcPts val="488"/>
              </a:spcAft>
            </a:pPr>
            <a:r>
              <a:rPr lang="en-US" sz="800" dirty="0">
                <a:latin typeface="Aptos" panose="020B0004020202020204" pitchFamily="34" charset="0"/>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 </a:t>
            </a:r>
          </a:p>
        </p:txBody>
      </p:sp>
      <p:sp>
        <p:nvSpPr>
          <p:cNvPr id="57" name="Freeform 26"/>
          <p:cNvSpPr>
            <a:spLocks noEditPoints="1"/>
          </p:cNvSpPr>
          <p:nvPr/>
        </p:nvSpPr>
        <p:spPr bwMode="auto">
          <a:xfrm>
            <a:off x="844841" y="2827899"/>
            <a:ext cx="299244" cy="301823"/>
          </a:xfrm>
          <a:custGeom>
            <a:avLst/>
            <a:gdLst>
              <a:gd name="T0" fmla="*/ 94 w 137"/>
              <a:gd name="T1" fmla="*/ 95 h 138"/>
              <a:gd name="T2" fmla="*/ 98 w 137"/>
              <a:gd name="T3" fmla="*/ 83 h 138"/>
              <a:gd name="T4" fmla="*/ 101 w 137"/>
              <a:gd name="T5" fmla="*/ 95 h 138"/>
              <a:gd name="T6" fmla="*/ 106 w 137"/>
              <a:gd name="T7" fmla="*/ 43 h 138"/>
              <a:gd name="T8" fmla="*/ 88 w 137"/>
              <a:gd name="T9" fmla="*/ 95 h 138"/>
              <a:gd name="T10" fmla="*/ 100 w 137"/>
              <a:gd name="T11" fmla="*/ 52 h 138"/>
              <a:gd name="T12" fmla="*/ 94 w 137"/>
              <a:gd name="T13" fmla="*/ 52 h 138"/>
              <a:gd name="T14" fmla="*/ 97 w 137"/>
              <a:gd name="T15" fmla="*/ 60 h 138"/>
              <a:gd name="T16" fmla="*/ 97 w 137"/>
              <a:gd name="T17" fmla="*/ 66 h 138"/>
              <a:gd name="T18" fmla="*/ 97 w 137"/>
              <a:gd name="T19" fmla="*/ 60 h 138"/>
              <a:gd name="T20" fmla="*/ 100 w 137"/>
              <a:gd name="T21" fmla="*/ 75 h 138"/>
              <a:gd name="T22" fmla="*/ 94 w 137"/>
              <a:gd name="T23" fmla="*/ 75 h 138"/>
              <a:gd name="T24" fmla="*/ 68 w 137"/>
              <a:gd name="T25" fmla="*/ 0 h 138"/>
              <a:gd name="T26" fmla="*/ 68 w 137"/>
              <a:gd name="T27" fmla="*/ 138 h 138"/>
              <a:gd name="T28" fmla="*/ 68 w 137"/>
              <a:gd name="T29" fmla="*/ 0 h 138"/>
              <a:gd name="T30" fmla="*/ 108 w 137"/>
              <a:gd name="T31" fmla="*/ 102 h 138"/>
              <a:gd name="T32" fmla="*/ 25 w 137"/>
              <a:gd name="T33" fmla="*/ 98 h 138"/>
              <a:gd name="T34" fmla="*/ 28 w 137"/>
              <a:gd name="T35" fmla="*/ 36 h 138"/>
              <a:gd name="T36" fmla="*/ 49 w 137"/>
              <a:gd name="T37" fmla="*/ 29 h 138"/>
              <a:gd name="T38" fmla="*/ 86 w 137"/>
              <a:gd name="T39" fmla="*/ 26 h 138"/>
              <a:gd name="T40" fmla="*/ 88 w 137"/>
              <a:gd name="T41" fmla="*/ 36 h 138"/>
              <a:gd name="T42" fmla="*/ 112 w 137"/>
              <a:gd name="T43" fmla="*/ 40 h 138"/>
              <a:gd name="T44" fmla="*/ 54 w 137"/>
              <a:gd name="T45" fmla="*/ 95 h 138"/>
              <a:gd name="T46" fmla="*/ 60 w 137"/>
              <a:gd name="T47" fmla="*/ 86 h 138"/>
              <a:gd name="T48" fmla="*/ 65 w 137"/>
              <a:gd name="T49" fmla="*/ 86 h 138"/>
              <a:gd name="T50" fmla="*/ 82 w 137"/>
              <a:gd name="T51" fmla="*/ 95 h 138"/>
              <a:gd name="T52" fmla="*/ 54 w 137"/>
              <a:gd name="T53" fmla="*/ 31 h 138"/>
              <a:gd name="T54" fmla="*/ 74 w 137"/>
              <a:gd name="T55" fmla="*/ 38 h 138"/>
              <a:gd name="T56" fmla="*/ 74 w 137"/>
              <a:gd name="T57" fmla="*/ 43 h 138"/>
              <a:gd name="T58" fmla="*/ 74 w 137"/>
              <a:gd name="T59" fmla="*/ 38 h 138"/>
              <a:gd name="T60" fmla="*/ 77 w 137"/>
              <a:gd name="T61" fmla="*/ 52 h 138"/>
              <a:gd name="T62" fmla="*/ 71 w 137"/>
              <a:gd name="T63" fmla="*/ 52 h 138"/>
              <a:gd name="T64" fmla="*/ 74 w 137"/>
              <a:gd name="T65" fmla="*/ 60 h 138"/>
              <a:gd name="T66" fmla="*/ 74 w 137"/>
              <a:gd name="T67" fmla="*/ 66 h 138"/>
              <a:gd name="T68" fmla="*/ 74 w 137"/>
              <a:gd name="T69" fmla="*/ 60 h 138"/>
              <a:gd name="T70" fmla="*/ 77 w 137"/>
              <a:gd name="T71" fmla="*/ 75 h 138"/>
              <a:gd name="T72" fmla="*/ 71 w 137"/>
              <a:gd name="T73" fmla="*/ 75 h 138"/>
              <a:gd name="T74" fmla="*/ 63 w 137"/>
              <a:gd name="T75" fmla="*/ 38 h 138"/>
              <a:gd name="T76" fmla="*/ 63 w 137"/>
              <a:gd name="T77" fmla="*/ 43 h 138"/>
              <a:gd name="T78" fmla="*/ 63 w 137"/>
              <a:gd name="T79" fmla="*/ 38 h 138"/>
              <a:gd name="T80" fmla="*/ 65 w 137"/>
              <a:gd name="T81" fmla="*/ 52 h 138"/>
              <a:gd name="T82" fmla="*/ 60 w 137"/>
              <a:gd name="T83" fmla="*/ 52 h 138"/>
              <a:gd name="T84" fmla="*/ 63 w 137"/>
              <a:gd name="T85" fmla="*/ 60 h 138"/>
              <a:gd name="T86" fmla="*/ 63 w 137"/>
              <a:gd name="T87" fmla="*/ 66 h 138"/>
              <a:gd name="T88" fmla="*/ 63 w 137"/>
              <a:gd name="T89" fmla="*/ 60 h 138"/>
              <a:gd name="T90" fmla="*/ 65 w 137"/>
              <a:gd name="T91" fmla="*/ 75 h 138"/>
              <a:gd name="T92" fmla="*/ 60 w 137"/>
              <a:gd name="T93" fmla="*/ 75 h 138"/>
              <a:gd name="T94" fmla="*/ 30 w 137"/>
              <a:gd name="T95" fmla="*/ 95 h 138"/>
              <a:gd name="T96" fmla="*/ 36 w 137"/>
              <a:gd name="T97" fmla="*/ 86 h 138"/>
              <a:gd name="T98" fmla="*/ 42 w 137"/>
              <a:gd name="T99" fmla="*/ 86 h 138"/>
              <a:gd name="T100" fmla="*/ 49 w 137"/>
              <a:gd name="T101" fmla="*/ 95 h 138"/>
              <a:gd name="T102" fmla="*/ 30 w 137"/>
              <a:gd name="T103" fmla="*/ 43 h 138"/>
              <a:gd name="T104" fmla="*/ 40 w 137"/>
              <a:gd name="T105" fmla="*/ 49 h 138"/>
              <a:gd name="T106" fmla="*/ 40 w 137"/>
              <a:gd name="T107" fmla="*/ 55 h 138"/>
              <a:gd name="T108" fmla="*/ 40 w 137"/>
              <a:gd name="T109" fmla="*/ 49 h 138"/>
              <a:gd name="T110" fmla="*/ 43 w 137"/>
              <a:gd name="T111" fmla="*/ 63 h 138"/>
              <a:gd name="T112" fmla="*/ 37 w 137"/>
              <a:gd name="T113" fmla="*/ 63 h 138"/>
              <a:gd name="T114" fmla="*/ 40 w 137"/>
              <a:gd name="T115" fmla="*/ 72 h 138"/>
              <a:gd name="T116" fmla="*/ 40 w 137"/>
              <a:gd name="T117" fmla="*/ 78 h 138"/>
              <a:gd name="T118" fmla="*/ 40 w 137"/>
              <a:gd name="T119" fmla="*/ 7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38">
                <a:moveTo>
                  <a:pt x="88" y="95"/>
                </a:moveTo>
                <a:cubicBezTo>
                  <a:pt x="94" y="95"/>
                  <a:pt x="94" y="95"/>
                  <a:pt x="94" y="95"/>
                </a:cubicBezTo>
                <a:cubicBezTo>
                  <a:pt x="94" y="86"/>
                  <a:pt x="94" y="86"/>
                  <a:pt x="94" y="86"/>
                </a:cubicBezTo>
                <a:cubicBezTo>
                  <a:pt x="94" y="85"/>
                  <a:pt x="96" y="83"/>
                  <a:pt x="98" y="83"/>
                </a:cubicBezTo>
                <a:cubicBezTo>
                  <a:pt x="99" y="83"/>
                  <a:pt x="101" y="85"/>
                  <a:pt x="101" y="86"/>
                </a:cubicBezTo>
                <a:cubicBezTo>
                  <a:pt x="101" y="95"/>
                  <a:pt x="101" y="95"/>
                  <a:pt x="101" y="95"/>
                </a:cubicBezTo>
                <a:cubicBezTo>
                  <a:pt x="106" y="95"/>
                  <a:pt x="106" y="95"/>
                  <a:pt x="106" y="95"/>
                </a:cubicBezTo>
                <a:cubicBezTo>
                  <a:pt x="106" y="43"/>
                  <a:pt x="106" y="43"/>
                  <a:pt x="106" y="43"/>
                </a:cubicBezTo>
                <a:cubicBezTo>
                  <a:pt x="88" y="43"/>
                  <a:pt x="88" y="43"/>
                  <a:pt x="88" y="43"/>
                </a:cubicBezTo>
                <a:lnTo>
                  <a:pt x="88" y="95"/>
                </a:lnTo>
                <a:close/>
                <a:moveTo>
                  <a:pt x="97" y="49"/>
                </a:moveTo>
                <a:cubicBezTo>
                  <a:pt x="99" y="49"/>
                  <a:pt x="100" y="50"/>
                  <a:pt x="100" y="52"/>
                </a:cubicBezTo>
                <a:cubicBezTo>
                  <a:pt x="100" y="53"/>
                  <a:pt x="99" y="55"/>
                  <a:pt x="97" y="55"/>
                </a:cubicBezTo>
                <a:cubicBezTo>
                  <a:pt x="95" y="55"/>
                  <a:pt x="94" y="53"/>
                  <a:pt x="94" y="52"/>
                </a:cubicBezTo>
                <a:cubicBezTo>
                  <a:pt x="94" y="50"/>
                  <a:pt x="95" y="49"/>
                  <a:pt x="97" y="49"/>
                </a:cubicBezTo>
                <a:close/>
                <a:moveTo>
                  <a:pt x="97" y="60"/>
                </a:moveTo>
                <a:cubicBezTo>
                  <a:pt x="99" y="60"/>
                  <a:pt x="100" y="62"/>
                  <a:pt x="100" y="63"/>
                </a:cubicBezTo>
                <a:cubicBezTo>
                  <a:pt x="100" y="65"/>
                  <a:pt x="99" y="66"/>
                  <a:pt x="97" y="66"/>
                </a:cubicBezTo>
                <a:cubicBezTo>
                  <a:pt x="95" y="66"/>
                  <a:pt x="94" y="65"/>
                  <a:pt x="94" y="63"/>
                </a:cubicBezTo>
                <a:cubicBezTo>
                  <a:pt x="94" y="62"/>
                  <a:pt x="95" y="60"/>
                  <a:pt x="97" y="60"/>
                </a:cubicBezTo>
                <a:close/>
                <a:moveTo>
                  <a:pt x="97" y="72"/>
                </a:moveTo>
                <a:cubicBezTo>
                  <a:pt x="99" y="72"/>
                  <a:pt x="100" y="73"/>
                  <a:pt x="100" y="75"/>
                </a:cubicBezTo>
                <a:cubicBezTo>
                  <a:pt x="100" y="76"/>
                  <a:pt x="99" y="78"/>
                  <a:pt x="97" y="78"/>
                </a:cubicBezTo>
                <a:cubicBezTo>
                  <a:pt x="95" y="78"/>
                  <a:pt x="94" y="76"/>
                  <a:pt x="94" y="75"/>
                </a:cubicBezTo>
                <a:cubicBezTo>
                  <a:pt x="94" y="73"/>
                  <a:pt x="95" y="72"/>
                  <a:pt x="97" y="72"/>
                </a:cubicBezTo>
                <a:close/>
                <a:moveTo>
                  <a:pt x="68" y="0"/>
                </a:moveTo>
                <a:cubicBezTo>
                  <a:pt x="30" y="0"/>
                  <a:pt x="0" y="31"/>
                  <a:pt x="0" y="69"/>
                </a:cubicBezTo>
                <a:cubicBezTo>
                  <a:pt x="0" y="107"/>
                  <a:pt x="30" y="138"/>
                  <a:pt x="68" y="138"/>
                </a:cubicBezTo>
                <a:cubicBezTo>
                  <a:pt x="106" y="138"/>
                  <a:pt x="137" y="107"/>
                  <a:pt x="137" y="69"/>
                </a:cubicBezTo>
                <a:cubicBezTo>
                  <a:pt x="137" y="31"/>
                  <a:pt x="106" y="0"/>
                  <a:pt x="68" y="0"/>
                </a:cubicBezTo>
                <a:close/>
                <a:moveTo>
                  <a:pt x="112" y="98"/>
                </a:moveTo>
                <a:cubicBezTo>
                  <a:pt x="112" y="99"/>
                  <a:pt x="110" y="102"/>
                  <a:pt x="108" y="102"/>
                </a:cubicBezTo>
                <a:cubicBezTo>
                  <a:pt x="28" y="102"/>
                  <a:pt x="28" y="102"/>
                  <a:pt x="28" y="102"/>
                </a:cubicBezTo>
                <a:cubicBezTo>
                  <a:pt x="27" y="102"/>
                  <a:pt x="25" y="99"/>
                  <a:pt x="25" y="98"/>
                </a:cubicBezTo>
                <a:cubicBezTo>
                  <a:pt x="25" y="40"/>
                  <a:pt x="25" y="40"/>
                  <a:pt x="25" y="40"/>
                </a:cubicBezTo>
                <a:cubicBezTo>
                  <a:pt x="25" y="39"/>
                  <a:pt x="27" y="36"/>
                  <a:pt x="28" y="36"/>
                </a:cubicBezTo>
                <a:cubicBezTo>
                  <a:pt x="49" y="36"/>
                  <a:pt x="49" y="36"/>
                  <a:pt x="49" y="36"/>
                </a:cubicBezTo>
                <a:cubicBezTo>
                  <a:pt x="49" y="29"/>
                  <a:pt x="49" y="29"/>
                  <a:pt x="49" y="29"/>
                </a:cubicBezTo>
                <a:cubicBezTo>
                  <a:pt x="49" y="27"/>
                  <a:pt x="50" y="26"/>
                  <a:pt x="51" y="26"/>
                </a:cubicBezTo>
                <a:cubicBezTo>
                  <a:pt x="86" y="26"/>
                  <a:pt x="86" y="26"/>
                  <a:pt x="86" y="26"/>
                </a:cubicBezTo>
                <a:cubicBezTo>
                  <a:pt x="87" y="26"/>
                  <a:pt x="88" y="27"/>
                  <a:pt x="88" y="29"/>
                </a:cubicBezTo>
                <a:cubicBezTo>
                  <a:pt x="88" y="36"/>
                  <a:pt x="88" y="36"/>
                  <a:pt x="88" y="36"/>
                </a:cubicBezTo>
                <a:cubicBezTo>
                  <a:pt x="108" y="36"/>
                  <a:pt x="108" y="36"/>
                  <a:pt x="108" y="36"/>
                </a:cubicBezTo>
                <a:cubicBezTo>
                  <a:pt x="110" y="36"/>
                  <a:pt x="112" y="39"/>
                  <a:pt x="112" y="40"/>
                </a:cubicBezTo>
                <a:lnTo>
                  <a:pt x="112" y="98"/>
                </a:lnTo>
                <a:close/>
                <a:moveTo>
                  <a:pt x="54" y="95"/>
                </a:moveTo>
                <a:cubicBezTo>
                  <a:pt x="60" y="95"/>
                  <a:pt x="60" y="95"/>
                  <a:pt x="60" y="95"/>
                </a:cubicBezTo>
                <a:cubicBezTo>
                  <a:pt x="60" y="86"/>
                  <a:pt x="60" y="86"/>
                  <a:pt x="60" y="86"/>
                </a:cubicBezTo>
                <a:cubicBezTo>
                  <a:pt x="60" y="85"/>
                  <a:pt x="61" y="83"/>
                  <a:pt x="62" y="83"/>
                </a:cubicBezTo>
                <a:cubicBezTo>
                  <a:pt x="64" y="83"/>
                  <a:pt x="65" y="85"/>
                  <a:pt x="65" y="86"/>
                </a:cubicBezTo>
                <a:cubicBezTo>
                  <a:pt x="65" y="95"/>
                  <a:pt x="65" y="95"/>
                  <a:pt x="65" y="95"/>
                </a:cubicBezTo>
                <a:cubicBezTo>
                  <a:pt x="82" y="95"/>
                  <a:pt x="82" y="95"/>
                  <a:pt x="82" y="95"/>
                </a:cubicBezTo>
                <a:cubicBezTo>
                  <a:pt x="82" y="31"/>
                  <a:pt x="82" y="31"/>
                  <a:pt x="82" y="31"/>
                </a:cubicBezTo>
                <a:cubicBezTo>
                  <a:pt x="54" y="31"/>
                  <a:pt x="54" y="31"/>
                  <a:pt x="54" y="31"/>
                </a:cubicBezTo>
                <a:lnTo>
                  <a:pt x="54" y="95"/>
                </a:lnTo>
                <a:close/>
                <a:moveTo>
                  <a:pt x="74" y="38"/>
                </a:moveTo>
                <a:cubicBezTo>
                  <a:pt x="76" y="38"/>
                  <a:pt x="77" y="39"/>
                  <a:pt x="77" y="40"/>
                </a:cubicBezTo>
                <a:cubicBezTo>
                  <a:pt x="77" y="42"/>
                  <a:pt x="76" y="43"/>
                  <a:pt x="74" y="43"/>
                </a:cubicBezTo>
                <a:cubicBezTo>
                  <a:pt x="72" y="43"/>
                  <a:pt x="71" y="42"/>
                  <a:pt x="71" y="40"/>
                </a:cubicBezTo>
                <a:cubicBezTo>
                  <a:pt x="71" y="39"/>
                  <a:pt x="72" y="38"/>
                  <a:pt x="74" y="38"/>
                </a:cubicBezTo>
                <a:close/>
                <a:moveTo>
                  <a:pt x="74" y="49"/>
                </a:moveTo>
                <a:cubicBezTo>
                  <a:pt x="76" y="49"/>
                  <a:pt x="77" y="50"/>
                  <a:pt x="77" y="52"/>
                </a:cubicBezTo>
                <a:cubicBezTo>
                  <a:pt x="77" y="53"/>
                  <a:pt x="76" y="55"/>
                  <a:pt x="74" y="55"/>
                </a:cubicBezTo>
                <a:cubicBezTo>
                  <a:pt x="72" y="55"/>
                  <a:pt x="71" y="53"/>
                  <a:pt x="71" y="52"/>
                </a:cubicBezTo>
                <a:cubicBezTo>
                  <a:pt x="71" y="50"/>
                  <a:pt x="72" y="49"/>
                  <a:pt x="74" y="49"/>
                </a:cubicBezTo>
                <a:close/>
                <a:moveTo>
                  <a:pt x="74" y="60"/>
                </a:moveTo>
                <a:cubicBezTo>
                  <a:pt x="76" y="60"/>
                  <a:pt x="77" y="62"/>
                  <a:pt x="77" y="63"/>
                </a:cubicBezTo>
                <a:cubicBezTo>
                  <a:pt x="77" y="65"/>
                  <a:pt x="76" y="66"/>
                  <a:pt x="74" y="66"/>
                </a:cubicBezTo>
                <a:cubicBezTo>
                  <a:pt x="72" y="66"/>
                  <a:pt x="71" y="65"/>
                  <a:pt x="71" y="63"/>
                </a:cubicBezTo>
                <a:cubicBezTo>
                  <a:pt x="71" y="62"/>
                  <a:pt x="72" y="60"/>
                  <a:pt x="74" y="60"/>
                </a:cubicBezTo>
                <a:close/>
                <a:moveTo>
                  <a:pt x="74" y="72"/>
                </a:moveTo>
                <a:cubicBezTo>
                  <a:pt x="76" y="72"/>
                  <a:pt x="77" y="73"/>
                  <a:pt x="77" y="75"/>
                </a:cubicBezTo>
                <a:cubicBezTo>
                  <a:pt x="77" y="76"/>
                  <a:pt x="76" y="78"/>
                  <a:pt x="74" y="78"/>
                </a:cubicBezTo>
                <a:cubicBezTo>
                  <a:pt x="72" y="78"/>
                  <a:pt x="71" y="76"/>
                  <a:pt x="71" y="75"/>
                </a:cubicBezTo>
                <a:cubicBezTo>
                  <a:pt x="71" y="73"/>
                  <a:pt x="72" y="72"/>
                  <a:pt x="74" y="72"/>
                </a:cubicBezTo>
                <a:close/>
                <a:moveTo>
                  <a:pt x="63" y="38"/>
                </a:moveTo>
                <a:cubicBezTo>
                  <a:pt x="64" y="38"/>
                  <a:pt x="65" y="39"/>
                  <a:pt x="65" y="40"/>
                </a:cubicBezTo>
                <a:cubicBezTo>
                  <a:pt x="65" y="42"/>
                  <a:pt x="64" y="43"/>
                  <a:pt x="63" y="43"/>
                </a:cubicBezTo>
                <a:cubicBezTo>
                  <a:pt x="61" y="43"/>
                  <a:pt x="60" y="42"/>
                  <a:pt x="60" y="40"/>
                </a:cubicBezTo>
                <a:cubicBezTo>
                  <a:pt x="60" y="39"/>
                  <a:pt x="61" y="38"/>
                  <a:pt x="63" y="38"/>
                </a:cubicBezTo>
                <a:close/>
                <a:moveTo>
                  <a:pt x="63" y="49"/>
                </a:moveTo>
                <a:cubicBezTo>
                  <a:pt x="64" y="49"/>
                  <a:pt x="65" y="50"/>
                  <a:pt x="65" y="52"/>
                </a:cubicBezTo>
                <a:cubicBezTo>
                  <a:pt x="65" y="53"/>
                  <a:pt x="64" y="55"/>
                  <a:pt x="63" y="55"/>
                </a:cubicBezTo>
                <a:cubicBezTo>
                  <a:pt x="61" y="55"/>
                  <a:pt x="60" y="53"/>
                  <a:pt x="60" y="52"/>
                </a:cubicBezTo>
                <a:cubicBezTo>
                  <a:pt x="60" y="50"/>
                  <a:pt x="61" y="49"/>
                  <a:pt x="63" y="49"/>
                </a:cubicBezTo>
                <a:close/>
                <a:moveTo>
                  <a:pt x="63" y="60"/>
                </a:moveTo>
                <a:cubicBezTo>
                  <a:pt x="64" y="60"/>
                  <a:pt x="65" y="62"/>
                  <a:pt x="65" y="63"/>
                </a:cubicBezTo>
                <a:cubicBezTo>
                  <a:pt x="65" y="65"/>
                  <a:pt x="64" y="66"/>
                  <a:pt x="63" y="66"/>
                </a:cubicBezTo>
                <a:cubicBezTo>
                  <a:pt x="61" y="66"/>
                  <a:pt x="60" y="65"/>
                  <a:pt x="60" y="63"/>
                </a:cubicBezTo>
                <a:cubicBezTo>
                  <a:pt x="60" y="62"/>
                  <a:pt x="61" y="60"/>
                  <a:pt x="63" y="60"/>
                </a:cubicBezTo>
                <a:close/>
                <a:moveTo>
                  <a:pt x="63" y="72"/>
                </a:moveTo>
                <a:cubicBezTo>
                  <a:pt x="64" y="72"/>
                  <a:pt x="65" y="73"/>
                  <a:pt x="65" y="75"/>
                </a:cubicBezTo>
                <a:cubicBezTo>
                  <a:pt x="65" y="76"/>
                  <a:pt x="64" y="78"/>
                  <a:pt x="63" y="78"/>
                </a:cubicBezTo>
                <a:cubicBezTo>
                  <a:pt x="61" y="78"/>
                  <a:pt x="60" y="76"/>
                  <a:pt x="60" y="75"/>
                </a:cubicBezTo>
                <a:cubicBezTo>
                  <a:pt x="60" y="73"/>
                  <a:pt x="61" y="72"/>
                  <a:pt x="63" y="72"/>
                </a:cubicBezTo>
                <a:close/>
                <a:moveTo>
                  <a:pt x="30" y="95"/>
                </a:moveTo>
                <a:cubicBezTo>
                  <a:pt x="36" y="95"/>
                  <a:pt x="36" y="95"/>
                  <a:pt x="36" y="95"/>
                </a:cubicBezTo>
                <a:cubicBezTo>
                  <a:pt x="36" y="86"/>
                  <a:pt x="36" y="86"/>
                  <a:pt x="36" y="86"/>
                </a:cubicBezTo>
                <a:cubicBezTo>
                  <a:pt x="36" y="85"/>
                  <a:pt x="37" y="83"/>
                  <a:pt x="39" y="83"/>
                </a:cubicBezTo>
                <a:cubicBezTo>
                  <a:pt x="41" y="83"/>
                  <a:pt x="42" y="85"/>
                  <a:pt x="42" y="86"/>
                </a:cubicBezTo>
                <a:cubicBezTo>
                  <a:pt x="42" y="95"/>
                  <a:pt x="42" y="95"/>
                  <a:pt x="42" y="95"/>
                </a:cubicBezTo>
                <a:cubicBezTo>
                  <a:pt x="49" y="95"/>
                  <a:pt x="49" y="95"/>
                  <a:pt x="49" y="95"/>
                </a:cubicBezTo>
                <a:cubicBezTo>
                  <a:pt x="49" y="43"/>
                  <a:pt x="49" y="43"/>
                  <a:pt x="49" y="43"/>
                </a:cubicBezTo>
                <a:cubicBezTo>
                  <a:pt x="30" y="43"/>
                  <a:pt x="30" y="43"/>
                  <a:pt x="30" y="43"/>
                </a:cubicBezTo>
                <a:lnTo>
                  <a:pt x="30" y="95"/>
                </a:lnTo>
                <a:close/>
                <a:moveTo>
                  <a:pt x="40" y="49"/>
                </a:moveTo>
                <a:cubicBezTo>
                  <a:pt x="41" y="49"/>
                  <a:pt x="43" y="50"/>
                  <a:pt x="43" y="52"/>
                </a:cubicBezTo>
                <a:cubicBezTo>
                  <a:pt x="43" y="53"/>
                  <a:pt x="41" y="55"/>
                  <a:pt x="40" y="55"/>
                </a:cubicBezTo>
                <a:cubicBezTo>
                  <a:pt x="38" y="55"/>
                  <a:pt x="37" y="53"/>
                  <a:pt x="37" y="52"/>
                </a:cubicBezTo>
                <a:cubicBezTo>
                  <a:pt x="37" y="50"/>
                  <a:pt x="38" y="49"/>
                  <a:pt x="40" y="49"/>
                </a:cubicBezTo>
                <a:close/>
                <a:moveTo>
                  <a:pt x="40" y="60"/>
                </a:moveTo>
                <a:cubicBezTo>
                  <a:pt x="41" y="60"/>
                  <a:pt x="43" y="62"/>
                  <a:pt x="43" y="63"/>
                </a:cubicBezTo>
                <a:cubicBezTo>
                  <a:pt x="43" y="65"/>
                  <a:pt x="41" y="66"/>
                  <a:pt x="40" y="66"/>
                </a:cubicBezTo>
                <a:cubicBezTo>
                  <a:pt x="38" y="66"/>
                  <a:pt x="37" y="65"/>
                  <a:pt x="37" y="63"/>
                </a:cubicBezTo>
                <a:cubicBezTo>
                  <a:pt x="37" y="62"/>
                  <a:pt x="38" y="60"/>
                  <a:pt x="40" y="60"/>
                </a:cubicBezTo>
                <a:close/>
                <a:moveTo>
                  <a:pt x="40" y="72"/>
                </a:moveTo>
                <a:cubicBezTo>
                  <a:pt x="41" y="72"/>
                  <a:pt x="43" y="73"/>
                  <a:pt x="43" y="75"/>
                </a:cubicBezTo>
                <a:cubicBezTo>
                  <a:pt x="43" y="76"/>
                  <a:pt x="41" y="78"/>
                  <a:pt x="40" y="78"/>
                </a:cubicBezTo>
                <a:cubicBezTo>
                  <a:pt x="38" y="78"/>
                  <a:pt x="37" y="76"/>
                  <a:pt x="37" y="75"/>
                </a:cubicBezTo>
                <a:cubicBezTo>
                  <a:pt x="37" y="73"/>
                  <a:pt x="38" y="72"/>
                  <a:pt x="40" y="72"/>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58" name="Freeform 23"/>
          <p:cNvSpPr>
            <a:spLocks noChangeAspect="1" noEditPoints="1"/>
          </p:cNvSpPr>
          <p:nvPr/>
        </p:nvSpPr>
        <p:spPr bwMode="auto">
          <a:xfrm>
            <a:off x="853028" y="3641516"/>
            <a:ext cx="300711" cy="299830"/>
          </a:xfrm>
          <a:custGeom>
            <a:avLst/>
            <a:gdLst>
              <a:gd name="T0" fmla="*/ 192 w 512"/>
              <a:gd name="T1" fmla="*/ 352 h 512"/>
              <a:gd name="T2" fmla="*/ 266 w 512"/>
              <a:gd name="T3" fmla="*/ 117 h 512"/>
              <a:gd name="T4" fmla="*/ 227 w 512"/>
              <a:gd name="T5" fmla="*/ 141 h 512"/>
              <a:gd name="T6" fmla="*/ 245 w 512"/>
              <a:gd name="T7" fmla="*/ 149 h 512"/>
              <a:gd name="T8" fmla="*/ 234 w 512"/>
              <a:gd name="T9" fmla="*/ 160 h 512"/>
              <a:gd name="T10" fmla="*/ 225 w 512"/>
              <a:gd name="T11" fmla="*/ 188 h 512"/>
              <a:gd name="T12" fmla="*/ 244 w 512"/>
              <a:gd name="T13" fmla="*/ 188 h 512"/>
              <a:gd name="T14" fmla="*/ 234 w 512"/>
              <a:gd name="T15" fmla="*/ 202 h 512"/>
              <a:gd name="T16" fmla="*/ 225 w 512"/>
              <a:gd name="T17" fmla="*/ 188 h 512"/>
              <a:gd name="T18" fmla="*/ 238 w 512"/>
              <a:gd name="T19" fmla="*/ 225 h 512"/>
              <a:gd name="T20" fmla="*/ 242 w 512"/>
              <a:gd name="T21" fmla="*/ 242 h 512"/>
              <a:gd name="T22" fmla="*/ 227 w 512"/>
              <a:gd name="T23" fmla="*/ 242 h 512"/>
              <a:gd name="T24" fmla="*/ 225 w 512"/>
              <a:gd name="T25" fmla="*/ 273 h 512"/>
              <a:gd name="T26" fmla="*/ 245 w 512"/>
              <a:gd name="T27" fmla="*/ 277 h 512"/>
              <a:gd name="T28" fmla="*/ 230 w 512"/>
              <a:gd name="T29" fmla="*/ 287 h 512"/>
              <a:gd name="T30" fmla="*/ 227 w 512"/>
              <a:gd name="T31" fmla="*/ 312 h 512"/>
              <a:gd name="T32" fmla="*/ 242 w 512"/>
              <a:gd name="T33" fmla="*/ 312 h 512"/>
              <a:gd name="T34" fmla="*/ 238 w 512"/>
              <a:gd name="T35" fmla="*/ 329 h 512"/>
              <a:gd name="T36" fmla="*/ 224 w 512"/>
              <a:gd name="T37" fmla="*/ 320 h 512"/>
              <a:gd name="T38" fmla="*/ 230 w 512"/>
              <a:gd name="T39" fmla="*/ 353 h 512"/>
              <a:gd name="T40" fmla="*/ 244 w 512"/>
              <a:gd name="T41" fmla="*/ 366 h 512"/>
              <a:gd name="T42" fmla="*/ 230 w 512"/>
              <a:gd name="T43" fmla="*/ 372 h 512"/>
              <a:gd name="T44" fmla="*/ 225 w 512"/>
              <a:gd name="T45" fmla="*/ 358 h 512"/>
              <a:gd name="T46" fmla="*/ 201 w 512"/>
              <a:gd name="T47" fmla="*/ 145 h 512"/>
              <a:gd name="T48" fmla="*/ 188 w 512"/>
              <a:gd name="T49" fmla="*/ 159 h 512"/>
              <a:gd name="T50" fmla="*/ 182 w 512"/>
              <a:gd name="T51" fmla="*/ 188 h 512"/>
              <a:gd name="T52" fmla="*/ 190 w 512"/>
              <a:gd name="T53" fmla="*/ 181 h 512"/>
              <a:gd name="T54" fmla="*/ 202 w 512"/>
              <a:gd name="T55" fmla="*/ 192 h 512"/>
              <a:gd name="T56" fmla="*/ 184 w 512"/>
              <a:gd name="T57" fmla="*/ 199 h 512"/>
              <a:gd name="T58" fmla="*/ 186 w 512"/>
              <a:gd name="T59" fmla="*/ 225 h 512"/>
              <a:gd name="T60" fmla="*/ 196 w 512"/>
              <a:gd name="T61" fmla="*/ 225 h 512"/>
              <a:gd name="T62" fmla="*/ 201 w 512"/>
              <a:gd name="T63" fmla="*/ 238 h 512"/>
              <a:gd name="T64" fmla="*/ 188 w 512"/>
              <a:gd name="T65" fmla="*/ 244 h 512"/>
              <a:gd name="T66" fmla="*/ 182 w 512"/>
              <a:gd name="T67" fmla="*/ 273 h 512"/>
              <a:gd name="T68" fmla="*/ 199 w 512"/>
              <a:gd name="T69" fmla="*/ 269 h 512"/>
              <a:gd name="T70" fmla="*/ 199 w 512"/>
              <a:gd name="T71" fmla="*/ 285 h 512"/>
              <a:gd name="T72" fmla="*/ 182 w 512"/>
              <a:gd name="T73" fmla="*/ 273 h 512"/>
              <a:gd name="T74" fmla="*/ 202 w 512"/>
              <a:gd name="T75" fmla="*/ 320 h 512"/>
              <a:gd name="T76" fmla="*/ 192 w 512"/>
              <a:gd name="T77" fmla="*/ 330 h 512"/>
              <a:gd name="T78" fmla="*/ 184 w 512"/>
              <a:gd name="T79" fmla="*/ 312 h 512"/>
              <a:gd name="T80" fmla="*/ 320 w 512"/>
              <a:gd name="T81" fmla="*/ 352 h 512"/>
              <a:gd name="T82" fmla="*/ 352 w 512"/>
              <a:gd name="T83" fmla="*/ 202 h 512"/>
              <a:gd name="T84" fmla="*/ 314 w 512"/>
              <a:gd name="T85" fmla="*/ 225 h 512"/>
              <a:gd name="T86" fmla="*/ 330 w 512"/>
              <a:gd name="T87" fmla="*/ 234 h 512"/>
              <a:gd name="T88" fmla="*/ 320 w 512"/>
              <a:gd name="T89" fmla="*/ 245 h 512"/>
              <a:gd name="T90" fmla="*/ 309 w 512"/>
              <a:gd name="T91" fmla="*/ 234 h 512"/>
              <a:gd name="T92" fmla="*/ 316 w 512"/>
              <a:gd name="T93" fmla="*/ 267 h 512"/>
              <a:gd name="T94" fmla="*/ 330 w 512"/>
              <a:gd name="T95" fmla="*/ 277 h 512"/>
              <a:gd name="T96" fmla="*/ 320 w 512"/>
              <a:gd name="T97" fmla="*/ 288 h 512"/>
              <a:gd name="T98" fmla="*/ 309 w 512"/>
              <a:gd name="T99" fmla="*/ 277 h 512"/>
              <a:gd name="T100" fmla="*/ 314 w 512"/>
              <a:gd name="T101" fmla="*/ 311 h 512"/>
              <a:gd name="T102" fmla="*/ 324 w 512"/>
              <a:gd name="T103" fmla="*/ 310 h 512"/>
              <a:gd name="T104" fmla="*/ 330 w 512"/>
              <a:gd name="T105" fmla="*/ 320 h 512"/>
              <a:gd name="T106" fmla="*/ 312 w 512"/>
              <a:gd name="T107" fmla="*/ 327 h 512"/>
              <a:gd name="T108" fmla="*/ 256 w 512"/>
              <a:gd name="T109" fmla="*/ 0 h 512"/>
              <a:gd name="T110" fmla="*/ 256 w 512"/>
              <a:gd name="T111" fmla="*/ 0 h 512"/>
              <a:gd name="T112" fmla="*/ 138 w 512"/>
              <a:gd name="T113" fmla="*/ 405 h 512"/>
              <a:gd name="T114" fmla="*/ 288 w 512"/>
              <a:gd name="T115" fmla="*/ 106 h 512"/>
              <a:gd name="T116" fmla="*/ 373 w 512"/>
              <a:gd name="T117" fmla="*/ 40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512">
                <a:moveTo>
                  <a:pt x="160" y="394"/>
                </a:moveTo>
                <a:cubicBezTo>
                  <a:pt x="181" y="394"/>
                  <a:pt x="181" y="394"/>
                  <a:pt x="181" y="394"/>
                </a:cubicBezTo>
                <a:cubicBezTo>
                  <a:pt x="181" y="362"/>
                  <a:pt x="181" y="362"/>
                  <a:pt x="181" y="362"/>
                </a:cubicBezTo>
                <a:cubicBezTo>
                  <a:pt x="181" y="356"/>
                  <a:pt x="186" y="352"/>
                  <a:pt x="192" y="352"/>
                </a:cubicBezTo>
                <a:cubicBezTo>
                  <a:pt x="198" y="352"/>
                  <a:pt x="202" y="356"/>
                  <a:pt x="202" y="362"/>
                </a:cubicBezTo>
                <a:cubicBezTo>
                  <a:pt x="202" y="394"/>
                  <a:pt x="202" y="394"/>
                  <a:pt x="202" y="394"/>
                </a:cubicBezTo>
                <a:cubicBezTo>
                  <a:pt x="266" y="394"/>
                  <a:pt x="266" y="394"/>
                  <a:pt x="266" y="394"/>
                </a:cubicBezTo>
                <a:cubicBezTo>
                  <a:pt x="266" y="117"/>
                  <a:pt x="266" y="117"/>
                  <a:pt x="266" y="117"/>
                </a:cubicBezTo>
                <a:cubicBezTo>
                  <a:pt x="160" y="117"/>
                  <a:pt x="160" y="117"/>
                  <a:pt x="160" y="117"/>
                </a:cubicBezTo>
                <a:lnTo>
                  <a:pt x="160" y="394"/>
                </a:lnTo>
                <a:close/>
                <a:moveTo>
                  <a:pt x="225" y="145"/>
                </a:moveTo>
                <a:cubicBezTo>
                  <a:pt x="225" y="144"/>
                  <a:pt x="226" y="142"/>
                  <a:pt x="227" y="141"/>
                </a:cubicBezTo>
                <a:cubicBezTo>
                  <a:pt x="230" y="138"/>
                  <a:pt x="235" y="137"/>
                  <a:pt x="238" y="139"/>
                </a:cubicBezTo>
                <a:cubicBezTo>
                  <a:pt x="240" y="140"/>
                  <a:pt x="241" y="140"/>
                  <a:pt x="242" y="141"/>
                </a:cubicBezTo>
                <a:cubicBezTo>
                  <a:pt x="243" y="142"/>
                  <a:pt x="244" y="144"/>
                  <a:pt x="244" y="145"/>
                </a:cubicBezTo>
                <a:cubicBezTo>
                  <a:pt x="245" y="146"/>
                  <a:pt x="245" y="148"/>
                  <a:pt x="245" y="149"/>
                </a:cubicBezTo>
                <a:cubicBezTo>
                  <a:pt x="245" y="150"/>
                  <a:pt x="245" y="152"/>
                  <a:pt x="244" y="153"/>
                </a:cubicBezTo>
                <a:cubicBezTo>
                  <a:pt x="244" y="154"/>
                  <a:pt x="243" y="155"/>
                  <a:pt x="242" y="157"/>
                </a:cubicBezTo>
                <a:cubicBezTo>
                  <a:pt x="241" y="158"/>
                  <a:pt x="240" y="158"/>
                  <a:pt x="238" y="159"/>
                </a:cubicBezTo>
                <a:cubicBezTo>
                  <a:pt x="237" y="159"/>
                  <a:pt x="236" y="160"/>
                  <a:pt x="234" y="160"/>
                </a:cubicBezTo>
                <a:cubicBezTo>
                  <a:pt x="231" y="160"/>
                  <a:pt x="229" y="159"/>
                  <a:pt x="227" y="157"/>
                </a:cubicBezTo>
                <a:cubicBezTo>
                  <a:pt x="225" y="155"/>
                  <a:pt x="224" y="152"/>
                  <a:pt x="224" y="149"/>
                </a:cubicBezTo>
                <a:cubicBezTo>
                  <a:pt x="224" y="148"/>
                  <a:pt x="224" y="146"/>
                  <a:pt x="225" y="145"/>
                </a:cubicBezTo>
                <a:close/>
                <a:moveTo>
                  <a:pt x="225" y="188"/>
                </a:moveTo>
                <a:cubicBezTo>
                  <a:pt x="225" y="186"/>
                  <a:pt x="226" y="185"/>
                  <a:pt x="227" y="184"/>
                </a:cubicBezTo>
                <a:cubicBezTo>
                  <a:pt x="228" y="183"/>
                  <a:pt x="229" y="182"/>
                  <a:pt x="230" y="182"/>
                </a:cubicBezTo>
                <a:cubicBezTo>
                  <a:pt x="234" y="180"/>
                  <a:pt x="239" y="181"/>
                  <a:pt x="242" y="184"/>
                </a:cubicBezTo>
                <a:cubicBezTo>
                  <a:pt x="243" y="185"/>
                  <a:pt x="244" y="186"/>
                  <a:pt x="244" y="188"/>
                </a:cubicBezTo>
                <a:cubicBezTo>
                  <a:pt x="245" y="189"/>
                  <a:pt x="245" y="190"/>
                  <a:pt x="245" y="192"/>
                </a:cubicBezTo>
                <a:cubicBezTo>
                  <a:pt x="245" y="195"/>
                  <a:pt x="244" y="197"/>
                  <a:pt x="242" y="199"/>
                </a:cubicBezTo>
                <a:cubicBezTo>
                  <a:pt x="241" y="200"/>
                  <a:pt x="240" y="201"/>
                  <a:pt x="238" y="201"/>
                </a:cubicBezTo>
                <a:cubicBezTo>
                  <a:pt x="237" y="202"/>
                  <a:pt x="236" y="202"/>
                  <a:pt x="234" y="202"/>
                </a:cubicBezTo>
                <a:cubicBezTo>
                  <a:pt x="233" y="202"/>
                  <a:pt x="232" y="202"/>
                  <a:pt x="230" y="201"/>
                </a:cubicBezTo>
                <a:cubicBezTo>
                  <a:pt x="229" y="201"/>
                  <a:pt x="228" y="200"/>
                  <a:pt x="227" y="199"/>
                </a:cubicBezTo>
                <a:cubicBezTo>
                  <a:pt x="225" y="197"/>
                  <a:pt x="224" y="195"/>
                  <a:pt x="224" y="192"/>
                </a:cubicBezTo>
                <a:cubicBezTo>
                  <a:pt x="224" y="190"/>
                  <a:pt x="224" y="189"/>
                  <a:pt x="225" y="188"/>
                </a:cubicBezTo>
                <a:close/>
                <a:moveTo>
                  <a:pt x="227" y="227"/>
                </a:moveTo>
                <a:cubicBezTo>
                  <a:pt x="228" y="226"/>
                  <a:pt x="229" y="225"/>
                  <a:pt x="230" y="225"/>
                </a:cubicBezTo>
                <a:cubicBezTo>
                  <a:pt x="232" y="224"/>
                  <a:pt x="234" y="223"/>
                  <a:pt x="236" y="224"/>
                </a:cubicBezTo>
                <a:cubicBezTo>
                  <a:pt x="237" y="224"/>
                  <a:pt x="238" y="224"/>
                  <a:pt x="238" y="225"/>
                </a:cubicBezTo>
                <a:cubicBezTo>
                  <a:pt x="239" y="225"/>
                  <a:pt x="240" y="225"/>
                  <a:pt x="240" y="225"/>
                </a:cubicBezTo>
                <a:cubicBezTo>
                  <a:pt x="241" y="226"/>
                  <a:pt x="241" y="226"/>
                  <a:pt x="242" y="227"/>
                </a:cubicBezTo>
                <a:cubicBezTo>
                  <a:pt x="244" y="229"/>
                  <a:pt x="245" y="232"/>
                  <a:pt x="245" y="234"/>
                </a:cubicBezTo>
                <a:cubicBezTo>
                  <a:pt x="245" y="237"/>
                  <a:pt x="244" y="240"/>
                  <a:pt x="242" y="242"/>
                </a:cubicBezTo>
                <a:cubicBezTo>
                  <a:pt x="241" y="243"/>
                  <a:pt x="240" y="244"/>
                  <a:pt x="238" y="244"/>
                </a:cubicBezTo>
                <a:cubicBezTo>
                  <a:pt x="237" y="245"/>
                  <a:pt x="236" y="245"/>
                  <a:pt x="234" y="245"/>
                </a:cubicBezTo>
                <a:cubicBezTo>
                  <a:pt x="233" y="245"/>
                  <a:pt x="232" y="245"/>
                  <a:pt x="230" y="244"/>
                </a:cubicBezTo>
                <a:cubicBezTo>
                  <a:pt x="229" y="244"/>
                  <a:pt x="228" y="243"/>
                  <a:pt x="227" y="242"/>
                </a:cubicBezTo>
                <a:cubicBezTo>
                  <a:pt x="226" y="241"/>
                  <a:pt x="225" y="240"/>
                  <a:pt x="225" y="238"/>
                </a:cubicBezTo>
                <a:cubicBezTo>
                  <a:pt x="224" y="237"/>
                  <a:pt x="224" y="236"/>
                  <a:pt x="224" y="234"/>
                </a:cubicBezTo>
                <a:cubicBezTo>
                  <a:pt x="224" y="232"/>
                  <a:pt x="225" y="229"/>
                  <a:pt x="227" y="227"/>
                </a:cubicBezTo>
                <a:close/>
                <a:moveTo>
                  <a:pt x="225" y="273"/>
                </a:moveTo>
                <a:cubicBezTo>
                  <a:pt x="225" y="272"/>
                  <a:pt x="226" y="270"/>
                  <a:pt x="227" y="269"/>
                </a:cubicBezTo>
                <a:cubicBezTo>
                  <a:pt x="231" y="265"/>
                  <a:pt x="238" y="265"/>
                  <a:pt x="242" y="269"/>
                </a:cubicBezTo>
                <a:cubicBezTo>
                  <a:pt x="243" y="270"/>
                  <a:pt x="244" y="272"/>
                  <a:pt x="244" y="273"/>
                </a:cubicBezTo>
                <a:cubicBezTo>
                  <a:pt x="245" y="274"/>
                  <a:pt x="245" y="276"/>
                  <a:pt x="245" y="277"/>
                </a:cubicBezTo>
                <a:cubicBezTo>
                  <a:pt x="245" y="278"/>
                  <a:pt x="245" y="280"/>
                  <a:pt x="244" y="281"/>
                </a:cubicBezTo>
                <a:cubicBezTo>
                  <a:pt x="244" y="282"/>
                  <a:pt x="243" y="284"/>
                  <a:pt x="242" y="285"/>
                </a:cubicBezTo>
                <a:cubicBezTo>
                  <a:pt x="240" y="287"/>
                  <a:pt x="237" y="288"/>
                  <a:pt x="234" y="288"/>
                </a:cubicBezTo>
                <a:cubicBezTo>
                  <a:pt x="233" y="288"/>
                  <a:pt x="232" y="287"/>
                  <a:pt x="230" y="287"/>
                </a:cubicBezTo>
                <a:cubicBezTo>
                  <a:pt x="229" y="286"/>
                  <a:pt x="228" y="286"/>
                  <a:pt x="227" y="285"/>
                </a:cubicBezTo>
                <a:cubicBezTo>
                  <a:pt x="225" y="283"/>
                  <a:pt x="224" y="280"/>
                  <a:pt x="224" y="277"/>
                </a:cubicBezTo>
                <a:cubicBezTo>
                  <a:pt x="224" y="276"/>
                  <a:pt x="224" y="274"/>
                  <a:pt x="225" y="273"/>
                </a:cubicBezTo>
                <a:close/>
                <a:moveTo>
                  <a:pt x="227" y="312"/>
                </a:moveTo>
                <a:cubicBezTo>
                  <a:pt x="227" y="312"/>
                  <a:pt x="228" y="311"/>
                  <a:pt x="228" y="311"/>
                </a:cubicBezTo>
                <a:cubicBezTo>
                  <a:pt x="229" y="310"/>
                  <a:pt x="230" y="310"/>
                  <a:pt x="230" y="310"/>
                </a:cubicBezTo>
                <a:cubicBezTo>
                  <a:pt x="231" y="310"/>
                  <a:pt x="232" y="309"/>
                  <a:pt x="232" y="309"/>
                </a:cubicBezTo>
                <a:cubicBezTo>
                  <a:pt x="236" y="308"/>
                  <a:pt x="239" y="310"/>
                  <a:pt x="242" y="312"/>
                </a:cubicBezTo>
                <a:cubicBezTo>
                  <a:pt x="244" y="314"/>
                  <a:pt x="245" y="317"/>
                  <a:pt x="245" y="320"/>
                </a:cubicBezTo>
                <a:cubicBezTo>
                  <a:pt x="245" y="321"/>
                  <a:pt x="245" y="322"/>
                  <a:pt x="244" y="324"/>
                </a:cubicBezTo>
                <a:cubicBezTo>
                  <a:pt x="244" y="325"/>
                  <a:pt x="243" y="326"/>
                  <a:pt x="242" y="327"/>
                </a:cubicBezTo>
                <a:cubicBezTo>
                  <a:pt x="241" y="328"/>
                  <a:pt x="240" y="329"/>
                  <a:pt x="238" y="329"/>
                </a:cubicBezTo>
                <a:cubicBezTo>
                  <a:pt x="237" y="330"/>
                  <a:pt x="236" y="330"/>
                  <a:pt x="234" y="330"/>
                </a:cubicBezTo>
                <a:cubicBezTo>
                  <a:pt x="231" y="330"/>
                  <a:pt x="229" y="329"/>
                  <a:pt x="227" y="327"/>
                </a:cubicBezTo>
                <a:cubicBezTo>
                  <a:pt x="226" y="326"/>
                  <a:pt x="225" y="325"/>
                  <a:pt x="225" y="324"/>
                </a:cubicBezTo>
                <a:cubicBezTo>
                  <a:pt x="224" y="322"/>
                  <a:pt x="224" y="321"/>
                  <a:pt x="224" y="320"/>
                </a:cubicBezTo>
                <a:cubicBezTo>
                  <a:pt x="224" y="317"/>
                  <a:pt x="225" y="314"/>
                  <a:pt x="227" y="312"/>
                </a:cubicBezTo>
                <a:close/>
                <a:moveTo>
                  <a:pt x="225" y="358"/>
                </a:moveTo>
                <a:cubicBezTo>
                  <a:pt x="225" y="357"/>
                  <a:pt x="226" y="356"/>
                  <a:pt x="227" y="355"/>
                </a:cubicBezTo>
                <a:cubicBezTo>
                  <a:pt x="228" y="354"/>
                  <a:pt x="229" y="353"/>
                  <a:pt x="230" y="353"/>
                </a:cubicBezTo>
                <a:cubicBezTo>
                  <a:pt x="234" y="351"/>
                  <a:pt x="239" y="352"/>
                  <a:pt x="242" y="355"/>
                </a:cubicBezTo>
                <a:cubicBezTo>
                  <a:pt x="243" y="356"/>
                  <a:pt x="244" y="357"/>
                  <a:pt x="244" y="358"/>
                </a:cubicBezTo>
                <a:cubicBezTo>
                  <a:pt x="245" y="360"/>
                  <a:pt x="245" y="361"/>
                  <a:pt x="245" y="362"/>
                </a:cubicBezTo>
                <a:cubicBezTo>
                  <a:pt x="245" y="364"/>
                  <a:pt x="245" y="365"/>
                  <a:pt x="244" y="366"/>
                </a:cubicBezTo>
                <a:cubicBezTo>
                  <a:pt x="244" y="368"/>
                  <a:pt x="243" y="369"/>
                  <a:pt x="242" y="370"/>
                </a:cubicBezTo>
                <a:cubicBezTo>
                  <a:pt x="241" y="371"/>
                  <a:pt x="240" y="372"/>
                  <a:pt x="238" y="372"/>
                </a:cubicBezTo>
                <a:cubicBezTo>
                  <a:pt x="237" y="373"/>
                  <a:pt x="236" y="373"/>
                  <a:pt x="234" y="373"/>
                </a:cubicBezTo>
                <a:cubicBezTo>
                  <a:pt x="233" y="373"/>
                  <a:pt x="232" y="373"/>
                  <a:pt x="230" y="372"/>
                </a:cubicBezTo>
                <a:cubicBezTo>
                  <a:pt x="229" y="372"/>
                  <a:pt x="228" y="371"/>
                  <a:pt x="227" y="370"/>
                </a:cubicBezTo>
                <a:cubicBezTo>
                  <a:pt x="226" y="369"/>
                  <a:pt x="225" y="368"/>
                  <a:pt x="225" y="366"/>
                </a:cubicBezTo>
                <a:cubicBezTo>
                  <a:pt x="224" y="365"/>
                  <a:pt x="224" y="364"/>
                  <a:pt x="224" y="362"/>
                </a:cubicBezTo>
                <a:cubicBezTo>
                  <a:pt x="224" y="361"/>
                  <a:pt x="224" y="360"/>
                  <a:pt x="225" y="358"/>
                </a:cubicBezTo>
                <a:close/>
                <a:moveTo>
                  <a:pt x="182" y="145"/>
                </a:moveTo>
                <a:cubicBezTo>
                  <a:pt x="182" y="144"/>
                  <a:pt x="183" y="142"/>
                  <a:pt x="184" y="141"/>
                </a:cubicBezTo>
                <a:cubicBezTo>
                  <a:pt x="188" y="137"/>
                  <a:pt x="195" y="137"/>
                  <a:pt x="199" y="141"/>
                </a:cubicBezTo>
                <a:cubicBezTo>
                  <a:pt x="200" y="142"/>
                  <a:pt x="201" y="144"/>
                  <a:pt x="201" y="145"/>
                </a:cubicBezTo>
                <a:cubicBezTo>
                  <a:pt x="202" y="146"/>
                  <a:pt x="202" y="148"/>
                  <a:pt x="202" y="149"/>
                </a:cubicBezTo>
                <a:cubicBezTo>
                  <a:pt x="202" y="152"/>
                  <a:pt x="201" y="155"/>
                  <a:pt x="199" y="157"/>
                </a:cubicBezTo>
                <a:cubicBezTo>
                  <a:pt x="197" y="159"/>
                  <a:pt x="195" y="160"/>
                  <a:pt x="192" y="160"/>
                </a:cubicBezTo>
                <a:cubicBezTo>
                  <a:pt x="190" y="160"/>
                  <a:pt x="189" y="159"/>
                  <a:pt x="188" y="159"/>
                </a:cubicBezTo>
                <a:cubicBezTo>
                  <a:pt x="186" y="158"/>
                  <a:pt x="185" y="158"/>
                  <a:pt x="184" y="157"/>
                </a:cubicBezTo>
                <a:cubicBezTo>
                  <a:pt x="182" y="155"/>
                  <a:pt x="181" y="152"/>
                  <a:pt x="181" y="149"/>
                </a:cubicBezTo>
                <a:cubicBezTo>
                  <a:pt x="181" y="148"/>
                  <a:pt x="181" y="146"/>
                  <a:pt x="182" y="145"/>
                </a:cubicBezTo>
                <a:close/>
                <a:moveTo>
                  <a:pt x="182" y="188"/>
                </a:moveTo>
                <a:cubicBezTo>
                  <a:pt x="182" y="186"/>
                  <a:pt x="183" y="185"/>
                  <a:pt x="184" y="184"/>
                </a:cubicBezTo>
                <a:cubicBezTo>
                  <a:pt x="185" y="184"/>
                  <a:pt x="185" y="183"/>
                  <a:pt x="186" y="183"/>
                </a:cubicBezTo>
                <a:cubicBezTo>
                  <a:pt x="186" y="182"/>
                  <a:pt x="187" y="182"/>
                  <a:pt x="188" y="182"/>
                </a:cubicBezTo>
                <a:cubicBezTo>
                  <a:pt x="188" y="182"/>
                  <a:pt x="189" y="181"/>
                  <a:pt x="190" y="181"/>
                </a:cubicBezTo>
                <a:cubicBezTo>
                  <a:pt x="192" y="181"/>
                  <a:pt x="194" y="181"/>
                  <a:pt x="196" y="182"/>
                </a:cubicBezTo>
                <a:cubicBezTo>
                  <a:pt x="197" y="182"/>
                  <a:pt x="198" y="183"/>
                  <a:pt x="199" y="184"/>
                </a:cubicBezTo>
                <a:cubicBezTo>
                  <a:pt x="200" y="185"/>
                  <a:pt x="201" y="186"/>
                  <a:pt x="201" y="188"/>
                </a:cubicBezTo>
                <a:cubicBezTo>
                  <a:pt x="202" y="189"/>
                  <a:pt x="202" y="190"/>
                  <a:pt x="202" y="192"/>
                </a:cubicBezTo>
                <a:cubicBezTo>
                  <a:pt x="202" y="195"/>
                  <a:pt x="201" y="197"/>
                  <a:pt x="199" y="199"/>
                </a:cubicBezTo>
                <a:cubicBezTo>
                  <a:pt x="197" y="201"/>
                  <a:pt x="195" y="202"/>
                  <a:pt x="192" y="202"/>
                </a:cubicBezTo>
                <a:cubicBezTo>
                  <a:pt x="190" y="202"/>
                  <a:pt x="189" y="202"/>
                  <a:pt x="188" y="201"/>
                </a:cubicBezTo>
                <a:cubicBezTo>
                  <a:pt x="186" y="201"/>
                  <a:pt x="185" y="200"/>
                  <a:pt x="184" y="199"/>
                </a:cubicBezTo>
                <a:cubicBezTo>
                  <a:pt x="182" y="197"/>
                  <a:pt x="181" y="195"/>
                  <a:pt x="181" y="192"/>
                </a:cubicBezTo>
                <a:cubicBezTo>
                  <a:pt x="181" y="190"/>
                  <a:pt x="181" y="189"/>
                  <a:pt x="182" y="188"/>
                </a:cubicBezTo>
                <a:close/>
                <a:moveTo>
                  <a:pt x="184" y="227"/>
                </a:moveTo>
                <a:cubicBezTo>
                  <a:pt x="185" y="226"/>
                  <a:pt x="185" y="226"/>
                  <a:pt x="186" y="225"/>
                </a:cubicBezTo>
                <a:cubicBezTo>
                  <a:pt x="186" y="225"/>
                  <a:pt x="187" y="225"/>
                  <a:pt x="188" y="225"/>
                </a:cubicBezTo>
                <a:cubicBezTo>
                  <a:pt x="188" y="224"/>
                  <a:pt x="189" y="224"/>
                  <a:pt x="190" y="224"/>
                </a:cubicBezTo>
                <a:cubicBezTo>
                  <a:pt x="191" y="224"/>
                  <a:pt x="192" y="224"/>
                  <a:pt x="194" y="224"/>
                </a:cubicBezTo>
                <a:cubicBezTo>
                  <a:pt x="194" y="224"/>
                  <a:pt x="195" y="224"/>
                  <a:pt x="196" y="225"/>
                </a:cubicBezTo>
                <a:cubicBezTo>
                  <a:pt x="196" y="225"/>
                  <a:pt x="197" y="225"/>
                  <a:pt x="198" y="225"/>
                </a:cubicBezTo>
                <a:cubicBezTo>
                  <a:pt x="198" y="226"/>
                  <a:pt x="199" y="226"/>
                  <a:pt x="199" y="227"/>
                </a:cubicBezTo>
                <a:cubicBezTo>
                  <a:pt x="201" y="229"/>
                  <a:pt x="202" y="232"/>
                  <a:pt x="202" y="234"/>
                </a:cubicBezTo>
                <a:cubicBezTo>
                  <a:pt x="202" y="236"/>
                  <a:pt x="202" y="237"/>
                  <a:pt x="201" y="238"/>
                </a:cubicBezTo>
                <a:cubicBezTo>
                  <a:pt x="201" y="240"/>
                  <a:pt x="200" y="241"/>
                  <a:pt x="199" y="242"/>
                </a:cubicBezTo>
                <a:cubicBezTo>
                  <a:pt x="198" y="243"/>
                  <a:pt x="197" y="244"/>
                  <a:pt x="196" y="244"/>
                </a:cubicBezTo>
                <a:cubicBezTo>
                  <a:pt x="194" y="245"/>
                  <a:pt x="193" y="245"/>
                  <a:pt x="192" y="245"/>
                </a:cubicBezTo>
                <a:cubicBezTo>
                  <a:pt x="190" y="245"/>
                  <a:pt x="189" y="245"/>
                  <a:pt x="188" y="244"/>
                </a:cubicBezTo>
                <a:cubicBezTo>
                  <a:pt x="186" y="244"/>
                  <a:pt x="185" y="243"/>
                  <a:pt x="184" y="242"/>
                </a:cubicBezTo>
                <a:cubicBezTo>
                  <a:pt x="182" y="240"/>
                  <a:pt x="181" y="237"/>
                  <a:pt x="181" y="234"/>
                </a:cubicBezTo>
                <a:cubicBezTo>
                  <a:pt x="181" y="232"/>
                  <a:pt x="182" y="229"/>
                  <a:pt x="184" y="227"/>
                </a:cubicBezTo>
                <a:close/>
                <a:moveTo>
                  <a:pt x="182" y="273"/>
                </a:moveTo>
                <a:cubicBezTo>
                  <a:pt x="182" y="272"/>
                  <a:pt x="183" y="270"/>
                  <a:pt x="184" y="269"/>
                </a:cubicBezTo>
                <a:cubicBezTo>
                  <a:pt x="185" y="268"/>
                  <a:pt x="186" y="268"/>
                  <a:pt x="188" y="267"/>
                </a:cubicBezTo>
                <a:cubicBezTo>
                  <a:pt x="190" y="266"/>
                  <a:pt x="193" y="266"/>
                  <a:pt x="196" y="267"/>
                </a:cubicBezTo>
                <a:cubicBezTo>
                  <a:pt x="197" y="268"/>
                  <a:pt x="198" y="268"/>
                  <a:pt x="199" y="269"/>
                </a:cubicBezTo>
                <a:cubicBezTo>
                  <a:pt x="200" y="270"/>
                  <a:pt x="201" y="272"/>
                  <a:pt x="201" y="273"/>
                </a:cubicBezTo>
                <a:cubicBezTo>
                  <a:pt x="202" y="274"/>
                  <a:pt x="202" y="276"/>
                  <a:pt x="202" y="277"/>
                </a:cubicBezTo>
                <a:cubicBezTo>
                  <a:pt x="202" y="278"/>
                  <a:pt x="202" y="280"/>
                  <a:pt x="201" y="281"/>
                </a:cubicBezTo>
                <a:cubicBezTo>
                  <a:pt x="201" y="282"/>
                  <a:pt x="200" y="284"/>
                  <a:pt x="199" y="285"/>
                </a:cubicBezTo>
                <a:cubicBezTo>
                  <a:pt x="197" y="287"/>
                  <a:pt x="195" y="288"/>
                  <a:pt x="192" y="288"/>
                </a:cubicBezTo>
                <a:cubicBezTo>
                  <a:pt x="189" y="288"/>
                  <a:pt x="186" y="287"/>
                  <a:pt x="184" y="285"/>
                </a:cubicBezTo>
                <a:cubicBezTo>
                  <a:pt x="182" y="283"/>
                  <a:pt x="181" y="280"/>
                  <a:pt x="181" y="277"/>
                </a:cubicBezTo>
                <a:cubicBezTo>
                  <a:pt x="181" y="276"/>
                  <a:pt x="181" y="274"/>
                  <a:pt x="182" y="273"/>
                </a:cubicBezTo>
                <a:close/>
                <a:moveTo>
                  <a:pt x="184" y="312"/>
                </a:moveTo>
                <a:cubicBezTo>
                  <a:pt x="187" y="309"/>
                  <a:pt x="192" y="308"/>
                  <a:pt x="196" y="310"/>
                </a:cubicBezTo>
                <a:cubicBezTo>
                  <a:pt x="197" y="310"/>
                  <a:pt x="198" y="311"/>
                  <a:pt x="199" y="312"/>
                </a:cubicBezTo>
                <a:cubicBezTo>
                  <a:pt x="201" y="314"/>
                  <a:pt x="202" y="317"/>
                  <a:pt x="202" y="320"/>
                </a:cubicBezTo>
                <a:cubicBezTo>
                  <a:pt x="202" y="321"/>
                  <a:pt x="202" y="322"/>
                  <a:pt x="201" y="324"/>
                </a:cubicBezTo>
                <a:cubicBezTo>
                  <a:pt x="201" y="325"/>
                  <a:pt x="200" y="326"/>
                  <a:pt x="199" y="327"/>
                </a:cubicBezTo>
                <a:cubicBezTo>
                  <a:pt x="198" y="328"/>
                  <a:pt x="197" y="329"/>
                  <a:pt x="196" y="329"/>
                </a:cubicBezTo>
                <a:cubicBezTo>
                  <a:pt x="194" y="330"/>
                  <a:pt x="193" y="330"/>
                  <a:pt x="192" y="330"/>
                </a:cubicBezTo>
                <a:cubicBezTo>
                  <a:pt x="189" y="330"/>
                  <a:pt x="186" y="329"/>
                  <a:pt x="184" y="327"/>
                </a:cubicBezTo>
                <a:cubicBezTo>
                  <a:pt x="183" y="326"/>
                  <a:pt x="182" y="325"/>
                  <a:pt x="182" y="324"/>
                </a:cubicBezTo>
                <a:cubicBezTo>
                  <a:pt x="181" y="322"/>
                  <a:pt x="181" y="321"/>
                  <a:pt x="181" y="320"/>
                </a:cubicBezTo>
                <a:cubicBezTo>
                  <a:pt x="181" y="317"/>
                  <a:pt x="182" y="314"/>
                  <a:pt x="184" y="312"/>
                </a:cubicBezTo>
                <a:close/>
                <a:moveTo>
                  <a:pt x="288" y="394"/>
                </a:moveTo>
                <a:cubicBezTo>
                  <a:pt x="309" y="394"/>
                  <a:pt x="309" y="394"/>
                  <a:pt x="309" y="394"/>
                </a:cubicBezTo>
                <a:cubicBezTo>
                  <a:pt x="309" y="362"/>
                  <a:pt x="309" y="362"/>
                  <a:pt x="309" y="362"/>
                </a:cubicBezTo>
                <a:cubicBezTo>
                  <a:pt x="309" y="356"/>
                  <a:pt x="314" y="352"/>
                  <a:pt x="320" y="352"/>
                </a:cubicBezTo>
                <a:cubicBezTo>
                  <a:pt x="326" y="352"/>
                  <a:pt x="330" y="356"/>
                  <a:pt x="330" y="362"/>
                </a:cubicBezTo>
                <a:cubicBezTo>
                  <a:pt x="330" y="394"/>
                  <a:pt x="330" y="394"/>
                  <a:pt x="330" y="394"/>
                </a:cubicBezTo>
                <a:cubicBezTo>
                  <a:pt x="352" y="394"/>
                  <a:pt x="352" y="394"/>
                  <a:pt x="352" y="394"/>
                </a:cubicBezTo>
                <a:cubicBezTo>
                  <a:pt x="352" y="202"/>
                  <a:pt x="352" y="202"/>
                  <a:pt x="352" y="202"/>
                </a:cubicBezTo>
                <a:cubicBezTo>
                  <a:pt x="288" y="202"/>
                  <a:pt x="288" y="202"/>
                  <a:pt x="288" y="202"/>
                </a:cubicBezTo>
                <a:lnTo>
                  <a:pt x="288" y="394"/>
                </a:lnTo>
                <a:close/>
                <a:moveTo>
                  <a:pt x="312" y="227"/>
                </a:moveTo>
                <a:cubicBezTo>
                  <a:pt x="313" y="226"/>
                  <a:pt x="313" y="226"/>
                  <a:pt x="314" y="225"/>
                </a:cubicBezTo>
                <a:cubicBezTo>
                  <a:pt x="314" y="225"/>
                  <a:pt x="315" y="225"/>
                  <a:pt x="316" y="225"/>
                </a:cubicBezTo>
                <a:cubicBezTo>
                  <a:pt x="316" y="224"/>
                  <a:pt x="317" y="224"/>
                  <a:pt x="318" y="224"/>
                </a:cubicBezTo>
                <a:cubicBezTo>
                  <a:pt x="321" y="223"/>
                  <a:pt x="325" y="224"/>
                  <a:pt x="327" y="227"/>
                </a:cubicBezTo>
                <a:cubicBezTo>
                  <a:pt x="329" y="229"/>
                  <a:pt x="330" y="232"/>
                  <a:pt x="330" y="234"/>
                </a:cubicBezTo>
                <a:cubicBezTo>
                  <a:pt x="330" y="236"/>
                  <a:pt x="330" y="237"/>
                  <a:pt x="329" y="238"/>
                </a:cubicBezTo>
                <a:cubicBezTo>
                  <a:pt x="329" y="240"/>
                  <a:pt x="328" y="241"/>
                  <a:pt x="327" y="242"/>
                </a:cubicBezTo>
                <a:cubicBezTo>
                  <a:pt x="326" y="243"/>
                  <a:pt x="325" y="244"/>
                  <a:pt x="324" y="244"/>
                </a:cubicBezTo>
                <a:cubicBezTo>
                  <a:pt x="322" y="245"/>
                  <a:pt x="321" y="245"/>
                  <a:pt x="320" y="245"/>
                </a:cubicBezTo>
                <a:cubicBezTo>
                  <a:pt x="318" y="245"/>
                  <a:pt x="317" y="245"/>
                  <a:pt x="316" y="244"/>
                </a:cubicBezTo>
                <a:cubicBezTo>
                  <a:pt x="314" y="244"/>
                  <a:pt x="313" y="243"/>
                  <a:pt x="312" y="242"/>
                </a:cubicBezTo>
                <a:cubicBezTo>
                  <a:pt x="311" y="241"/>
                  <a:pt x="310" y="240"/>
                  <a:pt x="310" y="238"/>
                </a:cubicBezTo>
                <a:cubicBezTo>
                  <a:pt x="309" y="237"/>
                  <a:pt x="309" y="236"/>
                  <a:pt x="309" y="234"/>
                </a:cubicBezTo>
                <a:cubicBezTo>
                  <a:pt x="309" y="232"/>
                  <a:pt x="310" y="229"/>
                  <a:pt x="312" y="227"/>
                </a:cubicBezTo>
                <a:close/>
                <a:moveTo>
                  <a:pt x="310" y="273"/>
                </a:moveTo>
                <a:cubicBezTo>
                  <a:pt x="310" y="272"/>
                  <a:pt x="311" y="270"/>
                  <a:pt x="312" y="269"/>
                </a:cubicBezTo>
                <a:cubicBezTo>
                  <a:pt x="313" y="268"/>
                  <a:pt x="314" y="268"/>
                  <a:pt x="316" y="267"/>
                </a:cubicBezTo>
                <a:cubicBezTo>
                  <a:pt x="318" y="266"/>
                  <a:pt x="321" y="266"/>
                  <a:pt x="324" y="267"/>
                </a:cubicBezTo>
                <a:cubicBezTo>
                  <a:pt x="325" y="268"/>
                  <a:pt x="326" y="268"/>
                  <a:pt x="327" y="269"/>
                </a:cubicBezTo>
                <a:cubicBezTo>
                  <a:pt x="328" y="270"/>
                  <a:pt x="329" y="272"/>
                  <a:pt x="329" y="273"/>
                </a:cubicBezTo>
                <a:cubicBezTo>
                  <a:pt x="330" y="274"/>
                  <a:pt x="330" y="276"/>
                  <a:pt x="330" y="277"/>
                </a:cubicBezTo>
                <a:cubicBezTo>
                  <a:pt x="330" y="278"/>
                  <a:pt x="330" y="280"/>
                  <a:pt x="329" y="281"/>
                </a:cubicBezTo>
                <a:cubicBezTo>
                  <a:pt x="329" y="282"/>
                  <a:pt x="328" y="284"/>
                  <a:pt x="327" y="285"/>
                </a:cubicBezTo>
                <a:cubicBezTo>
                  <a:pt x="326" y="286"/>
                  <a:pt x="325" y="286"/>
                  <a:pt x="324" y="287"/>
                </a:cubicBezTo>
                <a:cubicBezTo>
                  <a:pt x="322" y="287"/>
                  <a:pt x="321" y="288"/>
                  <a:pt x="320" y="288"/>
                </a:cubicBezTo>
                <a:cubicBezTo>
                  <a:pt x="318" y="288"/>
                  <a:pt x="317" y="287"/>
                  <a:pt x="316" y="287"/>
                </a:cubicBezTo>
                <a:cubicBezTo>
                  <a:pt x="314" y="286"/>
                  <a:pt x="313" y="286"/>
                  <a:pt x="312" y="285"/>
                </a:cubicBezTo>
                <a:cubicBezTo>
                  <a:pt x="311" y="284"/>
                  <a:pt x="310" y="282"/>
                  <a:pt x="310" y="281"/>
                </a:cubicBezTo>
                <a:cubicBezTo>
                  <a:pt x="309" y="280"/>
                  <a:pt x="309" y="278"/>
                  <a:pt x="309" y="277"/>
                </a:cubicBezTo>
                <a:cubicBezTo>
                  <a:pt x="309" y="276"/>
                  <a:pt x="309" y="274"/>
                  <a:pt x="310" y="273"/>
                </a:cubicBezTo>
                <a:close/>
                <a:moveTo>
                  <a:pt x="310" y="316"/>
                </a:moveTo>
                <a:cubicBezTo>
                  <a:pt x="310" y="314"/>
                  <a:pt x="311" y="313"/>
                  <a:pt x="312" y="312"/>
                </a:cubicBezTo>
                <a:cubicBezTo>
                  <a:pt x="313" y="312"/>
                  <a:pt x="313" y="311"/>
                  <a:pt x="314" y="311"/>
                </a:cubicBezTo>
                <a:cubicBezTo>
                  <a:pt x="314" y="310"/>
                  <a:pt x="315" y="310"/>
                  <a:pt x="316" y="310"/>
                </a:cubicBezTo>
                <a:cubicBezTo>
                  <a:pt x="316" y="310"/>
                  <a:pt x="317" y="309"/>
                  <a:pt x="318" y="309"/>
                </a:cubicBezTo>
                <a:cubicBezTo>
                  <a:pt x="319" y="309"/>
                  <a:pt x="320" y="309"/>
                  <a:pt x="322" y="309"/>
                </a:cubicBezTo>
                <a:cubicBezTo>
                  <a:pt x="322" y="309"/>
                  <a:pt x="323" y="310"/>
                  <a:pt x="324" y="310"/>
                </a:cubicBezTo>
                <a:cubicBezTo>
                  <a:pt x="324" y="310"/>
                  <a:pt x="325" y="310"/>
                  <a:pt x="326" y="311"/>
                </a:cubicBezTo>
                <a:cubicBezTo>
                  <a:pt x="326" y="311"/>
                  <a:pt x="327" y="312"/>
                  <a:pt x="327" y="312"/>
                </a:cubicBezTo>
                <a:cubicBezTo>
                  <a:pt x="328" y="313"/>
                  <a:pt x="329" y="314"/>
                  <a:pt x="329" y="316"/>
                </a:cubicBezTo>
                <a:cubicBezTo>
                  <a:pt x="330" y="317"/>
                  <a:pt x="330" y="318"/>
                  <a:pt x="330" y="320"/>
                </a:cubicBezTo>
                <a:cubicBezTo>
                  <a:pt x="330" y="321"/>
                  <a:pt x="330" y="322"/>
                  <a:pt x="329" y="324"/>
                </a:cubicBezTo>
                <a:cubicBezTo>
                  <a:pt x="329" y="325"/>
                  <a:pt x="328" y="326"/>
                  <a:pt x="327" y="327"/>
                </a:cubicBezTo>
                <a:cubicBezTo>
                  <a:pt x="325" y="329"/>
                  <a:pt x="322" y="330"/>
                  <a:pt x="320" y="330"/>
                </a:cubicBezTo>
                <a:cubicBezTo>
                  <a:pt x="317" y="330"/>
                  <a:pt x="314" y="329"/>
                  <a:pt x="312" y="327"/>
                </a:cubicBezTo>
                <a:cubicBezTo>
                  <a:pt x="311" y="326"/>
                  <a:pt x="310" y="325"/>
                  <a:pt x="310" y="324"/>
                </a:cubicBezTo>
                <a:cubicBezTo>
                  <a:pt x="309" y="322"/>
                  <a:pt x="309" y="321"/>
                  <a:pt x="309" y="320"/>
                </a:cubicBezTo>
                <a:cubicBezTo>
                  <a:pt x="309" y="318"/>
                  <a:pt x="309" y="317"/>
                  <a:pt x="310" y="31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73" y="405"/>
                </a:moveTo>
                <a:cubicBezTo>
                  <a:pt x="373" y="411"/>
                  <a:pt x="368" y="416"/>
                  <a:pt x="362" y="416"/>
                </a:cubicBezTo>
                <a:cubicBezTo>
                  <a:pt x="149" y="416"/>
                  <a:pt x="149" y="416"/>
                  <a:pt x="149" y="416"/>
                </a:cubicBezTo>
                <a:cubicBezTo>
                  <a:pt x="143" y="416"/>
                  <a:pt x="138" y="411"/>
                  <a:pt x="138" y="405"/>
                </a:cubicBezTo>
                <a:cubicBezTo>
                  <a:pt x="138" y="106"/>
                  <a:pt x="138" y="106"/>
                  <a:pt x="138" y="106"/>
                </a:cubicBezTo>
                <a:cubicBezTo>
                  <a:pt x="138" y="100"/>
                  <a:pt x="143" y="96"/>
                  <a:pt x="149" y="96"/>
                </a:cubicBezTo>
                <a:cubicBezTo>
                  <a:pt x="277" y="96"/>
                  <a:pt x="277" y="96"/>
                  <a:pt x="277" y="96"/>
                </a:cubicBezTo>
                <a:cubicBezTo>
                  <a:pt x="283" y="96"/>
                  <a:pt x="288" y="100"/>
                  <a:pt x="288" y="106"/>
                </a:cubicBezTo>
                <a:cubicBezTo>
                  <a:pt x="288" y="181"/>
                  <a:pt x="288" y="181"/>
                  <a:pt x="288" y="181"/>
                </a:cubicBezTo>
                <a:cubicBezTo>
                  <a:pt x="362" y="181"/>
                  <a:pt x="362" y="181"/>
                  <a:pt x="362" y="181"/>
                </a:cubicBezTo>
                <a:cubicBezTo>
                  <a:pt x="368" y="181"/>
                  <a:pt x="373" y="186"/>
                  <a:pt x="373" y="192"/>
                </a:cubicBezTo>
                <a:lnTo>
                  <a:pt x="373" y="405"/>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nvGrpSpPr>
          <p:cNvPr id="59" name="Group 447"/>
          <p:cNvGrpSpPr>
            <a:grpSpLocks noChangeAspect="1"/>
          </p:cNvGrpSpPr>
          <p:nvPr/>
        </p:nvGrpSpPr>
        <p:grpSpPr bwMode="auto">
          <a:xfrm>
            <a:off x="854854" y="4502825"/>
            <a:ext cx="298221" cy="298221"/>
            <a:chOff x="5601" y="1820"/>
            <a:chExt cx="340" cy="340"/>
          </a:xfrm>
          <a:solidFill>
            <a:schemeClr val="bg1"/>
          </a:solidFill>
        </p:grpSpPr>
        <p:sp>
          <p:nvSpPr>
            <p:cNvPr id="60" name="Freeform 448"/>
            <p:cNvSpPr>
              <a:spLocks noEditPoints="1"/>
            </p:cNvSpPr>
            <p:nvPr/>
          </p:nvSpPr>
          <p:spPr bwMode="auto">
            <a:xfrm>
              <a:off x="5679" y="1948"/>
              <a:ext cx="182" cy="85"/>
            </a:xfrm>
            <a:custGeom>
              <a:avLst/>
              <a:gdLst>
                <a:gd name="T0" fmla="*/ 131 w 275"/>
                <a:gd name="T1" fmla="*/ 43 h 128"/>
                <a:gd name="T2" fmla="*/ 122 w 275"/>
                <a:gd name="T3" fmla="*/ 37 h 128"/>
                <a:gd name="T4" fmla="*/ 64 w 275"/>
                <a:gd name="T5" fmla="*/ 0 h 128"/>
                <a:gd name="T6" fmla="*/ 0 w 275"/>
                <a:gd name="T7" fmla="*/ 64 h 128"/>
                <a:gd name="T8" fmla="*/ 64 w 275"/>
                <a:gd name="T9" fmla="*/ 128 h 128"/>
                <a:gd name="T10" fmla="*/ 122 w 275"/>
                <a:gd name="T11" fmla="*/ 92 h 128"/>
                <a:gd name="T12" fmla="*/ 131 w 275"/>
                <a:gd name="T13" fmla="*/ 86 h 128"/>
                <a:gd name="T14" fmla="*/ 177 w 275"/>
                <a:gd name="T15" fmla="*/ 86 h 128"/>
                <a:gd name="T16" fmla="*/ 195 w 275"/>
                <a:gd name="T17" fmla="*/ 67 h 128"/>
                <a:gd name="T18" fmla="*/ 210 w 275"/>
                <a:gd name="T19" fmla="*/ 67 h 128"/>
                <a:gd name="T20" fmla="*/ 224 w 275"/>
                <a:gd name="T21" fmla="*/ 81 h 128"/>
                <a:gd name="T22" fmla="*/ 238 w 275"/>
                <a:gd name="T23" fmla="*/ 67 h 128"/>
                <a:gd name="T24" fmla="*/ 253 w 275"/>
                <a:gd name="T25" fmla="*/ 67 h 128"/>
                <a:gd name="T26" fmla="*/ 265 w 275"/>
                <a:gd name="T27" fmla="*/ 79 h 128"/>
                <a:gd name="T28" fmla="*/ 275 w 275"/>
                <a:gd name="T29" fmla="*/ 64 h 128"/>
                <a:gd name="T30" fmla="*/ 261 w 275"/>
                <a:gd name="T31" fmla="*/ 43 h 128"/>
                <a:gd name="T32" fmla="*/ 131 w 275"/>
                <a:gd name="T33" fmla="*/ 43 h 128"/>
                <a:gd name="T34" fmla="*/ 53 w 275"/>
                <a:gd name="T35" fmla="*/ 85 h 128"/>
                <a:gd name="T36" fmla="*/ 32 w 275"/>
                <a:gd name="T37" fmla="*/ 64 h 128"/>
                <a:gd name="T38" fmla="*/ 53 w 275"/>
                <a:gd name="T39" fmla="*/ 43 h 128"/>
                <a:gd name="T40" fmla="*/ 75 w 275"/>
                <a:gd name="T41" fmla="*/ 64 h 128"/>
                <a:gd name="T42" fmla="*/ 53 w 275"/>
                <a:gd name="T43" fmla="*/ 8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5" h="128">
                  <a:moveTo>
                    <a:pt x="131" y="43"/>
                  </a:moveTo>
                  <a:cubicBezTo>
                    <a:pt x="127" y="43"/>
                    <a:pt x="124" y="41"/>
                    <a:pt x="122" y="37"/>
                  </a:cubicBezTo>
                  <a:cubicBezTo>
                    <a:pt x="111" y="15"/>
                    <a:pt x="89" y="0"/>
                    <a:pt x="64" y="0"/>
                  </a:cubicBezTo>
                  <a:cubicBezTo>
                    <a:pt x="29" y="0"/>
                    <a:pt x="0" y="29"/>
                    <a:pt x="0" y="64"/>
                  </a:cubicBezTo>
                  <a:cubicBezTo>
                    <a:pt x="0" y="99"/>
                    <a:pt x="29" y="128"/>
                    <a:pt x="64" y="128"/>
                  </a:cubicBezTo>
                  <a:cubicBezTo>
                    <a:pt x="89" y="128"/>
                    <a:pt x="111" y="114"/>
                    <a:pt x="122" y="92"/>
                  </a:cubicBezTo>
                  <a:cubicBezTo>
                    <a:pt x="124" y="88"/>
                    <a:pt x="127" y="86"/>
                    <a:pt x="131" y="86"/>
                  </a:cubicBezTo>
                  <a:cubicBezTo>
                    <a:pt x="177" y="86"/>
                    <a:pt x="177" y="86"/>
                    <a:pt x="177" y="86"/>
                  </a:cubicBezTo>
                  <a:cubicBezTo>
                    <a:pt x="195" y="67"/>
                    <a:pt x="195" y="67"/>
                    <a:pt x="195" y="67"/>
                  </a:cubicBezTo>
                  <a:cubicBezTo>
                    <a:pt x="199" y="63"/>
                    <a:pt x="206" y="63"/>
                    <a:pt x="210" y="67"/>
                  </a:cubicBezTo>
                  <a:cubicBezTo>
                    <a:pt x="224" y="81"/>
                    <a:pt x="224" y="81"/>
                    <a:pt x="224" y="81"/>
                  </a:cubicBezTo>
                  <a:cubicBezTo>
                    <a:pt x="238" y="67"/>
                    <a:pt x="238" y="67"/>
                    <a:pt x="238" y="67"/>
                  </a:cubicBezTo>
                  <a:cubicBezTo>
                    <a:pt x="242" y="63"/>
                    <a:pt x="249" y="63"/>
                    <a:pt x="253" y="67"/>
                  </a:cubicBezTo>
                  <a:cubicBezTo>
                    <a:pt x="265" y="79"/>
                    <a:pt x="265" y="79"/>
                    <a:pt x="265" y="79"/>
                  </a:cubicBezTo>
                  <a:cubicBezTo>
                    <a:pt x="275" y="64"/>
                    <a:pt x="275" y="64"/>
                    <a:pt x="275" y="64"/>
                  </a:cubicBezTo>
                  <a:cubicBezTo>
                    <a:pt x="261" y="43"/>
                    <a:pt x="261" y="43"/>
                    <a:pt x="261" y="43"/>
                  </a:cubicBezTo>
                  <a:lnTo>
                    <a:pt x="131" y="43"/>
                  </a:lnTo>
                  <a:close/>
                  <a:moveTo>
                    <a:pt x="53" y="85"/>
                  </a:moveTo>
                  <a:cubicBezTo>
                    <a:pt x="42" y="85"/>
                    <a:pt x="32" y="76"/>
                    <a:pt x="32" y="64"/>
                  </a:cubicBezTo>
                  <a:cubicBezTo>
                    <a:pt x="32" y="52"/>
                    <a:pt x="42" y="43"/>
                    <a:pt x="53" y="43"/>
                  </a:cubicBezTo>
                  <a:cubicBezTo>
                    <a:pt x="65" y="43"/>
                    <a:pt x="75" y="52"/>
                    <a:pt x="75" y="64"/>
                  </a:cubicBezTo>
                  <a:cubicBezTo>
                    <a:pt x="75" y="76"/>
                    <a:pt x="65" y="85"/>
                    <a:pt x="53" y="8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68" name="Freeform 449"/>
            <p:cNvSpPr>
              <a:spLocks noEditPoints="1"/>
            </p:cNvSpPr>
            <p:nvPr/>
          </p:nvSpPr>
          <p:spPr bwMode="auto">
            <a:xfrm>
              <a:off x="5601" y="1820"/>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4 w 512"/>
                <a:gd name="T11" fmla="*/ 262 h 512"/>
                <a:gd name="T12" fmla="*/ 393 w 512"/>
                <a:gd name="T13" fmla="*/ 294 h 512"/>
                <a:gd name="T14" fmla="*/ 385 w 512"/>
                <a:gd name="T15" fmla="*/ 299 h 512"/>
                <a:gd name="T16" fmla="*/ 376 w 512"/>
                <a:gd name="T17" fmla="*/ 296 h 512"/>
                <a:gd name="T18" fmla="*/ 362 w 512"/>
                <a:gd name="T19" fmla="*/ 282 h 512"/>
                <a:gd name="T20" fmla="*/ 349 w 512"/>
                <a:gd name="T21" fmla="*/ 296 h 512"/>
                <a:gd name="T22" fmla="*/ 333 w 512"/>
                <a:gd name="T23" fmla="*/ 296 h 512"/>
                <a:gd name="T24" fmla="*/ 320 w 512"/>
                <a:gd name="T25" fmla="*/ 282 h 512"/>
                <a:gd name="T26" fmla="*/ 306 w 512"/>
                <a:gd name="T27" fmla="*/ 296 h 512"/>
                <a:gd name="T28" fmla="*/ 298 w 512"/>
                <a:gd name="T29" fmla="*/ 299 h 512"/>
                <a:gd name="T30" fmla="*/ 255 w 512"/>
                <a:gd name="T31" fmla="*/ 299 h 512"/>
                <a:gd name="T32" fmla="*/ 181 w 512"/>
                <a:gd name="T33" fmla="*/ 342 h 512"/>
                <a:gd name="T34" fmla="*/ 96 w 512"/>
                <a:gd name="T35" fmla="*/ 256 h 512"/>
                <a:gd name="T36" fmla="*/ 181 w 512"/>
                <a:gd name="T37" fmla="*/ 171 h 512"/>
                <a:gd name="T38" fmla="*/ 255 w 512"/>
                <a:gd name="T39" fmla="*/ 214 h 512"/>
                <a:gd name="T40" fmla="*/ 384 w 512"/>
                <a:gd name="T41" fmla="*/ 214 h 512"/>
                <a:gd name="T42" fmla="*/ 393 w 512"/>
                <a:gd name="T43" fmla="*/ 218 h 512"/>
                <a:gd name="T44" fmla="*/ 414 w 512"/>
                <a:gd name="T45" fmla="*/ 250 h 512"/>
                <a:gd name="T46" fmla="*/ 414 w 512"/>
                <a:gd name="T47" fmla="*/ 2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2" h="512">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moveTo>
                    <a:pt x="414" y="262"/>
                  </a:moveTo>
                  <a:cubicBezTo>
                    <a:pt x="393" y="294"/>
                    <a:pt x="393" y="294"/>
                    <a:pt x="393" y="294"/>
                  </a:cubicBezTo>
                  <a:cubicBezTo>
                    <a:pt x="391" y="297"/>
                    <a:pt x="388" y="298"/>
                    <a:pt x="385" y="299"/>
                  </a:cubicBezTo>
                  <a:cubicBezTo>
                    <a:pt x="381" y="299"/>
                    <a:pt x="378" y="298"/>
                    <a:pt x="376" y="296"/>
                  </a:cubicBezTo>
                  <a:cubicBezTo>
                    <a:pt x="362" y="282"/>
                    <a:pt x="362" y="282"/>
                    <a:pt x="362" y="282"/>
                  </a:cubicBezTo>
                  <a:cubicBezTo>
                    <a:pt x="349" y="296"/>
                    <a:pt x="349" y="296"/>
                    <a:pt x="349" y="296"/>
                  </a:cubicBezTo>
                  <a:cubicBezTo>
                    <a:pt x="344" y="300"/>
                    <a:pt x="338" y="300"/>
                    <a:pt x="333" y="296"/>
                  </a:cubicBezTo>
                  <a:cubicBezTo>
                    <a:pt x="320" y="282"/>
                    <a:pt x="320" y="282"/>
                    <a:pt x="320" y="282"/>
                  </a:cubicBezTo>
                  <a:cubicBezTo>
                    <a:pt x="306" y="296"/>
                    <a:pt x="306" y="296"/>
                    <a:pt x="306" y="296"/>
                  </a:cubicBezTo>
                  <a:cubicBezTo>
                    <a:pt x="304" y="298"/>
                    <a:pt x="301" y="299"/>
                    <a:pt x="298" y="299"/>
                  </a:cubicBezTo>
                  <a:cubicBezTo>
                    <a:pt x="255" y="299"/>
                    <a:pt x="255" y="299"/>
                    <a:pt x="255" y="299"/>
                  </a:cubicBezTo>
                  <a:cubicBezTo>
                    <a:pt x="240" y="325"/>
                    <a:pt x="211" y="342"/>
                    <a:pt x="181" y="342"/>
                  </a:cubicBezTo>
                  <a:cubicBezTo>
                    <a:pt x="134" y="342"/>
                    <a:pt x="96" y="303"/>
                    <a:pt x="96" y="256"/>
                  </a:cubicBezTo>
                  <a:cubicBezTo>
                    <a:pt x="96" y="209"/>
                    <a:pt x="134" y="171"/>
                    <a:pt x="181" y="171"/>
                  </a:cubicBezTo>
                  <a:cubicBezTo>
                    <a:pt x="211" y="171"/>
                    <a:pt x="240" y="187"/>
                    <a:pt x="255" y="214"/>
                  </a:cubicBezTo>
                  <a:cubicBezTo>
                    <a:pt x="384" y="214"/>
                    <a:pt x="384" y="214"/>
                    <a:pt x="384" y="214"/>
                  </a:cubicBezTo>
                  <a:cubicBezTo>
                    <a:pt x="387" y="214"/>
                    <a:pt x="391" y="215"/>
                    <a:pt x="393" y="218"/>
                  </a:cubicBezTo>
                  <a:cubicBezTo>
                    <a:pt x="414" y="250"/>
                    <a:pt x="414" y="250"/>
                    <a:pt x="414" y="250"/>
                  </a:cubicBezTo>
                  <a:cubicBezTo>
                    <a:pt x="416" y="254"/>
                    <a:pt x="416" y="258"/>
                    <a:pt x="414" y="26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spTree>
    <p:extLst>
      <p:ext uri="{BB962C8B-B14F-4D97-AF65-F5344CB8AC3E}">
        <p14:creationId xmlns:p14="http://schemas.microsoft.com/office/powerpoint/2010/main" val="974171027"/>
      </p:ext>
    </p:extLst>
  </p:cSld>
  <p:clrMapOvr>
    <a:masterClrMapping/>
  </p:clrMapOvr>
  <p:transition>
    <p:fade/>
  </p:transition>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Ribbons with icons</a:t>
            </a:r>
            <a:endParaRPr lang="en-US" dirty="0"/>
          </a:p>
        </p:txBody>
      </p:sp>
      <p:sp>
        <p:nvSpPr>
          <p:cNvPr id="371719" name="Title 1"/>
          <p:cNvSpPr>
            <a:spLocks noGrp="1"/>
          </p:cNvSpPr>
          <p:nvPr>
            <p:ph type="title"/>
          </p:nvPr>
        </p:nvSpPr>
        <p:spPr/>
        <p:txBody>
          <a:bodyPr/>
          <a:lstStyle/>
          <a:p>
            <a:r>
              <a:rPr lang="en-US" altLang="ja-JP"/>
              <a:t>Bends</a:t>
            </a:r>
            <a:endParaRPr lang="en-US" dirty="0"/>
          </a:p>
        </p:txBody>
      </p:sp>
      <p:grpSp>
        <p:nvGrpSpPr>
          <p:cNvPr id="5" name="Group 4">
            <a:extLst>
              <a:ext uri="{FF2B5EF4-FFF2-40B4-BE49-F238E27FC236}">
                <a16:creationId xmlns:a16="http://schemas.microsoft.com/office/drawing/2014/main" id="{32DC7955-A63F-504E-A26A-7B94EC6AC2FB}"/>
              </a:ext>
            </a:extLst>
          </p:cNvPr>
          <p:cNvGrpSpPr/>
          <p:nvPr/>
        </p:nvGrpSpPr>
        <p:grpSpPr>
          <a:xfrm>
            <a:off x="1119512" y="1468441"/>
            <a:ext cx="7798126" cy="4320775"/>
            <a:chOff x="1377861" y="1016001"/>
            <a:chExt cx="9597693" cy="5317877"/>
          </a:xfrm>
        </p:grpSpPr>
        <p:sp>
          <p:nvSpPr>
            <p:cNvPr id="24" name="Freeform 6"/>
            <p:cNvSpPr>
              <a:spLocks/>
            </p:cNvSpPr>
            <p:nvPr/>
          </p:nvSpPr>
          <p:spPr bwMode="auto">
            <a:xfrm>
              <a:off x="1378810" y="4649924"/>
              <a:ext cx="8982635" cy="1683954"/>
            </a:xfrm>
            <a:custGeom>
              <a:avLst/>
              <a:gdLst>
                <a:gd name="T0" fmla="*/ 4422 w 4637"/>
                <a:gd name="T1" fmla="*/ 0 h 1380"/>
                <a:gd name="T2" fmla="*/ 588 w 4637"/>
                <a:gd name="T3" fmla="*/ 0 h 1380"/>
                <a:gd name="T4" fmla="*/ 0 w 4637"/>
                <a:gd name="T5" fmla="*/ 156 h 1380"/>
                <a:gd name="T6" fmla="*/ 0 w 4637"/>
                <a:gd name="T7" fmla="*/ 1380 h 1380"/>
                <a:gd name="T8" fmla="*/ 588 w 4637"/>
                <a:gd name="T9" fmla="*/ 553 h 1380"/>
                <a:gd name="T10" fmla="*/ 4417 w 4637"/>
                <a:gd name="T11" fmla="*/ 553 h 1380"/>
                <a:gd name="T12" fmla="*/ 4637 w 4637"/>
                <a:gd name="T13" fmla="*/ 0 h 1380"/>
                <a:gd name="T14" fmla="*/ 4422 w 4637"/>
                <a:gd name="T15" fmla="*/ 0 h 13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37" h="1380">
                  <a:moveTo>
                    <a:pt x="4422" y="0"/>
                  </a:moveTo>
                  <a:lnTo>
                    <a:pt x="588" y="0"/>
                  </a:lnTo>
                  <a:lnTo>
                    <a:pt x="0" y="156"/>
                  </a:lnTo>
                  <a:lnTo>
                    <a:pt x="0" y="1380"/>
                  </a:lnTo>
                  <a:lnTo>
                    <a:pt x="588" y="553"/>
                  </a:lnTo>
                  <a:lnTo>
                    <a:pt x="4417" y="553"/>
                  </a:lnTo>
                  <a:lnTo>
                    <a:pt x="4637" y="0"/>
                  </a:lnTo>
                  <a:lnTo>
                    <a:pt x="4422" y="0"/>
                  </a:lnTo>
                </a:path>
              </a:pathLst>
            </a:custGeom>
            <a:solidFill>
              <a:schemeClr val="accent6"/>
            </a:solidFill>
            <a:ln w="9525" cap="flat">
              <a:noFill/>
              <a:prstDash val="solid"/>
              <a:miter lim="800000"/>
              <a:headEnd/>
              <a:tailEnd/>
            </a:ln>
          </p:spPr>
          <p:txBody>
            <a:bodyPr vert="horz" wrap="square" lIns="74295" tIns="74295" rIns="74295" bIns="74295" numCol="1" anchor="t" anchorCtr="0" compatLnSpc="1">
              <a:prstTxWarp prst="textNoShape">
                <a:avLst/>
              </a:prstTxWarp>
            </a:bodyPr>
            <a:lstStyle/>
            <a:p>
              <a:endParaRPr lang="en-US" sz="800">
                <a:latin typeface="Aptos" panose="020B0004020202020204" pitchFamily="34" charset="0"/>
              </a:endParaRPr>
            </a:p>
          </p:txBody>
        </p:sp>
        <p:sp>
          <p:nvSpPr>
            <p:cNvPr id="25" name="Freeform 7"/>
            <p:cNvSpPr>
              <a:spLocks/>
            </p:cNvSpPr>
            <p:nvPr/>
          </p:nvSpPr>
          <p:spPr bwMode="auto">
            <a:xfrm>
              <a:off x="1377861" y="1016001"/>
              <a:ext cx="8986510" cy="1665650"/>
            </a:xfrm>
            <a:custGeom>
              <a:avLst/>
              <a:gdLst>
                <a:gd name="T0" fmla="*/ 4420 w 4639"/>
                <a:gd name="T1" fmla="*/ 1365 h 1365"/>
                <a:gd name="T2" fmla="*/ 4639 w 4639"/>
                <a:gd name="T3" fmla="*/ 819 h 1365"/>
                <a:gd name="T4" fmla="*/ 588 w 4639"/>
                <a:gd name="T5" fmla="*/ 819 h 1365"/>
                <a:gd name="T6" fmla="*/ 0 w 4639"/>
                <a:gd name="T7" fmla="*/ 0 h 1365"/>
                <a:gd name="T8" fmla="*/ 0 w 4639"/>
                <a:gd name="T9" fmla="*/ 982 h 1365"/>
                <a:gd name="T10" fmla="*/ 588 w 4639"/>
                <a:gd name="T11" fmla="*/ 1365 h 1365"/>
                <a:gd name="T12" fmla="*/ 4420 w 4639"/>
                <a:gd name="T13" fmla="*/ 1365 h 1365"/>
              </a:gdLst>
              <a:ahLst/>
              <a:cxnLst>
                <a:cxn ang="0">
                  <a:pos x="T0" y="T1"/>
                </a:cxn>
                <a:cxn ang="0">
                  <a:pos x="T2" y="T3"/>
                </a:cxn>
                <a:cxn ang="0">
                  <a:pos x="T4" y="T5"/>
                </a:cxn>
                <a:cxn ang="0">
                  <a:pos x="T6" y="T7"/>
                </a:cxn>
                <a:cxn ang="0">
                  <a:pos x="T8" y="T9"/>
                </a:cxn>
                <a:cxn ang="0">
                  <a:pos x="T10" y="T11"/>
                </a:cxn>
                <a:cxn ang="0">
                  <a:pos x="T12" y="T13"/>
                </a:cxn>
              </a:cxnLst>
              <a:rect l="0" t="0" r="r" b="b"/>
              <a:pathLst>
                <a:path w="4639" h="1365">
                  <a:moveTo>
                    <a:pt x="4420" y="1365"/>
                  </a:moveTo>
                  <a:lnTo>
                    <a:pt x="4639" y="819"/>
                  </a:lnTo>
                  <a:lnTo>
                    <a:pt x="588" y="819"/>
                  </a:lnTo>
                  <a:lnTo>
                    <a:pt x="0" y="0"/>
                  </a:lnTo>
                  <a:lnTo>
                    <a:pt x="0" y="982"/>
                  </a:lnTo>
                  <a:lnTo>
                    <a:pt x="588" y="1365"/>
                  </a:lnTo>
                  <a:lnTo>
                    <a:pt x="4420" y="1365"/>
                  </a:lnTo>
                  <a:close/>
                </a:path>
              </a:pathLst>
            </a:custGeom>
            <a:solidFill>
              <a:schemeClr val="accent1"/>
            </a:solidFill>
            <a:ln w="9525" cap="flat">
              <a:noFill/>
              <a:prstDash val="solid"/>
              <a:miter lim="800000"/>
              <a:headEnd/>
              <a:tailEnd/>
            </a:ln>
          </p:spPr>
          <p:txBody>
            <a:bodyPr vert="horz" wrap="square" lIns="74295" tIns="74295" rIns="74295" bIns="74295" numCol="1" anchor="t" anchorCtr="0" compatLnSpc="1">
              <a:prstTxWarp prst="textNoShape">
                <a:avLst/>
              </a:prstTxWarp>
            </a:bodyPr>
            <a:lstStyle/>
            <a:p>
              <a:endParaRPr lang="en-US" sz="800">
                <a:latin typeface="Aptos" panose="020B0004020202020204" pitchFamily="34" charset="0"/>
              </a:endParaRPr>
            </a:p>
          </p:txBody>
        </p:sp>
        <p:sp>
          <p:nvSpPr>
            <p:cNvPr id="26" name="Freeform 8"/>
            <p:cNvSpPr>
              <a:spLocks/>
            </p:cNvSpPr>
            <p:nvPr/>
          </p:nvSpPr>
          <p:spPr bwMode="auto">
            <a:xfrm>
              <a:off x="1377861" y="2214293"/>
              <a:ext cx="8986510" cy="1125077"/>
            </a:xfrm>
            <a:custGeom>
              <a:avLst/>
              <a:gdLst>
                <a:gd name="T0" fmla="*/ 4420 w 4639"/>
                <a:gd name="T1" fmla="*/ 383 h 922"/>
                <a:gd name="T2" fmla="*/ 588 w 4639"/>
                <a:gd name="T3" fmla="*/ 383 h 922"/>
                <a:gd name="T4" fmla="*/ 0 w 4639"/>
                <a:gd name="T5" fmla="*/ 0 h 922"/>
                <a:gd name="T6" fmla="*/ 0 w 4639"/>
                <a:gd name="T7" fmla="*/ 678 h 922"/>
                <a:gd name="T8" fmla="*/ 588 w 4639"/>
                <a:gd name="T9" fmla="*/ 922 h 922"/>
                <a:gd name="T10" fmla="*/ 4424 w 4639"/>
                <a:gd name="T11" fmla="*/ 922 h 922"/>
                <a:gd name="T12" fmla="*/ 4639 w 4639"/>
                <a:gd name="T13" fmla="*/ 383 h 922"/>
                <a:gd name="T14" fmla="*/ 4420 w 4639"/>
                <a:gd name="T15" fmla="*/ 383 h 9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39" h="922">
                  <a:moveTo>
                    <a:pt x="4420" y="383"/>
                  </a:moveTo>
                  <a:lnTo>
                    <a:pt x="588" y="383"/>
                  </a:lnTo>
                  <a:lnTo>
                    <a:pt x="0" y="0"/>
                  </a:lnTo>
                  <a:lnTo>
                    <a:pt x="0" y="678"/>
                  </a:lnTo>
                  <a:lnTo>
                    <a:pt x="588" y="922"/>
                  </a:lnTo>
                  <a:lnTo>
                    <a:pt x="4424" y="922"/>
                  </a:lnTo>
                  <a:lnTo>
                    <a:pt x="4639" y="383"/>
                  </a:lnTo>
                  <a:lnTo>
                    <a:pt x="4420" y="383"/>
                  </a:lnTo>
                </a:path>
              </a:pathLst>
            </a:custGeom>
            <a:solidFill>
              <a:schemeClr val="accent3"/>
            </a:solidFill>
            <a:ln w="9525" cap="flat">
              <a:noFill/>
              <a:prstDash val="solid"/>
              <a:miter lim="800000"/>
              <a:headEnd/>
              <a:tailEnd/>
            </a:ln>
          </p:spPr>
          <p:txBody>
            <a:bodyPr vert="horz" wrap="square" lIns="74295" tIns="74295" rIns="74295" bIns="74295" numCol="1" anchor="t" anchorCtr="0" compatLnSpc="1">
              <a:prstTxWarp prst="textNoShape">
                <a:avLst/>
              </a:prstTxWarp>
            </a:bodyPr>
            <a:lstStyle/>
            <a:p>
              <a:endParaRPr lang="en-US" sz="800">
                <a:latin typeface="Aptos" panose="020B0004020202020204" pitchFamily="34" charset="0"/>
              </a:endParaRPr>
            </a:p>
          </p:txBody>
        </p:sp>
        <p:sp>
          <p:nvSpPr>
            <p:cNvPr id="27" name="Freeform 9"/>
            <p:cNvSpPr>
              <a:spLocks/>
            </p:cNvSpPr>
            <p:nvPr/>
          </p:nvSpPr>
          <p:spPr bwMode="auto">
            <a:xfrm>
              <a:off x="1378810" y="3864079"/>
              <a:ext cx="8982635" cy="976206"/>
            </a:xfrm>
            <a:custGeom>
              <a:avLst/>
              <a:gdLst>
                <a:gd name="T0" fmla="*/ 4420 w 4637"/>
                <a:gd name="T1" fmla="*/ 106 h 800"/>
                <a:gd name="T2" fmla="*/ 590 w 4637"/>
                <a:gd name="T3" fmla="*/ 106 h 800"/>
                <a:gd name="T4" fmla="*/ 0 w 4637"/>
                <a:gd name="T5" fmla="*/ 0 h 800"/>
                <a:gd name="T6" fmla="*/ 0 w 4637"/>
                <a:gd name="T7" fmla="*/ 800 h 800"/>
                <a:gd name="T8" fmla="*/ 588 w 4637"/>
                <a:gd name="T9" fmla="*/ 644 h 800"/>
                <a:gd name="T10" fmla="*/ 4422 w 4637"/>
                <a:gd name="T11" fmla="*/ 644 h 800"/>
                <a:gd name="T12" fmla="*/ 4637 w 4637"/>
                <a:gd name="T13" fmla="*/ 106 h 800"/>
                <a:gd name="T14" fmla="*/ 4420 w 4637"/>
                <a:gd name="T15" fmla="*/ 106 h 8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37" h="800">
                  <a:moveTo>
                    <a:pt x="4420" y="106"/>
                  </a:moveTo>
                  <a:lnTo>
                    <a:pt x="590" y="106"/>
                  </a:lnTo>
                  <a:lnTo>
                    <a:pt x="0" y="0"/>
                  </a:lnTo>
                  <a:lnTo>
                    <a:pt x="0" y="800"/>
                  </a:lnTo>
                  <a:lnTo>
                    <a:pt x="588" y="644"/>
                  </a:lnTo>
                  <a:lnTo>
                    <a:pt x="4422" y="644"/>
                  </a:lnTo>
                  <a:lnTo>
                    <a:pt x="4637" y="106"/>
                  </a:lnTo>
                  <a:lnTo>
                    <a:pt x="4420" y="106"/>
                  </a:lnTo>
                </a:path>
              </a:pathLst>
            </a:custGeom>
            <a:solidFill>
              <a:schemeClr val="accent5"/>
            </a:solidFill>
            <a:ln w="9525" cap="flat">
              <a:noFill/>
              <a:prstDash val="solid"/>
              <a:miter lim="800000"/>
              <a:headEnd/>
              <a:tailEnd/>
            </a:ln>
          </p:spPr>
          <p:txBody>
            <a:bodyPr vert="horz" wrap="square" lIns="74295" tIns="74295" rIns="74295" bIns="74295" numCol="1" anchor="t" anchorCtr="0" compatLnSpc="1">
              <a:prstTxWarp prst="textNoShape">
                <a:avLst/>
              </a:prstTxWarp>
            </a:bodyPr>
            <a:lstStyle/>
            <a:p>
              <a:endParaRPr lang="en-US" sz="800">
                <a:latin typeface="Aptos" panose="020B0004020202020204" pitchFamily="34" charset="0"/>
              </a:endParaRPr>
            </a:p>
          </p:txBody>
        </p:sp>
        <p:sp>
          <p:nvSpPr>
            <p:cNvPr id="28" name="Freeform 10"/>
            <p:cNvSpPr>
              <a:spLocks/>
            </p:cNvSpPr>
            <p:nvPr/>
          </p:nvSpPr>
          <p:spPr bwMode="auto">
            <a:xfrm>
              <a:off x="1379761" y="3041626"/>
              <a:ext cx="8978762" cy="951800"/>
            </a:xfrm>
            <a:custGeom>
              <a:avLst/>
              <a:gdLst>
                <a:gd name="T0" fmla="*/ 4424 w 4635"/>
                <a:gd name="T1" fmla="*/ 244 h 780"/>
                <a:gd name="T2" fmla="*/ 588 w 4635"/>
                <a:gd name="T3" fmla="*/ 244 h 780"/>
                <a:gd name="T4" fmla="*/ 0 w 4635"/>
                <a:gd name="T5" fmla="*/ 0 h 780"/>
                <a:gd name="T6" fmla="*/ 0 w 4635"/>
                <a:gd name="T7" fmla="*/ 674 h 780"/>
                <a:gd name="T8" fmla="*/ 590 w 4635"/>
                <a:gd name="T9" fmla="*/ 780 h 780"/>
                <a:gd name="T10" fmla="*/ 4420 w 4635"/>
                <a:gd name="T11" fmla="*/ 780 h 780"/>
                <a:gd name="T12" fmla="*/ 4635 w 4635"/>
                <a:gd name="T13" fmla="*/ 244 h 780"/>
                <a:gd name="T14" fmla="*/ 4424 w 4635"/>
                <a:gd name="T15" fmla="*/ 244 h 7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35" h="780">
                  <a:moveTo>
                    <a:pt x="4424" y="244"/>
                  </a:moveTo>
                  <a:lnTo>
                    <a:pt x="588" y="244"/>
                  </a:lnTo>
                  <a:lnTo>
                    <a:pt x="0" y="0"/>
                  </a:lnTo>
                  <a:lnTo>
                    <a:pt x="0" y="674"/>
                  </a:lnTo>
                  <a:lnTo>
                    <a:pt x="590" y="780"/>
                  </a:lnTo>
                  <a:lnTo>
                    <a:pt x="4420" y="780"/>
                  </a:lnTo>
                  <a:lnTo>
                    <a:pt x="4635" y="244"/>
                  </a:lnTo>
                  <a:lnTo>
                    <a:pt x="4424" y="244"/>
                  </a:lnTo>
                </a:path>
              </a:pathLst>
            </a:custGeom>
            <a:solidFill>
              <a:schemeClr val="accent2"/>
            </a:solidFill>
            <a:ln w="9525" cap="flat">
              <a:noFill/>
              <a:prstDash val="solid"/>
              <a:miter lim="800000"/>
              <a:headEnd/>
              <a:tailEnd/>
            </a:ln>
          </p:spPr>
          <p:txBody>
            <a:bodyPr vert="horz" wrap="square" lIns="74295" tIns="74295" rIns="74295" bIns="74295" numCol="1" anchor="t" anchorCtr="0" compatLnSpc="1">
              <a:prstTxWarp prst="textNoShape">
                <a:avLst/>
              </a:prstTxWarp>
            </a:bodyPr>
            <a:lstStyle/>
            <a:p>
              <a:endParaRPr lang="en-US" sz="800">
                <a:latin typeface="Aptos" panose="020B0004020202020204" pitchFamily="34" charset="0"/>
              </a:endParaRPr>
            </a:p>
          </p:txBody>
        </p:sp>
        <p:sp>
          <p:nvSpPr>
            <p:cNvPr id="29" name="Rectangle 28"/>
            <p:cNvSpPr/>
            <p:nvPr/>
          </p:nvSpPr>
          <p:spPr>
            <a:xfrm>
              <a:off x="3070138" y="2136280"/>
              <a:ext cx="6250488" cy="307935"/>
            </a:xfrm>
            <a:prstGeom prst="rect">
              <a:avLst/>
            </a:prstGeom>
            <a:ln>
              <a:noFill/>
            </a:ln>
          </p:spPr>
          <p:txBody>
            <a:bodyPr wrap="square" lIns="0" tIns="0" rIns="0" bIns="0">
              <a:spAutoFit/>
            </a:bodyPr>
            <a:lstStyle/>
            <a:p>
              <a:r>
                <a:rPr lang="en-US" sz="800" dirty="0" err="1">
                  <a:latin typeface="Aptos" panose="020B0004020202020204" pitchFamily="34" charset="0"/>
                </a:rPr>
                <a:t>Lorem</a:t>
              </a:r>
              <a:r>
                <a:rPr lang="en-US" sz="800" dirty="0">
                  <a:latin typeface="Aptos" panose="020B0004020202020204" pitchFamily="34" charset="0"/>
                </a:rPr>
                <a:t> </a:t>
              </a:r>
              <a:r>
                <a:rPr lang="en-US" sz="800" dirty="0" err="1">
                  <a:latin typeface="Aptos" panose="020B0004020202020204" pitchFamily="34" charset="0"/>
                </a:rPr>
                <a:t>ipsum</a:t>
              </a:r>
              <a:r>
                <a:rPr lang="en-US" sz="800" dirty="0">
                  <a:latin typeface="Aptos" panose="020B0004020202020204" pitchFamily="34" charset="0"/>
                </a:rPr>
                <a:t>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Maecenas </a:t>
              </a:r>
              <a:r>
                <a:rPr lang="en-US" sz="800" dirty="0" err="1">
                  <a:latin typeface="Aptos" panose="020B0004020202020204" pitchFamily="34" charset="0"/>
                </a:rPr>
                <a:t>tincidunt</a:t>
              </a:r>
              <a:r>
                <a:rPr lang="en-US" sz="800" dirty="0">
                  <a:latin typeface="Aptos" panose="020B0004020202020204" pitchFamily="34" charset="0"/>
                </a:rPr>
                <a:t> </a:t>
              </a:r>
              <a:r>
                <a:rPr lang="en-US" sz="800" dirty="0" err="1">
                  <a:latin typeface="Aptos" panose="020B0004020202020204" pitchFamily="34" charset="0"/>
                </a:rPr>
                <a:t>fringilla</a:t>
              </a:r>
              <a:r>
                <a:rPr lang="en-US" sz="800" dirty="0">
                  <a:latin typeface="Aptos" panose="020B0004020202020204" pitchFamily="34" charset="0"/>
                </a:rPr>
                <a:t> </a:t>
              </a:r>
              <a:r>
                <a:rPr lang="en-US" sz="800" dirty="0" err="1">
                  <a:latin typeface="Aptos" panose="020B0004020202020204" pitchFamily="34" charset="0"/>
                </a:rPr>
                <a:t>felis</a:t>
              </a:r>
              <a:r>
                <a:rPr lang="en-US" sz="800" dirty="0">
                  <a:latin typeface="Aptos" panose="020B0004020202020204" pitchFamily="34" charset="0"/>
                </a:rPr>
                <a:t> </a:t>
              </a:r>
              <a:r>
                <a:rPr lang="en-US" sz="800" dirty="0" err="1">
                  <a:latin typeface="Aptos" panose="020B0004020202020204" pitchFamily="34" charset="0"/>
                </a:rPr>
                <a:t>vel</a:t>
              </a:r>
              <a:r>
                <a:rPr lang="en-US" sz="800" dirty="0">
                  <a:latin typeface="Aptos" panose="020B0004020202020204" pitchFamily="34" charset="0"/>
                </a:rPr>
                <a:t> </a:t>
              </a:r>
              <a:r>
                <a:rPr lang="en-US" sz="800" dirty="0" err="1">
                  <a:latin typeface="Aptos" panose="020B0004020202020204" pitchFamily="34" charset="0"/>
                </a:rPr>
                <a:t>bibendum</a:t>
              </a:r>
              <a:r>
                <a:rPr lang="en-US" sz="800" dirty="0">
                  <a:latin typeface="Aptos" panose="020B0004020202020204" pitchFamily="34" charset="0"/>
                </a:rPr>
                <a:t>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Maecenas </a:t>
              </a:r>
              <a:r>
                <a:rPr lang="en-US" sz="800" dirty="0" err="1">
                  <a:latin typeface="Aptos" panose="020B0004020202020204" pitchFamily="34" charset="0"/>
                </a:rPr>
                <a:t>tincidunt</a:t>
              </a:r>
              <a:r>
                <a:rPr lang="en-US" sz="800" dirty="0">
                  <a:latin typeface="Aptos" panose="020B0004020202020204" pitchFamily="34" charset="0"/>
                </a:rPr>
                <a:t> </a:t>
              </a:r>
              <a:r>
                <a:rPr lang="en-US" sz="800" dirty="0" err="1">
                  <a:latin typeface="Aptos" panose="020B0004020202020204" pitchFamily="34" charset="0"/>
                </a:rPr>
                <a:t>fringilla</a:t>
              </a:r>
              <a:r>
                <a:rPr lang="en-US" sz="800" dirty="0">
                  <a:latin typeface="Aptos" panose="020B0004020202020204" pitchFamily="34" charset="0"/>
                </a:rPr>
                <a:t> </a:t>
              </a:r>
              <a:r>
                <a:rPr lang="en-US" sz="800" dirty="0" err="1">
                  <a:latin typeface="Aptos" panose="020B0004020202020204" pitchFamily="34" charset="0"/>
                </a:rPr>
                <a:t>felis</a:t>
              </a:r>
              <a:r>
                <a:rPr lang="en-US" sz="800" dirty="0">
                  <a:latin typeface="Aptos" panose="020B0004020202020204" pitchFamily="34" charset="0"/>
                </a:rPr>
                <a:t> </a:t>
              </a:r>
              <a:r>
                <a:rPr lang="en-US" sz="800" dirty="0" err="1">
                  <a:latin typeface="Aptos" panose="020B0004020202020204" pitchFamily="34" charset="0"/>
                </a:rPr>
                <a:t>vel</a:t>
              </a:r>
              <a:r>
                <a:rPr lang="en-US" sz="800" dirty="0">
                  <a:latin typeface="Aptos" panose="020B0004020202020204" pitchFamily="34" charset="0"/>
                </a:rPr>
                <a:t> </a:t>
              </a:r>
              <a:r>
                <a:rPr lang="en-US" sz="800" dirty="0" err="1">
                  <a:latin typeface="Aptos" panose="020B0004020202020204" pitchFamily="34" charset="0"/>
                </a:rPr>
                <a:t>bibendum</a:t>
              </a:r>
              <a:r>
                <a:rPr lang="en-US" sz="800" dirty="0">
                  <a:latin typeface="Aptos" panose="020B0004020202020204" pitchFamily="34" charset="0"/>
                </a:rPr>
                <a:t>.</a:t>
              </a:r>
            </a:p>
          </p:txBody>
        </p:sp>
        <p:sp>
          <p:nvSpPr>
            <p:cNvPr id="30" name="Rectangle 29"/>
            <p:cNvSpPr/>
            <p:nvPr/>
          </p:nvSpPr>
          <p:spPr>
            <a:xfrm>
              <a:off x="3070138" y="2798559"/>
              <a:ext cx="6250488" cy="307935"/>
            </a:xfrm>
            <a:prstGeom prst="rect">
              <a:avLst/>
            </a:prstGeom>
            <a:ln>
              <a:noFill/>
            </a:ln>
          </p:spPr>
          <p:txBody>
            <a:bodyPr wrap="square" lIns="0" tIns="0" rIns="0" bIns="0">
              <a:spAutoFit/>
            </a:bodyPr>
            <a:lstStyle/>
            <a:p>
              <a:r>
                <a:rPr lang="en-US" sz="800" dirty="0" err="1">
                  <a:solidFill>
                    <a:schemeClr val="bg1"/>
                  </a:solidFill>
                  <a:latin typeface="Aptos" panose="020B0004020202020204" pitchFamily="34" charset="0"/>
                </a:rPr>
                <a:t>Lorem</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ipsum</a:t>
              </a:r>
              <a:r>
                <a:rPr lang="en-US" sz="800" dirty="0">
                  <a:solidFill>
                    <a:schemeClr val="bg1"/>
                  </a:solidFill>
                  <a:latin typeface="Aptos" panose="020B0004020202020204" pitchFamily="34" charset="0"/>
                </a:rPr>
                <a:t> dolor sit </a:t>
              </a:r>
              <a:r>
                <a:rPr lang="en-US" sz="800" dirty="0" err="1">
                  <a:solidFill>
                    <a:schemeClr val="bg1"/>
                  </a:solidFill>
                  <a:latin typeface="Aptos" panose="020B0004020202020204" pitchFamily="34" charset="0"/>
                </a:rPr>
                <a:t>amet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consectetur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adipiscing</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elit</a:t>
              </a:r>
              <a:r>
                <a:rPr lang="en-US" sz="800" dirty="0">
                  <a:solidFill>
                    <a:schemeClr val="bg1"/>
                  </a:solidFill>
                  <a:latin typeface="Aptos" panose="020B0004020202020204" pitchFamily="34" charset="0"/>
                </a:rPr>
                <a:t>. Maecenas </a:t>
              </a:r>
              <a:r>
                <a:rPr lang="en-US" sz="800" dirty="0" err="1">
                  <a:solidFill>
                    <a:schemeClr val="bg1"/>
                  </a:solidFill>
                  <a:latin typeface="Aptos" panose="020B0004020202020204" pitchFamily="34" charset="0"/>
                </a:rPr>
                <a:t>tincidunt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fringilla</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felis</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vel</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bibendum</a:t>
              </a:r>
              <a:r>
                <a:rPr lang="en-US" sz="800" dirty="0">
                  <a:solidFill>
                    <a:schemeClr val="bg1"/>
                  </a:solidFill>
                  <a:latin typeface="Aptos" panose="020B0004020202020204" pitchFamily="34" charset="0"/>
                </a:rPr>
                <a:t> dolor sit </a:t>
              </a:r>
              <a:r>
                <a:rPr lang="en-US" sz="800" dirty="0" err="1">
                  <a:solidFill>
                    <a:schemeClr val="bg1"/>
                  </a:solidFill>
                  <a:latin typeface="Aptos" panose="020B0004020202020204" pitchFamily="34" charset="0"/>
                </a:rPr>
                <a:t>amet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consectetur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adipiscing</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elit</a:t>
              </a:r>
              <a:r>
                <a:rPr lang="en-US" sz="800" dirty="0">
                  <a:solidFill>
                    <a:schemeClr val="bg1"/>
                  </a:solidFill>
                  <a:latin typeface="Aptos" panose="020B0004020202020204" pitchFamily="34" charset="0"/>
                </a:rPr>
                <a:t>. Maecenas </a:t>
              </a:r>
              <a:r>
                <a:rPr lang="en-US" sz="800" dirty="0" err="1">
                  <a:solidFill>
                    <a:schemeClr val="bg1"/>
                  </a:solidFill>
                  <a:latin typeface="Aptos" panose="020B0004020202020204" pitchFamily="34" charset="0"/>
                </a:rPr>
                <a:t>tincidunt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fringilla</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felis</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vel</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bibendum</a:t>
              </a:r>
              <a:r>
                <a:rPr lang="en-US" sz="800" dirty="0">
                  <a:solidFill>
                    <a:schemeClr val="bg1"/>
                  </a:solidFill>
                  <a:latin typeface="Aptos" panose="020B0004020202020204" pitchFamily="34" charset="0"/>
                </a:rPr>
                <a:t>.</a:t>
              </a:r>
            </a:p>
          </p:txBody>
        </p:sp>
        <p:sp>
          <p:nvSpPr>
            <p:cNvPr id="31" name="Rectangle 30"/>
            <p:cNvSpPr/>
            <p:nvPr/>
          </p:nvSpPr>
          <p:spPr>
            <a:xfrm>
              <a:off x="3070138" y="3460835"/>
              <a:ext cx="6250488" cy="307935"/>
            </a:xfrm>
            <a:prstGeom prst="rect">
              <a:avLst/>
            </a:prstGeom>
            <a:ln>
              <a:noFill/>
            </a:ln>
          </p:spPr>
          <p:txBody>
            <a:bodyPr wrap="square" lIns="0" tIns="0" rIns="0" bIns="0">
              <a:spAutoFit/>
            </a:bodyPr>
            <a:lstStyle/>
            <a:p>
              <a:r>
                <a:rPr lang="en-US" sz="800" dirty="0" err="1">
                  <a:latin typeface="Aptos" panose="020B0004020202020204" pitchFamily="34" charset="0"/>
                </a:rPr>
                <a:t>Lorem</a:t>
              </a:r>
              <a:r>
                <a:rPr lang="en-US" sz="800" dirty="0">
                  <a:latin typeface="Aptos" panose="020B0004020202020204" pitchFamily="34" charset="0"/>
                </a:rPr>
                <a:t> </a:t>
              </a:r>
              <a:r>
                <a:rPr lang="en-US" sz="800" dirty="0" err="1">
                  <a:latin typeface="Aptos" panose="020B0004020202020204" pitchFamily="34" charset="0"/>
                </a:rPr>
                <a:t>ipsum</a:t>
              </a:r>
              <a:r>
                <a:rPr lang="en-US" sz="800" dirty="0">
                  <a:latin typeface="Aptos" panose="020B0004020202020204" pitchFamily="34" charset="0"/>
                </a:rPr>
                <a:t>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Maecenas </a:t>
              </a:r>
              <a:r>
                <a:rPr lang="en-US" sz="800" dirty="0" err="1">
                  <a:latin typeface="Aptos" panose="020B0004020202020204" pitchFamily="34" charset="0"/>
                </a:rPr>
                <a:t>tincidunt</a:t>
              </a:r>
              <a:r>
                <a:rPr lang="en-US" sz="800" dirty="0">
                  <a:latin typeface="Aptos" panose="020B0004020202020204" pitchFamily="34" charset="0"/>
                </a:rPr>
                <a:t> </a:t>
              </a:r>
              <a:r>
                <a:rPr lang="en-US" sz="800" dirty="0" err="1">
                  <a:latin typeface="Aptos" panose="020B0004020202020204" pitchFamily="34" charset="0"/>
                </a:rPr>
                <a:t>fringilla</a:t>
              </a:r>
              <a:r>
                <a:rPr lang="en-US" sz="800" dirty="0">
                  <a:latin typeface="Aptos" panose="020B0004020202020204" pitchFamily="34" charset="0"/>
                </a:rPr>
                <a:t> </a:t>
              </a:r>
              <a:r>
                <a:rPr lang="en-US" sz="800" dirty="0" err="1">
                  <a:latin typeface="Aptos" panose="020B0004020202020204" pitchFamily="34" charset="0"/>
                </a:rPr>
                <a:t>felis</a:t>
              </a:r>
              <a:r>
                <a:rPr lang="en-US" sz="800" dirty="0">
                  <a:latin typeface="Aptos" panose="020B0004020202020204" pitchFamily="34" charset="0"/>
                </a:rPr>
                <a:t> </a:t>
              </a:r>
              <a:r>
                <a:rPr lang="en-US" sz="800" dirty="0" err="1">
                  <a:latin typeface="Aptos" panose="020B0004020202020204" pitchFamily="34" charset="0"/>
                </a:rPr>
                <a:t>vel</a:t>
              </a:r>
              <a:r>
                <a:rPr lang="en-US" sz="800" dirty="0">
                  <a:latin typeface="Aptos" panose="020B0004020202020204" pitchFamily="34" charset="0"/>
                </a:rPr>
                <a:t> </a:t>
              </a:r>
              <a:r>
                <a:rPr lang="en-US" sz="800" dirty="0" err="1">
                  <a:latin typeface="Aptos" panose="020B0004020202020204" pitchFamily="34" charset="0"/>
                </a:rPr>
                <a:t>bibendum</a:t>
              </a:r>
              <a:r>
                <a:rPr lang="en-US" sz="800" dirty="0">
                  <a:latin typeface="Aptos" panose="020B0004020202020204" pitchFamily="34" charset="0"/>
                </a:rPr>
                <a:t>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Maecenas </a:t>
              </a:r>
              <a:r>
                <a:rPr lang="en-US" sz="800" dirty="0" err="1">
                  <a:latin typeface="Aptos" panose="020B0004020202020204" pitchFamily="34" charset="0"/>
                </a:rPr>
                <a:t>tincidunt</a:t>
              </a:r>
              <a:r>
                <a:rPr lang="en-US" sz="800" dirty="0">
                  <a:latin typeface="Aptos" panose="020B0004020202020204" pitchFamily="34" charset="0"/>
                </a:rPr>
                <a:t> </a:t>
              </a:r>
              <a:r>
                <a:rPr lang="en-US" sz="800" dirty="0" err="1">
                  <a:latin typeface="Aptos" panose="020B0004020202020204" pitchFamily="34" charset="0"/>
                </a:rPr>
                <a:t>fringilla</a:t>
              </a:r>
              <a:r>
                <a:rPr lang="en-US" sz="800" dirty="0">
                  <a:latin typeface="Aptos" panose="020B0004020202020204" pitchFamily="34" charset="0"/>
                </a:rPr>
                <a:t> </a:t>
              </a:r>
              <a:r>
                <a:rPr lang="en-US" sz="800" dirty="0" err="1">
                  <a:latin typeface="Aptos" panose="020B0004020202020204" pitchFamily="34" charset="0"/>
                </a:rPr>
                <a:t>felis</a:t>
              </a:r>
              <a:r>
                <a:rPr lang="en-US" sz="800" dirty="0">
                  <a:latin typeface="Aptos" panose="020B0004020202020204" pitchFamily="34" charset="0"/>
                </a:rPr>
                <a:t> </a:t>
              </a:r>
              <a:r>
                <a:rPr lang="en-US" sz="800" dirty="0" err="1">
                  <a:latin typeface="Aptos" panose="020B0004020202020204" pitchFamily="34" charset="0"/>
                </a:rPr>
                <a:t>vel</a:t>
              </a:r>
              <a:r>
                <a:rPr lang="en-US" sz="800" dirty="0">
                  <a:latin typeface="Aptos" panose="020B0004020202020204" pitchFamily="34" charset="0"/>
                </a:rPr>
                <a:t> </a:t>
              </a:r>
              <a:r>
                <a:rPr lang="en-US" sz="800" dirty="0" err="1">
                  <a:latin typeface="Aptos" panose="020B0004020202020204" pitchFamily="34" charset="0"/>
                </a:rPr>
                <a:t>bibendum</a:t>
              </a:r>
              <a:r>
                <a:rPr lang="en-US" sz="800" dirty="0">
                  <a:latin typeface="Aptos" panose="020B0004020202020204" pitchFamily="34" charset="0"/>
                </a:rPr>
                <a:t>.</a:t>
              </a:r>
            </a:p>
          </p:txBody>
        </p:sp>
        <p:sp>
          <p:nvSpPr>
            <p:cNvPr id="32" name="Rectangle 31"/>
            <p:cNvSpPr/>
            <p:nvPr/>
          </p:nvSpPr>
          <p:spPr>
            <a:xfrm>
              <a:off x="3070138" y="4123114"/>
              <a:ext cx="6250488" cy="307935"/>
            </a:xfrm>
            <a:prstGeom prst="rect">
              <a:avLst/>
            </a:prstGeom>
            <a:ln>
              <a:noFill/>
            </a:ln>
          </p:spPr>
          <p:txBody>
            <a:bodyPr wrap="square" lIns="0" tIns="0" rIns="0" bIns="0">
              <a:spAutoFit/>
            </a:bodyPr>
            <a:lstStyle/>
            <a:p>
              <a:r>
                <a:rPr lang="en-US" sz="800" dirty="0" err="1">
                  <a:solidFill>
                    <a:schemeClr val="bg1"/>
                  </a:solidFill>
                  <a:latin typeface="Aptos" panose="020B0004020202020204" pitchFamily="34" charset="0"/>
                </a:rPr>
                <a:t>Lorem</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ipsum</a:t>
              </a:r>
              <a:r>
                <a:rPr lang="en-US" sz="800" dirty="0">
                  <a:solidFill>
                    <a:schemeClr val="bg1"/>
                  </a:solidFill>
                  <a:latin typeface="Aptos" panose="020B0004020202020204" pitchFamily="34" charset="0"/>
                </a:rPr>
                <a:t> dolor sit </a:t>
              </a:r>
              <a:r>
                <a:rPr lang="en-US" sz="800" dirty="0" err="1">
                  <a:solidFill>
                    <a:schemeClr val="bg1"/>
                  </a:solidFill>
                  <a:latin typeface="Aptos" panose="020B0004020202020204" pitchFamily="34" charset="0"/>
                </a:rPr>
                <a:t>amet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consectetur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adipiscing</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elit</a:t>
              </a:r>
              <a:r>
                <a:rPr lang="en-US" sz="800" dirty="0">
                  <a:solidFill>
                    <a:schemeClr val="bg1"/>
                  </a:solidFill>
                  <a:latin typeface="Aptos" panose="020B0004020202020204" pitchFamily="34" charset="0"/>
                </a:rPr>
                <a:t>. Maecenas </a:t>
              </a:r>
              <a:r>
                <a:rPr lang="en-US" sz="800" dirty="0" err="1">
                  <a:solidFill>
                    <a:schemeClr val="bg1"/>
                  </a:solidFill>
                  <a:latin typeface="Aptos" panose="020B0004020202020204" pitchFamily="34" charset="0"/>
                </a:rPr>
                <a:t>tincidunt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fringilla</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felis</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vel</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bibendum</a:t>
              </a:r>
              <a:r>
                <a:rPr lang="en-US" sz="800" dirty="0">
                  <a:solidFill>
                    <a:schemeClr val="bg1"/>
                  </a:solidFill>
                  <a:latin typeface="Aptos" panose="020B0004020202020204" pitchFamily="34" charset="0"/>
                </a:rPr>
                <a:t> dolor sit </a:t>
              </a:r>
              <a:r>
                <a:rPr lang="en-US" sz="800" dirty="0" err="1">
                  <a:solidFill>
                    <a:schemeClr val="bg1"/>
                  </a:solidFill>
                  <a:latin typeface="Aptos" panose="020B0004020202020204" pitchFamily="34" charset="0"/>
                </a:rPr>
                <a:t>amet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consectetur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adipiscing</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elit</a:t>
              </a:r>
              <a:r>
                <a:rPr lang="en-US" sz="800" dirty="0">
                  <a:solidFill>
                    <a:schemeClr val="bg1"/>
                  </a:solidFill>
                  <a:latin typeface="Aptos" panose="020B0004020202020204" pitchFamily="34" charset="0"/>
                </a:rPr>
                <a:t>. Maecenas </a:t>
              </a:r>
              <a:r>
                <a:rPr lang="en-US" sz="800" dirty="0" err="1">
                  <a:solidFill>
                    <a:schemeClr val="bg1"/>
                  </a:solidFill>
                  <a:latin typeface="Aptos" panose="020B0004020202020204" pitchFamily="34" charset="0"/>
                </a:rPr>
                <a:t>tincidunt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fringilla</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felis</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vel</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bibendum</a:t>
              </a:r>
              <a:r>
                <a:rPr lang="en-US" sz="800" dirty="0">
                  <a:solidFill>
                    <a:schemeClr val="bg1"/>
                  </a:solidFill>
                  <a:latin typeface="Aptos" panose="020B0004020202020204" pitchFamily="34" charset="0"/>
                </a:rPr>
                <a:t>.</a:t>
              </a:r>
            </a:p>
          </p:txBody>
        </p:sp>
        <p:sp>
          <p:nvSpPr>
            <p:cNvPr id="33" name="Rectangle 32"/>
            <p:cNvSpPr/>
            <p:nvPr/>
          </p:nvSpPr>
          <p:spPr>
            <a:xfrm>
              <a:off x="3070138" y="4785391"/>
              <a:ext cx="6250488" cy="307935"/>
            </a:xfrm>
            <a:prstGeom prst="rect">
              <a:avLst/>
            </a:prstGeom>
            <a:ln>
              <a:noFill/>
            </a:ln>
          </p:spPr>
          <p:txBody>
            <a:bodyPr wrap="square" lIns="0" tIns="0" rIns="0" bIns="0">
              <a:spAutoFit/>
            </a:bodyPr>
            <a:lstStyle/>
            <a:p>
              <a:r>
                <a:rPr lang="en-US" sz="800" dirty="0" err="1">
                  <a:solidFill>
                    <a:schemeClr val="bg1"/>
                  </a:solidFill>
                  <a:latin typeface="Aptos" panose="020B0004020202020204" pitchFamily="34" charset="0"/>
                </a:rPr>
                <a:t>Lorem</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ipsum</a:t>
              </a:r>
              <a:r>
                <a:rPr lang="en-US" sz="800" dirty="0">
                  <a:solidFill>
                    <a:schemeClr val="bg1"/>
                  </a:solidFill>
                  <a:latin typeface="Aptos" panose="020B0004020202020204" pitchFamily="34" charset="0"/>
                </a:rPr>
                <a:t> dolor sit </a:t>
              </a:r>
              <a:r>
                <a:rPr lang="en-US" sz="800" dirty="0" err="1">
                  <a:solidFill>
                    <a:schemeClr val="bg1"/>
                  </a:solidFill>
                  <a:latin typeface="Aptos" panose="020B0004020202020204" pitchFamily="34" charset="0"/>
                </a:rPr>
                <a:t>amet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consectetur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adipiscing</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elit</a:t>
              </a:r>
              <a:r>
                <a:rPr lang="en-US" sz="800" dirty="0">
                  <a:solidFill>
                    <a:schemeClr val="bg1"/>
                  </a:solidFill>
                  <a:latin typeface="Aptos" panose="020B0004020202020204" pitchFamily="34" charset="0"/>
                </a:rPr>
                <a:t>. Maecenas </a:t>
              </a:r>
              <a:r>
                <a:rPr lang="en-US" sz="800" dirty="0" err="1">
                  <a:solidFill>
                    <a:schemeClr val="bg1"/>
                  </a:solidFill>
                  <a:latin typeface="Aptos" panose="020B0004020202020204" pitchFamily="34" charset="0"/>
                </a:rPr>
                <a:t>tincidunt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fringilla</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felis</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vel</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bibendum</a:t>
              </a:r>
              <a:r>
                <a:rPr lang="en-US" sz="800" dirty="0">
                  <a:solidFill>
                    <a:schemeClr val="bg1"/>
                  </a:solidFill>
                  <a:latin typeface="Aptos" panose="020B0004020202020204" pitchFamily="34" charset="0"/>
                </a:rPr>
                <a:t> dolor sit </a:t>
              </a:r>
              <a:r>
                <a:rPr lang="en-US" sz="800" dirty="0" err="1">
                  <a:solidFill>
                    <a:schemeClr val="bg1"/>
                  </a:solidFill>
                  <a:latin typeface="Aptos" panose="020B0004020202020204" pitchFamily="34" charset="0"/>
                </a:rPr>
                <a:t>amet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consectetur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adipiscing</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elit</a:t>
              </a:r>
              <a:r>
                <a:rPr lang="en-US" sz="800" dirty="0">
                  <a:solidFill>
                    <a:schemeClr val="bg1"/>
                  </a:solidFill>
                  <a:latin typeface="Aptos" panose="020B0004020202020204" pitchFamily="34" charset="0"/>
                </a:rPr>
                <a:t>. Maecenas </a:t>
              </a:r>
              <a:r>
                <a:rPr lang="en-US" sz="800" dirty="0" err="1">
                  <a:solidFill>
                    <a:schemeClr val="bg1"/>
                  </a:solidFill>
                  <a:latin typeface="Aptos" panose="020B0004020202020204" pitchFamily="34" charset="0"/>
                </a:rPr>
                <a:t>tincidunt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fringilla</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felis</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vel</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bibendum</a:t>
              </a:r>
              <a:r>
                <a:rPr lang="en-US" sz="800" dirty="0">
                  <a:solidFill>
                    <a:schemeClr val="bg1"/>
                  </a:solidFill>
                  <a:latin typeface="Aptos" panose="020B0004020202020204" pitchFamily="34" charset="0"/>
                </a:rPr>
                <a:t>.</a:t>
              </a:r>
            </a:p>
          </p:txBody>
        </p:sp>
        <p:grpSp>
          <p:nvGrpSpPr>
            <p:cNvPr id="71" name="Group 501"/>
            <p:cNvGrpSpPr>
              <a:grpSpLocks noChangeAspect="1"/>
            </p:cNvGrpSpPr>
            <p:nvPr/>
          </p:nvGrpSpPr>
          <p:grpSpPr bwMode="auto">
            <a:xfrm>
              <a:off x="10470765" y="4859357"/>
              <a:ext cx="501003" cy="501003"/>
              <a:chOff x="3419" y="2995"/>
              <a:chExt cx="340" cy="340"/>
            </a:xfrm>
            <a:solidFill>
              <a:schemeClr val="accent6"/>
            </a:solidFill>
          </p:grpSpPr>
          <p:sp>
            <p:nvSpPr>
              <p:cNvPr id="72" name="Freeform 502"/>
              <p:cNvSpPr>
                <a:spLocks noEditPoints="1"/>
              </p:cNvSpPr>
              <p:nvPr/>
            </p:nvSpPr>
            <p:spPr bwMode="auto">
              <a:xfrm>
                <a:off x="3419" y="299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73" name="Freeform 503"/>
              <p:cNvSpPr>
                <a:spLocks noEditPoints="1"/>
              </p:cNvSpPr>
              <p:nvPr/>
            </p:nvSpPr>
            <p:spPr bwMode="auto">
              <a:xfrm>
                <a:off x="3483" y="3094"/>
                <a:ext cx="212" cy="141"/>
              </a:xfrm>
              <a:custGeom>
                <a:avLst/>
                <a:gdLst>
                  <a:gd name="T0" fmla="*/ 234 w 320"/>
                  <a:gd name="T1" fmla="*/ 89 h 213"/>
                  <a:gd name="T2" fmla="*/ 220 w 320"/>
                  <a:gd name="T3" fmla="*/ 32 h 213"/>
                  <a:gd name="T4" fmla="*/ 245 w 320"/>
                  <a:gd name="T5" fmla="*/ 21 h 213"/>
                  <a:gd name="T6" fmla="*/ 192 w 320"/>
                  <a:gd name="T7" fmla="*/ 11 h 213"/>
                  <a:gd name="T8" fmla="*/ 192 w 320"/>
                  <a:gd name="T9" fmla="*/ 32 h 213"/>
                  <a:gd name="T10" fmla="*/ 193 w 320"/>
                  <a:gd name="T11" fmla="*/ 43 h 213"/>
                  <a:gd name="T12" fmla="*/ 114 w 320"/>
                  <a:gd name="T13" fmla="*/ 21 h 213"/>
                  <a:gd name="T14" fmla="*/ 138 w 320"/>
                  <a:gd name="T15" fmla="*/ 11 h 213"/>
                  <a:gd name="T16" fmla="*/ 106 w 320"/>
                  <a:gd name="T17" fmla="*/ 0 h 213"/>
                  <a:gd name="T18" fmla="*/ 72 w 320"/>
                  <a:gd name="T19" fmla="*/ 86 h 213"/>
                  <a:gd name="T20" fmla="*/ 0 w 320"/>
                  <a:gd name="T21" fmla="*/ 149 h 213"/>
                  <a:gd name="T22" fmla="*/ 128 w 320"/>
                  <a:gd name="T23" fmla="*/ 149 h 213"/>
                  <a:gd name="T24" fmla="*/ 98 w 320"/>
                  <a:gd name="T25" fmla="*/ 75 h 213"/>
                  <a:gd name="T26" fmla="*/ 160 w 320"/>
                  <a:gd name="T27" fmla="*/ 160 h 213"/>
                  <a:gd name="T28" fmla="*/ 193 w 320"/>
                  <a:gd name="T29" fmla="*/ 160 h 213"/>
                  <a:gd name="T30" fmla="*/ 320 w 320"/>
                  <a:gd name="T31" fmla="*/ 149 h 213"/>
                  <a:gd name="T32" fmla="*/ 106 w 320"/>
                  <a:gd name="T33" fmla="*/ 149 h 213"/>
                  <a:gd name="T34" fmla="*/ 21 w 320"/>
                  <a:gd name="T35" fmla="*/ 149 h 213"/>
                  <a:gd name="T36" fmla="*/ 66 w 320"/>
                  <a:gd name="T37" fmla="*/ 107 h 213"/>
                  <a:gd name="T38" fmla="*/ 61 w 320"/>
                  <a:gd name="T39" fmla="*/ 160 h 213"/>
                  <a:gd name="T40" fmla="*/ 74 w 320"/>
                  <a:gd name="T41" fmla="*/ 152 h 213"/>
                  <a:gd name="T42" fmla="*/ 106 w 320"/>
                  <a:gd name="T43" fmla="*/ 149 h 213"/>
                  <a:gd name="T44" fmla="*/ 193 w 320"/>
                  <a:gd name="T45" fmla="*/ 139 h 213"/>
                  <a:gd name="T46" fmla="*/ 202 w 320"/>
                  <a:gd name="T47" fmla="*/ 75 h 213"/>
                  <a:gd name="T48" fmla="*/ 238 w 320"/>
                  <a:gd name="T49" fmla="*/ 139 h 213"/>
                  <a:gd name="T50" fmla="*/ 226 w 320"/>
                  <a:gd name="T51" fmla="*/ 118 h 213"/>
                  <a:gd name="T52" fmla="*/ 157 w 320"/>
                  <a:gd name="T53" fmla="*/ 127 h 213"/>
                  <a:gd name="T54" fmla="*/ 184 w 320"/>
                  <a:gd name="T55" fmla="*/ 64 h 213"/>
                  <a:gd name="T56" fmla="*/ 256 w 320"/>
                  <a:gd name="T57" fmla="*/ 192 h 213"/>
                  <a:gd name="T58" fmla="*/ 256 w 320"/>
                  <a:gd name="T59" fmla="*/ 160 h 213"/>
                  <a:gd name="T60" fmla="*/ 265 w 320"/>
                  <a:gd name="T61" fmla="*/ 144 h 213"/>
                  <a:gd name="T62" fmla="*/ 256 w 320"/>
                  <a:gd name="T63" fmla="*/ 107 h 213"/>
                  <a:gd name="T64" fmla="*/ 256 w 320"/>
                  <a:gd name="T65" fmla="*/ 19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0" h="213">
                    <a:moveTo>
                      <a:pt x="256" y="85"/>
                    </a:moveTo>
                    <a:cubicBezTo>
                      <a:pt x="248" y="85"/>
                      <a:pt x="241" y="87"/>
                      <a:pt x="234" y="89"/>
                    </a:cubicBezTo>
                    <a:cubicBezTo>
                      <a:pt x="213" y="50"/>
                      <a:pt x="213" y="50"/>
                      <a:pt x="213" y="50"/>
                    </a:cubicBezTo>
                    <a:cubicBezTo>
                      <a:pt x="220" y="32"/>
                      <a:pt x="220" y="32"/>
                      <a:pt x="220" y="32"/>
                    </a:cubicBezTo>
                    <a:cubicBezTo>
                      <a:pt x="234" y="32"/>
                      <a:pt x="234" y="32"/>
                      <a:pt x="234" y="32"/>
                    </a:cubicBezTo>
                    <a:cubicBezTo>
                      <a:pt x="240" y="32"/>
                      <a:pt x="245" y="27"/>
                      <a:pt x="245" y="21"/>
                    </a:cubicBezTo>
                    <a:cubicBezTo>
                      <a:pt x="245" y="15"/>
                      <a:pt x="240" y="11"/>
                      <a:pt x="234" y="11"/>
                    </a:cubicBezTo>
                    <a:cubicBezTo>
                      <a:pt x="192" y="11"/>
                      <a:pt x="192" y="11"/>
                      <a:pt x="192" y="11"/>
                    </a:cubicBezTo>
                    <a:cubicBezTo>
                      <a:pt x="186" y="11"/>
                      <a:pt x="181" y="15"/>
                      <a:pt x="181" y="21"/>
                    </a:cubicBezTo>
                    <a:cubicBezTo>
                      <a:pt x="181" y="27"/>
                      <a:pt x="186" y="32"/>
                      <a:pt x="192" y="32"/>
                    </a:cubicBezTo>
                    <a:cubicBezTo>
                      <a:pt x="197" y="32"/>
                      <a:pt x="197" y="32"/>
                      <a:pt x="197" y="32"/>
                    </a:cubicBezTo>
                    <a:cubicBezTo>
                      <a:pt x="193" y="43"/>
                      <a:pt x="193" y="43"/>
                      <a:pt x="193" y="43"/>
                    </a:cubicBezTo>
                    <a:cubicBezTo>
                      <a:pt x="108" y="43"/>
                      <a:pt x="108" y="43"/>
                      <a:pt x="108" y="43"/>
                    </a:cubicBezTo>
                    <a:cubicBezTo>
                      <a:pt x="114" y="21"/>
                      <a:pt x="114" y="21"/>
                      <a:pt x="114" y="21"/>
                    </a:cubicBezTo>
                    <a:cubicBezTo>
                      <a:pt x="128" y="21"/>
                      <a:pt x="128" y="21"/>
                      <a:pt x="128" y="21"/>
                    </a:cubicBezTo>
                    <a:cubicBezTo>
                      <a:pt x="134" y="21"/>
                      <a:pt x="138" y="17"/>
                      <a:pt x="138" y="11"/>
                    </a:cubicBezTo>
                    <a:cubicBezTo>
                      <a:pt x="138" y="5"/>
                      <a:pt x="134" y="0"/>
                      <a:pt x="128" y="0"/>
                    </a:cubicBezTo>
                    <a:cubicBezTo>
                      <a:pt x="106" y="0"/>
                      <a:pt x="106" y="0"/>
                      <a:pt x="106" y="0"/>
                    </a:cubicBezTo>
                    <a:cubicBezTo>
                      <a:pt x="102" y="0"/>
                      <a:pt x="98" y="3"/>
                      <a:pt x="96" y="8"/>
                    </a:cubicBezTo>
                    <a:cubicBezTo>
                      <a:pt x="72" y="86"/>
                      <a:pt x="72" y="86"/>
                      <a:pt x="72" y="86"/>
                    </a:cubicBezTo>
                    <a:cubicBezTo>
                      <a:pt x="69" y="86"/>
                      <a:pt x="67" y="85"/>
                      <a:pt x="64" y="85"/>
                    </a:cubicBezTo>
                    <a:cubicBezTo>
                      <a:pt x="28" y="85"/>
                      <a:pt x="0" y="114"/>
                      <a:pt x="0" y="149"/>
                    </a:cubicBezTo>
                    <a:cubicBezTo>
                      <a:pt x="0" y="185"/>
                      <a:pt x="28" y="213"/>
                      <a:pt x="64" y="213"/>
                    </a:cubicBezTo>
                    <a:cubicBezTo>
                      <a:pt x="99" y="213"/>
                      <a:pt x="128" y="185"/>
                      <a:pt x="128" y="149"/>
                    </a:cubicBezTo>
                    <a:cubicBezTo>
                      <a:pt x="128" y="124"/>
                      <a:pt x="113" y="103"/>
                      <a:pt x="92" y="92"/>
                    </a:cubicBezTo>
                    <a:cubicBezTo>
                      <a:pt x="98" y="75"/>
                      <a:pt x="98" y="75"/>
                      <a:pt x="98" y="75"/>
                    </a:cubicBezTo>
                    <a:cubicBezTo>
                      <a:pt x="151" y="155"/>
                      <a:pt x="151" y="155"/>
                      <a:pt x="151" y="155"/>
                    </a:cubicBezTo>
                    <a:cubicBezTo>
                      <a:pt x="153" y="158"/>
                      <a:pt x="156" y="160"/>
                      <a:pt x="160" y="160"/>
                    </a:cubicBezTo>
                    <a:cubicBezTo>
                      <a:pt x="160" y="160"/>
                      <a:pt x="160" y="160"/>
                      <a:pt x="160" y="160"/>
                    </a:cubicBezTo>
                    <a:cubicBezTo>
                      <a:pt x="193" y="160"/>
                      <a:pt x="193" y="160"/>
                      <a:pt x="193" y="160"/>
                    </a:cubicBezTo>
                    <a:cubicBezTo>
                      <a:pt x="198" y="190"/>
                      <a:pt x="224" y="213"/>
                      <a:pt x="256" y="213"/>
                    </a:cubicBezTo>
                    <a:cubicBezTo>
                      <a:pt x="291" y="213"/>
                      <a:pt x="320" y="185"/>
                      <a:pt x="320" y="149"/>
                    </a:cubicBezTo>
                    <a:cubicBezTo>
                      <a:pt x="320" y="114"/>
                      <a:pt x="291" y="85"/>
                      <a:pt x="256" y="85"/>
                    </a:cubicBezTo>
                    <a:close/>
                    <a:moveTo>
                      <a:pt x="106" y="149"/>
                    </a:moveTo>
                    <a:cubicBezTo>
                      <a:pt x="106" y="173"/>
                      <a:pt x="87" y="192"/>
                      <a:pt x="64" y="192"/>
                    </a:cubicBezTo>
                    <a:cubicBezTo>
                      <a:pt x="40" y="192"/>
                      <a:pt x="21" y="173"/>
                      <a:pt x="21" y="149"/>
                    </a:cubicBezTo>
                    <a:cubicBezTo>
                      <a:pt x="21" y="126"/>
                      <a:pt x="40" y="107"/>
                      <a:pt x="64" y="107"/>
                    </a:cubicBezTo>
                    <a:cubicBezTo>
                      <a:pt x="64" y="107"/>
                      <a:pt x="65" y="107"/>
                      <a:pt x="66" y="107"/>
                    </a:cubicBezTo>
                    <a:cubicBezTo>
                      <a:pt x="53" y="146"/>
                      <a:pt x="53" y="146"/>
                      <a:pt x="53" y="146"/>
                    </a:cubicBezTo>
                    <a:cubicBezTo>
                      <a:pt x="52" y="152"/>
                      <a:pt x="55" y="158"/>
                      <a:pt x="61" y="160"/>
                    </a:cubicBezTo>
                    <a:cubicBezTo>
                      <a:pt x="62" y="160"/>
                      <a:pt x="63" y="160"/>
                      <a:pt x="64" y="160"/>
                    </a:cubicBezTo>
                    <a:cubicBezTo>
                      <a:pt x="68" y="160"/>
                      <a:pt x="72" y="157"/>
                      <a:pt x="74" y="152"/>
                    </a:cubicBezTo>
                    <a:cubicBezTo>
                      <a:pt x="86" y="113"/>
                      <a:pt x="86" y="113"/>
                      <a:pt x="86" y="113"/>
                    </a:cubicBezTo>
                    <a:cubicBezTo>
                      <a:pt x="98" y="121"/>
                      <a:pt x="106" y="134"/>
                      <a:pt x="106" y="149"/>
                    </a:cubicBezTo>
                    <a:close/>
                    <a:moveTo>
                      <a:pt x="216" y="99"/>
                    </a:moveTo>
                    <a:cubicBezTo>
                      <a:pt x="204" y="109"/>
                      <a:pt x="195" y="123"/>
                      <a:pt x="193" y="139"/>
                    </a:cubicBezTo>
                    <a:cubicBezTo>
                      <a:pt x="176" y="139"/>
                      <a:pt x="176" y="139"/>
                      <a:pt x="176" y="139"/>
                    </a:cubicBezTo>
                    <a:cubicBezTo>
                      <a:pt x="202" y="75"/>
                      <a:pt x="202" y="75"/>
                      <a:pt x="202" y="75"/>
                    </a:cubicBezTo>
                    <a:lnTo>
                      <a:pt x="216" y="99"/>
                    </a:lnTo>
                    <a:close/>
                    <a:moveTo>
                      <a:pt x="238" y="139"/>
                    </a:moveTo>
                    <a:cubicBezTo>
                      <a:pt x="215" y="139"/>
                      <a:pt x="215" y="139"/>
                      <a:pt x="215" y="139"/>
                    </a:cubicBezTo>
                    <a:cubicBezTo>
                      <a:pt x="217" y="131"/>
                      <a:pt x="221" y="124"/>
                      <a:pt x="226" y="118"/>
                    </a:cubicBezTo>
                    <a:lnTo>
                      <a:pt x="238" y="139"/>
                    </a:lnTo>
                    <a:close/>
                    <a:moveTo>
                      <a:pt x="157" y="127"/>
                    </a:moveTo>
                    <a:cubicBezTo>
                      <a:pt x="116" y="64"/>
                      <a:pt x="116" y="64"/>
                      <a:pt x="116" y="64"/>
                    </a:cubicBezTo>
                    <a:cubicBezTo>
                      <a:pt x="184" y="64"/>
                      <a:pt x="184" y="64"/>
                      <a:pt x="184" y="64"/>
                    </a:cubicBezTo>
                    <a:lnTo>
                      <a:pt x="157" y="127"/>
                    </a:lnTo>
                    <a:close/>
                    <a:moveTo>
                      <a:pt x="256" y="192"/>
                    </a:moveTo>
                    <a:cubicBezTo>
                      <a:pt x="236" y="192"/>
                      <a:pt x="219" y="178"/>
                      <a:pt x="215" y="160"/>
                    </a:cubicBezTo>
                    <a:cubicBezTo>
                      <a:pt x="256" y="160"/>
                      <a:pt x="256" y="160"/>
                      <a:pt x="256" y="160"/>
                    </a:cubicBezTo>
                    <a:cubicBezTo>
                      <a:pt x="259" y="160"/>
                      <a:pt x="263" y="158"/>
                      <a:pt x="265" y="155"/>
                    </a:cubicBezTo>
                    <a:cubicBezTo>
                      <a:pt x="267" y="151"/>
                      <a:pt x="267" y="147"/>
                      <a:pt x="265" y="144"/>
                    </a:cubicBezTo>
                    <a:cubicBezTo>
                      <a:pt x="245" y="108"/>
                      <a:pt x="245" y="108"/>
                      <a:pt x="245" y="108"/>
                    </a:cubicBezTo>
                    <a:cubicBezTo>
                      <a:pt x="248" y="107"/>
                      <a:pt x="252" y="107"/>
                      <a:pt x="256" y="107"/>
                    </a:cubicBezTo>
                    <a:cubicBezTo>
                      <a:pt x="279" y="107"/>
                      <a:pt x="298" y="126"/>
                      <a:pt x="298" y="149"/>
                    </a:cubicBezTo>
                    <a:cubicBezTo>
                      <a:pt x="298" y="173"/>
                      <a:pt x="279" y="192"/>
                      <a:pt x="256" y="19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74" name="Group 853"/>
            <p:cNvGrpSpPr>
              <a:grpSpLocks noChangeAspect="1"/>
            </p:cNvGrpSpPr>
            <p:nvPr/>
          </p:nvGrpSpPr>
          <p:grpSpPr bwMode="auto">
            <a:xfrm>
              <a:off x="10470765" y="3485042"/>
              <a:ext cx="501003" cy="501003"/>
              <a:chOff x="5046" y="4010"/>
              <a:chExt cx="340" cy="340"/>
            </a:xfrm>
            <a:solidFill>
              <a:schemeClr val="accent2"/>
            </a:solidFill>
          </p:grpSpPr>
          <p:sp>
            <p:nvSpPr>
              <p:cNvPr id="75" name="Freeform 854"/>
              <p:cNvSpPr>
                <a:spLocks noEditPoints="1"/>
              </p:cNvSpPr>
              <p:nvPr/>
            </p:nvSpPr>
            <p:spPr bwMode="auto">
              <a:xfrm>
                <a:off x="5110" y="4088"/>
                <a:ext cx="212" cy="170"/>
              </a:xfrm>
              <a:custGeom>
                <a:avLst/>
                <a:gdLst>
                  <a:gd name="T0" fmla="*/ 320 w 320"/>
                  <a:gd name="T1" fmla="*/ 149 h 256"/>
                  <a:gd name="T2" fmla="*/ 274 w 320"/>
                  <a:gd name="T3" fmla="*/ 85 h 256"/>
                  <a:gd name="T4" fmla="*/ 298 w 320"/>
                  <a:gd name="T5" fmla="*/ 75 h 256"/>
                  <a:gd name="T6" fmla="*/ 267 w 320"/>
                  <a:gd name="T7" fmla="*/ 64 h 256"/>
                  <a:gd name="T8" fmla="*/ 254 w 320"/>
                  <a:gd name="T9" fmla="*/ 27 h 256"/>
                  <a:gd name="T10" fmla="*/ 106 w 320"/>
                  <a:gd name="T11" fmla="*/ 0 h 256"/>
                  <a:gd name="T12" fmla="*/ 64 w 320"/>
                  <a:gd name="T13" fmla="*/ 29 h 256"/>
                  <a:gd name="T14" fmla="*/ 32 w 320"/>
                  <a:gd name="T15" fmla="*/ 64 h 256"/>
                  <a:gd name="T16" fmla="*/ 32 w 320"/>
                  <a:gd name="T17" fmla="*/ 85 h 256"/>
                  <a:gd name="T18" fmla="*/ 44 w 320"/>
                  <a:gd name="T19" fmla="*/ 88 h 256"/>
                  <a:gd name="T20" fmla="*/ 0 w 320"/>
                  <a:gd name="T21" fmla="*/ 181 h 256"/>
                  <a:gd name="T22" fmla="*/ 10 w 320"/>
                  <a:gd name="T23" fmla="*/ 199 h 256"/>
                  <a:gd name="T24" fmla="*/ 21 w 320"/>
                  <a:gd name="T25" fmla="*/ 256 h 256"/>
                  <a:gd name="T26" fmla="*/ 85 w 320"/>
                  <a:gd name="T27" fmla="*/ 245 h 256"/>
                  <a:gd name="T28" fmla="*/ 165 w 320"/>
                  <a:gd name="T29" fmla="*/ 224 h 256"/>
                  <a:gd name="T30" fmla="*/ 234 w 320"/>
                  <a:gd name="T31" fmla="*/ 245 h 256"/>
                  <a:gd name="T32" fmla="*/ 298 w 320"/>
                  <a:gd name="T33" fmla="*/ 256 h 256"/>
                  <a:gd name="T34" fmla="*/ 309 w 320"/>
                  <a:gd name="T35" fmla="*/ 202 h 256"/>
                  <a:gd name="T36" fmla="*/ 320 w 320"/>
                  <a:gd name="T37" fmla="*/ 180 h 256"/>
                  <a:gd name="T38" fmla="*/ 106 w 320"/>
                  <a:gd name="T39" fmla="*/ 21 h 256"/>
                  <a:gd name="T40" fmla="*/ 235 w 320"/>
                  <a:gd name="T41" fmla="*/ 36 h 256"/>
                  <a:gd name="T42" fmla="*/ 68 w 320"/>
                  <a:gd name="T43" fmla="*/ 85 h 256"/>
                  <a:gd name="T44" fmla="*/ 64 w 320"/>
                  <a:gd name="T45" fmla="*/ 235 h 256"/>
                  <a:gd name="T46" fmla="*/ 32 w 320"/>
                  <a:gd name="T47" fmla="*/ 210 h 256"/>
                  <a:gd name="T48" fmla="*/ 64 w 320"/>
                  <a:gd name="T49" fmla="*/ 235 h 256"/>
                  <a:gd name="T50" fmla="*/ 21 w 320"/>
                  <a:gd name="T51" fmla="*/ 149 h 256"/>
                  <a:gd name="T52" fmla="*/ 258 w 320"/>
                  <a:gd name="T53" fmla="*/ 107 h 256"/>
                  <a:gd name="T54" fmla="*/ 298 w 320"/>
                  <a:gd name="T55" fmla="*/ 181 h 256"/>
                  <a:gd name="T56" fmla="*/ 165 w 320"/>
                  <a:gd name="T57" fmla="*/ 203 h 256"/>
                  <a:gd name="T58" fmla="*/ 288 w 320"/>
                  <a:gd name="T59" fmla="*/ 235 h 256"/>
                  <a:gd name="T60" fmla="*/ 256 w 320"/>
                  <a:gd name="T61" fmla="*/ 219 h 256"/>
                  <a:gd name="T62" fmla="*/ 288 w 320"/>
                  <a:gd name="T63" fmla="*/ 235 h 256"/>
                  <a:gd name="T64" fmla="*/ 150 w 320"/>
                  <a:gd name="T65" fmla="*/ 177 h 256"/>
                  <a:gd name="T66" fmla="*/ 100 w 320"/>
                  <a:gd name="T67" fmla="*/ 189 h 256"/>
                  <a:gd name="T68" fmla="*/ 118 w 320"/>
                  <a:gd name="T69" fmla="*/ 161 h 256"/>
                  <a:gd name="T70" fmla="*/ 131 w 320"/>
                  <a:gd name="T71" fmla="*/ 144 h 256"/>
                  <a:gd name="T72" fmla="*/ 130 w 320"/>
                  <a:gd name="T73" fmla="*/ 132 h 256"/>
                  <a:gd name="T74" fmla="*/ 116 w 320"/>
                  <a:gd name="T75" fmla="*/ 131 h 256"/>
                  <a:gd name="T76" fmla="*/ 99 w 320"/>
                  <a:gd name="T77" fmla="*/ 127 h 256"/>
                  <a:gd name="T78" fmla="*/ 116 w 320"/>
                  <a:gd name="T79" fmla="*/ 118 h 256"/>
                  <a:gd name="T80" fmla="*/ 137 w 320"/>
                  <a:gd name="T81" fmla="*/ 119 h 256"/>
                  <a:gd name="T82" fmla="*/ 148 w 320"/>
                  <a:gd name="T83" fmla="*/ 136 h 256"/>
                  <a:gd name="T84" fmla="*/ 140 w 320"/>
                  <a:gd name="T85" fmla="*/ 154 h 256"/>
                  <a:gd name="T86" fmla="*/ 118 w 320"/>
                  <a:gd name="T87" fmla="*/ 176 h 256"/>
                  <a:gd name="T88" fmla="*/ 187 w 320"/>
                  <a:gd name="T89" fmla="*/ 149 h 256"/>
                  <a:gd name="T90" fmla="*/ 205 w 320"/>
                  <a:gd name="T91" fmla="*/ 159 h 256"/>
                  <a:gd name="T92" fmla="*/ 187 w 320"/>
                  <a:gd name="T93" fmla="*/ 178 h 256"/>
                  <a:gd name="T94" fmla="*/ 176 w 320"/>
                  <a:gd name="T95" fmla="*/ 159 h 256"/>
                  <a:gd name="T96" fmla="*/ 157 w 320"/>
                  <a:gd name="T97" fmla="*/ 149 h 256"/>
                  <a:gd name="T98" fmla="*/ 176 w 320"/>
                  <a:gd name="T99" fmla="*/ 130 h 256"/>
                  <a:gd name="T100" fmla="*/ 187 w 320"/>
                  <a:gd name="T101" fmla="*/ 149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256">
                    <a:moveTo>
                      <a:pt x="320" y="180"/>
                    </a:moveTo>
                    <a:cubicBezTo>
                      <a:pt x="320" y="149"/>
                      <a:pt x="320" y="149"/>
                      <a:pt x="320" y="149"/>
                    </a:cubicBezTo>
                    <a:cubicBezTo>
                      <a:pt x="320" y="120"/>
                      <a:pt x="301" y="96"/>
                      <a:pt x="275" y="88"/>
                    </a:cubicBezTo>
                    <a:cubicBezTo>
                      <a:pt x="274" y="85"/>
                      <a:pt x="274" y="85"/>
                      <a:pt x="274" y="85"/>
                    </a:cubicBezTo>
                    <a:cubicBezTo>
                      <a:pt x="288" y="85"/>
                      <a:pt x="288" y="85"/>
                      <a:pt x="288" y="85"/>
                    </a:cubicBezTo>
                    <a:cubicBezTo>
                      <a:pt x="294" y="85"/>
                      <a:pt x="298" y="81"/>
                      <a:pt x="298" y="75"/>
                    </a:cubicBezTo>
                    <a:cubicBezTo>
                      <a:pt x="298" y="69"/>
                      <a:pt x="294" y="64"/>
                      <a:pt x="288" y="64"/>
                    </a:cubicBezTo>
                    <a:cubicBezTo>
                      <a:pt x="267" y="64"/>
                      <a:pt x="267" y="64"/>
                      <a:pt x="267" y="64"/>
                    </a:cubicBezTo>
                    <a:cubicBezTo>
                      <a:pt x="255" y="29"/>
                      <a:pt x="255" y="29"/>
                      <a:pt x="255" y="29"/>
                    </a:cubicBezTo>
                    <a:cubicBezTo>
                      <a:pt x="255" y="28"/>
                      <a:pt x="255" y="28"/>
                      <a:pt x="254" y="27"/>
                    </a:cubicBezTo>
                    <a:cubicBezTo>
                      <a:pt x="254" y="26"/>
                      <a:pt x="240" y="0"/>
                      <a:pt x="213" y="0"/>
                    </a:cubicBezTo>
                    <a:cubicBezTo>
                      <a:pt x="106" y="0"/>
                      <a:pt x="106" y="0"/>
                      <a:pt x="106" y="0"/>
                    </a:cubicBezTo>
                    <a:cubicBezTo>
                      <a:pt x="80" y="0"/>
                      <a:pt x="65" y="26"/>
                      <a:pt x="65" y="27"/>
                    </a:cubicBezTo>
                    <a:cubicBezTo>
                      <a:pt x="65" y="28"/>
                      <a:pt x="64" y="28"/>
                      <a:pt x="64" y="29"/>
                    </a:cubicBezTo>
                    <a:cubicBezTo>
                      <a:pt x="52" y="64"/>
                      <a:pt x="52" y="64"/>
                      <a:pt x="52" y="64"/>
                    </a:cubicBezTo>
                    <a:cubicBezTo>
                      <a:pt x="32" y="64"/>
                      <a:pt x="32" y="64"/>
                      <a:pt x="32" y="64"/>
                    </a:cubicBezTo>
                    <a:cubicBezTo>
                      <a:pt x="26" y="64"/>
                      <a:pt x="21" y="69"/>
                      <a:pt x="21" y="75"/>
                    </a:cubicBezTo>
                    <a:cubicBezTo>
                      <a:pt x="21" y="81"/>
                      <a:pt x="26" y="85"/>
                      <a:pt x="32" y="85"/>
                    </a:cubicBezTo>
                    <a:cubicBezTo>
                      <a:pt x="45" y="85"/>
                      <a:pt x="45" y="85"/>
                      <a:pt x="45" y="85"/>
                    </a:cubicBezTo>
                    <a:cubicBezTo>
                      <a:pt x="44" y="88"/>
                      <a:pt x="44" y="88"/>
                      <a:pt x="44" y="88"/>
                    </a:cubicBezTo>
                    <a:cubicBezTo>
                      <a:pt x="19" y="96"/>
                      <a:pt x="0" y="120"/>
                      <a:pt x="0" y="149"/>
                    </a:cubicBezTo>
                    <a:cubicBezTo>
                      <a:pt x="0" y="181"/>
                      <a:pt x="0" y="181"/>
                      <a:pt x="0" y="181"/>
                    </a:cubicBezTo>
                    <a:cubicBezTo>
                      <a:pt x="0" y="183"/>
                      <a:pt x="0" y="189"/>
                      <a:pt x="6" y="195"/>
                    </a:cubicBezTo>
                    <a:cubicBezTo>
                      <a:pt x="7" y="197"/>
                      <a:pt x="9" y="198"/>
                      <a:pt x="10" y="199"/>
                    </a:cubicBezTo>
                    <a:cubicBezTo>
                      <a:pt x="10" y="245"/>
                      <a:pt x="10" y="245"/>
                      <a:pt x="10" y="245"/>
                    </a:cubicBezTo>
                    <a:cubicBezTo>
                      <a:pt x="10" y="251"/>
                      <a:pt x="15" y="256"/>
                      <a:pt x="21" y="256"/>
                    </a:cubicBezTo>
                    <a:cubicBezTo>
                      <a:pt x="74" y="256"/>
                      <a:pt x="74" y="256"/>
                      <a:pt x="74" y="256"/>
                    </a:cubicBezTo>
                    <a:cubicBezTo>
                      <a:pt x="80" y="256"/>
                      <a:pt x="85" y="251"/>
                      <a:pt x="85" y="245"/>
                    </a:cubicBezTo>
                    <a:cubicBezTo>
                      <a:pt x="85" y="220"/>
                      <a:pt x="85" y="220"/>
                      <a:pt x="85" y="220"/>
                    </a:cubicBezTo>
                    <a:cubicBezTo>
                      <a:pt x="107" y="223"/>
                      <a:pt x="134" y="224"/>
                      <a:pt x="165" y="224"/>
                    </a:cubicBezTo>
                    <a:cubicBezTo>
                      <a:pt x="192" y="224"/>
                      <a:pt x="215" y="223"/>
                      <a:pt x="234" y="221"/>
                    </a:cubicBezTo>
                    <a:cubicBezTo>
                      <a:pt x="234" y="245"/>
                      <a:pt x="234" y="245"/>
                      <a:pt x="234" y="245"/>
                    </a:cubicBezTo>
                    <a:cubicBezTo>
                      <a:pt x="234" y="251"/>
                      <a:pt x="239" y="256"/>
                      <a:pt x="245" y="256"/>
                    </a:cubicBezTo>
                    <a:cubicBezTo>
                      <a:pt x="298" y="256"/>
                      <a:pt x="298" y="256"/>
                      <a:pt x="298" y="256"/>
                    </a:cubicBezTo>
                    <a:cubicBezTo>
                      <a:pt x="304" y="256"/>
                      <a:pt x="309" y="251"/>
                      <a:pt x="309" y="245"/>
                    </a:cubicBezTo>
                    <a:cubicBezTo>
                      <a:pt x="309" y="202"/>
                      <a:pt x="309" y="202"/>
                      <a:pt x="309" y="202"/>
                    </a:cubicBezTo>
                    <a:cubicBezTo>
                      <a:pt x="312" y="199"/>
                      <a:pt x="314" y="197"/>
                      <a:pt x="316" y="194"/>
                    </a:cubicBezTo>
                    <a:cubicBezTo>
                      <a:pt x="320" y="189"/>
                      <a:pt x="320" y="184"/>
                      <a:pt x="320" y="180"/>
                    </a:cubicBezTo>
                    <a:close/>
                    <a:moveTo>
                      <a:pt x="84" y="36"/>
                    </a:moveTo>
                    <a:cubicBezTo>
                      <a:pt x="86" y="33"/>
                      <a:pt x="94" y="21"/>
                      <a:pt x="106" y="21"/>
                    </a:cubicBezTo>
                    <a:cubicBezTo>
                      <a:pt x="213" y="21"/>
                      <a:pt x="213" y="21"/>
                      <a:pt x="213" y="21"/>
                    </a:cubicBezTo>
                    <a:cubicBezTo>
                      <a:pt x="225" y="21"/>
                      <a:pt x="233" y="34"/>
                      <a:pt x="235" y="36"/>
                    </a:cubicBezTo>
                    <a:cubicBezTo>
                      <a:pt x="252" y="85"/>
                      <a:pt x="252" y="85"/>
                      <a:pt x="252" y="85"/>
                    </a:cubicBezTo>
                    <a:cubicBezTo>
                      <a:pt x="68" y="85"/>
                      <a:pt x="68" y="85"/>
                      <a:pt x="68" y="85"/>
                    </a:cubicBezTo>
                    <a:lnTo>
                      <a:pt x="84" y="36"/>
                    </a:lnTo>
                    <a:close/>
                    <a:moveTo>
                      <a:pt x="64" y="235"/>
                    </a:moveTo>
                    <a:cubicBezTo>
                      <a:pt x="32" y="235"/>
                      <a:pt x="32" y="235"/>
                      <a:pt x="32" y="235"/>
                    </a:cubicBezTo>
                    <a:cubicBezTo>
                      <a:pt x="32" y="210"/>
                      <a:pt x="32" y="210"/>
                      <a:pt x="32" y="210"/>
                    </a:cubicBezTo>
                    <a:cubicBezTo>
                      <a:pt x="41" y="213"/>
                      <a:pt x="51" y="215"/>
                      <a:pt x="64" y="217"/>
                    </a:cubicBezTo>
                    <a:lnTo>
                      <a:pt x="64" y="235"/>
                    </a:lnTo>
                    <a:close/>
                    <a:moveTo>
                      <a:pt x="21" y="180"/>
                    </a:moveTo>
                    <a:cubicBezTo>
                      <a:pt x="21" y="149"/>
                      <a:pt x="21" y="149"/>
                      <a:pt x="21" y="149"/>
                    </a:cubicBezTo>
                    <a:cubicBezTo>
                      <a:pt x="21" y="126"/>
                      <a:pt x="39" y="107"/>
                      <a:pt x="62" y="107"/>
                    </a:cubicBezTo>
                    <a:cubicBezTo>
                      <a:pt x="258" y="107"/>
                      <a:pt x="258" y="107"/>
                      <a:pt x="258" y="107"/>
                    </a:cubicBezTo>
                    <a:cubicBezTo>
                      <a:pt x="280" y="107"/>
                      <a:pt x="298" y="126"/>
                      <a:pt x="298" y="149"/>
                    </a:cubicBezTo>
                    <a:cubicBezTo>
                      <a:pt x="298" y="181"/>
                      <a:pt x="298" y="181"/>
                      <a:pt x="298" y="181"/>
                    </a:cubicBezTo>
                    <a:cubicBezTo>
                      <a:pt x="298" y="182"/>
                      <a:pt x="298" y="182"/>
                      <a:pt x="298" y="183"/>
                    </a:cubicBezTo>
                    <a:cubicBezTo>
                      <a:pt x="296" y="185"/>
                      <a:pt x="278" y="203"/>
                      <a:pt x="165" y="203"/>
                    </a:cubicBezTo>
                    <a:cubicBezTo>
                      <a:pt x="43" y="203"/>
                      <a:pt x="23" y="183"/>
                      <a:pt x="21" y="180"/>
                    </a:cubicBezTo>
                    <a:close/>
                    <a:moveTo>
                      <a:pt x="288" y="235"/>
                    </a:moveTo>
                    <a:cubicBezTo>
                      <a:pt x="256" y="235"/>
                      <a:pt x="256" y="235"/>
                      <a:pt x="256" y="235"/>
                    </a:cubicBezTo>
                    <a:cubicBezTo>
                      <a:pt x="256" y="219"/>
                      <a:pt x="256" y="219"/>
                      <a:pt x="256" y="219"/>
                    </a:cubicBezTo>
                    <a:cubicBezTo>
                      <a:pt x="268" y="217"/>
                      <a:pt x="279" y="215"/>
                      <a:pt x="288" y="212"/>
                    </a:cubicBezTo>
                    <a:lnTo>
                      <a:pt x="288" y="235"/>
                    </a:lnTo>
                    <a:close/>
                    <a:moveTo>
                      <a:pt x="118" y="177"/>
                    </a:moveTo>
                    <a:cubicBezTo>
                      <a:pt x="150" y="177"/>
                      <a:pt x="150" y="177"/>
                      <a:pt x="150" y="177"/>
                    </a:cubicBezTo>
                    <a:cubicBezTo>
                      <a:pt x="150" y="189"/>
                      <a:pt x="150" y="189"/>
                      <a:pt x="150" y="189"/>
                    </a:cubicBezTo>
                    <a:cubicBezTo>
                      <a:pt x="100" y="189"/>
                      <a:pt x="100" y="189"/>
                      <a:pt x="100" y="189"/>
                    </a:cubicBezTo>
                    <a:cubicBezTo>
                      <a:pt x="100" y="179"/>
                      <a:pt x="100" y="179"/>
                      <a:pt x="100" y="179"/>
                    </a:cubicBezTo>
                    <a:cubicBezTo>
                      <a:pt x="118" y="161"/>
                      <a:pt x="118" y="161"/>
                      <a:pt x="118" y="161"/>
                    </a:cubicBezTo>
                    <a:cubicBezTo>
                      <a:pt x="123" y="155"/>
                      <a:pt x="126" y="152"/>
                      <a:pt x="128" y="149"/>
                    </a:cubicBezTo>
                    <a:cubicBezTo>
                      <a:pt x="130" y="147"/>
                      <a:pt x="131" y="145"/>
                      <a:pt x="131" y="144"/>
                    </a:cubicBezTo>
                    <a:cubicBezTo>
                      <a:pt x="132" y="142"/>
                      <a:pt x="133" y="140"/>
                      <a:pt x="133" y="138"/>
                    </a:cubicBezTo>
                    <a:cubicBezTo>
                      <a:pt x="133" y="135"/>
                      <a:pt x="132" y="133"/>
                      <a:pt x="130" y="132"/>
                    </a:cubicBezTo>
                    <a:cubicBezTo>
                      <a:pt x="129" y="130"/>
                      <a:pt x="127" y="130"/>
                      <a:pt x="124" y="130"/>
                    </a:cubicBezTo>
                    <a:cubicBezTo>
                      <a:pt x="121" y="130"/>
                      <a:pt x="118" y="130"/>
                      <a:pt x="116" y="131"/>
                    </a:cubicBezTo>
                    <a:cubicBezTo>
                      <a:pt x="113" y="133"/>
                      <a:pt x="111" y="135"/>
                      <a:pt x="108" y="137"/>
                    </a:cubicBezTo>
                    <a:cubicBezTo>
                      <a:pt x="99" y="127"/>
                      <a:pt x="99" y="127"/>
                      <a:pt x="99" y="127"/>
                    </a:cubicBezTo>
                    <a:cubicBezTo>
                      <a:pt x="103" y="124"/>
                      <a:pt x="106" y="122"/>
                      <a:pt x="108" y="121"/>
                    </a:cubicBezTo>
                    <a:cubicBezTo>
                      <a:pt x="111" y="120"/>
                      <a:pt x="113" y="119"/>
                      <a:pt x="116" y="118"/>
                    </a:cubicBezTo>
                    <a:cubicBezTo>
                      <a:pt x="119" y="117"/>
                      <a:pt x="122" y="117"/>
                      <a:pt x="125" y="117"/>
                    </a:cubicBezTo>
                    <a:cubicBezTo>
                      <a:pt x="129" y="117"/>
                      <a:pt x="133" y="118"/>
                      <a:pt x="137" y="119"/>
                    </a:cubicBezTo>
                    <a:cubicBezTo>
                      <a:pt x="140" y="121"/>
                      <a:pt x="143" y="123"/>
                      <a:pt x="145" y="126"/>
                    </a:cubicBezTo>
                    <a:cubicBezTo>
                      <a:pt x="147" y="129"/>
                      <a:pt x="148" y="133"/>
                      <a:pt x="148" y="136"/>
                    </a:cubicBezTo>
                    <a:cubicBezTo>
                      <a:pt x="148" y="140"/>
                      <a:pt x="147" y="143"/>
                      <a:pt x="146" y="146"/>
                    </a:cubicBezTo>
                    <a:cubicBezTo>
                      <a:pt x="145" y="148"/>
                      <a:pt x="143" y="151"/>
                      <a:pt x="140" y="154"/>
                    </a:cubicBezTo>
                    <a:cubicBezTo>
                      <a:pt x="138" y="157"/>
                      <a:pt x="134" y="162"/>
                      <a:pt x="128" y="167"/>
                    </a:cubicBezTo>
                    <a:cubicBezTo>
                      <a:pt x="118" y="176"/>
                      <a:pt x="118" y="176"/>
                      <a:pt x="118" y="176"/>
                    </a:cubicBezTo>
                    <a:lnTo>
                      <a:pt x="118" y="177"/>
                    </a:lnTo>
                    <a:close/>
                    <a:moveTo>
                      <a:pt x="187" y="149"/>
                    </a:moveTo>
                    <a:cubicBezTo>
                      <a:pt x="205" y="149"/>
                      <a:pt x="205" y="149"/>
                      <a:pt x="205" y="149"/>
                    </a:cubicBezTo>
                    <a:cubicBezTo>
                      <a:pt x="205" y="159"/>
                      <a:pt x="205" y="159"/>
                      <a:pt x="205" y="159"/>
                    </a:cubicBezTo>
                    <a:cubicBezTo>
                      <a:pt x="187" y="159"/>
                      <a:pt x="187" y="159"/>
                      <a:pt x="187" y="159"/>
                    </a:cubicBezTo>
                    <a:cubicBezTo>
                      <a:pt x="187" y="178"/>
                      <a:pt x="187" y="178"/>
                      <a:pt x="187" y="178"/>
                    </a:cubicBezTo>
                    <a:cubicBezTo>
                      <a:pt x="176" y="178"/>
                      <a:pt x="176" y="178"/>
                      <a:pt x="176" y="178"/>
                    </a:cubicBezTo>
                    <a:cubicBezTo>
                      <a:pt x="176" y="159"/>
                      <a:pt x="176" y="159"/>
                      <a:pt x="176" y="159"/>
                    </a:cubicBezTo>
                    <a:cubicBezTo>
                      <a:pt x="157" y="159"/>
                      <a:pt x="157" y="159"/>
                      <a:pt x="157" y="159"/>
                    </a:cubicBezTo>
                    <a:cubicBezTo>
                      <a:pt x="157" y="149"/>
                      <a:pt x="157" y="149"/>
                      <a:pt x="157" y="149"/>
                    </a:cubicBezTo>
                    <a:cubicBezTo>
                      <a:pt x="176" y="149"/>
                      <a:pt x="176" y="149"/>
                      <a:pt x="176" y="149"/>
                    </a:cubicBezTo>
                    <a:cubicBezTo>
                      <a:pt x="176" y="130"/>
                      <a:pt x="176" y="130"/>
                      <a:pt x="176" y="130"/>
                    </a:cubicBezTo>
                    <a:cubicBezTo>
                      <a:pt x="187" y="130"/>
                      <a:pt x="187" y="130"/>
                      <a:pt x="187" y="130"/>
                    </a:cubicBezTo>
                    <a:lnTo>
                      <a:pt x="187" y="14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76" name="Freeform 855"/>
              <p:cNvSpPr>
                <a:spLocks noEditPoints="1"/>
              </p:cNvSpPr>
              <p:nvPr/>
            </p:nvSpPr>
            <p:spPr bwMode="auto">
              <a:xfrm>
                <a:off x="5046" y="401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77" name="Group 309"/>
            <p:cNvGrpSpPr>
              <a:grpSpLocks noChangeAspect="1"/>
            </p:cNvGrpSpPr>
            <p:nvPr/>
          </p:nvGrpSpPr>
          <p:grpSpPr bwMode="auto">
            <a:xfrm>
              <a:off x="10470765" y="4171493"/>
              <a:ext cx="503894" cy="502417"/>
              <a:chOff x="6585" y="1193"/>
              <a:chExt cx="341" cy="340"/>
            </a:xfrm>
            <a:solidFill>
              <a:schemeClr val="accent5"/>
            </a:solidFill>
          </p:grpSpPr>
          <p:sp>
            <p:nvSpPr>
              <p:cNvPr id="78" name="Freeform 310"/>
              <p:cNvSpPr>
                <a:spLocks noEditPoints="1"/>
              </p:cNvSpPr>
              <p:nvPr/>
            </p:nvSpPr>
            <p:spPr bwMode="auto">
              <a:xfrm>
                <a:off x="6648" y="1264"/>
                <a:ext cx="206" cy="205"/>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79" name="Freeform 311"/>
              <p:cNvSpPr>
                <a:spLocks noEditPoints="1"/>
              </p:cNvSpPr>
              <p:nvPr/>
            </p:nvSpPr>
            <p:spPr bwMode="auto">
              <a:xfrm>
                <a:off x="6585" y="119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80" name="Group 786"/>
            <p:cNvGrpSpPr>
              <a:grpSpLocks noChangeAspect="1"/>
            </p:cNvGrpSpPr>
            <p:nvPr/>
          </p:nvGrpSpPr>
          <p:grpSpPr bwMode="auto">
            <a:xfrm>
              <a:off x="10470765" y="2797174"/>
              <a:ext cx="502418" cy="502418"/>
              <a:chOff x="5071" y="3066"/>
              <a:chExt cx="340" cy="340"/>
            </a:xfrm>
            <a:solidFill>
              <a:schemeClr val="accent3"/>
            </a:solidFill>
          </p:grpSpPr>
          <p:sp>
            <p:nvSpPr>
              <p:cNvPr id="81" name="Freeform 787"/>
              <p:cNvSpPr>
                <a:spLocks noEditPoints="1"/>
              </p:cNvSpPr>
              <p:nvPr/>
            </p:nvSpPr>
            <p:spPr bwMode="auto">
              <a:xfrm>
                <a:off x="5071" y="306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82" name="Freeform 788"/>
              <p:cNvSpPr>
                <a:spLocks noEditPoints="1"/>
              </p:cNvSpPr>
              <p:nvPr/>
            </p:nvSpPr>
            <p:spPr bwMode="auto">
              <a:xfrm>
                <a:off x="5134" y="3129"/>
                <a:ext cx="213" cy="185"/>
              </a:xfrm>
              <a:custGeom>
                <a:avLst/>
                <a:gdLst>
                  <a:gd name="T0" fmla="*/ 319 w 321"/>
                  <a:gd name="T1" fmla="*/ 198 h 278"/>
                  <a:gd name="T2" fmla="*/ 310 w 321"/>
                  <a:gd name="T3" fmla="*/ 193 h 278"/>
                  <a:gd name="T4" fmla="*/ 274 w 321"/>
                  <a:gd name="T5" fmla="*/ 193 h 278"/>
                  <a:gd name="T6" fmla="*/ 170 w 321"/>
                  <a:gd name="T7" fmla="*/ 6 h 278"/>
                  <a:gd name="T8" fmla="*/ 158 w 321"/>
                  <a:gd name="T9" fmla="*/ 1 h 278"/>
                  <a:gd name="T10" fmla="*/ 150 w 321"/>
                  <a:gd name="T11" fmla="*/ 11 h 278"/>
                  <a:gd name="T12" fmla="*/ 150 w 321"/>
                  <a:gd name="T13" fmla="*/ 51 h 278"/>
                  <a:gd name="T14" fmla="*/ 49 w 321"/>
                  <a:gd name="T15" fmla="*/ 193 h 278"/>
                  <a:gd name="T16" fmla="*/ 11 w 321"/>
                  <a:gd name="T17" fmla="*/ 193 h 278"/>
                  <a:gd name="T18" fmla="*/ 2 w 321"/>
                  <a:gd name="T19" fmla="*/ 198 h 278"/>
                  <a:gd name="T20" fmla="*/ 2 w 321"/>
                  <a:gd name="T21" fmla="*/ 209 h 278"/>
                  <a:gd name="T22" fmla="*/ 45 w 321"/>
                  <a:gd name="T23" fmla="*/ 273 h 278"/>
                  <a:gd name="T24" fmla="*/ 54 w 321"/>
                  <a:gd name="T25" fmla="*/ 278 h 278"/>
                  <a:gd name="T26" fmla="*/ 267 w 321"/>
                  <a:gd name="T27" fmla="*/ 278 h 278"/>
                  <a:gd name="T28" fmla="*/ 276 w 321"/>
                  <a:gd name="T29" fmla="*/ 273 h 278"/>
                  <a:gd name="T30" fmla="*/ 319 w 321"/>
                  <a:gd name="T31" fmla="*/ 209 h 278"/>
                  <a:gd name="T32" fmla="*/ 319 w 321"/>
                  <a:gd name="T33" fmla="*/ 198 h 278"/>
                  <a:gd name="T34" fmla="*/ 171 w 321"/>
                  <a:gd name="T35" fmla="*/ 52 h 278"/>
                  <a:gd name="T36" fmla="*/ 249 w 321"/>
                  <a:gd name="T37" fmla="*/ 193 h 278"/>
                  <a:gd name="T38" fmla="*/ 171 w 321"/>
                  <a:gd name="T39" fmla="*/ 193 h 278"/>
                  <a:gd name="T40" fmla="*/ 171 w 321"/>
                  <a:gd name="T41" fmla="*/ 54 h 278"/>
                  <a:gd name="T42" fmla="*/ 171 w 321"/>
                  <a:gd name="T43" fmla="*/ 52 h 278"/>
                  <a:gd name="T44" fmla="*/ 150 w 321"/>
                  <a:gd name="T45" fmla="*/ 87 h 278"/>
                  <a:gd name="T46" fmla="*/ 150 w 321"/>
                  <a:gd name="T47" fmla="*/ 193 h 278"/>
                  <a:gd name="T48" fmla="*/ 75 w 321"/>
                  <a:gd name="T49" fmla="*/ 193 h 278"/>
                  <a:gd name="T50" fmla="*/ 150 w 321"/>
                  <a:gd name="T51" fmla="*/ 87 h 278"/>
                  <a:gd name="T52" fmla="*/ 262 w 321"/>
                  <a:gd name="T53" fmla="*/ 257 h 278"/>
                  <a:gd name="T54" fmla="*/ 60 w 321"/>
                  <a:gd name="T55" fmla="*/ 257 h 278"/>
                  <a:gd name="T56" fmla="*/ 31 w 321"/>
                  <a:gd name="T57" fmla="*/ 214 h 278"/>
                  <a:gd name="T58" fmla="*/ 54 w 321"/>
                  <a:gd name="T59" fmla="*/ 214 h 278"/>
                  <a:gd name="T60" fmla="*/ 161 w 321"/>
                  <a:gd name="T61" fmla="*/ 214 h 278"/>
                  <a:gd name="T62" fmla="*/ 267 w 321"/>
                  <a:gd name="T63" fmla="*/ 214 h 278"/>
                  <a:gd name="T64" fmla="*/ 290 w 321"/>
                  <a:gd name="T65" fmla="*/ 214 h 278"/>
                  <a:gd name="T66" fmla="*/ 262 w 321"/>
                  <a:gd name="T67" fmla="*/ 25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278">
                    <a:moveTo>
                      <a:pt x="319" y="198"/>
                    </a:moveTo>
                    <a:cubicBezTo>
                      <a:pt x="318" y="195"/>
                      <a:pt x="314" y="193"/>
                      <a:pt x="310" y="193"/>
                    </a:cubicBezTo>
                    <a:cubicBezTo>
                      <a:pt x="274" y="193"/>
                      <a:pt x="274" y="193"/>
                      <a:pt x="274" y="193"/>
                    </a:cubicBezTo>
                    <a:cubicBezTo>
                      <a:pt x="170" y="6"/>
                      <a:pt x="170" y="6"/>
                      <a:pt x="170" y="6"/>
                    </a:cubicBezTo>
                    <a:cubicBezTo>
                      <a:pt x="168" y="2"/>
                      <a:pt x="163" y="0"/>
                      <a:pt x="158" y="1"/>
                    </a:cubicBezTo>
                    <a:cubicBezTo>
                      <a:pt x="153" y="2"/>
                      <a:pt x="150" y="6"/>
                      <a:pt x="150" y="11"/>
                    </a:cubicBezTo>
                    <a:cubicBezTo>
                      <a:pt x="150" y="51"/>
                      <a:pt x="150" y="51"/>
                      <a:pt x="150" y="51"/>
                    </a:cubicBezTo>
                    <a:cubicBezTo>
                      <a:pt x="49" y="193"/>
                      <a:pt x="49" y="193"/>
                      <a:pt x="49" y="193"/>
                    </a:cubicBezTo>
                    <a:cubicBezTo>
                      <a:pt x="11" y="193"/>
                      <a:pt x="11" y="193"/>
                      <a:pt x="11" y="193"/>
                    </a:cubicBezTo>
                    <a:cubicBezTo>
                      <a:pt x="7" y="193"/>
                      <a:pt x="4" y="195"/>
                      <a:pt x="2" y="198"/>
                    </a:cubicBezTo>
                    <a:cubicBezTo>
                      <a:pt x="0" y="202"/>
                      <a:pt x="0" y="206"/>
                      <a:pt x="2" y="209"/>
                    </a:cubicBezTo>
                    <a:cubicBezTo>
                      <a:pt x="45" y="273"/>
                      <a:pt x="45" y="273"/>
                      <a:pt x="45" y="273"/>
                    </a:cubicBezTo>
                    <a:cubicBezTo>
                      <a:pt x="47" y="276"/>
                      <a:pt x="50" y="278"/>
                      <a:pt x="54" y="278"/>
                    </a:cubicBezTo>
                    <a:cubicBezTo>
                      <a:pt x="267" y="278"/>
                      <a:pt x="267" y="278"/>
                      <a:pt x="267" y="278"/>
                    </a:cubicBezTo>
                    <a:cubicBezTo>
                      <a:pt x="271" y="278"/>
                      <a:pt x="274" y="276"/>
                      <a:pt x="276" y="273"/>
                    </a:cubicBezTo>
                    <a:cubicBezTo>
                      <a:pt x="319" y="209"/>
                      <a:pt x="319" y="209"/>
                      <a:pt x="319" y="209"/>
                    </a:cubicBezTo>
                    <a:cubicBezTo>
                      <a:pt x="321" y="206"/>
                      <a:pt x="321" y="202"/>
                      <a:pt x="319" y="198"/>
                    </a:cubicBezTo>
                    <a:close/>
                    <a:moveTo>
                      <a:pt x="171" y="52"/>
                    </a:moveTo>
                    <a:cubicBezTo>
                      <a:pt x="249" y="193"/>
                      <a:pt x="249" y="193"/>
                      <a:pt x="249" y="193"/>
                    </a:cubicBezTo>
                    <a:cubicBezTo>
                      <a:pt x="171" y="193"/>
                      <a:pt x="171" y="193"/>
                      <a:pt x="171" y="193"/>
                    </a:cubicBezTo>
                    <a:cubicBezTo>
                      <a:pt x="171" y="54"/>
                      <a:pt x="171" y="54"/>
                      <a:pt x="171" y="54"/>
                    </a:cubicBezTo>
                    <a:lnTo>
                      <a:pt x="171" y="52"/>
                    </a:lnTo>
                    <a:close/>
                    <a:moveTo>
                      <a:pt x="150" y="87"/>
                    </a:moveTo>
                    <a:cubicBezTo>
                      <a:pt x="150" y="193"/>
                      <a:pt x="150" y="193"/>
                      <a:pt x="150" y="193"/>
                    </a:cubicBezTo>
                    <a:cubicBezTo>
                      <a:pt x="75" y="193"/>
                      <a:pt x="75" y="193"/>
                      <a:pt x="75" y="193"/>
                    </a:cubicBezTo>
                    <a:lnTo>
                      <a:pt x="150" y="87"/>
                    </a:lnTo>
                    <a:close/>
                    <a:moveTo>
                      <a:pt x="262" y="257"/>
                    </a:moveTo>
                    <a:cubicBezTo>
                      <a:pt x="60" y="257"/>
                      <a:pt x="60" y="257"/>
                      <a:pt x="60" y="257"/>
                    </a:cubicBezTo>
                    <a:cubicBezTo>
                      <a:pt x="31" y="214"/>
                      <a:pt x="31" y="214"/>
                      <a:pt x="31" y="214"/>
                    </a:cubicBezTo>
                    <a:cubicBezTo>
                      <a:pt x="54" y="214"/>
                      <a:pt x="54" y="214"/>
                      <a:pt x="54" y="214"/>
                    </a:cubicBezTo>
                    <a:cubicBezTo>
                      <a:pt x="161" y="214"/>
                      <a:pt x="161" y="214"/>
                      <a:pt x="161" y="214"/>
                    </a:cubicBezTo>
                    <a:cubicBezTo>
                      <a:pt x="267" y="214"/>
                      <a:pt x="267" y="214"/>
                      <a:pt x="267" y="214"/>
                    </a:cubicBezTo>
                    <a:cubicBezTo>
                      <a:pt x="290" y="214"/>
                      <a:pt x="290" y="214"/>
                      <a:pt x="290" y="214"/>
                    </a:cubicBezTo>
                    <a:lnTo>
                      <a:pt x="262" y="25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83" name="Group 657"/>
            <p:cNvGrpSpPr>
              <a:grpSpLocks noChangeAspect="1"/>
            </p:cNvGrpSpPr>
            <p:nvPr/>
          </p:nvGrpSpPr>
          <p:grpSpPr bwMode="auto">
            <a:xfrm>
              <a:off x="10470765" y="2108417"/>
              <a:ext cx="504789" cy="503309"/>
              <a:chOff x="2738" y="2314"/>
              <a:chExt cx="341" cy="340"/>
            </a:xfrm>
            <a:solidFill>
              <a:schemeClr val="accent1"/>
            </a:solidFill>
          </p:grpSpPr>
          <p:sp>
            <p:nvSpPr>
              <p:cNvPr id="84" name="Freeform 658"/>
              <p:cNvSpPr>
                <a:spLocks noEditPoints="1"/>
              </p:cNvSpPr>
              <p:nvPr/>
            </p:nvSpPr>
            <p:spPr bwMode="auto">
              <a:xfrm>
                <a:off x="2738" y="2314"/>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85" name="Freeform 659"/>
              <p:cNvSpPr>
                <a:spLocks noEditPoints="1"/>
              </p:cNvSpPr>
              <p:nvPr/>
            </p:nvSpPr>
            <p:spPr bwMode="auto">
              <a:xfrm>
                <a:off x="2802" y="2420"/>
                <a:ext cx="213" cy="142"/>
              </a:xfrm>
              <a:custGeom>
                <a:avLst/>
                <a:gdLst>
                  <a:gd name="T0" fmla="*/ 288 w 320"/>
                  <a:gd name="T1" fmla="*/ 64 h 213"/>
                  <a:gd name="T2" fmla="*/ 234 w 320"/>
                  <a:gd name="T3" fmla="*/ 64 h 213"/>
                  <a:gd name="T4" fmla="*/ 234 w 320"/>
                  <a:gd name="T5" fmla="*/ 10 h 213"/>
                  <a:gd name="T6" fmla="*/ 224 w 320"/>
                  <a:gd name="T7" fmla="*/ 0 h 213"/>
                  <a:gd name="T8" fmla="*/ 10 w 320"/>
                  <a:gd name="T9" fmla="*/ 0 h 213"/>
                  <a:gd name="T10" fmla="*/ 0 w 320"/>
                  <a:gd name="T11" fmla="*/ 10 h 213"/>
                  <a:gd name="T12" fmla="*/ 0 w 320"/>
                  <a:gd name="T13" fmla="*/ 181 h 213"/>
                  <a:gd name="T14" fmla="*/ 10 w 320"/>
                  <a:gd name="T15" fmla="*/ 192 h 213"/>
                  <a:gd name="T16" fmla="*/ 34 w 320"/>
                  <a:gd name="T17" fmla="*/ 192 h 213"/>
                  <a:gd name="T18" fmla="*/ 64 w 320"/>
                  <a:gd name="T19" fmla="*/ 213 h 213"/>
                  <a:gd name="T20" fmla="*/ 94 w 320"/>
                  <a:gd name="T21" fmla="*/ 192 h 213"/>
                  <a:gd name="T22" fmla="*/ 215 w 320"/>
                  <a:gd name="T23" fmla="*/ 192 h 213"/>
                  <a:gd name="T24" fmla="*/ 245 w 320"/>
                  <a:gd name="T25" fmla="*/ 213 h 213"/>
                  <a:gd name="T26" fmla="*/ 275 w 320"/>
                  <a:gd name="T27" fmla="*/ 192 h 213"/>
                  <a:gd name="T28" fmla="*/ 309 w 320"/>
                  <a:gd name="T29" fmla="*/ 192 h 213"/>
                  <a:gd name="T30" fmla="*/ 320 w 320"/>
                  <a:gd name="T31" fmla="*/ 181 h 213"/>
                  <a:gd name="T32" fmla="*/ 320 w 320"/>
                  <a:gd name="T33" fmla="*/ 96 h 213"/>
                  <a:gd name="T34" fmla="*/ 288 w 320"/>
                  <a:gd name="T35" fmla="*/ 64 h 213"/>
                  <a:gd name="T36" fmla="*/ 64 w 320"/>
                  <a:gd name="T37" fmla="*/ 192 h 213"/>
                  <a:gd name="T38" fmla="*/ 53 w 320"/>
                  <a:gd name="T39" fmla="*/ 181 h 213"/>
                  <a:gd name="T40" fmla="*/ 64 w 320"/>
                  <a:gd name="T41" fmla="*/ 170 h 213"/>
                  <a:gd name="T42" fmla="*/ 74 w 320"/>
                  <a:gd name="T43" fmla="*/ 181 h 213"/>
                  <a:gd name="T44" fmla="*/ 64 w 320"/>
                  <a:gd name="T45" fmla="*/ 192 h 213"/>
                  <a:gd name="T46" fmla="*/ 245 w 320"/>
                  <a:gd name="T47" fmla="*/ 192 h 213"/>
                  <a:gd name="T48" fmla="*/ 234 w 320"/>
                  <a:gd name="T49" fmla="*/ 181 h 213"/>
                  <a:gd name="T50" fmla="*/ 245 w 320"/>
                  <a:gd name="T51" fmla="*/ 170 h 213"/>
                  <a:gd name="T52" fmla="*/ 256 w 320"/>
                  <a:gd name="T53" fmla="*/ 181 h 213"/>
                  <a:gd name="T54" fmla="*/ 245 w 320"/>
                  <a:gd name="T55" fmla="*/ 192 h 213"/>
                  <a:gd name="T56" fmla="*/ 298 w 320"/>
                  <a:gd name="T57" fmla="*/ 170 h 213"/>
                  <a:gd name="T58" fmla="*/ 275 w 320"/>
                  <a:gd name="T59" fmla="*/ 170 h 213"/>
                  <a:gd name="T60" fmla="*/ 245 w 320"/>
                  <a:gd name="T61" fmla="*/ 149 h 213"/>
                  <a:gd name="T62" fmla="*/ 215 w 320"/>
                  <a:gd name="T63" fmla="*/ 170 h 213"/>
                  <a:gd name="T64" fmla="*/ 94 w 320"/>
                  <a:gd name="T65" fmla="*/ 170 h 213"/>
                  <a:gd name="T66" fmla="*/ 64 w 320"/>
                  <a:gd name="T67" fmla="*/ 149 h 213"/>
                  <a:gd name="T68" fmla="*/ 34 w 320"/>
                  <a:gd name="T69" fmla="*/ 170 h 213"/>
                  <a:gd name="T70" fmla="*/ 21 w 320"/>
                  <a:gd name="T71" fmla="*/ 170 h 213"/>
                  <a:gd name="T72" fmla="*/ 21 w 320"/>
                  <a:gd name="T73" fmla="*/ 21 h 213"/>
                  <a:gd name="T74" fmla="*/ 213 w 320"/>
                  <a:gd name="T75" fmla="*/ 21 h 213"/>
                  <a:gd name="T76" fmla="*/ 213 w 320"/>
                  <a:gd name="T77" fmla="*/ 117 h 213"/>
                  <a:gd name="T78" fmla="*/ 224 w 320"/>
                  <a:gd name="T79" fmla="*/ 128 h 213"/>
                  <a:gd name="T80" fmla="*/ 234 w 320"/>
                  <a:gd name="T81" fmla="*/ 117 h 213"/>
                  <a:gd name="T82" fmla="*/ 234 w 320"/>
                  <a:gd name="T83" fmla="*/ 85 h 213"/>
                  <a:gd name="T84" fmla="*/ 288 w 320"/>
                  <a:gd name="T85" fmla="*/ 85 h 213"/>
                  <a:gd name="T86" fmla="*/ 298 w 320"/>
                  <a:gd name="T87" fmla="*/ 96 h 213"/>
                  <a:gd name="T88" fmla="*/ 298 w 320"/>
                  <a:gd name="T89" fmla="*/ 17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0" h="213">
                    <a:moveTo>
                      <a:pt x="288" y="64"/>
                    </a:moveTo>
                    <a:cubicBezTo>
                      <a:pt x="234" y="64"/>
                      <a:pt x="234" y="64"/>
                      <a:pt x="234" y="64"/>
                    </a:cubicBezTo>
                    <a:cubicBezTo>
                      <a:pt x="234" y="10"/>
                      <a:pt x="234" y="10"/>
                      <a:pt x="234" y="10"/>
                    </a:cubicBezTo>
                    <a:cubicBezTo>
                      <a:pt x="234" y="4"/>
                      <a:pt x="230" y="0"/>
                      <a:pt x="224" y="0"/>
                    </a:cubicBezTo>
                    <a:cubicBezTo>
                      <a:pt x="10" y="0"/>
                      <a:pt x="10" y="0"/>
                      <a:pt x="10" y="0"/>
                    </a:cubicBezTo>
                    <a:cubicBezTo>
                      <a:pt x="4" y="0"/>
                      <a:pt x="0" y="4"/>
                      <a:pt x="0" y="10"/>
                    </a:cubicBezTo>
                    <a:cubicBezTo>
                      <a:pt x="0" y="181"/>
                      <a:pt x="0" y="181"/>
                      <a:pt x="0" y="181"/>
                    </a:cubicBezTo>
                    <a:cubicBezTo>
                      <a:pt x="0" y="187"/>
                      <a:pt x="4" y="192"/>
                      <a:pt x="10" y="192"/>
                    </a:cubicBezTo>
                    <a:cubicBezTo>
                      <a:pt x="34" y="192"/>
                      <a:pt x="34" y="192"/>
                      <a:pt x="34" y="192"/>
                    </a:cubicBezTo>
                    <a:cubicBezTo>
                      <a:pt x="38" y="204"/>
                      <a:pt x="50" y="213"/>
                      <a:pt x="64" y="213"/>
                    </a:cubicBezTo>
                    <a:cubicBezTo>
                      <a:pt x="78" y="213"/>
                      <a:pt x="89" y="204"/>
                      <a:pt x="94" y="192"/>
                    </a:cubicBezTo>
                    <a:cubicBezTo>
                      <a:pt x="215" y="192"/>
                      <a:pt x="215" y="192"/>
                      <a:pt x="215" y="192"/>
                    </a:cubicBezTo>
                    <a:cubicBezTo>
                      <a:pt x="219" y="204"/>
                      <a:pt x="231" y="213"/>
                      <a:pt x="245" y="213"/>
                    </a:cubicBezTo>
                    <a:cubicBezTo>
                      <a:pt x="259" y="213"/>
                      <a:pt x="271" y="204"/>
                      <a:pt x="275" y="192"/>
                    </a:cubicBezTo>
                    <a:cubicBezTo>
                      <a:pt x="309" y="192"/>
                      <a:pt x="309" y="192"/>
                      <a:pt x="309" y="192"/>
                    </a:cubicBezTo>
                    <a:cubicBezTo>
                      <a:pt x="315" y="192"/>
                      <a:pt x="320" y="187"/>
                      <a:pt x="320" y="181"/>
                    </a:cubicBezTo>
                    <a:cubicBezTo>
                      <a:pt x="320" y="96"/>
                      <a:pt x="320" y="96"/>
                      <a:pt x="320" y="96"/>
                    </a:cubicBezTo>
                    <a:cubicBezTo>
                      <a:pt x="320" y="78"/>
                      <a:pt x="305" y="64"/>
                      <a:pt x="288" y="64"/>
                    </a:cubicBezTo>
                    <a:close/>
                    <a:moveTo>
                      <a:pt x="64" y="192"/>
                    </a:moveTo>
                    <a:cubicBezTo>
                      <a:pt x="58" y="192"/>
                      <a:pt x="53" y="187"/>
                      <a:pt x="53" y="181"/>
                    </a:cubicBezTo>
                    <a:cubicBezTo>
                      <a:pt x="53" y="175"/>
                      <a:pt x="58" y="170"/>
                      <a:pt x="64" y="170"/>
                    </a:cubicBezTo>
                    <a:cubicBezTo>
                      <a:pt x="70" y="170"/>
                      <a:pt x="74" y="175"/>
                      <a:pt x="74" y="181"/>
                    </a:cubicBezTo>
                    <a:cubicBezTo>
                      <a:pt x="74" y="187"/>
                      <a:pt x="70" y="192"/>
                      <a:pt x="64" y="192"/>
                    </a:cubicBezTo>
                    <a:close/>
                    <a:moveTo>
                      <a:pt x="245" y="192"/>
                    </a:moveTo>
                    <a:cubicBezTo>
                      <a:pt x="239" y="192"/>
                      <a:pt x="234" y="187"/>
                      <a:pt x="234" y="181"/>
                    </a:cubicBezTo>
                    <a:cubicBezTo>
                      <a:pt x="234" y="175"/>
                      <a:pt x="239" y="170"/>
                      <a:pt x="245" y="170"/>
                    </a:cubicBezTo>
                    <a:cubicBezTo>
                      <a:pt x="251" y="170"/>
                      <a:pt x="256" y="175"/>
                      <a:pt x="256" y="181"/>
                    </a:cubicBezTo>
                    <a:cubicBezTo>
                      <a:pt x="256" y="187"/>
                      <a:pt x="251" y="192"/>
                      <a:pt x="245" y="192"/>
                    </a:cubicBezTo>
                    <a:close/>
                    <a:moveTo>
                      <a:pt x="298" y="170"/>
                    </a:moveTo>
                    <a:cubicBezTo>
                      <a:pt x="275" y="170"/>
                      <a:pt x="275" y="170"/>
                      <a:pt x="275" y="170"/>
                    </a:cubicBezTo>
                    <a:cubicBezTo>
                      <a:pt x="271" y="158"/>
                      <a:pt x="259" y="149"/>
                      <a:pt x="245" y="149"/>
                    </a:cubicBezTo>
                    <a:cubicBezTo>
                      <a:pt x="231" y="149"/>
                      <a:pt x="219" y="158"/>
                      <a:pt x="215" y="170"/>
                    </a:cubicBezTo>
                    <a:cubicBezTo>
                      <a:pt x="94" y="170"/>
                      <a:pt x="94" y="170"/>
                      <a:pt x="94" y="170"/>
                    </a:cubicBezTo>
                    <a:cubicBezTo>
                      <a:pt x="89" y="158"/>
                      <a:pt x="78" y="149"/>
                      <a:pt x="64" y="149"/>
                    </a:cubicBezTo>
                    <a:cubicBezTo>
                      <a:pt x="50" y="149"/>
                      <a:pt x="38" y="158"/>
                      <a:pt x="34" y="170"/>
                    </a:cubicBezTo>
                    <a:cubicBezTo>
                      <a:pt x="21" y="170"/>
                      <a:pt x="21" y="170"/>
                      <a:pt x="21" y="170"/>
                    </a:cubicBezTo>
                    <a:cubicBezTo>
                      <a:pt x="21" y="21"/>
                      <a:pt x="21" y="21"/>
                      <a:pt x="21" y="21"/>
                    </a:cubicBezTo>
                    <a:cubicBezTo>
                      <a:pt x="213" y="21"/>
                      <a:pt x="213" y="21"/>
                      <a:pt x="213" y="21"/>
                    </a:cubicBezTo>
                    <a:cubicBezTo>
                      <a:pt x="213" y="117"/>
                      <a:pt x="213" y="117"/>
                      <a:pt x="213" y="117"/>
                    </a:cubicBezTo>
                    <a:cubicBezTo>
                      <a:pt x="213" y="123"/>
                      <a:pt x="218" y="128"/>
                      <a:pt x="224" y="128"/>
                    </a:cubicBezTo>
                    <a:cubicBezTo>
                      <a:pt x="230" y="128"/>
                      <a:pt x="234" y="123"/>
                      <a:pt x="234" y="117"/>
                    </a:cubicBezTo>
                    <a:cubicBezTo>
                      <a:pt x="234" y="85"/>
                      <a:pt x="234" y="85"/>
                      <a:pt x="234" y="85"/>
                    </a:cubicBezTo>
                    <a:cubicBezTo>
                      <a:pt x="288" y="85"/>
                      <a:pt x="288" y="85"/>
                      <a:pt x="288" y="85"/>
                    </a:cubicBezTo>
                    <a:cubicBezTo>
                      <a:pt x="294" y="85"/>
                      <a:pt x="298" y="90"/>
                      <a:pt x="298" y="96"/>
                    </a:cubicBezTo>
                    <a:lnTo>
                      <a:pt x="298" y="17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spTree>
    <p:extLst>
      <p:ext uri="{BB962C8B-B14F-4D97-AF65-F5344CB8AC3E}">
        <p14:creationId xmlns:p14="http://schemas.microsoft.com/office/powerpoint/2010/main" val="1992671131"/>
      </p:ext>
    </p:extLst>
  </p:cSld>
  <p:clrMapOvr>
    <a:masterClrMapping/>
  </p:clrMapOvr>
  <p:transition>
    <p:fade/>
  </p:transition>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GB"/>
              <a:t>Ribbons with icons</a:t>
            </a:r>
            <a:endParaRPr lang="en-GB" dirty="0"/>
          </a:p>
        </p:txBody>
      </p:sp>
      <p:sp>
        <p:nvSpPr>
          <p:cNvPr id="3" name="Title 2"/>
          <p:cNvSpPr>
            <a:spLocks noGrp="1"/>
          </p:cNvSpPr>
          <p:nvPr>
            <p:ph type="title"/>
          </p:nvPr>
        </p:nvSpPr>
        <p:spPr/>
        <p:txBody>
          <a:bodyPr/>
          <a:lstStyle/>
          <a:p>
            <a:r>
              <a:rPr lang="en-US" altLang="ja-JP"/>
              <a:t>Bends</a:t>
            </a:r>
            <a:endParaRPr lang="en-GB" dirty="0"/>
          </a:p>
        </p:txBody>
      </p:sp>
      <p:grpSp>
        <p:nvGrpSpPr>
          <p:cNvPr id="30" name="Group 29">
            <a:extLst>
              <a:ext uri="{FF2B5EF4-FFF2-40B4-BE49-F238E27FC236}">
                <a16:creationId xmlns:a16="http://schemas.microsoft.com/office/drawing/2014/main" id="{07F294C1-537D-3149-9556-DE9A0B31F73F}"/>
              </a:ext>
            </a:extLst>
          </p:cNvPr>
          <p:cNvGrpSpPr/>
          <p:nvPr/>
        </p:nvGrpSpPr>
        <p:grpSpPr>
          <a:xfrm>
            <a:off x="1119512" y="1468441"/>
            <a:ext cx="7798126" cy="4320775"/>
            <a:chOff x="1377861" y="1016001"/>
            <a:chExt cx="9597693" cy="5317877"/>
          </a:xfrm>
        </p:grpSpPr>
        <p:sp>
          <p:nvSpPr>
            <p:cNvPr id="31" name="Freeform 6">
              <a:extLst>
                <a:ext uri="{FF2B5EF4-FFF2-40B4-BE49-F238E27FC236}">
                  <a16:creationId xmlns:a16="http://schemas.microsoft.com/office/drawing/2014/main" id="{C25C6431-B5F0-4E4C-A7C2-1650A831F6F9}"/>
                </a:ext>
              </a:extLst>
            </p:cNvPr>
            <p:cNvSpPr>
              <a:spLocks/>
            </p:cNvSpPr>
            <p:nvPr/>
          </p:nvSpPr>
          <p:spPr bwMode="auto">
            <a:xfrm>
              <a:off x="1378810" y="4649924"/>
              <a:ext cx="8982635" cy="1683954"/>
            </a:xfrm>
            <a:custGeom>
              <a:avLst/>
              <a:gdLst>
                <a:gd name="T0" fmla="*/ 4422 w 4637"/>
                <a:gd name="T1" fmla="*/ 0 h 1380"/>
                <a:gd name="T2" fmla="*/ 588 w 4637"/>
                <a:gd name="T3" fmla="*/ 0 h 1380"/>
                <a:gd name="T4" fmla="*/ 0 w 4637"/>
                <a:gd name="T5" fmla="*/ 156 h 1380"/>
                <a:gd name="T6" fmla="*/ 0 w 4637"/>
                <a:gd name="T7" fmla="*/ 1380 h 1380"/>
                <a:gd name="T8" fmla="*/ 588 w 4637"/>
                <a:gd name="T9" fmla="*/ 553 h 1380"/>
                <a:gd name="T10" fmla="*/ 4417 w 4637"/>
                <a:gd name="T11" fmla="*/ 553 h 1380"/>
                <a:gd name="T12" fmla="*/ 4637 w 4637"/>
                <a:gd name="T13" fmla="*/ 0 h 1380"/>
                <a:gd name="T14" fmla="*/ 4422 w 4637"/>
                <a:gd name="T15" fmla="*/ 0 h 13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37" h="1380">
                  <a:moveTo>
                    <a:pt x="4422" y="0"/>
                  </a:moveTo>
                  <a:lnTo>
                    <a:pt x="588" y="0"/>
                  </a:lnTo>
                  <a:lnTo>
                    <a:pt x="0" y="156"/>
                  </a:lnTo>
                  <a:lnTo>
                    <a:pt x="0" y="1380"/>
                  </a:lnTo>
                  <a:lnTo>
                    <a:pt x="588" y="553"/>
                  </a:lnTo>
                  <a:lnTo>
                    <a:pt x="4417" y="553"/>
                  </a:lnTo>
                  <a:lnTo>
                    <a:pt x="4637" y="0"/>
                  </a:lnTo>
                  <a:lnTo>
                    <a:pt x="4422" y="0"/>
                  </a:lnTo>
                </a:path>
              </a:pathLst>
            </a:custGeom>
            <a:solidFill>
              <a:schemeClr val="accent6"/>
            </a:solidFill>
            <a:ln w="9525" cap="flat">
              <a:noFill/>
              <a:prstDash val="solid"/>
              <a:miter lim="800000"/>
              <a:headEnd/>
              <a:tailEnd/>
            </a:ln>
          </p:spPr>
          <p:txBody>
            <a:bodyPr vert="horz" wrap="square" lIns="74295" tIns="74295" rIns="74295" bIns="74295" numCol="1" anchor="t" anchorCtr="0" compatLnSpc="1">
              <a:prstTxWarp prst="textNoShape">
                <a:avLst/>
              </a:prstTxWarp>
            </a:bodyPr>
            <a:lstStyle/>
            <a:p>
              <a:endParaRPr lang="en-US" sz="800">
                <a:latin typeface="Aptos" panose="020B0004020202020204" pitchFamily="34" charset="0"/>
              </a:endParaRPr>
            </a:p>
          </p:txBody>
        </p:sp>
        <p:sp>
          <p:nvSpPr>
            <p:cNvPr id="32" name="Freeform 7">
              <a:extLst>
                <a:ext uri="{FF2B5EF4-FFF2-40B4-BE49-F238E27FC236}">
                  <a16:creationId xmlns:a16="http://schemas.microsoft.com/office/drawing/2014/main" id="{D752BBBC-483F-5346-87AE-B491BEC7861B}"/>
                </a:ext>
              </a:extLst>
            </p:cNvPr>
            <p:cNvSpPr>
              <a:spLocks/>
            </p:cNvSpPr>
            <p:nvPr/>
          </p:nvSpPr>
          <p:spPr bwMode="auto">
            <a:xfrm>
              <a:off x="1377861" y="1016001"/>
              <a:ext cx="8986510" cy="1665650"/>
            </a:xfrm>
            <a:custGeom>
              <a:avLst/>
              <a:gdLst>
                <a:gd name="T0" fmla="*/ 4420 w 4639"/>
                <a:gd name="T1" fmla="*/ 1365 h 1365"/>
                <a:gd name="T2" fmla="*/ 4639 w 4639"/>
                <a:gd name="T3" fmla="*/ 819 h 1365"/>
                <a:gd name="T4" fmla="*/ 588 w 4639"/>
                <a:gd name="T5" fmla="*/ 819 h 1365"/>
                <a:gd name="T6" fmla="*/ 0 w 4639"/>
                <a:gd name="T7" fmla="*/ 0 h 1365"/>
                <a:gd name="T8" fmla="*/ 0 w 4639"/>
                <a:gd name="T9" fmla="*/ 982 h 1365"/>
                <a:gd name="T10" fmla="*/ 588 w 4639"/>
                <a:gd name="T11" fmla="*/ 1365 h 1365"/>
                <a:gd name="T12" fmla="*/ 4420 w 4639"/>
                <a:gd name="T13" fmla="*/ 1365 h 1365"/>
              </a:gdLst>
              <a:ahLst/>
              <a:cxnLst>
                <a:cxn ang="0">
                  <a:pos x="T0" y="T1"/>
                </a:cxn>
                <a:cxn ang="0">
                  <a:pos x="T2" y="T3"/>
                </a:cxn>
                <a:cxn ang="0">
                  <a:pos x="T4" y="T5"/>
                </a:cxn>
                <a:cxn ang="0">
                  <a:pos x="T6" y="T7"/>
                </a:cxn>
                <a:cxn ang="0">
                  <a:pos x="T8" y="T9"/>
                </a:cxn>
                <a:cxn ang="0">
                  <a:pos x="T10" y="T11"/>
                </a:cxn>
                <a:cxn ang="0">
                  <a:pos x="T12" y="T13"/>
                </a:cxn>
              </a:cxnLst>
              <a:rect l="0" t="0" r="r" b="b"/>
              <a:pathLst>
                <a:path w="4639" h="1365">
                  <a:moveTo>
                    <a:pt x="4420" y="1365"/>
                  </a:moveTo>
                  <a:lnTo>
                    <a:pt x="4639" y="819"/>
                  </a:lnTo>
                  <a:lnTo>
                    <a:pt x="588" y="819"/>
                  </a:lnTo>
                  <a:lnTo>
                    <a:pt x="0" y="0"/>
                  </a:lnTo>
                  <a:lnTo>
                    <a:pt x="0" y="982"/>
                  </a:lnTo>
                  <a:lnTo>
                    <a:pt x="588" y="1365"/>
                  </a:lnTo>
                  <a:lnTo>
                    <a:pt x="4420" y="1365"/>
                  </a:lnTo>
                  <a:close/>
                </a:path>
              </a:pathLst>
            </a:custGeom>
            <a:solidFill>
              <a:schemeClr val="accent1"/>
            </a:solidFill>
            <a:ln w="9525" cap="flat">
              <a:noFill/>
              <a:prstDash val="solid"/>
              <a:miter lim="800000"/>
              <a:headEnd/>
              <a:tailEnd/>
            </a:ln>
          </p:spPr>
          <p:txBody>
            <a:bodyPr vert="horz" wrap="square" lIns="74295" tIns="74295" rIns="74295" bIns="74295" numCol="1" anchor="t" anchorCtr="0" compatLnSpc="1">
              <a:prstTxWarp prst="textNoShape">
                <a:avLst/>
              </a:prstTxWarp>
            </a:bodyPr>
            <a:lstStyle/>
            <a:p>
              <a:endParaRPr lang="en-US" sz="800">
                <a:latin typeface="Aptos" panose="020B0004020202020204" pitchFamily="34" charset="0"/>
              </a:endParaRPr>
            </a:p>
          </p:txBody>
        </p:sp>
        <p:sp>
          <p:nvSpPr>
            <p:cNvPr id="33" name="Freeform 8">
              <a:extLst>
                <a:ext uri="{FF2B5EF4-FFF2-40B4-BE49-F238E27FC236}">
                  <a16:creationId xmlns:a16="http://schemas.microsoft.com/office/drawing/2014/main" id="{8D301824-1C2D-1946-B008-840E2CE1C296}"/>
                </a:ext>
              </a:extLst>
            </p:cNvPr>
            <p:cNvSpPr>
              <a:spLocks/>
            </p:cNvSpPr>
            <p:nvPr/>
          </p:nvSpPr>
          <p:spPr bwMode="auto">
            <a:xfrm>
              <a:off x="1377861" y="2214293"/>
              <a:ext cx="8986510" cy="1125077"/>
            </a:xfrm>
            <a:custGeom>
              <a:avLst/>
              <a:gdLst>
                <a:gd name="T0" fmla="*/ 4420 w 4639"/>
                <a:gd name="T1" fmla="*/ 383 h 922"/>
                <a:gd name="T2" fmla="*/ 588 w 4639"/>
                <a:gd name="T3" fmla="*/ 383 h 922"/>
                <a:gd name="T4" fmla="*/ 0 w 4639"/>
                <a:gd name="T5" fmla="*/ 0 h 922"/>
                <a:gd name="T6" fmla="*/ 0 w 4639"/>
                <a:gd name="T7" fmla="*/ 678 h 922"/>
                <a:gd name="T8" fmla="*/ 588 w 4639"/>
                <a:gd name="T9" fmla="*/ 922 h 922"/>
                <a:gd name="T10" fmla="*/ 4424 w 4639"/>
                <a:gd name="T11" fmla="*/ 922 h 922"/>
                <a:gd name="T12" fmla="*/ 4639 w 4639"/>
                <a:gd name="T13" fmla="*/ 383 h 922"/>
                <a:gd name="T14" fmla="*/ 4420 w 4639"/>
                <a:gd name="T15" fmla="*/ 383 h 9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39" h="922">
                  <a:moveTo>
                    <a:pt x="4420" y="383"/>
                  </a:moveTo>
                  <a:lnTo>
                    <a:pt x="588" y="383"/>
                  </a:lnTo>
                  <a:lnTo>
                    <a:pt x="0" y="0"/>
                  </a:lnTo>
                  <a:lnTo>
                    <a:pt x="0" y="678"/>
                  </a:lnTo>
                  <a:lnTo>
                    <a:pt x="588" y="922"/>
                  </a:lnTo>
                  <a:lnTo>
                    <a:pt x="4424" y="922"/>
                  </a:lnTo>
                  <a:lnTo>
                    <a:pt x="4639" y="383"/>
                  </a:lnTo>
                  <a:lnTo>
                    <a:pt x="4420" y="383"/>
                  </a:lnTo>
                </a:path>
              </a:pathLst>
            </a:custGeom>
            <a:solidFill>
              <a:schemeClr val="accent3"/>
            </a:solidFill>
            <a:ln w="9525" cap="flat">
              <a:noFill/>
              <a:prstDash val="solid"/>
              <a:miter lim="800000"/>
              <a:headEnd/>
              <a:tailEnd/>
            </a:ln>
          </p:spPr>
          <p:txBody>
            <a:bodyPr vert="horz" wrap="square" lIns="74295" tIns="74295" rIns="74295" bIns="74295" numCol="1" anchor="t" anchorCtr="0" compatLnSpc="1">
              <a:prstTxWarp prst="textNoShape">
                <a:avLst/>
              </a:prstTxWarp>
            </a:bodyPr>
            <a:lstStyle/>
            <a:p>
              <a:endParaRPr lang="en-US" sz="800">
                <a:latin typeface="Aptos" panose="020B0004020202020204" pitchFamily="34" charset="0"/>
              </a:endParaRPr>
            </a:p>
          </p:txBody>
        </p:sp>
        <p:sp>
          <p:nvSpPr>
            <p:cNvPr id="34" name="Freeform 9">
              <a:extLst>
                <a:ext uri="{FF2B5EF4-FFF2-40B4-BE49-F238E27FC236}">
                  <a16:creationId xmlns:a16="http://schemas.microsoft.com/office/drawing/2014/main" id="{C030210D-106A-174C-8F19-4CD73FBD299B}"/>
                </a:ext>
              </a:extLst>
            </p:cNvPr>
            <p:cNvSpPr>
              <a:spLocks/>
            </p:cNvSpPr>
            <p:nvPr/>
          </p:nvSpPr>
          <p:spPr bwMode="auto">
            <a:xfrm>
              <a:off x="1378810" y="3864079"/>
              <a:ext cx="8982635" cy="976206"/>
            </a:xfrm>
            <a:custGeom>
              <a:avLst/>
              <a:gdLst>
                <a:gd name="T0" fmla="*/ 4420 w 4637"/>
                <a:gd name="T1" fmla="*/ 106 h 800"/>
                <a:gd name="T2" fmla="*/ 590 w 4637"/>
                <a:gd name="T3" fmla="*/ 106 h 800"/>
                <a:gd name="T4" fmla="*/ 0 w 4637"/>
                <a:gd name="T5" fmla="*/ 0 h 800"/>
                <a:gd name="T6" fmla="*/ 0 w 4637"/>
                <a:gd name="T7" fmla="*/ 800 h 800"/>
                <a:gd name="T8" fmla="*/ 588 w 4637"/>
                <a:gd name="T9" fmla="*/ 644 h 800"/>
                <a:gd name="T10" fmla="*/ 4422 w 4637"/>
                <a:gd name="T11" fmla="*/ 644 h 800"/>
                <a:gd name="T12" fmla="*/ 4637 w 4637"/>
                <a:gd name="T13" fmla="*/ 106 h 800"/>
                <a:gd name="T14" fmla="*/ 4420 w 4637"/>
                <a:gd name="T15" fmla="*/ 106 h 8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37" h="800">
                  <a:moveTo>
                    <a:pt x="4420" y="106"/>
                  </a:moveTo>
                  <a:lnTo>
                    <a:pt x="590" y="106"/>
                  </a:lnTo>
                  <a:lnTo>
                    <a:pt x="0" y="0"/>
                  </a:lnTo>
                  <a:lnTo>
                    <a:pt x="0" y="800"/>
                  </a:lnTo>
                  <a:lnTo>
                    <a:pt x="588" y="644"/>
                  </a:lnTo>
                  <a:lnTo>
                    <a:pt x="4422" y="644"/>
                  </a:lnTo>
                  <a:lnTo>
                    <a:pt x="4637" y="106"/>
                  </a:lnTo>
                  <a:lnTo>
                    <a:pt x="4420" y="106"/>
                  </a:lnTo>
                </a:path>
              </a:pathLst>
            </a:custGeom>
            <a:solidFill>
              <a:schemeClr val="accent5"/>
            </a:solidFill>
            <a:ln w="9525" cap="flat">
              <a:noFill/>
              <a:prstDash val="solid"/>
              <a:miter lim="800000"/>
              <a:headEnd/>
              <a:tailEnd/>
            </a:ln>
          </p:spPr>
          <p:txBody>
            <a:bodyPr vert="horz" wrap="square" lIns="74295" tIns="74295" rIns="74295" bIns="74295" numCol="1" anchor="t" anchorCtr="0" compatLnSpc="1">
              <a:prstTxWarp prst="textNoShape">
                <a:avLst/>
              </a:prstTxWarp>
            </a:bodyPr>
            <a:lstStyle/>
            <a:p>
              <a:endParaRPr lang="en-US" sz="800">
                <a:latin typeface="Aptos" panose="020B0004020202020204" pitchFamily="34" charset="0"/>
              </a:endParaRPr>
            </a:p>
          </p:txBody>
        </p:sp>
        <p:sp>
          <p:nvSpPr>
            <p:cNvPr id="35" name="Freeform 10">
              <a:extLst>
                <a:ext uri="{FF2B5EF4-FFF2-40B4-BE49-F238E27FC236}">
                  <a16:creationId xmlns:a16="http://schemas.microsoft.com/office/drawing/2014/main" id="{C682BE24-EC16-5644-8EBE-5DD479BDAB7A}"/>
                </a:ext>
              </a:extLst>
            </p:cNvPr>
            <p:cNvSpPr>
              <a:spLocks/>
            </p:cNvSpPr>
            <p:nvPr/>
          </p:nvSpPr>
          <p:spPr bwMode="auto">
            <a:xfrm>
              <a:off x="1379761" y="3041626"/>
              <a:ext cx="8978762" cy="951800"/>
            </a:xfrm>
            <a:custGeom>
              <a:avLst/>
              <a:gdLst>
                <a:gd name="T0" fmla="*/ 4424 w 4635"/>
                <a:gd name="T1" fmla="*/ 244 h 780"/>
                <a:gd name="T2" fmla="*/ 588 w 4635"/>
                <a:gd name="T3" fmla="*/ 244 h 780"/>
                <a:gd name="T4" fmla="*/ 0 w 4635"/>
                <a:gd name="T5" fmla="*/ 0 h 780"/>
                <a:gd name="T6" fmla="*/ 0 w 4635"/>
                <a:gd name="T7" fmla="*/ 674 h 780"/>
                <a:gd name="T8" fmla="*/ 590 w 4635"/>
                <a:gd name="T9" fmla="*/ 780 h 780"/>
                <a:gd name="T10" fmla="*/ 4420 w 4635"/>
                <a:gd name="T11" fmla="*/ 780 h 780"/>
                <a:gd name="T12" fmla="*/ 4635 w 4635"/>
                <a:gd name="T13" fmla="*/ 244 h 780"/>
                <a:gd name="T14" fmla="*/ 4424 w 4635"/>
                <a:gd name="T15" fmla="*/ 244 h 7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35" h="780">
                  <a:moveTo>
                    <a:pt x="4424" y="244"/>
                  </a:moveTo>
                  <a:lnTo>
                    <a:pt x="588" y="244"/>
                  </a:lnTo>
                  <a:lnTo>
                    <a:pt x="0" y="0"/>
                  </a:lnTo>
                  <a:lnTo>
                    <a:pt x="0" y="674"/>
                  </a:lnTo>
                  <a:lnTo>
                    <a:pt x="590" y="780"/>
                  </a:lnTo>
                  <a:lnTo>
                    <a:pt x="4420" y="780"/>
                  </a:lnTo>
                  <a:lnTo>
                    <a:pt x="4635" y="244"/>
                  </a:lnTo>
                  <a:lnTo>
                    <a:pt x="4424" y="244"/>
                  </a:lnTo>
                </a:path>
              </a:pathLst>
            </a:custGeom>
            <a:solidFill>
              <a:schemeClr val="accent2"/>
            </a:solidFill>
            <a:ln w="9525" cap="flat">
              <a:noFill/>
              <a:prstDash val="solid"/>
              <a:miter lim="800000"/>
              <a:headEnd/>
              <a:tailEnd/>
            </a:ln>
          </p:spPr>
          <p:txBody>
            <a:bodyPr vert="horz" wrap="square" lIns="74295" tIns="74295" rIns="74295" bIns="74295" numCol="1" anchor="t" anchorCtr="0" compatLnSpc="1">
              <a:prstTxWarp prst="textNoShape">
                <a:avLst/>
              </a:prstTxWarp>
            </a:bodyPr>
            <a:lstStyle/>
            <a:p>
              <a:endParaRPr lang="en-US" sz="800">
                <a:latin typeface="Aptos" panose="020B0004020202020204" pitchFamily="34" charset="0"/>
              </a:endParaRPr>
            </a:p>
          </p:txBody>
        </p:sp>
        <p:sp>
          <p:nvSpPr>
            <p:cNvPr id="36" name="Rectangle 35">
              <a:extLst>
                <a:ext uri="{FF2B5EF4-FFF2-40B4-BE49-F238E27FC236}">
                  <a16:creationId xmlns:a16="http://schemas.microsoft.com/office/drawing/2014/main" id="{1537931E-22BF-0A46-85EB-4B0D4DF03787}"/>
                </a:ext>
              </a:extLst>
            </p:cNvPr>
            <p:cNvSpPr/>
            <p:nvPr/>
          </p:nvSpPr>
          <p:spPr>
            <a:xfrm>
              <a:off x="3070138" y="2136280"/>
              <a:ext cx="6250488" cy="307935"/>
            </a:xfrm>
            <a:prstGeom prst="rect">
              <a:avLst/>
            </a:prstGeom>
            <a:ln>
              <a:noFill/>
            </a:ln>
          </p:spPr>
          <p:txBody>
            <a:bodyPr wrap="square" lIns="0" tIns="0" rIns="0" bIns="0">
              <a:spAutoFit/>
            </a:bodyPr>
            <a:lstStyle/>
            <a:p>
              <a:r>
                <a:rPr lang="en-US" sz="800" dirty="0" err="1">
                  <a:solidFill>
                    <a:schemeClr val="bg1"/>
                  </a:solidFill>
                  <a:latin typeface="Aptos" panose="020B0004020202020204" pitchFamily="34" charset="0"/>
                </a:rPr>
                <a:t>Lorem</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ipsum</a:t>
              </a:r>
              <a:r>
                <a:rPr lang="en-US" sz="800" dirty="0">
                  <a:solidFill>
                    <a:schemeClr val="bg1"/>
                  </a:solidFill>
                  <a:latin typeface="Aptos" panose="020B0004020202020204" pitchFamily="34" charset="0"/>
                </a:rPr>
                <a:t> dolor sit </a:t>
              </a:r>
              <a:r>
                <a:rPr lang="en-US" sz="800" dirty="0" err="1">
                  <a:solidFill>
                    <a:schemeClr val="bg1"/>
                  </a:solidFill>
                  <a:latin typeface="Aptos" panose="020B0004020202020204" pitchFamily="34" charset="0"/>
                </a:rPr>
                <a:t>amet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consectetur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adipiscing</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elit</a:t>
              </a:r>
              <a:r>
                <a:rPr lang="en-US" sz="800" dirty="0">
                  <a:solidFill>
                    <a:schemeClr val="bg1"/>
                  </a:solidFill>
                  <a:latin typeface="Aptos" panose="020B0004020202020204" pitchFamily="34" charset="0"/>
                </a:rPr>
                <a:t>. Maecenas </a:t>
              </a:r>
              <a:r>
                <a:rPr lang="en-US" sz="800" dirty="0" err="1">
                  <a:solidFill>
                    <a:schemeClr val="bg1"/>
                  </a:solidFill>
                  <a:latin typeface="Aptos" panose="020B0004020202020204" pitchFamily="34" charset="0"/>
                </a:rPr>
                <a:t>tincidunt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fringilla</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felis</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vel</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bibendum</a:t>
              </a:r>
              <a:r>
                <a:rPr lang="en-US" sz="800" dirty="0">
                  <a:solidFill>
                    <a:schemeClr val="bg1"/>
                  </a:solidFill>
                  <a:latin typeface="Aptos" panose="020B0004020202020204" pitchFamily="34" charset="0"/>
                </a:rPr>
                <a:t> dolor sit </a:t>
              </a:r>
              <a:r>
                <a:rPr lang="en-US" sz="800" dirty="0" err="1">
                  <a:solidFill>
                    <a:schemeClr val="bg1"/>
                  </a:solidFill>
                  <a:latin typeface="Aptos" panose="020B0004020202020204" pitchFamily="34" charset="0"/>
                </a:rPr>
                <a:t>amet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consectetur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adipiscing</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elit</a:t>
              </a:r>
              <a:r>
                <a:rPr lang="en-US" sz="800" dirty="0">
                  <a:solidFill>
                    <a:schemeClr val="bg1"/>
                  </a:solidFill>
                  <a:latin typeface="Aptos" panose="020B0004020202020204" pitchFamily="34" charset="0"/>
                </a:rPr>
                <a:t>. Maecenas </a:t>
              </a:r>
              <a:r>
                <a:rPr lang="en-US" sz="800" dirty="0" err="1">
                  <a:solidFill>
                    <a:schemeClr val="bg1"/>
                  </a:solidFill>
                  <a:latin typeface="Aptos" panose="020B0004020202020204" pitchFamily="34" charset="0"/>
                </a:rPr>
                <a:t>tincidunt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fringilla</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felis</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vel</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bibendum</a:t>
              </a:r>
              <a:r>
                <a:rPr lang="en-US" sz="800" dirty="0">
                  <a:solidFill>
                    <a:schemeClr val="bg1"/>
                  </a:solidFill>
                  <a:latin typeface="Aptos" panose="020B0004020202020204" pitchFamily="34" charset="0"/>
                </a:rPr>
                <a:t>.</a:t>
              </a:r>
            </a:p>
          </p:txBody>
        </p:sp>
        <p:sp>
          <p:nvSpPr>
            <p:cNvPr id="37" name="Rectangle 36">
              <a:extLst>
                <a:ext uri="{FF2B5EF4-FFF2-40B4-BE49-F238E27FC236}">
                  <a16:creationId xmlns:a16="http://schemas.microsoft.com/office/drawing/2014/main" id="{F692A268-8BD9-4B41-9E38-A843D37F028A}"/>
                </a:ext>
              </a:extLst>
            </p:cNvPr>
            <p:cNvSpPr/>
            <p:nvPr/>
          </p:nvSpPr>
          <p:spPr>
            <a:xfrm>
              <a:off x="3070138" y="2798559"/>
              <a:ext cx="6250488" cy="307935"/>
            </a:xfrm>
            <a:prstGeom prst="rect">
              <a:avLst/>
            </a:prstGeom>
            <a:ln>
              <a:noFill/>
            </a:ln>
          </p:spPr>
          <p:txBody>
            <a:bodyPr wrap="square" lIns="0" tIns="0" rIns="0" bIns="0">
              <a:spAutoFit/>
            </a:bodyPr>
            <a:lstStyle/>
            <a:p>
              <a:r>
                <a:rPr lang="en-US" sz="800" dirty="0" err="1">
                  <a:latin typeface="Aptos" panose="020B0004020202020204" pitchFamily="34" charset="0"/>
                </a:rPr>
                <a:t>Lorem</a:t>
              </a:r>
              <a:r>
                <a:rPr lang="en-US" sz="800" dirty="0">
                  <a:latin typeface="Aptos" panose="020B0004020202020204" pitchFamily="34" charset="0"/>
                </a:rPr>
                <a:t> </a:t>
              </a:r>
              <a:r>
                <a:rPr lang="en-US" sz="800" dirty="0" err="1">
                  <a:latin typeface="Aptos" panose="020B0004020202020204" pitchFamily="34" charset="0"/>
                </a:rPr>
                <a:t>ipsum</a:t>
              </a:r>
              <a:r>
                <a:rPr lang="en-US" sz="800" dirty="0">
                  <a:latin typeface="Aptos" panose="020B0004020202020204" pitchFamily="34" charset="0"/>
                </a:rPr>
                <a:t>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Maecenas </a:t>
              </a:r>
              <a:r>
                <a:rPr lang="en-US" sz="800" dirty="0" err="1">
                  <a:latin typeface="Aptos" panose="020B0004020202020204" pitchFamily="34" charset="0"/>
                </a:rPr>
                <a:t>tincidunt</a:t>
              </a:r>
              <a:r>
                <a:rPr lang="en-US" sz="800" dirty="0">
                  <a:latin typeface="Aptos" panose="020B0004020202020204" pitchFamily="34" charset="0"/>
                </a:rPr>
                <a:t> </a:t>
              </a:r>
              <a:r>
                <a:rPr lang="en-US" sz="800" dirty="0" err="1">
                  <a:latin typeface="Aptos" panose="020B0004020202020204" pitchFamily="34" charset="0"/>
                </a:rPr>
                <a:t>fringilla</a:t>
              </a:r>
              <a:r>
                <a:rPr lang="en-US" sz="800" dirty="0">
                  <a:latin typeface="Aptos" panose="020B0004020202020204" pitchFamily="34" charset="0"/>
                </a:rPr>
                <a:t> </a:t>
              </a:r>
              <a:r>
                <a:rPr lang="en-US" sz="800" dirty="0" err="1">
                  <a:latin typeface="Aptos" panose="020B0004020202020204" pitchFamily="34" charset="0"/>
                </a:rPr>
                <a:t>felis</a:t>
              </a:r>
              <a:r>
                <a:rPr lang="en-US" sz="800" dirty="0">
                  <a:latin typeface="Aptos" panose="020B0004020202020204" pitchFamily="34" charset="0"/>
                </a:rPr>
                <a:t> </a:t>
              </a:r>
              <a:r>
                <a:rPr lang="en-US" sz="800" dirty="0" err="1">
                  <a:latin typeface="Aptos" panose="020B0004020202020204" pitchFamily="34" charset="0"/>
                </a:rPr>
                <a:t>vel</a:t>
              </a:r>
              <a:r>
                <a:rPr lang="en-US" sz="800" dirty="0">
                  <a:latin typeface="Aptos" panose="020B0004020202020204" pitchFamily="34" charset="0"/>
                </a:rPr>
                <a:t> </a:t>
              </a:r>
              <a:r>
                <a:rPr lang="en-US" sz="800" dirty="0" err="1">
                  <a:latin typeface="Aptos" panose="020B0004020202020204" pitchFamily="34" charset="0"/>
                </a:rPr>
                <a:t>bibendum</a:t>
              </a:r>
              <a:r>
                <a:rPr lang="en-US" sz="800" dirty="0">
                  <a:latin typeface="Aptos" panose="020B0004020202020204" pitchFamily="34" charset="0"/>
                </a:rPr>
                <a:t>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Maecenas </a:t>
              </a:r>
              <a:r>
                <a:rPr lang="en-US" sz="800" dirty="0" err="1">
                  <a:latin typeface="Aptos" panose="020B0004020202020204" pitchFamily="34" charset="0"/>
                </a:rPr>
                <a:t>tincidunt</a:t>
              </a:r>
              <a:r>
                <a:rPr lang="en-US" sz="800" dirty="0">
                  <a:latin typeface="Aptos" panose="020B0004020202020204" pitchFamily="34" charset="0"/>
                </a:rPr>
                <a:t> </a:t>
              </a:r>
              <a:r>
                <a:rPr lang="en-US" sz="800" dirty="0" err="1">
                  <a:latin typeface="Aptos" panose="020B0004020202020204" pitchFamily="34" charset="0"/>
                </a:rPr>
                <a:t>fringilla</a:t>
              </a:r>
              <a:r>
                <a:rPr lang="en-US" sz="800" dirty="0">
                  <a:latin typeface="Aptos" panose="020B0004020202020204" pitchFamily="34" charset="0"/>
                </a:rPr>
                <a:t> </a:t>
              </a:r>
              <a:r>
                <a:rPr lang="en-US" sz="800" dirty="0" err="1">
                  <a:latin typeface="Aptos" panose="020B0004020202020204" pitchFamily="34" charset="0"/>
                </a:rPr>
                <a:t>felis</a:t>
              </a:r>
              <a:r>
                <a:rPr lang="en-US" sz="800" dirty="0">
                  <a:latin typeface="Aptos" panose="020B0004020202020204" pitchFamily="34" charset="0"/>
                </a:rPr>
                <a:t> </a:t>
              </a:r>
              <a:r>
                <a:rPr lang="en-US" sz="800" dirty="0" err="1">
                  <a:latin typeface="Aptos" panose="020B0004020202020204" pitchFamily="34" charset="0"/>
                </a:rPr>
                <a:t>vel</a:t>
              </a:r>
              <a:r>
                <a:rPr lang="en-US" sz="800" dirty="0">
                  <a:latin typeface="Aptos" panose="020B0004020202020204" pitchFamily="34" charset="0"/>
                </a:rPr>
                <a:t> </a:t>
              </a:r>
              <a:r>
                <a:rPr lang="en-US" sz="800" dirty="0" err="1">
                  <a:latin typeface="Aptos" panose="020B0004020202020204" pitchFamily="34" charset="0"/>
                </a:rPr>
                <a:t>bibendum</a:t>
              </a:r>
              <a:r>
                <a:rPr lang="en-US" sz="800" dirty="0">
                  <a:latin typeface="Aptos" panose="020B0004020202020204" pitchFamily="34" charset="0"/>
                </a:rPr>
                <a:t>.</a:t>
              </a:r>
            </a:p>
          </p:txBody>
        </p:sp>
        <p:sp>
          <p:nvSpPr>
            <p:cNvPr id="38" name="Rectangle 37">
              <a:extLst>
                <a:ext uri="{FF2B5EF4-FFF2-40B4-BE49-F238E27FC236}">
                  <a16:creationId xmlns:a16="http://schemas.microsoft.com/office/drawing/2014/main" id="{FF30E81D-4C2F-C448-B740-9416500F31FB}"/>
                </a:ext>
              </a:extLst>
            </p:cNvPr>
            <p:cNvSpPr/>
            <p:nvPr/>
          </p:nvSpPr>
          <p:spPr>
            <a:xfrm>
              <a:off x="3070138" y="3460835"/>
              <a:ext cx="6250488" cy="307935"/>
            </a:xfrm>
            <a:prstGeom prst="rect">
              <a:avLst/>
            </a:prstGeom>
            <a:ln>
              <a:noFill/>
            </a:ln>
          </p:spPr>
          <p:txBody>
            <a:bodyPr wrap="square" lIns="0" tIns="0" rIns="0" bIns="0">
              <a:spAutoFit/>
            </a:bodyPr>
            <a:lstStyle/>
            <a:p>
              <a:r>
                <a:rPr lang="en-US" sz="800" dirty="0" err="1">
                  <a:solidFill>
                    <a:schemeClr val="bg1"/>
                  </a:solidFill>
                  <a:latin typeface="Aptos" panose="020B0004020202020204" pitchFamily="34" charset="0"/>
                </a:rPr>
                <a:t>Lorem</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ipsum</a:t>
              </a:r>
              <a:r>
                <a:rPr lang="en-US" sz="800" dirty="0">
                  <a:solidFill>
                    <a:schemeClr val="bg1"/>
                  </a:solidFill>
                  <a:latin typeface="Aptos" panose="020B0004020202020204" pitchFamily="34" charset="0"/>
                </a:rPr>
                <a:t> dolor sit </a:t>
              </a:r>
              <a:r>
                <a:rPr lang="en-US" sz="800" dirty="0" err="1">
                  <a:solidFill>
                    <a:schemeClr val="bg1"/>
                  </a:solidFill>
                  <a:latin typeface="Aptos" panose="020B0004020202020204" pitchFamily="34" charset="0"/>
                </a:rPr>
                <a:t>amet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consectetur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adipiscing</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elit</a:t>
              </a:r>
              <a:r>
                <a:rPr lang="en-US" sz="800" dirty="0">
                  <a:solidFill>
                    <a:schemeClr val="bg1"/>
                  </a:solidFill>
                  <a:latin typeface="Aptos" panose="020B0004020202020204" pitchFamily="34" charset="0"/>
                </a:rPr>
                <a:t>. Maecenas </a:t>
              </a:r>
              <a:r>
                <a:rPr lang="en-US" sz="800" dirty="0" err="1">
                  <a:solidFill>
                    <a:schemeClr val="bg1"/>
                  </a:solidFill>
                  <a:latin typeface="Aptos" panose="020B0004020202020204" pitchFamily="34" charset="0"/>
                </a:rPr>
                <a:t>tincidunt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fringilla</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felis</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vel</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bibendum</a:t>
              </a:r>
              <a:r>
                <a:rPr lang="en-US" sz="800" dirty="0">
                  <a:solidFill>
                    <a:schemeClr val="bg1"/>
                  </a:solidFill>
                  <a:latin typeface="Aptos" panose="020B0004020202020204" pitchFamily="34" charset="0"/>
                </a:rPr>
                <a:t> dolor sit </a:t>
              </a:r>
              <a:r>
                <a:rPr lang="en-US" sz="800" dirty="0" err="1">
                  <a:solidFill>
                    <a:schemeClr val="bg1"/>
                  </a:solidFill>
                  <a:latin typeface="Aptos" panose="020B0004020202020204" pitchFamily="34" charset="0"/>
                </a:rPr>
                <a:t>amet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consectetur</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adipiscing</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elit</a:t>
              </a:r>
              <a:r>
                <a:rPr lang="en-US" sz="800" dirty="0">
                  <a:solidFill>
                    <a:schemeClr val="bg1"/>
                  </a:solidFill>
                  <a:latin typeface="Aptos" panose="020B0004020202020204" pitchFamily="34" charset="0"/>
                </a:rPr>
                <a:t>. Maecenas </a:t>
              </a:r>
              <a:r>
                <a:rPr lang="en-US" sz="800" dirty="0" err="1">
                  <a:solidFill>
                    <a:schemeClr val="bg1"/>
                  </a:solidFill>
                  <a:latin typeface="Aptos" panose="020B0004020202020204" pitchFamily="34" charset="0"/>
                </a:rPr>
                <a:t>tincidunt</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fringilla</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felis</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vel</a:t>
              </a:r>
              <a:r>
                <a:rPr lang="en-US" sz="800" dirty="0">
                  <a:solidFill>
                    <a:schemeClr val="bg1"/>
                  </a:solidFill>
                  <a:latin typeface="Aptos" panose="020B0004020202020204" pitchFamily="34" charset="0"/>
                </a:rPr>
                <a:t> </a:t>
              </a:r>
              <a:r>
                <a:rPr lang="en-US" sz="800" dirty="0" err="1">
                  <a:solidFill>
                    <a:schemeClr val="bg1"/>
                  </a:solidFill>
                  <a:latin typeface="Aptos" panose="020B0004020202020204" pitchFamily="34" charset="0"/>
                </a:rPr>
                <a:t>bibendum</a:t>
              </a:r>
              <a:r>
                <a:rPr lang="en-US" sz="800" dirty="0">
                  <a:solidFill>
                    <a:schemeClr val="bg1"/>
                  </a:solidFill>
                  <a:latin typeface="Aptos" panose="020B0004020202020204" pitchFamily="34" charset="0"/>
                </a:rPr>
                <a:t>.</a:t>
              </a:r>
            </a:p>
          </p:txBody>
        </p:sp>
        <p:sp>
          <p:nvSpPr>
            <p:cNvPr id="39" name="Rectangle 38">
              <a:extLst>
                <a:ext uri="{FF2B5EF4-FFF2-40B4-BE49-F238E27FC236}">
                  <a16:creationId xmlns:a16="http://schemas.microsoft.com/office/drawing/2014/main" id="{A4E238DB-14A8-CF42-88BF-329F0C9241CC}"/>
                </a:ext>
              </a:extLst>
            </p:cNvPr>
            <p:cNvSpPr/>
            <p:nvPr/>
          </p:nvSpPr>
          <p:spPr>
            <a:xfrm>
              <a:off x="3070138" y="4123114"/>
              <a:ext cx="6250488" cy="307935"/>
            </a:xfrm>
            <a:prstGeom prst="rect">
              <a:avLst/>
            </a:prstGeom>
            <a:ln>
              <a:noFill/>
            </a:ln>
          </p:spPr>
          <p:txBody>
            <a:bodyPr wrap="square" lIns="0" tIns="0" rIns="0" bIns="0">
              <a:spAutoFit/>
            </a:bodyPr>
            <a:lstStyle/>
            <a:p>
              <a:r>
                <a:rPr lang="en-US" sz="800" dirty="0" err="1">
                  <a:latin typeface="Aptos" panose="020B0004020202020204" pitchFamily="34" charset="0"/>
                </a:rPr>
                <a:t>Lorem</a:t>
              </a:r>
              <a:r>
                <a:rPr lang="en-US" sz="800" dirty="0">
                  <a:latin typeface="Aptos" panose="020B0004020202020204" pitchFamily="34" charset="0"/>
                </a:rPr>
                <a:t> </a:t>
              </a:r>
              <a:r>
                <a:rPr lang="en-US" sz="800" dirty="0" err="1">
                  <a:latin typeface="Aptos" panose="020B0004020202020204" pitchFamily="34" charset="0"/>
                </a:rPr>
                <a:t>ipsum</a:t>
              </a:r>
              <a:r>
                <a:rPr lang="en-US" sz="800" dirty="0">
                  <a:latin typeface="Aptos" panose="020B0004020202020204" pitchFamily="34" charset="0"/>
                </a:rPr>
                <a:t>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Maecenas </a:t>
              </a:r>
              <a:r>
                <a:rPr lang="en-US" sz="800" dirty="0" err="1">
                  <a:latin typeface="Aptos" panose="020B0004020202020204" pitchFamily="34" charset="0"/>
                </a:rPr>
                <a:t>tincidunt</a:t>
              </a:r>
              <a:r>
                <a:rPr lang="en-US" sz="800" dirty="0">
                  <a:latin typeface="Aptos" panose="020B0004020202020204" pitchFamily="34" charset="0"/>
                </a:rPr>
                <a:t> </a:t>
              </a:r>
              <a:r>
                <a:rPr lang="en-US" sz="800" dirty="0" err="1">
                  <a:latin typeface="Aptos" panose="020B0004020202020204" pitchFamily="34" charset="0"/>
                </a:rPr>
                <a:t>fringilla</a:t>
              </a:r>
              <a:r>
                <a:rPr lang="en-US" sz="800" dirty="0">
                  <a:latin typeface="Aptos" panose="020B0004020202020204" pitchFamily="34" charset="0"/>
                </a:rPr>
                <a:t> </a:t>
              </a:r>
              <a:r>
                <a:rPr lang="en-US" sz="800" dirty="0" err="1">
                  <a:latin typeface="Aptos" panose="020B0004020202020204" pitchFamily="34" charset="0"/>
                </a:rPr>
                <a:t>felis</a:t>
              </a:r>
              <a:r>
                <a:rPr lang="en-US" sz="800" dirty="0">
                  <a:latin typeface="Aptos" panose="020B0004020202020204" pitchFamily="34" charset="0"/>
                </a:rPr>
                <a:t> </a:t>
              </a:r>
              <a:r>
                <a:rPr lang="en-US" sz="800" dirty="0" err="1">
                  <a:latin typeface="Aptos" panose="020B0004020202020204" pitchFamily="34" charset="0"/>
                </a:rPr>
                <a:t>vel</a:t>
              </a:r>
              <a:r>
                <a:rPr lang="en-US" sz="800" dirty="0">
                  <a:latin typeface="Aptos" panose="020B0004020202020204" pitchFamily="34" charset="0"/>
                </a:rPr>
                <a:t> </a:t>
              </a:r>
              <a:r>
                <a:rPr lang="en-US" sz="800" dirty="0" err="1">
                  <a:latin typeface="Aptos" panose="020B0004020202020204" pitchFamily="34" charset="0"/>
                </a:rPr>
                <a:t>bibendum</a:t>
              </a:r>
              <a:r>
                <a:rPr lang="en-US" sz="800" dirty="0">
                  <a:latin typeface="Aptos" panose="020B0004020202020204" pitchFamily="34" charset="0"/>
                </a:rPr>
                <a:t>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Maecenas </a:t>
              </a:r>
              <a:r>
                <a:rPr lang="en-US" sz="800" dirty="0" err="1">
                  <a:latin typeface="Aptos" panose="020B0004020202020204" pitchFamily="34" charset="0"/>
                </a:rPr>
                <a:t>tincidunt</a:t>
              </a:r>
              <a:r>
                <a:rPr lang="en-US" sz="800" dirty="0">
                  <a:latin typeface="Aptos" panose="020B0004020202020204" pitchFamily="34" charset="0"/>
                </a:rPr>
                <a:t> </a:t>
              </a:r>
              <a:r>
                <a:rPr lang="en-US" sz="800" dirty="0" err="1">
                  <a:latin typeface="Aptos" panose="020B0004020202020204" pitchFamily="34" charset="0"/>
                </a:rPr>
                <a:t>fringilla</a:t>
              </a:r>
              <a:r>
                <a:rPr lang="en-US" sz="800" dirty="0">
                  <a:latin typeface="Aptos" panose="020B0004020202020204" pitchFamily="34" charset="0"/>
                </a:rPr>
                <a:t> </a:t>
              </a:r>
              <a:r>
                <a:rPr lang="en-US" sz="800" dirty="0" err="1">
                  <a:latin typeface="Aptos" panose="020B0004020202020204" pitchFamily="34" charset="0"/>
                </a:rPr>
                <a:t>felis</a:t>
              </a:r>
              <a:r>
                <a:rPr lang="en-US" sz="800" dirty="0">
                  <a:latin typeface="Aptos" panose="020B0004020202020204" pitchFamily="34" charset="0"/>
                </a:rPr>
                <a:t> </a:t>
              </a:r>
              <a:r>
                <a:rPr lang="en-US" sz="800" dirty="0" err="1">
                  <a:latin typeface="Aptos" panose="020B0004020202020204" pitchFamily="34" charset="0"/>
                </a:rPr>
                <a:t>vel</a:t>
              </a:r>
              <a:r>
                <a:rPr lang="en-US" sz="800" dirty="0">
                  <a:latin typeface="Aptos" panose="020B0004020202020204" pitchFamily="34" charset="0"/>
                </a:rPr>
                <a:t> </a:t>
              </a:r>
              <a:r>
                <a:rPr lang="en-US" sz="800" dirty="0" err="1">
                  <a:latin typeface="Aptos" panose="020B0004020202020204" pitchFamily="34" charset="0"/>
                </a:rPr>
                <a:t>bibendum</a:t>
              </a:r>
              <a:r>
                <a:rPr lang="en-US" sz="800" dirty="0">
                  <a:latin typeface="Aptos" panose="020B0004020202020204" pitchFamily="34" charset="0"/>
                </a:rPr>
                <a:t>.</a:t>
              </a:r>
            </a:p>
          </p:txBody>
        </p:sp>
        <p:sp>
          <p:nvSpPr>
            <p:cNvPr id="40" name="Rectangle 39">
              <a:extLst>
                <a:ext uri="{FF2B5EF4-FFF2-40B4-BE49-F238E27FC236}">
                  <a16:creationId xmlns:a16="http://schemas.microsoft.com/office/drawing/2014/main" id="{CD907ABC-B5A3-6B43-9F99-5291E8F37D39}"/>
                </a:ext>
              </a:extLst>
            </p:cNvPr>
            <p:cNvSpPr/>
            <p:nvPr/>
          </p:nvSpPr>
          <p:spPr>
            <a:xfrm>
              <a:off x="3070138" y="4785391"/>
              <a:ext cx="6250488" cy="307935"/>
            </a:xfrm>
            <a:prstGeom prst="rect">
              <a:avLst/>
            </a:prstGeom>
            <a:ln>
              <a:noFill/>
            </a:ln>
          </p:spPr>
          <p:txBody>
            <a:bodyPr wrap="square" lIns="0" tIns="0" rIns="0" bIns="0">
              <a:spAutoFit/>
            </a:bodyPr>
            <a:lstStyle/>
            <a:p>
              <a:r>
                <a:rPr lang="en-US" sz="800" dirty="0" err="1">
                  <a:latin typeface="Aptos" panose="020B0004020202020204" pitchFamily="34" charset="0"/>
                </a:rPr>
                <a:t>Lorem</a:t>
              </a:r>
              <a:r>
                <a:rPr lang="en-US" sz="800" dirty="0">
                  <a:latin typeface="Aptos" panose="020B0004020202020204" pitchFamily="34" charset="0"/>
                </a:rPr>
                <a:t> </a:t>
              </a:r>
              <a:r>
                <a:rPr lang="en-US" sz="800" dirty="0" err="1">
                  <a:latin typeface="Aptos" panose="020B0004020202020204" pitchFamily="34" charset="0"/>
                </a:rPr>
                <a:t>ipsum</a:t>
              </a:r>
              <a:r>
                <a:rPr lang="en-US" sz="800" dirty="0">
                  <a:latin typeface="Aptos" panose="020B0004020202020204" pitchFamily="34" charset="0"/>
                </a:rPr>
                <a:t>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Maecenas </a:t>
              </a:r>
              <a:r>
                <a:rPr lang="en-US" sz="800" dirty="0" err="1">
                  <a:latin typeface="Aptos" panose="020B0004020202020204" pitchFamily="34" charset="0"/>
                </a:rPr>
                <a:t>tincidunt</a:t>
              </a:r>
              <a:r>
                <a:rPr lang="en-US" sz="800" dirty="0">
                  <a:latin typeface="Aptos" panose="020B0004020202020204" pitchFamily="34" charset="0"/>
                </a:rPr>
                <a:t> </a:t>
              </a:r>
              <a:r>
                <a:rPr lang="en-US" sz="800" dirty="0" err="1">
                  <a:latin typeface="Aptos" panose="020B0004020202020204" pitchFamily="34" charset="0"/>
                </a:rPr>
                <a:t>fringilla</a:t>
              </a:r>
              <a:r>
                <a:rPr lang="en-US" sz="800" dirty="0">
                  <a:latin typeface="Aptos" panose="020B0004020202020204" pitchFamily="34" charset="0"/>
                </a:rPr>
                <a:t> </a:t>
              </a:r>
              <a:r>
                <a:rPr lang="en-US" sz="800" dirty="0" err="1">
                  <a:latin typeface="Aptos" panose="020B0004020202020204" pitchFamily="34" charset="0"/>
                </a:rPr>
                <a:t>felis</a:t>
              </a:r>
              <a:r>
                <a:rPr lang="en-US" sz="800" dirty="0">
                  <a:latin typeface="Aptos" panose="020B0004020202020204" pitchFamily="34" charset="0"/>
                </a:rPr>
                <a:t> </a:t>
              </a:r>
              <a:r>
                <a:rPr lang="en-US" sz="800" dirty="0" err="1">
                  <a:latin typeface="Aptos" panose="020B0004020202020204" pitchFamily="34" charset="0"/>
                </a:rPr>
                <a:t>vel</a:t>
              </a:r>
              <a:r>
                <a:rPr lang="en-US" sz="800" dirty="0">
                  <a:latin typeface="Aptos" panose="020B0004020202020204" pitchFamily="34" charset="0"/>
                </a:rPr>
                <a:t> </a:t>
              </a:r>
              <a:r>
                <a:rPr lang="en-US" sz="800" dirty="0" err="1">
                  <a:latin typeface="Aptos" panose="020B0004020202020204" pitchFamily="34" charset="0"/>
                </a:rPr>
                <a:t>bibendum</a:t>
              </a:r>
              <a:r>
                <a:rPr lang="en-US" sz="800" dirty="0">
                  <a:latin typeface="Aptos" panose="020B0004020202020204" pitchFamily="34" charset="0"/>
                </a:rPr>
                <a:t> dolor sit </a:t>
              </a:r>
              <a:r>
                <a:rPr lang="en-US" sz="800" dirty="0" err="1">
                  <a:latin typeface="Aptos" panose="020B0004020202020204" pitchFamily="34" charset="0"/>
                </a:rPr>
                <a:t>amet</a:t>
              </a:r>
              <a:r>
                <a:rPr lang="en-US" sz="800" dirty="0">
                  <a:latin typeface="Aptos" panose="020B0004020202020204" pitchFamily="34" charset="0"/>
                </a:rPr>
                <a:t>, </a:t>
              </a:r>
              <a:r>
                <a:rPr lang="en-US" sz="800" dirty="0" err="1">
                  <a:latin typeface="Aptos" panose="020B0004020202020204" pitchFamily="34" charset="0"/>
                </a:rPr>
                <a:t>consectetur</a:t>
              </a:r>
              <a:r>
                <a:rPr lang="en-US" sz="800" dirty="0">
                  <a:latin typeface="Aptos" panose="020B0004020202020204" pitchFamily="34" charset="0"/>
                </a:rPr>
                <a:t> </a:t>
              </a:r>
              <a:r>
                <a:rPr lang="en-US" sz="800" dirty="0" err="1">
                  <a:latin typeface="Aptos" panose="020B0004020202020204" pitchFamily="34" charset="0"/>
                </a:rPr>
                <a:t>adipiscing</a:t>
              </a:r>
              <a:r>
                <a:rPr lang="en-US" sz="800" dirty="0">
                  <a:latin typeface="Aptos" panose="020B0004020202020204" pitchFamily="34" charset="0"/>
                </a:rPr>
                <a:t> </a:t>
              </a:r>
              <a:r>
                <a:rPr lang="en-US" sz="800" dirty="0" err="1">
                  <a:latin typeface="Aptos" panose="020B0004020202020204" pitchFamily="34" charset="0"/>
                </a:rPr>
                <a:t>elit</a:t>
              </a:r>
              <a:r>
                <a:rPr lang="en-US" sz="800" dirty="0">
                  <a:latin typeface="Aptos" panose="020B0004020202020204" pitchFamily="34" charset="0"/>
                </a:rPr>
                <a:t>. Maecenas </a:t>
              </a:r>
              <a:r>
                <a:rPr lang="en-US" sz="800" dirty="0" err="1">
                  <a:latin typeface="Aptos" panose="020B0004020202020204" pitchFamily="34" charset="0"/>
                </a:rPr>
                <a:t>tincidunt</a:t>
              </a:r>
              <a:r>
                <a:rPr lang="en-US" sz="800" dirty="0">
                  <a:latin typeface="Aptos" panose="020B0004020202020204" pitchFamily="34" charset="0"/>
                </a:rPr>
                <a:t> </a:t>
              </a:r>
              <a:r>
                <a:rPr lang="en-US" sz="800" dirty="0" err="1">
                  <a:latin typeface="Aptos" panose="020B0004020202020204" pitchFamily="34" charset="0"/>
                </a:rPr>
                <a:t>fringilla</a:t>
              </a:r>
              <a:r>
                <a:rPr lang="en-US" sz="800" dirty="0">
                  <a:latin typeface="Aptos" panose="020B0004020202020204" pitchFamily="34" charset="0"/>
                </a:rPr>
                <a:t> </a:t>
              </a:r>
              <a:r>
                <a:rPr lang="en-US" sz="800" dirty="0" err="1">
                  <a:latin typeface="Aptos" panose="020B0004020202020204" pitchFamily="34" charset="0"/>
                </a:rPr>
                <a:t>felis</a:t>
              </a:r>
              <a:r>
                <a:rPr lang="en-US" sz="800" dirty="0">
                  <a:latin typeface="Aptos" panose="020B0004020202020204" pitchFamily="34" charset="0"/>
                </a:rPr>
                <a:t> </a:t>
              </a:r>
              <a:r>
                <a:rPr lang="en-US" sz="800" dirty="0" err="1">
                  <a:latin typeface="Aptos" panose="020B0004020202020204" pitchFamily="34" charset="0"/>
                </a:rPr>
                <a:t>vel</a:t>
              </a:r>
              <a:r>
                <a:rPr lang="en-US" sz="800" dirty="0">
                  <a:latin typeface="Aptos" panose="020B0004020202020204" pitchFamily="34" charset="0"/>
                </a:rPr>
                <a:t> </a:t>
              </a:r>
              <a:r>
                <a:rPr lang="en-US" sz="800" dirty="0" err="1">
                  <a:latin typeface="Aptos" panose="020B0004020202020204" pitchFamily="34" charset="0"/>
                </a:rPr>
                <a:t>bibendum</a:t>
              </a:r>
              <a:r>
                <a:rPr lang="en-US" sz="800" dirty="0">
                  <a:latin typeface="Aptos" panose="020B0004020202020204" pitchFamily="34" charset="0"/>
                </a:rPr>
                <a:t>.</a:t>
              </a:r>
            </a:p>
          </p:txBody>
        </p:sp>
        <p:grpSp>
          <p:nvGrpSpPr>
            <p:cNvPr id="41" name="Group 501">
              <a:extLst>
                <a:ext uri="{FF2B5EF4-FFF2-40B4-BE49-F238E27FC236}">
                  <a16:creationId xmlns:a16="http://schemas.microsoft.com/office/drawing/2014/main" id="{1F7145EF-4BD3-394F-B57E-34C176573D00}"/>
                </a:ext>
              </a:extLst>
            </p:cNvPr>
            <p:cNvGrpSpPr>
              <a:grpSpLocks noChangeAspect="1"/>
            </p:cNvGrpSpPr>
            <p:nvPr/>
          </p:nvGrpSpPr>
          <p:grpSpPr bwMode="auto">
            <a:xfrm>
              <a:off x="10470765" y="4859357"/>
              <a:ext cx="501003" cy="501003"/>
              <a:chOff x="3419" y="2995"/>
              <a:chExt cx="340" cy="340"/>
            </a:xfrm>
            <a:solidFill>
              <a:schemeClr val="accent6"/>
            </a:solidFill>
          </p:grpSpPr>
          <p:sp>
            <p:nvSpPr>
              <p:cNvPr id="54" name="Freeform 502">
                <a:extLst>
                  <a:ext uri="{FF2B5EF4-FFF2-40B4-BE49-F238E27FC236}">
                    <a16:creationId xmlns:a16="http://schemas.microsoft.com/office/drawing/2014/main" id="{CFC678DE-1E36-694D-85B4-C7A4F3DE97E6}"/>
                  </a:ext>
                </a:extLst>
              </p:cNvPr>
              <p:cNvSpPr>
                <a:spLocks noEditPoints="1"/>
              </p:cNvSpPr>
              <p:nvPr/>
            </p:nvSpPr>
            <p:spPr bwMode="auto">
              <a:xfrm>
                <a:off x="3419" y="299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55" name="Freeform 503">
                <a:extLst>
                  <a:ext uri="{FF2B5EF4-FFF2-40B4-BE49-F238E27FC236}">
                    <a16:creationId xmlns:a16="http://schemas.microsoft.com/office/drawing/2014/main" id="{F1B55A40-2A8C-0344-921A-C751275AAF44}"/>
                  </a:ext>
                </a:extLst>
              </p:cNvPr>
              <p:cNvSpPr>
                <a:spLocks noEditPoints="1"/>
              </p:cNvSpPr>
              <p:nvPr/>
            </p:nvSpPr>
            <p:spPr bwMode="auto">
              <a:xfrm>
                <a:off x="3483" y="3094"/>
                <a:ext cx="212" cy="141"/>
              </a:xfrm>
              <a:custGeom>
                <a:avLst/>
                <a:gdLst>
                  <a:gd name="T0" fmla="*/ 234 w 320"/>
                  <a:gd name="T1" fmla="*/ 89 h 213"/>
                  <a:gd name="T2" fmla="*/ 220 w 320"/>
                  <a:gd name="T3" fmla="*/ 32 h 213"/>
                  <a:gd name="T4" fmla="*/ 245 w 320"/>
                  <a:gd name="T5" fmla="*/ 21 h 213"/>
                  <a:gd name="T6" fmla="*/ 192 w 320"/>
                  <a:gd name="T7" fmla="*/ 11 h 213"/>
                  <a:gd name="T8" fmla="*/ 192 w 320"/>
                  <a:gd name="T9" fmla="*/ 32 h 213"/>
                  <a:gd name="T10" fmla="*/ 193 w 320"/>
                  <a:gd name="T11" fmla="*/ 43 h 213"/>
                  <a:gd name="T12" fmla="*/ 114 w 320"/>
                  <a:gd name="T13" fmla="*/ 21 h 213"/>
                  <a:gd name="T14" fmla="*/ 138 w 320"/>
                  <a:gd name="T15" fmla="*/ 11 h 213"/>
                  <a:gd name="T16" fmla="*/ 106 w 320"/>
                  <a:gd name="T17" fmla="*/ 0 h 213"/>
                  <a:gd name="T18" fmla="*/ 72 w 320"/>
                  <a:gd name="T19" fmla="*/ 86 h 213"/>
                  <a:gd name="T20" fmla="*/ 0 w 320"/>
                  <a:gd name="T21" fmla="*/ 149 h 213"/>
                  <a:gd name="T22" fmla="*/ 128 w 320"/>
                  <a:gd name="T23" fmla="*/ 149 h 213"/>
                  <a:gd name="T24" fmla="*/ 98 w 320"/>
                  <a:gd name="T25" fmla="*/ 75 h 213"/>
                  <a:gd name="T26" fmla="*/ 160 w 320"/>
                  <a:gd name="T27" fmla="*/ 160 h 213"/>
                  <a:gd name="T28" fmla="*/ 193 w 320"/>
                  <a:gd name="T29" fmla="*/ 160 h 213"/>
                  <a:gd name="T30" fmla="*/ 320 w 320"/>
                  <a:gd name="T31" fmla="*/ 149 h 213"/>
                  <a:gd name="T32" fmla="*/ 106 w 320"/>
                  <a:gd name="T33" fmla="*/ 149 h 213"/>
                  <a:gd name="T34" fmla="*/ 21 w 320"/>
                  <a:gd name="T35" fmla="*/ 149 h 213"/>
                  <a:gd name="T36" fmla="*/ 66 w 320"/>
                  <a:gd name="T37" fmla="*/ 107 h 213"/>
                  <a:gd name="T38" fmla="*/ 61 w 320"/>
                  <a:gd name="T39" fmla="*/ 160 h 213"/>
                  <a:gd name="T40" fmla="*/ 74 w 320"/>
                  <a:gd name="T41" fmla="*/ 152 h 213"/>
                  <a:gd name="T42" fmla="*/ 106 w 320"/>
                  <a:gd name="T43" fmla="*/ 149 h 213"/>
                  <a:gd name="T44" fmla="*/ 193 w 320"/>
                  <a:gd name="T45" fmla="*/ 139 h 213"/>
                  <a:gd name="T46" fmla="*/ 202 w 320"/>
                  <a:gd name="T47" fmla="*/ 75 h 213"/>
                  <a:gd name="T48" fmla="*/ 238 w 320"/>
                  <a:gd name="T49" fmla="*/ 139 h 213"/>
                  <a:gd name="T50" fmla="*/ 226 w 320"/>
                  <a:gd name="T51" fmla="*/ 118 h 213"/>
                  <a:gd name="T52" fmla="*/ 157 w 320"/>
                  <a:gd name="T53" fmla="*/ 127 h 213"/>
                  <a:gd name="T54" fmla="*/ 184 w 320"/>
                  <a:gd name="T55" fmla="*/ 64 h 213"/>
                  <a:gd name="T56" fmla="*/ 256 w 320"/>
                  <a:gd name="T57" fmla="*/ 192 h 213"/>
                  <a:gd name="T58" fmla="*/ 256 w 320"/>
                  <a:gd name="T59" fmla="*/ 160 h 213"/>
                  <a:gd name="T60" fmla="*/ 265 w 320"/>
                  <a:gd name="T61" fmla="*/ 144 h 213"/>
                  <a:gd name="T62" fmla="*/ 256 w 320"/>
                  <a:gd name="T63" fmla="*/ 107 h 213"/>
                  <a:gd name="T64" fmla="*/ 256 w 320"/>
                  <a:gd name="T65" fmla="*/ 19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0" h="213">
                    <a:moveTo>
                      <a:pt x="256" y="85"/>
                    </a:moveTo>
                    <a:cubicBezTo>
                      <a:pt x="248" y="85"/>
                      <a:pt x="241" y="87"/>
                      <a:pt x="234" y="89"/>
                    </a:cubicBezTo>
                    <a:cubicBezTo>
                      <a:pt x="213" y="50"/>
                      <a:pt x="213" y="50"/>
                      <a:pt x="213" y="50"/>
                    </a:cubicBezTo>
                    <a:cubicBezTo>
                      <a:pt x="220" y="32"/>
                      <a:pt x="220" y="32"/>
                      <a:pt x="220" y="32"/>
                    </a:cubicBezTo>
                    <a:cubicBezTo>
                      <a:pt x="234" y="32"/>
                      <a:pt x="234" y="32"/>
                      <a:pt x="234" y="32"/>
                    </a:cubicBezTo>
                    <a:cubicBezTo>
                      <a:pt x="240" y="32"/>
                      <a:pt x="245" y="27"/>
                      <a:pt x="245" y="21"/>
                    </a:cubicBezTo>
                    <a:cubicBezTo>
                      <a:pt x="245" y="15"/>
                      <a:pt x="240" y="11"/>
                      <a:pt x="234" y="11"/>
                    </a:cubicBezTo>
                    <a:cubicBezTo>
                      <a:pt x="192" y="11"/>
                      <a:pt x="192" y="11"/>
                      <a:pt x="192" y="11"/>
                    </a:cubicBezTo>
                    <a:cubicBezTo>
                      <a:pt x="186" y="11"/>
                      <a:pt x="181" y="15"/>
                      <a:pt x="181" y="21"/>
                    </a:cubicBezTo>
                    <a:cubicBezTo>
                      <a:pt x="181" y="27"/>
                      <a:pt x="186" y="32"/>
                      <a:pt x="192" y="32"/>
                    </a:cubicBezTo>
                    <a:cubicBezTo>
                      <a:pt x="197" y="32"/>
                      <a:pt x="197" y="32"/>
                      <a:pt x="197" y="32"/>
                    </a:cubicBezTo>
                    <a:cubicBezTo>
                      <a:pt x="193" y="43"/>
                      <a:pt x="193" y="43"/>
                      <a:pt x="193" y="43"/>
                    </a:cubicBezTo>
                    <a:cubicBezTo>
                      <a:pt x="108" y="43"/>
                      <a:pt x="108" y="43"/>
                      <a:pt x="108" y="43"/>
                    </a:cubicBezTo>
                    <a:cubicBezTo>
                      <a:pt x="114" y="21"/>
                      <a:pt x="114" y="21"/>
                      <a:pt x="114" y="21"/>
                    </a:cubicBezTo>
                    <a:cubicBezTo>
                      <a:pt x="128" y="21"/>
                      <a:pt x="128" y="21"/>
                      <a:pt x="128" y="21"/>
                    </a:cubicBezTo>
                    <a:cubicBezTo>
                      <a:pt x="134" y="21"/>
                      <a:pt x="138" y="17"/>
                      <a:pt x="138" y="11"/>
                    </a:cubicBezTo>
                    <a:cubicBezTo>
                      <a:pt x="138" y="5"/>
                      <a:pt x="134" y="0"/>
                      <a:pt x="128" y="0"/>
                    </a:cubicBezTo>
                    <a:cubicBezTo>
                      <a:pt x="106" y="0"/>
                      <a:pt x="106" y="0"/>
                      <a:pt x="106" y="0"/>
                    </a:cubicBezTo>
                    <a:cubicBezTo>
                      <a:pt x="102" y="0"/>
                      <a:pt x="98" y="3"/>
                      <a:pt x="96" y="8"/>
                    </a:cubicBezTo>
                    <a:cubicBezTo>
                      <a:pt x="72" y="86"/>
                      <a:pt x="72" y="86"/>
                      <a:pt x="72" y="86"/>
                    </a:cubicBezTo>
                    <a:cubicBezTo>
                      <a:pt x="69" y="86"/>
                      <a:pt x="67" y="85"/>
                      <a:pt x="64" y="85"/>
                    </a:cubicBezTo>
                    <a:cubicBezTo>
                      <a:pt x="28" y="85"/>
                      <a:pt x="0" y="114"/>
                      <a:pt x="0" y="149"/>
                    </a:cubicBezTo>
                    <a:cubicBezTo>
                      <a:pt x="0" y="185"/>
                      <a:pt x="28" y="213"/>
                      <a:pt x="64" y="213"/>
                    </a:cubicBezTo>
                    <a:cubicBezTo>
                      <a:pt x="99" y="213"/>
                      <a:pt x="128" y="185"/>
                      <a:pt x="128" y="149"/>
                    </a:cubicBezTo>
                    <a:cubicBezTo>
                      <a:pt x="128" y="124"/>
                      <a:pt x="113" y="103"/>
                      <a:pt x="92" y="92"/>
                    </a:cubicBezTo>
                    <a:cubicBezTo>
                      <a:pt x="98" y="75"/>
                      <a:pt x="98" y="75"/>
                      <a:pt x="98" y="75"/>
                    </a:cubicBezTo>
                    <a:cubicBezTo>
                      <a:pt x="151" y="155"/>
                      <a:pt x="151" y="155"/>
                      <a:pt x="151" y="155"/>
                    </a:cubicBezTo>
                    <a:cubicBezTo>
                      <a:pt x="153" y="158"/>
                      <a:pt x="156" y="160"/>
                      <a:pt x="160" y="160"/>
                    </a:cubicBezTo>
                    <a:cubicBezTo>
                      <a:pt x="160" y="160"/>
                      <a:pt x="160" y="160"/>
                      <a:pt x="160" y="160"/>
                    </a:cubicBezTo>
                    <a:cubicBezTo>
                      <a:pt x="193" y="160"/>
                      <a:pt x="193" y="160"/>
                      <a:pt x="193" y="160"/>
                    </a:cubicBezTo>
                    <a:cubicBezTo>
                      <a:pt x="198" y="190"/>
                      <a:pt x="224" y="213"/>
                      <a:pt x="256" y="213"/>
                    </a:cubicBezTo>
                    <a:cubicBezTo>
                      <a:pt x="291" y="213"/>
                      <a:pt x="320" y="185"/>
                      <a:pt x="320" y="149"/>
                    </a:cubicBezTo>
                    <a:cubicBezTo>
                      <a:pt x="320" y="114"/>
                      <a:pt x="291" y="85"/>
                      <a:pt x="256" y="85"/>
                    </a:cubicBezTo>
                    <a:close/>
                    <a:moveTo>
                      <a:pt x="106" y="149"/>
                    </a:moveTo>
                    <a:cubicBezTo>
                      <a:pt x="106" y="173"/>
                      <a:pt x="87" y="192"/>
                      <a:pt x="64" y="192"/>
                    </a:cubicBezTo>
                    <a:cubicBezTo>
                      <a:pt x="40" y="192"/>
                      <a:pt x="21" y="173"/>
                      <a:pt x="21" y="149"/>
                    </a:cubicBezTo>
                    <a:cubicBezTo>
                      <a:pt x="21" y="126"/>
                      <a:pt x="40" y="107"/>
                      <a:pt x="64" y="107"/>
                    </a:cubicBezTo>
                    <a:cubicBezTo>
                      <a:pt x="64" y="107"/>
                      <a:pt x="65" y="107"/>
                      <a:pt x="66" y="107"/>
                    </a:cubicBezTo>
                    <a:cubicBezTo>
                      <a:pt x="53" y="146"/>
                      <a:pt x="53" y="146"/>
                      <a:pt x="53" y="146"/>
                    </a:cubicBezTo>
                    <a:cubicBezTo>
                      <a:pt x="52" y="152"/>
                      <a:pt x="55" y="158"/>
                      <a:pt x="61" y="160"/>
                    </a:cubicBezTo>
                    <a:cubicBezTo>
                      <a:pt x="62" y="160"/>
                      <a:pt x="63" y="160"/>
                      <a:pt x="64" y="160"/>
                    </a:cubicBezTo>
                    <a:cubicBezTo>
                      <a:pt x="68" y="160"/>
                      <a:pt x="72" y="157"/>
                      <a:pt x="74" y="152"/>
                    </a:cubicBezTo>
                    <a:cubicBezTo>
                      <a:pt x="86" y="113"/>
                      <a:pt x="86" y="113"/>
                      <a:pt x="86" y="113"/>
                    </a:cubicBezTo>
                    <a:cubicBezTo>
                      <a:pt x="98" y="121"/>
                      <a:pt x="106" y="134"/>
                      <a:pt x="106" y="149"/>
                    </a:cubicBezTo>
                    <a:close/>
                    <a:moveTo>
                      <a:pt x="216" y="99"/>
                    </a:moveTo>
                    <a:cubicBezTo>
                      <a:pt x="204" y="109"/>
                      <a:pt x="195" y="123"/>
                      <a:pt x="193" y="139"/>
                    </a:cubicBezTo>
                    <a:cubicBezTo>
                      <a:pt x="176" y="139"/>
                      <a:pt x="176" y="139"/>
                      <a:pt x="176" y="139"/>
                    </a:cubicBezTo>
                    <a:cubicBezTo>
                      <a:pt x="202" y="75"/>
                      <a:pt x="202" y="75"/>
                      <a:pt x="202" y="75"/>
                    </a:cubicBezTo>
                    <a:lnTo>
                      <a:pt x="216" y="99"/>
                    </a:lnTo>
                    <a:close/>
                    <a:moveTo>
                      <a:pt x="238" y="139"/>
                    </a:moveTo>
                    <a:cubicBezTo>
                      <a:pt x="215" y="139"/>
                      <a:pt x="215" y="139"/>
                      <a:pt x="215" y="139"/>
                    </a:cubicBezTo>
                    <a:cubicBezTo>
                      <a:pt x="217" y="131"/>
                      <a:pt x="221" y="124"/>
                      <a:pt x="226" y="118"/>
                    </a:cubicBezTo>
                    <a:lnTo>
                      <a:pt x="238" y="139"/>
                    </a:lnTo>
                    <a:close/>
                    <a:moveTo>
                      <a:pt x="157" y="127"/>
                    </a:moveTo>
                    <a:cubicBezTo>
                      <a:pt x="116" y="64"/>
                      <a:pt x="116" y="64"/>
                      <a:pt x="116" y="64"/>
                    </a:cubicBezTo>
                    <a:cubicBezTo>
                      <a:pt x="184" y="64"/>
                      <a:pt x="184" y="64"/>
                      <a:pt x="184" y="64"/>
                    </a:cubicBezTo>
                    <a:lnTo>
                      <a:pt x="157" y="127"/>
                    </a:lnTo>
                    <a:close/>
                    <a:moveTo>
                      <a:pt x="256" y="192"/>
                    </a:moveTo>
                    <a:cubicBezTo>
                      <a:pt x="236" y="192"/>
                      <a:pt x="219" y="178"/>
                      <a:pt x="215" y="160"/>
                    </a:cubicBezTo>
                    <a:cubicBezTo>
                      <a:pt x="256" y="160"/>
                      <a:pt x="256" y="160"/>
                      <a:pt x="256" y="160"/>
                    </a:cubicBezTo>
                    <a:cubicBezTo>
                      <a:pt x="259" y="160"/>
                      <a:pt x="263" y="158"/>
                      <a:pt x="265" y="155"/>
                    </a:cubicBezTo>
                    <a:cubicBezTo>
                      <a:pt x="267" y="151"/>
                      <a:pt x="267" y="147"/>
                      <a:pt x="265" y="144"/>
                    </a:cubicBezTo>
                    <a:cubicBezTo>
                      <a:pt x="245" y="108"/>
                      <a:pt x="245" y="108"/>
                      <a:pt x="245" y="108"/>
                    </a:cubicBezTo>
                    <a:cubicBezTo>
                      <a:pt x="248" y="107"/>
                      <a:pt x="252" y="107"/>
                      <a:pt x="256" y="107"/>
                    </a:cubicBezTo>
                    <a:cubicBezTo>
                      <a:pt x="279" y="107"/>
                      <a:pt x="298" y="126"/>
                      <a:pt x="298" y="149"/>
                    </a:cubicBezTo>
                    <a:cubicBezTo>
                      <a:pt x="298" y="173"/>
                      <a:pt x="279" y="192"/>
                      <a:pt x="256" y="19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42" name="Group 853">
              <a:extLst>
                <a:ext uri="{FF2B5EF4-FFF2-40B4-BE49-F238E27FC236}">
                  <a16:creationId xmlns:a16="http://schemas.microsoft.com/office/drawing/2014/main" id="{919B6DD8-3192-2642-897A-42E6680A626A}"/>
                </a:ext>
              </a:extLst>
            </p:cNvPr>
            <p:cNvGrpSpPr>
              <a:grpSpLocks noChangeAspect="1"/>
            </p:cNvGrpSpPr>
            <p:nvPr/>
          </p:nvGrpSpPr>
          <p:grpSpPr bwMode="auto">
            <a:xfrm>
              <a:off x="10470765" y="3485042"/>
              <a:ext cx="501003" cy="501003"/>
              <a:chOff x="5046" y="4010"/>
              <a:chExt cx="340" cy="340"/>
            </a:xfrm>
            <a:solidFill>
              <a:schemeClr val="accent2"/>
            </a:solidFill>
          </p:grpSpPr>
          <p:sp>
            <p:nvSpPr>
              <p:cNvPr id="52" name="Freeform 854">
                <a:extLst>
                  <a:ext uri="{FF2B5EF4-FFF2-40B4-BE49-F238E27FC236}">
                    <a16:creationId xmlns:a16="http://schemas.microsoft.com/office/drawing/2014/main" id="{205EDFC2-BC25-EA44-8D16-4426F8EEE287}"/>
                  </a:ext>
                </a:extLst>
              </p:cNvPr>
              <p:cNvSpPr>
                <a:spLocks noEditPoints="1"/>
              </p:cNvSpPr>
              <p:nvPr/>
            </p:nvSpPr>
            <p:spPr bwMode="auto">
              <a:xfrm>
                <a:off x="5110" y="4088"/>
                <a:ext cx="212" cy="170"/>
              </a:xfrm>
              <a:custGeom>
                <a:avLst/>
                <a:gdLst>
                  <a:gd name="T0" fmla="*/ 320 w 320"/>
                  <a:gd name="T1" fmla="*/ 149 h 256"/>
                  <a:gd name="T2" fmla="*/ 274 w 320"/>
                  <a:gd name="T3" fmla="*/ 85 h 256"/>
                  <a:gd name="T4" fmla="*/ 298 w 320"/>
                  <a:gd name="T5" fmla="*/ 75 h 256"/>
                  <a:gd name="T6" fmla="*/ 267 w 320"/>
                  <a:gd name="T7" fmla="*/ 64 h 256"/>
                  <a:gd name="T8" fmla="*/ 254 w 320"/>
                  <a:gd name="T9" fmla="*/ 27 h 256"/>
                  <a:gd name="T10" fmla="*/ 106 w 320"/>
                  <a:gd name="T11" fmla="*/ 0 h 256"/>
                  <a:gd name="T12" fmla="*/ 64 w 320"/>
                  <a:gd name="T13" fmla="*/ 29 h 256"/>
                  <a:gd name="T14" fmla="*/ 32 w 320"/>
                  <a:gd name="T15" fmla="*/ 64 h 256"/>
                  <a:gd name="T16" fmla="*/ 32 w 320"/>
                  <a:gd name="T17" fmla="*/ 85 h 256"/>
                  <a:gd name="T18" fmla="*/ 44 w 320"/>
                  <a:gd name="T19" fmla="*/ 88 h 256"/>
                  <a:gd name="T20" fmla="*/ 0 w 320"/>
                  <a:gd name="T21" fmla="*/ 181 h 256"/>
                  <a:gd name="T22" fmla="*/ 10 w 320"/>
                  <a:gd name="T23" fmla="*/ 199 h 256"/>
                  <a:gd name="T24" fmla="*/ 21 w 320"/>
                  <a:gd name="T25" fmla="*/ 256 h 256"/>
                  <a:gd name="T26" fmla="*/ 85 w 320"/>
                  <a:gd name="T27" fmla="*/ 245 h 256"/>
                  <a:gd name="T28" fmla="*/ 165 w 320"/>
                  <a:gd name="T29" fmla="*/ 224 h 256"/>
                  <a:gd name="T30" fmla="*/ 234 w 320"/>
                  <a:gd name="T31" fmla="*/ 245 h 256"/>
                  <a:gd name="T32" fmla="*/ 298 w 320"/>
                  <a:gd name="T33" fmla="*/ 256 h 256"/>
                  <a:gd name="T34" fmla="*/ 309 w 320"/>
                  <a:gd name="T35" fmla="*/ 202 h 256"/>
                  <a:gd name="T36" fmla="*/ 320 w 320"/>
                  <a:gd name="T37" fmla="*/ 180 h 256"/>
                  <a:gd name="T38" fmla="*/ 106 w 320"/>
                  <a:gd name="T39" fmla="*/ 21 h 256"/>
                  <a:gd name="T40" fmla="*/ 235 w 320"/>
                  <a:gd name="T41" fmla="*/ 36 h 256"/>
                  <a:gd name="T42" fmla="*/ 68 w 320"/>
                  <a:gd name="T43" fmla="*/ 85 h 256"/>
                  <a:gd name="T44" fmla="*/ 64 w 320"/>
                  <a:gd name="T45" fmla="*/ 235 h 256"/>
                  <a:gd name="T46" fmla="*/ 32 w 320"/>
                  <a:gd name="T47" fmla="*/ 210 h 256"/>
                  <a:gd name="T48" fmla="*/ 64 w 320"/>
                  <a:gd name="T49" fmla="*/ 235 h 256"/>
                  <a:gd name="T50" fmla="*/ 21 w 320"/>
                  <a:gd name="T51" fmla="*/ 149 h 256"/>
                  <a:gd name="T52" fmla="*/ 258 w 320"/>
                  <a:gd name="T53" fmla="*/ 107 h 256"/>
                  <a:gd name="T54" fmla="*/ 298 w 320"/>
                  <a:gd name="T55" fmla="*/ 181 h 256"/>
                  <a:gd name="T56" fmla="*/ 165 w 320"/>
                  <a:gd name="T57" fmla="*/ 203 h 256"/>
                  <a:gd name="T58" fmla="*/ 288 w 320"/>
                  <a:gd name="T59" fmla="*/ 235 h 256"/>
                  <a:gd name="T60" fmla="*/ 256 w 320"/>
                  <a:gd name="T61" fmla="*/ 219 h 256"/>
                  <a:gd name="T62" fmla="*/ 288 w 320"/>
                  <a:gd name="T63" fmla="*/ 235 h 256"/>
                  <a:gd name="T64" fmla="*/ 150 w 320"/>
                  <a:gd name="T65" fmla="*/ 177 h 256"/>
                  <a:gd name="T66" fmla="*/ 100 w 320"/>
                  <a:gd name="T67" fmla="*/ 189 h 256"/>
                  <a:gd name="T68" fmla="*/ 118 w 320"/>
                  <a:gd name="T69" fmla="*/ 161 h 256"/>
                  <a:gd name="T70" fmla="*/ 131 w 320"/>
                  <a:gd name="T71" fmla="*/ 144 h 256"/>
                  <a:gd name="T72" fmla="*/ 130 w 320"/>
                  <a:gd name="T73" fmla="*/ 132 h 256"/>
                  <a:gd name="T74" fmla="*/ 116 w 320"/>
                  <a:gd name="T75" fmla="*/ 131 h 256"/>
                  <a:gd name="T76" fmla="*/ 99 w 320"/>
                  <a:gd name="T77" fmla="*/ 127 h 256"/>
                  <a:gd name="T78" fmla="*/ 116 w 320"/>
                  <a:gd name="T79" fmla="*/ 118 h 256"/>
                  <a:gd name="T80" fmla="*/ 137 w 320"/>
                  <a:gd name="T81" fmla="*/ 119 h 256"/>
                  <a:gd name="T82" fmla="*/ 148 w 320"/>
                  <a:gd name="T83" fmla="*/ 136 h 256"/>
                  <a:gd name="T84" fmla="*/ 140 w 320"/>
                  <a:gd name="T85" fmla="*/ 154 h 256"/>
                  <a:gd name="T86" fmla="*/ 118 w 320"/>
                  <a:gd name="T87" fmla="*/ 176 h 256"/>
                  <a:gd name="T88" fmla="*/ 187 w 320"/>
                  <a:gd name="T89" fmla="*/ 149 h 256"/>
                  <a:gd name="T90" fmla="*/ 205 w 320"/>
                  <a:gd name="T91" fmla="*/ 159 h 256"/>
                  <a:gd name="T92" fmla="*/ 187 w 320"/>
                  <a:gd name="T93" fmla="*/ 178 h 256"/>
                  <a:gd name="T94" fmla="*/ 176 w 320"/>
                  <a:gd name="T95" fmla="*/ 159 h 256"/>
                  <a:gd name="T96" fmla="*/ 157 w 320"/>
                  <a:gd name="T97" fmla="*/ 149 h 256"/>
                  <a:gd name="T98" fmla="*/ 176 w 320"/>
                  <a:gd name="T99" fmla="*/ 130 h 256"/>
                  <a:gd name="T100" fmla="*/ 187 w 320"/>
                  <a:gd name="T101" fmla="*/ 149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256">
                    <a:moveTo>
                      <a:pt x="320" y="180"/>
                    </a:moveTo>
                    <a:cubicBezTo>
                      <a:pt x="320" y="149"/>
                      <a:pt x="320" y="149"/>
                      <a:pt x="320" y="149"/>
                    </a:cubicBezTo>
                    <a:cubicBezTo>
                      <a:pt x="320" y="120"/>
                      <a:pt x="301" y="96"/>
                      <a:pt x="275" y="88"/>
                    </a:cubicBezTo>
                    <a:cubicBezTo>
                      <a:pt x="274" y="85"/>
                      <a:pt x="274" y="85"/>
                      <a:pt x="274" y="85"/>
                    </a:cubicBezTo>
                    <a:cubicBezTo>
                      <a:pt x="288" y="85"/>
                      <a:pt x="288" y="85"/>
                      <a:pt x="288" y="85"/>
                    </a:cubicBezTo>
                    <a:cubicBezTo>
                      <a:pt x="294" y="85"/>
                      <a:pt x="298" y="81"/>
                      <a:pt x="298" y="75"/>
                    </a:cubicBezTo>
                    <a:cubicBezTo>
                      <a:pt x="298" y="69"/>
                      <a:pt x="294" y="64"/>
                      <a:pt x="288" y="64"/>
                    </a:cubicBezTo>
                    <a:cubicBezTo>
                      <a:pt x="267" y="64"/>
                      <a:pt x="267" y="64"/>
                      <a:pt x="267" y="64"/>
                    </a:cubicBezTo>
                    <a:cubicBezTo>
                      <a:pt x="255" y="29"/>
                      <a:pt x="255" y="29"/>
                      <a:pt x="255" y="29"/>
                    </a:cubicBezTo>
                    <a:cubicBezTo>
                      <a:pt x="255" y="28"/>
                      <a:pt x="255" y="28"/>
                      <a:pt x="254" y="27"/>
                    </a:cubicBezTo>
                    <a:cubicBezTo>
                      <a:pt x="254" y="26"/>
                      <a:pt x="240" y="0"/>
                      <a:pt x="213" y="0"/>
                    </a:cubicBezTo>
                    <a:cubicBezTo>
                      <a:pt x="106" y="0"/>
                      <a:pt x="106" y="0"/>
                      <a:pt x="106" y="0"/>
                    </a:cubicBezTo>
                    <a:cubicBezTo>
                      <a:pt x="80" y="0"/>
                      <a:pt x="65" y="26"/>
                      <a:pt x="65" y="27"/>
                    </a:cubicBezTo>
                    <a:cubicBezTo>
                      <a:pt x="65" y="28"/>
                      <a:pt x="64" y="28"/>
                      <a:pt x="64" y="29"/>
                    </a:cubicBezTo>
                    <a:cubicBezTo>
                      <a:pt x="52" y="64"/>
                      <a:pt x="52" y="64"/>
                      <a:pt x="52" y="64"/>
                    </a:cubicBezTo>
                    <a:cubicBezTo>
                      <a:pt x="32" y="64"/>
                      <a:pt x="32" y="64"/>
                      <a:pt x="32" y="64"/>
                    </a:cubicBezTo>
                    <a:cubicBezTo>
                      <a:pt x="26" y="64"/>
                      <a:pt x="21" y="69"/>
                      <a:pt x="21" y="75"/>
                    </a:cubicBezTo>
                    <a:cubicBezTo>
                      <a:pt x="21" y="81"/>
                      <a:pt x="26" y="85"/>
                      <a:pt x="32" y="85"/>
                    </a:cubicBezTo>
                    <a:cubicBezTo>
                      <a:pt x="45" y="85"/>
                      <a:pt x="45" y="85"/>
                      <a:pt x="45" y="85"/>
                    </a:cubicBezTo>
                    <a:cubicBezTo>
                      <a:pt x="44" y="88"/>
                      <a:pt x="44" y="88"/>
                      <a:pt x="44" y="88"/>
                    </a:cubicBezTo>
                    <a:cubicBezTo>
                      <a:pt x="19" y="96"/>
                      <a:pt x="0" y="120"/>
                      <a:pt x="0" y="149"/>
                    </a:cubicBezTo>
                    <a:cubicBezTo>
                      <a:pt x="0" y="181"/>
                      <a:pt x="0" y="181"/>
                      <a:pt x="0" y="181"/>
                    </a:cubicBezTo>
                    <a:cubicBezTo>
                      <a:pt x="0" y="183"/>
                      <a:pt x="0" y="189"/>
                      <a:pt x="6" y="195"/>
                    </a:cubicBezTo>
                    <a:cubicBezTo>
                      <a:pt x="7" y="197"/>
                      <a:pt x="9" y="198"/>
                      <a:pt x="10" y="199"/>
                    </a:cubicBezTo>
                    <a:cubicBezTo>
                      <a:pt x="10" y="245"/>
                      <a:pt x="10" y="245"/>
                      <a:pt x="10" y="245"/>
                    </a:cubicBezTo>
                    <a:cubicBezTo>
                      <a:pt x="10" y="251"/>
                      <a:pt x="15" y="256"/>
                      <a:pt x="21" y="256"/>
                    </a:cubicBezTo>
                    <a:cubicBezTo>
                      <a:pt x="74" y="256"/>
                      <a:pt x="74" y="256"/>
                      <a:pt x="74" y="256"/>
                    </a:cubicBezTo>
                    <a:cubicBezTo>
                      <a:pt x="80" y="256"/>
                      <a:pt x="85" y="251"/>
                      <a:pt x="85" y="245"/>
                    </a:cubicBezTo>
                    <a:cubicBezTo>
                      <a:pt x="85" y="220"/>
                      <a:pt x="85" y="220"/>
                      <a:pt x="85" y="220"/>
                    </a:cubicBezTo>
                    <a:cubicBezTo>
                      <a:pt x="107" y="223"/>
                      <a:pt x="134" y="224"/>
                      <a:pt x="165" y="224"/>
                    </a:cubicBezTo>
                    <a:cubicBezTo>
                      <a:pt x="192" y="224"/>
                      <a:pt x="215" y="223"/>
                      <a:pt x="234" y="221"/>
                    </a:cubicBezTo>
                    <a:cubicBezTo>
                      <a:pt x="234" y="245"/>
                      <a:pt x="234" y="245"/>
                      <a:pt x="234" y="245"/>
                    </a:cubicBezTo>
                    <a:cubicBezTo>
                      <a:pt x="234" y="251"/>
                      <a:pt x="239" y="256"/>
                      <a:pt x="245" y="256"/>
                    </a:cubicBezTo>
                    <a:cubicBezTo>
                      <a:pt x="298" y="256"/>
                      <a:pt x="298" y="256"/>
                      <a:pt x="298" y="256"/>
                    </a:cubicBezTo>
                    <a:cubicBezTo>
                      <a:pt x="304" y="256"/>
                      <a:pt x="309" y="251"/>
                      <a:pt x="309" y="245"/>
                    </a:cubicBezTo>
                    <a:cubicBezTo>
                      <a:pt x="309" y="202"/>
                      <a:pt x="309" y="202"/>
                      <a:pt x="309" y="202"/>
                    </a:cubicBezTo>
                    <a:cubicBezTo>
                      <a:pt x="312" y="199"/>
                      <a:pt x="314" y="197"/>
                      <a:pt x="316" y="194"/>
                    </a:cubicBezTo>
                    <a:cubicBezTo>
                      <a:pt x="320" y="189"/>
                      <a:pt x="320" y="184"/>
                      <a:pt x="320" y="180"/>
                    </a:cubicBezTo>
                    <a:close/>
                    <a:moveTo>
                      <a:pt x="84" y="36"/>
                    </a:moveTo>
                    <a:cubicBezTo>
                      <a:pt x="86" y="33"/>
                      <a:pt x="94" y="21"/>
                      <a:pt x="106" y="21"/>
                    </a:cubicBezTo>
                    <a:cubicBezTo>
                      <a:pt x="213" y="21"/>
                      <a:pt x="213" y="21"/>
                      <a:pt x="213" y="21"/>
                    </a:cubicBezTo>
                    <a:cubicBezTo>
                      <a:pt x="225" y="21"/>
                      <a:pt x="233" y="34"/>
                      <a:pt x="235" y="36"/>
                    </a:cubicBezTo>
                    <a:cubicBezTo>
                      <a:pt x="252" y="85"/>
                      <a:pt x="252" y="85"/>
                      <a:pt x="252" y="85"/>
                    </a:cubicBezTo>
                    <a:cubicBezTo>
                      <a:pt x="68" y="85"/>
                      <a:pt x="68" y="85"/>
                      <a:pt x="68" y="85"/>
                    </a:cubicBezTo>
                    <a:lnTo>
                      <a:pt x="84" y="36"/>
                    </a:lnTo>
                    <a:close/>
                    <a:moveTo>
                      <a:pt x="64" y="235"/>
                    </a:moveTo>
                    <a:cubicBezTo>
                      <a:pt x="32" y="235"/>
                      <a:pt x="32" y="235"/>
                      <a:pt x="32" y="235"/>
                    </a:cubicBezTo>
                    <a:cubicBezTo>
                      <a:pt x="32" y="210"/>
                      <a:pt x="32" y="210"/>
                      <a:pt x="32" y="210"/>
                    </a:cubicBezTo>
                    <a:cubicBezTo>
                      <a:pt x="41" y="213"/>
                      <a:pt x="51" y="215"/>
                      <a:pt x="64" y="217"/>
                    </a:cubicBezTo>
                    <a:lnTo>
                      <a:pt x="64" y="235"/>
                    </a:lnTo>
                    <a:close/>
                    <a:moveTo>
                      <a:pt x="21" y="180"/>
                    </a:moveTo>
                    <a:cubicBezTo>
                      <a:pt x="21" y="149"/>
                      <a:pt x="21" y="149"/>
                      <a:pt x="21" y="149"/>
                    </a:cubicBezTo>
                    <a:cubicBezTo>
                      <a:pt x="21" y="126"/>
                      <a:pt x="39" y="107"/>
                      <a:pt x="62" y="107"/>
                    </a:cubicBezTo>
                    <a:cubicBezTo>
                      <a:pt x="258" y="107"/>
                      <a:pt x="258" y="107"/>
                      <a:pt x="258" y="107"/>
                    </a:cubicBezTo>
                    <a:cubicBezTo>
                      <a:pt x="280" y="107"/>
                      <a:pt x="298" y="126"/>
                      <a:pt x="298" y="149"/>
                    </a:cubicBezTo>
                    <a:cubicBezTo>
                      <a:pt x="298" y="181"/>
                      <a:pt x="298" y="181"/>
                      <a:pt x="298" y="181"/>
                    </a:cubicBezTo>
                    <a:cubicBezTo>
                      <a:pt x="298" y="182"/>
                      <a:pt x="298" y="182"/>
                      <a:pt x="298" y="183"/>
                    </a:cubicBezTo>
                    <a:cubicBezTo>
                      <a:pt x="296" y="185"/>
                      <a:pt x="278" y="203"/>
                      <a:pt x="165" y="203"/>
                    </a:cubicBezTo>
                    <a:cubicBezTo>
                      <a:pt x="43" y="203"/>
                      <a:pt x="23" y="183"/>
                      <a:pt x="21" y="180"/>
                    </a:cubicBezTo>
                    <a:close/>
                    <a:moveTo>
                      <a:pt x="288" y="235"/>
                    </a:moveTo>
                    <a:cubicBezTo>
                      <a:pt x="256" y="235"/>
                      <a:pt x="256" y="235"/>
                      <a:pt x="256" y="235"/>
                    </a:cubicBezTo>
                    <a:cubicBezTo>
                      <a:pt x="256" y="219"/>
                      <a:pt x="256" y="219"/>
                      <a:pt x="256" y="219"/>
                    </a:cubicBezTo>
                    <a:cubicBezTo>
                      <a:pt x="268" y="217"/>
                      <a:pt x="279" y="215"/>
                      <a:pt x="288" y="212"/>
                    </a:cubicBezTo>
                    <a:lnTo>
                      <a:pt x="288" y="235"/>
                    </a:lnTo>
                    <a:close/>
                    <a:moveTo>
                      <a:pt x="118" y="177"/>
                    </a:moveTo>
                    <a:cubicBezTo>
                      <a:pt x="150" y="177"/>
                      <a:pt x="150" y="177"/>
                      <a:pt x="150" y="177"/>
                    </a:cubicBezTo>
                    <a:cubicBezTo>
                      <a:pt x="150" y="189"/>
                      <a:pt x="150" y="189"/>
                      <a:pt x="150" y="189"/>
                    </a:cubicBezTo>
                    <a:cubicBezTo>
                      <a:pt x="100" y="189"/>
                      <a:pt x="100" y="189"/>
                      <a:pt x="100" y="189"/>
                    </a:cubicBezTo>
                    <a:cubicBezTo>
                      <a:pt x="100" y="179"/>
                      <a:pt x="100" y="179"/>
                      <a:pt x="100" y="179"/>
                    </a:cubicBezTo>
                    <a:cubicBezTo>
                      <a:pt x="118" y="161"/>
                      <a:pt x="118" y="161"/>
                      <a:pt x="118" y="161"/>
                    </a:cubicBezTo>
                    <a:cubicBezTo>
                      <a:pt x="123" y="155"/>
                      <a:pt x="126" y="152"/>
                      <a:pt x="128" y="149"/>
                    </a:cubicBezTo>
                    <a:cubicBezTo>
                      <a:pt x="130" y="147"/>
                      <a:pt x="131" y="145"/>
                      <a:pt x="131" y="144"/>
                    </a:cubicBezTo>
                    <a:cubicBezTo>
                      <a:pt x="132" y="142"/>
                      <a:pt x="133" y="140"/>
                      <a:pt x="133" y="138"/>
                    </a:cubicBezTo>
                    <a:cubicBezTo>
                      <a:pt x="133" y="135"/>
                      <a:pt x="132" y="133"/>
                      <a:pt x="130" y="132"/>
                    </a:cubicBezTo>
                    <a:cubicBezTo>
                      <a:pt x="129" y="130"/>
                      <a:pt x="127" y="130"/>
                      <a:pt x="124" y="130"/>
                    </a:cubicBezTo>
                    <a:cubicBezTo>
                      <a:pt x="121" y="130"/>
                      <a:pt x="118" y="130"/>
                      <a:pt x="116" y="131"/>
                    </a:cubicBezTo>
                    <a:cubicBezTo>
                      <a:pt x="113" y="133"/>
                      <a:pt x="111" y="135"/>
                      <a:pt x="108" y="137"/>
                    </a:cubicBezTo>
                    <a:cubicBezTo>
                      <a:pt x="99" y="127"/>
                      <a:pt x="99" y="127"/>
                      <a:pt x="99" y="127"/>
                    </a:cubicBezTo>
                    <a:cubicBezTo>
                      <a:pt x="103" y="124"/>
                      <a:pt x="106" y="122"/>
                      <a:pt x="108" y="121"/>
                    </a:cubicBezTo>
                    <a:cubicBezTo>
                      <a:pt x="111" y="120"/>
                      <a:pt x="113" y="119"/>
                      <a:pt x="116" y="118"/>
                    </a:cubicBezTo>
                    <a:cubicBezTo>
                      <a:pt x="119" y="117"/>
                      <a:pt x="122" y="117"/>
                      <a:pt x="125" y="117"/>
                    </a:cubicBezTo>
                    <a:cubicBezTo>
                      <a:pt x="129" y="117"/>
                      <a:pt x="133" y="118"/>
                      <a:pt x="137" y="119"/>
                    </a:cubicBezTo>
                    <a:cubicBezTo>
                      <a:pt x="140" y="121"/>
                      <a:pt x="143" y="123"/>
                      <a:pt x="145" y="126"/>
                    </a:cubicBezTo>
                    <a:cubicBezTo>
                      <a:pt x="147" y="129"/>
                      <a:pt x="148" y="133"/>
                      <a:pt x="148" y="136"/>
                    </a:cubicBezTo>
                    <a:cubicBezTo>
                      <a:pt x="148" y="140"/>
                      <a:pt x="147" y="143"/>
                      <a:pt x="146" y="146"/>
                    </a:cubicBezTo>
                    <a:cubicBezTo>
                      <a:pt x="145" y="148"/>
                      <a:pt x="143" y="151"/>
                      <a:pt x="140" y="154"/>
                    </a:cubicBezTo>
                    <a:cubicBezTo>
                      <a:pt x="138" y="157"/>
                      <a:pt x="134" y="162"/>
                      <a:pt x="128" y="167"/>
                    </a:cubicBezTo>
                    <a:cubicBezTo>
                      <a:pt x="118" y="176"/>
                      <a:pt x="118" y="176"/>
                      <a:pt x="118" y="176"/>
                    </a:cubicBezTo>
                    <a:lnTo>
                      <a:pt x="118" y="177"/>
                    </a:lnTo>
                    <a:close/>
                    <a:moveTo>
                      <a:pt x="187" y="149"/>
                    </a:moveTo>
                    <a:cubicBezTo>
                      <a:pt x="205" y="149"/>
                      <a:pt x="205" y="149"/>
                      <a:pt x="205" y="149"/>
                    </a:cubicBezTo>
                    <a:cubicBezTo>
                      <a:pt x="205" y="159"/>
                      <a:pt x="205" y="159"/>
                      <a:pt x="205" y="159"/>
                    </a:cubicBezTo>
                    <a:cubicBezTo>
                      <a:pt x="187" y="159"/>
                      <a:pt x="187" y="159"/>
                      <a:pt x="187" y="159"/>
                    </a:cubicBezTo>
                    <a:cubicBezTo>
                      <a:pt x="187" y="178"/>
                      <a:pt x="187" y="178"/>
                      <a:pt x="187" y="178"/>
                    </a:cubicBezTo>
                    <a:cubicBezTo>
                      <a:pt x="176" y="178"/>
                      <a:pt x="176" y="178"/>
                      <a:pt x="176" y="178"/>
                    </a:cubicBezTo>
                    <a:cubicBezTo>
                      <a:pt x="176" y="159"/>
                      <a:pt x="176" y="159"/>
                      <a:pt x="176" y="159"/>
                    </a:cubicBezTo>
                    <a:cubicBezTo>
                      <a:pt x="157" y="159"/>
                      <a:pt x="157" y="159"/>
                      <a:pt x="157" y="159"/>
                    </a:cubicBezTo>
                    <a:cubicBezTo>
                      <a:pt x="157" y="149"/>
                      <a:pt x="157" y="149"/>
                      <a:pt x="157" y="149"/>
                    </a:cubicBezTo>
                    <a:cubicBezTo>
                      <a:pt x="176" y="149"/>
                      <a:pt x="176" y="149"/>
                      <a:pt x="176" y="149"/>
                    </a:cubicBezTo>
                    <a:cubicBezTo>
                      <a:pt x="176" y="130"/>
                      <a:pt x="176" y="130"/>
                      <a:pt x="176" y="130"/>
                    </a:cubicBezTo>
                    <a:cubicBezTo>
                      <a:pt x="187" y="130"/>
                      <a:pt x="187" y="130"/>
                      <a:pt x="187" y="130"/>
                    </a:cubicBezTo>
                    <a:lnTo>
                      <a:pt x="187" y="14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53" name="Freeform 855">
                <a:extLst>
                  <a:ext uri="{FF2B5EF4-FFF2-40B4-BE49-F238E27FC236}">
                    <a16:creationId xmlns:a16="http://schemas.microsoft.com/office/drawing/2014/main" id="{53D0136B-AAE9-C844-9A13-599E05849352}"/>
                  </a:ext>
                </a:extLst>
              </p:cNvPr>
              <p:cNvSpPr>
                <a:spLocks noEditPoints="1"/>
              </p:cNvSpPr>
              <p:nvPr/>
            </p:nvSpPr>
            <p:spPr bwMode="auto">
              <a:xfrm>
                <a:off x="5046" y="401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43" name="Group 309">
              <a:extLst>
                <a:ext uri="{FF2B5EF4-FFF2-40B4-BE49-F238E27FC236}">
                  <a16:creationId xmlns:a16="http://schemas.microsoft.com/office/drawing/2014/main" id="{F43D89A2-E04E-504F-974E-8C4656A28308}"/>
                </a:ext>
              </a:extLst>
            </p:cNvPr>
            <p:cNvGrpSpPr>
              <a:grpSpLocks noChangeAspect="1"/>
            </p:cNvGrpSpPr>
            <p:nvPr/>
          </p:nvGrpSpPr>
          <p:grpSpPr bwMode="auto">
            <a:xfrm>
              <a:off x="10470765" y="4171493"/>
              <a:ext cx="503894" cy="502417"/>
              <a:chOff x="6585" y="1193"/>
              <a:chExt cx="341" cy="340"/>
            </a:xfrm>
            <a:solidFill>
              <a:schemeClr val="accent5"/>
            </a:solidFill>
          </p:grpSpPr>
          <p:sp>
            <p:nvSpPr>
              <p:cNvPr id="50" name="Freeform 310">
                <a:extLst>
                  <a:ext uri="{FF2B5EF4-FFF2-40B4-BE49-F238E27FC236}">
                    <a16:creationId xmlns:a16="http://schemas.microsoft.com/office/drawing/2014/main" id="{422B0FF3-2ACC-014A-BFEA-9ABCC6288458}"/>
                  </a:ext>
                </a:extLst>
              </p:cNvPr>
              <p:cNvSpPr>
                <a:spLocks noEditPoints="1"/>
              </p:cNvSpPr>
              <p:nvPr/>
            </p:nvSpPr>
            <p:spPr bwMode="auto">
              <a:xfrm>
                <a:off x="6648" y="1264"/>
                <a:ext cx="206" cy="205"/>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51" name="Freeform 311">
                <a:extLst>
                  <a:ext uri="{FF2B5EF4-FFF2-40B4-BE49-F238E27FC236}">
                    <a16:creationId xmlns:a16="http://schemas.microsoft.com/office/drawing/2014/main" id="{554E5842-737F-684E-9905-73B1489A3072}"/>
                  </a:ext>
                </a:extLst>
              </p:cNvPr>
              <p:cNvSpPr>
                <a:spLocks noEditPoints="1"/>
              </p:cNvSpPr>
              <p:nvPr/>
            </p:nvSpPr>
            <p:spPr bwMode="auto">
              <a:xfrm>
                <a:off x="6585" y="119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44" name="Group 786">
              <a:extLst>
                <a:ext uri="{FF2B5EF4-FFF2-40B4-BE49-F238E27FC236}">
                  <a16:creationId xmlns:a16="http://schemas.microsoft.com/office/drawing/2014/main" id="{8EDEF7F3-3468-7949-9F57-4BADB7DECAA1}"/>
                </a:ext>
              </a:extLst>
            </p:cNvPr>
            <p:cNvGrpSpPr>
              <a:grpSpLocks noChangeAspect="1"/>
            </p:cNvGrpSpPr>
            <p:nvPr/>
          </p:nvGrpSpPr>
          <p:grpSpPr bwMode="auto">
            <a:xfrm>
              <a:off x="10470765" y="2797174"/>
              <a:ext cx="502418" cy="502418"/>
              <a:chOff x="5071" y="3066"/>
              <a:chExt cx="340" cy="340"/>
            </a:xfrm>
            <a:solidFill>
              <a:schemeClr val="accent3"/>
            </a:solidFill>
          </p:grpSpPr>
          <p:sp>
            <p:nvSpPr>
              <p:cNvPr id="48" name="Freeform 787">
                <a:extLst>
                  <a:ext uri="{FF2B5EF4-FFF2-40B4-BE49-F238E27FC236}">
                    <a16:creationId xmlns:a16="http://schemas.microsoft.com/office/drawing/2014/main" id="{F44C16CA-2845-6540-941B-24C6E98E273B}"/>
                  </a:ext>
                </a:extLst>
              </p:cNvPr>
              <p:cNvSpPr>
                <a:spLocks noEditPoints="1"/>
              </p:cNvSpPr>
              <p:nvPr/>
            </p:nvSpPr>
            <p:spPr bwMode="auto">
              <a:xfrm>
                <a:off x="5071" y="306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49" name="Freeform 788">
                <a:extLst>
                  <a:ext uri="{FF2B5EF4-FFF2-40B4-BE49-F238E27FC236}">
                    <a16:creationId xmlns:a16="http://schemas.microsoft.com/office/drawing/2014/main" id="{738C4B03-C26A-D54D-8552-9419B57320B0}"/>
                  </a:ext>
                </a:extLst>
              </p:cNvPr>
              <p:cNvSpPr>
                <a:spLocks noEditPoints="1"/>
              </p:cNvSpPr>
              <p:nvPr/>
            </p:nvSpPr>
            <p:spPr bwMode="auto">
              <a:xfrm>
                <a:off x="5134" y="3129"/>
                <a:ext cx="213" cy="185"/>
              </a:xfrm>
              <a:custGeom>
                <a:avLst/>
                <a:gdLst>
                  <a:gd name="T0" fmla="*/ 319 w 321"/>
                  <a:gd name="T1" fmla="*/ 198 h 278"/>
                  <a:gd name="T2" fmla="*/ 310 w 321"/>
                  <a:gd name="T3" fmla="*/ 193 h 278"/>
                  <a:gd name="T4" fmla="*/ 274 w 321"/>
                  <a:gd name="T5" fmla="*/ 193 h 278"/>
                  <a:gd name="T6" fmla="*/ 170 w 321"/>
                  <a:gd name="T7" fmla="*/ 6 h 278"/>
                  <a:gd name="T8" fmla="*/ 158 w 321"/>
                  <a:gd name="T9" fmla="*/ 1 h 278"/>
                  <a:gd name="T10" fmla="*/ 150 w 321"/>
                  <a:gd name="T11" fmla="*/ 11 h 278"/>
                  <a:gd name="T12" fmla="*/ 150 w 321"/>
                  <a:gd name="T13" fmla="*/ 51 h 278"/>
                  <a:gd name="T14" fmla="*/ 49 w 321"/>
                  <a:gd name="T15" fmla="*/ 193 h 278"/>
                  <a:gd name="T16" fmla="*/ 11 w 321"/>
                  <a:gd name="T17" fmla="*/ 193 h 278"/>
                  <a:gd name="T18" fmla="*/ 2 w 321"/>
                  <a:gd name="T19" fmla="*/ 198 h 278"/>
                  <a:gd name="T20" fmla="*/ 2 w 321"/>
                  <a:gd name="T21" fmla="*/ 209 h 278"/>
                  <a:gd name="T22" fmla="*/ 45 w 321"/>
                  <a:gd name="T23" fmla="*/ 273 h 278"/>
                  <a:gd name="T24" fmla="*/ 54 w 321"/>
                  <a:gd name="T25" fmla="*/ 278 h 278"/>
                  <a:gd name="T26" fmla="*/ 267 w 321"/>
                  <a:gd name="T27" fmla="*/ 278 h 278"/>
                  <a:gd name="T28" fmla="*/ 276 w 321"/>
                  <a:gd name="T29" fmla="*/ 273 h 278"/>
                  <a:gd name="T30" fmla="*/ 319 w 321"/>
                  <a:gd name="T31" fmla="*/ 209 h 278"/>
                  <a:gd name="T32" fmla="*/ 319 w 321"/>
                  <a:gd name="T33" fmla="*/ 198 h 278"/>
                  <a:gd name="T34" fmla="*/ 171 w 321"/>
                  <a:gd name="T35" fmla="*/ 52 h 278"/>
                  <a:gd name="T36" fmla="*/ 249 w 321"/>
                  <a:gd name="T37" fmla="*/ 193 h 278"/>
                  <a:gd name="T38" fmla="*/ 171 w 321"/>
                  <a:gd name="T39" fmla="*/ 193 h 278"/>
                  <a:gd name="T40" fmla="*/ 171 w 321"/>
                  <a:gd name="T41" fmla="*/ 54 h 278"/>
                  <a:gd name="T42" fmla="*/ 171 w 321"/>
                  <a:gd name="T43" fmla="*/ 52 h 278"/>
                  <a:gd name="T44" fmla="*/ 150 w 321"/>
                  <a:gd name="T45" fmla="*/ 87 h 278"/>
                  <a:gd name="T46" fmla="*/ 150 w 321"/>
                  <a:gd name="T47" fmla="*/ 193 h 278"/>
                  <a:gd name="T48" fmla="*/ 75 w 321"/>
                  <a:gd name="T49" fmla="*/ 193 h 278"/>
                  <a:gd name="T50" fmla="*/ 150 w 321"/>
                  <a:gd name="T51" fmla="*/ 87 h 278"/>
                  <a:gd name="T52" fmla="*/ 262 w 321"/>
                  <a:gd name="T53" fmla="*/ 257 h 278"/>
                  <a:gd name="T54" fmla="*/ 60 w 321"/>
                  <a:gd name="T55" fmla="*/ 257 h 278"/>
                  <a:gd name="T56" fmla="*/ 31 w 321"/>
                  <a:gd name="T57" fmla="*/ 214 h 278"/>
                  <a:gd name="T58" fmla="*/ 54 w 321"/>
                  <a:gd name="T59" fmla="*/ 214 h 278"/>
                  <a:gd name="T60" fmla="*/ 161 w 321"/>
                  <a:gd name="T61" fmla="*/ 214 h 278"/>
                  <a:gd name="T62" fmla="*/ 267 w 321"/>
                  <a:gd name="T63" fmla="*/ 214 h 278"/>
                  <a:gd name="T64" fmla="*/ 290 w 321"/>
                  <a:gd name="T65" fmla="*/ 214 h 278"/>
                  <a:gd name="T66" fmla="*/ 262 w 321"/>
                  <a:gd name="T67" fmla="*/ 25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278">
                    <a:moveTo>
                      <a:pt x="319" y="198"/>
                    </a:moveTo>
                    <a:cubicBezTo>
                      <a:pt x="318" y="195"/>
                      <a:pt x="314" y="193"/>
                      <a:pt x="310" y="193"/>
                    </a:cubicBezTo>
                    <a:cubicBezTo>
                      <a:pt x="274" y="193"/>
                      <a:pt x="274" y="193"/>
                      <a:pt x="274" y="193"/>
                    </a:cubicBezTo>
                    <a:cubicBezTo>
                      <a:pt x="170" y="6"/>
                      <a:pt x="170" y="6"/>
                      <a:pt x="170" y="6"/>
                    </a:cubicBezTo>
                    <a:cubicBezTo>
                      <a:pt x="168" y="2"/>
                      <a:pt x="163" y="0"/>
                      <a:pt x="158" y="1"/>
                    </a:cubicBezTo>
                    <a:cubicBezTo>
                      <a:pt x="153" y="2"/>
                      <a:pt x="150" y="6"/>
                      <a:pt x="150" y="11"/>
                    </a:cubicBezTo>
                    <a:cubicBezTo>
                      <a:pt x="150" y="51"/>
                      <a:pt x="150" y="51"/>
                      <a:pt x="150" y="51"/>
                    </a:cubicBezTo>
                    <a:cubicBezTo>
                      <a:pt x="49" y="193"/>
                      <a:pt x="49" y="193"/>
                      <a:pt x="49" y="193"/>
                    </a:cubicBezTo>
                    <a:cubicBezTo>
                      <a:pt x="11" y="193"/>
                      <a:pt x="11" y="193"/>
                      <a:pt x="11" y="193"/>
                    </a:cubicBezTo>
                    <a:cubicBezTo>
                      <a:pt x="7" y="193"/>
                      <a:pt x="4" y="195"/>
                      <a:pt x="2" y="198"/>
                    </a:cubicBezTo>
                    <a:cubicBezTo>
                      <a:pt x="0" y="202"/>
                      <a:pt x="0" y="206"/>
                      <a:pt x="2" y="209"/>
                    </a:cubicBezTo>
                    <a:cubicBezTo>
                      <a:pt x="45" y="273"/>
                      <a:pt x="45" y="273"/>
                      <a:pt x="45" y="273"/>
                    </a:cubicBezTo>
                    <a:cubicBezTo>
                      <a:pt x="47" y="276"/>
                      <a:pt x="50" y="278"/>
                      <a:pt x="54" y="278"/>
                    </a:cubicBezTo>
                    <a:cubicBezTo>
                      <a:pt x="267" y="278"/>
                      <a:pt x="267" y="278"/>
                      <a:pt x="267" y="278"/>
                    </a:cubicBezTo>
                    <a:cubicBezTo>
                      <a:pt x="271" y="278"/>
                      <a:pt x="274" y="276"/>
                      <a:pt x="276" y="273"/>
                    </a:cubicBezTo>
                    <a:cubicBezTo>
                      <a:pt x="319" y="209"/>
                      <a:pt x="319" y="209"/>
                      <a:pt x="319" y="209"/>
                    </a:cubicBezTo>
                    <a:cubicBezTo>
                      <a:pt x="321" y="206"/>
                      <a:pt x="321" y="202"/>
                      <a:pt x="319" y="198"/>
                    </a:cubicBezTo>
                    <a:close/>
                    <a:moveTo>
                      <a:pt x="171" y="52"/>
                    </a:moveTo>
                    <a:cubicBezTo>
                      <a:pt x="249" y="193"/>
                      <a:pt x="249" y="193"/>
                      <a:pt x="249" y="193"/>
                    </a:cubicBezTo>
                    <a:cubicBezTo>
                      <a:pt x="171" y="193"/>
                      <a:pt x="171" y="193"/>
                      <a:pt x="171" y="193"/>
                    </a:cubicBezTo>
                    <a:cubicBezTo>
                      <a:pt x="171" y="54"/>
                      <a:pt x="171" y="54"/>
                      <a:pt x="171" y="54"/>
                    </a:cubicBezTo>
                    <a:lnTo>
                      <a:pt x="171" y="52"/>
                    </a:lnTo>
                    <a:close/>
                    <a:moveTo>
                      <a:pt x="150" y="87"/>
                    </a:moveTo>
                    <a:cubicBezTo>
                      <a:pt x="150" y="193"/>
                      <a:pt x="150" y="193"/>
                      <a:pt x="150" y="193"/>
                    </a:cubicBezTo>
                    <a:cubicBezTo>
                      <a:pt x="75" y="193"/>
                      <a:pt x="75" y="193"/>
                      <a:pt x="75" y="193"/>
                    </a:cubicBezTo>
                    <a:lnTo>
                      <a:pt x="150" y="87"/>
                    </a:lnTo>
                    <a:close/>
                    <a:moveTo>
                      <a:pt x="262" y="257"/>
                    </a:moveTo>
                    <a:cubicBezTo>
                      <a:pt x="60" y="257"/>
                      <a:pt x="60" y="257"/>
                      <a:pt x="60" y="257"/>
                    </a:cubicBezTo>
                    <a:cubicBezTo>
                      <a:pt x="31" y="214"/>
                      <a:pt x="31" y="214"/>
                      <a:pt x="31" y="214"/>
                    </a:cubicBezTo>
                    <a:cubicBezTo>
                      <a:pt x="54" y="214"/>
                      <a:pt x="54" y="214"/>
                      <a:pt x="54" y="214"/>
                    </a:cubicBezTo>
                    <a:cubicBezTo>
                      <a:pt x="161" y="214"/>
                      <a:pt x="161" y="214"/>
                      <a:pt x="161" y="214"/>
                    </a:cubicBezTo>
                    <a:cubicBezTo>
                      <a:pt x="267" y="214"/>
                      <a:pt x="267" y="214"/>
                      <a:pt x="267" y="214"/>
                    </a:cubicBezTo>
                    <a:cubicBezTo>
                      <a:pt x="290" y="214"/>
                      <a:pt x="290" y="214"/>
                      <a:pt x="290" y="214"/>
                    </a:cubicBezTo>
                    <a:lnTo>
                      <a:pt x="262" y="25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45" name="Group 657">
              <a:extLst>
                <a:ext uri="{FF2B5EF4-FFF2-40B4-BE49-F238E27FC236}">
                  <a16:creationId xmlns:a16="http://schemas.microsoft.com/office/drawing/2014/main" id="{C402C5F2-CEFB-584D-98F8-9464684B9002}"/>
                </a:ext>
              </a:extLst>
            </p:cNvPr>
            <p:cNvGrpSpPr>
              <a:grpSpLocks noChangeAspect="1"/>
            </p:cNvGrpSpPr>
            <p:nvPr/>
          </p:nvGrpSpPr>
          <p:grpSpPr bwMode="auto">
            <a:xfrm>
              <a:off x="10470765" y="2108417"/>
              <a:ext cx="504789" cy="503309"/>
              <a:chOff x="2738" y="2314"/>
              <a:chExt cx="341" cy="340"/>
            </a:xfrm>
            <a:solidFill>
              <a:schemeClr val="accent1"/>
            </a:solidFill>
          </p:grpSpPr>
          <p:sp>
            <p:nvSpPr>
              <p:cNvPr id="46" name="Freeform 658">
                <a:extLst>
                  <a:ext uri="{FF2B5EF4-FFF2-40B4-BE49-F238E27FC236}">
                    <a16:creationId xmlns:a16="http://schemas.microsoft.com/office/drawing/2014/main" id="{53F7C4DA-D4B1-464A-838E-3CD953B0FDD3}"/>
                  </a:ext>
                </a:extLst>
              </p:cNvPr>
              <p:cNvSpPr>
                <a:spLocks noEditPoints="1"/>
              </p:cNvSpPr>
              <p:nvPr/>
            </p:nvSpPr>
            <p:spPr bwMode="auto">
              <a:xfrm>
                <a:off x="2738" y="2314"/>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47" name="Freeform 659">
                <a:extLst>
                  <a:ext uri="{FF2B5EF4-FFF2-40B4-BE49-F238E27FC236}">
                    <a16:creationId xmlns:a16="http://schemas.microsoft.com/office/drawing/2014/main" id="{B87D1A0F-4AC1-0644-B5EA-EC3AB63A03BA}"/>
                  </a:ext>
                </a:extLst>
              </p:cNvPr>
              <p:cNvSpPr>
                <a:spLocks noEditPoints="1"/>
              </p:cNvSpPr>
              <p:nvPr/>
            </p:nvSpPr>
            <p:spPr bwMode="auto">
              <a:xfrm>
                <a:off x="2802" y="2420"/>
                <a:ext cx="213" cy="142"/>
              </a:xfrm>
              <a:custGeom>
                <a:avLst/>
                <a:gdLst>
                  <a:gd name="T0" fmla="*/ 288 w 320"/>
                  <a:gd name="T1" fmla="*/ 64 h 213"/>
                  <a:gd name="T2" fmla="*/ 234 w 320"/>
                  <a:gd name="T3" fmla="*/ 64 h 213"/>
                  <a:gd name="T4" fmla="*/ 234 w 320"/>
                  <a:gd name="T5" fmla="*/ 10 h 213"/>
                  <a:gd name="T6" fmla="*/ 224 w 320"/>
                  <a:gd name="T7" fmla="*/ 0 h 213"/>
                  <a:gd name="T8" fmla="*/ 10 w 320"/>
                  <a:gd name="T9" fmla="*/ 0 h 213"/>
                  <a:gd name="T10" fmla="*/ 0 w 320"/>
                  <a:gd name="T11" fmla="*/ 10 h 213"/>
                  <a:gd name="T12" fmla="*/ 0 w 320"/>
                  <a:gd name="T13" fmla="*/ 181 h 213"/>
                  <a:gd name="T14" fmla="*/ 10 w 320"/>
                  <a:gd name="T15" fmla="*/ 192 h 213"/>
                  <a:gd name="T16" fmla="*/ 34 w 320"/>
                  <a:gd name="T17" fmla="*/ 192 h 213"/>
                  <a:gd name="T18" fmla="*/ 64 w 320"/>
                  <a:gd name="T19" fmla="*/ 213 h 213"/>
                  <a:gd name="T20" fmla="*/ 94 w 320"/>
                  <a:gd name="T21" fmla="*/ 192 h 213"/>
                  <a:gd name="T22" fmla="*/ 215 w 320"/>
                  <a:gd name="T23" fmla="*/ 192 h 213"/>
                  <a:gd name="T24" fmla="*/ 245 w 320"/>
                  <a:gd name="T25" fmla="*/ 213 h 213"/>
                  <a:gd name="T26" fmla="*/ 275 w 320"/>
                  <a:gd name="T27" fmla="*/ 192 h 213"/>
                  <a:gd name="T28" fmla="*/ 309 w 320"/>
                  <a:gd name="T29" fmla="*/ 192 h 213"/>
                  <a:gd name="T30" fmla="*/ 320 w 320"/>
                  <a:gd name="T31" fmla="*/ 181 h 213"/>
                  <a:gd name="T32" fmla="*/ 320 w 320"/>
                  <a:gd name="T33" fmla="*/ 96 h 213"/>
                  <a:gd name="T34" fmla="*/ 288 w 320"/>
                  <a:gd name="T35" fmla="*/ 64 h 213"/>
                  <a:gd name="T36" fmla="*/ 64 w 320"/>
                  <a:gd name="T37" fmla="*/ 192 h 213"/>
                  <a:gd name="T38" fmla="*/ 53 w 320"/>
                  <a:gd name="T39" fmla="*/ 181 h 213"/>
                  <a:gd name="T40" fmla="*/ 64 w 320"/>
                  <a:gd name="T41" fmla="*/ 170 h 213"/>
                  <a:gd name="T42" fmla="*/ 74 w 320"/>
                  <a:gd name="T43" fmla="*/ 181 h 213"/>
                  <a:gd name="T44" fmla="*/ 64 w 320"/>
                  <a:gd name="T45" fmla="*/ 192 h 213"/>
                  <a:gd name="T46" fmla="*/ 245 w 320"/>
                  <a:gd name="T47" fmla="*/ 192 h 213"/>
                  <a:gd name="T48" fmla="*/ 234 w 320"/>
                  <a:gd name="T49" fmla="*/ 181 h 213"/>
                  <a:gd name="T50" fmla="*/ 245 w 320"/>
                  <a:gd name="T51" fmla="*/ 170 h 213"/>
                  <a:gd name="T52" fmla="*/ 256 w 320"/>
                  <a:gd name="T53" fmla="*/ 181 h 213"/>
                  <a:gd name="T54" fmla="*/ 245 w 320"/>
                  <a:gd name="T55" fmla="*/ 192 h 213"/>
                  <a:gd name="T56" fmla="*/ 298 w 320"/>
                  <a:gd name="T57" fmla="*/ 170 h 213"/>
                  <a:gd name="T58" fmla="*/ 275 w 320"/>
                  <a:gd name="T59" fmla="*/ 170 h 213"/>
                  <a:gd name="T60" fmla="*/ 245 w 320"/>
                  <a:gd name="T61" fmla="*/ 149 h 213"/>
                  <a:gd name="T62" fmla="*/ 215 w 320"/>
                  <a:gd name="T63" fmla="*/ 170 h 213"/>
                  <a:gd name="T64" fmla="*/ 94 w 320"/>
                  <a:gd name="T65" fmla="*/ 170 h 213"/>
                  <a:gd name="T66" fmla="*/ 64 w 320"/>
                  <a:gd name="T67" fmla="*/ 149 h 213"/>
                  <a:gd name="T68" fmla="*/ 34 w 320"/>
                  <a:gd name="T69" fmla="*/ 170 h 213"/>
                  <a:gd name="T70" fmla="*/ 21 w 320"/>
                  <a:gd name="T71" fmla="*/ 170 h 213"/>
                  <a:gd name="T72" fmla="*/ 21 w 320"/>
                  <a:gd name="T73" fmla="*/ 21 h 213"/>
                  <a:gd name="T74" fmla="*/ 213 w 320"/>
                  <a:gd name="T75" fmla="*/ 21 h 213"/>
                  <a:gd name="T76" fmla="*/ 213 w 320"/>
                  <a:gd name="T77" fmla="*/ 117 h 213"/>
                  <a:gd name="T78" fmla="*/ 224 w 320"/>
                  <a:gd name="T79" fmla="*/ 128 h 213"/>
                  <a:gd name="T80" fmla="*/ 234 w 320"/>
                  <a:gd name="T81" fmla="*/ 117 h 213"/>
                  <a:gd name="T82" fmla="*/ 234 w 320"/>
                  <a:gd name="T83" fmla="*/ 85 h 213"/>
                  <a:gd name="T84" fmla="*/ 288 w 320"/>
                  <a:gd name="T85" fmla="*/ 85 h 213"/>
                  <a:gd name="T86" fmla="*/ 298 w 320"/>
                  <a:gd name="T87" fmla="*/ 96 h 213"/>
                  <a:gd name="T88" fmla="*/ 298 w 320"/>
                  <a:gd name="T89" fmla="*/ 17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0" h="213">
                    <a:moveTo>
                      <a:pt x="288" y="64"/>
                    </a:moveTo>
                    <a:cubicBezTo>
                      <a:pt x="234" y="64"/>
                      <a:pt x="234" y="64"/>
                      <a:pt x="234" y="64"/>
                    </a:cubicBezTo>
                    <a:cubicBezTo>
                      <a:pt x="234" y="10"/>
                      <a:pt x="234" y="10"/>
                      <a:pt x="234" y="10"/>
                    </a:cubicBezTo>
                    <a:cubicBezTo>
                      <a:pt x="234" y="4"/>
                      <a:pt x="230" y="0"/>
                      <a:pt x="224" y="0"/>
                    </a:cubicBezTo>
                    <a:cubicBezTo>
                      <a:pt x="10" y="0"/>
                      <a:pt x="10" y="0"/>
                      <a:pt x="10" y="0"/>
                    </a:cubicBezTo>
                    <a:cubicBezTo>
                      <a:pt x="4" y="0"/>
                      <a:pt x="0" y="4"/>
                      <a:pt x="0" y="10"/>
                    </a:cubicBezTo>
                    <a:cubicBezTo>
                      <a:pt x="0" y="181"/>
                      <a:pt x="0" y="181"/>
                      <a:pt x="0" y="181"/>
                    </a:cubicBezTo>
                    <a:cubicBezTo>
                      <a:pt x="0" y="187"/>
                      <a:pt x="4" y="192"/>
                      <a:pt x="10" y="192"/>
                    </a:cubicBezTo>
                    <a:cubicBezTo>
                      <a:pt x="34" y="192"/>
                      <a:pt x="34" y="192"/>
                      <a:pt x="34" y="192"/>
                    </a:cubicBezTo>
                    <a:cubicBezTo>
                      <a:pt x="38" y="204"/>
                      <a:pt x="50" y="213"/>
                      <a:pt x="64" y="213"/>
                    </a:cubicBezTo>
                    <a:cubicBezTo>
                      <a:pt x="78" y="213"/>
                      <a:pt x="89" y="204"/>
                      <a:pt x="94" y="192"/>
                    </a:cubicBezTo>
                    <a:cubicBezTo>
                      <a:pt x="215" y="192"/>
                      <a:pt x="215" y="192"/>
                      <a:pt x="215" y="192"/>
                    </a:cubicBezTo>
                    <a:cubicBezTo>
                      <a:pt x="219" y="204"/>
                      <a:pt x="231" y="213"/>
                      <a:pt x="245" y="213"/>
                    </a:cubicBezTo>
                    <a:cubicBezTo>
                      <a:pt x="259" y="213"/>
                      <a:pt x="271" y="204"/>
                      <a:pt x="275" y="192"/>
                    </a:cubicBezTo>
                    <a:cubicBezTo>
                      <a:pt x="309" y="192"/>
                      <a:pt x="309" y="192"/>
                      <a:pt x="309" y="192"/>
                    </a:cubicBezTo>
                    <a:cubicBezTo>
                      <a:pt x="315" y="192"/>
                      <a:pt x="320" y="187"/>
                      <a:pt x="320" y="181"/>
                    </a:cubicBezTo>
                    <a:cubicBezTo>
                      <a:pt x="320" y="96"/>
                      <a:pt x="320" y="96"/>
                      <a:pt x="320" y="96"/>
                    </a:cubicBezTo>
                    <a:cubicBezTo>
                      <a:pt x="320" y="78"/>
                      <a:pt x="305" y="64"/>
                      <a:pt x="288" y="64"/>
                    </a:cubicBezTo>
                    <a:close/>
                    <a:moveTo>
                      <a:pt x="64" y="192"/>
                    </a:moveTo>
                    <a:cubicBezTo>
                      <a:pt x="58" y="192"/>
                      <a:pt x="53" y="187"/>
                      <a:pt x="53" y="181"/>
                    </a:cubicBezTo>
                    <a:cubicBezTo>
                      <a:pt x="53" y="175"/>
                      <a:pt x="58" y="170"/>
                      <a:pt x="64" y="170"/>
                    </a:cubicBezTo>
                    <a:cubicBezTo>
                      <a:pt x="70" y="170"/>
                      <a:pt x="74" y="175"/>
                      <a:pt x="74" y="181"/>
                    </a:cubicBezTo>
                    <a:cubicBezTo>
                      <a:pt x="74" y="187"/>
                      <a:pt x="70" y="192"/>
                      <a:pt x="64" y="192"/>
                    </a:cubicBezTo>
                    <a:close/>
                    <a:moveTo>
                      <a:pt x="245" y="192"/>
                    </a:moveTo>
                    <a:cubicBezTo>
                      <a:pt x="239" y="192"/>
                      <a:pt x="234" y="187"/>
                      <a:pt x="234" y="181"/>
                    </a:cubicBezTo>
                    <a:cubicBezTo>
                      <a:pt x="234" y="175"/>
                      <a:pt x="239" y="170"/>
                      <a:pt x="245" y="170"/>
                    </a:cubicBezTo>
                    <a:cubicBezTo>
                      <a:pt x="251" y="170"/>
                      <a:pt x="256" y="175"/>
                      <a:pt x="256" y="181"/>
                    </a:cubicBezTo>
                    <a:cubicBezTo>
                      <a:pt x="256" y="187"/>
                      <a:pt x="251" y="192"/>
                      <a:pt x="245" y="192"/>
                    </a:cubicBezTo>
                    <a:close/>
                    <a:moveTo>
                      <a:pt x="298" y="170"/>
                    </a:moveTo>
                    <a:cubicBezTo>
                      <a:pt x="275" y="170"/>
                      <a:pt x="275" y="170"/>
                      <a:pt x="275" y="170"/>
                    </a:cubicBezTo>
                    <a:cubicBezTo>
                      <a:pt x="271" y="158"/>
                      <a:pt x="259" y="149"/>
                      <a:pt x="245" y="149"/>
                    </a:cubicBezTo>
                    <a:cubicBezTo>
                      <a:pt x="231" y="149"/>
                      <a:pt x="219" y="158"/>
                      <a:pt x="215" y="170"/>
                    </a:cubicBezTo>
                    <a:cubicBezTo>
                      <a:pt x="94" y="170"/>
                      <a:pt x="94" y="170"/>
                      <a:pt x="94" y="170"/>
                    </a:cubicBezTo>
                    <a:cubicBezTo>
                      <a:pt x="89" y="158"/>
                      <a:pt x="78" y="149"/>
                      <a:pt x="64" y="149"/>
                    </a:cubicBezTo>
                    <a:cubicBezTo>
                      <a:pt x="50" y="149"/>
                      <a:pt x="38" y="158"/>
                      <a:pt x="34" y="170"/>
                    </a:cubicBezTo>
                    <a:cubicBezTo>
                      <a:pt x="21" y="170"/>
                      <a:pt x="21" y="170"/>
                      <a:pt x="21" y="170"/>
                    </a:cubicBezTo>
                    <a:cubicBezTo>
                      <a:pt x="21" y="21"/>
                      <a:pt x="21" y="21"/>
                      <a:pt x="21" y="21"/>
                    </a:cubicBezTo>
                    <a:cubicBezTo>
                      <a:pt x="213" y="21"/>
                      <a:pt x="213" y="21"/>
                      <a:pt x="213" y="21"/>
                    </a:cubicBezTo>
                    <a:cubicBezTo>
                      <a:pt x="213" y="117"/>
                      <a:pt x="213" y="117"/>
                      <a:pt x="213" y="117"/>
                    </a:cubicBezTo>
                    <a:cubicBezTo>
                      <a:pt x="213" y="123"/>
                      <a:pt x="218" y="128"/>
                      <a:pt x="224" y="128"/>
                    </a:cubicBezTo>
                    <a:cubicBezTo>
                      <a:pt x="230" y="128"/>
                      <a:pt x="234" y="123"/>
                      <a:pt x="234" y="117"/>
                    </a:cubicBezTo>
                    <a:cubicBezTo>
                      <a:pt x="234" y="85"/>
                      <a:pt x="234" y="85"/>
                      <a:pt x="234" y="85"/>
                    </a:cubicBezTo>
                    <a:cubicBezTo>
                      <a:pt x="288" y="85"/>
                      <a:pt x="288" y="85"/>
                      <a:pt x="288" y="85"/>
                    </a:cubicBezTo>
                    <a:cubicBezTo>
                      <a:pt x="294" y="85"/>
                      <a:pt x="298" y="90"/>
                      <a:pt x="298" y="96"/>
                    </a:cubicBezTo>
                    <a:lnTo>
                      <a:pt x="298" y="17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spTree>
    <p:extLst>
      <p:ext uri="{BB962C8B-B14F-4D97-AF65-F5344CB8AC3E}">
        <p14:creationId xmlns:p14="http://schemas.microsoft.com/office/powerpoint/2010/main" val="2512406231"/>
      </p:ext>
    </p:extLst>
  </p:cSld>
  <p:clrMapOvr>
    <a:masterClrMapping/>
  </p:clrMapOvr>
  <p:transition>
    <p:fade/>
  </p:transition>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Wreath</a:t>
            </a:r>
            <a:endParaRPr lang="en-US" dirty="0"/>
          </a:p>
        </p:txBody>
      </p:sp>
      <p:sp>
        <p:nvSpPr>
          <p:cNvPr id="34" name="Rectangle 33"/>
          <p:cNvSpPr/>
          <p:nvPr/>
        </p:nvSpPr>
        <p:spPr>
          <a:xfrm rot="18900000">
            <a:off x="3260533" y="2359552"/>
            <a:ext cx="1650690" cy="861213"/>
          </a:xfrm>
          <a:prstGeom prst="rect">
            <a:avLst/>
          </a:prstGeom>
          <a:solidFill>
            <a:schemeClr val="accent4"/>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35" name="Rectangle 34"/>
          <p:cNvSpPr/>
          <p:nvPr/>
        </p:nvSpPr>
        <p:spPr>
          <a:xfrm rot="2700000" flipH="1">
            <a:off x="5036717" y="2359552"/>
            <a:ext cx="1650690" cy="861213"/>
          </a:xfrm>
          <a:prstGeom prst="rect">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813" err="1">
              <a:solidFill>
                <a:schemeClr val="tx2"/>
              </a:solidFill>
              <a:latin typeface="Aptos" panose="020B0004020202020204" pitchFamily="34" charset="0"/>
            </a:endParaRPr>
          </a:p>
        </p:txBody>
      </p:sp>
      <p:sp>
        <p:nvSpPr>
          <p:cNvPr id="36" name="Rectangle 35"/>
          <p:cNvSpPr/>
          <p:nvPr/>
        </p:nvSpPr>
        <p:spPr>
          <a:xfrm rot="2700000" flipV="1">
            <a:off x="3260534" y="4142633"/>
            <a:ext cx="1650690" cy="861213"/>
          </a:xfrm>
          <a:prstGeom prst="rect">
            <a:avLst/>
          </a:pr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37" name="Rectangle 36"/>
          <p:cNvSpPr/>
          <p:nvPr/>
        </p:nvSpPr>
        <p:spPr>
          <a:xfrm rot="18900000" flipH="1" flipV="1">
            <a:off x="5036717" y="4142633"/>
            <a:ext cx="1650690" cy="861213"/>
          </a:xfrm>
          <a:prstGeom prst="rect">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1"/>
              </a:solidFill>
              <a:latin typeface="Aptos" panose="020B0004020202020204" pitchFamily="34" charset="0"/>
            </a:endParaRPr>
          </a:p>
        </p:txBody>
      </p:sp>
      <p:sp>
        <p:nvSpPr>
          <p:cNvPr id="38" name="Isosceles Triangle 7"/>
          <p:cNvSpPr/>
          <p:nvPr/>
        </p:nvSpPr>
        <p:spPr>
          <a:xfrm rot="5400000">
            <a:off x="2888067" y="3376814"/>
            <a:ext cx="1206688" cy="601962"/>
          </a:xfrm>
          <a:custGeom>
            <a:avLst/>
            <a:gdLst>
              <a:gd name="connsiteX0" fmla="*/ 0 w 1492301"/>
              <a:gd name="connsiteY0" fmla="*/ 759926 h 759926"/>
              <a:gd name="connsiteX1" fmla="*/ 746151 w 1492301"/>
              <a:gd name="connsiteY1" fmla="*/ 0 h 759926"/>
              <a:gd name="connsiteX2" fmla="*/ 1492301 w 1492301"/>
              <a:gd name="connsiteY2" fmla="*/ 759926 h 759926"/>
              <a:gd name="connsiteX3" fmla="*/ 0 w 1492301"/>
              <a:gd name="connsiteY3" fmla="*/ 759926 h 759926"/>
              <a:gd name="connsiteX0" fmla="*/ 0 w 1492301"/>
              <a:gd name="connsiteY0" fmla="*/ 736113 h 736113"/>
              <a:gd name="connsiteX1" fmla="*/ 741391 w 1492301"/>
              <a:gd name="connsiteY1" fmla="*/ 0 h 736113"/>
              <a:gd name="connsiteX2" fmla="*/ 1492301 w 1492301"/>
              <a:gd name="connsiteY2" fmla="*/ 736113 h 736113"/>
              <a:gd name="connsiteX3" fmla="*/ 0 w 1492301"/>
              <a:gd name="connsiteY3" fmla="*/ 736113 h 736113"/>
              <a:gd name="connsiteX0" fmla="*/ 0 w 1492301"/>
              <a:gd name="connsiteY0" fmla="*/ 733732 h 733732"/>
              <a:gd name="connsiteX1" fmla="*/ 755678 w 1492301"/>
              <a:gd name="connsiteY1" fmla="*/ 0 h 733732"/>
              <a:gd name="connsiteX2" fmla="*/ 1492301 w 1492301"/>
              <a:gd name="connsiteY2" fmla="*/ 733732 h 733732"/>
              <a:gd name="connsiteX3" fmla="*/ 0 w 1492301"/>
              <a:gd name="connsiteY3" fmla="*/ 733732 h 733732"/>
              <a:gd name="connsiteX0" fmla="*/ 0 w 1492301"/>
              <a:gd name="connsiteY0" fmla="*/ 740876 h 740876"/>
              <a:gd name="connsiteX1" fmla="*/ 748538 w 1492301"/>
              <a:gd name="connsiteY1" fmla="*/ 0 h 740876"/>
              <a:gd name="connsiteX2" fmla="*/ 1492301 w 1492301"/>
              <a:gd name="connsiteY2" fmla="*/ 740876 h 740876"/>
              <a:gd name="connsiteX3" fmla="*/ 0 w 1492301"/>
              <a:gd name="connsiteY3" fmla="*/ 740876 h 740876"/>
              <a:gd name="connsiteX0" fmla="*/ 0 w 1485155"/>
              <a:gd name="connsiteY0" fmla="*/ 740876 h 740876"/>
              <a:gd name="connsiteX1" fmla="*/ 741392 w 1485155"/>
              <a:gd name="connsiteY1" fmla="*/ 0 h 740876"/>
              <a:gd name="connsiteX2" fmla="*/ 1485155 w 1485155"/>
              <a:gd name="connsiteY2" fmla="*/ 740876 h 740876"/>
              <a:gd name="connsiteX3" fmla="*/ 0 w 1485155"/>
              <a:gd name="connsiteY3" fmla="*/ 740876 h 740876"/>
            </a:gdLst>
            <a:ahLst/>
            <a:cxnLst>
              <a:cxn ang="0">
                <a:pos x="connsiteX0" y="connsiteY0"/>
              </a:cxn>
              <a:cxn ang="0">
                <a:pos x="connsiteX1" y="connsiteY1"/>
              </a:cxn>
              <a:cxn ang="0">
                <a:pos x="connsiteX2" y="connsiteY2"/>
              </a:cxn>
              <a:cxn ang="0">
                <a:pos x="connsiteX3" y="connsiteY3"/>
              </a:cxn>
            </a:cxnLst>
            <a:rect l="l" t="t" r="r" b="b"/>
            <a:pathLst>
              <a:path w="1485155" h="740876">
                <a:moveTo>
                  <a:pt x="0" y="740876"/>
                </a:moveTo>
                <a:lnTo>
                  <a:pt x="741392" y="0"/>
                </a:lnTo>
                <a:lnTo>
                  <a:pt x="1485155" y="740876"/>
                </a:lnTo>
                <a:lnTo>
                  <a:pt x="0" y="740876"/>
                </a:lnTo>
                <a:close/>
              </a:path>
            </a:pathLst>
          </a:custGeom>
          <a:solidFill>
            <a:schemeClr val="accent4"/>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39" name="Isosceles Triangle 7"/>
          <p:cNvSpPr/>
          <p:nvPr/>
        </p:nvSpPr>
        <p:spPr>
          <a:xfrm rot="16200000" flipH="1">
            <a:off x="5845830" y="3376813"/>
            <a:ext cx="1206688" cy="601962"/>
          </a:xfrm>
          <a:custGeom>
            <a:avLst/>
            <a:gdLst>
              <a:gd name="connsiteX0" fmla="*/ 0 w 1492301"/>
              <a:gd name="connsiteY0" fmla="*/ 759926 h 759926"/>
              <a:gd name="connsiteX1" fmla="*/ 746151 w 1492301"/>
              <a:gd name="connsiteY1" fmla="*/ 0 h 759926"/>
              <a:gd name="connsiteX2" fmla="*/ 1492301 w 1492301"/>
              <a:gd name="connsiteY2" fmla="*/ 759926 h 759926"/>
              <a:gd name="connsiteX3" fmla="*/ 0 w 1492301"/>
              <a:gd name="connsiteY3" fmla="*/ 759926 h 759926"/>
              <a:gd name="connsiteX0" fmla="*/ 0 w 1492301"/>
              <a:gd name="connsiteY0" fmla="*/ 736113 h 736113"/>
              <a:gd name="connsiteX1" fmla="*/ 741391 w 1492301"/>
              <a:gd name="connsiteY1" fmla="*/ 0 h 736113"/>
              <a:gd name="connsiteX2" fmla="*/ 1492301 w 1492301"/>
              <a:gd name="connsiteY2" fmla="*/ 736113 h 736113"/>
              <a:gd name="connsiteX3" fmla="*/ 0 w 1492301"/>
              <a:gd name="connsiteY3" fmla="*/ 736113 h 736113"/>
              <a:gd name="connsiteX0" fmla="*/ 0 w 1492301"/>
              <a:gd name="connsiteY0" fmla="*/ 733732 h 733732"/>
              <a:gd name="connsiteX1" fmla="*/ 755678 w 1492301"/>
              <a:gd name="connsiteY1" fmla="*/ 0 h 733732"/>
              <a:gd name="connsiteX2" fmla="*/ 1492301 w 1492301"/>
              <a:gd name="connsiteY2" fmla="*/ 733732 h 733732"/>
              <a:gd name="connsiteX3" fmla="*/ 0 w 1492301"/>
              <a:gd name="connsiteY3" fmla="*/ 733732 h 733732"/>
              <a:gd name="connsiteX0" fmla="*/ 0 w 1492301"/>
              <a:gd name="connsiteY0" fmla="*/ 740876 h 740876"/>
              <a:gd name="connsiteX1" fmla="*/ 748538 w 1492301"/>
              <a:gd name="connsiteY1" fmla="*/ 0 h 740876"/>
              <a:gd name="connsiteX2" fmla="*/ 1492301 w 1492301"/>
              <a:gd name="connsiteY2" fmla="*/ 740876 h 740876"/>
              <a:gd name="connsiteX3" fmla="*/ 0 w 1492301"/>
              <a:gd name="connsiteY3" fmla="*/ 740876 h 740876"/>
              <a:gd name="connsiteX0" fmla="*/ 0 w 1485155"/>
              <a:gd name="connsiteY0" fmla="*/ 740876 h 740876"/>
              <a:gd name="connsiteX1" fmla="*/ 741392 w 1485155"/>
              <a:gd name="connsiteY1" fmla="*/ 0 h 740876"/>
              <a:gd name="connsiteX2" fmla="*/ 1485155 w 1485155"/>
              <a:gd name="connsiteY2" fmla="*/ 740876 h 740876"/>
              <a:gd name="connsiteX3" fmla="*/ 0 w 1485155"/>
              <a:gd name="connsiteY3" fmla="*/ 740876 h 740876"/>
            </a:gdLst>
            <a:ahLst/>
            <a:cxnLst>
              <a:cxn ang="0">
                <a:pos x="connsiteX0" y="connsiteY0"/>
              </a:cxn>
              <a:cxn ang="0">
                <a:pos x="connsiteX1" y="connsiteY1"/>
              </a:cxn>
              <a:cxn ang="0">
                <a:pos x="connsiteX2" y="connsiteY2"/>
              </a:cxn>
              <a:cxn ang="0">
                <a:pos x="connsiteX3" y="connsiteY3"/>
              </a:cxn>
            </a:cxnLst>
            <a:rect l="l" t="t" r="r" b="b"/>
            <a:pathLst>
              <a:path w="1485155" h="740876">
                <a:moveTo>
                  <a:pt x="0" y="740876"/>
                </a:moveTo>
                <a:lnTo>
                  <a:pt x="741392" y="0"/>
                </a:lnTo>
                <a:lnTo>
                  <a:pt x="1485155" y="740876"/>
                </a:lnTo>
                <a:lnTo>
                  <a:pt x="0" y="740876"/>
                </a:lnTo>
                <a:close/>
              </a:path>
            </a:pathLst>
          </a:cu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40" name="Isosceles Triangle 7"/>
          <p:cNvSpPr/>
          <p:nvPr/>
        </p:nvSpPr>
        <p:spPr>
          <a:xfrm flipH="1">
            <a:off x="4368692" y="4866728"/>
            <a:ext cx="1206688" cy="601962"/>
          </a:xfrm>
          <a:custGeom>
            <a:avLst/>
            <a:gdLst>
              <a:gd name="connsiteX0" fmla="*/ 0 w 1492301"/>
              <a:gd name="connsiteY0" fmla="*/ 759926 h 759926"/>
              <a:gd name="connsiteX1" fmla="*/ 746151 w 1492301"/>
              <a:gd name="connsiteY1" fmla="*/ 0 h 759926"/>
              <a:gd name="connsiteX2" fmla="*/ 1492301 w 1492301"/>
              <a:gd name="connsiteY2" fmla="*/ 759926 h 759926"/>
              <a:gd name="connsiteX3" fmla="*/ 0 w 1492301"/>
              <a:gd name="connsiteY3" fmla="*/ 759926 h 759926"/>
              <a:gd name="connsiteX0" fmla="*/ 0 w 1492301"/>
              <a:gd name="connsiteY0" fmla="*/ 736113 h 736113"/>
              <a:gd name="connsiteX1" fmla="*/ 741391 w 1492301"/>
              <a:gd name="connsiteY1" fmla="*/ 0 h 736113"/>
              <a:gd name="connsiteX2" fmla="*/ 1492301 w 1492301"/>
              <a:gd name="connsiteY2" fmla="*/ 736113 h 736113"/>
              <a:gd name="connsiteX3" fmla="*/ 0 w 1492301"/>
              <a:gd name="connsiteY3" fmla="*/ 736113 h 736113"/>
              <a:gd name="connsiteX0" fmla="*/ 0 w 1492301"/>
              <a:gd name="connsiteY0" fmla="*/ 733732 h 733732"/>
              <a:gd name="connsiteX1" fmla="*/ 755678 w 1492301"/>
              <a:gd name="connsiteY1" fmla="*/ 0 h 733732"/>
              <a:gd name="connsiteX2" fmla="*/ 1492301 w 1492301"/>
              <a:gd name="connsiteY2" fmla="*/ 733732 h 733732"/>
              <a:gd name="connsiteX3" fmla="*/ 0 w 1492301"/>
              <a:gd name="connsiteY3" fmla="*/ 733732 h 733732"/>
              <a:gd name="connsiteX0" fmla="*/ 0 w 1492301"/>
              <a:gd name="connsiteY0" fmla="*/ 740876 h 740876"/>
              <a:gd name="connsiteX1" fmla="*/ 748538 w 1492301"/>
              <a:gd name="connsiteY1" fmla="*/ 0 h 740876"/>
              <a:gd name="connsiteX2" fmla="*/ 1492301 w 1492301"/>
              <a:gd name="connsiteY2" fmla="*/ 740876 h 740876"/>
              <a:gd name="connsiteX3" fmla="*/ 0 w 1492301"/>
              <a:gd name="connsiteY3" fmla="*/ 740876 h 740876"/>
              <a:gd name="connsiteX0" fmla="*/ 0 w 1485155"/>
              <a:gd name="connsiteY0" fmla="*/ 740876 h 740876"/>
              <a:gd name="connsiteX1" fmla="*/ 741392 w 1485155"/>
              <a:gd name="connsiteY1" fmla="*/ 0 h 740876"/>
              <a:gd name="connsiteX2" fmla="*/ 1485155 w 1485155"/>
              <a:gd name="connsiteY2" fmla="*/ 740876 h 740876"/>
              <a:gd name="connsiteX3" fmla="*/ 0 w 1485155"/>
              <a:gd name="connsiteY3" fmla="*/ 740876 h 740876"/>
            </a:gdLst>
            <a:ahLst/>
            <a:cxnLst>
              <a:cxn ang="0">
                <a:pos x="connsiteX0" y="connsiteY0"/>
              </a:cxn>
              <a:cxn ang="0">
                <a:pos x="connsiteX1" y="connsiteY1"/>
              </a:cxn>
              <a:cxn ang="0">
                <a:pos x="connsiteX2" y="connsiteY2"/>
              </a:cxn>
              <a:cxn ang="0">
                <a:pos x="connsiteX3" y="connsiteY3"/>
              </a:cxn>
            </a:cxnLst>
            <a:rect l="l" t="t" r="r" b="b"/>
            <a:pathLst>
              <a:path w="1485155" h="740876">
                <a:moveTo>
                  <a:pt x="0" y="740876"/>
                </a:moveTo>
                <a:lnTo>
                  <a:pt x="741392" y="0"/>
                </a:lnTo>
                <a:lnTo>
                  <a:pt x="1485155" y="740876"/>
                </a:lnTo>
                <a:lnTo>
                  <a:pt x="0" y="740876"/>
                </a:lnTo>
                <a:close/>
              </a:path>
            </a:pathLst>
          </a:cu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41" name="Isosceles Triangle 7"/>
          <p:cNvSpPr/>
          <p:nvPr/>
        </p:nvSpPr>
        <p:spPr>
          <a:xfrm flipH="1" flipV="1">
            <a:off x="4368692" y="1894710"/>
            <a:ext cx="1206688" cy="601962"/>
          </a:xfrm>
          <a:custGeom>
            <a:avLst/>
            <a:gdLst>
              <a:gd name="connsiteX0" fmla="*/ 0 w 1492301"/>
              <a:gd name="connsiteY0" fmla="*/ 759926 h 759926"/>
              <a:gd name="connsiteX1" fmla="*/ 746151 w 1492301"/>
              <a:gd name="connsiteY1" fmla="*/ 0 h 759926"/>
              <a:gd name="connsiteX2" fmla="*/ 1492301 w 1492301"/>
              <a:gd name="connsiteY2" fmla="*/ 759926 h 759926"/>
              <a:gd name="connsiteX3" fmla="*/ 0 w 1492301"/>
              <a:gd name="connsiteY3" fmla="*/ 759926 h 759926"/>
              <a:gd name="connsiteX0" fmla="*/ 0 w 1492301"/>
              <a:gd name="connsiteY0" fmla="*/ 736113 h 736113"/>
              <a:gd name="connsiteX1" fmla="*/ 741391 w 1492301"/>
              <a:gd name="connsiteY1" fmla="*/ 0 h 736113"/>
              <a:gd name="connsiteX2" fmla="*/ 1492301 w 1492301"/>
              <a:gd name="connsiteY2" fmla="*/ 736113 h 736113"/>
              <a:gd name="connsiteX3" fmla="*/ 0 w 1492301"/>
              <a:gd name="connsiteY3" fmla="*/ 736113 h 736113"/>
              <a:gd name="connsiteX0" fmla="*/ 0 w 1492301"/>
              <a:gd name="connsiteY0" fmla="*/ 733732 h 733732"/>
              <a:gd name="connsiteX1" fmla="*/ 755678 w 1492301"/>
              <a:gd name="connsiteY1" fmla="*/ 0 h 733732"/>
              <a:gd name="connsiteX2" fmla="*/ 1492301 w 1492301"/>
              <a:gd name="connsiteY2" fmla="*/ 733732 h 733732"/>
              <a:gd name="connsiteX3" fmla="*/ 0 w 1492301"/>
              <a:gd name="connsiteY3" fmla="*/ 733732 h 733732"/>
              <a:gd name="connsiteX0" fmla="*/ 0 w 1492301"/>
              <a:gd name="connsiteY0" fmla="*/ 740876 h 740876"/>
              <a:gd name="connsiteX1" fmla="*/ 748538 w 1492301"/>
              <a:gd name="connsiteY1" fmla="*/ 0 h 740876"/>
              <a:gd name="connsiteX2" fmla="*/ 1492301 w 1492301"/>
              <a:gd name="connsiteY2" fmla="*/ 740876 h 740876"/>
              <a:gd name="connsiteX3" fmla="*/ 0 w 1492301"/>
              <a:gd name="connsiteY3" fmla="*/ 740876 h 740876"/>
              <a:gd name="connsiteX0" fmla="*/ 0 w 1485155"/>
              <a:gd name="connsiteY0" fmla="*/ 740876 h 740876"/>
              <a:gd name="connsiteX1" fmla="*/ 741392 w 1485155"/>
              <a:gd name="connsiteY1" fmla="*/ 0 h 740876"/>
              <a:gd name="connsiteX2" fmla="*/ 1485155 w 1485155"/>
              <a:gd name="connsiteY2" fmla="*/ 740876 h 740876"/>
              <a:gd name="connsiteX3" fmla="*/ 0 w 1485155"/>
              <a:gd name="connsiteY3" fmla="*/ 740876 h 740876"/>
            </a:gdLst>
            <a:ahLst/>
            <a:cxnLst>
              <a:cxn ang="0">
                <a:pos x="connsiteX0" y="connsiteY0"/>
              </a:cxn>
              <a:cxn ang="0">
                <a:pos x="connsiteX1" y="connsiteY1"/>
              </a:cxn>
              <a:cxn ang="0">
                <a:pos x="connsiteX2" y="connsiteY2"/>
              </a:cxn>
              <a:cxn ang="0">
                <a:pos x="connsiteX3" y="connsiteY3"/>
              </a:cxn>
            </a:cxnLst>
            <a:rect l="l" t="t" r="r" b="b"/>
            <a:pathLst>
              <a:path w="1485155" h="740876">
                <a:moveTo>
                  <a:pt x="0" y="740876"/>
                </a:moveTo>
                <a:lnTo>
                  <a:pt x="741392" y="0"/>
                </a:lnTo>
                <a:lnTo>
                  <a:pt x="1485155" y="740876"/>
                </a:lnTo>
                <a:lnTo>
                  <a:pt x="0" y="740876"/>
                </a:lnTo>
                <a:close/>
              </a:path>
            </a:pathLst>
          </a:cu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42" name="Rectangle 41"/>
          <p:cNvSpPr/>
          <p:nvPr/>
        </p:nvSpPr>
        <p:spPr>
          <a:xfrm rot="18886336">
            <a:off x="3350146" y="2539965"/>
            <a:ext cx="1442820" cy="500393"/>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r>
              <a:rPr lang="en-US" sz="800" dirty="0">
                <a:solidFill>
                  <a:schemeClr val="bg1"/>
                </a:solidFill>
                <a:latin typeface="Aptos" panose="020B0004020202020204" pitchFamily="34" charset="0"/>
              </a:rPr>
              <a:t>This is dummy text it is not here to be read. This is dummy text it is not here to be read.</a:t>
            </a:r>
          </a:p>
        </p:txBody>
      </p:sp>
      <p:sp>
        <p:nvSpPr>
          <p:cNvPr id="43" name="Rectangle 42"/>
          <p:cNvSpPr/>
          <p:nvPr/>
        </p:nvSpPr>
        <p:spPr>
          <a:xfrm rot="2703714">
            <a:off x="5155854" y="2579565"/>
            <a:ext cx="1442820" cy="500393"/>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dolor </a:t>
            </a:r>
          </a:p>
          <a:p>
            <a:r>
              <a:rPr lang="en-US" sz="800" dirty="0">
                <a:latin typeface="Aptos" panose="020B0004020202020204" pitchFamily="34" charset="0"/>
              </a:rPr>
              <a:t>This is dummy text it is not here to be read. This is dummy text it is not here to be read.</a:t>
            </a:r>
          </a:p>
        </p:txBody>
      </p:sp>
      <p:sp>
        <p:nvSpPr>
          <p:cNvPr id="44" name="Rectangle 43"/>
          <p:cNvSpPr/>
          <p:nvPr/>
        </p:nvSpPr>
        <p:spPr>
          <a:xfrm rot="18886336">
            <a:off x="5140649" y="4323045"/>
            <a:ext cx="1442820" cy="500393"/>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r>
              <a:rPr lang="en-US" sz="800" dirty="0">
                <a:solidFill>
                  <a:schemeClr val="bg1"/>
                </a:solidFill>
                <a:latin typeface="Aptos" panose="020B0004020202020204" pitchFamily="34" charset="0"/>
              </a:rPr>
              <a:t>This is dummy text it is not here to be read. This is dummy text it is not here to be read.</a:t>
            </a:r>
          </a:p>
        </p:txBody>
      </p:sp>
      <p:sp>
        <p:nvSpPr>
          <p:cNvPr id="45" name="Rectangle 44"/>
          <p:cNvSpPr/>
          <p:nvPr/>
        </p:nvSpPr>
        <p:spPr>
          <a:xfrm rot="2703714">
            <a:off x="3364468" y="4322175"/>
            <a:ext cx="1442820" cy="500393"/>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p>
          <a:p>
            <a:r>
              <a:rPr lang="en-US" sz="800" dirty="0">
                <a:solidFill>
                  <a:schemeClr val="bg1"/>
                </a:solidFill>
                <a:latin typeface="Aptos" panose="020B0004020202020204" pitchFamily="34" charset="0"/>
              </a:rPr>
              <a:t>This is dummy text it is not here to be read. This is dummy text it is not here to be read.</a:t>
            </a:r>
          </a:p>
        </p:txBody>
      </p:sp>
      <p:sp>
        <p:nvSpPr>
          <p:cNvPr id="46" name="Rectangle 45"/>
          <p:cNvSpPr/>
          <p:nvPr/>
        </p:nvSpPr>
        <p:spPr>
          <a:xfrm>
            <a:off x="4195516" y="3432420"/>
            <a:ext cx="1585718" cy="525337"/>
          </a:xfrm>
          <a:prstGeom prst="rect">
            <a:avLst/>
          </a:prstGeom>
          <a:noFill/>
        </p:spPr>
        <p:txBody>
          <a:bodyPr wrap="square" lIns="0" tIns="0" rIns="0" bIns="0">
            <a:spAutoFit/>
          </a:bodyPr>
          <a:lstStyle/>
          <a:p>
            <a:pPr algn="ctr">
              <a:spcAft>
                <a:spcPts val="488"/>
              </a:spcAft>
            </a:pPr>
            <a:r>
              <a:rPr lang="en-US" sz="1100" b="1" dirty="0">
                <a:latin typeface="Aptos" panose="020B0004020202020204" pitchFamily="34" charset="0"/>
              </a:rPr>
              <a:t>Insert text here</a:t>
            </a:r>
            <a:br>
              <a:rPr lang="en-US" sz="1100" dirty="0">
                <a:latin typeface="Aptos" panose="020B0004020202020204" pitchFamily="34" charset="0"/>
              </a:rPr>
            </a:br>
            <a:r>
              <a:rPr lang="en-US" sz="1100" dirty="0">
                <a:latin typeface="Aptos" panose="020B0004020202020204" pitchFamily="34" charset="0"/>
              </a:rPr>
              <a:t>This is dummy text it is not here to be read. </a:t>
            </a:r>
            <a:endParaRPr lang="en-US" sz="1100" dirty="0">
              <a:latin typeface="Aptos" panose="020B0004020202020204" pitchFamily="34" charset="0"/>
              <a:cs typeface="Times New Roman" pitchFamily="18" charset="0"/>
            </a:endParaRPr>
          </a:p>
        </p:txBody>
      </p:sp>
      <p:grpSp>
        <p:nvGrpSpPr>
          <p:cNvPr id="51" name="Group 501"/>
          <p:cNvGrpSpPr>
            <a:grpSpLocks noChangeAspect="1"/>
          </p:cNvGrpSpPr>
          <p:nvPr/>
        </p:nvGrpSpPr>
        <p:grpSpPr bwMode="auto">
          <a:xfrm>
            <a:off x="4754612" y="1942054"/>
            <a:ext cx="405148" cy="405148"/>
            <a:chOff x="3419" y="2995"/>
            <a:chExt cx="340" cy="340"/>
          </a:xfrm>
          <a:solidFill>
            <a:schemeClr val="bg1"/>
          </a:solidFill>
        </p:grpSpPr>
        <p:sp>
          <p:nvSpPr>
            <p:cNvPr id="52" name="Freeform 502"/>
            <p:cNvSpPr>
              <a:spLocks noEditPoints="1"/>
            </p:cNvSpPr>
            <p:nvPr/>
          </p:nvSpPr>
          <p:spPr bwMode="auto">
            <a:xfrm>
              <a:off x="3419" y="299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53" name="Freeform 503"/>
            <p:cNvSpPr>
              <a:spLocks noEditPoints="1"/>
            </p:cNvSpPr>
            <p:nvPr/>
          </p:nvSpPr>
          <p:spPr bwMode="auto">
            <a:xfrm>
              <a:off x="3483" y="3094"/>
              <a:ext cx="212" cy="141"/>
            </a:xfrm>
            <a:custGeom>
              <a:avLst/>
              <a:gdLst>
                <a:gd name="T0" fmla="*/ 234 w 320"/>
                <a:gd name="T1" fmla="*/ 89 h 213"/>
                <a:gd name="T2" fmla="*/ 220 w 320"/>
                <a:gd name="T3" fmla="*/ 32 h 213"/>
                <a:gd name="T4" fmla="*/ 245 w 320"/>
                <a:gd name="T5" fmla="*/ 21 h 213"/>
                <a:gd name="T6" fmla="*/ 192 w 320"/>
                <a:gd name="T7" fmla="*/ 11 h 213"/>
                <a:gd name="T8" fmla="*/ 192 w 320"/>
                <a:gd name="T9" fmla="*/ 32 h 213"/>
                <a:gd name="T10" fmla="*/ 193 w 320"/>
                <a:gd name="T11" fmla="*/ 43 h 213"/>
                <a:gd name="T12" fmla="*/ 114 w 320"/>
                <a:gd name="T13" fmla="*/ 21 h 213"/>
                <a:gd name="T14" fmla="*/ 138 w 320"/>
                <a:gd name="T15" fmla="*/ 11 h 213"/>
                <a:gd name="T16" fmla="*/ 106 w 320"/>
                <a:gd name="T17" fmla="*/ 0 h 213"/>
                <a:gd name="T18" fmla="*/ 72 w 320"/>
                <a:gd name="T19" fmla="*/ 86 h 213"/>
                <a:gd name="T20" fmla="*/ 0 w 320"/>
                <a:gd name="T21" fmla="*/ 149 h 213"/>
                <a:gd name="T22" fmla="*/ 128 w 320"/>
                <a:gd name="T23" fmla="*/ 149 h 213"/>
                <a:gd name="T24" fmla="*/ 98 w 320"/>
                <a:gd name="T25" fmla="*/ 75 h 213"/>
                <a:gd name="T26" fmla="*/ 160 w 320"/>
                <a:gd name="T27" fmla="*/ 160 h 213"/>
                <a:gd name="T28" fmla="*/ 193 w 320"/>
                <a:gd name="T29" fmla="*/ 160 h 213"/>
                <a:gd name="T30" fmla="*/ 320 w 320"/>
                <a:gd name="T31" fmla="*/ 149 h 213"/>
                <a:gd name="T32" fmla="*/ 106 w 320"/>
                <a:gd name="T33" fmla="*/ 149 h 213"/>
                <a:gd name="T34" fmla="*/ 21 w 320"/>
                <a:gd name="T35" fmla="*/ 149 h 213"/>
                <a:gd name="T36" fmla="*/ 66 w 320"/>
                <a:gd name="T37" fmla="*/ 107 h 213"/>
                <a:gd name="T38" fmla="*/ 61 w 320"/>
                <a:gd name="T39" fmla="*/ 160 h 213"/>
                <a:gd name="T40" fmla="*/ 74 w 320"/>
                <a:gd name="T41" fmla="*/ 152 h 213"/>
                <a:gd name="T42" fmla="*/ 106 w 320"/>
                <a:gd name="T43" fmla="*/ 149 h 213"/>
                <a:gd name="T44" fmla="*/ 193 w 320"/>
                <a:gd name="T45" fmla="*/ 139 h 213"/>
                <a:gd name="T46" fmla="*/ 202 w 320"/>
                <a:gd name="T47" fmla="*/ 75 h 213"/>
                <a:gd name="T48" fmla="*/ 238 w 320"/>
                <a:gd name="T49" fmla="*/ 139 h 213"/>
                <a:gd name="T50" fmla="*/ 226 w 320"/>
                <a:gd name="T51" fmla="*/ 118 h 213"/>
                <a:gd name="T52" fmla="*/ 157 w 320"/>
                <a:gd name="T53" fmla="*/ 127 h 213"/>
                <a:gd name="T54" fmla="*/ 184 w 320"/>
                <a:gd name="T55" fmla="*/ 64 h 213"/>
                <a:gd name="T56" fmla="*/ 256 w 320"/>
                <a:gd name="T57" fmla="*/ 192 h 213"/>
                <a:gd name="T58" fmla="*/ 256 w 320"/>
                <a:gd name="T59" fmla="*/ 160 h 213"/>
                <a:gd name="T60" fmla="*/ 265 w 320"/>
                <a:gd name="T61" fmla="*/ 144 h 213"/>
                <a:gd name="T62" fmla="*/ 256 w 320"/>
                <a:gd name="T63" fmla="*/ 107 h 213"/>
                <a:gd name="T64" fmla="*/ 256 w 320"/>
                <a:gd name="T65" fmla="*/ 19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0" h="213">
                  <a:moveTo>
                    <a:pt x="256" y="85"/>
                  </a:moveTo>
                  <a:cubicBezTo>
                    <a:pt x="248" y="85"/>
                    <a:pt x="241" y="87"/>
                    <a:pt x="234" y="89"/>
                  </a:cubicBezTo>
                  <a:cubicBezTo>
                    <a:pt x="213" y="50"/>
                    <a:pt x="213" y="50"/>
                    <a:pt x="213" y="50"/>
                  </a:cubicBezTo>
                  <a:cubicBezTo>
                    <a:pt x="220" y="32"/>
                    <a:pt x="220" y="32"/>
                    <a:pt x="220" y="32"/>
                  </a:cubicBezTo>
                  <a:cubicBezTo>
                    <a:pt x="234" y="32"/>
                    <a:pt x="234" y="32"/>
                    <a:pt x="234" y="32"/>
                  </a:cubicBezTo>
                  <a:cubicBezTo>
                    <a:pt x="240" y="32"/>
                    <a:pt x="245" y="27"/>
                    <a:pt x="245" y="21"/>
                  </a:cubicBezTo>
                  <a:cubicBezTo>
                    <a:pt x="245" y="15"/>
                    <a:pt x="240" y="11"/>
                    <a:pt x="234" y="11"/>
                  </a:cubicBezTo>
                  <a:cubicBezTo>
                    <a:pt x="192" y="11"/>
                    <a:pt x="192" y="11"/>
                    <a:pt x="192" y="11"/>
                  </a:cubicBezTo>
                  <a:cubicBezTo>
                    <a:pt x="186" y="11"/>
                    <a:pt x="181" y="15"/>
                    <a:pt x="181" y="21"/>
                  </a:cubicBezTo>
                  <a:cubicBezTo>
                    <a:pt x="181" y="27"/>
                    <a:pt x="186" y="32"/>
                    <a:pt x="192" y="32"/>
                  </a:cubicBezTo>
                  <a:cubicBezTo>
                    <a:pt x="197" y="32"/>
                    <a:pt x="197" y="32"/>
                    <a:pt x="197" y="32"/>
                  </a:cubicBezTo>
                  <a:cubicBezTo>
                    <a:pt x="193" y="43"/>
                    <a:pt x="193" y="43"/>
                    <a:pt x="193" y="43"/>
                  </a:cubicBezTo>
                  <a:cubicBezTo>
                    <a:pt x="108" y="43"/>
                    <a:pt x="108" y="43"/>
                    <a:pt x="108" y="43"/>
                  </a:cubicBezTo>
                  <a:cubicBezTo>
                    <a:pt x="114" y="21"/>
                    <a:pt x="114" y="21"/>
                    <a:pt x="114" y="21"/>
                  </a:cubicBezTo>
                  <a:cubicBezTo>
                    <a:pt x="128" y="21"/>
                    <a:pt x="128" y="21"/>
                    <a:pt x="128" y="21"/>
                  </a:cubicBezTo>
                  <a:cubicBezTo>
                    <a:pt x="134" y="21"/>
                    <a:pt x="138" y="17"/>
                    <a:pt x="138" y="11"/>
                  </a:cubicBezTo>
                  <a:cubicBezTo>
                    <a:pt x="138" y="5"/>
                    <a:pt x="134" y="0"/>
                    <a:pt x="128" y="0"/>
                  </a:cubicBezTo>
                  <a:cubicBezTo>
                    <a:pt x="106" y="0"/>
                    <a:pt x="106" y="0"/>
                    <a:pt x="106" y="0"/>
                  </a:cubicBezTo>
                  <a:cubicBezTo>
                    <a:pt x="102" y="0"/>
                    <a:pt x="98" y="3"/>
                    <a:pt x="96" y="8"/>
                  </a:cubicBezTo>
                  <a:cubicBezTo>
                    <a:pt x="72" y="86"/>
                    <a:pt x="72" y="86"/>
                    <a:pt x="72" y="86"/>
                  </a:cubicBezTo>
                  <a:cubicBezTo>
                    <a:pt x="69" y="86"/>
                    <a:pt x="67" y="85"/>
                    <a:pt x="64" y="85"/>
                  </a:cubicBezTo>
                  <a:cubicBezTo>
                    <a:pt x="28" y="85"/>
                    <a:pt x="0" y="114"/>
                    <a:pt x="0" y="149"/>
                  </a:cubicBezTo>
                  <a:cubicBezTo>
                    <a:pt x="0" y="185"/>
                    <a:pt x="28" y="213"/>
                    <a:pt x="64" y="213"/>
                  </a:cubicBezTo>
                  <a:cubicBezTo>
                    <a:pt x="99" y="213"/>
                    <a:pt x="128" y="185"/>
                    <a:pt x="128" y="149"/>
                  </a:cubicBezTo>
                  <a:cubicBezTo>
                    <a:pt x="128" y="124"/>
                    <a:pt x="113" y="103"/>
                    <a:pt x="92" y="92"/>
                  </a:cubicBezTo>
                  <a:cubicBezTo>
                    <a:pt x="98" y="75"/>
                    <a:pt x="98" y="75"/>
                    <a:pt x="98" y="75"/>
                  </a:cubicBezTo>
                  <a:cubicBezTo>
                    <a:pt x="151" y="155"/>
                    <a:pt x="151" y="155"/>
                    <a:pt x="151" y="155"/>
                  </a:cubicBezTo>
                  <a:cubicBezTo>
                    <a:pt x="153" y="158"/>
                    <a:pt x="156" y="160"/>
                    <a:pt x="160" y="160"/>
                  </a:cubicBezTo>
                  <a:cubicBezTo>
                    <a:pt x="160" y="160"/>
                    <a:pt x="160" y="160"/>
                    <a:pt x="160" y="160"/>
                  </a:cubicBezTo>
                  <a:cubicBezTo>
                    <a:pt x="193" y="160"/>
                    <a:pt x="193" y="160"/>
                    <a:pt x="193" y="160"/>
                  </a:cubicBezTo>
                  <a:cubicBezTo>
                    <a:pt x="198" y="190"/>
                    <a:pt x="224" y="213"/>
                    <a:pt x="256" y="213"/>
                  </a:cubicBezTo>
                  <a:cubicBezTo>
                    <a:pt x="291" y="213"/>
                    <a:pt x="320" y="185"/>
                    <a:pt x="320" y="149"/>
                  </a:cubicBezTo>
                  <a:cubicBezTo>
                    <a:pt x="320" y="114"/>
                    <a:pt x="291" y="85"/>
                    <a:pt x="256" y="85"/>
                  </a:cubicBezTo>
                  <a:close/>
                  <a:moveTo>
                    <a:pt x="106" y="149"/>
                  </a:moveTo>
                  <a:cubicBezTo>
                    <a:pt x="106" y="173"/>
                    <a:pt x="87" y="192"/>
                    <a:pt x="64" y="192"/>
                  </a:cubicBezTo>
                  <a:cubicBezTo>
                    <a:pt x="40" y="192"/>
                    <a:pt x="21" y="173"/>
                    <a:pt x="21" y="149"/>
                  </a:cubicBezTo>
                  <a:cubicBezTo>
                    <a:pt x="21" y="126"/>
                    <a:pt x="40" y="107"/>
                    <a:pt x="64" y="107"/>
                  </a:cubicBezTo>
                  <a:cubicBezTo>
                    <a:pt x="64" y="107"/>
                    <a:pt x="65" y="107"/>
                    <a:pt x="66" y="107"/>
                  </a:cubicBezTo>
                  <a:cubicBezTo>
                    <a:pt x="53" y="146"/>
                    <a:pt x="53" y="146"/>
                    <a:pt x="53" y="146"/>
                  </a:cubicBezTo>
                  <a:cubicBezTo>
                    <a:pt x="52" y="152"/>
                    <a:pt x="55" y="158"/>
                    <a:pt x="61" y="160"/>
                  </a:cubicBezTo>
                  <a:cubicBezTo>
                    <a:pt x="62" y="160"/>
                    <a:pt x="63" y="160"/>
                    <a:pt x="64" y="160"/>
                  </a:cubicBezTo>
                  <a:cubicBezTo>
                    <a:pt x="68" y="160"/>
                    <a:pt x="72" y="157"/>
                    <a:pt x="74" y="152"/>
                  </a:cubicBezTo>
                  <a:cubicBezTo>
                    <a:pt x="86" y="113"/>
                    <a:pt x="86" y="113"/>
                    <a:pt x="86" y="113"/>
                  </a:cubicBezTo>
                  <a:cubicBezTo>
                    <a:pt x="98" y="121"/>
                    <a:pt x="106" y="134"/>
                    <a:pt x="106" y="149"/>
                  </a:cubicBezTo>
                  <a:close/>
                  <a:moveTo>
                    <a:pt x="216" y="99"/>
                  </a:moveTo>
                  <a:cubicBezTo>
                    <a:pt x="204" y="109"/>
                    <a:pt x="195" y="123"/>
                    <a:pt x="193" y="139"/>
                  </a:cubicBezTo>
                  <a:cubicBezTo>
                    <a:pt x="176" y="139"/>
                    <a:pt x="176" y="139"/>
                    <a:pt x="176" y="139"/>
                  </a:cubicBezTo>
                  <a:cubicBezTo>
                    <a:pt x="202" y="75"/>
                    <a:pt x="202" y="75"/>
                    <a:pt x="202" y="75"/>
                  </a:cubicBezTo>
                  <a:lnTo>
                    <a:pt x="216" y="99"/>
                  </a:lnTo>
                  <a:close/>
                  <a:moveTo>
                    <a:pt x="238" y="139"/>
                  </a:moveTo>
                  <a:cubicBezTo>
                    <a:pt x="215" y="139"/>
                    <a:pt x="215" y="139"/>
                    <a:pt x="215" y="139"/>
                  </a:cubicBezTo>
                  <a:cubicBezTo>
                    <a:pt x="217" y="131"/>
                    <a:pt x="221" y="124"/>
                    <a:pt x="226" y="118"/>
                  </a:cubicBezTo>
                  <a:lnTo>
                    <a:pt x="238" y="139"/>
                  </a:lnTo>
                  <a:close/>
                  <a:moveTo>
                    <a:pt x="157" y="127"/>
                  </a:moveTo>
                  <a:cubicBezTo>
                    <a:pt x="116" y="64"/>
                    <a:pt x="116" y="64"/>
                    <a:pt x="116" y="64"/>
                  </a:cubicBezTo>
                  <a:cubicBezTo>
                    <a:pt x="184" y="64"/>
                    <a:pt x="184" y="64"/>
                    <a:pt x="184" y="64"/>
                  </a:cubicBezTo>
                  <a:lnTo>
                    <a:pt x="157" y="127"/>
                  </a:lnTo>
                  <a:close/>
                  <a:moveTo>
                    <a:pt x="256" y="192"/>
                  </a:moveTo>
                  <a:cubicBezTo>
                    <a:pt x="236" y="192"/>
                    <a:pt x="219" y="178"/>
                    <a:pt x="215" y="160"/>
                  </a:cubicBezTo>
                  <a:cubicBezTo>
                    <a:pt x="256" y="160"/>
                    <a:pt x="256" y="160"/>
                    <a:pt x="256" y="160"/>
                  </a:cubicBezTo>
                  <a:cubicBezTo>
                    <a:pt x="259" y="160"/>
                    <a:pt x="263" y="158"/>
                    <a:pt x="265" y="155"/>
                  </a:cubicBezTo>
                  <a:cubicBezTo>
                    <a:pt x="267" y="151"/>
                    <a:pt x="267" y="147"/>
                    <a:pt x="265" y="144"/>
                  </a:cubicBezTo>
                  <a:cubicBezTo>
                    <a:pt x="245" y="108"/>
                    <a:pt x="245" y="108"/>
                    <a:pt x="245" y="108"/>
                  </a:cubicBezTo>
                  <a:cubicBezTo>
                    <a:pt x="248" y="107"/>
                    <a:pt x="252" y="107"/>
                    <a:pt x="256" y="107"/>
                  </a:cubicBezTo>
                  <a:cubicBezTo>
                    <a:pt x="279" y="107"/>
                    <a:pt x="298" y="126"/>
                    <a:pt x="298" y="149"/>
                  </a:cubicBezTo>
                  <a:cubicBezTo>
                    <a:pt x="298" y="173"/>
                    <a:pt x="279" y="192"/>
                    <a:pt x="256" y="19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57" name="Group 309"/>
          <p:cNvGrpSpPr>
            <a:grpSpLocks noChangeAspect="1"/>
          </p:cNvGrpSpPr>
          <p:nvPr/>
        </p:nvGrpSpPr>
        <p:grpSpPr bwMode="auto">
          <a:xfrm>
            <a:off x="3230143" y="3485999"/>
            <a:ext cx="407487" cy="406294"/>
            <a:chOff x="6585" y="1193"/>
            <a:chExt cx="341" cy="340"/>
          </a:xfrm>
          <a:solidFill>
            <a:schemeClr val="bg1"/>
          </a:solidFill>
        </p:grpSpPr>
        <p:sp>
          <p:nvSpPr>
            <p:cNvPr id="58" name="Freeform 310"/>
            <p:cNvSpPr>
              <a:spLocks noEditPoints="1"/>
            </p:cNvSpPr>
            <p:nvPr/>
          </p:nvSpPr>
          <p:spPr bwMode="auto">
            <a:xfrm>
              <a:off x="6648" y="1264"/>
              <a:ext cx="206" cy="205"/>
            </a:xfrm>
            <a:custGeom>
              <a:avLst/>
              <a:gdLst>
                <a:gd name="T0" fmla="*/ 117 w 309"/>
                <a:gd name="T1" fmla="*/ 309 h 309"/>
                <a:gd name="T2" fmla="*/ 116 w 309"/>
                <a:gd name="T3" fmla="*/ 309 h 309"/>
                <a:gd name="T4" fmla="*/ 108 w 309"/>
                <a:gd name="T5" fmla="*/ 304 h 309"/>
                <a:gd name="T6" fmla="*/ 68 w 309"/>
                <a:gd name="T7" fmla="*/ 242 h 309"/>
                <a:gd name="T8" fmla="*/ 5 w 309"/>
                <a:gd name="T9" fmla="*/ 201 h 309"/>
                <a:gd name="T10" fmla="*/ 1 w 309"/>
                <a:gd name="T11" fmla="*/ 194 h 309"/>
                <a:gd name="T12" fmla="*/ 4 w 309"/>
                <a:gd name="T13" fmla="*/ 185 h 309"/>
                <a:gd name="T14" fmla="*/ 26 w 309"/>
                <a:gd name="T15" fmla="*/ 163 h 309"/>
                <a:gd name="T16" fmla="*/ 37 w 309"/>
                <a:gd name="T17" fmla="*/ 161 h 309"/>
                <a:gd name="T18" fmla="*/ 84 w 309"/>
                <a:gd name="T19" fmla="*/ 180 h 309"/>
                <a:gd name="T20" fmla="*/ 121 w 309"/>
                <a:gd name="T21" fmla="*/ 143 h 309"/>
                <a:gd name="T22" fmla="*/ 17 w 309"/>
                <a:gd name="T23" fmla="*/ 86 h 309"/>
                <a:gd name="T24" fmla="*/ 11 w 309"/>
                <a:gd name="T25" fmla="*/ 78 h 309"/>
                <a:gd name="T26" fmla="*/ 14 w 309"/>
                <a:gd name="T27" fmla="*/ 69 h 309"/>
                <a:gd name="T28" fmla="*/ 37 w 309"/>
                <a:gd name="T29" fmla="*/ 46 h 309"/>
                <a:gd name="T30" fmla="*/ 48 w 309"/>
                <a:gd name="T31" fmla="*/ 43 h 309"/>
                <a:gd name="T32" fmla="*/ 177 w 309"/>
                <a:gd name="T33" fmla="*/ 87 h 309"/>
                <a:gd name="T34" fmla="*/ 233 w 309"/>
                <a:gd name="T35" fmla="*/ 31 h 309"/>
                <a:gd name="T36" fmla="*/ 234 w 309"/>
                <a:gd name="T37" fmla="*/ 30 h 309"/>
                <a:gd name="T38" fmla="*/ 294 w 309"/>
                <a:gd name="T39" fmla="*/ 16 h 309"/>
                <a:gd name="T40" fmla="*/ 279 w 309"/>
                <a:gd name="T41" fmla="*/ 75 h 309"/>
                <a:gd name="T42" fmla="*/ 278 w 309"/>
                <a:gd name="T43" fmla="*/ 76 h 309"/>
                <a:gd name="T44" fmla="*/ 223 w 309"/>
                <a:gd name="T45" fmla="*/ 132 h 309"/>
                <a:gd name="T46" fmla="*/ 266 w 309"/>
                <a:gd name="T47" fmla="*/ 261 h 309"/>
                <a:gd name="T48" fmla="*/ 263 w 309"/>
                <a:gd name="T49" fmla="*/ 272 h 309"/>
                <a:gd name="T50" fmla="*/ 241 w 309"/>
                <a:gd name="T51" fmla="*/ 295 h 309"/>
                <a:gd name="T52" fmla="*/ 232 w 309"/>
                <a:gd name="T53" fmla="*/ 298 h 309"/>
                <a:gd name="T54" fmla="*/ 224 w 309"/>
                <a:gd name="T55" fmla="*/ 292 h 309"/>
                <a:gd name="T56" fmla="*/ 167 w 309"/>
                <a:gd name="T57" fmla="*/ 188 h 309"/>
                <a:gd name="T58" fmla="*/ 130 w 309"/>
                <a:gd name="T59" fmla="*/ 225 h 309"/>
                <a:gd name="T60" fmla="*/ 149 w 309"/>
                <a:gd name="T61" fmla="*/ 272 h 309"/>
                <a:gd name="T62" fmla="*/ 146 w 309"/>
                <a:gd name="T63" fmla="*/ 284 h 309"/>
                <a:gd name="T64" fmla="*/ 124 w 309"/>
                <a:gd name="T65" fmla="*/ 306 h 309"/>
                <a:gd name="T66" fmla="*/ 117 w 309"/>
                <a:gd name="T67" fmla="*/ 309 h 309"/>
                <a:gd name="T68" fmla="*/ 28 w 309"/>
                <a:gd name="T69" fmla="*/ 191 h 309"/>
                <a:gd name="T70" fmla="*/ 81 w 309"/>
                <a:gd name="T71" fmla="*/ 225 h 309"/>
                <a:gd name="T72" fmla="*/ 84 w 309"/>
                <a:gd name="T73" fmla="*/ 228 h 309"/>
                <a:gd name="T74" fmla="*/ 119 w 309"/>
                <a:gd name="T75" fmla="*/ 281 h 309"/>
                <a:gd name="T76" fmla="*/ 126 w 309"/>
                <a:gd name="T77" fmla="*/ 274 h 309"/>
                <a:gd name="T78" fmla="*/ 107 w 309"/>
                <a:gd name="T79" fmla="*/ 226 h 309"/>
                <a:gd name="T80" fmla="*/ 110 w 309"/>
                <a:gd name="T81" fmla="*/ 215 h 309"/>
                <a:gd name="T82" fmla="*/ 161 w 309"/>
                <a:gd name="T83" fmla="*/ 163 h 309"/>
                <a:gd name="T84" fmla="*/ 171 w 309"/>
                <a:gd name="T85" fmla="*/ 160 h 309"/>
                <a:gd name="T86" fmla="*/ 178 w 309"/>
                <a:gd name="T87" fmla="*/ 165 h 309"/>
                <a:gd name="T88" fmla="*/ 236 w 309"/>
                <a:gd name="T89" fmla="*/ 270 h 309"/>
                <a:gd name="T90" fmla="*/ 244 w 309"/>
                <a:gd name="T91" fmla="*/ 262 h 309"/>
                <a:gd name="T92" fmla="*/ 200 w 309"/>
                <a:gd name="T93" fmla="*/ 132 h 309"/>
                <a:gd name="T94" fmla="*/ 203 w 309"/>
                <a:gd name="T95" fmla="*/ 121 h 309"/>
                <a:gd name="T96" fmla="*/ 263 w 309"/>
                <a:gd name="T97" fmla="*/ 62 h 309"/>
                <a:gd name="T98" fmla="*/ 278 w 309"/>
                <a:gd name="T99" fmla="*/ 31 h 309"/>
                <a:gd name="T100" fmla="*/ 248 w 309"/>
                <a:gd name="T101" fmla="*/ 47 h 309"/>
                <a:gd name="T102" fmla="*/ 188 w 309"/>
                <a:gd name="T103" fmla="*/ 106 h 309"/>
                <a:gd name="T104" fmla="*/ 177 w 309"/>
                <a:gd name="T105" fmla="*/ 109 h 309"/>
                <a:gd name="T106" fmla="*/ 47 w 309"/>
                <a:gd name="T107" fmla="*/ 66 h 309"/>
                <a:gd name="T108" fmla="*/ 40 w 309"/>
                <a:gd name="T109" fmla="*/ 74 h 309"/>
                <a:gd name="T110" fmla="*/ 144 w 309"/>
                <a:gd name="T111" fmla="*/ 131 h 309"/>
                <a:gd name="T112" fmla="*/ 149 w 309"/>
                <a:gd name="T113" fmla="*/ 139 h 309"/>
                <a:gd name="T114" fmla="*/ 146 w 309"/>
                <a:gd name="T115" fmla="*/ 148 h 309"/>
                <a:gd name="T116" fmla="*/ 94 w 309"/>
                <a:gd name="T117" fmla="*/ 200 h 309"/>
                <a:gd name="T118" fmla="*/ 83 w 309"/>
                <a:gd name="T119" fmla="*/ 202 h 309"/>
                <a:gd name="T120" fmla="*/ 36 w 309"/>
                <a:gd name="T121" fmla="*/ 183 h 309"/>
                <a:gd name="T122" fmla="*/ 28 w 309"/>
                <a:gd name="T123" fmla="*/ 19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09">
                  <a:moveTo>
                    <a:pt x="117" y="309"/>
                  </a:moveTo>
                  <a:cubicBezTo>
                    <a:pt x="117" y="309"/>
                    <a:pt x="116" y="309"/>
                    <a:pt x="116" y="309"/>
                  </a:cubicBezTo>
                  <a:cubicBezTo>
                    <a:pt x="113" y="308"/>
                    <a:pt x="110" y="307"/>
                    <a:pt x="108" y="304"/>
                  </a:cubicBezTo>
                  <a:cubicBezTo>
                    <a:pt x="68" y="242"/>
                    <a:pt x="68" y="242"/>
                    <a:pt x="68" y="242"/>
                  </a:cubicBezTo>
                  <a:cubicBezTo>
                    <a:pt x="5" y="201"/>
                    <a:pt x="5" y="201"/>
                    <a:pt x="5" y="201"/>
                  </a:cubicBezTo>
                  <a:cubicBezTo>
                    <a:pt x="3" y="200"/>
                    <a:pt x="1" y="197"/>
                    <a:pt x="1" y="194"/>
                  </a:cubicBezTo>
                  <a:cubicBezTo>
                    <a:pt x="0" y="190"/>
                    <a:pt x="1" y="187"/>
                    <a:pt x="4" y="185"/>
                  </a:cubicBezTo>
                  <a:cubicBezTo>
                    <a:pt x="26" y="163"/>
                    <a:pt x="26" y="163"/>
                    <a:pt x="26" y="163"/>
                  </a:cubicBezTo>
                  <a:cubicBezTo>
                    <a:pt x="29" y="160"/>
                    <a:pt x="33" y="159"/>
                    <a:pt x="37" y="161"/>
                  </a:cubicBezTo>
                  <a:cubicBezTo>
                    <a:pt x="84" y="180"/>
                    <a:pt x="84" y="180"/>
                    <a:pt x="84" y="180"/>
                  </a:cubicBezTo>
                  <a:cubicBezTo>
                    <a:pt x="121" y="143"/>
                    <a:pt x="121" y="143"/>
                    <a:pt x="121" y="143"/>
                  </a:cubicBezTo>
                  <a:cubicBezTo>
                    <a:pt x="17" y="86"/>
                    <a:pt x="17" y="86"/>
                    <a:pt x="17" y="86"/>
                  </a:cubicBezTo>
                  <a:cubicBezTo>
                    <a:pt x="14" y="84"/>
                    <a:pt x="12" y="81"/>
                    <a:pt x="11" y="78"/>
                  </a:cubicBezTo>
                  <a:cubicBezTo>
                    <a:pt x="11" y="74"/>
                    <a:pt x="12" y="71"/>
                    <a:pt x="14" y="69"/>
                  </a:cubicBezTo>
                  <a:cubicBezTo>
                    <a:pt x="37" y="46"/>
                    <a:pt x="37" y="46"/>
                    <a:pt x="37" y="46"/>
                  </a:cubicBezTo>
                  <a:cubicBezTo>
                    <a:pt x="40" y="43"/>
                    <a:pt x="44" y="42"/>
                    <a:pt x="48" y="43"/>
                  </a:cubicBezTo>
                  <a:cubicBezTo>
                    <a:pt x="177" y="87"/>
                    <a:pt x="177" y="87"/>
                    <a:pt x="177" y="87"/>
                  </a:cubicBezTo>
                  <a:cubicBezTo>
                    <a:pt x="233" y="31"/>
                    <a:pt x="233" y="31"/>
                    <a:pt x="233" y="31"/>
                  </a:cubicBezTo>
                  <a:cubicBezTo>
                    <a:pt x="233" y="31"/>
                    <a:pt x="234" y="30"/>
                    <a:pt x="234" y="30"/>
                  </a:cubicBezTo>
                  <a:cubicBezTo>
                    <a:pt x="247" y="20"/>
                    <a:pt x="278" y="0"/>
                    <a:pt x="294" y="16"/>
                  </a:cubicBezTo>
                  <a:cubicBezTo>
                    <a:pt x="309" y="32"/>
                    <a:pt x="289" y="63"/>
                    <a:pt x="279" y="75"/>
                  </a:cubicBezTo>
                  <a:cubicBezTo>
                    <a:pt x="279" y="75"/>
                    <a:pt x="279" y="76"/>
                    <a:pt x="278" y="76"/>
                  </a:cubicBezTo>
                  <a:cubicBezTo>
                    <a:pt x="223" y="132"/>
                    <a:pt x="223" y="132"/>
                    <a:pt x="223" y="132"/>
                  </a:cubicBezTo>
                  <a:cubicBezTo>
                    <a:pt x="266" y="261"/>
                    <a:pt x="266" y="261"/>
                    <a:pt x="266" y="261"/>
                  </a:cubicBezTo>
                  <a:cubicBezTo>
                    <a:pt x="267" y="265"/>
                    <a:pt x="266" y="269"/>
                    <a:pt x="263" y="272"/>
                  </a:cubicBezTo>
                  <a:cubicBezTo>
                    <a:pt x="241" y="295"/>
                    <a:pt x="241" y="295"/>
                    <a:pt x="241" y="295"/>
                  </a:cubicBezTo>
                  <a:cubicBezTo>
                    <a:pt x="238" y="297"/>
                    <a:pt x="235" y="298"/>
                    <a:pt x="232" y="298"/>
                  </a:cubicBezTo>
                  <a:cubicBezTo>
                    <a:pt x="228" y="297"/>
                    <a:pt x="225" y="295"/>
                    <a:pt x="224" y="292"/>
                  </a:cubicBezTo>
                  <a:cubicBezTo>
                    <a:pt x="167" y="188"/>
                    <a:pt x="167" y="188"/>
                    <a:pt x="167" y="188"/>
                  </a:cubicBezTo>
                  <a:cubicBezTo>
                    <a:pt x="130" y="225"/>
                    <a:pt x="130" y="225"/>
                    <a:pt x="130" y="225"/>
                  </a:cubicBezTo>
                  <a:cubicBezTo>
                    <a:pt x="149" y="272"/>
                    <a:pt x="149" y="272"/>
                    <a:pt x="149" y="272"/>
                  </a:cubicBezTo>
                  <a:cubicBezTo>
                    <a:pt x="150" y="276"/>
                    <a:pt x="149" y="281"/>
                    <a:pt x="146" y="284"/>
                  </a:cubicBezTo>
                  <a:cubicBezTo>
                    <a:pt x="124" y="306"/>
                    <a:pt x="124" y="306"/>
                    <a:pt x="124" y="306"/>
                  </a:cubicBezTo>
                  <a:cubicBezTo>
                    <a:pt x="122" y="308"/>
                    <a:pt x="120" y="309"/>
                    <a:pt x="117" y="309"/>
                  </a:cubicBezTo>
                  <a:close/>
                  <a:moveTo>
                    <a:pt x="28" y="191"/>
                  </a:moveTo>
                  <a:cubicBezTo>
                    <a:pt x="81" y="225"/>
                    <a:pt x="81" y="225"/>
                    <a:pt x="81" y="225"/>
                  </a:cubicBezTo>
                  <a:cubicBezTo>
                    <a:pt x="82" y="226"/>
                    <a:pt x="84" y="227"/>
                    <a:pt x="84" y="228"/>
                  </a:cubicBezTo>
                  <a:cubicBezTo>
                    <a:pt x="119" y="281"/>
                    <a:pt x="119" y="281"/>
                    <a:pt x="119" y="281"/>
                  </a:cubicBezTo>
                  <a:cubicBezTo>
                    <a:pt x="126" y="274"/>
                    <a:pt x="126" y="274"/>
                    <a:pt x="126" y="274"/>
                  </a:cubicBezTo>
                  <a:cubicBezTo>
                    <a:pt x="107" y="226"/>
                    <a:pt x="107" y="226"/>
                    <a:pt x="107" y="226"/>
                  </a:cubicBezTo>
                  <a:cubicBezTo>
                    <a:pt x="106" y="222"/>
                    <a:pt x="107" y="218"/>
                    <a:pt x="110" y="215"/>
                  </a:cubicBezTo>
                  <a:cubicBezTo>
                    <a:pt x="161" y="163"/>
                    <a:pt x="161" y="163"/>
                    <a:pt x="161" y="163"/>
                  </a:cubicBezTo>
                  <a:cubicBezTo>
                    <a:pt x="164" y="161"/>
                    <a:pt x="167" y="159"/>
                    <a:pt x="171" y="160"/>
                  </a:cubicBezTo>
                  <a:cubicBezTo>
                    <a:pt x="174" y="160"/>
                    <a:pt x="177" y="162"/>
                    <a:pt x="178" y="165"/>
                  </a:cubicBezTo>
                  <a:cubicBezTo>
                    <a:pt x="236" y="270"/>
                    <a:pt x="236" y="270"/>
                    <a:pt x="236" y="270"/>
                  </a:cubicBezTo>
                  <a:cubicBezTo>
                    <a:pt x="244" y="262"/>
                    <a:pt x="244" y="262"/>
                    <a:pt x="244" y="262"/>
                  </a:cubicBezTo>
                  <a:cubicBezTo>
                    <a:pt x="200" y="132"/>
                    <a:pt x="200" y="132"/>
                    <a:pt x="200" y="132"/>
                  </a:cubicBezTo>
                  <a:cubicBezTo>
                    <a:pt x="199" y="129"/>
                    <a:pt x="200" y="124"/>
                    <a:pt x="203" y="121"/>
                  </a:cubicBezTo>
                  <a:cubicBezTo>
                    <a:pt x="263" y="62"/>
                    <a:pt x="263" y="62"/>
                    <a:pt x="263" y="62"/>
                  </a:cubicBezTo>
                  <a:cubicBezTo>
                    <a:pt x="271" y="50"/>
                    <a:pt x="278" y="37"/>
                    <a:pt x="278" y="31"/>
                  </a:cubicBezTo>
                  <a:cubicBezTo>
                    <a:pt x="273" y="31"/>
                    <a:pt x="259" y="38"/>
                    <a:pt x="248" y="47"/>
                  </a:cubicBezTo>
                  <a:cubicBezTo>
                    <a:pt x="188" y="106"/>
                    <a:pt x="188" y="106"/>
                    <a:pt x="188" y="106"/>
                  </a:cubicBezTo>
                  <a:cubicBezTo>
                    <a:pt x="185" y="109"/>
                    <a:pt x="181" y="110"/>
                    <a:pt x="177" y="109"/>
                  </a:cubicBezTo>
                  <a:cubicBezTo>
                    <a:pt x="47" y="66"/>
                    <a:pt x="47" y="66"/>
                    <a:pt x="47" y="66"/>
                  </a:cubicBezTo>
                  <a:cubicBezTo>
                    <a:pt x="40" y="74"/>
                    <a:pt x="40" y="74"/>
                    <a:pt x="40" y="74"/>
                  </a:cubicBezTo>
                  <a:cubicBezTo>
                    <a:pt x="144" y="131"/>
                    <a:pt x="144" y="131"/>
                    <a:pt x="144" y="131"/>
                  </a:cubicBezTo>
                  <a:cubicBezTo>
                    <a:pt x="147" y="133"/>
                    <a:pt x="149" y="135"/>
                    <a:pt x="149" y="139"/>
                  </a:cubicBezTo>
                  <a:cubicBezTo>
                    <a:pt x="150" y="142"/>
                    <a:pt x="149" y="145"/>
                    <a:pt x="146" y="148"/>
                  </a:cubicBezTo>
                  <a:cubicBezTo>
                    <a:pt x="94" y="200"/>
                    <a:pt x="94" y="200"/>
                    <a:pt x="94" y="200"/>
                  </a:cubicBezTo>
                  <a:cubicBezTo>
                    <a:pt x="91" y="203"/>
                    <a:pt x="87" y="204"/>
                    <a:pt x="83" y="202"/>
                  </a:cubicBezTo>
                  <a:cubicBezTo>
                    <a:pt x="36" y="183"/>
                    <a:pt x="36" y="183"/>
                    <a:pt x="36" y="183"/>
                  </a:cubicBezTo>
                  <a:lnTo>
                    <a:pt x="28" y="19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59" name="Freeform 311"/>
            <p:cNvSpPr>
              <a:spLocks noEditPoints="1"/>
            </p:cNvSpPr>
            <p:nvPr/>
          </p:nvSpPr>
          <p:spPr bwMode="auto">
            <a:xfrm>
              <a:off x="6585" y="119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63" name="Group 657"/>
          <p:cNvGrpSpPr>
            <a:grpSpLocks noChangeAspect="1"/>
          </p:cNvGrpSpPr>
          <p:nvPr/>
        </p:nvGrpSpPr>
        <p:grpSpPr bwMode="auto">
          <a:xfrm>
            <a:off x="4785464" y="5024600"/>
            <a:ext cx="408211" cy="407014"/>
            <a:chOff x="2738" y="2314"/>
            <a:chExt cx="341" cy="340"/>
          </a:xfrm>
          <a:solidFill>
            <a:schemeClr val="bg1"/>
          </a:solidFill>
        </p:grpSpPr>
        <p:sp>
          <p:nvSpPr>
            <p:cNvPr id="64" name="Freeform 658"/>
            <p:cNvSpPr>
              <a:spLocks noEditPoints="1"/>
            </p:cNvSpPr>
            <p:nvPr/>
          </p:nvSpPr>
          <p:spPr bwMode="auto">
            <a:xfrm>
              <a:off x="2738" y="2314"/>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65" name="Freeform 659"/>
            <p:cNvSpPr>
              <a:spLocks noEditPoints="1"/>
            </p:cNvSpPr>
            <p:nvPr/>
          </p:nvSpPr>
          <p:spPr bwMode="auto">
            <a:xfrm>
              <a:off x="2802" y="2420"/>
              <a:ext cx="213" cy="142"/>
            </a:xfrm>
            <a:custGeom>
              <a:avLst/>
              <a:gdLst>
                <a:gd name="T0" fmla="*/ 288 w 320"/>
                <a:gd name="T1" fmla="*/ 64 h 213"/>
                <a:gd name="T2" fmla="*/ 234 w 320"/>
                <a:gd name="T3" fmla="*/ 64 h 213"/>
                <a:gd name="T4" fmla="*/ 234 w 320"/>
                <a:gd name="T5" fmla="*/ 10 h 213"/>
                <a:gd name="T6" fmla="*/ 224 w 320"/>
                <a:gd name="T7" fmla="*/ 0 h 213"/>
                <a:gd name="T8" fmla="*/ 10 w 320"/>
                <a:gd name="T9" fmla="*/ 0 h 213"/>
                <a:gd name="T10" fmla="*/ 0 w 320"/>
                <a:gd name="T11" fmla="*/ 10 h 213"/>
                <a:gd name="T12" fmla="*/ 0 w 320"/>
                <a:gd name="T13" fmla="*/ 181 h 213"/>
                <a:gd name="T14" fmla="*/ 10 w 320"/>
                <a:gd name="T15" fmla="*/ 192 h 213"/>
                <a:gd name="T16" fmla="*/ 34 w 320"/>
                <a:gd name="T17" fmla="*/ 192 h 213"/>
                <a:gd name="T18" fmla="*/ 64 w 320"/>
                <a:gd name="T19" fmla="*/ 213 h 213"/>
                <a:gd name="T20" fmla="*/ 94 w 320"/>
                <a:gd name="T21" fmla="*/ 192 h 213"/>
                <a:gd name="T22" fmla="*/ 215 w 320"/>
                <a:gd name="T23" fmla="*/ 192 h 213"/>
                <a:gd name="T24" fmla="*/ 245 w 320"/>
                <a:gd name="T25" fmla="*/ 213 h 213"/>
                <a:gd name="T26" fmla="*/ 275 w 320"/>
                <a:gd name="T27" fmla="*/ 192 h 213"/>
                <a:gd name="T28" fmla="*/ 309 w 320"/>
                <a:gd name="T29" fmla="*/ 192 h 213"/>
                <a:gd name="T30" fmla="*/ 320 w 320"/>
                <a:gd name="T31" fmla="*/ 181 h 213"/>
                <a:gd name="T32" fmla="*/ 320 w 320"/>
                <a:gd name="T33" fmla="*/ 96 h 213"/>
                <a:gd name="T34" fmla="*/ 288 w 320"/>
                <a:gd name="T35" fmla="*/ 64 h 213"/>
                <a:gd name="T36" fmla="*/ 64 w 320"/>
                <a:gd name="T37" fmla="*/ 192 h 213"/>
                <a:gd name="T38" fmla="*/ 53 w 320"/>
                <a:gd name="T39" fmla="*/ 181 h 213"/>
                <a:gd name="T40" fmla="*/ 64 w 320"/>
                <a:gd name="T41" fmla="*/ 170 h 213"/>
                <a:gd name="T42" fmla="*/ 74 w 320"/>
                <a:gd name="T43" fmla="*/ 181 h 213"/>
                <a:gd name="T44" fmla="*/ 64 w 320"/>
                <a:gd name="T45" fmla="*/ 192 h 213"/>
                <a:gd name="T46" fmla="*/ 245 w 320"/>
                <a:gd name="T47" fmla="*/ 192 h 213"/>
                <a:gd name="T48" fmla="*/ 234 w 320"/>
                <a:gd name="T49" fmla="*/ 181 h 213"/>
                <a:gd name="T50" fmla="*/ 245 w 320"/>
                <a:gd name="T51" fmla="*/ 170 h 213"/>
                <a:gd name="T52" fmla="*/ 256 w 320"/>
                <a:gd name="T53" fmla="*/ 181 h 213"/>
                <a:gd name="T54" fmla="*/ 245 w 320"/>
                <a:gd name="T55" fmla="*/ 192 h 213"/>
                <a:gd name="T56" fmla="*/ 298 w 320"/>
                <a:gd name="T57" fmla="*/ 170 h 213"/>
                <a:gd name="T58" fmla="*/ 275 w 320"/>
                <a:gd name="T59" fmla="*/ 170 h 213"/>
                <a:gd name="T60" fmla="*/ 245 w 320"/>
                <a:gd name="T61" fmla="*/ 149 h 213"/>
                <a:gd name="T62" fmla="*/ 215 w 320"/>
                <a:gd name="T63" fmla="*/ 170 h 213"/>
                <a:gd name="T64" fmla="*/ 94 w 320"/>
                <a:gd name="T65" fmla="*/ 170 h 213"/>
                <a:gd name="T66" fmla="*/ 64 w 320"/>
                <a:gd name="T67" fmla="*/ 149 h 213"/>
                <a:gd name="T68" fmla="*/ 34 w 320"/>
                <a:gd name="T69" fmla="*/ 170 h 213"/>
                <a:gd name="T70" fmla="*/ 21 w 320"/>
                <a:gd name="T71" fmla="*/ 170 h 213"/>
                <a:gd name="T72" fmla="*/ 21 w 320"/>
                <a:gd name="T73" fmla="*/ 21 h 213"/>
                <a:gd name="T74" fmla="*/ 213 w 320"/>
                <a:gd name="T75" fmla="*/ 21 h 213"/>
                <a:gd name="T76" fmla="*/ 213 w 320"/>
                <a:gd name="T77" fmla="*/ 117 h 213"/>
                <a:gd name="T78" fmla="*/ 224 w 320"/>
                <a:gd name="T79" fmla="*/ 128 h 213"/>
                <a:gd name="T80" fmla="*/ 234 w 320"/>
                <a:gd name="T81" fmla="*/ 117 h 213"/>
                <a:gd name="T82" fmla="*/ 234 w 320"/>
                <a:gd name="T83" fmla="*/ 85 h 213"/>
                <a:gd name="T84" fmla="*/ 288 w 320"/>
                <a:gd name="T85" fmla="*/ 85 h 213"/>
                <a:gd name="T86" fmla="*/ 298 w 320"/>
                <a:gd name="T87" fmla="*/ 96 h 213"/>
                <a:gd name="T88" fmla="*/ 298 w 320"/>
                <a:gd name="T89" fmla="*/ 17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0" h="213">
                  <a:moveTo>
                    <a:pt x="288" y="64"/>
                  </a:moveTo>
                  <a:cubicBezTo>
                    <a:pt x="234" y="64"/>
                    <a:pt x="234" y="64"/>
                    <a:pt x="234" y="64"/>
                  </a:cubicBezTo>
                  <a:cubicBezTo>
                    <a:pt x="234" y="10"/>
                    <a:pt x="234" y="10"/>
                    <a:pt x="234" y="10"/>
                  </a:cubicBezTo>
                  <a:cubicBezTo>
                    <a:pt x="234" y="4"/>
                    <a:pt x="230" y="0"/>
                    <a:pt x="224" y="0"/>
                  </a:cubicBezTo>
                  <a:cubicBezTo>
                    <a:pt x="10" y="0"/>
                    <a:pt x="10" y="0"/>
                    <a:pt x="10" y="0"/>
                  </a:cubicBezTo>
                  <a:cubicBezTo>
                    <a:pt x="4" y="0"/>
                    <a:pt x="0" y="4"/>
                    <a:pt x="0" y="10"/>
                  </a:cubicBezTo>
                  <a:cubicBezTo>
                    <a:pt x="0" y="181"/>
                    <a:pt x="0" y="181"/>
                    <a:pt x="0" y="181"/>
                  </a:cubicBezTo>
                  <a:cubicBezTo>
                    <a:pt x="0" y="187"/>
                    <a:pt x="4" y="192"/>
                    <a:pt x="10" y="192"/>
                  </a:cubicBezTo>
                  <a:cubicBezTo>
                    <a:pt x="34" y="192"/>
                    <a:pt x="34" y="192"/>
                    <a:pt x="34" y="192"/>
                  </a:cubicBezTo>
                  <a:cubicBezTo>
                    <a:pt x="38" y="204"/>
                    <a:pt x="50" y="213"/>
                    <a:pt x="64" y="213"/>
                  </a:cubicBezTo>
                  <a:cubicBezTo>
                    <a:pt x="78" y="213"/>
                    <a:pt x="89" y="204"/>
                    <a:pt x="94" y="192"/>
                  </a:cubicBezTo>
                  <a:cubicBezTo>
                    <a:pt x="215" y="192"/>
                    <a:pt x="215" y="192"/>
                    <a:pt x="215" y="192"/>
                  </a:cubicBezTo>
                  <a:cubicBezTo>
                    <a:pt x="219" y="204"/>
                    <a:pt x="231" y="213"/>
                    <a:pt x="245" y="213"/>
                  </a:cubicBezTo>
                  <a:cubicBezTo>
                    <a:pt x="259" y="213"/>
                    <a:pt x="271" y="204"/>
                    <a:pt x="275" y="192"/>
                  </a:cubicBezTo>
                  <a:cubicBezTo>
                    <a:pt x="309" y="192"/>
                    <a:pt x="309" y="192"/>
                    <a:pt x="309" y="192"/>
                  </a:cubicBezTo>
                  <a:cubicBezTo>
                    <a:pt x="315" y="192"/>
                    <a:pt x="320" y="187"/>
                    <a:pt x="320" y="181"/>
                  </a:cubicBezTo>
                  <a:cubicBezTo>
                    <a:pt x="320" y="96"/>
                    <a:pt x="320" y="96"/>
                    <a:pt x="320" y="96"/>
                  </a:cubicBezTo>
                  <a:cubicBezTo>
                    <a:pt x="320" y="78"/>
                    <a:pt x="305" y="64"/>
                    <a:pt x="288" y="64"/>
                  </a:cubicBezTo>
                  <a:close/>
                  <a:moveTo>
                    <a:pt x="64" y="192"/>
                  </a:moveTo>
                  <a:cubicBezTo>
                    <a:pt x="58" y="192"/>
                    <a:pt x="53" y="187"/>
                    <a:pt x="53" y="181"/>
                  </a:cubicBezTo>
                  <a:cubicBezTo>
                    <a:pt x="53" y="175"/>
                    <a:pt x="58" y="170"/>
                    <a:pt x="64" y="170"/>
                  </a:cubicBezTo>
                  <a:cubicBezTo>
                    <a:pt x="70" y="170"/>
                    <a:pt x="74" y="175"/>
                    <a:pt x="74" y="181"/>
                  </a:cubicBezTo>
                  <a:cubicBezTo>
                    <a:pt x="74" y="187"/>
                    <a:pt x="70" y="192"/>
                    <a:pt x="64" y="192"/>
                  </a:cubicBezTo>
                  <a:close/>
                  <a:moveTo>
                    <a:pt x="245" y="192"/>
                  </a:moveTo>
                  <a:cubicBezTo>
                    <a:pt x="239" y="192"/>
                    <a:pt x="234" y="187"/>
                    <a:pt x="234" y="181"/>
                  </a:cubicBezTo>
                  <a:cubicBezTo>
                    <a:pt x="234" y="175"/>
                    <a:pt x="239" y="170"/>
                    <a:pt x="245" y="170"/>
                  </a:cubicBezTo>
                  <a:cubicBezTo>
                    <a:pt x="251" y="170"/>
                    <a:pt x="256" y="175"/>
                    <a:pt x="256" y="181"/>
                  </a:cubicBezTo>
                  <a:cubicBezTo>
                    <a:pt x="256" y="187"/>
                    <a:pt x="251" y="192"/>
                    <a:pt x="245" y="192"/>
                  </a:cubicBezTo>
                  <a:close/>
                  <a:moveTo>
                    <a:pt x="298" y="170"/>
                  </a:moveTo>
                  <a:cubicBezTo>
                    <a:pt x="275" y="170"/>
                    <a:pt x="275" y="170"/>
                    <a:pt x="275" y="170"/>
                  </a:cubicBezTo>
                  <a:cubicBezTo>
                    <a:pt x="271" y="158"/>
                    <a:pt x="259" y="149"/>
                    <a:pt x="245" y="149"/>
                  </a:cubicBezTo>
                  <a:cubicBezTo>
                    <a:pt x="231" y="149"/>
                    <a:pt x="219" y="158"/>
                    <a:pt x="215" y="170"/>
                  </a:cubicBezTo>
                  <a:cubicBezTo>
                    <a:pt x="94" y="170"/>
                    <a:pt x="94" y="170"/>
                    <a:pt x="94" y="170"/>
                  </a:cubicBezTo>
                  <a:cubicBezTo>
                    <a:pt x="89" y="158"/>
                    <a:pt x="78" y="149"/>
                    <a:pt x="64" y="149"/>
                  </a:cubicBezTo>
                  <a:cubicBezTo>
                    <a:pt x="50" y="149"/>
                    <a:pt x="38" y="158"/>
                    <a:pt x="34" y="170"/>
                  </a:cubicBezTo>
                  <a:cubicBezTo>
                    <a:pt x="21" y="170"/>
                    <a:pt x="21" y="170"/>
                    <a:pt x="21" y="170"/>
                  </a:cubicBezTo>
                  <a:cubicBezTo>
                    <a:pt x="21" y="21"/>
                    <a:pt x="21" y="21"/>
                    <a:pt x="21" y="21"/>
                  </a:cubicBezTo>
                  <a:cubicBezTo>
                    <a:pt x="213" y="21"/>
                    <a:pt x="213" y="21"/>
                    <a:pt x="213" y="21"/>
                  </a:cubicBezTo>
                  <a:cubicBezTo>
                    <a:pt x="213" y="117"/>
                    <a:pt x="213" y="117"/>
                    <a:pt x="213" y="117"/>
                  </a:cubicBezTo>
                  <a:cubicBezTo>
                    <a:pt x="213" y="123"/>
                    <a:pt x="218" y="128"/>
                    <a:pt x="224" y="128"/>
                  </a:cubicBezTo>
                  <a:cubicBezTo>
                    <a:pt x="230" y="128"/>
                    <a:pt x="234" y="123"/>
                    <a:pt x="234" y="117"/>
                  </a:cubicBezTo>
                  <a:cubicBezTo>
                    <a:pt x="234" y="85"/>
                    <a:pt x="234" y="85"/>
                    <a:pt x="234" y="85"/>
                  </a:cubicBezTo>
                  <a:cubicBezTo>
                    <a:pt x="288" y="85"/>
                    <a:pt x="288" y="85"/>
                    <a:pt x="288" y="85"/>
                  </a:cubicBezTo>
                  <a:cubicBezTo>
                    <a:pt x="294" y="85"/>
                    <a:pt x="298" y="90"/>
                    <a:pt x="298" y="96"/>
                  </a:cubicBezTo>
                  <a:lnTo>
                    <a:pt x="298" y="17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80" name="Group 786"/>
          <p:cNvGrpSpPr>
            <a:grpSpLocks noChangeAspect="1"/>
          </p:cNvGrpSpPr>
          <p:nvPr/>
        </p:nvGrpSpPr>
        <p:grpSpPr bwMode="auto">
          <a:xfrm>
            <a:off x="6297421" y="3475675"/>
            <a:ext cx="408623" cy="408623"/>
            <a:chOff x="5071" y="3066"/>
            <a:chExt cx="340" cy="340"/>
          </a:xfrm>
          <a:solidFill>
            <a:schemeClr val="bg1"/>
          </a:solidFill>
        </p:grpSpPr>
        <p:sp>
          <p:nvSpPr>
            <p:cNvPr id="81" name="Freeform 787"/>
            <p:cNvSpPr>
              <a:spLocks noEditPoints="1"/>
            </p:cNvSpPr>
            <p:nvPr/>
          </p:nvSpPr>
          <p:spPr bwMode="auto">
            <a:xfrm>
              <a:off x="5071" y="306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82" name="Freeform 788"/>
            <p:cNvSpPr>
              <a:spLocks noEditPoints="1"/>
            </p:cNvSpPr>
            <p:nvPr/>
          </p:nvSpPr>
          <p:spPr bwMode="auto">
            <a:xfrm>
              <a:off x="5134" y="3129"/>
              <a:ext cx="213" cy="185"/>
            </a:xfrm>
            <a:custGeom>
              <a:avLst/>
              <a:gdLst>
                <a:gd name="T0" fmla="*/ 319 w 321"/>
                <a:gd name="T1" fmla="*/ 198 h 278"/>
                <a:gd name="T2" fmla="*/ 310 w 321"/>
                <a:gd name="T3" fmla="*/ 193 h 278"/>
                <a:gd name="T4" fmla="*/ 274 w 321"/>
                <a:gd name="T5" fmla="*/ 193 h 278"/>
                <a:gd name="T6" fmla="*/ 170 w 321"/>
                <a:gd name="T7" fmla="*/ 6 h 278"/>
                <a:gd name="T8" fmla="*/ 158 w 321"/>
                <a:gd name="T9" fmla="*/ 1 h 278"/>
                <a:gd name="T10" fmla="*/ 150 w 321"/>
                <a:gd name="T11" fmla="*/ 11 h 278"/>
                <a:gd name="T12" fmla="*/ 150 w 321"/>
                <a:gd name="T13" fmla="*/ 51 h 278"/>
                <a:gd name="T14" fmla="*/ 49 w 321"/>
                <a:gd name="T15" fmla="*/ 193 h 278"/>
                <a:gd name="T16" fmla="*/ 11 w 321"/>
                <a:gd name="T17" fmla="*/ 193 h 278"/>
                <a:gd name="T18" fmla="*/ 2 w 321"/>
                <a:gd name="T19" fmla="*/ 198 h 278"/>
                <a:gd name="T20" fmla="*/ 2 w 321"/>
                <a:gd name="T21" fmla="*/ 209 h 278"/>
                <a:gd name="T22" fmla="*/ 45 w 321"/>
                <a:gd name="T23" fmla="*/ 273 h 278"/>
                <a:gd name="T24" fmla="*/ 54 w 321"/>
                <a:gd name="T25" fmla="*/ 278 h 278"/>
                <a:gd name="T26" fmla="*/ 267 w 321"/>
                <a:gd name="T27" fmla="*/ 278 h 278"/>
                <a:gd name="T28" fmla="*/ 276 w 321"/>
                <a:gd name="T29" fmla="*/ 273 h 278"/>
                <a:gd name="T30" fmla="*/ 319 w 321"/>
                <a:gd name="T31" fmla="*/ 209 h 278"/>
                <a:gd name="T32" fmla="*/ 319 w 321"/>
                <a:gd name="T33" fmla="*/ 198 h 278"/>
                <a:gd name="T34" fmla="*/ 171 w 321"/>
                <a:gd name="T35" fmla="*/ 52 h 278"/>
                <a:gd name="T36" fmla="*/ 249 w 321"/>
                <a:gd name="T37" fmla="*/ 193 h 278"/>
                <a:gd name="T38" fmla="*/ 171 w 321"/>
                <a:gd name="T39" fmla="*/ 193 h 278"/>
                <a:gd name="T40" fmla="*/ 171 w 321"/>
                <a:gd name="T41" fmla="*/ 54 h 278"/>
                <a:gd name="T42" fmla="*/ 171 w 321"/>
                <a:gd name="T43" fmla="*/ 52 h 278"/>
                <a:gd name="T44" fmla="*/ 150 w 321"/>
                <a:gd name="T45" fmla="*/ 87 h 278"/>
                <a:gd name="T46" fmla="*/ 150 w 321"/>
                <a:gd name="T47" fmla="*/ 193 h 278"/>
                <a:gd name="T48" fmla="*/ 75 w 321"/>
                <a:gd name="T49" fmla="*/ 193 h 278"/>
                <a:gd name="T50" fmla="*/ 150 w 321"/>
                <a:gd name="T51" fmla="*/ 87 h 278"/>
                <a:gd name="T52" fmla="*/ 262 w 321"/>
                <a:gd name="T53" fmla="*/ 257 h 278"/>
                <a:gd name="T54" fmla="*/ 60 w 321"/>
                <a:gd name="T55" fmla="*/ 257 h 278"/>
                <a:gd name="T56" fmla="*/ 31 w 321"/>
                <a:gd name="T57" fmla="*/ 214 h 278"/>
                <a:gd name="T58" fmla="*/ 54 w 321"/>
                <a:gd name="T59" fmla="*/ 214 h 278"/>
                <a:gd name="T60" fmla="*/ 161 w 321"/>
                <a:gd name="T61" fmla="*/ 214 h 278"/>
                <a:gd name="T62" fmla="*/ 267 w 321"/>
                <a:gd name="T63" fmla="*/ 214 h 278"/>
                <a:gd name="T64" fmla="*/ 290 w 321"/>
                <a:gd name="T65" fmla="*/ 214 h 278"/>
                <a:gd name="T66" fmla="*/ 262 w 321"/>
                <a:gd name="T67" fmla="*/ 25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278">
                  <a:moveTo>
                    <a:pt x="319" y="198"/>
                  </a:moveTo>
                  <a:cubicBezTo>
                    <a:pt x="318" y="195"/>
                    <a:pt x="314" y="193"/>
                    <a:pt x="310" y="193"/>
                  </a:cubicBezTo>
                  <a:cubicBezTo>
                    <a:pt x="274" y="193"/>
                    <a:pt x="274" y="193"/>
                    <a:pt x="274" y="193"/>
                  </a:cubicBezTo>
                  <a:cubicBezTo>
                    <a:pt x="170" y="6"/>
                    <a:pt x="170" y="6"/>
                    <a:pt x="170" y="6"/>
                  </a:cubicBezTo>
                  <a:cubicBezTo>
                    <a:pt x="168" y="2"/>
                    <a:pt x="163" y="0"/>
                    <a:pt x="158" y="1"/>
                  </a:cubicBezTo>
                  <a:cubicBezTo>
                    <a:pt x="153" y="2"/>
                    <a:pt x="150" y="6"/>
                    <a:pt x="150" y="11"/>
                  </a:cubicBezTo>
                  <a:cubicBezTo>
                    <a:pt x="150" y="51"/>
                    <a:pt x="150" y="51"/>
                    <a:pt x="150" y="51"/>
                  </a:cubicBezTo>
                  <a:cubicBezTo>
                    <a:pt x="49" y="193"/>
                    <a:pt x="49" y="193"/>
                    <a:pt x="49" y="193"/>
                  </a:cubicBezTo>
                  <a:cubicBezTo>
                    <a:pt x="11" y="193"/>
                    <a:pt x="11" y="193"/>
                    <a:pt x="11" y="193"/>
                  </a:cubicBezTo>
                  <a:cubicBezTo>
                    <a:pt x="7" y="193"/>
                    <a:pt x="4" y="195"/>
                    <a:pt x="2" y="198"/>
                  </a:cubicBezTo>
                  <a:cubicBezTo>
                    <a:pt x="0" y="202"/>
                    <a:pt x="0" y="206"/>
                    <a:pt x="2" y="209"/>
                  </a:cubicBezTo>
                  <a:cubicBezTo>
                    <a:pt x="45" y="273"/>
                    <a:pt x="45" y="273"/>
                    <a:pt x="45" y="273"/>
                  </a:cubicBezTo>
                  <a:cubicBezTo>
                    <a:pt x="47" y="276"/>
                    <a:pt x="50" y="278"/>
                    <a:pt x="54" y="278"/>
                  </a:cubicBezTo>
                  <a:cubicBezTo>
                    <a:pt x="267" y="278"/>
                    <a:pt x="267" y="278"/>
                    <a:pt x="267" y="278"/>
                  </a:cubicBezTo>
                  <a:cubicBezTo>
                    <a:pt x="271" y="278"/>
                    <a:pt x="274" y="276"/>
                    <a:pt x="276" y="273"/>
                  </a:cubicBezTo>
                  <a:cubicBezTo>
                    <a:pt x="319" y="209"/>
                    <a:pt x="319" y="209"/>
                    <a:pt x="319" y="209"/>
                  </a:cubicBezTo>
                  <a:cubicBezTo>
                    <a:pt x="321" y="206"/>
                    <a:pt x="321" y="202"/>
                    <a:pt x="319" y="198"/>
                  </a:cubicBezTo>
                  <a:close/>
                  <a:moveTo>
                    <a:pt x="171" y="52"/>
                  </a:moveTo>
                  <a:cubicBezTo>
                    <a:pt x="249" y="193"/>
                    <a:pt x="249" y="193"/>
                    <a:pt x="249" y="193"/>
                  </a:cubicBezTo>
                  <a:cubicBezTo>
                    <a:pt x="171" y="193"/>
                    <a:pt x="171" y="193"/>
                    <a:pt x="171" y="193"/>
                  </a:cubicBezTo>
                  <a:cubicBezTo>
                    <a:pt x="171" y="54"/>
                    <a:pt x="171" y="54"/>
                    <a:pt x="171" y="54"/>
                  </a:cubicBezTo>
                  <a:lnTo>
                    <a:pt x="171" y="52"/>
                  </a:lnTo>
                  <a:close/>
                  <a:moveTo>
                    <a:pt x="150" y="87"/>
                  </a:moveTo>
                  <a:cubicBezTo>
                    <a:pt x="150" y="193"/>
                    <a:pt x="150" y="193"/>
                    <a:pt x="150" y="193"/>
                  </a:cubicBezTo>
                  <a:cubicBezTo>
                    <a:pt x="75" y="193"/>
                    <a:pt x="75" y="193"/>
                    <a:pt x="75" y="193"/>
                  </a:cubicBezTo>
                  <a:lnTo>
                    <a:pt x="150" y="87"/>
                  </a:lnTo>
                  <a:close/>
                  <a:moveTo>
                    <a:pt x="262" y="257"/>
                  </a:moveTo>
                  <a:cubicBezTo>
                    <a:pt x="60" y="257"/>
                    <a:pt x="60" y="257"/>
                    <a:pt x="60" y="257"/>
                  </a:cubicBezTo>
                  <a:cubicBezTo>
                    <a:pt x="31" y="214"/>
                    <a:pt x="31" y="214"/>
                    <a:pt x="31" y="214"/>
                  </a:cubicBezTo>
                  <a:cubicBezTo>
                    <a:pt x="54" y="214"/>
                    <a:pt x="54" y="214"/>
                    <a:pt x="54" y="214"/>
                  </a:cubicBezTo>
                  <a:cubicBezTo>
                    <a:pt x="161" y="214"/>
                    <a:pt x="161" y="214"/>
                    <a:pt x="161" y="214"/>
                  </a:cubicBezTo>
                  <a:cubicBezTo>
                    <a:pt x="267" y="214"/>
                    <a:pt x="267" y="214"/>
                    <a:pt x="267" y="214"/>
                  </a:cubicBezTo>
                  <a:cubicBezTo>
                    <a:pt x="290" y="214"/>
                    <a:pt x="290" y="214"/>
                    <a:pt x="290" y="214"/>
                  </a:cubicBezTo>
                  <a:lnTo>
                    <a:pt x="262" y="25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spTree>
    <p:extLst>
      <p:ext uri="{BB962C8B-B14F-4D97-AF65-F5344CB8AC3E}">
        <p14:creationId xmlns:p14="http://schemas.microsoft.com/office/powerpoint/2010/main" val="3183016823"/>
      </p:ext>
    </p:extLst>
  </p:cSld>
  <p:clrMapOvr>
    <a:masterClrMapping/>
  </p:clrMapOvr>
  <p:transition>
    <p:fade/>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Integrated beach ball with textboxes</a:t>
            </a:r>
            <a:endParaRPr lang="en-US" dirty="0"/>
          </a:p>
        </p:txBody>
      </p:sp>
      <p:sp>
        <p:nvSpPr>
          <p:cNvPr id="73" name="Oval 72"/>
          <p:cNvSpPr/>
          <p:nvPr/>
        </p:nvSpPr>
        <p:spPr>
          <a:xfrm>
            <a:off x="3272125" y="1939609"/>
            <a:ext cx="3364124" cy="3364124"/>
          </a:xfrm>
          <a:prstGeom prst="ellipse">
            <a:avLst/>
          </a:prstGeom>
          <a:solidFill>
            <a:schemeClr val="bg2">
              <a:lumMod val="60000"/>
              <a:lumOff val="40000"/>
            </a:schemeClr>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74" name="Freeform 73"/>
          <p:cNvSpPr/>
          <p:nvPr/>
        </p:nvSpPr>
        <p:spPr>
          <a:xfrm>
            <a:off x="2806866" y="2956391"/>
            <a:ext cx="2010608" cy="2878015"/>
          </a:xfrm>
          <a:custGeom>
            <a:avLst/>
            <a:gdLst>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5617 w 1829884"/>
              <a:gd name="connsiteY0" fmla="*/ 0 h 2607734"/>
              <a:gd name="connsiteX1" fmla="*/ 1084 w 1829884"/>
              <a:gd name="connsiteY1" fmla="*/ 1007534 h 2607734"/>
              <a:gd name="connsiteX2" fmla="*/ 1829884 w 1829884"/>
              <a:gd name="connsiteY2" fmla="*/ 2607734 h 2607734"/>
              <a:gd name="connsiteX3" fmla="*/ 1118684 w 1829884"/>
              <a:gd name="connsiteY3" fmla="*/ 1498600 h 2607734"/>
              <a:gd name="connsiteX4" fmla="*/ 1338817 w 1829884"/>
              <a:gd name="connsiteY4" fmla="*/ 567267 h 2607734"/>
              <a:gd name="connsiteX5" fmla="*/ 1135617 w 1829884"/>
              <a:gd name="connsiteY5" fmla="*/ 0 h 2607734"/>
              <a:gd name="connsiteX0" fmla="*/ 1154609 w 1848876"/>
              <a:gd name="connsiteY0" fmla="*/ 0 h 2607734"/>
              <a:gd name="connsiteX1" fmla="*/ 1026 w 1848876"/>
              <a:gd name="connsiteY1" fmla="*/ 1012296 h 2607734"/>
              <a:gd name="connsiteX2" fmla="*/ 1848876 w 1848876"/>
              <a:gd name="connsiteY2" fmla="*/ 2607734 h 2607734"/>
              <a:gd name="connsiteX3" fmla="*/ 1137676 w 1848876"/>
              <a:gd name="connsiteY3" fmla="*/ 1498600 h 2607734"/>
              <a:gd name="connsiteX4" fmla="*/ 1357809 w 1848876"/>
              <a:gd name="connsiteY4" fmla="*/ 567267 h 2607734"/>
              <a:gd name="connsiteX5" fmla="*/ 1154609 w 1848876"/>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28103 w 1834570"/>
              <a:gd name="connsiteY0" fmla="*/ 0 h 2626034"/>
              <a:gd name="connsiteX1" fmla="*/ 1008 w 1834570"/>
              <a:gd name="connsiteY1" fmla="*/ 1044884 h 2626034"/>
              <a:gd name="connsiteX2" fmla="*/ 1834570 w 1834570"/>
              <a:gd name="connsiteY2" fmla="*/ 2626034 h 2626034"/>
              <a:gd name="connsiteX3" fmla="*/ 1123370 w 1834570"/>
              <a:gd name="connsiteY3" fmla="*/ 1516900 h 2626034"/>
              <a:gd name="connsiteX4" fmla="*/ 1148241 w 1834570"/>
              <a:gd name="connsiteY4" fmla="*/ 861792 h 2626034"/>
              <a:gd name="connsiteX5" fmla="*/ 1128103 w 1834570"/>
              <a:gd name="connsiteY5" fmla="*/ 0 h 262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4570" h="2626034">
                <a:moveTo>
                  <a:pt x="1128103" y="0"/>
                </a:moveTo>
                <a:cubicBezTo>
                  <a:pt x="311774" y="11995"/>
                  <a:pt x="-20864" y="499489"/>
                  <a:pt x="1008" y="1044884"/>
                </a:cubicBezTo>
                <a:cubicBezTo>
                  <a:pt x="-2167" y="1171884"/>
                  <a:pt x="342320" y="2403783"/>
                  <a:pt x="1834570" y="2626034"/>
                </a:cubicBezTo>
                <a:cubicBezTo>
                  <a:pt x="1059340" y="2294423"/>
                  <a:pt x="1084212" y="1705636"/>
                  <a:pt x="1123370" y="1516900"/>
                </a:cubicBezTo>
                <a:cubicBezTo>
                  <a:pt x="1131660" y="1298531"/>
                  <a:pt x="1206627" y="1170648"/>
                  <a:pt x="1148241" y="861792"/>
                </a:cubicBezTo>
                <a:cubicBezTo>
                  <a:pt x="993195" y="432990"/>
                  <a:pt x="63948" y="85902"/>
                  <a:pt x="1128103" y="0"/>
                </a:cubicBezTo>
                <a:close/>
              </a:path>
            </a:pathLst>
          </a:cu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75" name="Freeform 74"/>
          <p:cNvSpPr/>
          <p:nvPr/>
        </p:nvSpPr>
        <p:spPr>
          <a:xfrm rot="4341267">
            <a:off x="2884021" y="1273148"/>
            <a:ext cx="2010566" cy="2910677"/>
          </a:xfrm>
          <a:custGeom>
            <a:avLst/>
            <a:gdLst>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5617 w 1829884"/>
              <a:gd name="connsiteY0" fmla="*/ 0 h 2607734"/>
              <a:gd name="connsiteX1" fmla="*/ 1084 w 1829884"/>
              <a:gd name="connsiteY1" fmla="*/ 1007534 h 2607734"/>
              <a:gd name="connsiteX2" fmla="*/ 1829884 w 1829884"/>
              <a:gd name="connsiteY2" fmla="*/ 2607734 h 2607734"/>
              <a:gd name="connsiteX3" fmla="*/ 1118684 w 1829884"/>
              <a:gd name="connsiteY3" fmla="*/ 1498600 h 2607734"/>
              <a:gd name="connsiteX4" fmla="*/ 1338817 w 1829884"/>
              <a:gd name="connsiteY4" fmla="*/ 567267 h 2607734"/>
              <a:gd name="connsiteX5" fmla="*/ 1135617 w 1829884"/>
              <a:gd name="connsiteY5" fmla="*/ 0 h 2607734"/>
              <a:gd name="connsiteX0" fmla="*/ 1154609 w 1848876"/>
              <a:gd name="connsiteY0" fmla="*/ 0 h 2607734"/>
              <a:gd name="connsiteX1" fmla="*/ 1026 w 1848876"/>
              <a:gd name="connsiteY1" fmla="*/ 1012296 h 2607734"/>
              <a:gd name="connsiteX2" fmla="*/ 1848876 w 1848876"/>
              <a:gd name="connsiteY2" fmla="*/ 2607734 h 2607734"/>
              <a:gd name="connsiteX3" fmla="*/ 1137676 w 1848876"/>
              <a:gd name="connsiteY3" fmla="*/ 1498600 h 2607734"/>
              <a:gd name="connsiteX4" fmla="*/ 1357809 w 1848876"/>
              <a:gd name="connsiteY4" fmla="*/ 567267 h 2607734"/>
              <a:gd name="connsiteX5" fmla="*/ 1154609 w 1848876"/>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1852 w 1834534"/>
              <a:gd name="connsiteY0" fmla="*/ 0 h 2612705"/>
              <a:gd name="connsiteX1" fmla="*/ 972 w 1834534"/>
              <a:gd name="connsiteY1" fmla="*/ 1031555 h 2612705"/>
              <a:gd name="connsiteX2" fmla="*/ 1834534 w 1834534"/>
              <a:gd name="connsiteY2" fmla="*/ 2612705 h 2612705"/>
              <a:gd name="connsiteX3" fmla="*/ 1123334 w 1834534"/>
              <a:gd name="connsiteY3" fmla="*/ 1503571 h 2612705"/>
              <a:gd name="connsiteX4" fmla="*/ 1148205 w 1834534"/>
              <a:gd name="connsiteY4" fmla="*/ 848463 h 2612705"/>
              <a:gd name="connsiteX5" fmla="*/ 1141852 w 1834534"/>
              <a:gd name="connsiteY5" fmla="*/ 0 h 26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4534" h="2612705">
                <a:moveTo>
                  <a:pt x="1141852" y="0"/>
                </a:moveTo>
                <a:cubicBezTo>
                  <a:pt x="325523" y="11995"/>
                  <a:pt x="-20900" y="486160"/>
                  <a:pt x="972" y="1031555"/>
                </a:cubicBezTo>
                <a:cubicBezTo>
                  <a:pt x="-2203" y="1158555"/>
                  <a:pt x="342284" y="2390454"/>
                  <a:pt x="1834534" y="2612705"/>
                </a:cubicBezTo>
                <a:cubicBezTo>
                  <a:pt x="1059304" y="2281094"/>
                  <a:pt x="1084176" y="1692307"/>
                  <a:pt x="1123334" y="1503571"/>
                </a:cubicBezTo>
                <a:cubicBezTo>
                  <a:pt x="1131624" y="1285202"/>
                  <a:pt x="1206591" y="1157319"/>
                  <a:pt x="1148205" y="848463"/>
                </a:cubicBezTo>
                <a:cubicBezTo>
                  <a:pt x="993159" y="419661"/>
                  <a:pt x="77697" y="85902"/>
                  <a:pt x="1141852" y="0"/>
                </a:cubicBezTo>
                <a:close/>
              </a:path>
            </a:pathLst>
          </a:cu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76" name="Freeform 75"/>
          <p:cNvSpPr/>
          <p:nvPr/>
        </p:nvSpPr>
        <p:spPr>
          <a:xfrm rot="8659183">
            <a:off x="4496110" y="832900"/>
            <a:ext cx="2010572" cy="2874601"/>
          </a:xfrm>
          <a:custGeom>
            <a:avLst/>
            <a:gdLst>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5617 w 1829884"/>
              <a:gd name="connsiteY0" fmla="*/ 0 h 2607734"/>
              <a:gd name="connsiteX1" fmla="*/ 1084 w 1829884"/>
              <a:gd name="connsiteY1" fmla="*/ 1007534 h 2607734"/>
              <a:gd name="connsiteX2" fmla="*/ 1829884 w 1829884"/>
              <a:gd name="connsiteY2" fmla="*/ 2607734 h 2607734"/>
              <a:gd name="connsiteX3" fmla="*/ 1118684 w 1829884"/>
              <a:gd name="connsiteY3" fmla="*/ 1498600 h 2607734"/>
              <a:gd name="connsiteX4" fmla="*/ 1338817 w 1829884"/>
              <a:gd name="connsiteY4" fmla="*/ 567267 h 2607734"/>
              <a:gd name="connsiteX5" fmla="*/ 1135617 w 1829884"/>
              <a:gd name="connsiteY5" fmla="*/ 0 h 2607734"/>
              <a:gd name="connsiteX0" fmla="*/ 1154609 w 1848876"/>
              <a:gd name="connsiteY0" fmla="*/ 0 h 2607734"/>
              <a:gd name="connsiteX1" fmla="*/ 1026 w 1848876"/>
              <a:gd name="connsiteY1" fmla="*/ 1012296 h 2607734"/>
              <a:gd name="connsiteX2" fmla="*/ 1848876 w 1848876"/>
              <a:gd name="connsiteY2" fmla="*/ 2607734 h 2607734"/>
              <a:gd name="connsiteX3" fmla="*/ 1137676 w 1848876"/>
              <a:gd name="connsiteY3" fmla="*/ 1498600 h 2607734"/>
              <a:gd name="connsiteX4" fmla="*/ 1357809 w 1848876"/>
              <a:gd name="connsiteY4" fmla="*/ 567267 h 2607734"/>
              <a:gd name="connsiteX5" fmla="*/ 1154609 w 1848876"/>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08 w 1834537"/>
              <a:gd name="connsiteY0" fmla="*/ 0 h 2622920"/>
              <a:gd name="connsiteX1" fmla="*/ 975 w 1834537"/>
              <a:gd name="connsiteY1" fmla="*/ 1041770 h 2622920"/>
              <a:gd name="connsiteX2" fmla="*/ 1834537 w 1834537"/>
              <a:gd name="connsiteY2" fmla="*/ 2622920 h 2622920"/>
              <a:gd name="connsiteX3" fmla="*/ 1123337 w 1834537"/>
              <a:gd name="connsiteY3" fmla="*/ 1513786 h 2622920"/>
              <a:gd name="connsiteX4" fmla="*/ 1148208 w 1834537"/>
              <a:gd name="connsiteY4" fmla="*/ 858678 h 2622920"/>
              <a:gd name="connsiteX5" fmla="*/ 1140208 w 1834537"/>
              <a:gd name="connsiteY5" fmla="*/ 0 h 262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4537" h="2622920">
                <a:moveTo>
                  <a:pt x="1140208" y="0"/>
                </a:moveTo>
                <a:cubicBezTo>
                  <a:pt x="323879" y="11995"/>
                  <a:pt x="-20897" y="496375"/>
                  <a:pt x="975" y="1041770"/>
                </a:cubicBezTo>
                <a:cubicBezTo>
                  <a:pt x="-2200" y="1168770"/>
                  <a:pt x="342287" y="2400669"/>
                  <a:pt x="1834537" y="2622920"/>
                </a:cubicBezTo>
                <a:cubicBezTo>
                  <a:pt x="1059307" y="2291309"/>
                  <a:pt x="1084179" y="1702522"/>
                  <a:pt x="1123337" y="1513786"/>
                </a:cubicBezTo>
                <a:cubicBezTo>
                  <a:pt x="1131627" y="1295417"/>
                  <a:pt x="1206594" y="1167534"/>
                  <a:pt x="1148208" y="858678"/>
                </a:cubicBezTo>
                <a:cubicBezTo>
                  <a:pt x="993162" y="429876"/>
                  <a:pt x="76053" y="85902"/>
                  <a:pt x="1140208" y="0"/>
                </a:cubicBezTo>
                <a:close/>
              </a:path>
            </a:pathLst>
          </a:cu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77" name="Freeform 76"/>
          <p:cNvSpPr/>
          <p:nvPr/>
        </p:nvSpPr>
        <p:spPr>
          <a:xfrm rot="13082864">
            <a:off x="5391028" y="2246755"/>
            <a:ext cx="2010572" cy="2870346"/>
          </a:xfrm>
          <a:custGeom>
            <a:avLst/>
            <a:gdLst>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5617 w 1829884"/>
              <a:gd name="connsiteY0" fmla="*/ 0 h 2607734"/>
              <a:gd name="connsiteX1" fmla="*/ 1084 w 1829884"/>
              <a:gd name="connsiteY1" fmla="*/ 1007534 h 2607734"/>
              <a:gd name="connsiteX2" fmla="*/ 1829884 w 1829884"/>
              <a:gd name="connsiteY2" fmla="*/ 2607734 h 2607734"/>
              <a:gd name="connsiteX3" fmla="*/ 1118684 w 1829884"/>
              <a:gd name="connsiteY3" fmla="*/ 1498600 h 2607734"/>
              <a:gd name="connsiteX4" fmla="*/ 1338817 w 1829884"/>
              <a:gd name="connsiteY4" fmla="*/ 567267 h 2607734"/>
              <a:gd name="connsiteX5" fmla="*/ 1135617 w 1829884"/>
              <a:gd name="connsiteY5" fmla="*/ 0 h 2607734"/>
              <a:gd name="connsiteX0" fmla="*/ 1154609 w 1848876"/>
              <a:gd name="connsiteY0" fmla="*/ 0 h 2607734"/>
              <a:gd name="connsiteX1" fmla="*/ 1026 w 1848876"/>
              <a:gd name="connsiteY1" fmla="*/ 1012296 h 2607734"/>
              <a:gd name="connsiteX2" fmla="*/ 1848876 w 1848876"/>
              <a:gd name="connsiteY2" fmla="*/ 2607734 h 2607734"/>
              <a:gd name="connsiteX3" fmla="*/ 1137676 w 1848876"/>
              <a:gd name="connsiteY3" fmla="*/ 1498600 h 2607734"/>
              <a:gd name="connsiteX4" fmla="*/ 1357809 w 1848876"/>
              <a:gd name="connsiteY4" fmla="*/ 567267 h 2607734"/>
              <a:gd name="connsiteX5" fmla="*/ 1154609 w 1848876"/>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391 w 1834537"/>
              <a:gd name="connsiteY0" fmla="*/ 0 h 2619037"/>
              <a:gd name="connsiteX1" fmla="*/ 975 w 1834537"/>
              <a:gd name="connsiteY1" fmla="*/ 1037887 h 2619037"/>
              <a:gd name="connsiteX2" fmla="*/ 1834537 w 1834537"/>
              <a:gd name="connsiteY2" fmla="*/ 2619037 h 2619037"/>
              <a:gd name="connsiteX3" fmla="*/ 1123337 w 1834537"/>
              <a:gd name="connsiteY3" fmla="*/ 1509903 h 2619037"/>
              <a:gd name="connsiteX4" fmla="*/ 1148208 w 1834537"/>
              <a:gd name="connsiteY4" fmla="*/ 854795 h 2619037"/>
              <a:gd name="connsiteX5" fmla="*/ 1140391 w 1834537"/>
              <a:gd name="connsiteY5" fmla="*/ 0 h 261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4537" h="2619037">
                <a:moveTo>
                  <a:pt x="1140391" y="0"/>
                </a:moveTo>
                <a:cubicBezTo>
                  <a:pt x="324062" y="11995"/>
                  <a:pt x="-20897" y="492492"/>
                  <a:pt x="975" y="1037887"/>
                </a:cubicBezTo>
                <a:cubicBezTo>
                  <a:pt x="-2200" y="1164887"/>
                  <a:pt x="342287" y="2396786"/>
                  <a:pt x="1834537" y="2619037"/>
                </a:cubicBezTo>
                <a:cubicBezTo>
                  <a:pt x="1059307" y="2287426"/>
                  <a:pt x="1084179" y="1698639"/>
                  <a:pt x="1123337" y="1509903"/>
                </a:cubicBezTo>
                <a:cubicBezTo>
                  <a:pt x="1131627" y="1291534"/>
                  <a:pt x="1206594" y="1163651"/>
                  <a:pt x="1148208" y="854795"/>
                </a:cubicBezTo>
                <a:cubicBezTo>
                  <a:pt x="993162" y="425993"/>
                  <a:pt x="76236" y="85902"/>
                  <a:pt x="1140391" y="0"/>
                </a:cubicBezTo>
                <a:close/>
              </a:path>
            </a:pathLst>
          </a:custGeom>
          <a:solidFill>
            <a:schemeClr val="accent6"/>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78" name="Freeform 77"/>
          <p:cNvSpPr/>
          <p:nvPr/>
        </p:nvSpPr>
        <p:spPr>
          <a:xfrm rot="17264471">
            <a:off x="4373638" y="3522777"/>
            <a:ext cx="2010588" cy="2871161"/>
          </a:xfrm>
          <a:custGeom>
            <a:avLst/>
            <a:gdLst>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5617 w 1829884"/>
              <a:gd name="connsiteY0" fmla="*/ 0 h 2607734"/>
              <a:gd name="connsiteX1" fmla="*/ 1084 w 1829884"/>
              <a:gd name="connsiteY1" fmla="*/ 1007534 h 2607734"/>
              <a:gd name="connsiteX2" fmla="*/ 1829884 w 1829884"/>
              <a:gd name="connsiteY2" fmla="*/ 2607734 h 2607734"/>
              <a:gd name="connsiteX3" fmla="*/ 1118684 w 1829884"/>
              <a:gd name="connsiteY3" fmla="*/ 1498600 h 2607734"/>
              <a:gd name="connsiteX4" fmla="*/ 1338817 w 1829884"/>
              <a:gd name="connsiteY4" fmla="*/ 567267 h 2607734"/>
              <a:gd name="connsiteX5" fmla="*/ 1135617 w 1829884"/>
              <a:gd name="connsiteY5" fmla="*/ 0 h 2607734"/>
              <a:gd name="connsiteX0" fmla="*/ 1154609 w 1848876"/>
              <a:gd name="connsiteY0" fmla="*/ 0 h 2607734"/>
              <a:gd name="connsiteX1" fmla="*/ 1026 w 1848876"/>
              <a:gd name="connsiteY1" fmla="*/ 1012296 h 2607734"/>
              <a:gd name="connsiteX2" fmla="*/ 1848876 w 1848876"/>
              <a:gd name="connsiteY2" fmla="*/ 2607734 h 2607734"/>
              <a:gd name="connsiteX3" fmla="*/ 1137676 w 1848876"/>
              <a:gd name="connsiteY3" fmla="*/ 1498600 h 2607734"/>
              <a:gd name="connsiteX4" fmla="*/ 1357809 w 1848876"/>
              <a:gd name="connsiteY4" fmla="*/ 567267 h 2607734"/>
              <a:gd name="connsiteX5" fmla="*/ 1154609 w 1848876"/>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38256 w 1834542"/>
              <a:gd name="connsiteY0" fmla="*/ 0 h 2620053"/>
              <a:gd name="connsiteX1" fmla="*/ 980 w 1834542"/>
              <a:gd name="connsiteY1" fmla="*/ 1038903 h 2620053"/>
              <a:gd name="connsiteX2" fmla="*/ 1834542 w 1834542"/>
              <a:gd name="connsiteY2" fmla="*/ 2620053 h 2620053"/>
              <a:gd name="connsiteX3" fmla="*/ 1123342 w 1834542"/>
              <a:gd name="connsiteY3" fmla="*/ 1510919 h 2620053"/>
              <a:gd name="connsiteX4" fmla="*/ 1148213 w 1834542"/>
              <a:gd name="connsiteY4" fmla="*/ 855811 h 2620053"/>
              <a:gd name="connsiteX5" fmla="*/ 1138256 w 1834542"/>
              <a:gd name="connsiteY5" fmla="*/ 0 h 2620053"/>
              <a:gd name="connsiteX0" fmla="*/ 1128566 w 1834569"/>
              <a:gd name="connsiteY0" fmla="*/ 0 h 2639350"/>
              <a:gd name="connsiteX1" fmla="*/ 1007 w 1834569"/>
              <a:gd name="connsiteY1" fmla="*/ 1058200 h 2639350"/>
              <a:gd name="connsiteX2" fmla="*/ 1834569 w 1834569"/>
              <a:gd name="connsiteY2" fmla="*/ 2639350 h 2639350"/>
              <a:gd name="connsiteX3" fmla="*/ 1123369 w 1834569"/>
              <a:gd name="connsiteY3" fmla="*/ 1530216 h 2639350"/>
              <a:gd name="connsiteX4" fmla="*/ 1148240 w 1834569"/>
              <a:gd name="connsiteY4" fmla="*/ 875108 h 2639350"/>
              <a:gd name="connsiteX5" fmla="*/ 1128566 w 1834569"/>
              <a:gd name="connsiteY5" fmla="*/ 0 h 2639350"/>
              <a:gd name="connsiteX0" fmla="*/ 1128566 w 1834569"/>
              <a:gd name="connsiteY0" fmla="*/ 0 h 2639350"/>
              <a:gd name="connsiteX1" fmla="*/ 1007 w 1834569"/>
              <a:gd name="connsiteY1" fmla="*/ 1058200 h 2639350"/>
              <a:gd name="connsiteX2" fmla="*/ 1834569 w 1834569"/>
              <a:gd name="connsiteY2" fmla="*/ 2639350 h 2639350"/>
              <a:gd name="connsiteX3" fmla="*/ 1123369 w 1834569"/>
              <a:gd name="connsiteY3" fmla="*/ 1530216 h 2639350"/>
              <a:gd name="connsiteX4" fmla="*/ 1148240 w 1834569"/>
              <a:gd name="connsiteY4" fmla="*/ 875108 h 2639350"/>
              <a:gd name="connsiteX5" fmla="*/ 1128566 w 1834569"/>
              <a:gd name="connsiteY5" fmla="*/ 0 h 2639350"/>
              <a:gd name="connsiteX0" fmla="*/ 1128551 w 1834554"/>
              <a:gd name="connsiteY0" fmla="*/ 0 h 2639350"/>
              <a:gd name="connsiteX1" fmla="*/ 992 w 1834554"/>
              <a:gd name="connsiteY1" fmla="*/ 1058200 h 2639350"/>
              <a:gd name="connsiteX2" fmla="*/ 1834554 w 1834554"/>
              <a:gd name="connsiteY2" fmla="*/ 2639350 h 2639350"/>
              <a:gd name="connsiteX3" fmla="*/ 1123354 w 1834554"/>
              <a:gd name="connsiteY3" fmla="*/ 1530216 h 2639350"/>
              <a:gd name="connsiteX4" fmla="*/ 1148225 w 1834554"/>
              <a:gd name="connsiteY4" fmla="*/ 875108 h 2639350"/>
              <a:gd name="connsiteX5" fmla="*/ 1128551 w 1834554"/>
              <a:gd name="connsiteY5" fmla="*/ 0 h 263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4554" h="2639350">
                <a:moveTo>
                  <a:pt x="1128551" y="0"/>
                </a:moveTo>
                <a:cubicBezTo>
                  <a:pt x="318180" y="54851"/>
                  <a:pt x="-20880" y="512805"/>
                  <a:pt x="992" y="1058200"/>
                </a:cubicBezTo>
                <a:cubicBezTo>
                  <a:pt x="-2183" y="1185200"/>
                  <a:pt x="342304" y="2417099"/>
                  <a:pt x="1834554" y="2639350"/>
                </a:cubicBezTo>
                <a:cubicBezTo>
                  <a:pt x="1059324" y="2307739"/>
                  <a:pt x="1084196" y="1718952"/>
                  <a:pt x="1123354" y="1530216"/>
                </a:cubicBezTo>
                <a:cubicBezTo>
                  <a:pt x="1131644" y="1311847"/>
                  <a:pt x="1206611" y="1183964"/>
                  <a:pt x="1148225" y="875108"/>
                </a:cubicBezTo>
                <a:cubicBezTo>
                  <a:pt x="993179" y="446306"/>
                  <a:pt x="85945" y="131282"/>
                  <a:pt x="1128551" y="0"/>
                </a:cubicBezTo>
                <a:close/>
              </a:path>
            </a:pathLst>
          </a:custGeom>
          <a:solidFill>
            <a:schemeClr val="accent4"/>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endParaRPr>
          </a:p>
        </p:txBody>
      </p:sp>
      <p:sp>
        <p:nvSpPr>
          <p:cNvPr id="79" name="Rectangle 78"/>
          <p:cNvSpPr/>
          <p:nvPr/>
        </p:nvSpPr>
        <p:spPr>
          <a:xfrm>
            <a:off x="3351453" y="2209603"/>
            <a:ext cx="901669" cy="625492"/>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 This is dummy text .</a:t>
            </a:r>
          </a:p>
        </p:txBody>
      </p:sp>
      <p:sp>
        <p:nvSpPr>
          <p:cNvPr id="83" name="Rectangle 82"/>
          <p:cNvSpPr/>
          <p:nvPr/>
        </p:nvSpPr>
        <p:spPr>
          <a:xfrm>
            <a:off x="5567749" y="2051610"/>
            <a:ext cx="978827" cy="500393"/>
          </a:xfrm>
          <a:prstGeom prst="rect">
            <a:avLst/>
          </a:prstGeom>
        </p:spPr>
        <p:txBody>
          <a:bodyPr wrap="square" lIns="0" tIns="0" rIns="0" bIns="0">
            <a:spAutoFit/>
          </a:bodyPr>
          <a:lstStyle/>
          <a:p>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br>
              <a:rPr lang="en-US" sz="800" b="1" dirty="0">
                <a:latin typeface="Aptos" panose="020B0004020202020204" pitchFamily="34" charset="0"/>
              </a:rPr>
            </a:br>
            <a:r>
              <a:rPr lang="en-US" sz="800" dirty="0">
                <a:latin typeface="Aptos" panose="020B0004020202020204" pitchFamily="34" charset="0"/>
              </a:rPr>
              <a:t>This is dummy text it is not here to be read. This is dummy text .</a:t>
            </a:r>
          </a:p>
        </p:txBody>
      </p:sp>
      <p:sp>
        <p:nvSpPr>
          <p:cNvPr id="84" name="Rectangle 83"/>
          <p:cNvSpPr/>
          <p:nvPr/>
        </p:nvSpPr>
        <p:spPr>
          <a:xfrm>
            <a:off x="6077321" y="3730657"/>
            <a:ext cx="941559" cy="750590"/>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 This is dummy text it is not here to </a:t>
            </a:r>
            <a:br>
              <a:rPr lang="en-US" sz="800" dirty="0">
                <a:solidFill>
                  <a:schemeClr val="bg1"/>
                </a:solidFill>
                <a:latin typeface="Aptos" panose="020B0004020202020204" pitchFamily="34" charset="0"/>
              </a:rPr>
            </a:br>
            <a:r>
              <a:rPr lang="en-US" sz="800" dirty="0">
                <a:solidFill>
                  <a:schemeClr val="bg1"/>
                </a:solidFill>
                <a:latin typeface="Aptos" panose="020B0004020202020204" pitchFamily="34" charset="0"/>
              </a:rPr>
              <a:t>be read. </a:t>
            </a:r>
          </a:p>
        </p:txBody>
      </p:sp>
      <p:sp>
        <p:nvSpPr>
          <p:cNvPr id="85" name="Rectangle 84"/>
          <p:cNvSpPr/>
          <p:nvPr/>
        </p:nvSpPr>
        <p:spPr>
          <a:xfrm>
            <a:off x="4584011" y="5155267"/>
            <a:ext cx="1219613" cy="500393"/>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 This is dummy text. </a:t>
            </a:r>
          </a:p>
        </p:txBody>
      </p:sp>
      <p:sp>
        <p:nvSpPr>
          <p:cNvPr id="86" name="Rectangle 85"/>
          <p:cNvSpPr/>
          <p:nvPr/>
        </p:nvSpPr>
        <p:spPr>
          <a:xfrm>
            <a:off x="3102329" y="3883688"/>
            <a:ext cx="849305" cy="875689"/>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 This is dummy text it is not here to be read. </a:t>
            </a:r>
          </a:p>
        </p:txBody>
      </p:sp>
      <p:sp>
        <p:nvSpPr>
          <p:cNvPr id="87" name="Rectangle 86"/>
          <p:cNvSpPr/>
          <p:nvPr/>
        </p:nvSpPr>
        <p:spPr>
          <a:xfrm>
            <a:off x="4157280" y="3167707"/>
            <a:ext cx="1646078" cy="875561"/>
          </a:xfrm>
          <a:prstGeom prst="rect">
            <a:avLst/>
          </a:prstGeom>
          <a:noFill/>
        </p:spPr>
        <p:txBody>
          <a:bodyPr wrap="square" lIns="0" tIns="0" rIns="0" bIns="0">
            <a:spAutoFit/>
          </a:bodyPr>
          <a:lstStyle/>
          <a:p>
            <a:pPr algn="ctr"/>
            <a:r>
              <a:rPr lang="en-US" sz="1100" b="1" dirty="0">
                <a:latin typeface="Aptos" panose="020B0004020202020204" pitchFamily="34" charset="0"/>
                <a:cs typeface="Times New Roman" pitchFamily="18" charset="0"/>
              </a:rPr>
              <a:t>Insert text here</a:t>
            </a:r>
          </a:p>
          <a:p>
            <a:pPr algn="ctr"/>
            <a:r>
              <a:rPr lang="en-US" sz="1100" dirty="0">
                <a:latin typeface="Aptos" panose="020B0004020202020204" pitchFamily="34" charset="0"/>
              </a:rPr>
              <a:t>This is dummy text it is not here to be read. This is dummy text it is not here to be read.</a:t>
            </a:r>
          </a:p>
        </p:txBody>
      </p:sp>
      <p:sp>
        <p:nvSpPr>
          <p:cNvPr id="97" name="Freeform 865"/>
          <p:cNvSpPr>
            <a:spLocks noChangeAspect="1" noEditPoints="1"/>
          </p:cNvSpPr>
          <p:nvPr/>
        </p:nvSpPr>
        <p:spPr bwMode="auto">
          <a:xfrm>
            <a:off x="5216798" y="1536023"/>
            <a:ext cx="490159" cy="490159"/>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 name="T20" fmla="*/ 323 w 512"/>
              <a:gd name="T21" fmla="*/ 149 h 512"/>
              <a:gd name="T22" fmla="*/ 330 w 512"/>
              <a:gd name="T23" fmla="*/ 192 h 512"/>
              <a:gd name="T24" fmla="*/ 256 w 512"/>
              <a:gd name="T25" fmla="*/ 266 h 512"/>
              <a:gd name="T26" fmla="*/ 181 w 512"/>
              <a:gd name="T27" fmla="*/ 192 h 512"/>
              <a:gd name="T28" fmla="*/ 188 w 512"/>
              <a:gd name="T29" fmla="*/ 149 h 512"/>
              <a:gd name="T30" fmla="*/ 323 w 512"/>
              <a:gd name="T31" fmla="*/ 149 h 512"/>
              <a:gd name="T32" fmla="*/ 181 w 512"/>
              <a:gd name="T33" fmla="*/ 128 h 512"/>
              <a:gd name="T34" fmla="*/ 171 w 512"/>
              <a:gd name="T35" fmla="*/ 134 h 512"/>
              <a:gd name="T36" fmla="*/ 160 w 512"/>
              <a:gd name="T37" fmla="*/ 192 h 512"/>
              <a:gd name="T38" fmla="*/ 245 w 512"/>
              <a:gd name="T39" fmla="*/ 287 h 512"/>
              <a:gd name="T40" fmla="*/ 245 w 512"/>
              <a:gd name="T41" fmla="*/ 394 h 512"/>
              <a:gd name="T42" fmla="*/ 213 w 512"/>
              <a:gd name="T43" fmla="*/ 394 h 512"/>
              <a:gd name="T44" fmla="*/ 202 w 512"/>
              <a:gd name="T45" fmla="*/ 405 h 512"/>
              <a:gd name="T46" fmla="*/ 213 w 512"/>
              <a:gd name="T47" fmla="*/ 416 h 512"/>
              <a:gd name="T48" fmla="*/ 298 w 512"/>
              <a:gd name="T49" fmla="*/ 416 h 512"/>
              <a:gd name="T50" fmla="*/ 309 w 512"/>
              <a:gd name="T51" fmla="*/ 405 h 512"/>
              <a:gd name="T52" fmla="*/ 298 w 512"/>
              <a:gd name="T53" fmla="*/ 394 h 512"/>
              <a:gd name="T54" fmla="*/ 266 w 512"/>
              <a:gd name="T55" fmla="*/ 394 h 512"/>
              <a:gd name="T56" fmla="*/ 266 w 512"/>
              <a:gd name="T57" fmla="*/ 287 h 512"/>
              <a:gd name="T58" fmla="*/ 352 w 512"/>
              <a:gd name="T59" fmla="*/ 192 h 512"/>
              <a:gd name="T60" fmla="*/ 340 w 512"/>
              <a:gd name="T61" fmla="*/ 134 h 512"/>
              <a:gd name="T62" fmla="*/ 331 w 512"/>
              <a:gd name="T63" fmla="*/ 128 h 512"/>
              <a:gd name="T64" fmla="*/ 181 w 512"/>
              <a:gd name="T65"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23" y="149"/>
                </a:moveTo>
                <a:cubicBezTo>
                  <a:pt x="328" y="160"/>
                  <a:pt x="330" y="178"/>
                  <a:pt x="330" y="192"/>
                </a:cubicBezTo>
                <a:cubicBezTo>
                  <a:pt x="330" y="233"/>
                  <a:pt x="297" y="266"/>
                  <a:pt x="256" y="266"/>
                </a:cubicBezTo>
                <a:cubicBezTo>
                  <a:pt x="214" y="266"/>
                  <a:pt x="181" y="233"/>
                  <a:pt x="181" y="192"/>
                </a:cubicBezTo>
                <a:cubicBezTo>
                  <a:pt x="181" y="178"/>
                  <a:pt x="184" y="160"/>
                  <a:pt x="188" y="149"/>
                </a:cubicBezTo>
                <a:lnTo>
                  <a:pt x="323" y="149"/>
                </a:lnTo>
                <a:close/>
                <a:moveTo>
                  <a:pt x="181" y="128"/>
                </a:moveTo>
                <a:cubicBezTo>
                  <a:pt x="177" y="128"/>
                  <a:pt x="173" y="130"/>
                  <a:pt x="171" y="134"/>
                </a:cubicBezTo>
                <a:cubicBezTo>
                  <a:pt x="164" y="150"/>
                  <a:pt x="160" y="173"/>
                  <a:pt x="160" y="192"/>
                </a:cubicBezTo>
                <a:cubicBezTo>
                  <a:pt x="160" y="241"/>
                  <a:pt x="197" y="282"/>
                  <a:pt x="245" y="287"/>
                </a:cubicBezTo>
                <a:cubicBezTo>
                  <a:pt x="245" y="394"/>
                  <a:pt x="245" y="394"/>
                  <a:pt x="245" y="394"/>
                </a:cubicBezTo>
                <a:cubicBezTo>
                  <a:pt x="213" y="394"/>
                  <a:pt x="213" y="394"/>
                  <a:pt x="213" y="394"/>
                </a:cubicBezTo>
                <a:cubicBezTo>
                  <a:pt x="207" y="394"/>
                  <a:pt x="202" y="399"/>
                  <a:pt x="202" y="405"/>
                </a:cubicBezTo>
                <a:cubicBezTo>
                  <a:pt x="202" y="411"/>
                  <a:pt x="207" y="416"/>
                  <a:pt x="213" y="416"/>
                </a:cubicBezTo>
                <a:cubicBezTo>
                  <a:pt x="298" y="416"/>
                  <a:pt x="298" y="416"/>
                  <a:pt x="298" y="416"/>
                </a:cubicBezTo>
                <a:cubicBezTo>
                  <a:pt x="304" y="416"/>
                  <a:pt x="309" y="411"/>
                  <a:pt x="309" y="405"/>
                </a:cubicBezTo>
                <a:cubicBezTo>
                  <a:pt x="309" y="399"/>
                  <a:pt x="304" y="394"/>
                  <a:pt x="298" y="394"/>
                </a:cubicBezTo>
                <a:cubicBezTo>
                  <a:pt x="266" y="394"/>
                  <a:pt x="266" y="394"/>
                  <a:pt x="266" y="394"/>
                </a:cubicBezTo>
                <a:cubicBezTo>
                  <a:pt x="266" y="287"/>
                  <a:pt x="266" y="287"/>
                  <a:pt x="266" y="287"/>
                </a:cubicBezTo>
                <a:cubicBezTo>
                  <a:pt x="314" y="282"/>
                  <a:pt x="352" y="241"/>
                  <a:pt x="352" y="192"/>
                </a:cubicBezTo>
                <a:cubicBezTo>
                  <a:pt x="352" y="173"/>
                  <a:pt x="347" y="151"/>
                  <a:pt x="340" y="134"/>
                </a:cubicBezTo>
                <a:cubicBezTo>
                  <a:pt x="338" y="130"/>
                  <a:pt x="335" y="128"/>
                  <a:pt x="331" y="128"/>
                </a:cubicBezTo>
                <a:lnTo>
                  <a:pt x="181" y="128"/>
                </a:ln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nvGrpSpPr>
          <p:cNvPr id="98" name="Group 789"/>
          <p:cNvGrpSpPr>
            <a:grpSpLocks noChangeAspect="1"/>
          </p:cNvGrpSpPr>
          <p:nvPr/>
        </p:nvGrpSpPr>
        <p:grpSpPr bwMode="auto">
          <a:xfrm>
            <a:off x="3131745" y="3374497"/>
            <a:ext cx="488096" cy="486665"/>
            <a:chOff x="3185" y="3485"/>
            <a:chExt cx="341" cy="340"/>
          </a:xfrm>
          <a:solidFill>
            <a:schemeClr val="bg1"/>
          </a:solidFill>
        </p:grpSpPr>
        <p:sp>
          <p:nvSpPr>
            <p:cNvPr id="99" name="Freeform 790"/>
            <p:cNvSpPr>
              <a:spLocks noEditPoints="1"/>
            </p:cNvSpPr>
            <p:nvPr/>
          </p:nvSpPr>
          <p:spPr bwMode="auto">
            <a:xfrm>
              <a:off x="3185" y="3485"/>
              <a:ext cx="341"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00" name="Freeform 791"/>
            <p:cNvSpPr>
              <a:spLocks noEditPoints="1"/>
            </p:cNvSpPr>
            <p:nvPr/>
          </p:nvSpPr>
          <p:spPr bwMode="auto">
            <a:xfrm>
              <a:off x="3277" y="3577"/>
              <a:ext cx="157" cy="170"/>
            </a:xfrm>
            <a:custGeom>
              <a:avLst/>
              <a:gdLst>
                <a:gd name="T0" fmla="*/ 232 w 236"/>
                <a:gd name="T1" fmla="*/ 18 h 256"/>
                <a:gd name="T2" fmla="*/ 235 w 236"/>
                <a:gd name="T3" fmla="*/ 7 h 256"/>
                <a:gd name="T4" fmla="*/ 225 w 236"/>
                <a:gd name="T5" fmla="*/ 0 h 256"/>
                <a:gd name="T6" fmla="*/ 11 w 236"/>
                <a:gd name="T7" fmla="*/ 0 h 256"/>
                <a:gd name="T8" fmla="*/ 1 w 236"/>
                <a:gd name="T9" fmla="*/ 7 h 256"/>
                <a:gd name="T10" fmla="*/ 4 w 236"/>
                <a:gd name="T11" fmla="*/ 18 h 256"/>
                <a:gd name="T12" fmla="*/ 107 w 236"/>
                <a:gd name="T13" fmla="*/ 122 h 256"/>
                <a:gd name="T14" fmla="*/ 107 w 236"/>
                <a:gd name="T15" fmla="*/ 235 h 256"/>
                <a:gd name="T16" fmla="*/ 54 w 236"/>
                <a:gd name="T17" fmla="*/ 235 h 256"/>
                <a:gd name="T18" fmla="*/ 43 w 236"/>
                <a:gd name="T19" fmla="*/ 245 h 256"/>
                <a:gd name="T20" fmla="*/ 54 w 236"/>
                <a:gd name="T21" fmla="*/ 256 h 256"/>
                <a:gd name="T22" fmla="*/ 182 w 236"/>
                <a:gd name="T23" fmla="*/ 256 h 256"/>
                <a:gd name="T24" fmla="*/ 193 w 236"/>
                <a:gd name="T25" fmla="*/ 245 h 256"/>
                <a:gd name="T26" fmla="*/ 182 w 236"/>
                <a:gd name="T27" fmla="*/ 235 h 256"/>
                <a:gd name="T28" fmla="*/ 129 w 236"/>
                <a:gd name="T29" fmla="*/ 235 h 256"/>
                <a:gd name="T30" fmla="*/ 129 w 236"/>
                <a:gd name="T31" fmla="*/ 122 h 256"/>
                <a:gd name="T32" fmla="*/ 232 w 236"/>
                <a:gd name="T33" fmla="*/ 18 h 256"/>
                <a:gd name="T34" fmla="*/ 199 w 236"/>
                <a:gd name="T35" fmla="*/ 21 h 256"/>
                <a:gd name="T36" fmla="*/ 118 w 236"/>
                <a:gd name="T37" fmla="*/ 102 h 256"/>
                <a:gd name="T38" fmla="*/ 37 w 236"/>
                <a:gd name="T39" fmla="*/ 21 h 256"/>
                <a:gd name="T40" fmla="*/ 199 w 236"/>
                <a:gd name="T41" fmla="*/ 2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6" h="256">
                  <a:moveTo>
                    <a:pt x="232" y="18"/>
                  </a:moveTo>
                  <a:cubicBezTo>
                    <a:pt x="235" y="15"/>
                    <a:pt x="236" y="11"/>
                    <a:pt x="235" y="7"/>
                  </a:cubicBezTo>
                  <a:cubicBezTo>
                    <a:pt x="233" y="3"/>
                    <a:pt x="229" y="0"/>
                    <a:pt x="225" y="0"/>
                  </a:cubicBezTo>
                  <a:cubicBezTo>
                    <a:pt x="11" y="0"/>
                    <a:pt x="11" y="0"/>
                    <a:pt x="11" y="0"/>
                  </a:cubicBezTo>
                  <a:cubicBezTo>
                    <a:pt x="7" y="0"/>
                    <a:pt x="3" y="3"/>
                    <a:pt x="1" y="7"/>
                  </a:cubicBezTo>
                  <a:cubicBezTo>
                    <a:pt x="0" y="11"/>
                    <a:pt x="1" y="15"/>
                    <a:pt x="4" y="18"/>
                  </a:cubicBezTo>
                  <a:cubicBezTo>
                    <a:pt x="107" y="122"/>
                    <a:pt x="107" y="122"/>
                    <a:pt x="107" y="122"/>
                  </a:cubicBezTo>
                  <a:cubicBezTo>
                    <a:pt x="107" y="235"/>
                    <a:pt x="107" y="235"/>
                    <a:pt x="107" y="235"/>
                  </a:cubicBezTo>
                  <a:cubicBezTo>
                    <a:pt x="54" y="235"/>
                    <a:pt x="54" y="235"/>
                    <a:pt x="54" y="235"/>
                  </a:cubicBezTo>
                  <a:cubicBezTo>
                    <a:pt x="48" y="235"/>
                    <a:pt x="43" y="239"/>
                    <a:pt x="43" y="245"/>
                  </a:cubicBezTo>
                  <a:cubicBezTo>
                    <a:pt x="43" y="251"/>
                    <a:pt x="48" y="256"/>
                    <a:pt x="54" y="256"/>
                  </a:cubicBezTo>
                  <a:cubicBezTo>
                    <a:pt x="182" y="256"/>
                    <a:pt x="182" y="256"/>
                    <a:pt x="182" y="256"/>
                  </a:cubicBezTo>
                  <a:cubicBezTo>
                    <a:pt x="188" y="256"/>
                    <a:pt x="193" y="251"/>
                    <a:pt x="193" y="245"/>
                  </a:cubicBezTo>
                  <a:cubicBezTo>
                    <a:pt x="193" y="239"/>
                    <a:pt x="188" y="235"/>
                    <a:pt x="182" y="235"/>
                  </a:cubicBezTo>
                  <a:cubicBezTo>
                    <a:pt x="129" y="235"/>
                    <a:pt x="129" y="235"/>
                    <a:pt x="129" y="235"/>
                  </a:cubicBezTo>
                  <a:cubicBezTo>
                    <a:pt x="129" y="122"/>
                    <a:pt x="129" y="122"/>
                    <a:pt x="129" y="122"/>
                  </a:cubicBezTo>
                  <a:lnTo>
                    <a:pt x="232" y="18"/>
                  </a:lnTo>
                  <a:close/>
                  <a:moveTo>
                    <a:pt x="199" y="21"/>
                  </a:moveTo>
                  <a:cubicBezTo>
                    <a:pt x="118" y="102"/>
                    <a:pt x="118" y="102"/>
                    <a:pt x="118" y="102"/>
                  </a:cubicBezTo>
                  <a:cubicBezTo>
                    <a:pt x="37" y="21"/>
                    <a:pt x="37" y="21"/>
                    <a:pt x="37" y="21"/>
                  </a:cubicBezTo>
                  <a:lnTo>
                    <a:pt x="199"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101" name="Group 17"/>
          <p:cNvGrpSpPr>
            <a:grpSpLocks noChangeAspect="1"/>
          </p:cNvGrpSpPr>
          <p:nvPr/>
        </p:nvGrpSpPr>
        <p:grpSpPr bwMode="auto">
          <a:xfrm>
            <a:off x="4086834" y="1770005"/>
            <a:ext cx="487448" cy="487445"/>
            <a:chOff x="2387" y="1141"/>
            <a:chExt cx="340" cy="340"/>
          </a:xfrm>
          <a:solidFill>
            <a:schemeClr val="bg1"/>
          </a:solidFill>
        </p:grpSpPr>
        <p:sp>
          <p:nvSpPr>
            <p:cNvPr id="102" name="Freeform 18"/>
            <p:cNvSpPr>
              <a:spLocks/>
            </p:cNvSpPr>
            <p:nvPr/>
          </p:nvSpPr>
          <p:spPr bwMode="auto">
            <a:xfrm>
              <a:off x="2479" y="1211"/>
              <a:ext cx="35" cy="65"/>
            </a:xfrm>
            <a:custGeom>
              <a:avLst/>
              <a:gdLst>
                <a:gd name="T0" fmla="*/ 18 w 53"/>
                <a:gd name="T1" fmla="*/ 81 h 98"/>
                <a:gd name="T2" fmla="*/ 20 w 53"/>
                <a:gd name="T3" fmla="*/ 96 h 98"/>
                <a:gd name="T4" fmla="*/ 26 w 53"/>
                <a:gd name="T5" fmla="*/ 98 h 98"/>
                <a:gd name="T6" fmla="*/ 35 w 53"/>
                <a:gd name="T7" fmla="*/ 94 h 98"/>
                <a:gd name="T8" fmla="*/ 35 w 53"/>
                <a:gd name="T9" fmla="*/ 43 h 98"/>
                <a:gd name="T10" fmla="*/ 34 w 53"/>
                <a:gd name="T11" fmla="*/ 19 h 98"/>
                <a:gd name="T12" fmla="*/ 33 w 53"/>
                <a:gd name="T13" fmla="*/ 4 h 98"/>
                <a:gd name="T14" fmla="*/ 18 w 53"/>
                <a:gd name="T15" fmla="*/ 5 h 98"/>
                <a:gd name="T16" fmla="*/ 17 w 53"/>
                <a:gd name="T17" fmla="*/ 55 h 98"/>
                <a:gd name="T18" fmla="*/ 18 w 53"/>
                <a:gd name="T19" fmla="*/ 8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8">
                  <a:moveTo>
                    <a:pt x="18" y="81"/>
                  </a:moveTo>
                  <a:cubicBezTo>
                    <a:pt x="14" y="85"/>
                    <a:pt x="15" y="92"/>
                    <a:pt x="20" y="96"/>
                  </a:cubicBezTo>
                  <a:cubicBezTo>
                    <a:pt x="22" y="97"/>
                    <a:pt x="24" y="98"/>
                    <a:pt x="26" y="98"/>
                  </a:cubicBezTo>
                  <a:cubicBezTo>
                    <a:pt x="29" y="98"/>
                    <a:pt x="33" y="97"/>
                    <a:pt x="35" y="94"/>
                  </a:cubicBezTo>
                  <a:cubicBezTo>
                    <a:pt x="35" y="93"/>
                    <a:pt x="53" y="71"/>
                    <a:pt x="35" y="43"/>
                  </a:cubicBezTo>
                  <a:cubicBezTo>
                    <a:pt x="27" y="29"/>
                    <a:pt x="34" y="20"/>
                    <a:pt x="34" y="19"/>
                  </a:cubicBezTo>
                  <a:cubicBezTo>
                    <a:pt x="38" y="14"/>
                    <a:pt x="38" y="8"/>
                    <a:pt x="33" y="4"/>
                  </a:cubicBezTo>
                  <a:cubicBezTo>
                    <a:pt x="29" y="0"/>
                    <a:pt x="22" y="1"/>
                    <a:pt x="18" y="5"/>
                  </a:cubicBezTo>
                  <a:cubicBezTo>
                    <a:pt x="18" y="6"/>
                    <a:pt x="0" y="27"/>
                    <a:pt x="17" y="55"/>
                  </a:cubicBezTo>
                  <a:cubicBezTo>
                    <a:pt x="26" y="69"/>
                    <a:pt x="19" y="80"/>
                    <a:pt x="18" y="8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03" name="Freeform 19"/>
            <p:cNvSpPr>
              <a:spLocks/>
            </p:cNvSpPr>
            <p:nvPr/>
          </p:nvSpPr>
          <p:spPr bwMode="auto">
            <a:xfrm>
              <a:off x="2528" y="1211"/>
              <a:ext cx="35" cy="65"/>
            </a:xfrm>
            <a:custGeom>
              <a:avLst/>
              <a:gdLst>
                <a:gd name="T0" fmla="*/ 19 w 53"/>
                <a:gd name="T1" fmla="*/ 81 h 98"/>
                <a:gd name="T2" fmla="*/ 20 w 53"/>
                <a:gd name="T3" fmla="*/ 96 h 98"/>
                <a:gd name="T4" fmla="*/ 27 w 53"/>
                <a:gd name="T5" fmla="*/ 98 h 98"/>
                <a:gd name="T6" fmla="*/ 35 w 53"/>
                <a:gd name="T7" fmla="*/ 94 h 98"/>
                <a:gd name="T8" fmla="*/ 36 w 53"/>
                <a:gd name="T9" fmla="*/ 43 h 98"/>
                <a:gd name="T10" fmla="*/ 35 w 53"/>
                <a:gd name="T11" fmla="*/ 19 h 98"/>
                <a:gd name="T12" fmla="*/ 34 w 53"/>
                <a:gd name="T13" fmla="*/ 4 h 98"/>
                <a:gd name="T14" fmla="*/ 19 w 53"/>
                <a:gd name="T15" fmla="*/ 5 h 98"/>
                <a:gd name="T16" fmla="*/ 18 w 53"/>
                <a:gd name="T17" fmla="*/ 55 h 98"/>
                <a:gd name="T18" fmla="*/ 19 w 53"/>
                <a:gd name="T19" fmla="*/ 8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8">
                  <a:moveTo>
                    <a:pt x="19" y="81"/>
                  </a:moveTo>
                  <a:cubicBezTo>
                    <a:pt x="15" y="85"/>
                    <a:pt x="16" y="92"/>
                    <a:pt x="20" y="96"/>
                  </a:cubicBezTo>
                  <a:cubicBezTo>
                    <a:pt x="22" y="97"/>
                    <a:pt x="25" y="98"/>
                    <a:pt x="27" y="98"/>
                  </a:cubicBezTo>
                  <a:cubicBezTo>
                    <a:pt x="30" y="98"/>
                    <a:pt x="33" y="97"/>
                    <a:pt x="35" y="94"/>
                  </a:cubicBezTo>
                  <a:cubicBezTo>
                    <a:pt x="36" y="93"/>
                    <a:pt x="53" y="71"/>
                    <a:pt x="36" y="43"/>
                  </a:cubicBezTo>
                  <a:cubicBezTo>
                    <a:pt x="27" y="29"/>
                    <a:pt x="34" y="20"/>
                    <a:pt x="35" y="19"/>
                  </a:cubicBezTo>
                  <a:cubicBezTo>
                    <a:pt x="39" y="14"/>
                    <a:pt x="38" y="8"/>
                    <a:pt x="34" y="4"/>
                  </a:cubicBezTo>
                  <a:cubicBezTo>
                    <a:pt x="30" y="0"/>
                    <a:pt x="23" y="1"/>
                    <a:pt x="19" y="5"/>
                  </a:cubicBezTo>
                  <a:cubicBezTo>
                    <a:pt x="18" y="6"/>
                    <a:pt x="0" y="27"/>
                    <a:pt x="18" y="55"/>
                  </a:cubicBezTo>
                  <a:cubicBezTo>
                    <a:pt x="27" y="69"/>
                    <a:pt x="19" y="80"/>
                    <a:pt x="19" y="8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04" name="Freeform 20"/>
            <p:cNvSpPr>
              <a:spLocks/>
            </p:cNvSpPr>
            <p:nvPr/>
          </p:nvSpPr>
          <p:spPr bwMode="auto">
            <a:xfrm>
              <a:off x="2578" y="1211"/>
              <a:ext cx="35" cy="65"/>
            </a:xfrm>
            <a:custGeom>
              <a:avLst/>
              <a:gdLst>
                <a:gd name="T0" fmla="*/ 18 w 53"/>
                <a:gd name="T1" fmla="*/ 81 h 98"/>
                <a:gd name="T2" fmla="*/ 20 w 53"/>
                <a:gd name="T3" fmla="*/ 96 h 98"/>
                <a:gd name="T4" fmla="*/ 27 w 53"/>
                <a:gd name="T5" fmla="*/ 98 h 98"/>
                <a:gd name="T6" fmla="*/ 35 w 53"/>
                <a:gd name="T7" fmla="*/ 94 h 98"/>
                <a:gd name="T8" fmla="*/ 36 w 53"/>
                <a:gd name="T9" fmla="*/ 43 h 98"/>
                <a:gd name="T10" fmla="*/ 35 w 53"/>
                <a:gd name="T11" fmla="*/ 19 h 98"/>
                <a:gd name="T12" fmla="*/ 34 w 53"/>
                <a:gd name="T13" fmla="*/ 4 h 98"/>
                <a:gd name="T14" fmla="*/ 19 w 53"/>
                <a:gd name="T15" fmla="*/ 5 h 98"/>
                <a:gd name="T16" fmla="*/ 18 w 53"/>
                <a:gd name="T17" fmla="*/ 55 h 98"/>
                <a:gd name="T18" fmla="*/ 18 w 53"/>
                <a:gd name="T19" fmla="*/ 8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98">
                  <a:moveTo>
                    <a:pt x="18" y="81"/>
                  </a:moveTo>
                  <a:cubicBezTo>
                    <a:pt x="15" y="85"/>
                    <a:pt x="15" y="92"/>
                    <a:pt x="20" y="96"/>
                  </a:cubicBezTo>
                  <a:cubicBezTo>
                    <a:pt x="22" y="97"/>
                    <a:pt x="24" y="98"/>
                    <a:pt x="27" y="98"/>
                  </a:cubicBezTo>
                  <a:cubicBezTo>
                    <a:pt x="30" y="98"/>
                    <a:pt x="33" y="97"/>
                    <a:pt x="35" y="94"/>
                  </a:cubicBezTo>
                  <a:cubicBezTo>
                    <a:pt x="36" y="93"/>
                    <a:pt x="53" y="71"/>
                    <a:pt x="36" y="43"/>
                  </a:cubicBezTo>
                  <a:cubicBezTo>
                    <a:pt x="27" y="29"/>
                    <a:pt x="34" y="20"/>
                    <a:pt x="35" y="19"/>
                  </a:cubicBezTo>
                  <a:cubicBezTo>
                    <a:pt x="39" y="14"/>
                    <a:pt x="38" y="8"/>
                    <a:pt x="34" y="4"/>
                  </a:cubicBezTo>
                  <a:cubicBezTo>
                    <a:pt x="29" y="0"/>
                    <a:pt x="23" y="1"/>
                    <a:pt x="19" y="5"/>
                  </a:cubicBezTo>
                  <a:cubicBezTo>
                    <a:pt x="18" y="6"/>
                    <a:pt x="0" y="27"/>
                    <a:pt x="18" y="55"/>
                  </a:cubicBezTo>
                  <a:cubicBezTo>
                    <a:pt x="27" y="69"/>
                    <a:pt x="19" y="80"/>
                    <a:pt x="18" y="8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05" name="Freeform 21"/>
            <p:cNvSpPr>
              <a:spLocks noEditPoints="1"/>
            </p:cNvSpPr>
            <p:nvPr/>
          </p:nvSpPr>
          <p:spPr bwMode="auto">
            <a:xfrm>
              <a:off x="2465" y="1290"/>
              <a:ext cx="198" cy="113"/>
            </a:xfrm>
            <a:custGeom>
              <a:avLst/>
              <a:gdLst>
                <a:gd name="T0" fmla="*/ 238 w 299"/>
                <a:gd name="T1" fmla="*/ 79 h 170"/>
                <a:gd name="T2" fmla="*/ 263 w 299"/>
                <a:gd name="T3" fmla="*/ 90 h 170"/>
                <a:gd name="T4" fmla="*/ 299 w 299"/>
                <a:gd name="T5" fmla="*/ 55 h 170"/>
                <a:gd name="T6" fmla="*/ 263 w 299"/>
                <a:gd name="T7" fmla="*/ 19 h 170"/>
                <a:gd name="T8" fmla="*/ 245 w 299"/>
                <a:gd name="T9" fmla="*/ 24 h 170"/>
                <a:gd name="T10" fmla="*/ 245 w 299"/>
                <a:gd name="T11" fmla="*/ 10 h 170"/>
                <a:gd name="T12" fmla="*/ 235 w 299"/>
                <a:gd name="T13" fmla="*/ 0 h 170"/>
                <a:gd name="T14" fmla="*/ 11 w 299"/>
                <a:gd name="T15" fmla="*/ 0 h 170"/>
                <a:gd name="T16" fmla="*/ 0 w 299"/>
                <a:gd name="T17" fmla="*/ 10 h 170"/>
                <a:gd name="T18" fmla="*/ 0 w 299"/>
                <a:gd name="T19" fmla="*/ 35 h 170"/>
                <a:gd name="T20" fmla="*/ 73 w 299"/>
                <a:gd name="T21" fmla="*/ 149 h 170"/>
                <a:gd name="T22" fmla="*/ 11 w 299"/>
                <a:gd name="T23" fmla="*/ 149 h 170"/>
                <a:gd name="T24" fmla="*/ 0 w 299"/>
                <a:gd name="T25" fmla="*/ 160 h 170"/>
                <a:gd name="T26" fmla="*/ 11 w 299"/>
                <a:gd name="T27" fmla="*/ 170 h 170"/>
                <a:gd name="T28" fmla="*/ 267 w 299"/>
                <a:gd name="T29" fmla="*/ 170 h 170"/>
                <a:gd name="T30" fmla="*/ 277 w 299"/>
                <a:gd name="T31" fmla="*/ 160 h 170"/>
                <a:gd name="T32" fmla="*/ 267 w 299"/>
                <a:gd name="T33" fmla="*/ 149 h 170"/>
                <a:gd name="T34" fmla="*/ 173 w 299"/>
                <a:gd name="T35" fmla="*/ 149 h 170"/>
                <a:gd name="T36" fmla="*/ 238 w 299"/>
                <a:gd name="T37" fmla="*/ 79 h 170"/>
                <a:gd name="T38" fmla="*/ 263 w 299"/>
                <a:gd name="T39" fmla="*/ 41 h 170"/>
                <a:gd name="T40" fmla="*/ 277 w 299"/>
                <a:gd name="T41" fmla="*/ 55 h 170"/>
                <a:gd name="T42" fmla="*/ 263 w 299"/>
                <a:gd name="T43" fmla="*/ 69 h 170"/>
                <a:gd name="T44" fmla="*/ 249 w 299"/>
                <a:gd name="T45" fmla="*/ 55 h 170"/>
                <a:gd name="T46" fmla="*/ 263 w 299"/>
                <a:gd name="T47" fmla="*/ 41 h 170"/>
                <a:gd name="T48" fmla="*/ 123 w 299"/>
                <a:gd name="T49" fmla="*/ 138 h 170"/>
                <a:gd name="T50" fmla="*/ 21 w 299"/>
                <a:gd name="T51" fmla="*/ 35 h 170"/>
                <a:gd name="T52" fmla="*/ 21 w 299"/>
                <a:gd name="T53" fmla="*/ 21 h 170"/>
                <a:gd name="T54" fmla="*/ 224 w 299"/>
                <a:gd name="T55" fmla="*/ 21 h 170"/>
                <a:gd name="T56" fmla="*/ 224 w 299"/>
                <a:gd name="T57" fmla="*/ 35 h 170"/>
                <a:gd name="T58" fmla="*/ 123 w 299"/>
                <a:gd name="T59" fmla="*/ 13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9" h="170">
                  <a:moveTo>
                    <a:pt x="238" y="79"/>
                  </a:moveTo>
                  <a:cubicBezTo>
                    <a:pt x="244" y="86"/>
                    <a:pt x="253" y="90"/>
                    <a:pt x="263" y="90"/>
                  </a:cubicBezTo>
                  <a:cubicBezTo>
                    <a:pt x="283" y="90"/>
                    <a:pt x="299" y="74"/>
                    <a:pt x="299" y="55"/>
                  </a:cubicBezTo>
                  <a:cubicBezTo>
                    <a:pt x="299" y="35"/>
                    <a:pt x="283" y="19"/>
                    <a:pt x="263" y="19"/>
                  </a:cubicBezTo>
                  <a:cubicBezTo>
                    <a:pt x="257" y="19"/>
                    <a:pt x="251" y="21"/>
                    <a:pt x="245" y="24"/>
                  </a:cubicBezTo>
                  <a:cubicBezTo>
                    <a:pt x="245" y="10"/>
                    <a:pt x="245" y="10"/>
                    <a:pt x="245" y="10"/>
                  </a:cubicBezTo>
                  <a:cubicBezTo>
                    <a:pt x="245" y="4"/>
                    <a:pt x="241" y="0"/>
                    <a:pt x="235" y="0"/>
                  </a:cubicBezTo>
                  <a:cubicBezTo>
                    <a:pt x="11" y="0"/>
                    <a:pt x="11" y="0"/>
                    <a:pt x="11" y="0"/>
                  </a:cubicBezTo>
                  <a:cubicBezTo>
                    <a:pt x="5" y="0"/>
                    <a:pt x="0" y="4"/>
                    <a:pt x="0" y="10"/>
                  </a:cubicBezTo>
                  <a:cubicBezTo>
                    <a:pt x="0" y="35"/>
                    <a:pt x="0" y="35"/>
                    <a:pt x="0" y="35"/>
                  </a:cubicBezTo>
                  <a:cubicBezTo>
                    <a:pt x="0" y="87"/>
                    <a:pt x="30" y="130"/>
                    <a:pt x="73" y="149"/>
                  </a:cubicBezTo>
                  <a:cubicBezTo>
                    <a:pt x="11" y="149"/>
                    <a:pt x="11" y="149"/>
                    <a:pt x="11" y="149"/>
                  </a:cubicBezTo>
                  <a:cubicBezTo>
                    <a:pt x="5" y="149"/>
                    <a:pt x="0" y="154"/>
                    <a:pt x="0" y="160"/>
                  </a:cubicBezTo>
                  <a:cubicBezTo>
                    <a:pt x="0" y="166"/>
                    <a:pt x="5" y="170"/>
                    <a:pt x="11" y="170"/>
                  </a:cubicBezTo>
                  <a:cubicBezTo>
                    <a:pt x="267" y="170"/>
                    <a:pt x="267" y="170"/>
                    <a:pt x="267" y="170"/>
                  </a:cubicBezTo>
                  <a:cubicBezTo>
                    <a:pt x="273" y="170"/>
                    <a:pt x="277" y="166"/>
                    <a:pt x="277" y="160"/>
                  </a:cubicBezTo>
                  <a:cubicBezTo>
                    <a:pt x="277" y="154"/>
                    <a:pt x="273" y="149"/>
                    <a:pt x="267" y="149"/>
                  </a:cubicBezTo>
                  <a:cubicBezTo>
                    <a:pt x="173" y="149"/>
                    <a:pt x="173" y="149"/>
                    <a:pt x="173" y="149"/>
                  </a:cubicBezTo>
                  <a:cubicBezTo>
                    <a:pt x="203" y="136"/>
                    <a:pt x="226" y="111"/>
                    <a:pt x="238" y="79"/>
                  </a:cubicBezTo>
                  <a:close/>
                  <a:moveTo>
                    <a:pt x="263" y="41"/>
                  </a:moveTo>
                  <a:cubicBezTo>
                    <a:pt x="271" y="41"/>
                    <a:pt x="277" y="47"/>
                    <a:pt x="277" y="55"/>
                  </a:cubicBezTo>
                  <a:cubicBezTo>
                    <a:pt x="277" y="62"/>
                    <a:pt x="271" y="69"/>
                    <a:pt x="263" y="69"/>
                  </a:cubicBezTo>
                  <a:cubicBezTo>
                    <a:pt x="255" y="69"/>
                    <a:pt x="249" y="62"/>
                    <a:pt x="249" y="55"/>
                  </a:cubicBezTo>
                  <a:cubicBezTo>
                    <a:pt x="249" y="47"/>
                    <a:pt x="255" y="41"/>
                    <a:pt x="263" y="41"/>
                  </a:cubicBezTo>
                  <a:close/>
                  <a:moveTo>
                    <a:pt x="123" y="138"/>
                  </a:moveTo>
                  <a:cubicBezTo>
                    <a:pt x="66" y="138"/>
                    <a:pt x="21" y="93"/>
                    <a:pt x="21" y="35"/>
                  </a:cubicBezTo>
                  <a:cubicBezTo>
                    <a:pt x="21" y="21"/>
                    <a:pt x="21" y="21"/>
                    <a:pt x="21" y="21"/>
                  </a:cubicBezTo>
                  <a:cubicBezTo>
                    <a:pt x="224" y="21"/>
                    <a:pt x="224" y="21"/>
                    <a:pt x="224" y="21"/>
                  </a:cubicBezTo>
                  <a:cubicBezTo>
                    <a:pt x="224" y="35"/>
                    <a:pt x="224" y="35"/>
                    <a:pt x="224" y="35"/>
                  </a:cubicBezTo>
                  <a:cubicBezTo>
                    <a:pt x="224" y="93"/>
                    <a:pt x="179" y="138"/>
                    <a:pt x="123" y="13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06" name="Freeform 22"/>
            <p:cNvSpPr>
              <a:spLocks noEditPoints="1"/>
            </p:cNvSpPr>
            <p:nvPr/>
          </p:nvSpPr>
          <p:spPr bwMode="auto">
            <a:xfrm>
              <a:off x="2387" y="114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107" name="Group 106"/>
          <p:cNvGrpSpPr>
            <a:grpSpLocks noChangeAspect="1"/>
          </p:cNvGrpSpPr>
          <p:nvPr/>
        </p:nvGrpSpPr>
        <p:grpSpPr bwMode="auto">
          <a:xfrm>
            <a:off x="4766576" y="4623125"/>
            <a:ext cx="487913" cy="487913"/>
            <a:chOff x="4112" y="2773"/>
            <a:chExt cx="340" cy="340"/>
          </a:xfrm>
          <a:solidFill>
            <a:schemeClr val="bg1"/>
          </a:solidFill>
        </p:grpSpPr>
        <p:sp>
          <p:nvSpPr>
            <p:cNvPr id="108" name="Freeform 475"/>
            <p:cNvSpPr>
              <a:spLocks noEditPoints="1"/>
            </p:cNvSpPr>
            <p:nvPr/>
          </p:nvSpPr>
          <p:spPr bwMode="auto">
            <a:xfrm>
              <a:off x="4112" y="277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09" name="Freeform 476"/>
            <p:cNvSpPr>
              <a:spLocks noEditPoints="1"/>
            </p:cNvSpPr>
            <p:nvPr/>
          </p:nvSpPr>
          <p:spPr bwMode="auto">
            <a:xfrm>
              <a:off x="4217" y="2851"/>
              <a:ext cx="129" cy="184"/>
            </a:xfrm>
            <a:custGeom>
              <a:avLst/>
              <a:gdLst>
                <a:gd name="T0" fmla="*/ 185 w 195"/>
                <a:gd name="T1" fmla="*/ 39 h 277"/>
                <a:gd name="T2" fmla="*/ 187 w 195"/>
                <a:gd name="T3" fmla="*/ 11 h 277"/>
                <a:gd name="T4" fmla="*/ 184 w 195"/>
                <a:gd name="T5" fmla="*/ 3 h 277"/>
                <a:gd name="T6" fmla="*/ 176 w 195"/>
                <a:gd name="T7" fmla="*/ 0 h 277"/>
                <a:gd name="T8" fmla="*/ 19 w 195"/>
                <a:gd name="T9" fmla="*/ 0 h 277"/>
                <a:gd name="T10" fmla="*/ 11 w 195"/>
                <a:gd name="T11" fmla="*/ 3 h 277"/>
                <a:gd name="T12" fmla="*/ 9 w 195"/>
                <a:gd name="T13" fmla="*/ 11 h 277"/>
                <a:gd name="T14" fmla="*/ 11 w 195"/>
                <a:gd name="T15" fmla="*/ 39 h 277"/>
                <a:gd name="T16" fmla="*/ 3 w 195"/>
                <a:gd name="T17" fmla="*/ 80 h 277"/>
                <a:gd name="T18" fmla="*/ 16 w 195"/>
                <a:gd name="T19" fmla="*/ 107 h 277"/>
                <a:gd name="T20" fmla="*/ 28 w 195"/>
                <a:gd name="T21" fmla="*/ 267 h 277"/>
                <a:gd name="T22" fmla="*/ 38 w 195"/>
                <a:gd name="T23" fmla="*/ 277 h 277"/>
                <a:gd name="T24" fmla="*/ 157 w 195"/>
                <a:gd name="T25" fmla="*/ 277 h 277"/>
                <a:gd name="T26" fmla="*/ 168 w 195"/>
                <a:gd name="T27" fmla="*/ 267 h 277"/>
                <a:gd name="T28" fmla="*/ 180 w 195"/>
                <a:gd name="T29" fmla="*/ 107 h 277"/>
                <a:gd name="T30" fmla="*/ 193 w 195"/>
                <a:gd name="T31" fmla="*/ 80 h 277"/>
                <a:gd name="T32" fmla="*/ 185 w 195"/>
                <a:gd name="T33" fmla="*/ 39 h 277"/>
                <a:gd name="T34" fmla="*/ 31 w 195"/>
                <a:gd name="T35" fmla="*/ 21 h 277"/>
                <a:gd name="T36" fmla="*/ 165 w 195"/>
                <a:gd name="T37" fmla="*/ 21 h 277"/>
                <a:gd name="T38" fmla="*/ 163 w 195"/>
                <a:gd name="T39" fmla="*/ 42 h 277"/>
                <a:gd name="T40" fmla="*/ 166 w 195"/>
                <a:gd name="T41" fmla="*/ 50 h 277"/>
                <a:gd name="T42" fmla="*/ 172 w 195"/>
                <a:gd name="T43" fmla="*/ 64 h 277"/>
                <a:gd name="T44" fmla="*/ 24 w 195"/>
                <a:gd name="T45" fmla="*/ 64 h 277"/>
                <a:gd name="T46" fmla="*/ 30 w 195"/>
                <a:gd name="T47" fmla="*/ 50 h 277"/>
                <a:gd name="T48" fmla="*/ 32 w 195"/>
                <a:gd name="T49" fmla="*/ 42 h 277"/>
                <a:gd name="T50" fmla="*/ 31 w 195"/>
                <a:gd name="T51" fmla="*/ 21 h 277"/>
                <a:gd name="T52" fmla="*/ 162 w 195"/>
                <a:gd name="T53" fmla="*/ 94 h 277"/>
                <a:gd name="T54" fmla="*/ 159 w 195"/>
                <a:gd name="T55" fmla="*/ 101 h 277"/>
                <a:gd name="T56" fmla="*/ 147 w 195"/>
                <a:gd name="T57" fmla="*/ 256 h 277"/>
                <a:gd name="T58" fmla="*/ 48 w 195"/>
                <a:gd name="T59" fmla="*/ 256 h 277"/>
                <a:gd name="T60" fmla="*/ 37 w 195"/>
                <a:gd name="T61" fmla="*/ 101 h 277"/>
                <a:gd name="T62" fmla="*/ 33 w 195"/>
                <a:gd name="T63" fmla="*/ 94 h 277"/>
                <a:gd name="T64" fmla="*/ 27 w 195"/>
                <a:gd name="T65" fmla="*/ 85 h 277"/>
                <a:gd name="T66" fmla="*/ 169 w 195"/>
                <a:gd name="T67" fmla="*/ 85 h 277"/>
                <a:gd name="T68" fmla="*/ 162 w 195"/>
                <a:gd name="T69" fmla="*/ 94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5" h="277">
                  <a:moveTo>
                    <a:pt x="185" y="39"/>
                  </a:moveTo>
                  <a:cubicBezTo>
                    <a:pt x="187" y="11"/>
                    <a:pt x="187" y="11"/>
                    <a:pt x="187" y="11"/>
                  </a:cubicBezTo>
                  <a:cubicBezTo>
                    <a:pt x="187" y="9"/>
                    <a:pt x="186" y="6"/>
                    <a:pt x="184" y="3"/>
                  </a:cubicBezTo>
                  <a:cubicBezTo>
                    <a:pt x="182" y="1"/>
                    <a:pt x="179" y="0"/>
                    <a:pt x="176" y="0"/>
                  </a:cubicBezTo>
                  <a:cubicBezTo>
                    <a:pt x="19" y="0"/>
                    <a:pt x="19" y="0"/>
                    <a:pt x="19" y="0"/>
                  </a:cubicBezTo>
                  <a:cubicBezTo>
                    <a:pt x="16" y="0"/>
                    <a:pt x="13" y="1"/>
                    <a:pt x="11" y="3"/>
                  </a:cubicBezTo>
                  <a:cubicBezTo>
                    <a:pt x="9" y="6"/>
                    <a:pt x="8" y="9"/>
                    <a:pt x="9" y="11"/>
                  </a:cubicBezTo>
                  <a:cubicBezTo>
                    <a:pt x="11" y="39"/>
                    <a:pt x="11" y="39"/>
                    <a:pt x="11" y="39"/>
                  </a:cubicBezTo>
                  <a:cubicBezTo>
                    <a:pt x="3" y="50"/>
                    <a:pt x="0" y="65"/>
                    <a:pt x="3" y="80"/>
                  </a:cubicBezTo>
                  <a:cubicBezTo>
                    <a:pt x="5" y="90"/>
                    <a:pt x="9" y="100"/>
                    <a:pt x="16" y="107"/>
                  </a:cubicBezTo>
                  <a:cubicBezTo>
                    <a:pt x="28" y="267"/>
                    <a:pt x="28" y="267"/>
                    <a:pt x="28" y="267"/>
                  </a:cubicBezTo>
                  <a:cubicBezTo>
                    <a:pt x="28" y="273"/>
                    <a:pt x="33" y="277"/>
                    <a:pt x="38" y="277"/>
                  </a:cubicBezTo>
                  <a:cubicBezTo>
                    <a:pt x="157" y="277"/>
                    <a:pt x="157" y="277"/>
                    <a:pt x="157" y="277"/>
                  </a:cubicBezTo>
                  <a:cubicBezTo>
                    <a:pt x="162" y="277"/>
                    <a:pt x="167" y="273"/>
                    <a:pt x="168" y="267"/>
                  </a:cubicBezTo>
                  <a:cubicBezTo>
                    <a:pt x="180" y="107"/>
                    <a:pt x="180" y="107"/>
                    <a:pt x="180" y="107"/>
                  </a:cubicBezTo>
                  <a:cubicBezTo>
                    <a:pt x="186" y="100"/>
                    <a:pt x="191" y="90"/>
                    <a:pt x="193" y="80"/>
                  </a:cubicBezTo>
                  <a:cubicBezTo>
                    <a:pt x="195" y="65"/>
                    <a:pt x="192" y="50"/>
                    <a:pt x="185" y="39"/>
                  </a:cubicBezTo>
                  <a:close/>
                  <a:moveTo>
                    <a:pt x="31" y="21"/>
                  </a:moveTo>
                  <a:cubicBezTo>
                    <a:pt x="165" y="21"/>
                    <a:pt x="165" y="21"/>
                    <a:pt x="165" y="21"/>
                  </a:cubicBezTo>
                  <a:cubicBezTo>
                    <a:pt x="163" y="42"/>
                    <a:pt x="163" y="42"/>
                    <a:pt x="163" y="42"/>
                  </a:cubicBezTo>
                  <a:cubicBezTo>
                    <a:pt x="163" y="45"/>
                    <a:pt x="164" y="48"/>
                    <a:pt x="166" y="50"/>
                  </a:cubicBezTo>
                  <a:cubicBezTo>
                    <a:pt x="169" y="53"/>
                    <a:pt x="171" y="58"/>
                    <a:pt x="172" y="64"/>
                  </a:cubicBezTo>
                  <a:cubicBezTo>
                    <a:pt x="24" y="64"/>
                    <a:pt x="24" y="64"/>
                    <a:pt x="24" y="64"/>
                  </a:cubicBezTo>
                  <a:cubicBezTo>
                    <a:pt x="24" y="58"/>
                    <a:pt x="26" y="53"/>
                    <a:pt x="30" y="50"/>
                  </a:cubicBezTo>
                  <a:cubicBezTo>
                    <a:pt x="31" y="48"/>
                    <a:pt x="32" y="45"/>
                    <a:pt x="32" y="42"/>
                  </a:cubicBezTo>
                  <a:lnTo>
                    <a:pt x="31" y="21"/>
                  </a:lnTo>
                  <a:close/>
                  <a:moveTo>
                    <a:pt x="162" y="94"/>
                  </a:moveTo>
                  <a:cubicBezTo>
                    <a:pt x="160" y="96"/>
                    <a:pt x="159" y="98"/>
                    <a:pt x="159" y="101"/>
                  </a:cubicBezTo>
                  <a:cubicBezTo>
                    <a:pt x="147" y="256"/>
                    <a:pt x="147" y="256"/>
                    <a:pt x="147" y="256"/>
                  </a:cubicBezTo>
                  <a:cubicBezTo>
                    <a:pt x="48" y="256"/>
                    <a:pt x="48" y="256"/>
                    <a:pt x="48" y="256"/>
                  </a:cubicBezTo>
                  <a:cubicBezTo>
                    <a:pt x="37" y="101"/>
                    <a:pt x="37" y="101"/>
                    <a:pt x="37" y="101"/>
                  </a:cubicBezTo>
                  <a:cubicBezTo>
                    <a:pt x="36" y="98"/>
                    <a:pt x="35" y="96"/>
                    <a:pt x="33" y="94"/>
                  </a:cubicBezTo>
                  <a:cubicBezTo>
                    <a:pt x="31" y="92"/>
                    <a:pt x="28" y="89"/>
                    <a:pt x="27" y="85"/>
                  </a:cubicBezTo>
                  <a:cubicBezTo>
                    <a:pt x="169" y="85"/>
                    <a:pt x="169" y="85"/>
                    <a:pt x="169" y="85"/>
                  </a:cubicBezTo>
                  <a:cubicBezTo>
                    <a:pt x="167" y="89"/>
                    <a:pt x="165" y="92"/>
                    <a:pt x="162" y="9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110" name="Group 893"/>
          <p:cNvGrpSpPr>
            <a:grpSpLocks noChangeAspect="1"/>
          </p:cNvGrpSpPr>
          <p:nvPr/>
        </p:nvGrpSpPr>
        <p:grpSpPr bwMode="auto">
          <a:xfrm>
            <a:off x="6592894" y="3095430"/>
            <a:ext cx="487913" cy="487913"/>
            <a:chOff x="4449" y="4136"/>
            <a:chExt cx="340" cy="340"/>
          </a:xfrm>
          <a:solidFill>
            <a:schemeClr val="bg1"/>
          </a:solidFill>
        </p:grpSpPr>
        <p:sp>
          <p:nvSpPr>
            <p:cNvPr id="111" name="Freeform 894"/>
            <p:cNvSpPr>
              <a:spLocks noEditPoints="1"/>
            </p:cNvSpPr>
            <p:nvPr/>
          </p:nvSpPr>
          <p:spPr bwMode="auto">
            <a:xfrm>
              <a:off x="4449" y="413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12" name="Freeform 895"/>
            <p:cNvSpPr>
              <a:spLocks noEditPoints="1"/>
            </p:cNvSpPr>
            <p:nvPr/>
          </p:nvSpPr>
          <p:spPr bwMode="auto">
            <a:xfrm>
              <a:off x="4576" y="4200"/>
              <a:ext cx="85" cy="212"/>
            </a:xfrm>
            <a:custGeom>
              <a:avLst/>
              <a:gdLst>
                <a:gd name="T0" fmla="*/ 111 w 128"/>
                <a:gd name="T1" fmla="*/ 135 h 320"/>
                <a:gd name="T2" fmla="*/ 96 w 128"/>
                <a:gd name="T3" fmla="*/ 85 h 320"/>
                <a:gd name="T4" fmla="*/ 96 w 128"/>
                <a:gd name="T5" fmla="*/ 21 h 320"/>
                <a:gd name="T6" fmla="*/ 64 w 128"/>
                <a:gd name="T7" fmla="*/ 0 h 320"/>
                <a:gd name="T8" fmla="*/ 32 w 128"/>
                <a:gd name="T9" fmla="*/ 21 h 320"/>
                <a:gd name="T10" fmla="*/ 32 w 128"/>
                <a:gd name="T11" fmla="*/ 53 h 320"/>
                <a:gd name="T12" fmla="*/ 32 w 128"/>
                <a:gd name="T13" fmla="*/ 85 h 320"/>
                <a:gd name="T14" fmla="*/ 16 w 128"/>
                <a:gd name="T15" fmla="*/ 135 h 320"/>
                <a:gd name="T16" fmla="*/ 0 w 128"/>
                <a:gd name="T17" fmla="*/ 192 h 320"/>
                <a:gd name="T18" fmla="*/ 0 w 128"/>
                <a:gd name="T19" fmla="*/ 298 h 320"/>
                <a:gd name="T20" fmla="*/ 5 w 128"/>
                <a:gd name="T21" fmla="*/ 308 h 320"/>
                <a:gd name="T22" fmla="*/ 64 w 128"/>
                <a:gd name="T23" fmla="*/ 320 h 320"/>
                <a:gd name="T24" fmla="*/ 122 w 128"/>
                <a:gd name="T25" fmla="*/ 308 h 320"/>
                <a:gd name="T26" fmla="*/ 128 w 128"/>
                <a:gd name="T27" fmla="*/ 298 h 320"/>
                <a:gd name="T28" fmla="*/ 128 w 128"/>
                <a:gd name="T29" fmla="*/ 192 h 320"/>
                <a:gd name="T30" fmla="*/ 111 w 128"/>
                <a:gd name="T31" fmla="*/ 135 h 320"/>
                <a:gd name="T32" fmla="*/ 106 w 128"/>
                <a:gd name="T33" fmla="*/ 256 h 320"/>
                <a:gd name="T34" fmla="*/ 64 w 128"/>
                <a:gd name="T35" fmla="*/ 256 h 320"/>
                <a:gd name="T36" fmla="*/ 64 w 128"/>
                <a:gd name="T37" fmla="*/ 213 h 320"/>
                <a:gd name="T38" fmla="*/ 106 w 128"/>
                <a:gd name="T39" fmla="*/ 213 h 320"/>
                <a:gd name="T40" fmla="*/ 106 w 128"/>
                <a:gd name="T41" fmla="*/ 256 h 320"/>
                <a:gd name="T42" fmla="*/ 64 w 128"/>
                <a:gd name="T43" fmla="*/ 21 h 320"/>
                <a:gd name="T44" fmla="*/ 74 w 128"/>
                <a:gd name="T45" fmla="*/ 23 h 320"/>
                <a:gd name="T46" fmla="*/ 74 w 128"/>
                <a:gd name="T47" fmla="*/ 42 h 320"/>
                <a:gd name="T48" fmla="*/ 53 w 128"/>
                <a:gd name="T49" fmla="*/ 42 h 320"/>
                <a:gd name="T50" fmla="*/ 53 w 128"/>
                <a:gd name="T51" fmla="*/ 22 h 320"/>
                <a:gd name="T52" fmla="*/ 64 w 128"/>
                <a:gd name="T53" fmla="*/ 21 h 320"/>
                <a:gd name="T54" fmla="*/ 64 w 128"/>
                <a:gd name="T55" fmla="*/ 298 h 320"/>
                <a:gd name="T56" fmla="*/ 21 w 128"/>
                <a:gd name="T57" fmla="*/ 291 h 320"/>
                <a:gd name="T58" fmla="*/ 21 w 128"/>
                <a:gd name="T59" fmla="*/ 192 h 320"/>
                <a:gd name="T60" fmla="*/ 36 w 128"/>
                <a:gd name="T61" fmla="*/ 144 h 320"/>
                <a:gd name="T62" fmla="*/ 53 w 128"/>
                <a:gd name="T63" fmla="*/ 85 h 320"/>
                <a:gd name="T64" fmla="*/ 53 w 128"/>
                <a:gd name="T65" fmla="*/ 64 h 320"/>
                <a:gd name="T66" fmla="*/ 74 w 128"/>
                <a:gd name="T67" fmla="*/ 64 h 320"/>
                <a:gd name="T68" fmla="*/ 74 w 128"/>
                <a:gd name="T69" fmla="*/ 85 h 320"/>
                <a:gd name="T70" fmla="*/ 91 w 128"/>
                <a:gd name="T71" fmla="*/ 144 h 320"/>
                <a:gd name="T72" fmla="*/ 106 w 128"/>
                <a:gd name="T73" fmla="*/ 192 h 320"/>
                <a:gd name="T74" fmla="*/ 53 w 128"/>
                <a:gd name="T75" fmla="*/ 192 h 320"/>
                <a:gd name="T76" fmla="*/ 42 w 128"/>
                <a:gd name="T77" fmla="*/ 202 h 320"/>
                <a:gd name="T78" fmla="*/ 42 w 128"/>
                <a:gd name="T79" fmla="*/ 266 h 320"/>
                <a:gd name="T80" fmla="*/ 53 w 128"/>
                <a:gd name="T81" fmla="*/ 277 h 320"/>
                <a:gd name="T82" fmla="*/ 106 w 128"/>
                <a:gd name="T83" fmla="*/ 277 h 320"/>
                <a:gd name="T84" fmla="*/ 106 w 128"/>
                <a:gd name="T85" fmla="*/ 291 h 320"/>
                <a:gd name="T86" fmla="*/ 64 w 128"/>
                <a:gd name="T87"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8" h="320">
                  <a:moveTo>
                    <a:pt x="111" y="135"/>
                  </a:moveTo>
                  <a:cubicBezTo>
                    <a:pt x="103" y="118"/>
                    <a:pt x="96" y="99"/>
                    <a:pt x="96" y="85"/>
                  </a:cubicBezTo>
                  <a:cubicBezTo>
                    <a:pt x="96" y="21"/>
                    <a:pt x="96" y="21"/>
                    <a:pt x="96" y="21"/>
                  </a:cubicBezTo>
                  <a:cubicBezTo>
                    <a:pt x="96" y="11"/>
                    <a:pt x="87" y="0"/>
                    <a:pt x="64" y="0"/>
                  </a:cubicBezTo>
                  <a:cubicBezTo>
                    <a:pt x="36" y="0"/>
                    <a:pt x="32" y="13"/>
                    <a:pt x="32" y="21"/>
                  </a:cubicBezTo>
                  <a:cubicBezTo>
                    <a:pt x="32" y="53"/>
                    <a:pt x="32" y="53"/>
                    <a:pt x="32" y="53"/>
                  </a:cubicBezTo>
                  <a:cubicBezTo>
                    <a:pt x="32" y="85"/>
                    <a:pt x="32" y="85"/>
                    <a:pt x="32" y="85"/>
                  </a:cubicBezTo>
                  <a:cubicBezTo>
                    <a:pt x="32" y="99"/>
                    <a:pt x="24" y="118"/>
                    <a:pt x="16" y="135"/>
                  </a:cubicBezTo>
                  <a:cubicBezTo>
                    <a:pt x="8" y="154"/>
                    <a:pt x="0" y="174"/>
                    <a:pt x="0" y="192"/>
                  </a:cubicBezTo>
                  <a:cubicBezTo>
                    <a:pt x="0" y="298"/>
                    <a:pt x="0" y="298"/>
                    <a:pt x="0" y="298"/>
                  </a:cubicBezTo>
                  <a:cubicBezTo>
                    <a:pt x="0" y="302"/>
                    <a:pt x="2" y="306"/>
                    <a:pt x="5" y="308"/>
                  </a:cubicBezTo>
                  <a:cubicBezTo>
                    <a:pt x="6" y="308"/>
                    <a:pt x="27" y="320"/>
                    <a:pt x="64" y="320"/>
                  </a:cubicBezTo>
                  <a:cubicBezTo>
                    <a:pt x="101" y="320"/>
                    <a:pt x="121" y="308"/>
                    <a:pt x="122" y="308"/>
                  </a:cubicBezTo>
                  <a:cubicBezTo>
                    <a:pt x="126" y="306"/>
                    <a:pt x="128" y="302"/>
                    <a:pt x="128" y="298"/>
                  </a:cubicBezTo>
                  <a:cubicBezTo>
                    <a:pt x="128" y="192"/>
                    <a:pt x="128" y="192"/>
                    <a:pt x="128" y="192"/>
                  </a:cubicBezTo>
                  <a:cubicBezTo>
                    <a:pt x="128" y="174"/>
                    <a:pt x="119" y="154"/>
                    <a:pt x="111" y="135"/>
                  </a:cubicBezTo>
                  <a:close/>
                  <a:moveTo>
                    <a:pt x="106" y="256"/>
                  </a:moveTo>
                  <a:cubicBezTo>
                    <a:pt x="64" y="256"/>
                    <a:pt x="64" y="256"/>
                    <a:pt x="64" y="256"/>
                  </a:cubicBezTo>
                  <a:cubicBezTo>
                    <a:pt x="64" y="213"/>
                    <a:pt x="64" y="213"/>
                    <a:pt x="64" y="213"/>
                  </a:cubicBezTo>
                  <a:cubicBezTo>
                    <a:pt x="106" y="213"/>
                    <a:pt x="106" y="213"/>
                    <a:pt x="106" y="213"/>
                  </a:cubicBezTo>
                  <a:lnTo>
                    <a:pt x="106" y="256"/>
                  </a:lnTo>
                  <a:close/>
                  <a:moveTo>
                    <a:pt x="64" y="21"/>
                  </a:moveTo>
                  <a:cubicBezTo>
                    <a:pt x="69" y="21"/>
                    <a:pt x="73" y="22"/>
                    <a:pt x="74" y="23"/>
                  </a:cubicBezTo>
                  <a:cubicBezTo>
                    <a:pt x="74" y="42"/>
                    <a:pt x="74" y="42"/>
                    <a:pt x="74" y="42"/>
                  </a:cubicBezTo>
                  <a:cubicBezTo>
                    <a:pt x="53" y="42"/>
                    <a:pt x="53" y="42"/>
                    <a:pt x="53" y="42"/>
                  </a:cubicBezTo>
                  <a:cubicBezTo>
                    <a:pt x="53" y="22"/>
                    <a:pt x="53" y="22"/>
                    <a:pt x="53" y="22"/>
                  </a:cubicBezTo>
                  <a:cubicBezTo>
                    <a:pt x="54" y="22"/>
                    <a:pt x="57" y="21"/>
                    <a:pt x="64" y="21"/>
                  </a:cubicBezTo>
                  <a:close/>
                  <a:moveTo>
                    <a:pt x="64" y="298"/>
                  </a:moveTo>
                  <a:cubicBezTo>
                    <a:pt x="43" y="298"/>
                    <a:pt x="28" y="294"/>
                    <a:pt x="21" y="291"/>
                  </a:cubicBezTo>
                  <a:cubicBezTo>
                    <a:pt x="21" y="192"/>
                    <a:pt x="21" y="192"/>
                    <a:pt x="21" y="192"/>
                  </a:cubicBezTo>
                  <a:cubicBezTo>
                    <a:pt x="21" y="178"/>
                    <a:pt x="29" y="161"/>
                    <a:pt x="36" y="144"/>
                  </a:cubicBezTo>
                  <a:cubicBezTo>
                    <a:pt x="44" y="124"/>
                    <a:pt x="53" y="104"/>
                    <a:pt x="53" y="85"/>
                  </a:cubicBezTo>
                  <a:cubicBezTo>
                    <a:pt x="53" y="64"/>
                    <a:pt x="53" y="64"/>
                    <a:pt x="53" y="64"/>
                  </a:cubicBezTo>
                  <a:cubicBezTo>
                    <a:pt x="74" y="64"/>
                    <a:pt x="74" y="64"/>
                    <a:pt x="74" y="64"/>
                  </a:cubicBezTo>
                  <a:cubicBezTo>
                    <a:pt x="74" y="85"/>
                    <a:pt x="74" y="85"/>
                    <a:pt x="74" y="85"/>
                  </a:cubicBezTo>
                  <a:cubicBezTo>
                    <a:pt x="74" y="104"/>
                    <a:pt x="83" y="124"/>
                    <a:pt x="91" y="144"/>
                  </a:cubicBezTo>
                  <a:cubicBezTo>
                    <a:pt x="99" y="161"/>
                    <a:pt x="106" y="178"/>
                    <a:pt x="106" y="192"/>
                  </a:cubicBezTo>
                  <a:cubicBezTo>
                    <a:pt x="53" y="192"/>
                    <a:pt x="53" y="192"/>
                    <a:pt x="53" y="192"/>
                  </a:cubicBezTo>
                  <a:cubicBezTo>
                    <a:pt x="47" y="192"/>
                    <a:pt x="42" y="196"/>
                    <a:pt x="42" y="202"/>
                  </a:cubicBezTo>
                  <a:cubicBezTo>
                    <a:pt x="42" y="266"/>
                    <a:pt x="42" y="266"/>
                    <a:pt x="42" y="266"/>
                  </a:cubicBezTo>
                  <a:cubicBezTo>
                    <a:pt x="42" y="272"/>
                    <a:pt x="47" y="277"/>
                    <a:pt x="53" y="277"/>
                  </a:cubicBezTo>
                  <a:cubicBezTo>
                    <a:pt x="106" y="277"/>
                    <a:pt x="106" y="277"/>
                    <a:pt x="106" y="277"/>
                  </a:cubicBezTo>
                  <a:cubicBezTo>
                    <a:pt x="106" y="291"/>
                    <a:pt x="106" y="291"/>
                    <a:pt x="106" y="291"/>
                  </a:cubicBezTo>
                  <a:cubicBezTo>
                    <a:pt x="99" y="294"/>
                    <a:pt x="85" y="298"/>
                    <a:pt x="64" y="29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spTree>
    <p:extLst>
      <p:ext uri="{BB962C8B-B14F-4D97-AF65-F5344CB8AC3E}">
        <p14:creationId xmlns:p14="http://schemas.microsoft.com/office/powerpoint/2010/main" val="1609255117"/>
      </p:ext>
    </p:extLst>
  </p:cSld>
  <p:clrMapOvr>
    <a:masterClrMapping/>
  </p:clrMapOvr>
  <p:transition>
    <p:fade/>
  </p:transition>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Combined ring and pinpoint icons</a:t>
            </a:r>
            <a:endParaRPr lang="en-US" dirty="0"/>
          </a:p>
        </p:txBody>
      </p:sp>
      <p:graphicFrame>
        <p:nvGraphicFramePr>
          <p:cNvPr id="113" name="Chart 112"/>
          <p:cNvGraphicFramePr/>
          <p:nvPr>
            <p:extLst>
              <p:ext uri="{D42A27DB-BD31-4B8C-83A1-F6EECF244321}">
                <p14:modId xmlns:p14="http://schemas.microsoft.com/office/powerpoint/2010/main" val="2310553970"/>
              </p:ext>
            </p:extLst>
          </p:nvPr>
        </p:nvGraphicFramePr>
        <p:xfrm>
          <a:off x="3504450" y="2886754"/>
          <a:ext cx="2853520" cy="2145804"/>
        </p:xfrm>
        <a:graphic>
          <a:graphicData uri="http://schemas.openxmlformats.org/drawingml/2006/chart">
            <c:chart xmlns:c="http://schemas.openxmlformats.org/drawingml/2006/chart" xmlns:r="http://schemas.openxmlformats.org/officeDocument/2006/relationships" r:id="rId3"/>
          </a:graphicData>
        </a:graphic>
      </p:graphicFrame>
      <p:grpSp>
        <p:nvGrpSpPr>
          <p:cNvPr id="114" name="Group 113"/>
          <p:cNvGrpSpPr>
            <a:grpSpLocks noChangeAspect="1"/>
          </p:cNvGrpSpPr>
          <p:nvPr/>
        </p:nvGrpSpPr>
        <p:grpSpPr>
          <a:xfrm rot="18900000">
            <a:off x="4596880" y="2555613"/>
            <a:ext cx="668655" cy="668655"/>
            <a:chOff x="7606853" y="246063"/>
            <a:chExt cx="896937" cy="896937"/>
          </a:xfrm>
          <a:solidFill>
            <a:srgbClr val="DCDCDC"/>
          </a:solidFill>
        </p:grpSpPr>
        <p:sp>
          <p:nvSpPr>
            <p:cNvPr id="115" name="Teardrop 114"/>
            <p:cNvSpPr/>
            <p:nvPr/>
          </p:nvSpPr>
          <p:spPr>
            <a:xfrm>
              <a:off x="7606853" y="246063"/>
              <a:ext cx="896937" cy="896937"/>
            </a:xfrm>
            <a:prstGeom prst="teardrop">
              <a:avLst/>
            </a:prstGeom>
            <a:solidFill>
              <a:schemeClr val="accent6">
                <a:lumMod val="60000"/>
                <a:lumOff val="40000"/>
              </a:schemeClr>
            </a:solidFill>
            <a:ln w="9525" cap="flat" cmpd="sng" algn="ctr">
              <a:solidFill>
                <a:srgbClr val="FFFFFF"/>
              </a:solidFill>
              <a:prstDash val="solid"/>
            </a:ln>
            <a:effectLst/>
          </p:spPr>
          <p:txBody>
            <a:bodyPr rtlCol="0" anchor="ctr"/>
            <a:lstStyle/>
            <a:p>
              <a:pPr algn="ctr">
                <a:defRPr/>
              </a:pPr>
              <a:endParaRPr lang="en-US" sz="800" kern="0" err="1">
                <a:solidFill>
                  <a:srgbClr val="FFFFFF"/>
                </a:solidFill>
                <a:latin typeface="Aptos" panose="020B0004020202020204" pitchFamily="34" charset="0"/>
              </a:endParaRPr>
            </a:p>
          </p:txBody>
        </p:sp>
        <p:sp>
          <p:nvSpPr>
            <p:cNvPr id="116" name="Oval 115"/>
            <p:cNvSpPr/>
            <p:nvPr/>
          </p:nvSpPr>
          <p:spPr>
            <a:xfrm>
              <a:off x="7647296" y="280457"/>
              <a:ext cx="822602" cy="822602"/>
            </a:xfrm>
            <a:prstGeom prst="ellipse">
              <a:avLst/>
            </a:prstGeom>
            <a:solidFill>
              <a:schemeClr val="accent6"/>
            </a:solidFill>
            <a:ln w="9525" cap="flat" cmpd="sng" algn="ctr">
              <a:noFill/>
              <a:prstDash val="solid"/>
            </a:ln>
            <a:effectLst/>
          </p:spPr>
          <p:txBody>
            <a:bodyPr rtlCol="0" anchor="ctr"/>
            <a:lstStyle/>
            <a:p>
              <a:pPr algn="ctr">
                <a:defRPr/>
              </a:pPr>
              <a:endParaRPr lang="en-US" sz="800" kern="0" err="1">
                <a:solidFill>
                  <a:srgbClr val="FFFFFF"/>
                </a:solidFill>
                <a:latin typeface="Aptos" panose="020B0004020202020204" pitchFamily="34" charset="0"/>
              </a:endParaRPr>
            </a:p>
          </p:txBody>
        </p:sp>
      </p:grpSp>
      <p:sp>
        <p:nvSpPr>
          <p:cNvPr id="117" name="Teardrop 116"/>
          <p:cNvSpPr/>
          <p:nvPr/>
        </p:nvSpPr>
        <p:spPr>
          <a:xfrm rot="11700000">
            <a:off x="3714605" y="4152955"/>
            <a:ext cx="668655" cy="668655"/>
          </a:xfrm>
          <a:prstGeom prst="teardrop">
            <a:avLst/>
          </a:prstGeom>
          <a:solidFill>
            <a:schemeClr val="accent5">
              <a:lumMod val="60000"/>
              <a:lumOff val="40000"/>
            </a:schemeClr>
          </a:solidFill>
          <a:ln w="9525" cap="flat" cmpd="sng" algn="ctr">
            <a:solidFill>
              <a:srgbClr val="FFFFFF"/>
            </a:solidFill>
            <a:prstDash val="solid"/>
          </a:ln>
          <a:effectLst/>
        </p:spPr>
        <p:txBody>
          <a:bodyPr rtlCol="0" anchor="ctr"/>
          <a:lstStyle/>
          <a:p>
            <a:pPr algn="ctr">
              <a:defRPr/>
            </a:pPr>
            <a:endParaRPr lang="en-US" sz="800" kern="0" err="1">
              <a:solidFill>
                <a:srgbClr val="FFFFFF"/>
              </a:solidFill>
              <a:latin typeface="Aptos" panose="020B0004020202020204" pitchFamily="34" charset="0"/>
            </a:endParaRPr>
          </a:p>
        </p:txBody>
      </p:sp>
      <p:sp>
        <p:nvSpPr>
          <p:cNvPr id="118" name="Oval 117"/>
          <p:cNvSpPr/>
          <p:nvPr/>
        </p:nvSpPr>
        <p:spPr>
          <a:xfrm rot="11700000">
            <a:off x="3739422" y="4182028"/>
            <a:ext cx="613239" cy="613239"/>
          </a:xfrm>
          <a:prstGeom prst="ellipse">
            <a:avLst/>
          </a:prstGeom>
          <a:solidFill>
            <a:schemeClr val="accent5"/>
          </a:solidFill>
          <a:ln w="9525" cap="flat" cmpd="sng" algn="ctr">
            <a:noFill/>
            <a:prstDash val="solid"/>
          </a:ln>
          <a:effectLst/>
        </p:spPr>
        <p:txBody>
          <a:bodyPr rtlCol="0" anchor="ctr"/>
          <a:lstStyle/>
          <a:p>
            <a:pPr algn="ctr">
              <a:defRPr/>
            </a:pPr>
            <a:endParaRPr lang="en-US" sz="800" kern="0" err="1">
              <a:solidFill>
                <a:srgbClr val="FFFFFF"/>
              </a:solidFill>
              <a:latin typeface="Aptos" panose="020B0004020202020204" pitchFamily="34" charset="0"/>
            </a:endParaRPr>
          </a:p>
        </p:txBody>
      </p:sp>
      <p:grpSp>
        <p:nvGrpSpPr>
          <p:cNvPr id="119" name="Group 118"/>
          <p:cNvGrpSpPr>
            <a:grpSpLocks noChangeAspect="1"/>
          </p:cNvGrpSpPr>
          <p:nvPr/>
        </p:nvGrpSpPr>
        <p:grpSpPr>
          <a:xfrm rot="4776862">
            <a:off x="5446634" y="4195524"/>
            <a:ext cx="668655" cy="668655"/>
            <a:chOff x="7606853" y="246063"/>
            <a:chExt cx="896937" cy="896937"/>
          </a:xfrm>
          <a:solidFill>
            <a:srgbClr val="72C7E7"/>
          </a:solidFill>
        </p:grpSpPr>
        <p:sp>
          <p:nvSpPr>
            <p:cNvPr id="120" name="Teardrop 119"/>
            <p:cNvSpPr/>
            <p:nvPr/>
          </p:nvSpPr>
          <p:spPr>
            <a:xfrm>
              <a:off x="7606853" y="246063"/>
              <a:ext cx="896937" cy="896937"/>
            </a:xfrm>
            <a:prstGeom prst="teardrop">
              <a:avLst/>
            </a:prstGeom>
            <a:solidFill>
              <a:schemeClr val="accent3">
                <a:lumMod val="40000"/>
                <a:lumOff val="60000"/>
              </a:schemeClr>
            </a:solidFill>
            <a:ln w="9525" cap="flat" cmpd="sng" algn="ctr">
              <a:solidFill>
                <a:srgbClr val="FFFFFF"/>
              </a:solidFill>
              <a:prstDash val="solid"/>
            </a:ln>
            <a:effectLst/>
          </p:spPr>
          <p:txBody>
            <a:bodyPr rtlCol="0" anchor="ctr"/>
            <a:lstStyle/>
            <a:p>
              <a:pPr algn="ctr">
                <a:defRPr/>
              </a:pPr>
              <a:endParaRPr lang="en-US" sz="800" kern="0" err="1">
                <a:solidFill>
                  <a:srgbClr val="FFFFFF"/>
                </a:solidFill>
                <a:latin typeface="Aptos" panose="020B0004020202020204" pitchFamily="34" charset="0"/>
              </a:endParaRPr>
            </a:p>
          </p:txBody>
        </p:sp>
        <p:sp>
          <p:nvSpPr>
            <p:cNvPr id="121" name="Oval 120"/>
            <p:cNvSpPr/>
            <p:nvPr/>
          </p:nvSpPr>
          <p:spPr>
            <a:xfrm>
              <a:off x="7647293" y="280458"/>
              <a:ext cx="822602" cy="822602"/>
            </a:xfrm>
            <a:prstGeom prst="ellipse">
              <a:avLst/>
            </a:prstGeom>
            <a:solidFill>
              <a:schemeClr val="accent3"/>
            </a:solidFill>
            <a:ln w="9525" cap="flat" cmpd="sng" algn="ctr">
              <a:noFill/>
              <a:prstDash val="solid"/>
            </a:ln>
            <a:effectLst/>
          </p:spPr>
          <p:txBody>
            <a:bodyPr rtlCol="0" anchor="ctr"/>
            <a:lstStyle/>
            <a:p>
              <a:pPr algn="ctr">
                <a:defRPr/>
              </a:pPr>
              <a:endParaRPr lang="en-US" sz="800" kern="0" err="1">
                <a:solidFill>
                  <a:srgbClr val="FFFFFF"/>
                </a:solidFill>
                <a:latin typeface="Aptos" panose="020B0004020202020204" pitchFamily="34" charset="0"/>
              </a:endParaRPr>
            </a:p>
          </p:txBody>
        </p:sp>
      </p:grpSp>
      <p:sp>
        <p:nvSpPr>
          <p:cNvPr id="122" name="Rounded Rectangle 121"/>
          <p:cNvSpPr/>
          <p:nvPr/>
        </p:nvSpPr>
        <p:spPr>
          <a:xfrm>
            <a:off x="3639468" y="1539196"/>
            <a:ext cx="2731889" cy="891540"/>
          </a:xfrm>
          <a:prstGeom prst="roundRect">
            <a:avLst>
              <a:gd name="adj" fmla="val 10178"/>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74295" tIns="74295" rIns="74295" bIns="74295" rtlCol="0" anchor="ctr">
            <a:no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 This is dummy text it is not here to be read. This is dummy text it is not here to be read. This is dummy text it is not here to be read. This is dummy text it is not here to be read. </a:t>
            </a:r>
          </a:p>
        </p:txBody>
      </p:sp>
      <p:sp>
        <p:nvSpPr>
          <p:cNvPr id="123" name="Rounded Rectangle 122"/>
          <p:cNvSpPr/>
          <p:nvPr/>
        </p:nvSpPr>
        <p:spPr>
          <a:xfrm>
            <a:off x="1556205" y="4277469"/>
            <a:ext cx="2089375" cy="1114425"/>
          </a:xfrm>
          <a:prstGeom prst="roundRect">
            <a:avLst>
              <a:gd name="adj" fmla="val 10178"/>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74295" tIns="74295" rIns="74295" bIns="74295" rtlCol="0" anchor="ctr">
            <a:no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 This is dummy text it is not here to be read. This is dummy text it is not here to be read. This is dummy text it is not here to be read. This is dummy text it is not here to be read. </a:t>
            </a:r>
          </a:p>
        </p:txBody>
      </p:sp>
      <p:sp>
        <p:nvSpPr>
          <p:cNvPr id="124" name="Rounded Rectangle 123"/>
          <p:cNvSpPr/>
          <p:nvPr/>
        </p:nvSpPr>
        <p:spPr>
          <a:xfrm>
            <a:off x="6163891" y="4277469"/>
            <a:ext cx="2153673" cy="1114425"/>
          </a:xfrm>
          <a:prstGeom prst="roundRect">
            <a:avLst>
              <a:gd name="adj" fmla="val 10178"/>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74295" tIns="74295" rIns="74295" bIns="74295" rtlCol="0" anchor="ctr">
            <a:no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a:t>
            </a:r>
            <a:br>
              <a:rPr lang="en-US" sz="800" b="1"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it is not here to be read. This is dummy text it is not here to be read. This is dummy text it is not here to be read. This is dummy text it is not here to be read. This is dummy text it is not here to be read. </a:t>
            </a:r>
          </a:p>
        </p:txBody>
      </p:sp>
      <p:grpSp>
        <p:nvGrpSpPr>
          <p:cNvPr id="131" name="Group 818"/>
          <p:cNvGrpSpPr>
            <a:grpSpLocks noChangeAspect="1"/>
          </p:cNvGrpSpPr>
          <p:nvPr/>
        </p:nvGrpSpPr>
        <p:grpSpPr bwMode="auto">
          <a:xfrm>
            <a:off x="4709392" y="2668126"/>
            <a:ext cx="443633" cy="443632"/>
            <a:chOff x="5841" y="3004"/>
            <a:chExt cx="340" cy="340"/>
          </a:xfrm>
          <a:solidFill>
            <a:schemeClr val="bg1"/>
          </a:solidFill>
        </p:grpSpPr>
        <p:sp>
          <p:nvSpPr>
            <p:cNvPr id="132" name="Freeform 819"/>
            <p:cNvSpPr>
              <a:spLocks noEditPoints="1"/>
            </p:cNvSpPr>
            <p:nvPr/>
          </p:nvSpPr>
          <p:spPr bwMode="auto">
            <a:xfrm>
              <a:off x="5975" y="3124"/>
              <a:ext cx="71" cy="156"/>
            </a:xfrm>
            <a:custGeom>
              <a:avLst/>
              <a:gdLst>
                <a:gd name="T0" fmla="*/ 75 w 107"/>
                <a:gd name="T1" fmla="*/ 8 h 235"/>
                <a:gd name="T2" fmla="*/ 64 w 107"/>
                <a:gd name="T3" fmla="*/ 0 h 235"/>
                <a:gd name="T4" fmla="*/ 43 w 107"/>
                <a:gd name="T5" fmla="*/ 0 h 235"/>
                <a:gd name="T6" fmla="*/ 33 w 107"/>
                <a:gd name="T7" fmla="*/ 8 h 235"/>
                <a:gd name="T8" fmla="*/ 1 w 107"/>
                <a:gd name="T9" fmla="*/ 136 h 235"/>
                <a:gd name="T10" fmla="*/ 3 w 107"/>
                <a:gd name="T11" fmla="*/ 145 h 235"/>
                <a:gd name="T12" fmla="*/ 11 w 107"/>
                <a:gd name="T13" fmla="*/ 149 h 235"/>
                <a:gd name="T14" fmla="*/ 22 w 107"/>
                <a:gd name="T15" fmla="*/ 149 h 235"/>
                <a:gd name="T16" fmla="*/ 22 w 107"/>
                <a:gd name="T17" fmla="*/ 224 h 235"/>
                <a:gd name="T18" fmla="*/ 32 w 107"/>
                <a:gd name="T19" fmla="*/ 235 h 235"/>
                <a:gd name="T20" fmla="*/ 43 w 107"/>
                <a:gd name="T21" fmla="*/ 224 h 235"/>
                <a:gd name="T22" fmla="*/ 43 w 107"/>
                <a:gd name="T23" fmla="*/ 149 h 235"/>
                <a:gd name="T24" fmla="*/ 64 w 107"/>
                <a:gd name="T25" fmla="*/ 149 h 235"/>
                <a:gd name="T26" fmla="*/ 64 w 107"/>
                <a:gd name="T27" fmla="*/ 224 h 235"/>
                <a:gd name="T28" fmla="*/ 75 w 107"/>
                <a:gd name="T29" fmla="*/ 235 h 235"/>
                <a:gd name="T30" fmla="*/ 86 w 107"/>
                <a:gd name="T31" fmla="*/ 224 h 235"/>
                <a:gd name="T32" fmla="*/ 86 w 107"/>
                <a:gd name="T33" fmla="*/ 149 h 235"/>
                <a:gd name="T34" fmla="*/ 96 w 107"/>
                <a:gd name="T35" fmla="*/ 149 h 235"/>
                <a:gd name="T36" fmla="*/ 105 w 107"/>
                <a:gd name="T37" fmla="*/ 145 h 235"/>
                <a:gd name="T38" fmla="*/ 107 w 107"/>
                <a:gd name="T39" fmla="*/ 136 h 235"/>
                <a:gd name="T40" fmla="*/ 75 w 107"/>
                <a:gd name="T41" fmla="*/ 8 h 235"/>
                <a:gd name="T42" fmla="*/ 51 w 107"/>
                <a:gd name="T43" fmla="*/ 21 h 235"/>
                <a:gd name="T44" fmla="*/ 56 w 107"/>
                <a:gd name="T45" fmla="*/ 21 h 235"/>
                <a:gd name="T46" fmla="*/ 83 w 107"/>
                <a:gd name="T47" fmla="*/ 128 h 235"/>
                <a:gd name="T48" fmla="*/ 25 w 107"/>
                <a:gd name="T49" fmla="*/ 128 h 235"/>
                <a:gd name="T50" fmla="*/ 51 w 107"/>
                <a:gd name="T51" fmla="*/ 21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235">
                  <a:moveTo>
                    <a:pt x="75" y="8"/>
                  </a:moveTo>
                  <a:cubicBezTo>
                    <a:pt x="73" y="3"/>
                    <a:pt x="69" y="0"/>
                    <a:pt x="64" y="0"/>
                  </a:cubicBezTo>
                  <a:cubicBezTo>
                    <a:pt x="43" y="0"/>
                    <a:pt x="43" y="0"/>
                    <a:pt x="43" y="0"/>
                  </a:cubicBezTo>
                  <a:cubicBezTo>
                    <a:pt x="38" y="0"/>
                    <a:pt x="34" y="3"/>
                    <a:pt x="33" y="8"/>
                  </a:cubicBezTo>
                  <a:cubicBezTo>
                    <a:pt x="1" y="136"/>
                    <a:pt x="1" y="136"/>
                    <a:pt x="1" y="136"/>
                  </a:cubicBezTo>
                  <a:cubicBezTo>
                    <a:pt x="0" y="139"/>
                    <a:pt x="1" y="143"/>
                    <a:pt x="3" y="145"/>
                  </a:cubicBezTo>
                  <a:cubicBezTo>
                    <a:pt x="5" y="148"/>
                    <a:pt x="8" y="149"/>
                    <a:pt x="11" y="149"/>
                  </a:cubicBezTo>
                  <a:cubicBezTo>
                    <a:pt x="22" y="149"/>
                    <a:pt x="22" y="149"/>
                    <a:pt x="22" y="149"/>
                  </a:cubicBezTo>
                  <a:cubicBezTo>
                    <a:pt x="22" y="224"/>
                    <a:pt x="22" y="224"/>
                    <a:pt x="22" y="224"/>
                  </a:cubicBezTo>
                  <a:cubicBezTo>
                    <a:pt x="22" y="230"/>
                    <a:pt x="26" y="235"/>
                    <a:pt x="32" y="235"/>
                  </a:cubicBezTo>
                  <a:cubicBezTo>
                    <a:pt x="38" y="235"/>
                    <a:pt x="43" y="230"/>
                    <a:pt x="43" y="224"/>
                  </a:cubicBezTo>
                  <a:cubicBezTo>
                    <a:pt x="43" y="149"/>
                    <a:pt x="43" y="149"/>
                    <a:pt x="43" y="149"/>
                  </a:cubicBezTo>
                  <a:cubicBezTo>
                    <a:pt x="64" y="149"/>
                    <a:pt x="64" y="149"/>
                    <a:pt x="64" y="149"/>
                  </a:cubicBezTo>
                  <a:cubicBezTo>
                    <a:pt x="64" y="224"/>
                    <a:pt x="64" y="224"/>
                    <a:pt x="64" y="224"/>
                  </a:cubicBezTo>
                  <a:cubicBezTo>
                    <a:pt x="64" y="230"/>
                    <a:pt x="69" y="235"/>
                    <a:pt x="75" y="235"/>
                  </a:cubicBezTo>
                  <a:cubicBezTo>
                    <a:pt x="81" y="235"/>
                    <a:pt x="86" y="230"/>
                    <a:pt x="86" y="224"/>
                  </a:cubicBezTo>
                  <a:cubicBezTo>
                    <a:pt x="86" y="149"/>
                    <a:pt x="86" y="149"/>
                    <a:pt x="86" y="149"/>
                  </a:cubicBezTo>
                  <a:cubicBezTo>
                    <a:pt x="96" y="149"/>
                    <a:pt x="96" y="149"/>
                    <a:pt x="96" y="149"/>
                  </a:cubicBezTo>
                  <a:cubicBezTo>
                    <a:pt x="100" y="149"/>
                    <a:pt x="103" y="148"/>
                    <a:pt x="105" y="145"/>
                  </a:cubicBezTo>
                  <a:cubicBezTo>
                    <a:pt x="107" y="143"/>
                    <a:pt x="107" y="139"/>
                    <a:pt x="107" y="136"/>
                  </a:cubicBezTo>
                  <a:lnTo>
                    <a:pt x="75" y="8"/>
                  </a:lnTo>
                  <a:close/>
                  <a:moveTo>
                    <a:pt x="51" y="21"/>
                  </a:moveTo>
                  <a:cubicBezTo>
                    <a:pt x="56" y="21"/>
                    <a:pt x="56" y="21"/>
                    <a:pt x="56" y="21"/>
                  </a:cubicBezTo>
                  <a:cubicBezTo>
                    <a:pt x="83" y="128"/>
                    <a:pt x="83" y="128"/>
                    <a:pt x="83" y="128"/>
                  </a:cubicBezTo>
                  <a:cubicBezTo>
                    <a:pt x="25" y="128"/>
                    <a:pt x="25" y="128"/>
                    <a:pt x="25" y="128"/>
                  </a:cubicBezTo>
                  <a:lnTo>
                    <a:pt x="5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33" name="Freeform 820"/>
            <p:cNvSpPr>
              <a:spLocks noEditPoints="1"/>
            </p:cNvSpPr>
            <p:nvPr/>
          </p:nvSpPr>
          <p:spPr bwMode="auto">
            <a:xfrm>
              <a:off x="5990" y="3068"/>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34" name="Freeform 821"/>
            <p:cNvSpPr>
              <a:spLocks noEditPoints="1"/>
            </p:cNvSpPr>
            <p:nvPr/>
          </p:nvSpPr>
          <p:spPr bwMode="auto">
            <a:xfrm>
              <a:off x="5841" y="3004"/>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35" name="Group 828"/>
          <p:cNvGrpSpPr>
            <a:grpSpLocks noChangeAspect="1"/>
          </p:cNvGrpSpPr>
          <p:nvPr/>
        </p:nvGrpSpPr>
        <p:grpSpPr bwMode="auto">
          <a:xfrm>
            <a:off x="5557876" y="4315800"/>
            <a:ext cx="449005" cy="447688"/>
            <a:chOff x="5042" y="3019"/>
            <a:chExt cx="341" cy="340"/>
          </a:xfrm>
          <a:solidFill>
            <a:schemeClr val="bg1"/>
          </a:solidFill>
        </p:grpSpPr>
        <p:sp>
          <p:nvSpPr>
            <p:cNvPr id="136" name="Freeform 829"/>
            <p:cNvSpPr>
              <a:spLocks noEditPoints="1"/>
            </p:cNvSpPr>
            <p:nvPr/>
          </p:nvSpPr>
          <p:spPr bwMode="auto">
            <a:xfrm>
              <a:off x="5226" y="3139"/>
              <a:ext cx="72" cy="156"/>
            </a:xfrm>
            <a:custGeom>
              <a:avLst/>
              <a:gdLst>
                <a:gd name="T0" fmla="*/ 74 w 107"/>
                <a:gd name="T1" fmla="*/ 8 h 235"/>
                <a:gd name="T2" fmla="*/ 64 w 107"/>
                <a:gd name="T3" fmla="*/ 0 h 235"/>
                <a:gd name="T4" fmla="*/ 43 w 107"/>
                <a:gd name="T5" fmla="*/ 0 h 235"/>
                <a:gd name="T6" fmla="*/ 32 w 107"/>
                <a:gd name="T7" fmla="*/ 8 h 235"/>
                <a:gd name="T8" fmla="*/ 0 w 107"/>
                <a:gd name="T9" fmla="*/ 136 h 235"/>
                <a:gd name="T10" fmla="*/ 2 w 107"/>
                <a:gd name="T11" fmla="*/ 145 h 235"/>
                <a:gd name="T12" fmla="*/ 11 w 107"/>
                <a:gd name="T13" fmla="*/ 149 h 235"/>
                <a:gd name="T14" fmla="*/ 21 w 107"/>
                <a:gd name="T15" fmla="*/ 149 h 235"/>
                <a:gd name="T16" fmla="*/ 21 w 107"/>
                <a:gd name="T17" fmla="*/ 224 h 235"/>
                <a:gd name="T18" fmla="*/ 32 w 107"/>
                <a:gd name="T19" fmla="*/ 235 h 235"/>
                <a:gd name="T20" fmla="*/ 43 w 107"/>
                <a:gd name="T21" fmla="*/ 224 h 235"/>
                <a:gd name="T22" fmla="*/ 43 w 107"/>
                <a:gd name="T23" fmla="*/ 149 h 235"/>
                <a:gd name="T24" fmla="*/ 64 w 107"/>
                <a:gd name="T25" fmla="*/ 149 h 235"/>
                <a:gd name="T26" fmla="*/ 64 w 107"/>
                <a:gd name="T27" fmla="*/ 224 h 235"/>
                <a:gd name="T28" fmla="*/ 75 w 107"/>
                <a:gd name="T29" fmla="*/ 235 h 235"/>
                <a:gd name="T30" fmla="*/ 85 w 107"/>
                <a:gd name="T31" fmla="*/ 224 h 235"/>
                <a:gd name="T32" fmla="*/ 85 w 107"/>
                <a:gd name="T33" fmla="*/ 149 h 235"/>
                <a:gd name="T34" fmla="*/ 96 w 107"/>
                <a:gd name="T35" fmla="*/ 149 h 235"/>
                <a:gd name="T36" fmla="*/ 104 w 107"/>
                <a:gd name="T37" fmla="*/ 145 h 235"/>
                <a:gd name="T38" fmla="*/ 106 w 107"/>
                <a:gd name="T39" fmla="*/ 136 h 235"/>
                <a:gd name="T40" fmla="*/ 74 w 107"/>
                <a:gd name="T41" fmla="*/ 8 h 235"/>
                <a:gd name="T42" fmla="*/ 51 w 107"/>
                <a:gd name="T43" fmla="*/ 21 h 235"/>
                <a:gd name="T44" fmla="*/ 56 w 107"/>
                <a:gd name="T45" fmla="*/ 21 h 235"/>
                <a:gd name="T46" fmla="*/ 82 w 107"/>
                <a:gd name="T47" fmla="*/ 128 h 235"/>
                <a:gd name="T48" fmla="*/ 24 w 107"/>
                <a:gd name="T49" fmla="*/ 128 h 235"/>
                <a:gd name="T50" fmla="*/ 51 w 107"/>
                <a:gd name="T51" fmla="*/ 21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235">
                  <a:moveTo>
                    <a:pt x="74" y="8"/>
                  </a:moveTo>
                  <a:cubicBezTo>
                    <a:pt x="73" y="3"/>
                    <a:pt x="69" y="0"/>
                    <a:pt x="64" y="0"/>
                  </a:cubicBezTo>
                  <a:cubicBezTo>
                    <a:pt x="43" y="0"/>
                    <a:pt x="43" y="0"/>
                    <a:pt x="43" y="0"/>
                  </a:cubicBezTo>
                  <a:cubicBezTo>
                    <a:pt x="38" y="0"/>
                    <a:pt x="34" y="3"/>
                    <a:pt x="32" y="8"/>
                  </a:cubicBezTo>
                  <a:cubicBezTo>
                    <a:pt x="0" y="136"/>
                    <a:pt x="0" y="136"/>
                    <a:pt x="0" y="136"/>
                  </a:cubicBezTo>
                  <a:cubicBezTo>
                    <a:pt x="0" y="139"/>
                    <a:pt x="0" y="143"/>
                    <a:pt x="2" y="145"/>
                  </a:cubicBezTo>
                  <a:cubicBezTo>
                    <a:pt x="4" y="148"/>
                    <a:pt x="7" y="149"/>
                    <a:pt x="11" y="149"/>
                  </a:cubicBezTo>
                  <a:cubicBezTo>
                    <a:pt x="21" y="149"/>
                    <a:pt x="21" y="149"/>
                    <a:pt x="21" y="149"/>
                  </a:cubicBezTo>
                  <a:cubicBezTo>
                    <a:pt x="21" y="224"/>
                    <a:pt x="21" y="224"/>
                    <a:pt x="21" y="224"/>
                  </a:cubicBezTo>
                  <a:cubicBezTo>
                    <a:pt x="21" y="230"/>
                    <a:pt x="26" y="235"/>
                    <a:pt x="32" y="235"/>
                  </a:cubicBezTo>
                  <a:cubicBezTo>
                    <a:pt x="38" y="235"/>
                    <a:pt x="43" y="230"/>
                    <a:pt x="43" y="224"/>
                  </a:cubicBezTo>
                  <a:cubicBezTo>
                    <a:pt x="43" y="149"/>
                    <a:pt x="43" y="149"/>
                    <a:pt x="43" y="149"/>
                  </a:cubicBezTo>
                  <a:cubicBezTo>
                    <a:pt x="64" y="149"/>
                    <a:pt x="64" y="149"/>
                    <a:pt x="64" y="149"/>
                  </a:cubicBezTo>
                  <a:cubicBezTo>
                    <a:pt x="64" y="224"/>
                    <a:pt x="64" y="224"/>
                    <a:pt x="64" y="224"/>
                  </a:cubicBezTo>
                  <a:cubicBezTo>
                    <a:pt x="64" y="230"/>
                    <a:pt x="69" y="235"/>
                    <a:pt x="75" y="235"/>
                  </a:cubicBezTo>
                  <a:cubicBezTo>
                    <a:pt x="81" y="235"/>
                    <a:pt x="85" y="230"/>
                    <a:pt x="85" y="224"/>
                  </a:cubicBezTo>
                  <a:cubicBezTo>
                    <a:pt x="85" y="149"/>
                    <a:pt x="85" y="149"/>
                    <a:pt x="85" y="149"/>
                  </a:cubicBezTo>
                  <a:cubicBezTo>
                    <a:pt x="96" y="149"/>
                    <a:pt x="96" y="149"/>
                    <a:pt x="96" y="149"/>
                  </a:cubicBezTo>
                  <a:cubicBezTo>
                    <a:pt x="99" y="149"/>
                    <a:pt x="102" y="148"/>
                    <a:pt x="104" y="145"/>
                  </a:cubicBezTo>
                  <a:cubicBezTo>
                    <a:pt x="106" y="143"/>
                    <a:pt x="107" y="139"/>
                    <a:pt x="106" y="136"/>
                  </a:cubicBezTo>
                  <a:lnTo>
                    <a:pt x="74" y="8"/>
                  </a:lnTo>
                  <a:close/>
                  <a:moveTo>
                    <a:pt x="51" y="21"/>
                  </a:moveTo>
                  <a:cubicBezTo>
                    <a:pt x="56" y="21"/>
                    <a:pt x="56" y="21"/>
                    <a:pt x="56" y="21"/>
                  </a:cubicBezTo>
                  <a:cubicBezTo>
                    <a:pt x="82" y="128"/>
                    <a:pt x="82" y="128"/>
                    <a:pt x="82" y="128"/>
                  </a:cubicBezTo>
                  <a:cubicBezTo>
                    <a:pt x="24" y="128"/>
                    <a:pt x="24" y="128"/>
                    <a:pt x="24" y="128"/>
                  </a:cubicBezTo>
                  <a:lnTo>
                    <a:pt x="5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37" name="Freeform 830"/>
            <p:cNvSpPr>
              <a:spLocks noEditPoints="1"/>
            </p:cNvSpPr>
            <p:nvPr/>
          </p:nvSpPr>
          <p:spPr bwMode="auto">
            <a:xfrm>
              <a:off x="5240" y="3083"/>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38" name="Freeform 831"/>
            <p:cNvSpPr>
              <a:spLocks noEditPoints="1"/>
            </p:cNvSpPr>
            <p:nvPr/>
          </p:nvSpPr>
          <p:spPr bwMode="auto">
            <a:xfrm>
              <a:off x="5127" y="3139"/>
              <a:ext cx="71" cy="156"/>
            </a:xfrm>
            <a:custGeom>
              <a:avLst/>
              <a:gdLst>
                <a:gd name="T0" fmla="*/ 96 w 106"/>
                <a:gd name="T1" fmla="*/ 0 h 235"/>
                <a:gd name="T2" fmla="*/ 10 w 106"/>
                <a:gd name="T3" fmla="*/ 0 h 235"/>
                <a:gd name="T4" fmla="*/ 0 w 106"/>
                <a:gd name="T5" fmla="*/ 11 h 235"/>
                <a:gd name="T6" fmla="*/ 0 w 106"/>
                <a:gd name="T7" fmla="*/ 117 h 235"/>
                <a:gd name="T8" fmla="*/ 10 w 106"/>
                <a:gd name="T9" fmla="*/ 128 h 235"/>
                <a:gd name="T10" fmla="*/ 21 w 106"/>
                <a:gd name="T11" fmla="*/ 128 h 235"/>
                <a:gd name="T12" fmla="*/ 21 w 106"/>
                <a:gd name="T13" fmla="*/ 224 h 235"/>
                <a:gd name="T14" fmla="*/ 32 w 106"/>
                <a:gd name="T15" fmla="*/ 235 h 235"/>
                <a:gd name="T16" fmla="*/ 42 w 106"/>
                <a:gd name="T17" fmla="*/ 224 h 235"/>
                <a:gd name="T18" fmla="*/ 42 w 106"/>
                <a:gd name="T19" fmla="*/ 128 h 235"/>
                <a:gd name="T20" fmla="*/ 64 w 106"/>
                <a:gd name="T21" fmla="*/ 128 h 235"/>
                <a:gd name="T22" fmla="*/ 64 w 106"/>
                <a:gd name="T23" fmla="*/ 224 h 235"/>
                <a:gd name="T24" fmla="*/ 74 w 106"/>
                <a:gd name="T25" fmla="*/ 235 h 235"/>
                <a:gd name="T26" fmla="*/ 85 w 106"/>
                <a:gd name="T27" fmla="*/ 224 h 235"/>
                <a:gd name="T28" fmla="*/ 85 w 106"/>
                <a:gd name="T29" fmla="*/ 128 h 235"/>
                <a:gd name="T30" fmla="*/ 96 w 106"/>
                <a:gd name="T31" fmla="*/ 128 h 235"/>
                <a:gd name="T32" fmla="*/ 106 w 106"/>
                <a:gd name="T33" fmla="*/ 117 h 235"/>
                <a:gd name="T34" fmla="*/ 106 w 106"/>
                <a:gd name="T35" fmla="*/ 11 h 235"/>
                <a:gd name="T36" fmla="*/ 96 w 106"/>
                <a:gd name="T37" fmla="*/ 0 h 235"/>
                <a:gd name="T38" fmla="*/ 85 w 106"/>
                <a:gd name="T39" fmla="*/ 107 h 235"/>
                <a:gd name="T40" fmla="*/ 21 w 106"/>
                <a:gd name="T41" fmla="*/ 107 h 235"/>
                <a:gd name="T42" fmla="*/ 21 w 106"/>
                <a:gd name="T43" fmla="*/ 21 h 235"/>
                <a:gd name="T44" fmla="*/ 85 w 106"/>
                <a:gd name="T45" fmla="*/ 21 h 235"/>
                <a:gd name="T46" fmla="*/ 85 w 106"/>
                <a:gd name="T47" fmla="*/ 10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235">
                  <a:moveTo>
                    <a:pt x="96" y="0"/>
                  </a:moveTo>
                  <a:cubicBezTo>
                    <a:pt x="10" y="0"/>
                    <a:pt x="10" y="0"/>
                    <a:pt x="10" y="0"/>
                  </a:cubicBezTo>
                  <a:cubicBezTo>
                    <a:pt x="4" y="0"/>
                    <a:pt x="0" y="5"/>
                    <a:pt x="0" y="11"/>
                  </a:cubicBezTo>
                  <a:cubicBezTo>
                    <a:pt x="0" y="117"/>
                    <a:pt x="0" y="117"/>
                    <a:pt x="0" y="117"/>
                  </a:cubicBezTo>
                  <a:cubicBezTo>
                    <a:pt x="0" y="123"/>
                    <a:pt x="4" y="128"/>
                    <a:pt x="10" y="128"/>
                  </a:cubicBezTo>
                  <a:cubicBezTo>
                    <a:pt x="21" y="128"/>
                    <a:pt x="21" y="128"/>
                    <a:pt x="21" y="128"/>
                  </a:cubicBezTo>
                  <a:cubicBezTo>
                    <a:pt x="21" y="224"/>
                    <a:pt x="21" y="224"/>
                    <a:pt x="21" y="224"/>
                  </a:cubicBezTo>
                  <a:cubicBezTo>
                    <a:pt x="21" y="230"/>
                    <a:pt x="26" y="235"/>
                    <a:pt x="32" y="235"/>
                  </a:cubicBezTo>
                  <a:cubicBezTo>
                    <a:pt x="38" y="235"/>
                    <a:pt x="42" y="230"/>
                    <a:pt x="42" y="224"/>
                  </a:cubicBezTo>
                  <a:cubicBezTo>
                    <a:pt x="42" y="128"/>
                    <a:pt x="42" y="128"/>
                    <a:pt x="42" y="128"/>
                  </a:cubicBezTo>
                  <a:cubicBezTo>
                    <a:pt x="64" y="128"/>
                    <a:pt x="64" y="128"/>
                    <a:pt x="64" y="128"/>
                  </a:cubicBezTo>
                  <a:cubicBezTo>
                    <a:pt x="64" y="224"/>
                    <a:pt x="64" y="224"/>
                    <a:pt x="64" y="224"/>
                  </a:cubicBezTo>
                  <a:cubicBezTo>
                    <a:pt x="64" y="230"/>
                    <a:pt x="68" y="235"/>
                    <a:pt x="74" y="235"/>
                  </a:cubicBezTo>
                  <a:cubicBezTo>
                    <a:pt x="80" y="235"/>
                    <a:pt x="85" y="230"/>
                    <a:pt x="85" y="224"/>
                  </a:cubicBezTo>
                  <a:cubicBezTo>
                    <a:pt x="85" y="128"/>
                    <a:pt x="85" y="128"/>
                    <a:pt x="85" y="128"/>
                  </a:cubicBezTo>
                  <a:cubicBezTo>
                    <a:pt x="96" y="128"/>
                    <a:pt x="96" y="128"/>
                    <a:pt x="96" y="128"/>
                  </a:cubicBezTo>
                  <a:cubicBezTo>
                    <a:pt x="102" y="128"/>
                    <a:pt x="106" y="123"/>
                    <a:pt x="106" y="117"/>
                  </a:cubicBezTo>
                  <a:cubicBezTo>
                    <a:pt x="106" y="11"/>
                    <a:pt x="106" y="11"/>
                    <a:pt x="106" y="11"/>
                  </a:cubicBezTo>
                  <a:cubicBezTo>
                    <a:pt x="106" y="5"/>
                    <a:pt x="102" y="0"/>
                    <a:pt x="96" y="0"/>
                  </a:cubicBezTo>
                  <a:close/>
                  <a:moveTo>
                    <a:pt x="85" y="107"/>
                  </a:moveTo>
                  <a:cubicBezTo>
                    <a:pt x="21" y="107"/>
                    <a:pt x="21" y="107"/>
                    <a:pt x="21" y="107"/>
                  </a:cubicBezTo>
                  <a:cubicBezTo>
                    <a:pt x="21" y="21"/>
                    <a:pt x="21" y="21"/>
                    <a:pt x="21" y="21"/>
                  </a:cubicBezTo>
                  <a:cubicBezTo>
                    <a:pt x="85" y="21"/>
                    <a:pt x="85" y="21"/>
                    <a:pt x="85" y="21"/>
                  </a:cubicBezTo>
                  <a:lnTo>
                    <a:pt x="85" y="10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39" name="Freeform 832"/>
            <p:cNvSpPr>
              <a:spLocks noEditPoints="1"/>
            </p:cNvSpPr>
            <p:nvPr/>
          </p:nvSpPr>
          <p:spPr bwMode="auto">
            <a:xfrm>
              <a:off x="5141" y="3083"/>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40" name="Freeform 833"/>
            <p:cNvSpPr>
              <a:spLocks noEditPoints="1"/>
            </p:cNvSpPr>
            <p:nvPr/>
          </p:nvSpPr>
          <p:spPr bwMode="auto">
            <a:xfrm>
              <a:off x="5042" y="3019"/>
              <a:ext cx="341"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grpSp>
        <p:nvGrpSpPr>
          <p:cNvPr id="141" name="Group 844"/>
          <p:cNvGrpSpPr>
            <a:grpSpLocks noChangeAspect="1"/>
          </p:cNvGrpSpPr>
          <p:nvPr/>
        </p:nvGrpSpPr>
        <p:grpSpPr bwMode="auto">
          <a:xfrm>
            <a:off x="3826665" y="4267603"/>
            <a:ext cx="447688" cy="447688"/>
            <a:chOff x="4301" y="3046"/>
            <a:chExt cx="340" cy="340"/>
          </a:xfrm>
          <a:solidFill>
            <a:schemeClr val="bg1"/>
          </a:solidFill>
        </p:grpSpPr>
        <p:sp>
          <p:nvSpPr>
            <p:cNvPr id="142" name="Freeform 845"/>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43" name="Freeform 846"/>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44" name="Freeform 847"/>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45" name="Freeform 848"/>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46" name="Freeform 849"/>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47" name="Freeform 850"/>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148" name="Freeform 851"/>
            <p:cNvSpPr>
              <a:spLocks noEditPoints="1"/>
            </p:cNvSpPr>
            <p:nvPr/>
          </p:nvSpPr>
          <p:spPr bwMode="auto">
            <a:xfrm>
              <a:off x="4301" y="3046"/>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grpSp>
    </p:spTree>
    <p:extLst>
      <p:ext uri="{BB962C8B-B14F-4D97-AF65-F5344CB8AC3E}">
        <p14:creationId xmlns:p14="http://schemas.microsoft.com/office/powerpoint/2010/main" val="1384877869"/>
      </p:ext>
    </p:extLst>
  </p:cSld>
  <p:clrMapOvr>
    <a:masterClrMapping/>
  </p:clrMapOvr>
  <p:transition>
    <p:fade/>
  </p:transition>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dirty="0"/>
              <a:t>Pinwheel with text</a:t>
            </a:r>
            <a:endParaRPr lang="en-US" dirty="0"/>
          </a:p>
        </p:txBody>
      </p:sp>
      <p:grpSp>
        <p:nvGrpSpPr>
          <p:cNvPr id="34" name="Group 33"/>
          <p:cNvGrpSpPr/>
          <p:nvPr/>
        </p:nvGrpSpPr>
        <p:grpSpPr>
          <a:xfrm>
            <a:off x="5047857" y="4095670"/>
            <a:ext cx="2340293" cy="923270"/>
            <a:chOff x="3206750" y="2892744"/>
            <a:chExt cx="3095625" cy="1136332"/>
          </a:xfrm>
        </p:grpSpPr>
        <p:sp>
          <p:nvSpPr>
            <p:cNvPr id="35" name="Pentagon 26"/>
            <p:cNvSpPr/>
            <p:nvPr/>
          </p:nvSpPr>
          <p:spPr>
            <a:xfrm>
              <a:off x="3206750" y="3448051"/>
              <a:ext cx="3095625" cy="581025"/>
            </a:xfrm>
            <a:custGeom>
              <a:avLst/>
              <a:gdLst>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0 w 3095625"/>
                <a:gd name="connsiteY5"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3175 w 3095625"/>
                <a:gd name="connsiteY5" fmla="*/ 571500 h 1152525"/>
                <a:gd name="connsiteX6" fmla="*/ 0 w 3095625"/>
                <a:gd name="connsiteY6" fmla="*/ 0 h 1152525"/>
                <a:gd name="connsiteX0" fmla="*/ 3175 w 3095625"/>
                <a:gd name="connsiteY0" fmla="*/ 571501 h 1152526"/>
                <a:gd name="connsiteX1" fmla="*/ 2519363 w 3095625"/>
                <a:gd name="connsiteY1" fmla="*/ 1 h 1152526"/>
                <a:gd name="connsiteX2" fmla="*/ 3095625 w 3095625"/>
                <a:gd name="connsiteY2" fmla="*/ 576264 h 1152526"/>
                <a:gd name="connsiteX3" fmla="*/ 2519363 w 3095625"/>
                <a:gd name="connsiteY3" fmla="*/ 1152526 h 1152526"/>
                <a:gd name="connsiteX4" fmla="*/ 0 w 3095625"/>
                <a:gd name="connsiteY4" fmla="*/ 1152526 h 1152526"/>
                <a:gd name="connsiteX5" fmla="*/ 3175 w 3095625"/>
                <a:gd name="connsiteY5" fmla="*/ 571501 h 1152526"/>
                <a:gd name="connsiteX0" fmla="*/ 3175 w 3095625"/>
                <a:gd name="connsiteY0" fmla="*/ 69986 h 651011"/>
                <a:gd name="connsiteX1" fmla="*/ 3095625 w 3095625"/>
                <a:gd name="connsiteY1" fmla="*/ 74749 h 651011"/>
                <a:gd name="connsiteX2" fmla="*/ 2519363 w 3095625"/>
                <a:gd name="connsiteY2" fmla="*/ 651011 h 651011"/>
                <a:gd name="connsiteX3" fmla="*/ 0 w 3095625"/>
                <a:gd name="connsiteY3" fmla="*/ 651011 h 651011"/>
                <a:gd name="connsiteX4" fmla="*/ 3175 w 3095625"/>
                <a:gd name="connsiteY4" fmla="*/ 69986 h 651011"/>
                <a:gd name="connsiteX0" fmla="*/ 3175 w 3095625"/>
                <a:gd name="connsiteY0" fmla="*/ 43941 h 624966"/>
                <a:gd name="connsiteX1" fmla="*/ 3095625 w 3095625"/>
                <a:gd name="connsiteY1" fmla="*/ 48704 h 624966"/>
                <a:gd name="connsiteX2" fmla="*/ 2519363 w 3095625"/>
                <a:gd name="connsiteY2" fmla="*/ 624966 h 624966"/>
                <a:gd name="connsiteX3" fmla="*/ 0 w 3095625"/>
                <a:gd name="connsiteY3" fmla="*/ 624966 h 624966"/>
                <a:gd name="connsiteX4" fmla="*/ 3175 w 3095625"/>
                <a:gd name="connsiteY4" fmla="*/ 43941 h 624966"/>
                <a:gd name="connsiteX0" fmla="*/ 3175 w 3095625"/>
                <a:gd name="connsiteY0" fmla="*/ 0 h 581025"/>
                <a:gd name="connsiteX1" fmla="*/ 3095625 w 3095625"/>
                <a:gd name="connsiteY1" fmla="*/ 4763 h 581025"/>
                <a:gd name="connsiteX2" fmla="*/ 2519363 w 3095625"/>
                <a:gd name="connsiteY2" fmla="*/ 581025 h 581025"/>
                <a:gd name="connsiteX3" fmla="*/ 0 w 3095625"/>
                <a:gd name="connsiteY3" fmla="*/ 581025 h 581025"/>
                <a:gd name="connsiteX4" fmla="*/ 3175 w 3095625"/>
                <a:gd name="connsiteY4" fmla="*/ 0 h 581025"/>
                <a:gd name="connsiteX0" fmla="*/ 3175 w 3095625"/>
                <a:gd name="connsiteY0" fmla="*/ 0 h 581025"/>
                <a:gd name="connsiteX1" fmla="*/ 3095625 w 3095625"/>
                <a:gd name="connsiteY1" fmla="*/ 4763 h 581025"/>
                <a:gd name="connsiteX2" fmla="*/ 2519363 w 3095625"/>
                <a:gd name="connsiteY2" fmla="*/ 581025 h 581025"/>
                <a:gd name="connsiteX3" fmla="*/ 0 w 3095625"/>
                <a:gd name="connsiteY3" fmla="*/ 581025 h 581025"/>
                <a:gd name="connsiteX4" fmla="*/ 3175 w 3095625"/>
                <a:gd name="connsiteY4" fmla="*/ 0 h 581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5625" h="581025">
                  <a:moveTo>
                    <a:pt x="3175" y="0"/>
                  </a:moveTo>
                  <a:cubicBezTo>
                    <a:pt x="461962" y="8731"/>
                    <a:pt x="2638160" y="-6349"/>
                    <a:pt x="3095625" y="4763"/>
                  </a:cubicBezTo>
                  <a:lnTo>
                    <a:pt x="2519363" y="581025"/>
                  </a:lnTo>
                  <a:lnTo>
                    <a:pt x="0" y="581025"/>
                  </a:lnTo>
                  <a:cubicBezTo>
                    <a:pt x="1058" y="387350"/>
                    <a:pt x="2117" y="193675"/>
                    <a:pt x="3175" y="0"/>
                  </a:cubicBez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6" name="Pentagon 33"/>
            <p:cNvSpPr/>
            <p:nvPr/>
          </p:nvSpPr>
          <p:spPr>
            <a:xfrm>
              <a:off x="3206750" y="2892744"/>
              <a:ext cx="3088904" cy="560069"/>
            </a:xfrm>
            <a:custGeom>
              <a:avLst/>
              <a:gdLst>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0 w 3095625"/>
                <a:gd name="connsiteY5"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3175 w 3095625"/>
                <a:gd name="connsiteY5" fmla="*/ 561975 h 1152525"/>
                <a:gd name="connsiteX6" fmla="*/ 0 w 3095625"/>
                <a:gd name="connsiteY6"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3175 w 3095625"/>
                <a:gd name="connsiteY4" fmla="*/ 561975 h 1152525"/>
                <a:gd name="connsiteX5" fmla="*/ 0 w 3095625"/>
                <a:gd name="connsiteY5" fmla="*/ 0 h 1152525"/>
                <a:gd name="connsiteX0" fmla="*/ 0 w 3095625"/>
                <a:gd name="connsiteY0" fmla="*/ 0 h 576263"/>
                <a:gd name="connsiteX1" fmla="*/ 2519363 w 3095625"/>
                <a:gd name="connsiteY1" fmla="*/ 0 h 576263"/>
                <a:gd name="connsiteX2" fmla="*/ 3095625 w 3095625"/>
                <a:gd name="connsiteY2" fmla="*/ 576263 h 576263"/>
                <a:gd name="connsiteX3" fmla="*/ 3175 w 3095625"/>
                <a:gd name="connsiteY3" fmla="*/ 561975 h 576263"/>
                <a:gd name="connsiteX4" fmla="*/ 0 w 3095625"/>
                <a:gd name="connsiteY4" fmla="*/ 0 h 576263"/>
                <a:gd name="connsiteX0" fmla="*/ 0 w 3095625"/>
                <a:gd name="connsiteY0" fmla="*/ 0 h 576263"/>
                <a:gd name="connsiteX1" fmla="*/ 2519363 w 3095625"/>
                <a:gd name="connsiteY1" fmla="*/ 0 h 576263"/>
                <a:gd name="connsiteX2" fmla="*/ 3095625 w 3095625"/>
                <a:gd name="connsiteY2" fmla="*/ 576263 h 576263"/>
                <a:gd name="connsiteX3" fmla="*/ 3175 w 3095625"/>
                <a:gd name="connsiteY3" fmla="*/ 573881 h 576263"/>
                <a:gd name="connsiteX4" fmla="*/ 0 w 3095625"/>
                <a:gd name="connsiteY4" fmla="*/ 0 h 57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5625" h="576263">
                  <a:moveTo>
                    <a:pt x="0" y="0"/>
                  </a:moveTo>
                  <a:lnTo>
                    <a:pt x="2519363" y="0"/>
                  </a:lnTo>
                  <a:lnTo>
                    <a:pt x="3095625" y="576263"/>
                  </a:lnTo>
                  <a:lnTo>
                    <a:pt x="3175" y="573881"/>
                  </a:lnTo>
                  <a:cubicBezTo>
                    <a:pt x="2117" y="386556"/>
                    <a:pt x="1058" y="187325"/>
                    <a:pt x="0" y="0"/>
                  </a:cubicBezTo>
                  <a:close/>
                </a:path>
              </a:pathLst>
            </a:custGeom>
            <a:solidFill>
              <a:schemeClr val="accent3">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74295" tIns="74295" rIns="74295" bIns="74295" rtlCol="0" anchor="ctr">
              <a:noAutofit/>
            </a:bodyPr>
            <a:lstStyle/>
            <a:p>
              <a:pPr algn="ctr"/>
              <a:endParaRPr lang="en-US" sz="800" err="1">
                <a:solidFill>
                  <a:schemeClr val="tx2"/>
                </a:solidFill>
                <a:latin typeface="Aptos" panose="020B0004020202020204" pitchFamily="34" charset="0"/>
              </a:endParaRPr>
            </a:p>
          </p:txBody>
        </p:sp>
      </p:grpSp>
      <p:grpSp>
        <p:nvGrpSpPr>
          <p:cNvPr id="37" name="Group 36"/>
          <p:cNvGrpSpPr/>
          <p:nvPr/>
        </p:nvGrpSpPr>
        <p:grpSpPr>
          <a:xfrm rot="16200000">
            <a:off x="4444323" y="2382238"/>
            <a:ext cx="2340293" cy="936427"/>
            <a:chOff x="3206750" y="2876550"/>
            <a:chExt cx="3095625" cy="1152526"/>
          </a:xfrm>
        </p:grpSpPr>
        <p:sp>
          <p:nvSpPr>
            <p:cNvPr id="38" name="Pentagon 26"/>
            <p:cNvSpPr/>
            <p:nvPr/>
          </p:nvSpPr>
          <p:spPr>
            <a:xfrm>
              <a:off x="3206750" y="3448051"/>
              <a:ext cx="3095625" cy="581025"/>
            </a:xfrm>
            <a:custGeom>
              <a:avLst/>
              <a:gdLst>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0 w 3095625"/>
                <a:gd name="connsiteY5"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3175 w 3095625"/>
                <a:gd name="connsiteY5" fmla="*/ 571500 h 1152525"/>
                <a:gd name="connsiteX6" fmla="*/ 0 w 3095625"/>
                <a:gd name="connsiteY6" fmla="*/ 0 h 1152525"/>
                <a:gd name="connsiteX0" fmla="*/ 3175 w 3095625"/>
                <a:gd name="connsiteY0" fmla="*/ 571501 h 1152526"/>
                <a:gd name="connsiteX1" fmla="*/ 2519363 w 3095625"/>
                <a:gd name="connsiteY1" fmla="*/ 1 h 1152526"/>
                <a:gd name="connsiteX2" fmla="*/ 3095625 w 3095625"/>
                <a:gd name="connsiteY2" fmla="*/ 576264 h 1152526"/>
                <a:gd name="connsiteX3" fmla="*/ 2519363 w 3095625"/>
                <a:gd name="connsiteY3" fmla="*/ 1152526 h 1152526"/>
                <a:gd name="connsiteX4" fmla="*/ 0 w 3095625"/>
                <a:gd name="connsiteY4" fmla="*/ 1152526 h 1152526"/>
                <a:gd name="connsiteX5" fmla="*/ 3175 w 3095625"/>
                <a:gd name="connsiteY5" fmla="*/ 571501 h 1152526"/>
                <a:gd name="connsiteX0" fmla="*/ 3175 w 3095625"/>
                <a:gd name="connsiteY0" fmla="*/ 69986 h 651011"/>
                <a:gd name="connsiteX1" fmla="*/ 3095625 w 3095625"/>
                <a:gd name="connsiteY1" fmla="*/ 74749 h 651011"/>
                <a:gd name="connsiteX2" fmla="*/ 2519363 w 3095625"/>
                <a:gd name="connsiteY2" fmla="*/ 651011 h 651011"/>
                <a:gd name="connsiteX3" fmla="*/ 0 w 3095625"/>
                <a:gd name="connsiteY3" fmla="*/ 651011 h 651011"/>
                <a:gd name="connsiteX4" fmla="*/ 3175 w 3095625"/>
                <a:gd name="connsiteY4" fmla="*/ 69986 h 651011"/>
                <a:gd name="connsiteX0" fmla="*/ 3175 w 3095625"/>
                <a:gd name="connsiteY0" fmla="*/ 43941 h 624966"/>
                <a:gd name="connsiteX1" fmla="*/ 3095625 w 3095625"/>
                <a:gd name="connsiteY1" fmla="*/ 48704 h 624966"/>
                <a:gd name="connsiteX2" fmla="*/ 2519363 w 3095625"/>
                <a:gd name="connsiteY2" fmla="*/ 624966 h 624966"/>
                <a:gd name="connsiteX3" fmla="*/ 0 w 3095625"/>
                <a:gd name="connsiteY3" fmla="*/ 624966 h 624966"/>
                <a:gd name="connsiteX4" fmla="*/ 3175 w 3095625"/>
                <a:gd name="connsiteY4" fmla="*/ 43941 h 624966"/>
                <a:gd name="connsiteX0" fmla="*/ 3175 w 3095625"/>
                <a:gd name="connsiteY0" fmla="*/ 0 h 581025"/>
                <a:gd name="connsiteX1" fmla="*/ 3095625 w 3095625"/>
                <a:gd name="connsiteY1" fmla="*/ 4763 h 581025"/>
                <a:gd name="connsiteX2" fmla="*/ 2519363 w 3095625"/>
                <a:gd name="connsiteY2" fmla="*/ 581025 h 581025"/>
                <a:gd name="connsiteX3" fmla="*/ 0 w 3095625"/>
                <a:gd name="connsiteY3" fmla="*/ 581025 h 581025"/>
                <a:gd name="connsiteX4" fmla="*/ 3175 w 3095625"/>
                <a:gd name="connsiteY4" fmla="*/ 0 h 581025"/>
                <a:gd name="connsiteX0" fmla="*/ 3175 w 3095625"/>
                <a:gd name="connsiteY0" fmla="*/ 0 h 581025"/>
                <a:gd name="connsiteX1" fmla="*/ 3095625 w 3095625"/>
                <a:gd name="connsiteY1" fmla="*/ 4763 h 581025"/>
                <a:gd name="connsiteX2" fmla="*/ 2519363 w 3095625"/>
                <a:gd name="connsiteY2" fmla="*/ 581025 h 581025"/>
                <a:gd name="connsiteX3" fmla="*/ 0 w 3095625"/>
                <a:gd name="connsiteY3" fmla="*/ 581025 h 581025"/>
                <a:gd name="connsiteX4" fmla="*/ 3175 w 3095625"/>
                <a:gd name="connsiteY4" fmla="*/ 0 h 581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5625" h="581025">
                  <a:moveTo>
                    <a:pt x="3175" y="0"/>
                  </a:moveTo>
                  <a:cubicBezTo>
                    <a:pt x="461962" y="8731"/>
                    <a:pt x="2638160" y="-6349"/>
                    <a:pt x="3095625" y="4763"/>
                  </a:cubicBezTo>
                  <a:lnTo>
                    <a:pt x="2519363" y="581025"/>
                  </a:lnTo>
                  <a:lnTo>
                    <a:pt x="0" y="581025"/>
                  </a:lnTo>
                  <a:cubicBezTo>
                    <a:pt x="1058" y="387350"/>
                    <a:pt x="2117" y="193675"/>
                    <a:pt x="3175" y="0"/>
                  </a:cubicBez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9" name="Pentagon 33"/>
            <p:cNvSpPr/>
            <p:nvPr/>
          </p:nvSpPr>
          <p:spPr>
            <a:xfrm>
              <a:off x="3206750" y="2876550"/>
              <a:ext cx="3095625" cy="576263"/>
            </a:xfrm>
            <a:custGeom>
              <a:avLst/>
              <a:gdLst>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0 w 3095625"/>
                <a:gd name="connsiteY5"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3175 w 3095625"/>
                <a:gd name="connsiteY5" fmla="*/ 561975 h 1152525"/>
                <a:gd name="connsiteX6" fmla="*/ 0 w 3095625"/>
                <a:gd name="connsiteY6"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3175 w 3095625"/>
                <a:gd name="connsiteY4" fmla="*/ 561975 h 1152525"/>
                <a:gd name="connsiteX5" fmla="*/ 0 w 3095625"/>
                <a:gd name="connsiteY5" fmla="*/ 0 h 1152525"/>
                <a:gd name="connsiteX0" fmla="*/ 0 w 3095625"/>
                <a:gd name="connsiteY0" fmla="*/ 0 h 576263"/>
                <a:gd name="connsiteX1" fmla="*/ 2519363 w 3095625"/>
                <a:gd name="connsiteY1" fmla="*/ 0 h 576263"/>
                <a:gd name="connsiteX2" fmla="*/ 3095625 w 3095625"/>
                <a:gd name="connsiteY2" fmla="*/ 576263 h 576263"/>
                <a:gd name="connsiteX3" fmla="*/ 3175 w 3095625"/>
                <a:gd name="connsiteY3" fmla="*/ 561975 h 576263"/>
                <a:gd name="connsiteX4" fmla="*/ 0 w 3095625"/>
                <a:gd name="connsiteY4" fmla="*/ 0 h 576263"/>
                <a:gd name="connsiteX0" fmla="*/ 0 w 3095625"/>
                <a:gd name="connsiteY0" fmla="*/ 0 h 576263"/>
                <a:gd name="connsiteX1" fmla="*/ 2519363 w 3095625"/>
                <a:gd name="connsiteY1" fmla="*/ 0 h 576263"/>
                <a:gd name="connsiteX2" fmla="*/ 3095625 w 3095625"/>
                <a:gd name="connsiteY2" fmla="*/ 576263 h 576263"/>
                <a:gd name="connsiteX3" fmla="*/ 3175 w 3095625"/>
                <a:gd name="connsiteY3" fmla="*/ 573881 h 576263"/>
                <a:gd name="connsiteX4" fmla="*/ 0 w 3095625"/>
                <a:gd name="connsiteY4" fmla="*/ 0 h 57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5625" h="576263">
                  <a:moveTo>
                    <a:pt x="0" y="0"/>
                  </a:moveTo>
                  <a:lnTo>
                    <a:pt x="2519363" y="0"/>
                  </a:lnTo>
                  <a:lnTo>
                    <a:pt x="3095625" y="576263"/>
                  </a:lnTo>
                  <a:lnTo>
                    <a:pt x="3175" y="573881"/>
                  </a:lnTo>
                  <a:cubicBezTo>
                    <a:pt x="2117" y="386556"/>
                    <a:pt x="1058" y="187325"/>
                    <a:pt x="0" y="0"/>
                  </a:cubicBezTo>
                  <a:close/>
                </a:path>
              </a:pathLst>
            </a:custGeom>
            <a:solidFill>
              <a:schemeClr val="accent1">
                <a:lumMod val="40000"/>
                <a:lumOff val="60000"/>
                <a:alpha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grpSp>
      <p:grpSp>
        <p:nvGrpSpPr>
          <p:cNvPr id="40" name="Group 39"/>
          <p:cNvGrpSpPr/>
          <p:nvPr/>
        </p:nvGrpSpPr>
        <p:grpSpPr>
          <a:xfrm flipH="1">
            <a:off x="2610573" y="2865158"/>
            <a:ext cx="2340293" cy="936427"/>
            <a:chOff x="3206750" y="2876550"/>
            <a:chExt cx="3095625" cy="1152526"/>
          </a:xfrm>
        </p:grpSpPr>
        <p:sp>
          <p:nvSpPr>
            <p:cNvPr id="41" name="Pentagon 26"/>
            <p:cNvSpPr/>
            <p:nvPr/>
          </p:nvSpPr>
          <p:spPr>
            <a:xfrm>
              <a:off x="3206750" y="3448051"/>
              <a:ext cx="3095625" cy="581025"/>
            </a:xfrm>
            <a:custGeom>
              <a:avLst/>
              <a:gdLst>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0 w 3095625"/>
                <a:gd name="connsiteY5"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3175 w 3095625"/>
                <a:gd name="connsiteY5" fmla="*/ 571500 h 1152525"/>
                <a:gd name="connsiteX6" fmla="*/ 0 w 3095625"/>
                <a:gd name="connsiteY6" fmla="*/ 0 h 1152525"/>
                <a:gd name="connsiteX0" fmla="*/ 3175 w 3095625"/>
                <a:gd name="connsiteY0" fmla="*/ 571501 h 1152526"/>
                <a:gd name="connsiteX1" fmla="*/ 2519363 w 3095625"/>
                <a:gd name="connsiteY1" fmla="*/ 1 h 1152526"/>
                <a:gd name="connsiteX2" fmla="*/ 3095625 w 3095625"/>
                <a:gd name="connsiteY2" fmla="*/ 576264 h 1152526"/>
                <a:gd name="connsiteX3" fmla="*/ 2519363 w 3095625"/>
                <a:gd name="connsiteY3" fmla="*/ 1152526 h 1152526"/>
                <a:gd name="connsiteX4" fmla="*/ 0 w 3095625"/>
                <a:gd name="connsiteY4" fmla="*/ 1152526 h 1152526"/>
                <a:gd name="connsiteX5" fmla="*/ 3175 w 3095625"/>
                <a:gd name="connsiteY5" fmla="*/ 571501 h 1152526"/>
                <a:gd name="connsiteX0" fmla="*/ 3175 w 3095625"/>
                <a:gd name="connsiteY0" fmla="*/ 69986 h 651011"/>
                <a:gd name="connsiteX1" fmla="*/ 3095625 w 3095625"/>
                <a:gd name="connsiteY1" fmla="*/ 74749 h 651011"/>
                <a:gd name="connsiteX2" fmla="*/ 2519363 w 3095625"/>
                <a:gd name="connsiteY2" fmla="*/ 651011 h 651011"/>
                <a:gd name="connsiteX3" fmla="*/ 0 w 3095625"/>
                <a:gd name="connsiteY3" fmla="*/ 651011 h 651011"/>
                <a:gd name="connsiteX4" fmla="*/ 3175 w 3095625"/>
                <a:gd name="connsiteY4" fmla="*/ 69986 h 651011"/>
                <a:gd name="connsiteX0" fmla="*/ 3175 w 3095625"/>
                <a:gd name="connsiteY0" fmla="*/ 43941 h 624966"/>
                <a:gd name="connsiteX1" fmla="*/ 3095625 w 3095625"/>
                <a:gd name="connsiteY1" fmla="*/ 48704 h 624966"/>
                <a:gd name="connsiteX2" fmla="*/ 2519363 w 3095625"/>
                <a:gd name="connsiteY2" fmla="*/ 624966 h 624966"/>
                <a:gd name="connsiteX3" fmla="*/ 0 w 3095625"/>
                <a:gd name="connsiteY3" fmla="*/ 624966 h 624966"/>
                <a:gd name="connsiteX4" fmla="*/ 3175 w 3095625"/>
                <a:gd name="connsiteY4" fmla="*/ 43941 h 624966"/>
                <a:gd name="connsiteX0" fmla="*/ 3175 w 3095625"/>
                <a:gd name="connsiteY0" fmla="*/ 0 h 581025"/>
                <a:gd name="connsiteX1" fmla="*/ 3095625 w 3095625"/>
                <a:gd name="connsiteY1" fmla="*/ 4763 h 581025"/>
                <a:gd name="connsiteX2" fmla="*/ 2519363 w 3095625"/>
                <a:gd name="connsiteY2" fmla="*/ 581025 h 581025"/>
                <a:gd name="connsiteX3" fmla="*/ 0 w 3095625"/>
                <a:gd name="connsiteY3" fmla="*/ 581025 h 581025"/>
                <a:gd name="connsiteX4" fmla="*/ 3175 w 3095625"/>
                <a:gd name="connsiteY4" fmla="*/ 0 h 581025"/>
                <a:gd name="connsiteX0" fmla="*/ 3175 w 3095625"/>
                <a:gd name="connsiteY0" fmla="*/ 0 h 581025"/>
                <a:gd name="connsiteX1" fmla="*/ 3095625 w 3095625"/>
                <a:gd name="connsiteY1" fmla="*/ 4763 h 581025"/>
                <a:gd name="connsiteX2" fmla="*/ 2519363 w 3095625"/>
                <a:gd name="connsiteY2" fmla="*/ 581025 h 581025"/>
                <a:gd name="connsiteX3" fmla="*/ 0 w 3095625"/>
                <a:gd name="connsiteY3" fmla="*/ 581025 h 581025"/>
                <a:gd name="connsiteX4" fmla="*/ 3175 w 3095625"/>
                <a:gd name="connsiteY4" fmla="*/ 0 h 581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5625" h="581025">
                  <a:moveTo>
                    <a:pt x="3175" y="0"/>
                  </a:moveTo>
                  <a:cubicBezTo>
                    <a:pt x="461962" y="8731"/>
                    <a:pt x="2638160" y="-6349"/>
                    <a:pt x="3095625" y="4763"/>
                  </a:cubicBezTo>
                  <a:lnTo>
                    <a:pt x="2519363" y="581025"/>
                  </a:lnTo>
                  <a:lnTo>
                    <a:pt x="0" y="581025"/>
                  </a:lnTo>
                  <a:cubicBezTo>
                    <a:pt x="1058" y="387350"/>
                    <a:pt x="2117" y="193675"/>
                    <a:pt x="3175" y="0"/>
                  </a:cubicBezTo>
                  <a:close/>
                </a:path>
              </a:pathLst>
            </a:custGeom>
            <a:solidFill>
              <a:schemeClr val="accent2">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42" name="Pentagon 33"/>
            <p:cNvSpPr/>
            <p:nvPr/>
          </p:nvSpPr>
          <p:spPr>
            <a:xfrm>
              <a:off x="3206750" y="2876550"/>
              <a:ext cx="3095625" cy="576263"/>
            </a:xfrm>
            <a:custGeom>
              <a:avLst/>
              <a:gdLst>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0 w 3095625"/>
                <a:gd name="connsiteY5"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3175 w 3095625"/>
                <a:gd name="connsiteY5" fmla="*/ 561975 h 1152525"/>
                <a:gd name="connsiteX6" fmla="*/ 0 w 3095625"/>
                <a:gd name="connsiteY6"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3175 w 3095625"/>
                <a:gd name="connsiteY4" fmla="*/ 561975 h 1152525"/>
                <a:gd name="connsiteX5" fmla="*/ 0 w 3095625"/>
                <a:gd name="connsiteY5" fmla="*/ 0 h 1152525"/>
                <a:gd name="connsiteX0" fmla="*/ 0 w 3095625"/>
                <a:gd name="connsiteY0" fmla="*/ 0 h 576263"/>
                <a:gd name="connsiteX1" fmla="*/ 2519363 w 3095625"/>
                <a:gd name="connsiteY1" fmla="*/ 0 h 576263"/>
                <a:gd name="connsiteX2" fmla="*/ 3095625 w 3095625"/>
                <a:gd name="connsiteY2" fmla="*/ 576263 h 576263"/>
                <a:gd name="connsiteX3" fmla="*/ 3175 w 3095625"/>
                <a:gd name="connsiteY3" fmla="*/ 561975 h 576263"/>
                <a:gd name="connsiteX4" fmla="*/ 0 w 3095625"/>
                <a:gd name="connsiteY4" fmla="*/ 0 h 576263"/>
                <a:gd name="connsiteX0" fmla="*/ 0 w 3095625"/>
                <a:gd name="connsiteY0" fmla="*/ 0 h 576263"/>
                <a:gd name="connsiteX1" fmla="*/ 2519363 w 3095625"/>
                <a:gd name="connsiteY1" fmla="*/ 0 h 576263"/>
                <a:gd name="connsiteX2" fmla="*/ 3095625 w 3095625"/>
                <a:gd name="connsiteY2" fmla="*/ 576263 h 576263"/>
                <a:gd name="connsiteX3" fmla="*/ 3175 w 3095625"/>
                <a:gd name="connsiteY3" fmla="*/ 573881 h 576263"/>
                <a:gd name="connsiteX4" fmla="*/ 0 w 3095625"/>
                <a:gd name="connsiteY4" fmla="*/ 0 h 57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5625" h="576263">
                  <a:moveTo>
                    <a:pt x="0" y="0"/>
                  </a:moveTo>
                  <a:lnTo>
                    <a:pt x="2519363" y="0"/>
                  </a:lnTo>
                  <a:lnTo>
                    <a:pt x="3095625" y="576263"/>
                  </a:lnTo>
                  <a:lnTo>
                    <a:pt x="3175" y="573881"/>
                  </a:lnTo>
                  <a:cubicBezTo>
                    <a:pt x="2117" y="386556"/>
                    <a:pt x="1058" y="187325"/>
                    <a:pt x="0" y="0"/>
                  </a:cubicBezTo>
                  <a:close/>
                </a:path>
              </a:pathLst>
            </a:cu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grpSp>
      <p:grpSp>
        <p:nvGrpSpPr>
          <p:cNvPr id="43" name="Group 42"/>
          <p:cNvGrpSpPr/>
          <p:nvPr/>
        </p:nvGrpSpPr>
        <p:grpSpPr>
          <a:xfrm rot="5400000" flipV="1">
            <a:off x="3356019" y="4701641"/>
            <a:ext cx="2340293" cy="936427"/>
            <a:chOff x="3206750" y="2876550"/>
            <a:chExt cx="3095625" cy="1152526"/>
          </a:xfrm>
        </p:grpSpPr>
        <p:sp>
          <p:nvSpPr>
            <p:cNvPr id="44" name="Pentagon 26"/>
            <p:cNvSpPr/>
            <p:nvPr/>
          </p:nvSpPr>
          <p:spPr>
            <a:xfrm>
              <a:off x="3206750" y="3448051"/>
              <a:ext cx="3095625" cy="581025"/>
            </a:xfrm>
            <a:custGeom>
              <a:avLst/>
              <a:gdLst>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0 w 3095625"/>
                <a:gd name="connsiteY5"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3175 w 3095625"/>
                <a:gd name="connsiteY5" fmla="*/ 571500 h 1152525"/>
                <a:gd name="connsiteX6" fmla="*/ 0 w 3095625"/>
                <a:gd name="connsiteY6" fmla="*/ 0 h 1152525"/>
                <a:gd name="connsiteX0" fmla="*/ 3175 w 3095625"/>
                <a:gd name="connsiteY0" fmla="*/ 571501 h 1152526"/>
                <a:gd name="connsiteX1" fmla="*/ 2519363 w 3095625"/>
                <a:gd name="connsiteY1" fmla="*/ 1 h 1152526"/>
                <a:gd name="connsiteX2" fmla="*/ 3095625 w 3095625"/>
                <a:gd name="connsiteY2" fmla="*/ 576264 h 1152526"/>
                <a:gd name="connsiteX3" fmla="*/ 2519363 w 3095625"/>
                <a:gd name="connsiteY3" fmla="*/ 1152526 h 1152526"/>
                <a:gd name="connsiteX4" fmla="*/ 0 w 3095625"/>
                <a:gd name="connsiteY4" fmla="*/ 1152526 h 1152526"/>
                <a:gd name="connsiteX5" fmla="*/ 3175 w 3095625"/>
                <a:gd name="connsiteY5" fmla="*/ 571501 h 1152526"/>
                <a:gd name="connsiteX0" fmla="*/ 3175 w 3095625"/>
                <a:gd name="connsiteY0" fmla="*/ 69986 h 651011"/>
                <a:gd name="connsiteX1" fmla="*/ 3095625 w 3095625"/>
                <a:gd name="connsiteY1" fmla="*/ 74749 h 651011"/>
                <a:gd name="connsiteX2" fmla="*/ 2519363 w 3095625"/>
                <a:gd name="connsiteY2" fmla="*/ 651011 h 651011"/>
                <a:gd name="connsiteX3" fmla="*/ 0 w 3095625"/>
                <a:gd name="connsiteY3" fmla="*/ 651011 h 651011"/>
                <a:gd name="connsiteX4" fmla="*/ 3175 w 3095625"/>
                <a:gd name="connsiteY4" fmla="*/ 69986 h 651011"/>
                <a:gd name="connsiteX0" fmla="*/ 3175 w 3095625"/>
                <a:gd name="connsiteY0" fmla="*/ 43941 h 624966"/>
                <a:gd name="connsiteX1" fmla="*/ 3095625 w 3095625"/>
                <a:gd name="connsiteY1" fmla="*/ 48704 h 624966"/>
                <a:gd name="connsiteX2" fmla="*/ 2519363 w 3095625"/>
                <a:gd name="connsiteY2" fmla="*/ 624966 h 624966"/>
                <a:gd name="connsiteX3" fmla="*/ 0 w 3095625"/>
                <a:gd name="connsiteY3" fmla="*/ 624966 h 624966"/>
                <a:gd name="connsiteX4" fmla="*/ 3175 w 3095625"/>
                <a:gd name="connsiteY4" fmla="*/ 43941 h 624966"/>
                <a:gd name="connsiteX0" fmla="*/ 3175 w 3095625"/>
                <a:gd name="connsiteY0" fmla="*/ 0 h 581025"/>
                <a:gd name="connsiteX1" fmla="*/ 3095625 w 3095625"/>
                <a:gd name="connsiteY1" fmla="*/ 4763 h 581025"/>
                <a:gd name="connsiteX2" fmla="*/ 2519363 w 3095625"/>
                <a:gd name="connsiteY2" fmla="*/ 581025 h 581025"/>
                <a:gd name="connsiteX3" fmla="*/ 0 w 3095625"/>
                <a:gd name="connsiteY3" fmla="*/ 581025 h 581025"/>
                <a:gd name="connsiteX4" fmla="*/ 3175 w 3095625"/>
                <a:gd name="connsiteY4" fmla="*/ 0 h 581025"/>
                <a:gd name="connsiteX0" fmla="*/ 3175 w 3095625"/>
                <a:gd name="connsiteY0" fmla="*/ 0 h 581025"/>
                <a:gd name="connsiteX1" fmla="*/ 3095625 w 3095625"/>
                <a:gd name="connsiteY1" fmla="*/ 4763 h 581025"/>
                <a:gd name="connsiteX2" fmla="*/ 2519363 w 3095625"/>
                <a:gd name="connsiteY2" fmla="*/ 581025 h 581025"/>
                <a:gd name="connsiteX3" fmla="*/ 0 w 3095625"/>
                <a:gd name="connsiteY3" fmla="*/ 581025 h 581025"/>
                <a:gd name="connsiteX4" fmla="*/ 3175 w 3095625"/>
                <a:gd name="connsiteY4" fmla="*/ 0 h 581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5625" h="581025">
                  <a:moveTo>
                    <a:pt x="3175" y="0"/>
                  </a:moveTo>
                  <a:cubicBezTo>
                    <a:pt x="461962" y="8731"/>
                    <a:pt x="2638160" y="-6349"/>
                    <a:pt x="3095625" y="4763"/>
                  </a:cubicBezTo>
                  <a:lnTo>
                    <a:pt x="2519363" y="581025"/>
                  </a:lnTo>
                  <a:lnTo>
                    <a:pt x="0" y="581025"/>
                  </a:lnTo>
                  <a:cubicBezTo>
                    <a:pt x="1058" y="387350"/>
                    <a:pt x="2117" y="193675"/>
                    <a:pt x="3175" y="0"/>
                  </a:cubicBezTo>
                  <a:close/>
                </a:path>
              </a:pathLst>
            </a:custGeom>
            <a:solidFill>
              <a:schemeClr val="accent4">
                <a:lumMod val="40000"/>
                <a:lumOff val="60000"/>
                <a:alpha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45" name="Pentagon 33"/>
            <p:cNvSpPr/>
            <p:nvPr/>
          </p:nvSpPr>
          <p:spPr>
            <a:xfrm>
              <a:off x="3206750" y="2876550"/>
              <a:ext cx="3095625" cy="576263"/>
            </a:xfrm>
            <a:custGeom>
              <a:avLst/>
              <a:gdLst>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0 w 3095625"/>
                <a:gd name="connsiteY5"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0 w 3095625"/>
                <a:gd name="connsiteY4" fmla="*/ 1152525 h 1152525"/>
                <a:gd name="connsiteX5" fmla="*/ 3175 w 3095625"/>
                <a:gd name="connsiteY5" fmla="*/ 561975 h 1152525"/>
                <a:gd name="connsiteX6" fmla="*/ 0 w 3095625"/>
                <a:gd name="connsiteY6" fmla="*/ 0 h 1152525"/>
                <a:gd name="connsiteX0" fmla="*/ 0 w 3095625"/>
                <a:gd name="connsiteY0" fmla="*/ 0 h 1152525"/>
                <a:gd name="connsiteX1" fmla="*/ 2519363 w 3095625"/>
                <a:gd name="connsiteY1" fmla="*/ 0 h 1152525"/>
                <a:gd name="connsiteX2" fmla="*/ 3095625 w 3095625"/>
                <a:gd name="connsiteY2" fmla="*/ 576263 h 1152525"/>
                <a:gd name="connsiteX3" fmla="*/ 2519363 w 3095625"/>
                <a:gd name="connsiteY3" fmla="*/ 1152525 h 1152525"/>
                <a:gd name="connsiteX4" fmla="*/ 3175 w 3095625"/>
                <a:gd name="connsiteY4" fmla="*/ 561975 h 1152525"/>
                <a:gd name="connsiteX5" fmla="*/ 0 w 3095625"/>
                <a:gd name="connsiteY5" fmla="*/ 0 h 1152525"/>
                <a:gd name="connsiteX0" fmla="*/ 0 w 3095625"/>
                <a:gd name="connsiteY0" fmla="*/ 0 h 576263"/>
                <a:gd name="connsiteX1" fmla="*/ 2519363 w 3095625"/>
                <a:gd name="connsiteY1" fmla="*/ 0 h 576263"/>
                <a:gd name="connsiteX2" fmla="*/ 3095625 w 3095625"/>
                <a:gd name="connsiteY2" fmla="*/ 576263 h 576263"/>
                <a:gd name="connsiteX3" fmla="*/ 3175 w 3095625"/>
                <a:gd name="connsiteY3" fmla="*/ 561975 h 576263"/>
                <a:gd name="connsiteX4" fmla="*/ 0 w 3095625"/>
                <a:gd name="connsiteY4" fmla="*/ 0 h 576263"/>
                <a:gd name="connsiteX0" fmla="*/ 0 w 3095625"/>
                <a:gd name="connsiteY0" fmla="*/ 0 h 576263"/>
                <a:gd name="connsiteX1" fmla="*/ 2519363 w 3095625"/>
                <a:gd name="connsiteY1" fmla="*/ 0 h 576263"/>
                <a:gd name="connsiteX2" fmla="*/ 3095625 w 3095625"/>
                <a:gd name="connsiteY2" fmla="*/ 576263 h 576263"/>
                <a:gd name="connsiteX3" fmla="*/ 3175 w 3095625"/>
                <a:gd name="connsiteY3" fmla="*/ 573881 h 576263"/>
                <a:gd name="connsiteX4" fmla="*/ 0 w 3095625"/>
                <a:gd name="connsiteY4" fmla="*/ 0 h 57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5625" h="576263">
                  <a:moveTo>
                    <a:pt x="0" y="0"/>
                  </a:moveTo>
                  <a:lnTo>
                    <a:pt x="2519363" y="0"/>
                  </a:lnTo>
                  <a:lnTo>
                    <a:pt x="3095625" y="576263"/>
                  </a:lnTo>
                  <a:lnTo>
                    <a:pt x="3175" y="573881"/>
                  </a:lnTo>
                  <a:cubicBezTo>
                    <a:pt x="2117" y="386556"/>
                    <a:pt x="1058" y="187325"/>
                    <a:pt x="0" y="0"/>
                  </a:cubicBez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grpSp>
      <p:sp>
        <p:nvSpPr>
          <p:cNvPr id="46" name="Freeform 45"/>
          <p:cNvSpPr/>
          <p:nvPr/>
        </p:nvSpPr>
        <p:spPr>
          <a:xfrm>
            <a:off x="5072879" y="2482976"/>
            <a:ext cx="1597343" cy="1603534"/>
          </a:xfrm>
          <a:custGeom>
            <a:avLst/>
            <a:gdLst>
              <a:gd name="connsiteX0" fmla="*/ 1866900 w 1866900"/>
              <a:gd name="connsiteY0" fmla="*/ 0 h 3749040"/>
              <a:gd name="connsiteX1" fmla="*/ 0 w 1866900"/>
              <a:gd name="connsiteY1" fmla="*/ 1874520 h 3749040"/>
              <a:gd name="connsiteX2" fmla="*/ 1866900 w 1866900"/>
              <a:gd name="connsiteY2" fmla="*/ 3749040 h 3749040"/>
              <a:gd name="connsiteX3" fmla="*/ 1866900 w 1866900"/>
              <a:gd name="connsiteY3" fmla="*/ 0 h 3749040"/>
              <a:gd name="connsiteX0" fmla="*/ 1866900 w 1882140"/>
              <a:gd name="connsiteY0" fmla="*/ 0 h 1973580"/>
              <a:gd name="connsiteX1" fmla="*/ 0 w 1882140"/>
              <a:gd name="connsiteY1" fmla="*/ 1874520 h 1973580"/>
              <a:gd name="connsiteX2" fmla="*/ 1882140 w 1882140"/>
              <a:gd name="connsiteY2" fmla="*/ 1973580 h 1973580"/>
              <a:gd name="connsiteX3" fmla="*/ 1866900 w 1882140"/>
              <a:gd name="connsiteY3" fmla="*/ 0 h 1973580"/>
              <a:gd name="connsiteX0" fmla="*/ 1950720 w 1965960"/>
              <a:gd name="connsiteY0" fmla="*/ 0 h 1973580"/>
              <a:gd name="connsiteX1" fmla="*/ 0 w 1965960"/>
              <a:gd name="connsiteY1" fmla="*/ 1965960 h 1973580"/>
              <a:gd name="connsiteX2" fmla="*/ 1965960 w 1965960"/>
              <a:gd name="connsiteY2" fmla="*/ 1973580 h 1973580"/>
              <a:gd name="connsiteX3" fmla="*/ 1950720 w 1965960"/>
              <a:gd name="connsiteY3" fmla="*/ 0 h 1973580"/>
            </a:gdLst>
            <a:ahLst/>
            <a:cxnLst>
              <a:cxn ang="0">
                <a:pos x="connsiteX0" y="connsiteY0"/>
              </a:cxn>
              <a:cxn ang="0">
                <a:pos x="connsiteX1" y="connsiteY1"/>
              </a:cxn>
              <a:cxn ang="0">
                <a:pos x="connsiteX2" y="connsiteY2"/>
              </a:cxn>
              <a:cxn ang="0">
                <a:pos x="connsiteX3" y="connsiteY3"/>
              </a:cxn>
            </a:cxnLst>
            <a:rect l="l" t="t" r="r" b="b"/>
            <a:pathLst>
              <a:path w="1965960" h="1973580">
                <a:moveTo>
                  <a:pt x="1950720" y="0"/>
                </a:moveTo>
                <a:lnTo>
                  <a:pt x="0" y="1965960"/>
                </a:lnTo>
                <a:lnTo>
                  <a:pt x="1965960" y="1973580"/>
                </a:lnTo>
                <a:lnTo>
                  <a:pt x="1950720" y="0"/>
                </a:lnTo>
                <a:close/>
              </a:path>
            </a:pathLst>
          </a:cu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800" err="1">
              <a:solidFill>
                <a:schemeClr val="tx2"/>
              </a:solidFill>
              <a:latin typeface="Aptos" panose="020B0004020202020204" pitchFamily="34" charset="0"/>
            </a:endParaRPr>
          </a:p>
        </p:txBody>
      </p:sp>
      <p:sp>
        <p:nvSpPr>
          <p:cNvPr id="47" name="Freeform 46"/>
          <p:cNvSpPr/>
          <p:nvPr/>
        </p:nvSpPr>
        <p:spPr>
          <a:xfrm flipH="1">
            <a:off x="3612689" y="3981258"/>
            <a:ext cx="1516856" cy="1535430"/>
          </a:xfrm>
          <a:custGeom>
            <a:avLst/>
            <a:gdLst>
              <a:gd name="connsiteX0" fmla="*/ 1866900 w 1866900"/>
              <a:gd name="connsiteY0" fmla="*/ 0 h 3749040"/>
              <a:gd name="connsiteX1" fmla="*/ 0 w 1866900"/>
              <a:gd name="connsiteY1" fmla="*/ 1874520 h 3749040"/>
              <a:gd name="connsiteX2" fmla="*/ 1866900 w 1866900"/>
              <a:gd name="connsiteY2" fmla="*/ 3749040 h 3749040"/>
              <a:gd name="connsiteX3" fmla="*/ 1866900 w 1866900"/>
              <a:gd name="connsiteY3" fmla="*/ 0 h 3749040"/>
              <a:gd name="connsiteX0" fmla="*/ 1851660 w 1866900"/>
              <a:gd name="connsiteY0" fmla="*/ 0 h 2087880"/>
              <a:gd name="connsiteX1" fmla="*/ 0 w 1866900"/>
              <a:gd name="connsiteY1" fmla="*/ 213360 h 2087880"/>
              <a:gd name="connsiteX2" fmla="*/ 1866900 w 1866900"/>
              <a:gd name="connsiteY2" fmla="*/ 2087880 h 2087880"/>
              <a:gd name="connsiteX3" fmla="*/ 1851660 w 1866900"/>
              <a:gd name="connsiteY3" fmla="*/ 0 h 2087880"/>
              <a:gd name="connsiteX0" fmla="*/ 1844040 w 1866900"/>
              <a:gd name="connsiteY0" fmla="*/ 0 h 1889760"/>
              <a:gd name="connsiteX1" fmla="*/ 0 w 1866900"/>
              <a:gd name="connsiteY1" fmla="*/ 15240 h 1889760"/>
              <a:gd name="connsiteX2" fmla="*/ 1866900 w 1866900"/>
              <a:gd name="connsiteY2" fmla="*/ 1889760 h 1889760"/>
              <a:gd name="connsiteX3" fmla="*/ 1844040 w 1866900"/>
              <a:gd name="connsiteY3" fmla="*/ 0 h 1889760"/>
            </a:gdLst>
            <a:ahLst/>
            <a:cxnLst>
              <a:cxn ang="0">
                <a:pos x="connsiteX0" y="connsiteY0"/>
              </a:cxn>
              <a:cxn ang="0">
                <a:pos x="connsiteX1" y="connsiteY1"/>
              </a:cxn>
              <a:cxn ang="0">
                <a:pos x="connsiteX2" y="connsiteY2"/>
              </a:cxn>
              <a:cxn ang="0">
                <a:pos x="connsiteX3" y="connsiteY3"/>
              </a:cxn>
            </a:cxnLst>
            <a:rect l="l" t="t" r="r" b="b"/>
            <a:pathLst>
              <a:path w="1866900" h="1889760">
                <a:moveTo>
                  <a:pt x="1844040" y="0"/>
                </a:moveTo>
                <a:lnTo>
                  <a:pt x="0" y="15240"/>
                </a:lnTo>
                <a:lnTo>
                  <a:pt x="1866900" y="1889760"/>
                </a:lnTo>
                <a:lnTo>
                  <a:pt x="1844040" y="0"/>
                </a:lnTo>
                <a:close/>
              </a:path>
            </a:pathLst>
          </a:cu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800" err="1">
              <a:solidFill>
                <a:schemeClr val="tx2"/>
              </a:solidFill>
              <a:latin typeface="Aptos" panose="020B0004020202020204" pitchFamily="34" charset="0"/>
            </a:endParaRPr>
          </a:p>
        </p:txBody>
      </p:sp>
      <p:sp>
        <p:nvSpPr>
          <p:cNvPr id="48" name="Freeform 47"/>
          <p:cNvSpPr/>
          <p:nvPr/>
        </p:nvSpPr>
        <p:spPr>
          <a:xfrm rot="5400000">
            <a:off x="4998104" y="3891361"/>
            <a:ext cx="1677829" cy="1646873"/>
          </a:xfrm>
          <a:custGeom>
            <a:avLst/>
            <a:gdLst>
              <a:gd name="connsiteX0" fmla="*/ 1866900 w 1866900"/>
              <a:gd name="connsiteY0" fmla="*/ 0 h 3749040"/>
              <a:gd name="connsiteX1" fmla="*/ 0 w 1866900"/>
              <a:gd name="connsiteY1" fmla="*/ 1874520 h 3749040"/>
              <a:gd name="connsiteX2" fmla="*/ 1866900 w 1866900"/>
              <a:gd name="connsiteY2" fmla="*/ 3749040 h 3749040"/>
              <a:gd name="connsiteX3" fmla="*/ 1866900 w 1866900"/>
              <a:gd name="connsiteY3" fmla="*/ 0 h 3749040"/>
              <a:gd name="connsiteX0" fmla="*/ 1866900 w 1920240"/>
              <a:gd name="connsiteY0" fmla="*/ 0 h 1874520"/>
              <a:gd name="connsiteX1" fmla="*/ 0 w 1920240"/>
              <a:gd name="connsiteY1" fmla="*/ 1874520 h 1874520"/>
              <a:gd name="connsiteX2" fmla="*/ 1920240 w 1920240"/>
              <a:gd name="connsiteY2" fmla="*/ 1844040 h 1874520"/>
              <a:gd name="connsiteX3" fmla="*/ 1866900 w 1920240"/>
              <a:gd name="connsiteY3" fmla="*/ 0 h 1874520"/>
              <a:gd name="connsiteX0" fmla="*/ 1866900 w 1912620"/>
              <a:gd name="connsiteY0" fmla="*/ 0 h 2026920"/>
              <a:gd name="connsiteX1" fmla="*/ 0 w 1912620"/>
              <a:gd name="connsiteY1" fmla="*/ 1874520 h 2026920"/>
              <a:gd name="connsiteX2" fmla="*/ 1912620 w 1912620"/>
              <a:gd name="connsiteY2" fmla="*/ 2026920 h 2026920"/>
              <a:gd name="connsiteX3" fmla="*/ 1866900 w 1912620"/>
              <a:gd name="connsiteY3" fmla="*/ 0 h 2026920"/>
              <a:gd name="connsiteX0" fmla="*/ 2019300 w 2065020"/>
              <a:gd name="connsiteY0" fmla="*/ 0 h 2026920"/>
              <a:gd name="connsiteX1" fmla="*/ 0 w 2065020"/>
              <a:gd name="connsiteY1" fmla="*/ 2011680 h 2026920"/>
              <a:gd name="connsiteX2" fmla="*/ 2065020 w 2065020"/>
              <a:gd name="connsiteY2" fmla="*/ 2026920 h 2026920"/>
              <a:gd name="connsiteX3" fmla="*/ 2019300 w 2065020"/>
              <a:gd name="connsiteY3" fmla="*/ 0 h 2026920"/>
            </a:gdLst>
            <a:ahLst/>
            <a:cxnLst>
              <a:cxn ang="0">
                <a:pos x="connsiteX0" y="connsiteY0"/>
              </a:cxn>
              <a:cxn ang="0">
                <a:pos x="connsiteX1" y="connsiteY1"/>
              </a:cxn>
              <a:cxn ang="0">
                <a:pos x="connsiteX2" y="connsiteY2"/>
              </a:cxn>
              <a:cxn ang="0">
                <a:pos x="connsiteX3" y="connsiteY3"/>
              </a:cxn>
            </a:cxnLst>
            <a:rect l="l" t="t" r="r" b="b"/>
            <a:pathLst>
              <a:path w="2065020" h="2026920">
                <a:moveTo>
                  <a:pt x="2019300" y="0"/>
                </a:moveTo>
                <a:lnTo>
                  <a:pt x="0" y="2011680"/>
                </a:lnTo>
                <a:lnTo>
                  <a:pt x="2065020" y="2026920"/>
                </a:lnTo>
                <a:lnTo>
                  <a:pt x="2019300" y="0"/>
                </a:lnTo>
                <a:close/>
              </a:path>
            </a:pathLst>
          </a:cu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800" err="1">
              <a:solidFill>
                <a:schemeClr val="tx2"/>
              </a:solidFill>
              <a:latin typeface="Aptos" panose="020B0004020202020204" pitchFamily="34" charset="0"/>
            </a:endParaRPr>
          </a:p>
        </p:txBody>
      </p:sp>
      <p:sp>
        <p:nvSpPr>
          <p:cNvPr id="49" name="Freeform 48"/>
          <p:cNvSpPr/>
          <p:nvPr/>
        </p:nvSpPr>
        <p:spPr>
          <a:xfrm rot="16200000" flipV="1">
            <a:off x="3602892" y="2492264"/>
            <a:ext cx="1516856" cy="1523048"/>
          </a:xfrm>
          <a:custGeom>
            <a:avLst/>
            <a:gdLst>
              <a:gd name="connsiteX0" fmla="*/ 1866900 w 1866900"/>
              <a:gd name="connsiteY0" fmla="*/ 0 h 3749040"/>
              <a:gd name="connsiteX1" fmla="*/ 0 w 1866900"/>
              <a:gd name="connsiteY1" fmla="*/ 1874520 h 3749040"/>
              <a:gd name="connsiteX2" fmla="*/ 1866900 w 1866900"/>
              <a:gd name="connsiteY2" fmla="*/ 3749040 h 3749040"/>
              <a:gd name="connsiteX3" fmla="*/ 1866900 w 1866900"/>
              <a:gd name="connsiteY3" fmla="*/ 0 h 3749040"/>
              <a:gd name="connsiteX0" fmla="*/ 1874520 w 1874520"/>
              <a:gd name="connsiteY0" fmla="*/ 22860 h 1874520"/>
              <a:gd name="connsiteX1" fmla="*/ 0 w 1874520"/>
              <a:gd name="connsiteY1" fmla="*/ 0 h 1874520"/>
              <a:gd name="connsiteX2" fmla="*/ 1866900 w 1874520"/>
              <a:gd name="connsiteY2" fmla="*/ 1874520 h 1874520"/>
              <a:gd name="connsiteX3" fmla="*/ 1874520 w 1874520"/>
              <a:gd name="connsiteY3" fmla="*/ 22860 h 1874520"/>
              <a:gd name="connsiteX0" fmla="*/ 1859280 w 1866900"/>
              <a:gd name="connsiteY0" fmla="*/ 0 h 1874520"/>
              <a:gd name="connsiteX1" fmla="*/ 0 w 1866900"/>
              <a:gd name="connsiteY1" fmla="*/ 0 h 1874520"/>
              <a:gd name="connsiteX2" fmla="*/ 1866900 w 1866900"/>
              <a:gd name="connsiteY2" fmla="*/ 1874520 h 1874520"/>
              <a:gd name="connsiteX3" fmla="*/ 1859280 w 1866900"/>
              <a:gd name="connsiteY3" fmla="*/ 0 h 1874520"/>
            </a:gdLst>
            <a:ahLst/>
            <a:cxnLst>
              <a:cxn ang="0">
                <a:pos x="connsiteX0" y="connsiteY0"/>
              </a:cxn>
              <a:cxn ang="0">
                <a:pos x="connsiteX1" y="connsiteY1"/>
              </a:cxn>
              <a:cxn ang="0">
                <a:pos x="connsiteX2" y="connsiteY2"/>
              </a:cxn>
              <a:cxn ang="0">
                <a:pos x="connsiteX3" y="connsiteY3"/>
              </a:cxn>
            </a:cxnLst>
            <a:rect l="l" t="t" r="r" b="b"/>
            <a:pathLst>
              <a:path w="1866900" h="1874520">
                <a:moveTo>
                  <a:pt x="1859280" y="0"/>
                </a:moveTo>
                <a:lnTo>
                  <a:pt x="0" y="0"/>
                </a:lnTo>
                <a:lnTo>
                  <a:pt x="1866900" y="1874520"/>
                </a:lnTo>
                <a:lnTo>
                  <a:pt x="1859280" y="0"/>
                </a:lnTo>
                <a:close/>
              </a:path>
            </a:pathLst>
          </a:cu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800" err="1">
              <a:solidFill>
                <a:schemeClr val="tx2"/>
              </a:solidFill>
              <a:latin typeface="Aptos" panose="020B0004020202020204" pitchFamily="34" charset="0"/>
            </a:endParaRPr>
          </a:p>
        </p:txBody>
      </p:sp>
      <p:sp>
        <p:nvSpPr>
          <p:cNvPr id="50" name="Rectangle 49"/>
          <p:cNvSpPr/>
          <p:nvPr/>
        </p:nvSpPr>
        <p:spPr>
          <a:xfrm>
            <a:off x="4091400" y="2275649"/>
            <a:ext cx="945315" cy="369332"/>
          </a:xfrm>
          <a:prstGeom prst="rect">
            <a:avLst/>
          </a:prstGeom>
        </p:spPr>
        <p:txBody>
          <a:bodyPr wrap="square" lIns="0" tIns="0" rIns="0" bIns="0">
            <a:spAutoFit/>
          </a:bodyPr>
          <a:lstStyle/>
          <a:p>
            <a:r>
              <a:rPr lang="en-US" sz="800" dirty="0">
                <a:solidFill>
                  <a:srgbClr val="53565A"/>
                </a:solidFill>
                <a:latin typeface="Aptos" panose="020B0004020202020204" pitchFamily="34" charset="0"/>
              </a:rPr>
              <a:t>This is dummy text it is not here to be read. This is dummy text.</a:t>
            </a:r>
          </a:p>
        </p:txBody>
      </p:sp>
      <p:sp>
        <p:nvSpPr>
          <p:cNvPr id="51" name="Rectangle 50"/>
          <p:cNvSpPr/>
          <p:nvPr/>
        </p:nvSpPr>
        <p:spPr>
          <a:xfrm>
            <a:off x="4100686" y="2100646"/>
            <a:ext cx="990782" cy="123111"/>
          </a:xfrm>
          <a:prstGeom prst="rect">
            <a:avLst/>
          </a:prstGeom>
        </p:spPr>
        <p:txBody>
          <a:bodyPr wrap="square" lIns="0" tIns="0" rIns="0" bIns="0">
            <a:spAutoFit/>
          </a:bodyPr>
          <a:lstStyle/>
          <a:p>
            <a:pPr>
              <a:spcAft>
                <a:spcPts val="488"/>
              </a:spcAft>
            </a:pP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endParaRPr lang="en-US" sz="800" dirty="0">
              <a:latin typeface="Aptos" panose="020B0004020202020204" pitchFamily="34" charset="0"/>
            </a:endParaRPr>
          </a:p>
        </p:txBody>
      </p:sp>
      <p:sp>
        <p:nvSpPr>
          <p:cNvPr id="52" name="Rectangle 51"/>
          <p:cNvSpPr/>
          <p:nvPr/>
        </p:nvSpPr>
        <p:spPr>
          <a:xfrm>
            <a:off x="6018629" y="3541990"/>
            <a:ext cx="1484134" cy="375296"/>
          </a:xfrm>
          <a:prstGeom prst="rect">
            <a:avLst/>
          </a:prstGeom>
        </p:spPr>
        <p:txBody>
          <a:bodyPr wrap="square" lIns="0" tIns="0" rIns="0" bIns="0">
            <a:spAutoFit/>
          </a:bodyPr>
          <a:lstStyle/>
          <a:p>
            <a:r>
              <a:rPr lang="en-US" sz="800" dirty="0">
                <a:solidFill>
                  <a:srgbClr val="53565A"/>
                </a:solidFill>
                <a:latin typeface="Aptos" panose="020B0004020202020204" pitchFamily="34" charset="0"/>
              </a:rPr>
              <a:t>This is dummy text it is not here to be read. This is dummy text it is not here to be read. </a:t>
            </a:r>
          </a:p>
        </p:txBody>
      </p:sp>
      <p:sp>
        <p:nvSpPr>
          <p:cNvPr id="53" name="Rectangle 52"/>
          <p:cNvSpPr/>
          <p:nvPr/>
        </p:nvSpPr>
        <p:spPr>
          <a:xfrm>
            <a:off x="6018630" y="3372666"/>
            <a:ext cx="1080573" cy="123111"/>
          </a:xfrm>
          <a:prstGeom prst="rect">
            <a:avLst/>
          </a:prstGeom>
        </p:spPr>
        <p:txBody>
          <a:bodyPr wrap="square" lIns="0" tIns="0" rIns="0" bIns="0">
            <a:spAutoFit/>
          </a:bodyPr>
          <a:lstStyle/>
          <a:p>
            <a:pPr>
              <a:spcAft>
                <a:spcPts val="488"/>
              </a:spcAft>
            </a:pP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endParaRPr lang="en-US" sz="800" dirty="0">
              <a:latin typeface="Aptos" panose="020B0004020202020204" pitchFamily="34" charset="0"/>
            </a:endParaRPr>
          </a:p>
        </p:txBody>
      </p:sp>
      <p:sp>
        <p:nvSpPr>
          <p:cNvPr id="54" name="Rectangle 53"/>
          <p:cNvSpPr/>
          <p:nvPr/>
        </p:nvSpPr>
        <p:spPr>
          <a:xfrm>
            <a:off x="5051028" y="5009498"/>
            <a:ext cx="937916" cy="123111"/>
          </a:xfrm>
          <a:prstGeom prst="rect">
            <a:avLst/>
          </a:prstGeom>
        </p:spPr>
        <p:txBody>
          <a:bodyPr wrap="square" lIns="0" tIns="0" rIns="0" bIns="0">
            <a:spAutoFit/>
          </a:bodyPr>
          <a:lstStyle/>
          <a:p>
            <a:pPr>
              <a:spcAft>
                <a:spcPts val="488"/>
              </a:spcAft>
            </a:pP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endParaRPr lang="en-US" sz="800" dirty="0">
              <a:latin typeface="Aptos" panose="020B0004020202020204" pitchFamily="34" charset="0"/>
            </a:endParaRPr>
          </a:p>
        </p:txBody>
      </p:sp>
      <p:sp>
        <p:nvSpPr>
          <p:cNvPr id="55" name="Rectangle 54"/>
          <p:cNvSpPr/>
          <p:nvPr/>
        </p:nvSpPr>
        <p:spPr>
          <a:xfrm>
            <a:off x="5051028" y="5174744"/>
            <a:ext cx="1022809" cy="500393"/>
          </a:xfrm>
          <a:prstGeom prst="rect">
            <a:avLst/>
          </a:prstGeom>
        </p:spPr>
        <p:txBody>
          <a:bodyPr wrap="square" lIns="0" tIns="0" rIns="0" bIns="0">
            <a:spAutoFit/>
          </a:bodyPr>
          <a:lstStyle/>
          <a:p>
            <a:r>
              <a:rPr lang="en-US" sz="800" dirty="0">
                <a:solidFill>
                  <a:srgbClr val="53565A"/>
                </a:solidFill>
                <a:latin typeface="Aptos" panose="020B0004020202020204" pitchFamily="34" charset="0"/>
              </a:rPr>
              <a:t>This is dummy text it is not here to be read. This is dummy text it is not here to be read.</a:t>
            </a:r>
          </a:p>
        </p:txBody>
      </p:sp>
      <p:sp>
        <p:nvSpPr>
          <p:cNvPr id="56" name="Rectangle 55"/>
          <p:cNvSpPr/>
          <p:nvPr/>
        </p:nvSpPr>
        <p:spPr>
          <a:xfrm>
            <a:off x="3068827" y="3861128"/>
            <a:ext cx="1112897" cy="123111"/>
          </a:xfrm>
          <a:prstGeom prst="rect">
            <a:avLst/>
          </a:prstGeom>
        </p:spPr>
        <p:txBody>
          <a:bodyPr wrap="square" lIns="0" tIns="0" rIns="0" bIns="0">
            <a:spAutoFit/>
          </a:bodyPr>
          <a:lstStyle/>
          <a:p>
            <a:pPr>
              <a:spcAft>
                <a:spcPts val="488"/>
              </a:spcAft>
            </a:pP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endParaRPr lang="en-US" sz="800" dirty="0">
              <a:latin typeface="Aptos" panose="020B0004020202020204" pitchFamily="34" charset="0"/>
            </a:endParaRPr>
          </a:p>
        </p:txBody>
      </p:sp>
      <p:sp>
        <p:nvSpPr>
          <p:cNvPr id="57" name="Rectangle 56"/>
          <p:cNvSpPr/>
          <p:nvPr/>
        </p:nvSpPr>
        <p:spPr>
          <a:xfrm>
            <a:off x="3059541" y="4038015"/>
            <a:ext cx="1119585" cy="500393"/>
          </a:xfrm>
          <a:prstGeom prst="rect">
            <a:avLst/>
          </a:prstGeom>
        </p:spPr>
        <p:txBody>
          <a:bodyPr wrap="square" lIns="0" tIns="0" rIns="0" bIns="0">
            <a:spAutoFit/>
          </a:bodyPr>
          <a:lstStyle/>
          <a:p>
            <a:r>
              <a:rPr lang="en-US" sz="800" dirty="0">
                <a:solidFill>
                  <a:srgbClr val="53565A"/>
                </a:solidFill>
                <a:latin typeface="Aptos" panose="020B0004020202020204" pitchFamily="34" charset="0"/>
              </a:rPr>
              <a:t>This is dummy text it is not here to be read. This is dummy text it is not here to be read. </a:t>
            </a:r>
          </a:p>
        </p:txBody>
      </p:sp>
      <p:sp>
        <p:nvSpPr>
          <p:cNvPr id="62" name="Freeform 62"/>
          <p:cNvSpPr>
            <a:spLocks noChangeAspect="1" noEditPoints="1"/>
          </p:cNvSpPr>
          <p:nvPr/>
        </p:nvSpPr>
        <p:spPr bwMode="auto">
          <a:xfrm>
            <a:off x="4725320" y="3194731"/>
            <a:ext cx="286174" cy="264537"/>
          </a:xfrm>
          <a:custGeom>
            <a:avLst/>
            <a:gdLst>
              <a:gd name="T0" fmla="*/ 33 w 195"/>
              <a:gd name="T1" fmla="*/ 62 h 180"/>
              <a:gd name="T2" fmla="*/ 74 w 195"/>
              <a:gd name="T3" fmla="*/ 18 h 180"/>
              <a:gd name="T4" fmla="*/ 102 w 195"/>
              <a:gd name="T5" fmla="*/ 45 h 180"/>
              <a:gd name="T6" fmla="*/ 61 w 195"/>
              <a:gd name="T7" fmla="*/ 88 h 180"/>
              <a:gd name="T8" fmla="*/ 33 w 195"/>
              <a:gd name="T9" fmla="*/ 62 h 180"/>
              <a:gd name="T10" fmla="*/ 107 w 195"/>
              <a:gd name="T11" fmla="*/ 41 h 180"/>
              <a:gd name="T12" fmla="*/ 114 w 195"/>
              <a:gd name="T13" fmla="*/ 41 h 180"/>
              <a:gd name="T14" fmla="*/ 117 w 195"/>
              <a:gd name="T15" fmla="*/ 38 h 180"/>
              <a:gd name="T16" fmla="*/ 117 w 195"/>
              <a:gd name="T17" fmla="*/ 30 h 180"/>
              <a:gd name="T18" fmla="*/ 87 w 195"/>
              <a:gd name="T19" fmla="*/ 2 h 180"/>
              <a:gd name="T20" fmla="*/ 80 w 195"/>
              <a:gd name="T21" fmla="*/ 3 h 180"/>
              <a:gd name="T22" fmla="*/ 77 w 195"/>
              <a:gd name="T23" fmla="*/ 6 h 180"/>
              <a:gd name="T24" fmla="*/ 77 w 195"/>
              <a:gd name="T25" fmla="*/ 13 h 180"/>
              <a:gd name="T26" fmla="*/ 107 w 195"/>
              <a:gd name="T27" fmla="*/ 41 h 180"/>
              <a:gd name="T28" fmla="*/ 47 w 195"/>
              <a:gd name="T29" fmla="*/ 104 h 180"/>
              <a:gd name="T30" fmla="*/ 55 w 195"/>
              <a:gd name="T31" fmla="*/ 104 h 180"/>
              <a:gd name="T32" fmla="*/ 58 w 195"/>
              <a:gd name="T33" fmla="*/ 101 h 180"/>
              <a:gd name="T34" fmla="*/ 57 w 195"/>
              <a:gd name="T35" fmla="*/ 93 h 180"/>
              <a:gd name="T36" fmla="*/ 28 w 195"/>
              <a:gd name="T37" fmla="*/ 65 h 180"/>
              <a:gd name="T38" fmla="*/ 20 w 195"/>
              <a:gd name="T39" fmla="*/ 66 h 180"/>
              <a:gd name="T40" fmla="*/ 17 w 195"/>
              <a:gd name="T41" fmla="*/ 69 h 180"/>
              <a:gd name="T42" fmla="*/ 18 w 195"/>
              <a:gd name="T43" fmla="*/ 76 h 180"/>
              <a:gd name="T44" fmla="*/ 47 w 195"/>
              <a:gd name="T45" fmla="*/ 104 h 180"/>
              <a:gd name="T46" fmla="*/ 80 w 195"/>
              <a:gd name="T47" fmla="*/ 77 h 180"/>
              <a:gd name="T48" fmla="*/ 177 w 195"/>
              <a:gd name="T49" fmla="*/ 169 h 180"/>
              <a:gd name="T50" fmla="*/ 189 w 195"/>
              <a:gd name="T51" fmla="*/ 171 h 180"/>
              <a:gd name="T52" fmla="*/ 193 w 195"/>
              <a:gd name="T53" fmla="*/ 167 h 180"/>
              <a:gd name="T54" fmla="*/ 190 w 195"/>
              <a:gd name="T55" fmla="*/ 156 h 180"/>
              <a:gd name="T56" fmla="*/ 92 w 195"/>
              <a:gd name="T57" fmla="*/ 64 h 180"/>
              <a:gd name="T58" fmla="*/ 80 w 195"/>
              <a:gd name="T59" fmla="*/ 77 h 180"/>
              <a:gd name="T60" fmla="*/ 113 w 195"/>
              <a:gd name="T61" fmla="*/ 168 h 180"/>
              <a:gd name="T62" fmla="*/ 111 w 195"/>
              <a:gd name="T63" fmla="*/ 166 h 180"/>
              <a:gd name="T64" fmla="*/ 3 w 195"/>
              <a:gd name="T65" fmla="*/ 166 h 180"/>
              <a:gd name="T66" fmla="*/ 0 w 195"/>
              <a:gd name="T67" fmla="*/ 168 h 180"/>
              <a:gd name="T68" fmla="*/ 0 w 195"/>
              <a:gd name="T69" fmla="*/ 178 h 180"/>
              <a:gd name="T70" fmla="*/ 3 w 195"/>
              <a:gd name="T71" fmla="*/ 180 h 180"/>
              <a:gd name="T72" fmla="*/ 111 w 195"/>
              <a:gd name="T73" fmla="*/ 180 h 180"/>
              <a:gd name="T74" fmla="*/ 113 w 195"/>
              <a:gd name="T75" fmla="*/ 178 h 180"/>
              <a:gd name="T76" fmla="*/ 113 w 195"/>
              <a:gd name="T77" fmla="*/ 168 h 180"/>
              <a:gd name="T78" fmla="*/ 25 w 195"/>
              <a:gd name="T79" fmla="*/ 148 h 180"/>
              <a:gd name="T80" fmla="*/ 89 w 195"/>
              <a:gd name="T81" fmla="*/ 148 h 180"/>
              <a:gd name="T82" fmla="*/ 96 w 195"/>
              <a:gd name="T83" fmla="*/ 154 h 180"/>
              <a:gd name="T84" fmla="*/ 96 w 195"/>
              <a:gd name="T85" fmla="*/ 160 h 180"/>
              <a:gd name="T86" fmla="*/ 17 w 195"/>
              <a:gd name="T87" fmla="*/ 160 h 180"/>
              <a:gd name="T88" fmla="*/ 17 w 195"/>
              <a:gd name="T89" fmla="*/ 154 h 180"/>
              <a:gd name="T90" fmla="*/ 25 w 195"/>
              <a:gd name="T91" fmla="*/ 14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180">
                <a:moveTo>
                  <a:pt x="33" y="62"/>
                </a:moveTo>
                <a:cubicBezTo>
                  <a:pt x="74" y="18"/>
                  <a:pt x="74" y="18"/>
                  <a:pt x="74" y="18"/>
                </a:cubicBezTo>
                <a:cubicBezTo>
                  <a:pt x="102" y="45"/>
                  <a:pt x="102" y="45"/>
                  <a:pt x="102" y="45"/>
                </a:cubicBezTo>
                <a:cubicBezTo>
                  <a:pt x="61" y="88"/>
                  <a:pt x="61" y="88"/>
                  <a:pt x="61" y="88"/>
                </a:cubicBezTo>
                <a:lnTo>
                  <a:pt x="33" y="62"/>
                </a:lnTo>
                <a:close/>
                <a:moveTo>
                  <a:pt x="107" y="41"/>
                </a:moveTo>
                <a:cubicBezTo>
                  <a:pt x="109" y="43"/>
                  <a:pt x="112" y="43"/>
                  <a:pt x="114" y="41"/>
                </a:cubicBezTo>
                <a:cubicBezTo>
                  <a:pt x="117" y="38"/>
                  <a:pt x="117" y="38"/>
                  <a:pt x="117" y="38"/>
                </a:cubicBezTo>
                <a:cubicBezTo>
                  <a:pt x="119" y="35"/>
                  <a:pt x="119" y="32"/>
                  <a:pt x="117" y="30"/>
                </a:cubicBezTo>
                <a:cubicBezTo>
                  <a:pt x="87" y="2"/>
                  <a:pt x="87" y="2"/>
                  <a:pt x="87" y="2"/>
                </a:cubicBezTo>
                <a:cubicBezTo>
                  <a:pt x="85" y="0"/>
                  <a:pt x="82" y="0"/>
                  <a:pt x="80" y="3"/>
                </a:cubicBezTo>
                <a:cubicBezTo>
                  <a:pt x="77" y="6"/>
                  <a:pt x="77" y="6"/>
                  <a:pt x="77" y="6"/>
                </a:cubicBezTo>
                <a:cubicBezTo>
                  <a:pt x="75" y="8"/>
                  <a:pt x="75" y="11"/>
                  <a:pt x="77" y="13"/>
                </a:cubicBezTo>
                <a:lnTo>
                  <a:pt x="107" y="41"/>
                </a:lnTo>
                <a:close/>
                <a:moveTo>
                  <a:pt x="47" y="104"/>
                </a:moveTo>
                <a:cubicBezTo>
                  <a:pt x="49" y="106"/>
                  <a:pt x="53" y="106"/>
                  <a:pt x="55" y="104"/>
                </a:cubicBezTo>
                <a:cubicBezTo>
                  <a:pt x="58" y="101"/>
                  <a:pt x="58" y="101"/>
                  <a:pt x="58" y="101"/>
                </a:cubicBezTo>
                <a:cubicBezTo>
                  <a:pt x="60" y="99"/>
                  <a:pt x="60" y="95"/>
                  <a:pt x="57" y="93"/>
                </a:cubicBezTo>
                <a:cubicBezTo>
                  <a:pt x="28" y="65"/>
                  <a:pt x="28" y="65"/>
                  <a:pt x="28" y="65"/>
                </a:cubicBezTo>
                <a:cubicBezTo>
                  <a:pt x="26" y="63"/>
                  <a:pt x="22" y="64"/>
                  <a:pt x="20" y="66"/>
                </a:cubicBezTo>
                <a:cubicBezTo>
                  <a:pt x="17" y="69"/>
                  <a:pt x="17" y="69"/>
                  <a:pt x="17" y="69"/>
                </a:cubicBezTo>
                <a:cubicBezTo>
                  <a:pt x="15" y="71"/>
                  <a:pt x="15" y="74"/>
                  <a:pt x="18" y="76"/>
                </a:cubicBezTo>
                <a:lnTo>
                  <a:pt x="47" y="104"/>
                </a:lnTo>
                <a:close/>
                <a:moveTo>
                  <a:pt x="80" y="77"/>
                </a:moveTo>
                <a:cubicBezTo>
                  <a:pt x="177" y="169"/>
                  <a:pt x="177" y="169"/>
                  <a:pt x="177" y="169"/>
                </a:cubicBezTo>
                <a:cubicBezTo>
                  <a:pt x="181" y="172"/>
                  <a:pt x="186" y="174"/>
                  <a:pt x="189" y="171"/>
                </a:cubicBezTo>
                <a:cubicBezTo>
                  <a:pt x="193" y="167"/>
                  <a:pt x="193" y="167"/>
                  <a:pt x="193" y="167"/>
                </a:cubicBezTo>
                <a:cubicBezTo>
                  <a:pt x="195" y="164"/>
                  <a:pt x="194" y="159"/>
                  <a:pt x="190" y="156"/>
                </a:cubicBezTo>
                <a:cubicBezTo>
                  <a:pt x="92" y="64"/>
                  <a:pt x="92" y="64"/>
                  <a:pt x="92" y="64"/>
                </a:cubicBezTo>
                <a:lnTo>
                  <a:pt x="80" y="77"/>
                </a:lnTo>
                <a:close/>
                <a:moveTo>
                  <a:pt x="113" y="168"/>
                </a:moveTo>
                <a:cubicBezTo>
                  <a:pt x="113" y="167"/>
                  <a:pt x="112" y="166"/>
                  <a:pt x="111" y="166"/>
                </a:cubicBezTo>
                <a:cubicBezTo>
                  <a:pt x="3" y="166"/>
                  <a:pt x="3" y="166"/>
                  <a:pt x="3" y="166"/>
                </a:cubicBezTo>
                <a:cubicBezTo>
                  <a:pt x="1" y="166"/>
                  <a:pt x="0" y="167"/>
                  <a:pt x="0" y="168"/>
                </a:cubicBezTo>
                <a:cubicBezTo>
                  <a:pt x="0" y="178"/>
                  <a:pt x="0" y="178"/>
                  <a:pt x="0" y="178"/>
                </a:cubicBezTo>
                <a:cubicBezTo>
                  <a:pt x="0" y="179"/>
                  <a:pt x="1" y="180"/>
                  <a:pt x="3" y="180"/>
                </a:cubicBezTo>
                <a:cubicBezTo>
                  <a:pt x="111" y="180"/>
                  <a:pt x="111" y="180"/>
                  <a:pt x="111" y="180"/>
                </a:cubicBezTo>
                <a:cubicBezTo>
                  <a:pt x="112" y="180"/>
                  <a:pt x="113" y="179"/>
                  <a:pt x="113" y="178"/>
                </a:cubicBezTo>
                <a:lnTo>
                  <a:pt x="113" y="168"/>
                </a:lnTo>
                <a:close/>
                <a:moveTo>
                  <a:pt x="25" y="148"/>
                </a:moveTo>
                <a:cubicBezTo>
                  <a:pt x="89" y="148"/>
                  <a:pt x="89" y="148"/>
                  <a:pt x="89" y="148"/>
                </a:cubicBezTo>
                <a:cubicBezTo>
                  <a:pt x="92" y="148"/>
                  <a:pt x="95" y="151"/>
                  <a:pt x="96" y="154"/>
                </a:cubicBezTo>
                <a:cubicBezTo>
                  <a:pt x="96" y="160"/>
                  <a:pt x="96" y="160"/>
                  <a:pt x="96" y="160"/>
                </a:cubicBezTo>
                <a:cubicBezTo>
                  <a:pt x="17" y="160"/>
                  <a:pt x="17" y="160"/>
                  <a:pt x="17" y="160"/>
                </a:cubicBezTo>
                <a:cubicBezTo>
                  <a:pt x="17" y="154"/>
                  <a:pt x="17" y="154"/>
                  <a:pt x="17" y="154"/>
                </a:cubicBezTo>
                <a:cubicBezTo>
                  <a:pt x="18" y="151"/>
                  <a:pt x="21" y="148"/>
                  <a:pt x="25" y="148"/>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63" name="Freeform 31"/>
          <p:cNvSpPr>
            <a:spLocks noChangeAspect="1" noEditPoints="1"/>
          </p:cNvSpPr>
          <p:nvPr/>
        </p:nvSpPr>
        <p:spPr bwMode="auto">
          <a:xfrm>
            <a:off x="5612597" y="3659194"/>
            <a:ext cx="232908" cy="300124"/>
          </a:xfrm>
          <a:custGeom>
            <a:avLst/>
            <a:gdLst>
              <a:gd name="T0" fmla="*/ 12 w 140"/>
              <a:gd name="T1" fmla="*/ 35 h 180"/>
              <a:gd name="T2" fmla="*/ 35 w 140"/>
              <a:gd name="T3" fmla="*/ 12 h 180"/>
              <a:gd name="T4" fmla="*/ 34 w 140"/>
              <a:gd name="T5" fmla="*/ 5 h 180"/>
              <a:gd name="T6" fmla="*/ 32 w 140"/>
              <a:gd name="T7" fmla="*/ 2 h 180"/>
              <a:gd name="T8" fmla="*/ 25 w 140"/>
              <a:gd name="T9" fmla="*/ 2 h 180"/>
              <a:gd name="T10" fmla="*/ 2 w 140"/>
              <a:gd name="T11" fmla="*/ 26 h 180"/>
              <a:gd name="T12" fmla="*/ 2 w 140"/>
              <a:gd name="T13" fmla="*/ 33 h 180"/>
              <a:gd name="T14" fmla="*/ 5 w 140"/>
              <a:gd name="T15" fmla="*/ 35 h 180"/>
              <a:gd name="T16" fmla="*/ 12 w 140"/>
              <a:gd name="T17" fmla="*/ 35 h 180"/>
              <a:gd name="T18" fmla="*/ 134 w 140"/>
              <a:gd name="T19" fmla="*/ 1 h 180"/>
              <a:gd name="T20" fmla="*/ 62 w 140"/>
              <a:gd name="T21" fmla="*/ 1 h 180"/>
              <a:gd name="T22" fmla="*/ 51 w 140"/>
              <a:gd name="T23" fmla="*/ 5 h 180"/>
              <a:gd name="T24" fmla="*/ 11 w 140"/>
              <a:gd name="T25" fmla="*/ 47 h 180"/>
              <a:gd name="T26" fmla="*/ 6 w 140"/>
              <a:gd name="T27" fmla="*/ 58 h 180"/>
              <a:gd name="T28" fmla="*/ 6 w 140"/>
              <a:gd name="T29" fmla="*/ 174 h 180"/>
              <a:gd name="T30" fmla="*/ 12 w 140"/>
              <a:gd name="T31" fmla="*/ 180 h 180"/>
              <a:gd name="T32" fmla="*/ 134 w 140"/>
              <a:gd name="T33" fmla="*/ 180 h 180"/>
              <a:gd name="T34" fmla="*/ 140 w 140"/>
              <a:gd name="T35" fmla="*/ 174 h 180"/>
              <a:gd name="T36" fmla="*/ 140 w 140"/>
              <a:gd name="T37" fmla="*/ 7 h 180"/>
              <a:gd name="T38" fmla="*/ 134 w 140"/>
              <a:gd name="T39" fmla="*/ 1 h 180"/>
              <a:gd name="T40" fmla="*/ 74 w 140"/>
              <a:gd name="T41" fmla="*/ 147 h 180"/>
              <a:gd name="T42" fmla="*/ 53 w 140"/>
              <a:gd name="T43" fmla="*/ 126 h 180"/>
              <a:gd name="T44" fmla="*/ 54 w 140"/>
              <a:gd name="T45" fmla="*/ 119 h 180"/>
              <a:gd name="T46" fmla="*/ 54 w 140"/>
              <a:gd name="T47" fmla="*/ 119 h 180"/>
              <a:gd name="T48" fmla="*/ 59 w 140"/>
              <a:gd name="T49" fmla="*/ 105 h 180"/>
              <a:gd name="T50" fmla="*/ 74 w 140"/>
              <a:gd name="T51" fmla="*/ 80 h 180"/>
              <a:gd name="T52" fmla="*/ 89 w 140"/>
              <a:gd name="T53" fmla="*/ 105 h 180"/>
              <a:gd name="T54" fmla="*/ 94 w 140"/>
              <a:gd name="T55" fmla="*/ 119 h 180"/>
              <a:gd name="T56" fmla="*/ 94 w 140"/>
              <a:gd name="T57" fmla="*/ 119 h 180"/>
              <a:gd name="T58" fmla="*/ 96 w 140"/>
              <a:gd name="T59" fmla="*/ 126 h 180"/>
              <a:gd name="T60" fmla="*/ 74 w 140"/>
              <a:gd name="T61" fmla="*/ 147 h 180"/>
              <a:gd name="T62" fmla="*/ 124 w 140"/>
              <a:gd name="T63" fmla="*/ 30 h 180"/>
              <a:gd name="T64" fmla="*/ 118 w 140"/>
              <a:gd name="T65" fmla="*/ 37 h 180"/>
              <a:gd name="T66" fmla="*/ 72 w 140"/>
              <a:gd name="T67" fmla="*/ 37 h 180"/>
              <a:gd name="T68" fmla="*/ 65 w 140"/>
              <a:gd name="T69" fmla="*/ 30 h 180"/>
              <a:gd name="T70" fmla="*/ 65 w 140"/>
              <a:gd name="T71" fmla="*/ 22 h 180"/>
              <a:gd name="T72" fmla="*/ 72 w 140"/>
              <a:gd name="T73" fmla="*/ 16 h 180"/>
              <a:gd name="T74" fmla="*/ 118 w 140"/>
              <a:gd name="T75" fmla="*/ 16 h 180"/>
              <a:gd name="T76" fmla="*/ 124 w 140"/>
              <a:gd name="T77" fmla="*/ 22 h 180"/>
              <a:gd name="T78" fmla="*/ 124 w 140"/>
              <a:gd name="T79" fmla="*/ 30 h 180"/>
              <a:gd name="T80" fmla="*/ 85 w 140"/>
              <a:gd name="T81" fmla="*/ 116 h 180"/>
              <a:gd name="T82" fmla="*/ 80 w 140"/>
              <a:gd name="T83" fmla="*/ 126 h 180"/>
              <a:gd name="T84" fmla="*/ 85 w 140"/>
              <a:gd name="T85" fmla="*/ 136 h 180"/>
              <a:gd name="T86" fmla="*/ 89 w 140"/>
              <a:gd name="T87" fmla="*/ 126 h 180"/>
              <a:gd name="T88" fmla="*/ 85 w 140"/>
              <a:gd name="T89" fmla="*/ 11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80">
                <a:moveTo>
                  <a:pt x="12" y="35"/>
                </a:moveTo>
                <a:cubicBezTo>
                  <a:pt x="35" y="12"/>
                  <a:pt x="35" y="12"/>
                  <a:pt x="35" y="12"/>
                </a:cubicBezTo>
                <a:cubicBezTo>
                  <a:pt x="36" y="10"/>
                  <a:pt x="36" y="7"/>
                  <a:pt x="34" y="5"/>
                </a:cubicBezTo>
                <a:cubicBezTo>
                  <a:pt x="32" y="2"/>
                  <a:pt x="32" y="2"/>
                  <a:pt x="32" y="2"/>
                </a:cubicBezTo>
                <a:cubicBezTo>
                  <a:pt x="30" y="0"/>
                  <a:pt x="27" y="0"/>
                  <a:pt x="25" y="2"/>
                </a:cubicBezTo>
                <a:cubicBezTo>
                  <a:pt x="2" y="26"/>
                  <a:pt x="2" y="26"/>
                  <a:pt x="2" y="26"/>
                </a:cubicBezTo>
                <a:cubicBezTo>
                  <a:pt x="0" y="28"/>
                  <a:pt x="0" y="31"/>
                  <a:pt x="2" y="33"/>
                </a:cubicBezTo>
                <a:cubicBezTo>
                  <a:pt x="5" y="35"/>
                  <a:pt x="5" y="35"/>
                  <a:pt x="5" y="35"/>
                </a:cubicBezTo>
                <a:cubicBezTo>
                  <a:pt x="7" y="37"/>
                  <a:pt x="10" y="37"/>
                  <a:pt x="12" y="35"/>
                </a:cubicBezTo>
                <a:close/>
                <a:moveTo>
                  <a:pt x="134" y="1"/>
                </a:moveTo>
                <a:cubicBezTo>
                  <a:pt x="62" y="1"/>
                  <a:pt x="62" y="1"/>
                  <a:pt x="62" y="1"/>
                </a:cubicBezTo>
                <a:cubicBezTo>
                  <a:pt x="58" y="1"/>
                  <a:pt x="54" y="3"/>
                  <a:pt x="51" y="5"/>
                </a:cubicBezTo>
                <a:cubicBezTo>
                  <a:pt x="11" y="47"/>
                  <a:pt x="11" y="47"/>
                  <a:pt x="11" y="47"/>
                </a:cubicBezTo>
                <a:cubicBezTo>
                  <a:pt x="8" y="50"/>
                  <a:pt x="6" y="54"/>
                  <a:pt x="6" y="58"/>
                </a:cubicBezTo>
                <a:cubicBezTo>
                  <a:pt x="6" y="174"/>
                  <a:pt x="6" y="174"/>
                  <a:pt x="6" y="174"/>
                </a:cubicBezTo>
                <a:cubicBezTo>
                  <a:pt x="6" y="177"/>
                  <a:pt x="9" y="180"/>
                  <a:pt x="12" y="180"/>
                </a:cubicBezTo>
                <a:cubicBezTo>
                  <a:pt x="134" y="180"/>
                  <a:pt x="134" y="180"/>
                  <a:pt x="134" y="180"/>
                </a:cubicBezTo>
                <a:cubicBezTo>
                  <a:pt x="137" y="180"/>
                  <a:pt x="140" y="177"/>
                  <a:pt x="140" y="174"/>
                </a:cubicBezTo>
                <a:cubicBezTo>
                  <a:pt x="140" y="7"/>
                  <a:pt x="140" y="7"/>
                  <a:pt x="140" y="7"/>
                </a:cubicBezTo>
                <a:cubicBezTo>
                  <a:pt x="140" y="4"/>
                  <a:pt x="137" y="1"/>
                  <a:pt x="134" y="1"/>
                </a:cubicBezTo>
                <a:close/>
                <a:moveTo>
                  <a:pt x="74" y="147"/>
                </a:moveTo>
                <a:cubicBezTo>
                  <a:pt x="62" y="147"/>
                  <a:pt x="53" y="137"/>
                  <a:pt x="53" y="126"/>
                </a:cubicBezTo>
                <a:cubicBezTo>
                  <a:pt x="53" y="123"/>
                  <a:pt x="53" y="121"/>
                  <a:pt x="54" y="119"/>
                </a:cubicBezTo>
                <a:cubicBezTo>
                  <a:pt x="54" y="119"/>
                  <a:pt x="54" y="119"/>
                  <a:pt x="54" y="119"/>
                </a:cubicBezTo>
                <a:cubicBezTo>
                  <a:pt x="55" y="114"/>
                  <a:pt x="57" y="110"/>
                  <a:pt x="59" y="105"/>
                </a:cubicBezTo>
                <a:cubicBezTo>
                  <a:pt x="64" y="94"/>
                  <a:pt x="69" y="86"/>
                  <a:pt x="74" y="80"/>
                </a:cubicBezTo>
                <a:cubicBezTo>
                  <a:pt x="79" y="86"/>
                  <a:pt x="84" y="94"/>
                  <a:pt x="89" y="105"/>
                </a:cubicBezTo>
                <a:cubicBezTo>
                  <a:pt x="91" y="110"/>
                  <a:pt x="93" y="114"/>
                  <a:pt x="94" y="119"/>
                </a:cubicBezTo>
                <a:cubicBezTo>
                  <a:pt x="94" y="119"/>
                  <a:pt x="94" y="119"/>
                  <a:pt x="94" y="119"/>
                </a:cubicBezTo>
                <a:cubicBezTo>
                  <a:pt x="95" y="121"/>
                  <a:pt x="96" y="123"/>
                  <a:pt x="96" y="126"/>
                </a:cubicBezTo>
                <a:cubicBezTo>
                  <a:pt x="96" y="137"/>
                  <a:pt x="86" y="147"/>
                  <a:pt x="74" y="147"/>
                </a:cubicBezTo>
                <a:close/>
                <a:moveTo>
                  <a:pt x="124" y="30"/>
                </a:moveTo>
                <a:cubicBezTo>
                  <a:pt x="124" y="34"/>
                  <a:pt x="122" y="37"/>
                  <a:pt x="118" y="37"/>
                </a:cubicBezTo>
                <a:cubicBezTo>
                  <a:pt x="72" y="37"/>
                  <a:pt x="72" y="37"/>
                  <a:pt x="72" y="37"/>
                </a:cubicBezTo>
                <a:cubicBezTo>
                  <a:pt x="68" y="37"/>
                  <a:pt x="65" y="34"/>
                  <a:pt x="65" y="30"/>
                </a:cubicBezTo>
                <a:cubicBezTo>
                  <a:pt x="65" y="22"/>
                  <a:pt x="65" y="22"/>
                  <a:pt x="65" y="22"/>
                </a:cubicBezTo>
                <a:cubicBezTo>
                  <a:pt x="65" y="19"/>
                  <a:pt x="68" y="16"/>
                  <a:pt x="72" y="16"/>
                </a:cubicBezTo>
                <a:cubicBezTo>
                  <a:pt x="118" y="16"/>
                  <a:pt x="118" y="16"/>
                  <a:pt x="118" y="16"/>
                </a:cubicBezTo>
                <a:cubicBezTo>
                  <a:pt x="122" y="16"/>
                  <a:pt x="124" y="19"/>
                  <a:pt x="124" y="22"/>
                </a:cubicBezTo>
                <a:lnTo>
                  <a:pt x="124" y="30"/>
                </a:lnTo>
                <a:close/>
                <a:moveTo>
                  <a:pt x="85" y="116"/>
                </a:moveTo>
                <a:cubicBezTo>
                  <a:pt x="82" y="116"/>
                  <a:pt x="80" y="120"/>
                  <a:pt x="80" y="126"/>
                </a:cubicBezTo>
                <a:cubicBezTo>
                  <a:pt x="80" y="131"/>
                  <a:pt x="82" y="136"/>
                  <a:pt x="85" y="136"/>
                </a:cubicBezTo>
                <a:cubicBezTo>
                  <a:pt x="87" y="136"/>
                  <a:pt x="89" y="131"/>
                  <a:pt x="89" y="126"/>
                </a:cubicBezTo>
                <a:cubicBezTo>
                  <a:pt x="89" y="120"/>
                  <a:pt x="87" y="116"/>
                  <a:pt x="85" y="116"/>
                </a:cubicBezTo>
                <a:close/>
              </a:path>
            </a:pathLst>
          </a:custGeom>
          <a:solidFill>
            <a:schemeClr val="bg1"/>
          </a:solidFill>
          <a:ln>
            <a:noFill/>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grpSp>
        <p:nvGrpSpPr>
          <p:cNvPr id="64" name="Group 63"/>
          <p:cNvGrpSpPr/>
          <p:nvPr/>
        </p:nvGrpSpPr>
        <p:grpSpPr>
          <a:xfrm>
            <a:off x="4452789" y="3915524"/>
            <a:ext cx="335397" cy="323475"/>
            <a:chOff x="2185477" y="5525527"/>
            <a:chExt cx="523177" cy="504582"/>
          </a:xfrm>
        </p:grpSpPr>
        <p:sp>
          <p:nvSpPr>
            <p:cNvPr id="65" name="Freeform 33"/>
            <p:cNvSpPr>
              <a:spLocks noChangeAspect="1" noEditPoints="1"/>
            </p:cNvSpPr>
            <p:nvPr/>
          </p:nvSpPr>
          <p:spPr bwMode="auto">
            <a:xfrm>
              <a:off x="2234420" y="5525527"/>
              <a:ext cx="333534" cy="337026"/>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66" name="Freeform 33"/>
            <p:cNvSpPr>
              <a:spLocks noChangeAspect="1" noEditPoints="1"/>
            </p:cNvSpPr>
            <p:nvPr/>
          </p:nvSpPr>
          <p:spPr bwMode="auto">
            <a:xfrm>
              <a:off x="2536194" y="5733047"/>
              <a:ext cx="172460" cy="174267"/>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67" name="Freeform 33"/>
            <p:cNvSpPr>
              <a:spLocks noChangeAspect="1" noEditPoints="1"/>
            </p:cNvSpPr>
            <p:nvPr/>
          </p:nvSpPr>
          <p:spPr bwMode="auto">
            <a:xfrm>
              <a:off x="2382756" y="5855842"/>
              <a:ext cx="172460" cy="174267"/>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sp>
          <p:nvSpPr>
            <p:cNvPr id="68" name="Freeform 33"/>
            <p:cNvSpPr>
              <a:spLocks noChangeAspect="1" noEditPoints="1"/>
            </p:cNvSpPr>
            <p:nvPr/>
          </p:nvSpPr>
          <p:spPr bwMode="auto">
            <a:xfrm>
              <a:off x="2185477" y="5825960"/>
              <a:ext cx="172460" cy="174267"/>
            </a:xfrm>
            <a:custGeom>
              <a:avLst/>
              <a:gdLst>
                <a:gd name="T0" fmla="*/ 423 w 633"/>
                <a:gd name="T1" fmla="*/ 324 h 621"/>
                <a:gd name="T2" fmla="*/ 423 w 633"/>
                <a:gd name="T3" fmla="*/ 324 h 621"/>
                <a:gd name="T4" fmla="*/ 302 w 633"/>
                <a:gd name="T5" fmla="*/ 415 h 621"/>
                <a:gd name="T6" fmla="*/ 209 w 633"/>
                <a:gd name="T7" fmla="*/ 295 h 621"/>
                <a:gd name="T8" fmla="*/ 330 w 633"/>
                <a:gd name="T9" fmla="*/ 205 h 621"/>
                <a:gd name="T10" fmla="*/ 423 w 633"/>
                <a:gd name="T11" fmla="*/ 324 h 621"/>
                <a:gd name="T12" fmla="*/ 604 w 633"/>
                <a:gd name="T13" fmla="*/ 310 h 621"/>
                <a:gd name="T14" fmla="*/ 604 w 633"/>
                <a:gd name="T15" fmla="*/ 310 h 621"/>
                <a:gd name="T16" fmla="*/ 550 w 633"/>
                <a:gd name="T17" fmla="*/ 261 h 621"/>
                <a:gd name="T18" fmla="*/ 562 w 633"/>
                <a:gd name="T19" fmla="*/ 171 h 621"/>
                <a:gd name="T20" fmla="*/ 563 w 633"/>
                <a:gd name="T21" fmla="*/ 170 h 621"/>
                <a:gd name="T22" fmla="*/ 586 w 633"/>
                <a:gd name="T23" fmla="*/ 147 h 621"/>
                <a:gd name="T24" fmla="*/ 547 w 633"/>
                <a:gd name="T25" fmla="*/ 96 h 621"/>
                <a:gd name="T26" fmla="*/ 518 w 633"/>
                <a:gd name="T27" fmla="*/ 111 h 621"/>
                <a:gd name="T28" fmla="*/ 516 w 633"/>
                <a:gd name="T29" fmla="*/ 112 h 621"/>
                <a:gd name="T30" fmla="*/ 398 w 633"/>
                <a:gd name="T31" fmla="*/ 64 h 621"/>
                <a:gd name="T32" fmla="*/ 390 w 633"/>
                <a:gd name="T33" fmla="*/ 35 h 621"/>
                <a:gd name="T34" fmla="*/ 391 w 633"/>
                <a:gd name="T35" fmla="*/ 34 h 621"/>
                <a:gd name="T36" fmla="*/ 390 w 633"/>
                <a:gd name="T37" fmla="*/ 7 h 621"/>
                <a:gd name="T38" fmla="*/ 326 w 633"/>
                <a:gd name="T39" fmla="*/ 0 h 621"/>
                <a:gd name="T40" fmla="*/ 316 w 633"/>
                <a:gd name="T41" fmla="*/ 30 h 621"/>
                <a:gd name="T42" fmla="*/ 316 w 633"/>
                <a:gd name="T43" fmla="*/ 30 h 621"/>
                <a:gd name="T44" fmla="*/ 266 w 633"/>
                <a:gd name="T45" fmla="*/ 80 h 621"/>
                <a:gd name="T46" fmla="*/ 169 w 633"/>
                <a:gd name="T47" fmla="*/ 62 h 621"/>
                <a:gd name="T48" fmla="*/ 167 w 633"/>
                <a:gd name="T49" fmla="*/ 60 h 621"/>
                <a:gd name="T50" fmla="*/ 150 w 633"/>
                <a:gd name="T51" fmla="*/ 45 h 621"/>
                <a:gd name="T52" fmla="*/ 99 w 633"/>
                <a:gd name="T53" fmla="*/ 83 h 621"/>
                <a:gd name="T54" fmla="*/ 114 w 633"/>
                <a:gd name="T55" fmla="*/ 111 h 621"/>
                <a:gd name="T56" fmla="*/ 115 w 633"/>
                <a:gd name="T57" fmla="*/ 114 h 621"/>
                <a:gd name="T58" fmla="*/ 66 w 633"/>
                <a:gd name="T59" fmla="*/ 230 h 621"/>
                <a:gd name="T60" fmla="*/ 29 w 633"/>
                <a:gd name="T61" fmla="*/ 237 h 621"/>
                <a:gd name="T62" fmla="*/ 8 w 633"/>
                <a:gd name="T63" fmla="*/ 237 h 621"/>
                <a:gd name="T64" fmla="*/ 0 w 633"/>
                <a:gd name="T65" fmla="*/ 300 h 621"/>
                <a:gd name="T66" fmla="*/ 26 w 633"/>
                <a:gd name="T67" fmla="*/ 308 h 621"/>
                <a:gd name="T68" fmla="*/ 82 w 633"/>
                <a:gd name="T69" fmla="*/ 359 h 621"/>
                <a:gd name="T70" fmla="*/ 66 w 633"/>
                <a:gd name="T71" fmla="*/ 453 h 621"/>
                <a:gd name="T72" fmla="*/ 46 w 633"/>
                <a:gd name="T73" fmla="*/ 472 h 621"/>
                <a:gd name="T74" fmla="*/ 86 w 633"/>
                <a:gd name="T75" fmla="*/ 523 h 621"/>
                <a:gd name="T76" fmla="*/ 108 w 633"/>
                <a:gd name="T77" fmla="*/ 511 h 621"/>
                <a:gd name="T78" fmla="*/ 109 w 633"/>
                <a:gd name="T79" fmla="*/ 510 h 621"/>
                <a:gd name="T80" fmla="*/ 117 w 633"/>
                <a:gd name="T81" fmla="*/ 507 h 621"/>
                <a:gd name="T82" fmla="*/ 235 w 633"/>
                <a:gd name="T83" fmla="*/ 555 h 621"/>
                <a:gd name="T84" fmla="*/ 242 w 633"/>
                <a:gd name="T85" fmla="*/ 588 h 621"/>
                <a:gd name="T86" fmla="*/ 242 w 633"/>
                <a:gd name="T87" fmla="*/ 588 h 621"/>
                <a:gd name="T88" fmla="*/ 243 w 633"/>
                <a:gd name="T89" fmla="*/ 612 h 621"/>
                <a:gd name="T90" fmla="*/ 307 w 633"/>
                <a:gd name="T91" fmla="*/ 621 h 621"/>
                <a:gd name="T92" fmla="*/ 315 w 633"/>
                <a:gd name="T93" fmla="*/ 596 h 621"/>
                <a:gd name="T94" fmla="*/ 366 w 633"/>
                <a:gd name="T95" fmla="*/ 540 h 621"/>
                <a:gd name="T96" fmla="*/ 461 w 633"/>
                <a:gd name="T97" fmla="*/ 554 h 621"/>
                <a:gd name="T98" fmla="*/ 482 w 633"/>
                <a:gd name="T99" fmla="*/ 574 h 621"/>
                <a:gd name="T100" fmla="*/ 533 w 633"/>
                <a:gd name="T101" fmla="*/ 536 h 621"/>
                <a:gd name="T102" fmla="*/ 518 w 633"/>
                <a:gd name="T103" fmla="*/ 507 h 621"/>
                <a:gd name="T104" fmla="*/ 517 w 633"/>
                <a:gd name="T105" fmla="*/ 506 h 621"/>
                <a:gd name="T106" fmla="*/ 566 w 633"/>
                <a:gd name="T107" fmla="*/ 389 h 621"/>
                <a:gd name="T108" fmla="*/ 598 w 633"/>
                <a:gd name="T109" fmla="*/ 383 h 621"/>
                <a:gd name="T110" fmla="*/ 624 w 633"/>
                <a:gd name="T111" fmla="*/ 382 h 621"/>
                <a:gd name="T112" fmla="*/ 633 w 633"/>
                <a:gd name="T113" fmla="*/ 319 h 621"/>
                <a:gd name="T114" fmla="*/ 604 w 633"/>
                <a:gd name="T115" fmla="*/ 31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621">
                  <a:moveTo>
                    <a:pt x="423" y="324"/>
                  </a:moveTo>
                  <a:lnTo>
                    <a:pt x="423" y="324"/>
                  </a:lnTo>
                  <a:cubicBezTo>
                    <a:pt x="415" y="382"/>
                    <a:pt x="361" y="422"/>
                    <a:pt x="302" y="415"/>
                  </a:cubicBezTo>
                  <a:cubicBezTo>
                    <a:pt x="243" y="407"/>
                    <a:pt x="201" y="353"/>
                    <a:pt x="209" y="295"/>
                  </a:cubicBezTo>
                  <a:cubicBezTo>
                    <a:pt x="217" y="237"/>
                    <a:pt x="271" y="197"/>
                    <a:pt x="330" y="205"/>
                  </a:cubicBezTo>
                  <a:cubicBezTo>
                    <a:pt x="389" y="212"/>
                    <a:pt x="431" y="266"/>
                    <a:pt x="423" y="324"/>
                  </a:cubicBezTo>
                  <a:close/>
                  <a:moveTo>
                    <a:pt x="604" y="310"/>
                  </a:moveTo>
                  <a:lnTo>
                    <a:pt x="604" y="310"/>
                  </a:lnTo>
                  <a:cubicBezTo>
                    <a:pt x="580" y="302"/>
                    <a:pt x="560" y="285"/>
                    <a:pt x="550" y="261"/>
                  </a:cubicBezTo>
                  <a:cubicBezTo>
                    <a:pt x="537" y="230"/>
                    <a:pt x="543" y="196"/>
                    <a:pt x="562" y="171"/>
                  </a:cubicBezTo>
                  <a:lnTo>
                    <a:pt x="563" y="170"/>
                  </a:lnTo>
                  <a:lnTo>
                    <a:pt x="586" y="147"/>
                  </a:lnTo>
                  <a:lnTo>
                    <a:pt x="547" y="96"/>
                  </a:lnTo>
                  <a:lnTo>
                    <a:pt x="518" y="111"/>
                  </a:lnTo>
                  <a:lnTo>
                    <a:pt x="516" y="112"/>
                  </a:lnTo>
                  <a:cubicBezTo>
                    <a:pt x="470" y="131"/>
                    <a:pt x="417" y="109"/>
                    <a:pt x="398" y="64"/>
                  </a:cubicBezTo>
                  <a:cubicBezTo>
                    <a:pt x="394" y="55"/>
                    <a:pt x="391" y="45"/>
                    <a:pt x="390" y="35"/>
                  </a:cubicBezTo>
                  <a:lnTo>
                    <a:pt x="391" y="34"/>
                  </a:lnTo>
                  <a:lnTo>
                    <a:pt x="390" y="7"/>
                  </a:lnTo>
                  <a:lnTo>
                    <a:pt x="326" y="0"/>
                  </a:lnTo>
                  <a:lnTo>
                    <a:pt x="316" y="30"/>
                  </a:lnTo>
                  <a:lnTo>
                    <a:pt x="316" y="30"/>
                  </a:lnTo>
                  <a:cubicBezTo>
                    <a:pt x="307" y="52"/>
                    <a:pt x="290" y="70"/>
                    <a:pt x="266" y="80"/>
                  </a:cubicBezTo>
                  <a:cubicBezTo>
                    <a:pt x="232" y="94"/>
                    <a:pt x="194" y="86"/>
                    <a:pt x="169" y="62"/>
                  </a:cubicBezTo>
                  <a:lnTo>
                    <a:pt x="167" y="60"/>
                  </a:lnTo>
                  <a:lnTo>
                    <a:pt x="150" y="45"/>
                  </a:lnTo>
                  <a:lnTo>
                    <a:pt x="99" y="83"/>
                  </a:lnTo>
                  <a:lnTo>
                    <a:pt x="114" y="111"/>
                  </a:lnTo>
                  <a:lnTo>
                    <a:pt x="115" y="114"/>
                  </a:lnTo>
                  <a:cubicBezTo>
                    <a:pt x="134" y="159"/>
                    <a:pt x="113" y="211"/>
                    <a:pt x="66" y="230"/>
                  </a:cubicBezTo>
                  <a:cubicBezTo>
                    <a:pt x="54" y="235"/>
                    <a:pt x="43" y="236"/>
                    <a:pt x="29" y="237"/>
                  </a:cubicBezTo>
                  <a:lnTo>
                    <a:pt x="8" y="237"/>
                  </a:lnTo>
                  <a:lnTo>
                    <a:pt x="0" y="300"/>
                  </a:lnTo>
                  <a:lnTo>
                    <a:pt x="26" y="308"/>
                  </a:lnTo>
                  <a:cubicBezTo>
                    <a:pt x="51" y="316"/>
                    <a:pt x="71" y="334"/>
                    <a:pt x="82" y="359"/>
                  </a:cubicBezTo>
                  <a:cubicBezTo>
                    <a:pt x="96" y="392"/>
                    <a:pt x="89" y="428"/>
                    <a:pt x="66" y="453"/>
                  </a:cubicBezTo>
                  <a:lnTo>
                    <a:pt x="46" y="472"/>
                  </a:lnTo>
                  <a:lnTo>
                    <a:pt x="86" y="523"/>
                  </a:lnTo>
                  <a:lnTo>
                    <a:pt x="108" y="511"/>
                  </a:lnTo>
                  <a:lnTo>
                    <a:pt x="109" y="510"/>
                  </a:lnTo>
                  <a:cubicBezTo>
                    <a:pt x="114" y="508"/>
                    <a:pt x="112" y="509"/>
                    <a:pt x="117" y="507"/>
                  </a:cubicBezTo>
                  <a:cubicBezTo>
                    <a:pt x="163" y="488"/>
                    <a:pt x="216" y="509"/>
                    <a:pt x="235" y="555"/>
                  </a:cubicBezTo>
                  <a:cubicBezTo>
                    <a:pt x="240" y="566"/>
                    <a:pt x="242" y="577"/>
                    <a:pt x="242" y="588"/>
                  </a:cubicBezTo>
                  <a:lnTo>
                    <a:pt x="242" y="588"/>
                  </a:lnTo>
                  <a:lnTo>
                    <a:pt x="243" y="612"/>
                  </a:lnTo>
                  <a:lnTo>
                    <a:pt x="307" y="621"/>
                  </a:lnTo>
                  <a:lnTo>
                    <a:pt x="315" y="596"/>
                  </a:lnTo>
                  <a:cubicBezTo>
                    <a:pt x="322" y="572"/>
                    <a:pt x="340" y="550"/>
                    <a:pt x="366" y="540"/>
                  </a:cubicBezTo>
                  <a:cubicBezTo>
                    <a:pt x="399" y="526"/>
                    <a:pt x="435" y="533"/>
                    <a:pt x="461" y="554"/>
                  </a:cubicBezTo>
                  <a:lnTo>
                    <a:pt x="482" y="574"/>
                  </a:lnTo>
                  <a:lnTo>
                    <a:pt x="533" y="536"/>
                  </a:lnTo>
                  <a:lnTo>
                    <a:pt x="518" y="507"/>
                  </a:lnTo>
                  <a:lnTo>
                    <a:pt x="517" y="506"/>
                  </a:lnTo>
                  <a:cubicBezTo>
                    <a:pt x="498" y="460"/>
                    <a:pt x="520" y="408"/>
                    <a:pt x="566" y="389"/>
                  </a:cubicBezTo>
                  <a:cubicBezTo>
                    <a:pt x="576" y="385"/>
                    <a:pt x="587" y="383"/>
                    <a:pt x="598" y="383"/>
                  </a:cubicBezTo>
                  <a:lnTo>
                    <a:pt x="624" y="382"/>
                  </a:lnTo>
                  <a:lnTo>
                    <a:pt x="633" y="319"/>
                  </a:lnTo>
                  <a:lnTo>
                    <a:pt x="604" y="310"/>
                  </a:lnTo>
                  <a:close/>
                </a:path>
              </a:pathLst>
            </a:custGeom>
            <a:solidFill>
              <a:schemeClr val="bg1"/>
            </a:solidFill>
            <a:ln w="0">
              <a:noFill/>
              <a:prstDash val="solid"/>
              <a:round/>
              <a:headEnd/>
              <a:tailEnd/>
            </a:ln>
          </p:spPr>
          <p:txBody>
            <a:bodyPr vert="horz" wrap="square" lIns="74295" tIns="37148" rIns="74295" bIns="37148" numCol="1" anchor="t" anchorCtr="0" compatLnSpc="1">
              <a:prstTxWarp prst="textNoShape">
                <a:avLst/>
              </a:prstTxWarp>
            </a:bodyPr>
            <a:lstStyle/>
            <a:p>
              <a:endParaRPr lang="en-US" sz="800">
                <a:latin typeface="Aptos" panose="020B0004020202020204" pitchFamily="34" charset="0"/>
              </a:endParaRPr>
            </a:p>
          </p:txBody>
        </p:sp>
      </p:grpSp>
      <p:sp>
        <p:nvSpPr>
          <p:cNvPr id="69" name="Freeform 30"/>
          <p:cNvSpPr>
            <a:spLocks noChangeAspect="1" noEditPoints="1"/>
          </p:cNvSpPr>
          <p:nvPr/>
        </p:nvSpPr>
        <p:spPr bwMode="auto">
          <a:xfrm>
            <a:off x="5135678" y="4364053"/>
            <a:ext cx="259901" cy="273659"/>
          </a:xfrm>
          <a:custGeom>
            <a:avLst/>
            <a:gdLst/>
            <a:ahLst/>
            <a:cxnLst>
              <a:cxn ang="0">
                <a:pos x="87" y="5"/>
              </a:cxn>
              <a:cxn ang="0">
                <a:pos x="66" y="3"/>
              </a:cxn>
              <a:cxn ang="0">
                <a:pos x="62" y="7"/>
              </a:cxn>
              <a:cxn ang="0">
                <a:pos x="38" y="29"/>
              </a:cxn>
              <a:cxn ang="0">
                <a:pos x="36" y="55"/>
              </a:cxn>
              <a:cxn ang="0">
                <a:pos x="44" y="60"/>
              </a:cxn>
              <a:cxn ang="0">
                <a:pos x="47" y="50"/>
              </a:cxn>
              <a:cxn ang="0">
                <a:pos x="47" y="50"/>
              </a:cxn>
              <a:cxn ang="0">
                <a:pos x="45" y="47"/>
              </a:cxn>
              <a:cxn ang="0">
                <a:pos x="46" y="37"/>
              </a:cxn>
              <a:cxn ang="0">
                <a:pos x="72" y="13"/>
              </a:cxn>
              <a:cxn ang="0">
                <a:pos x="79" y="14"/>
              </a:cxn>
              <a:cxn ang="0">
                <a:pos x="79" y="14"/>
              </a:cxn>
              <a:cxn ang="0">
                <a:pos x="84" y="21"/>
              </a:cxn>
              <a:cxn ang="0">
                <a:pos x="69" y="38"/>
              </a:cxn>
              <a:cxn ang="0">
                <a:pos x="77" y="46"/>
              </a:cxn>
              <a:cxn ang="0">
                <a:pos x="93" y="30"/>
              </a:cxn>
              <a:cxn ang="0">
                <a:pos x="91" y="9"/>
              </a:cxn>
              <a:cxn ang="0">
                <a:pos x="51" y="37"/>
              </a:cxn>
              <a:cxn ang="0">
                <a:pos x="54" y="49"/>
              </a:cxn>
              <a:cxn ang="0">
                <a:pos x="53" y="62"/>
              </a:cxn>
              <a:cxn ang="0">
                <a:pos x="24" y="87"/>
              </a:cxn>
              <a:cxn ang="0">
                <a:pos x="16" y="86"/>
              </a:cxn>
              <a:cxn ang="0">
                <a:pos x="16" y="85"/>
              </a:cxn>
              <a:cxn ang="0">
                <a:pos x="13" y="82"/>
              </a:cxn>
              <a:cxn ang="0">
                <a:pos x="12" y="75"/>
              </a:cxn>
              <a:cxn ang="0">
                <a:pos x="29" y="52"/>
              </a:cxn>
              <a:cxn ang="0">
                <a:pos x="3" y="67"/>
              </a:cxn>
              <a:cxn ang="0">
                <a:pos x="0" y="77"/>
              </a:cxn>
              <a:cxn ang="0">
                <a:pos x="9" y="94"/>
              </a:cxn>
              <a:cxn ang="0">
                <a:pos x="21" y="100"/>
              </a:cxn>
              <a:cxn ang="0">
                <a:pos x="35" y="93"/>
              </a:cxn>
              <a:cxn ang="0">
                <a:pos x="61" y="70"/>
              </a:cxn>
              <a:cxn ang="0">
                <a:pos x="68" y="56"/>
              </a:cxn>
              <a:cxn ang="0">
                <a:pos x="59" y="37"/>
              </a:cxn>
            </a:cxnLst>
            <a:rect l="0" t="0" r="r" b="b"/>
            <a:pathLst>
              <a:path w="95" h="100">
                <a:moveTo>
                  <a:pt x="91" y="9"/>
                </a:moveTo>
                <a:cubicBezTo>
                  <a:pt x="89" y="7"/>
                  <a:pt x="87" y="6"/>
                  <a:pt x="87" y="5"/>
                </a:cubicBezTo>
                <a:cubicBezTo>
                  <a:pt x="83" y="2"/>
                  <a:pt x="79" y="0"/>
                  <a:pt x="75" y="0"/>
                </a:cubicBezTo>
                <a:cubicBezTo>
                  <a:pt x="71" y="0"/>
                  <a:pt x="68" y="2"/>
                  <a:pt x="66" y="3"/>
                </a:cubicBezTo>
                <a:cubicBezTo>
                  <a:pt x="64" y="5"/>
                  <a:pt x="62" y="7"/>
                  <a:pt x="62" y="7"/>
                </a:cubicBezTo>
                <a:cubicBezTo>
                  <a:pt x="62" y="7"/>
                  <a:pt x="62" y="7"/>
                  <a:pt x="62" y="7"/>
                </a:cubicBezTo>
                <a:cubicBezTo>
                  <a:pt x="38" y="29"/>
                  <a:pt x="38" y="29"/>
                  <a:pt x="38" y="29"/>
                </a:cubicBezTo>
                <a:cubicBezTo>
                  <a:pt x="38" y="29"/>
                  <a:pt x="38" y="29"/>
                  <a:pt x="38" y="29"/>
                </a:cubicBezTo>
                <a:cubicBezTo>
                  <a:pt x="34" y="33"/>
                  <a:pt x="32" y="38"/>
                  <a:pt x="32" y="43"/>
                </a:cubicBezTo>
                <a:cubicBezTo>
                  <a:pt x="32" y="48"/>
                  <a:pt x="34" y="52"/>
                  <a:pt x="36" y="55"/>
                </a:cubicBezTo>
                <a:cubicBezTo>
                  <a:pt x="38" y="57"/>
                  <a:pt x="40" y="59"/>
                  <a:pt x="40" y="59"/>
                </a:cubicBezTo>
                <a:cubicBezTo>
                  <a:pt x="41" y="60"/>
                  <a:pt x="43" y="60"/>
                  <a:pt x="44" y="60"/>
                </a:cubicBezTo>
                <a:cubicBezTo>
                  <a:pt x="45" y="60"/>
                  <a:pt x="47" y="59"/>
                  <a:pt x="48" y="58"/>
                </a:cubicBezTo>
                <a:cubicBezTo>
                  <a:pt x="50" y="55"/>
                  <a:pt x="50" y="52"/>
                  <a:pt x="47" y="50"/>
                </a:cubicBezTo>
                <a:cubicBezTo>
                  <a:pt x="47" y="50"/>
                  <a:pt x="47" y="50"/>
                  <a:pt x="47" y="50"/>
                </a:cubicBezTo>
                <a:cubicBezTo>
                  <a:pt x="47" y="50"/>
                  <a:pt x="47" y="50"/>
                  <a:pt x="47" y="50"/>
                </a:cubicBezTo>
                <a:cubicBezTo>
                  <a:pt x="47" y="50"/>
                  <a:pt x="47" y="50"/>
                  <a:pt x="47" y="50"/>
                </a:cubicBezTo>
                <a:cubicBezTo>
                  <a:pt x="47" y="49"/>
                  <a:pt x="46" y="49"/>
                  <a:pt x="45" y="47"/>
                </a:cubicBezTo>
                <a:cubicBezTo>
                  <a:pt x="44" y="46"/>
                  <a:pt x="43" y="44"/>
                  <a:pt x="43" y="43"/>
                </a:cubicBezTo>
                <a:cubicBezTo>
                  <a:pt x="43" y="41"/>
                  <a:pt x="44" y="40"/>
                  <a:pt x="46" y="37"/>
                </a:cubicBezTo>
                <a:cubicBezTo>
                  <a:pt x="69" y="15"/>
                  <a:pt x="69" y="15"/>
                  <a:pt x="69" y="15"/>
                </a:cubicBezTo>
                <a:cubicBezTo>
                  <a:pt x="70" y="14"/>
                  <a:pt x="71" y="13"/>
                  <a:pt x="72" y="13"/>
                </a:cubicBezTo>
                <a:cubicBezTo>
                  <a:pt x="73" y="12"/>
                  <a:pt x="74" y="12"/>
                  <a:pt x="75" y="12"/>
                </a:cubicBezTo>
                <a:cubicBezTo>
                  <a:pt x="76" y="12"/>
                  <a:pt x="77" y="12"/>
                  <a:pt x="79" y="14"/>
                </a:cubicBezTo>
                <a:cubicBezTo>
                  <a:pt x="79" y="14"/>
                  <a:pt x="79" y="14"/>
                  <a:pt x="79" y="14"/>
                </a:cubicBezTo>
                <a:cubicBezTo>
                  <a:pt x="79" y="14"/>
                  <a:pt x="79" y="14"/>
                  <a:pt x="79" y="14"/>
                </a:cubicBezTo>
                <a:cubicBezTo>
                  <a:pt x="80" y="14"/>
                  <a:pt x="81" y="15"/>
                  <a:pt x="82" y="17"/>
                </a:cubicBezTo>
                <a:cubicBezTo>
                  <a:pt x="83" y="18"/>
                  <a:pt x="84" y="20"/>
                  <a:pt x="84" y="21"/>
                </a:cubicBezTo>
                <a:cubicBezTo>
                  <a:pt x="84" y="22"/>
                  <a:pt x="84" y="22"/>
                  <a:pt x="84" y="23"/>
                </a:cubicBezTo>
                <a:cubicBezTo>
                  <a:pt x="69" y="38"/>
                  <a:pt x="69" y="38"/>
                  <a:pt x="69" y="38"/>
                </a:cubicBezTo>
                <a:cubicBezTo>
                  <a:pt x="66" y="40"/>
                  <a:pt x="66" y="43"/>
                  <a:pt x="69" y="46"/>
                </a:cubicBezTo>
                <a:cubicBezTo>
                  <a:pt x="71" y="48"/>
                  <a:pt x="74" y="48"/>
                  <a:pt x="77" y="46"/>
                </a:cubicBezTo>
                <a:cubicBezTo>
                  <a:pt x="92" y="30"/>
                  <a:pt x="92" y="30"/>
                  <a:pt x="92" y="30"/>
                </a:cubicBezTo>
                <a:cubicBezTo>
                  <a:pt x="93" y="30"/>
                  <a:pt x="93" y="30"/>
                  <a:pt x="93" y="30"/>
                </a:cubicBezTo>
                <a:cubicBezTo>
                  <a:pt x="94" y="27"/>
                  <a:pt x="95" y="24"/>
                  <a:pt x="95" y="21"/>
                </a:cubicBezTo>
                <a:cubicBezTo>
                  <a:pt x="95" y="16"/>
                  <a:pt x="93" y="12"/>
                  <a:pt x="91" y="9"/>
                </a:cubicBezTo>
                <a:close/>
                <a:moveTo>
                  <a:pt x="59" y="37"/>
                </a:moveTo>
                <a:cubicBezTo>
                  <a:pt x="57" y="35"/>
                  <a:pt x="53" y="35"/>
                  <a:pt x="51" y="37"/>
                </a:cubicBezTo>
                <a:cubicBezTo>
                  <a:pt x="49" y="40"/>
                  <a:pt x="49" y="43"/>
                  <a:pt x="51" y="45"/>
                </a:cubicBezTo>
                <a:cubicBezTo>
                  <a:pt x="51" y="46"/>
                  <a:pt x="53" y="47"/>
                  <a:pt x="54" y="49"/>
                </a:cubicBezTo>
                <a:cubicBezTo>
                  <a:pt x="55" y="51"/>
                  <a:pt x="56" y="54"/>
                  <a:pt x="56" y="56"/>
                </a:cubicBezTo>
                <a:cubicBezTo>
                  <a:pt x="56" y="58"/>
                  <a:pt x="56" y="60"/>
                  <a:pt x="53" y="62"/>
                </a:cubicBezTo>
                <a:cubicBezTo>
                  <a:pt x="28" y="84"/>
                  <a:pt x="28" y="84"/>
                  <a:pt x="28" y="84"/>
                </a:cubicBezTo>
                <a:cubicBezTo>
                  <a:pt x="27" y="85"/>
                  <a:pt x="26" y="86"/>
                  <a:pt x="24" y="87"/>
                </a:cubicBezTo>
                <a:cubicBezTo>
                  <a:pt x="23" y="88"/>
                  <a:pt x="22" y="88"/>
                  <a:pt x="21" y="88"/>
                </a:cubicBezTo>
                <a:cubicBezTo>
                  <a:pt x="20" y="88"/>
                  <a:pt x="19" y="88"/>
                  <a:pt x="16" y="86"/>
                </a:cubicBezTo>
                <a:cubicBezTo>
                  <a:pt x="16" y="85"/>
                  <a:pt x="16" y="85"/>
                  <a:pt x="16" y="85"/>
                </a:cubicBezTo>
                <a:cubicBezTo>
                  <a:pt x="16" y="85"/>
                  <a:pt x="16" y="85"/>
                  <a:pt x="16" y="85"/>
                </a:cubicBezTo>
                <a:cubicBezTo>
                  <a:pt x="16" y="85"/>
                  <a:pt x="16" y="85"/>
                  <a:pt x="16" y="85"/>
                </a:cubicBezTo>
                <a:cubicBezTo>
                  <a:pt x="16" y="85"/>
                  <a:pt x="14" y="84"/>
                  <a:pt x="13" y="82"/>
                </a:cubicBezTo>
                <a:cubicBezTo>
                  <a:pt x="12" y="81"/>
                  <a:pt x="11" y="79"/>
                  <a:pt x="11" y="77"/>
                </a:cubicBezTo>
                <a:cubicBezTo>
                  <a:pt x="11" y="77"/>
                  <a:pt x="11" y="76"/>
                  <a:pt x="12" y="75"/>
                </a:cubicBezTo>
                <a:cubicBezTo>
                  <a:pt x="28" y="60"/>
                  <a:pt x="28" y="60"/>
                  <a:pt x="28" y="60"/>
                </a:cubicBezTo>
                <a:cubicBezTo>
                  <a:pt x="31" y="58"/>
                  <a:pt x="31" y="54"/>
                  <a:pt x="29" y="52"/>
                </a:cubicBezTo>
                <a:cubicBezTo>
                  <a:pt x="27" y="49"/>
                  <a:pt x="23" y="49"/>
                  <a:pt x="21" y="51"/>
                </a:cubicBezTo>
                <a:cubicBezTo>
                  <a:pt x="3" y="67"/>
                  <a:pt x="3" y="67"/>
                  <a:pt x="3" y="67"/>
                </a:cubicBezTo>
                <a:cubicBezTo>
                  <a:pt x="3" y="68"/>
                  <a:pt x="3" y="68"/>
                  <a:pt x="3" y="68"/>
                </a:cubicBezTo>
                <a:cubicBezTo>
                  <a:pt x="1" y="71"/>
                  <a:pt x="0" y="74"/>
                  <a:pt x="0" y="77"/>
                </a:cubicBezTo>
                <a:cubicBezTo>
                  <a:pt x="0" y="83"/>
                  <a:pt x="2" y="87"/>
                  <a:pt x="4" y="90"/>
                </a:cubicBezTo>
                <a:cubicBezTo>
                  <a:pt x="6" y="92"/>
                  <a:pt x="8" y="93"/>
                  <a:pt x="9" y="94"/>
                </a:cubicBezTo>
                <a:cubicBezTo>
                  <a:pt x="12" y="98"/>
                  <a:pt x="17" y="100"/>
                  <a:pt x="21" y="100"/>
                </a:cubicBezTo>
                <a:cubicBezTo>
                  <a:pt x="21" y="100"/>
                  <a:pt x="21" y="100"/>
                  <a:pt x="21" y="100"/>
                </a:cubicBezTo>
                <a:cubicBezTo>
                  <a:pt x="25" y="100"/>
                  <a:pt x="28" y="98"/>
                  <a:pt x="31" y="97"/>
                </a:cubicBezTo>
                <a:cubicBezTo>
                  <a:pt x="33" y="95"/>
                  <a:pt x="35" y="93"/>
                  <a:pt x="35" y="93"/>
                </a:cubicBezTo>
                <a:cubicBezTo>
                  <a:pt x="35" y="93"/>
                  <a:pt x="35" y="93"/>
                  <a:pt x="35" y="93"/>
                </a:cubicBezTo>
                <a:cubicBezTo>
                  <a:pt x="61" y="70"/>
                  <a:pt x="61" y="70"/>
                  <a:pt x="61" y="70"/>
                </a:cubicBezTo>
                <a:cubicBezTo>
                  <a:pt x="61" y="70"/>
                  <a:pt x="61" y="70"/>
                  <a:pt x="61" y="70"/>
                </a:cubicBezTo>
                <a:cubicBezTo>
                  <a:pt x="66" y="66"/>
                  <a:pt x="68" y="61"/>
                  <a:pt x="68" y="56"/>
                </a:cubicBezTo>
                <a:cubicBezTo>
                  <a:pt x="68" y="50"/>
                  <a:pt x="65" y="46"/>
                  <a:pt x="63" y="43"/>
                </a:cubicBezTo>
                <a:cubicBezTo>
                  <a:pt x="61" y="39"/>
                  <a:pt x="59" y="38"/>
                  <a:pt x="59" y="37"/>
                </a:cubicBezTo>
                <a:close/>
              </a:path>
            </a:pathLst>
          </a:custGeom>
          <a:solidFill>
            <a:schemeClr val="bg1"/>
          </a:solidFill>
          <a:ln w="9525">
            <a:noFill/>
            <a:round/>
            <a:headEnd/>
            <a:tailEnd/>
          </a:ln>
        </p:spPr>
        <p:txBody>
          <a:bodyPr vert="horz" wrap="square" lIns="74295" tIns="37148" rIns="74295" bIns="37148" numCol="1" anchor="t" anchorCtr="0" compatLnSpc="1">
            <a:prstTxWarp prst="textNoShape">
              <a:avLst/>
            </a:prstTxWarp>
          </a:bodyPr>
          <a:lstStyle/>
          <a:p>
            <a:endParaRPr lang="en-GB" sz="800" dirty="0">
              <a:latin typeface="Aptos" panose="020B0004020202020204" pitchFamily="34" charset="0"/>
            </a:endParaRPr>
          </a:p>
        </p:txBody>
      </p:sp>
      <p:sp>
        <p:nvSpPr>
          <p:cNvPr id="70" name="Freeform 498"/>
          <p:cNvSpPr>
            <a:spLocks noChangeAspect="1" noEditPoints="1"/>
          </p:cNvSpPr>
          <p:nvPr/>
        </p:nvSpPr>
        <p:spPr bwMode="auto">
          <a:xfrm>
            <a:off x="4587738" y="3009829"/>
            <a:ext cx="364193" cy="364193"/>
          </a:xfrm>
          <a:custGeom>
            <a:avLst/>
            <a:gdLst>
              <a:gd name="T0" fmla="*/ 289 w 512"/>
              <a:gd name="T1" fmla="*/ 288 h 512"/>
              <a:gd name="T2" fmla="*/ 298 w 512"/>
              <a:gd name="T3" fmla="*/ 224 h 512"/>
              <a:gd name="T4" fmla="*/ 212 w 512"/>
              <a:gd name="T5" fmla="*/ 213 h 512"/>
              <a:gd name="T6" fmla="*/ 280 w 512"/>
              <a:gd name="T7" fmla="*/ 213 h 512"/>
              <a:gd name="T8" fmla="*/ 334 w 512"/>
              <a:gd name="T9" fmla="*/ 288 h 512"/>
              <a:gd name="T10" fmla="*/ 311 w 512"/>
              <a:gd name="T11" fmla="*/ 288 h 512"/>
              <a:gd name="T12" fmla="*/ 170 w 512"/>
              <a:gd name="T13" fmla="*/ 301 h 512"/>
              <a:gd name="T14" fmla="*/ 157 w 512"/>
              <a:gd name="T15" fmla="*/ 309 h 512"/>
              <a:gd name="T16" fmla="*/ 162 w 512"/>
              <a:gd name="T17" fmla="*/ 256 h 512"/>
              <a:gd name="T18" fmla="*/ 117 w 512"/>
              <a:gd name="T19" fmla="*/ 298 h 512"/>
              <a:gd name="T20" fmla="*/ 202 w 512"/>
              <a:gd name="T21" fmla="*/ 298 h 512"/>
              <a:gd name="T22" fmla="*/ 170 w 512"/>
              <a:gd name="T23" fmla="*/ 301 h 512"/>
              <a:gd name="T24" fmla="*/ 256 w 512"/>
              <a:gd name="T25" fmla="*/ 512 h 512"/>
              <a:gd name="T26" fmla="*/ 256 w 512"/>
              <a:gd name="T27" fmla="*/ 0 h 512"/>
              <a:gd name="T28" fmla="*/ 416 w 512"/>
              <a:gd name="T29" fmla="*/ 298 h 512"/>
              <a:gd name="T30" fmla="*/ 330 w 512"/>
              <a:gd name="T31" fmla="*/ 238 h 512"/>
              <a:gd name="T32" fmla="*/ 316 w 512"/>
              <a:gd name="T33" fmla="*/ 181 h 512"/>
              <a:gd name="T34" fmla="*/ 341 w 512"/>
              <a:gd name="T35" fmla="*/ 170 h 512"/>
              <a:gd name="T36" fmla="*/ 288 w 512"/>
              <a:gd name="T37" fmla="*/ 160 h 512"/>
              <a:gd name="T38" fmla="*/ 288 w 512"/>
              <a:gd name="T39" fmla="*/ 181 h 512"/>
              <a:gd name="T40" fmla="*/ 289 w 512"/>
              <a:gd name="T41" fmla="*/ 192 h 512"/>
              <a:gd name="T42" fmla="*/ 210 w 512"/>
              <a:gd name="T43" fmla="*/ 170 h 512"/>
              <a:gd name="T44" fmla="*/ 234 w 512"/>
              <a:gd name="T45" fmla="*/ 160 h 512"/>
              <a:gd name="T46" fmla="*/ 202 w 512"/>
              <a:gd name="T47" fmla="*/ 149 h 512"/>
              <a:gd name="T48" fmla="*/ 168 w 512"/>
              <a:gd name="T49" fmla="*/ 235 h 512"/>
              <a:gd name="T50" fmla="*/ 96 w 512"/>
              <a:gd name="T51" fmla="*/ 298 h 512"/>
              <a:gd name="T52" fmla="*/ 224 w 512"/>
              <a:gd name="T53" fmla="*/ 298 h 512"/>
              <a:gd name="T54" fmla="*/ 194 w 512"/>
              <a:gd name="T55" fmla="*/ 224 h 512"/>
              <a:gd name="T56" fmla="*/ 256 w 512"/>
              <a:gd name="T57" fmla="*/ 309 h 512"/>
              <a:gd name="T58" fmla="*/ 289 w 512"/>
              <a:gd name="T59" fmla="*/ 309 h 512"/>
              <a:gd name="T60" fmla="*/ 416 w 512"/>
              <a:gd name="T61" fmla="*/ 298 h 512"/>
              <a:gd name="T62" fmla="*/ 341 w 512"/>
              <a:gd name="T63" fmla="*/ 257 h 512"/>
              <a:gd name="T64" fmla="*/ 361 w 512"/>
              <a:gd name="T65" fmla="*/ 304 h 512"/>
              <a:gd name="T66" fmla="*/ 311 w 512"/>
              <a:gd name="T67" fmla="*/ 309 h 512"/>
              <a:gd name="T68" fmla="*/ 394 w 512"/>
              <a:gd name="T69" fmla="*/ 2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312" y="248"/>
                </a:moveTo>
                <a:cubicBezTo>
                  <a:pt x="300" y="258"/>
                  <a:pt x="291" y="272"/>
                  <a:pt x="289" y="288"/>
                </a:cubicBezTo>
                <a:cubicBezTo>
                  <a:pt x="272" y="288"/>
                  <a:pt x="272" y="288"/>
                  <a:pt x="272" y="288"/>
                </a:cubicBezTo>
                <a:cubicBezTo>
                  <a:pt x="298" y="224"/>
                  <a:pt x="298" y="224"/>
                  <a:pt x="298" y="224"/>
                </a:cubicBezTo>
                <a:lnTo>
                  <a:pt x="312" y="248"/>
                </a:lnTo>
                <a:close/>
                <a:moveTo>
                  <a:pt x="212" y="213"/>
                </a:moveTo>
                <a:cubicBezTo>
                  <a:pt x="253" y="276"/>
                  <a:pt x="253" y="276"/>
                  <a:pt x="253" y="276"/>
                </a:cubicBezTo>
                <a:cubicBezTo>
                  <a:pt x="280" y="213"/>
                  <a:pt x="280" y="213"/>
                  <a:pt x="280" y="213"/>
                </a:cubicBezTo>
                <a:lnTo>
                  <a:pt x="212" y="213"/>
                </a:lnTo>
                <a:close/>
                <a:moveTo>
                  <a:pt x="334" y="288"/>
                </a:moveTo>
                <a:cubicBezTo>
                  <a:pt x="322" y="267"/>
                  <a:pt x="322" y="267"/>
                  <a:pt x="322" y="267"/>
                </a:cubicBezTo>
                <a:cubicBezTo>
                  <a:pt x="317" y="273"/>
                  <a:pt x="313" y="280"/>
                  <a:pt x="311" y="288"/>
                </a:cubicBezTo>
                <a:lnTo>
                  <a:pt x="334" y="288"/>
                </a:lnTo>
                <a:close/>
                <a:moveTo>
                  <a:pt x="170" y="301"/>
                </a:moveTo>
                <a:cubicBezTo>
                  <a:pt x="168" y="306"/>
                  <a:pt x="164" y="309"/>
                  <a:pt x="160" y="309"/>
                </a:cubicBezTo>
                <a:cubicBezTo>
                  <a:pt x="159" y="309"/>
                  <a:pt x="158" y="309"/>
                  <a:pt x="157" y="309"/>
                </a:cubicBezTo>
                <a:cubicBezTo>
                  <a:pt x="151" y="307"/>
                  <a:pt x="148" y="301"/>
                  <a:pt x="149" y="295"/>
                </a:cubicBezTo>
                <a:cubicBezTo>
                  <a:pt x="162" y="256"/>
                  <a:pt x="162" y="256"/>
                  <a:pt x="162" y="256"/>
                </a:cubicBezTo>
                <a:cubicBezTo>
                  <a:pt x="161" y="256"/>
                  <a:pt x="160" y="256"/>
                  <a:pt x="160" y="256"/>
                </a:cubicBezTo>
                <a:cubicBezTo>
                  <a:pt x="136" y="256"/>
                  <a:pt x="117" y="275"/>
                  <a:pt x="117" y="298"/>
                </a:cubicBezTo>
                <a:cubicBezTo>
                  <a:pt x="117" y="322"/>
                  <a:pt x="136" y="341"/>
                  <a:pt x="160" y="341"/>
                </a:cubicBezTo>
                <a:cubicBezTo>
                  <a:pt x="183" y="341"/>
                  <a:pt x="202" y="322"/>
                  <a:pt x="202" y="298"/>
                </a:cubicBezTo>
                <a:cubicBezTo>
                  <a:pt x="202" y="283"/>
                  <a:pt x="194" y="270"/>
                  <a:pt x="182" y="262"/>
                </a:cubicBezTo>
                <a:lnTo>
                  <a:pt x="170" y="301"/>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98"/>
                </a:moveTo>
                <a:cubicBezTo>
                  <a:pt x="416" y="263"/>
                  <a:pt x="387" y="234"/>
                  <a:pt x="352" y="234"/>
                </a:cubicBezTo>
                <a:cubicBezTo>
                  <a:pt x="344" y="234"/>
                  <a:pt x="337" y="236"/>
                  <a:pt x="330" y="238"/>
                </a:cubicBezTo>
                <a:cubicBezTo>
                  <a:pt x="309" y="199"/>
                  <a:pt x="309" y="199"/>
                  <a:pt x="309" y="199"/>
                </a:cubicBezTo>
                <a:cubicBezTo>
                  <a:pt x="316" y="181"/>
                  <a:pt x="316" y="181"/>
                  <a:pt x="316" y="181"/>
                </a:cubicBezTo>
                <a:cubicBezTo>
                  <a:pt x="330" y="181"/>
                  <a:pt x="330" y="181"/>
                  <a:pt x="330" y="181"/>
                </a:cubicBezTo>
                <a:cubicBezTo>
                  <a:pt x="336" y="181"/>
                  <a:pt x="341" y="176"/>
                  <a:pt x="341" y="170"/>
                </a:cubicBezTo>
                <a:cubicBezTo>
                  <a:pt x="341" y="164"/>
                  <a:pt x="336" y="160"/>
                  <a:pt x="330" y="160"/>
                </a:cubicBezTo>
                <a:cubicBezTo>
                  <a:pt x="288" y="160"/>
                  <a:pt x="288" y="160"/>
                  <a:pt x="288" y="160"/>
                </a:cubicBezTo>
                <a:cubicBezTo>
                  <a:pt x="282" y="160"/>
                  <a:pt x="277" y="164"/>
                  <a:pt x="277" y="170"/>
                </a:cubicBezTo>
                <a:cubicBezTo>
                  <a:pt x="277" y="176"/>
                  <a:pt x="282" y="181"/>
                  <a:pt x="288" y="181"/>
                </a:cubicBezTo>
                <a:cubicBezTo>
                  <a:pt x="293" y="181"/>
                  <a:pt x="293" y="181"/>
                  <a:pt x="293" y="181"/>
                </a:cubicBezTo>
                <a:cubicBezTo>
                  <a:pt x="289" y="192"/>
                  <a:pt x="289" y="192"/>
                  <a:pt x="289" y="192"/>
                </a:cubicBezTo>
                <a:cubicBezTo>
                  <a:pt x="204" y="192"/>
                  <a:pt x="204" y="192"/>
                  <a:pt x="204" y="192"/>
                </a:cubicBezTo>
                <a:cubicBezTo>
                  <a:pt x="210" y="170"/>
                  <a:pt x="210" y="170"/>
                  <a:pt x="210" y="170"/>
                </a:cubicBezTo>
                <a:cubicBezTo>
                  <a:pt x="224" y="170"/>
                  <a:pt x="224" y="170"/>
                  <a:pt x="224" y="170"/>
                </a:cubicBezTo>
                <a:cubicBezTo>
                  <a:pt x="230" y="170"/>
                  <a:pt x="234" y="166"/>
                  <a:pt x="234" y="160"/>
                </a:cubicBezTo>
                <a:cubicBezTo>
                  <a:pt x="234" y="154"/>
                  <a:pt x="230" y="149"/>
                  <a:pt x="224" y="149"/>
                </a:cubicBezTo>
                <a:cubicBezTo>
                  <a:pt x="202" y="149"/>
                  <a:pt x="202" y="149"/>
                  <a:pt x="202" y="149"/>
                </a:cubicBezTo>
                <a:cubicBezTo>
                  <a:pt x="198" y="149"/>
                  <a:pt x="194" y="152"/>
                  <a:pt x="192" y="157"/>
                </a:cubicBezTo>
                <a:cubicBezTo>
                  <a:pt x="168" y="235"/>
                  <a:pt x="168" y="235"/>
                  <a:pt x="168" y="235"/>
                </a:cubicBezTo>
                <a:cubicBezTo>
                  <a:pt x="165" y="235"/>
                  <a:pt x="163" y="234"/>
                  <a:pt x="160" y="234"/>
                </a:cubicBezTo>
                <a:cubicBezTo>
                  <a:pt x="124" y="234"/>
                  <a:pt x="96" y="263"/>
                  <a:pt x="96" y="298"/>
                </a:cubicBezTo>
                <a:cubicBezTo>
                  <a:pt x="96" y="334"/>
                  <a:pt x="124" y="362"/>
                  <a:pt x="160" y="362"/>
                </a:cubicBezTo>
                <a:cubicBezTo>
                  <a:pt x="195" y="362"/>
                  <a:pt x="224" y="334"/>
                  <a:pt x="224" y="298"/>
                </a:cubicBezTo>
                <a:cubicBezTo>
                  <a:pt x="224" y="273"/>
                  <a:pt x="209" y="252"/>
                  <a:pt x="188" y="241"/>
                </a:cubicBezTo>
                <a:cubicBezTo>
                  <a:pt x="194" y="224"/>
                  <a:pt x="194" y="224"/>
                  <a:pt x="194" y="224"/>
                </a:cubicBezTo>
                <a:cubicBezTo>
                  <a:pt x="247" y="304"/>
                  <a:pt x="247" y="304"/>
                  <a:pt x="247" y="304"/>
                </a:cubicBezTo>
                <a:cubicBezTo>
                  <a:pt x="249" y="307"/>
                  <a:pt x="252" y="309"/>
                  <a:pt x="256" y="309"/>
                </a:cubicBezTo>
                <a:cubicBezTo>
                  <a:pt x="256" y="309"/>
                  <a:pt x="256" y="309"/>
                  <a:pt x="256" y="309"/>
                </a:cubicBezTo>
                <a:cubicBezTo>
                  <a:pt x="289" y="309"/>
                  <a:pt x="289" y="309"/>
                  <a:pt x="289" y="309"/>
                </a:cubicBezTo>
                <a:cubicBezTo>
                  <a:pt x="294" y="339"/>
                  <a:pt x="320" y="362"/>
                  <a:pt x="352" y="362"/>
                </a:cubicBezTo>
                <a:cubicBezTo>
                  <a:pt x="387" y="362"/>
                  <a:pt x="416" y="334"/>
                  <a:pt x="416" y="298"/>
                </a:cubicBezTo>
                <a:close/>
                <a:moveTo>
                  <a:pt x="352" y="256"/>
                </a:moveTo>
                <a:cubicBezTo>
                  <a:pt x="348" y="256"/>
                  <a:pt x="344" y="256"/>
                  <a:pt x="341" y="257"/>
                </a:cubicBezTo>
                <a:cubicBezTo>
                  <a:pt x="361" y="293"/>
                  <a:pt x="361" y="293"/>
                  <a:pt x="361" y="293"/>
                </a:cubicBezTo>
                <a:cubicBezTo>
                  <a:pt x="363" y="296"/>
                  <a:pt x="363" y="300"/>
                  <a:pt x="361" y="304"/>
                </a:cubicBezTo>
                <a:cubicBezTo>
                  <a:pt x="359" y="307"/>
                  <a:pt x="355" y="309"/>
                  <a:pt x="352" y="309"/>
                </a:cubicBezTo>
                <a:cubicBezTo>
                  <a:pt x="311" y="309"/>
                  <a:pt x="311" y="309"/>
                  <a:pt x="311" y="309"/>
                </a:cubicBezTo>
                <a:cubicBezTo>
                  <a:pt x="315" y="327"/>
                  <a:pt x="332" y="341"/>
                  <a:pt x="352" y="341"/>
                </a:cubicBezTo>
                <a:cubicBezTo>
                  <a:pt x="375" y="341"/>
                  <a:pt x="394" y="322"/>
                  <a:pt x="394" y="298"/>
                </a:cubicBezTo>
                <a:cubicBezTo>
                  <a:pt x="394" y="275"/>
                  <a:pt x="375" y="256"/>
                  <a:pt x="352" y="256"/>
                </a:cubicBezTo>
                <a:close/>
              </a:path>
            </a:pathLst>
          </a:custGeom>
          <a:solidFill>
            <a:schemeClr val="accent1"/>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71" name="Freeform 841"/>
          <p:cNvSpPr>
            <a:spLocks noChangeAspect="1" noEditPoints="1"/>
          </p:cNvSpPr>
          <p:nvPr/>
        </p:nvSpPr>
        <p:spPr bwMode="auto">
          <a:xfrm>
            <a:off x="5118770" y="4512279"/>
            <a:ext cx="364193" cy="364193"/>
          </a:xfrm>
          <a:custGeom>
            <a:avLst/>
            <a:gdLst>
              <a:gd name="T0" fmla="*/ 160 w 512"/>
              <a:gd name="T1" fmla="*/ 334 h 512"/>
              <a:gd name="T2" fmla="*/ 128 w 512"/>
              <a:gd name="T3" fmla="*/ 352 h 512"/>
              <a:gd name="T4" fmla="*/ 352 w 512"/>
              <a:gd name="T5" fmla="*/ 352 h 512"/>
              <a:gd name="T6" fmla="*/ 384 w 512"/>
              <a:gd name="T7" fmla="*/ 329 h 512"/>
              <a:gd name="T8" fmla="*/ 352 w 512"/>
              <a:gd name="T9" fmla="*/ 352 h 512"/>
              <a:gd name="T10" fmla="*/ 394 w 512"/>
              <a:gd name="T11" fmla="*/ 300 h 512"/>
              <a:gd name="T12" fmla="*/ 117 w 512"/>
              <a:gd name="T13" fmla="*/ 297 h 512"/>
              <a:gd name="T14" fmla="*/ 158 w 512"/>
              <a:gd name="T15" fmla="*/ 224 h 512"/>
              <a:gd name="T16" fmla="*/ 394 w 512"/>
              <a:gd name="T17" fmla="*/ 266 h 512"/>
              <a:gd name="T18" fmla="*/ 181 w 512"/>
              <a:gd name="T19" fmla="*/ 266 h 512"/>
              <a:gd name="T20" fmla="*/ 138 w 512"/>
              <a:gd name="T21" fmla="*/ 266 h 512"/>
              <a:gd name="T22" fmla="*/ 181 w 512"/>
              <a:gd name="T23" fmla="*/ 266 h 512"/>
              <a:gd name="T24" fmla="*/ 288 w 512"/>
              <a:gd name="T25" fmla="*/ 256 h 512"/>
              <a:gd name="T26" fmla="*/ 213 w 512"/>
              <a:gd name="T27" fmla="*/ 266 h 512"/>
              <a:gd name="T28" fmla="*/ 288 w 512"/>
              <a:gd name="T29" fmla="*/ 277 h 512"/>
              <a:gd name="T30" fmla="*/ 373 w 512"/>
              <a:gd name="T31" fmla="*/ 266 h 512"/>
              <a:gd name="T32" fmla="*/ 330 w 512"/>
              <a:gd name="T33" fmla="*/ 266 h 512"/>
              <a:gd name="T34" fmla="*/ 373 w 512"/>
              <a:gd name="T35" fmla="*/ 266 h 512"/>
              <a:gd name="T36" fmla="*/ 256 w 512"/>
              <a:gd name="T37" fmla="*/ 512 h 512"/>
              <a:gd name="T38" fmla="*/ 256 w 512"/>
              <a:gd name="T39" fmla="*/ 0 h 512"/>
              <a:gd name="T40" fmla="*/ 416 w 512"/>
              <a:gd name="T41" fmla="*/ 266 h 512"/>
              <a:gd name="T42" fmla="*/ 370 w 512"/>
              <a:gd name="T43" fmla="*/ 202 h 512"/>
              <a:gd name="T44" fmla="*/ 394 w 512"/>
              <a:gd name="T45" fmla="*/ 192 h 512"/>
              <a:gd name="T46" fmla="*/ 363 w 512"/>
              <a:gd name="T47" fmla="*/ 181 h 512"/>
              <a:gd name="T48" fmla="*/ 350 w 512"/>
              <a:gd name="T49" fmla="*/ 144 h 512"/>
              <a:gd name="T50" fmla="*/ 202 w 512"/>
              <a:gd name="T51" fmla="*/ 117 h 512"/>
              <a:gd name="T52" fmla="*/ 160 w 512"/>
              <a:gd name="T53" fmla="*/ 146 h 512"/>
              <a:gd name="T54" fmla="*/ 128 w 512"/>
              <a:gd name="T55" fmla="*/ 181 h 512"/>
              <a:gd name="T56" fmla="*/ 128 w 512"/>
              <a:gd name="T57" fmla="*/ 202 h 512"/>
              <a:gd name="T58" fmla="*/ 140 w 512"/>
              <a:gd name="T59" fmla="*/ 205 h 512"/>
              <a:gd name="T60" fmla="*/ 96 w 512"/>
              <a:gd name="T61" fmla="*/ 298 h 512"/>
              <a:gd name="T62" fmla="*/ 106 w 512"/>
              <a:gd name="T63" fmla="*/ 316 h 512"/>
              <a:gd name="T64" fmla="*/ 106 w 512"/>
              <a:gd name="T65" fmla="*/ 320 h 512"/>
              <a:gd name="T66" fmla="*/ 106 w 512"/>
              <a:gd name="T67" fmla="*/ 320 h 512"/>
              <a:gd name="T68" fmla="*/ 117 w 512"/>
              <a:gd name="T69" fmla="*/ 373 h 512"/>
              <a:gd name="T70" fmla="*/ 181 w 512"/>
              <a:gd name="T71" fmla="*/ 362 h 512"/>
              <a:gd name="T72" fmla="*/ 261 w 512"/>
              <a:gd name="T73" fmla="*/ 341 h 512"/>
              <a:gd name="T74" fmla="*/ 330 w 512"/>
              <a:gd name="T75" fmla="*/ 362 h 512"/>
              <a:gd name="T76" fmla="*/ 394 w 512"/>
              <a:gd name="T77" fmla="*/ 373 h 512"/>
              <a:gd name="T78" fmla="*/ 405 w 512"/>
              <a:gd name="T79" fmla="*/ 319 h 512"/>
              <a:gd name="T80" fmla="*/ 416 w 512"/>
              <a:gd name="T81" fmla="*/ 297 h 512"/>
              <a:gd name="T82" fmla="*/ 331 w 512"/>
              <a:gd name="T83" fmla="*/ 153 h 512"/>
              <a:gd name="T84" fmla="*/ 202 w 512"/>
              <a:gd name="T85" fmla="*/ 138 h 512"/>
              <a:gd name="T86" fmla="*/ 164 w 512"/>
              <a:gd name="T87" fmla="*/ 202 h 512"/>
              <a:gd name="T88" fmla="*/ 331 w 512"/>
              <a:gd name="T89" fmla="*/ 15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128" y="327"/>
                </a:moveTo>
                <a:cubicBezTo>
                  <a:pt x="137" y="330"/>
                  <a:pt x="147" y="332"/>
                  <a:pt x="160" y="334"/>
                </a:cubicBezTo>
                <a:cubicBezTo>
                  <a:pt x="160" y="352"/>
                  <a:pt x="160" y="352"/>
                  <a:pt x="160" y="352"/>
                </a:cubicBezTo>
                <a:cubicBezTo>
                  <a:pt x="128" y="352"/>
                  <a:pt x="128" y="352"/>
                  <a:pt x="128" y="352"/>
                </a:cubicBezTo>
                <a:lnTo>
                  <a:pt x="128" y="327"/>
                </a:lnTo>
                <a:close/>
                <a:moveTo>
                  <a:pt x="352" y="352"/>
                </a:moveTo>
                <a:cubicBezTo>
                  <a:pt x="384" y="352"/>
                  <a:pt x="384" y="352"/>
                  <a:pt x="384" y="352"/>
                </a:cubicBezTo>
                <a:cubicBezTo>
                  <a:pt x="384" y="329"/>
                  <a:pt x="384" y="329"/>
                  <a:pt x="384" y="329"/>
                </a:cubicBezTo>
                <a:cubicBezTo>
                  <a:pt x="375" y="332"/>
                  <a:pt x="364" y="334"/>
                  <a:pt x="352" y="336"/>
                </a:cubicBezTo>
                <a:lnTo>
                  <a:pt x="352" y="352"/>
                </a:lnTo>
                <a:close/>
                <a:moveTo>
                  <a:pt x="394" y="298"/>
                </a:moveTo>
                <a:cubicBezTo>
                  <a:pt x="394" y="299"/>
                  <a:pt x="394" y="299"/>
                  <a:pt x="394" y="300"/>
                </a:cubicBezTo>
                <a:cubicBezTo>
                  <a:pt x="392" y="302"/>
                  <a:pt x="374" y="320"/>
                  <a:pt x="261" y="320"/>
                </a:cubicBezTo>
                <a:cubicBezTo>
                  <a:pt x="139" y="320"/>
                  <a:pt x="119" y="300"/>
                  <a:pt x="117" y="297"/>
                </a:cubicBezTo>
                <a:cubicBezTo>
                  <a:pt x="117" y="266"/>
                  <a:pt x="117" y="266"/>
                  <a:pt x="117" y="266"/>
                </a:cubicBezTo>
                <a:cubicBezTo>
                  <a:pt x="117" y="243"/>
                  <a:pt x="135" y="224"/>
                  <a:pt x="158" y="224"/>
                </a:cubicBezTo>
                <a:cubicBezTo>
                  <a:pt x="354" y="224"/>
                  <a:pt x="354" y="224"/>
                  <a:pt x="354" y="224"/>
                </a:cubicBezTo>
                <a:cubicBezTo>
                  <a:pt x="376" y="224"/>
                  <a:pt x="394" y="243"/>
                  <a:pt x="394" y="266"/>
                </a:cubicBezTo>
                <a:lnTo>
                  <a:pt x="394" y="298"/>
                </a:lnTo>
                <a:close/>
                <a:moveTo>
                  <a:pt x="181" y="266"/>
                </a:moveTo>
                <a:cubicBezTo>
                  <a:pt x="181" y="255"/>
                  <a:pt x="171" y="245"/>
                  <a:pt x="160" y="245"/>
                </a:cubicBezTo>
                <a:cubicBezTo>
                  <a:pt x="148" y="245"/>
                  <a:pt x="138" y="255"/>
                  <a:pt x="138" y="266"/>
                </a:cubicBezTo>
                <a:cubicBezTo>
                  <a:pt x="138" y="278"/>
                  <a:pt x="148" y="288"/>
                  <a:pt x="160" y="288"/>
                </a:cubicBezTo>
                <a:cubicBezTo>
                  <a:pt x="171" y="288"/>
                  <a:pt x="181" y="278"/>
                  <a:pt x="181" y="266"/>
                </a:cubicBezTo>
                <a:close/>
                <a:moveTo>
                  <a:pt x="298" y="266"/>
                </a:moveTo>
                <a:cubicBezTo>
                  <a:pt x="298" y="260"/>
                  <a:pt x="294" y="256"/>
                  <a:pt x="288" y="256"/>
                </a:cubicBezTo>
                <a:cubicBezTo>
                  <a:pt x="224" y="256"/>
                  <a:pt x="224" y="256"/>
                  <a:pt x="224" y="256"/>
                </a:cubicBezTo>
                <a:cubicBezTo>
                  <a:pt x="218" y="256"/>
                  <a:pt x="213" y="260"/>
                  <a:pt x="213" y="266"/>
                </a:cubicBezTo>
                <a:cubicBezTo>
                  <a:pt x="213" y="272"/>
                  <a:pt x="218" y="277"/>
                  <a:pt x="224" y="277"/>
                </a:cubicBezTo>
                <a:cubicBezTo>
                  <a:pt x="288" y="277"/>
                  <a:pt x="288" y="277"/>
                  <a:pt x="288" y="277"/>
                </a:cubicBezTo>
                <a:cubicBezTo>
                  <a:pt x="294" y="277"/>
                  <a:pt x="298" y="272"/>
                  <a:pt x="298" y="266"/>
                </a:cubicBezTo>
                <a:close/>
                <a:moveTo>
                  <a:pt x="373" y="266"/>
                </a:moveTo>
                <a:cubicBezTo>
                  <a:pt x="373" y="255"/>
                  <a:pt x="363" y="245"/>
                  <a:pt x="352" y="245"/>
                </a:cubicBezTo>
                <a:cubicBezTo>
                  <a:pt x="340" y="245"/>
                  <a:pt x="330" y="255"/>
                  <a:pt x="330" y="266"/>
                </a:cubicBezTo>
                <a:cubicBezTo>
                  <a:pt x="330" y="278"/>
                  <a:pt x="340" y="288"/>
                  <a:pt x="352" y="288"/>
                </a:cubicBezTo>
                <a:cubicBezTo>
                  <a:pt x="363" y="288"/>
                  <a:pt x="373" y="278"/>
                  <a:pt x="373" y="26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66"/>
                </a:moveTo>
                <a:cubicBezTo>
                  <a:pt x="416" y="237"/>
                  <a:pt x="397" y="213"/>
                  <a:pt x="371" y="205"/>
                </a:cubicBezTo>
                <a:cubicBezTo>
                  <a:pt x="370" y="202"/>
                  <a:pt x="370" y="202"/>
                  <a:pt x="370" y="202"/>
                </a:cubicBezTo>
                <a:cubicBezTo>
                  <a:pt x="384" y="202"/>
                  <a:pt x="384" y="202"/>
                  <a:pt x="384" y="202"/>
                </a:cubicBezTo>
                <a:cubicBezTo>
                  <a:pt x="390" y="202"/>
                  <a:pt x="394" y="198"/>
                  <a:pt x="394" y="192"/>
                </a:cubicBezTo>
                <a:cubicBezTo>
                  <a:pt x="394" y="186"/>
                  <a:pt x="390" y="181"/>
                  <a:pt x="384" y="181"/>
                </a:cubicBezTo>
                <a:cubicBezTo>
                  <a:pt x="363" y="181"/>
                  <a:pt x="363" y="181"/>
                  <a:pt x="363" y="181"/>
                </a:cubicBezTo>
                <a:cubicBezTo>
                  <a:pt x="351" y="146"/>
                  <a:pt x="351" y="146"/>
                  <a:pt x="351" y="146"/>
                </a:cubicBezTo>
                <a:cubicBezTo>
                  <a:pt x="351" y="145"/>
                  <a:pt x="351" y="145"/>
                  <a:pt x="350" y="144"/>
                </a:cubicBezTo>
                <a:cubicBezTo>
                  <a:pt x="350" y="143"/>
                  <a:pt x="336" y="117"/>
                  <a:pt x="309" y="117"/>
                </a:cubicBezTo>
                <a:cubicBezTo>
                  <a:pt x="202" y="117"/>
                  <a:pt x="202" y="117"/>
                  <a:pt x="202" y="117"/>
                </a:cubicBezTo>
                <a:cubicBezTo>
                  <a:pt x="176" y="117"/>
                  <a:pt x="161" y="143"/>
                  <a:pt x="161" y="144"/>
                </a:cubicBezTo>
                <a:cubicBezTo>
                  <a:pt x="161" y="145"/>
                  <a:pt x="160" y="145"/>
                  <a:pt x="160" y="146"/>
                </a:cubicBezTo>
                <a:cubicBezTo>
                  <a:pt x="148" y="181"/>
                  <a:pt x="148" y="181"/>
                  <a:pt x="148" y="181"/>
                </a:cubicBezTo>
                <a:cubicBezTo>
                  <a:pt x="128" y="181"/>
                  <a:pt x="128" y="181"/>
                  <a:pt x="128" y="181"/>
                </a:cubicBezTo>
                <a:cubicBezTo>
                  <a:pt x="122" y="181"/>
                  <a:pt x="117" y="186"/>
                  <a:pt x="117" y="192"/>
                </a:cubicBezTo>
                <a:cubicBezTo>
                  <a:pt x="117" y="198"/>
                  <a:pt x="122" y="202"/>
                  <a:pt x="128" y="202"/>
                </a:cubicBezTo>
                <a:cubicBezTo>
                  <a:pt x="141" y="202"/>
                  <a:pt x="141" y="202"/>
                  <a:pt x="141" y="202"/>
                </a:cubicBezTo>
                <a:cubicBezTo>
                  <a:pt x="140" y="205"/>
                  <a:pt x="140" y="205"/>
                  <a:pt x="140" y="205"/>
                </a:cubicBezTo>
                <a:cubicBezTo>
                  <a:pt x="115" y="213"/>
                  <a:pt x="96" y="237"/>
                  <a:pt x="96" y="266"/>
                </a:cubicBezTo>
                <a:cubicBezTo>
                  <a:pt x="96" y="298"/>
                  <a:pt x="96" y="298"/>
                  <a:pt x="96" y="298"/>
                </a:cubicBezTo>
                <a:cubicBezTo>
                  <a:pt x="96" y="300"/>
                  <a:pt x="96" y="306"/>
                  <a:pt x="102" y="312"/>
                </a:cubicBezTo>
                <a:cubicBezTo>
                  <a:pt x="103" y="314"/>
                  <a:pt x="106" y="316"/>
                  <a:pt x="106" y="316"/>
                </a:cubicBezTo>
                <a:cubicBezTo>
                  <a:pt x="106" y="320"/>
                  <a:pt x="106" y="320"/>
                  <a:pt x="106" y="320"/>
                </a:cubicBezTo>
                <a:cubicBezTo>
                  <a:pt x="106" y="320"/>
                  <a:pt x="106" y="320"/>
                  <a:pt x="106" y="320"/>
                </a:cubicBezTo>
                <a:cubicBezTo>
                  <a:pt x="106" y="320"/>
                  <a:pt x="106" y="320"/>
                  <a:pt x="106" y="320"/>
                </a:cubicBezTo>
                <a:cubicBezTo>
                  <a:pt x="106" y="320"/>
                  <a:pt x="106" y="320"/>
                  <a:pt x="106" y="320"/>
                </a:cubicBezTo>
                <a:cubicBezTo>
                  <a:pt x="106" y="362"/>
                  <a:pt x="106" y="362"/>
                  <a:pt x="106" y="362"/>
                </a:cubicBezTo>
                <a:cubicBezTo>
                  <a:pt x="106" y="368"/>
                  <a:pt x="111" y="373"/>
                  <a:pt x="117" y="373"/>
                </a:cubicBezTo>
                <a:cubicBezTo>
                  <a:pt x="170" y="373"/>
                  <a:pt x="170" y="373"/>
                  <a:pt x="170" y="373"/>
                </a:cubicBezTo>
                <a:cubicBezTo>
                  <a:pt x="176" y="373"/>
                  <a:pt x="181" y="368"/>
                  <a:pt x="181" y="362"/>
                </a:cubicBezTo>
                <a:cubicBezTo>
                  <a:pt x="181" y="337"/>
                  <a:pt x="181" y="337"/>
                  <a:pt x="181" y="337"/>
                </a:cubicBezTo>
                <a:cubicBezTo>
                  <a:pt x="203" y="340"/>
                  <a:pt x="230" y="341"/>
                  <a:pt x="261" y="341"/>
                </a:cubicBezTo>
                <a:cubicBezTo>
                  <a:pt x="288" y="341"/>
                  <a:pt x="311" y="340"/>
                  <a:pt x="330" y="338"/>
                </a:cubicBezTo>
                <a:cubicBezTo>
                  <a:pt x="330" y="362"/>
                  <a:pt x="330" y="362"/>
                  <a:pt x="330" y="362"/>
                </a:cubicBezTo>
                <a:cubicBezTo>
                  <a:pt x="330" y="368"/>
                  <a:pt x="335" y="373"/>
                  <a:pt x="341" y="373"/>
                </a:cubicBezTo>
                <a:cubicBezTo>
                  <a:pt x="394" y="373"/>
                  <a:pt x="394" y="373"/>
                  <a:pt x="394" y="373"/>
                </a:cubicBezTo>
                <a:cubicBezTo>
                  <a:pt x="400" y="373"/>
                  <a:pt x="405" y="368"/>
                  <a:pt x="405" y="362"/>
                </a:cubicBezTo>
                <a:cubicBezTo>
                  <a:pt x="405" y="362"/>
                  <a:pt x="405" y="319"/>
                  <a:pt x="405" y="319"/>
                </a:cubicBezTo>
                <a:cubicBezTo>
                  <a:pt x="408" y="316"/>
                  <a:pt x="410" y="314"/>
                  <a:pt x="412" y="311"/>
                </a:cubicBezTo>
                <a:cubicBezTo>
                  <a:pt x="416" y="306"/>
                  <a:pt x="416" y="301"/>
                  <a:pt x="416" y="297"/>
                </a:cubicBezTo>
                <a:lnTo>
                  <a:pt x="416" y="266"/>
                </a:lnTo>
                <a:close/>
                <a:moveTo>
                  <a:pt x="331" y="153"/>
                </a:moveTo>
                <a:cubicBezTo>
                  <a:pt x="329" y="151"/>
                  <a:pt x="321" y="138"/>
                  <a:pt x="309" y="138"/>
                </a:cubicBezTo>
                <a:cubicBezTo>
                  <a:pt x="202" y="138"/>
                  <a:pt x="202" y="138"/>
                  <a:pt x="202" y="138"/>
                </a:cubicBezTo>
                <a:cubicBezTo>
                  <a:pt x="190" y="138"/>
                  <a:pt x="182" y="150"/>
                  <a:pt x="180" y="153"/>
                </a:cubicBezTo>
                <a:cubicBezTo>
                  <a:pt x="164" y="202"/>
                  <a:pt x="164" y="202"/>
                  <a:pt x="164" y="202"/>
                </a:cubicBezTo>
                <a:cubicBezTo>
                  <a:pt x="348" y="202"/>
                  <a:pt x="348" y="202"/>
                  <a:pt x="348" y="202"/>
                </a:cubicBezTo>
                <a:lnTo>
                  <a:pt x="331" y="153"/>
                </a:lnTo>
                <a:close/>
              </a:path>
            </a:pathLst>
          </a:custGeom>
          <a:solidFill>
            <a:schemeClr val="accent4"/>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72" name="Freeform 315"/>
          <p:cNvSpPr>
            <a:spLocks noChangeAspect="1" noEditPoints="1"/>
          </p:cNvSpPr>
          <p:nvPr/>
        </p:nvSpPr>
        <p:spPr bwMode="auto">
          <a:xfrm>
            <a:off x="4284321" y="4012556"/>
            <a:ext cx="365222" cy="365220"/>
          </a:xfrm>
          <a:custGeom>
            <a:avLst/>
            <a:gdLst>
              <a:gd name="T0" fmla="*/ 373 w 512"/>
              <a:gd name="T1" fmla="*/ 138 h 512"/>
              <a:gd name="T2" fmla="*/ 298 w 512"/>
              <a:gd name="T3" fmla="*/ 228 h 512"/>
              <a:gd name="T4" fmla="*/ 339 w 512"/>
              <a:gd name="T5" fmla="*/ 369 h 512"/>
              <a:gd name="T6" fmla="*/ 273 w 512"/>
              <a:gd name="T7" fmla="*/ 272 h 512"/>
              <a:gd name="T8" fmla="*/ 256 w 512"/>
              <a:gd name="T9" fmla="*/ 270 h 512"/>
              <a:gd name="T10" fmla="*/ 202 w 512"/>
              <a:gd name="T11" fmla="*/ 333 h 512"/>
              <a:gd name="T12" fmla="*/ 214 w 512"/>
              <a:gd name="T13" fmla="*/ 388 h 512"/>
              <a:gd name="T14" fmla="*/ 176 w 512"/>
              <a:gd name="T15" fmla="*/ 332 h 512"/>
              <a:gd name="T16" fmla="*/ 131 w 512"/>
              <a:gd name="T17" fmla="*/ 290 h 512"/>
              <a:gd name="T18" fmla="*/ 189 w 512"/>
              <a:gd name="T19" fmla="*/ 307 h 512"/>
              <a:gd name="T20" fmla="*/ 244 w 512"/>
              <a:gd name="T21" fmla="*/ 246 h 512"/>
              <a:gd name="T22" fmla="*/ 135 w 512"/>
              <a:gd name="T23" fmla="*/ 181 h 512"/>
              <a:gd name="T24" fmla="*/ 272 w 512"/>
              <a:gd name="T25" fmla="*/ 216 h 512"/>
              <a:gd name="T26" fmla="*/ 343 w 512"/>
              <a:gd name="T27" fmla="*/ 154 h 512"/>
              <a:gd name="T28" fmla="*/ 256 w 512"/>
              <a:gd name="T29" fmla="*/ 512 h 512"/>
              <a:gd name="T30" fmla="*/ 256 w 512"/>
              <a:gd name="T31" fmla="*/ 0 h 512"/>
              <a:gd name="T32" fmla="*/ 389 w 512"/>
              <a:gd name="T33" fmla="*/ 123 h 512"/>
              <a:gd name="T34" fmla="*/ 328 w 512"/>
              <a:gd name="T35" fmla="*/ 138 h 512"/>
              <a:gd name="T36" fmla="*/ 143 w 512"/>
              <a:gd name="T37" fmla="*/ 150 h 512"/>
              <a:gd name="T38" fmla="*/ 109 w 512"/>
              <a:gd name="T39" fmla="*/ 176 h 512"/>
              <a:gd name="T40" fmla="*/ 112 w 512"/>
              <a:gd name="T41" fmla="*/ 193 h 512"/>
              <a:gd name="T42" fmla="*/ 179 w 512"/>
              <a:gd name="T43" fmla="*/ 287 h 512"/>
              <a:gd name="T44" fmla="*/ 121 w 512"/>
              <a:gd name="T45" fmla="*/ 270 h 512"/>
              <a:gd name="T46" fmla="*/ 96 w 512"/>
              <a:gd name="T47" fmla="*/ 301 h 512"/>
              <a:gd name="T48" fmla="*/ 163 w 512"/>
              <a:gd name="T49" fmla="*/ 349 h 512"/>
              <a:gd name="T50" fmla="*/ 211 w 512"/>
              <a:gd name="T51" fmla="*/ 416 h 512"/>
              <a:gd name="T52" fmla="*/ 219 w 512"/>
              <a:gd name="T53" fmla="*/ 413 h 512"/>
              <a:gd name="T54" fmla="*/ 244 w 512"/>
              <a:gd name="T55" fmla="*/ 379 h 512"/>
              <a:gd name="T56" fmla="*/ 262 w 512"/>
              <a:gd name="T57" fmla="*/ 295 h 512"/>
              <a:gd name="T58" fmla="*/ 327 w 512"/>
              <a:gd name="T59" fmla="*/ 405 h 512"/>
              <a:gd name="T60" fmla="*/ 358 w 512"/>
              <a:gd name="T61" fmla="*/ 379 h 512"/>
              <a:gd name="T62" fmla="*/ 318 w 512"/>
              <a:gd name="T63" fmla="*/ 239 h 512"/>
              <a:gd name="T64" fmla="*/ 374 w 512"/>
              <a:gd name="T65" fmla="*/ 18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512">
                <a:moveTo>
                  <a:pt x="343" y="154"/>
                </a:moveTo>
                <a:cubicBezTo>
                  <a:pt x="354" y="145"/>
                  <a:pt x="368" y="138"/>
                  <a:pt x="373" y="138"/>
                </a:cubicBezTo>
                <a:cubicBezTo>
                  <a:pt x="373" y="144"/>
                  <a:pt x="366" y="157"/>
                  <a:pt x="358" y="169"/>
                </a:cubicBezTo>
                <a:cubicBezTo>
                  <a:pt x="298" y="228"/>
                  <a:pt x="298" y="228"/>
                  <a:pt x="298" y="228"/>
                </a:cubicBezTo>
                <a:cubicBezTo>
                  <a:pt x="295" y="231"/>
                  <a:pt x="294" y="236"/>
                  <a:pt x="295" y="239"/>
                </a:cubicBezTo>
                <a:cubicBezTo>
                  <a:pt x="339" y="369"/>
                  <a:pt x="339" y="369"/>
                  <a:pt x="339" y="369"/>
                </a:cubicBezTo>
                <a:cubicBezTo>
                  <a:pt x="331" y="377"/>
                  <a:pt x="331" y="377"/>
                  <a:pt x="331" y="377"/>
                </a:cubicBezTo>
                <a:cubicBezTo>
                  <a:pt x="273" y="272"/>
                  <a:pt x="273" y="272"/>
                  <a:pt x="273" y="272"/>
                </a:cubicBezTo>
                <a:cubicBezTo>
                  <a:pt x="272" y="269"/>
                  <a:pt x="269" y="267"/>
                  <a:pt x="266" y="267"/>
                </a:cubicBezTo>
                <a:cubicBezTo>
                  <a:pt x="262" y="266"/>
                  <a:pt x="259" y="268"/>
                  <a:pt x="256" y="270"/>
                </a:cubicBezTo>
                <a:cubicBezTo>
                  <a:pt x="205" y="322"/>
                  <a:pt x="205" y="322"/>
                  <a:pt x="205" y="322"/>
                </a:cubicBezTo>
                <a:cubicBezTo>
                  <a:pt x="202" y="325"/>
                  <a:pt x="201" y="329"/>
                  <a:pt x="202" y="333"/>
                </a:cubicBezTo>
                <a:cubicBezTo>
                  <a:pt x="221" y="381"/>
                  <a:pt x="221" y="381"/>
                  <a:pt x="221" y="381"/>
                </a:cubicBezTo>
                <a:cubicBezTo>
                  <a:pt x="214" y="388"/>
                  <a:pt x="214" y="388"/>
                  <a:pt x="214" y="388"/>
                </a:cubicBezTo>
                <a:cubicBezTo>
                  <a:pt x="179" y="335"/>
                  <a:pt x="179" y="335"/>
                  <a:pt x="179" y="335"/>
                </a:cubicBezTo>
                <a:cubicBezTo>
                  <a:pt x="179" y="334"/>
                  <a:pt x="177" y="333"/>
                  <a:pt x="176" y="332"/>
                </a:cubicBezTo>
                <a:cubicBezTo>
                  <a:pt x="123" y="298"/>
                  <a:pt x="123" y="298"/>
                  <a:pt x="123" y="298"/>
                </a:cubicBezTo>
                <a:cubicBezTo>
                  <a:pt x="131" y="290"/>
                  <a:pt x="131" y="290"/>
                  <a:pt x="131" y="290"/>
                </a:cubicBezTo>
                <a:cubicBezTo>
                  <a:pt x="178" y="309"/>
                  <a:pt x="178" y="309"/>
                  <a:pt x="178" y="309"/>
                </a:cubicBezTo>
                <a:cubicBezTo>
                  <a:pt x="182" y="311"/>
                  <a:pt x="186" y="310"/>
                  <a:pt x="189" y="307"/>
                </a:cubicBezTo>
                <a:cubicBezTo>
                  <a:pt x="241" y="255"/>
                  <a:pt x="241" y="255"/>
                  <a:pt x="241" y="255"/>
                </a:cubicBezTo>
                <a:cubicBezTo>
                  <a:pt x="244" y="252"/>
                  <a:pt x="245" y="249"/>
                  <a:pt x="244" y="246"/>
                </a:cubicBezTo>
                <a:cubicBezTo>
                  <a:pt x="244" y="242"/>
                  <a:pt x="242" y="240"/>
                  <a:pt x="239" y="238"/>
                </a:cubicBezTo>
                <a:cubicBezTo>
                  <a:pt x="135" y="181"/>
                  <a:pt x="135" y="181"/>
                  <a:pt x="135" y="181"/>
                </a:cubicBezTo>
                <a:cubicBezTo>
                  <a:pt x="142" y="173"/>
                  <a:pt x="142" y="173"/>
                  <a:pt x="142" y="173"/>
                </a:cubicBezTo>
                <a:cubicBezTo>
                  <a:pt x="272" y="216"/>
                  <a:pt x="272" y="216"/>
                  <a:pt x="272" y="216"/>
                </a:cubicBezTo>
                <a:cubicBezTo>
                  <a:pt x="276" y="217"/>
                  <a:pt x="280" y="216"/>
                  <a:pt x="283" y="213"/>
                </a:cubicBezTo>
                <a:lnTo>
                  <a:pt x="343" y="154"/>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89" y="123"/>
                </a:moveTo>
                <a:cubicBezTo>
                  <a:pt x="373" y="107"/>
                  <a:pt x="342" y="127"/>
                  <a:pt x="329" y="137"/>
                </a:cubicBezTo>
                <a:cubicBezTo>
                  <a:pt x="329" y="137"/>
                  <a:pt x="328" y="138"/>
                  <a:pt x="328" y="138"/>
                </a:cubicBezTo>
                <a:cubicBezTo>
                  <a:pt x="272" y="194"/>
                  <a:pt x="272" y="194"/>
                  <a:pt x="272" y="194"/>
                </a:cubicBezTo>
                <a:cubicBezTo>
                  <a:pt x="143" y="150"/>
                  <a:pt x="143" y="150"/>
                  <a:pt x="143" y="150"/>
                </a:cubicBezTo>
                <a:cubicBezTo>
                  <a:pt x="139" y="149"/>
                  <a:pt x="135" y="150"/>
                  <a:pt x="132" y="153"/>
                </a:cubicBezTo>
                <a:cubicBezTo>
                  <a:pt x="109" y="176"/>
                  <a:pt x="109" y="176"/>
                  <a:pt x="109" y="176"/>
                </a:cubicBezTo>
                <a:cubicBezTo>
                  <a:pt x="107" y="178"/>
                  <a:pt x="106" y="181"/>
                  <a:pt x="106" y="185"/>
                </a:cubicBezTo>
                <a:cubicBezTo>
                  <a:pt x="107" y="188"/>
                  <a:pt x="109" y="191"/>
                  <a:pt x="112" y="193"/>
                </a:cubicBezTo>
                <a:cubicBezTo>
                  <a:pt x="216" y="250"/>
                  <a:pt x="216" y="250"/>
                  <a:pt x="216" y="250"/>
                </a:cubicBezTo>
                <a:cubicBezTo>
                  <a:pt x="179" y="287"/>
                  <a:pt x="179" y="287"/>
                  <a:pt x="179" y="287"/>
                </a:cubicBezTo>
                <a:cubicBezTo>
                  <a:pt x="132" y="268"/>
                  <a:pt x="132" y="268"/>
                  <a:pt x="132" y="268"/>
                </a:cubicBezTo>
                <a:cubicBezTo>
                  <a:pt x="128" y="266"/>
                  <a:pt x="124" y="267"/>
                  <a:pt x="121" y="270"/>
                </a:cubicBezTo>
                <a:cubicBezTo>
                  <a:pt x="99" y="292"/>
                  <a:pt x="99" y="292"/>
                  <a:pt x="99" y="292"/>
                </a:cubicBezTo>
                <a:cubicBezTo>
                  <a:pt x="96" y="294"/>
                  <a:pt x="95" y="297"/>
                  <a:pt x="96" y="301"/>
                </a:cubicBezTo>
                <a:cubicBezTo>
                  <a:pt x="96" y="304"/>
                  <a:pt x="98" y="307"/>
                  <a:pt x="100" y="308"/>
                </a:cubicBezTo>
                <a:cubicBezTo>
                  <a:pt x="163" y="349"/>
                  <a:pt x="163" y="349"/>
                  <a:pt x="163" y="349"/>
                </a:cubicBezTo>
                <a:cubicBezTo>
                  <a:pt x="203" y="411"/>
                  <a:pt x="203" y="411"/>
                  <a:pt x="203" y="411"/>
                </a:cubicBezTo>
                <a:cubicBezTo>
                  <a:pt x="205" y="414"/>
                  <a:pt x="208" y="415"/>
                  <a:pt x="211" y="416"/>
                </a:cubicBezTo>
                <a:cubicBezTo>
                  <a:pt x="211" y="416"/>
                  <a:pt x="212" y="416"/>
                  <a:pt x="212" y="416"/>
                </a:cubicBezTo>
                <a:cubicBezTo>
                  <a:pt x="215" y="416"/>
                  <a:pt x="217" y="415"/>
                  <a:pt x="219" y="413"/>
                </a:cubicBezTo>
                <a:cubicBezTo>
                  <a:pt x="241" y="391"/>
                  <a:pt x="241" y="391"/>
                  <a:pt x="241" y="391"/>
                </a:cubicBezTo>
                <a:cubicBezTo>
                  <a:pt x="244" y="388"/>
                  <a:pt x="245" y="383"/>
                  <a:pt x="244" y="379"/>
                </a:cubicBezTo>
                <a:cubicBezTo>
                  <a:pt x="225" y="332"/>
                  <a:pt x="225" y="332"/>
                  <a:pt x="225" y="332"/>
                </a:cubicBezTo>
                <a:cubicBezTo>
                  <a:pt x="262" y="295"/>
                  <a:pt x="262" y="295"/>
                  <a:pt x="262" y="295"/>
                </a:cubicBezTo>
                <a:cubicBezTo>
                  <a:pt x="319" y="399"/>
                  <a:pt x="319" y="399"/>
                  <a:pt x="319" y="399"/>
                </a:cubicBezTo>
                <a:cubicBezTo>
                  <a:pt x="320" y="402"/>
                  <a:pt x="323" y="404"/>
                  <a:pt x="327" y="405"/>
                </a:cubicBezTo>
                <a:cubicBezTo>
                  <a:pt x="330" y="405"/>
                  <a:pt x="333" y="404"/>
                  <a:pt x="336" y="402"/>
                </a:cubicBezTo>
                <a:cubicBezTo>
                  <a:pt x="358" y="379"/>
                  <a:pt x="358" y="379"/>
                  <a:pt x="358" y="379"/>
                </a:cubicBezTo>
                <a:cubicBezTo>
                  <a:pt x="361" y="376"/>
                  <a:pt x="362" y="372"/>
                  <a:pt x="361" y="368"/>
                </a:cubicBezTo>
                <a:cubicBezTo>
                  <a:pt x="318" y="239"/>
                  <a:pt x="318" y="239"/>
                  <a:pt x="318" y="239"/>
                </a:cubicBezTo>
                <a:cubicBezTo>
                  <a:pt x="373" y="183"/>
                  <a:pt x="373" y="183"/>
                  <a:pt x="373" y="183"/>
                </a:cubicBezTo>
                <a:cubicBezTo>
                  <a:pt x="374" y="183"/>
                  <a:pt x="374" y="182"/>
                  <a:pt x="374" y="182"/>
                </a:cubicBezTo>
                <a:cubicBezTo>
                  <a:pt x="384" y="170"/>
                  <a:pt x="404" y="139"/>
                  <a:pt x="389" y="123"/>
                </a:cubicBezTo>
                <a:close/>
              </a:path>
            </a:pathLst>
          </a:custGeom>
          <a:solidFill>
            <a:schemeClr val="accent2"/>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
        <p:nvSpPr>
          <p:cNvPr id="73" name="Freeform 792"/>
          <p:cNvSpPr>
            <a:spLocks noChangeAspect="1" noEditPoints="1"/>
          </p:cNvSpPr>
          <p:nvPr/>
        </p:nvSpPr>
        <p:spPr bwMode="auto">
          <a:xfrm>
            <a:off x="5572761" y="3607626"/>
            <a:ext cx="365222" cy="365220"/>
          </a:xfrm>
          <a:custGeom>
            <a:avLst/>
            <a:gdLst>
              <a:gd name="T0" fmla="*/ 344 w 512"/>
              <a:gd name="T1" fmla="*/ 288 h 512"/>
              <a:gd name="T2" fmla="*/ 266 w 512"/>
              <a:gd name="T3" fmla="*/ 288 h 512"/>
              <a:gd name="T4" fmla="*/ 266 w 512"/>
              <a:gd name="T5" fmla="*/ 149 h 512"/>
              <a:gd name="T6" fmla="*/ 266 w 512"/>
              <a:gd name="T7" fmla="*/ 147 h 512"/>
              <a:gd name="T8" fmla="*/ 344 w 512"/>
              <a:gd name="T9" fmla="*/ 288 h 512"/>
              <a:gd name="T10" fmla="*/ 245 w 512"/>
              <a:gd name="T11" fmla="*/ 182 h 512"/>
              <a:gd name="T12" fmla="*/ 170 w 512"/>
              <a:gd name="T13" fmla="*/ 288 h 512"/>
              <a:gd name="T14" fmla="*/ 245 w 512"/>
              <a:gd name="T15" fmla="*/ 288 h 512"/>
              <a:gd name="T16" fmla="*/ 245 w 512"/>
              <a:gd name="T17" fmla="*/ 182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414 w 512"/>
              <a:gd name="T29" fmla="*/ 293 h 512"/>
              <a:gd name="T30" fmla="*/ 405 w 512"/>
              <a:gd name="T31" fmla="*/ 288 h 512"/>
              <a:gd name="T32" fmla="*/ 369 w 512"/>
              <a:gd name="T33" fmla="*/ 288 h 512"/>
              <a:gd name="T34" fmla="*/ 265 w 512"/>
              <a:gd name="T35" fmla="*/ 101 h 512"/>
              <a:gd name="T36" fmla="*/ 253 w 512"/>
              <a:gd name="T37" fmla="*/ 96 h 512"/>
              <a:gd name="T38" fmla="*/ 245 w 512"/>
              <a:gd name="T39" fmla="*/ 106 h 512"/>
              <a:gd name="T40" fmla="*/ 245 w 512"/>
              <a:gd name="T41" fmla="*/ 146 h 512"/>
              <a:gd name="T42" fmla="*/ 144 w 512"/>
              <a:gd name="T43" fmla="*/ 288 h 512"/>
              <a:gd name="T44" fmla="*/ 106 w 512"/>
              <a:gd name="T45" fmla="*/ 288 h 512"/>
              <a:gd name="T46" fmla="*/ 97 w 512"/>
              <a:gd name="T47" fmla="*/ 293 h 512"/>
              <a:gd name="T48" fmla="*/ 97 w 512"/>
              <a:gd name="T49" fmla="*/ 304 h 512"/>
              <a:gd name="T50" fmla="*/ 140 w 512"/>
              <a:gd name="T51" fmla="*/ 368 h 512"/>
              <a:gd name="T52" fmla="*/ 149 w 512"/>
              <a:gd name="T53" fmla="*/ 373 h 512"/>
              <a:gd name="T54" fmla="*/ 362 w 512"/>
              <a:gd name="T55" fmla="*/ 373 h 512"/>
              <a:gd name="T56" fmla="*/ 371 w 512"/>
              <a:gd name="T57" fmla="*/ 368 h 512"/>
              <a:gd name="T58" fmla="*/ 414 w 512"/>
              <a:gd name="T59" fmla="*/ 304 h 512"/>
              <a:gd name="T60" fmla="*/ 414 w 512"/>
              <a:gd name="T61" fmla="*/ 293 h 512"/>
              <a:gd name="T62" fmla="*/ 256 w 512"/>
              <a:gd name="T63" fmla="*/ 309 h 512"/>
              <a:gd name="T64" fmla="*/ 149 w 512"/>
              <a:gd name="T65" fmla="*/ 309 h 512"/>
              <a:gd name="T66" fmla="*/ 126 w 512"/>
              <a:gd name="T67" fmla="*/ 309 h 512"/>
              <a:gd name="T68" fmla="*/ 155 w 512"/>
              <a:gd name="T69" fmla="*/ 352 h 512"/>
              <a:gd name="T70" fmla="*/ 357 w 512"/>
              <a:gd name="T71" fmla="*/ 352 h 512"/>
              <a:gd name="T72" fmla="*/ 385 w 512"/>
              <a:gd name="T73" fmla="*/ 309 h 512"/>
              <a:gd name="T74" fmla="*/ 362 w 512"/>
              <a:gd name="T75" fmla="*/ 309 h 512"/>
              <a:gd name="T76" fmla="*/ 256 w 512"/>
              <a:gd name="T77"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344" y="288"/>
                </a:moveTo>
                <a:cubicBezTo>
                  <a:pt x="266" y="288"/>
                  <a:pt x="266" y="288"/>
                  <a:pt x="266" y="288"/>
                </a:cubicBezTo>
                <a:cubicBezTo>
                  <a:pt x="266" y="149"/>
                  <a:pt x="266" y="149"/>
                  <a:pt x="266" y="149"/>
                </a:cubicBezTo>
                <a:cubicBezTo>
                  <a:pt x="266" y="147"/>
                  <a:pt x="266" y="147"/>
                  <a:pt x="266" y="147"/>
                </a:cubicBezTo>
                <a:lnTo>
                  <a:pt x="344" y="288"/>
                </a:lnTo>
                <a:close/>
                <a:moveTo>
                  <a:pt x="245" y="182"/>
                </a:moveTo>
                <a:cubicBezTo>
                  <a:pt x="170" y="288"/>
                  <a:pt x="170" y="288"/>
                  <a:pt x="170" y="288"/>
                </a:cubicBezTo>
                <a:cubicBezTo>
                  <a:pt x="245" y="288"/>
                  <a:pt x="245" y="288"/>
                  <a:pt x="245" y="288"/>
                </a:cubicBezTo>
                <a:lnTo>
                  <a:pt x="245" y="18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4" y="293"/>
                </a:moveTo>
                <a:cubicBezTo>
                  <a:pt x="413" y="290"/>
                  <a:pt x="409" y="288"/>
                  <a:pt x="405" y="288"/>
                </a:cubicBezTo>
                <a:cubicBezTo>
                  <a:pt x="369" y="288"/>
                  <a:pt x="369" y="288"/>
                  <a:pt x="369" y="288"/>
                </a:cubicBezTo>
                <a:cubicBezTo>
                  <a:pt x="265" y="101"/>
                  <a:pt x="265" y="101"/>
                  <a:pt x="265" y="101"/>
                </a:cubicBezTo>
                <a:cubicBezTo>
                  <a:pt x="263" y="97"/>
                  <a:pt x="258" y="95"/>
                  <a:pt x="253" y="96"/>
                </a:cubicBezTo>
                <a:cubicBezTo>
                  <a:pt x="248" y="97"/>
                  <a:pt x="245" y="101"/>
                  <a:pt x="245" y="106"/>
                </a:cubicBezTo>
                <a:cubicBezTo>
                  <a:pt x="245" y="146"/>
                  <a:pt x="245" y="146"/>
                  <a:pt x="245" y="146"/>
                </a:cubicBezTo>
                <a:cubicBezTo>
                  <a:pt x="144" y="288"/>
                  <a:pt x="144" y="288"/>
                  <a:pt x="144" y="288"/>
                </a:cubicBezTo>
                <a:cubicBezTo>
                  <a:pt x="106" y="288"/>
                  <a:pt x="106" y="288"/>
                  <a:pt x="106" y="288"/>
                </a:cubicBezTo>
                <a:cubicBezTo>
                  <a:pt x="102" y="288"/>
                  <a:pt x="99" y="290"/>
                  <a:pt x="97" y="293"/>
                </a:cubicBezTo>
                <a:cubicBezTo>
                  <a:pt x="95" y="297"/>
                  <a:pt x="95" y="301"/>
                  <a:pt x="97" y="304"/>
                </a:cubicBezTo>
                <a:cubicBezTo>
                  <a:pt x="140" y="368"/>
                  <a:pt x="140" y="368"/>
                  <a:pt x="140" y="368"/>
                </a:cubicBezTo>
                <a:cubicBezTo>
                  <a:pt x="142" y="371"/>
                  <a:pt x="145" y="373"/>
                  <a:pt x="149" y="373"/>
                </a:cubicBezTo>
                <a:cubicBezTo>
                  <a:pt x="362" y="373"/>
                  <a:pt x="362" y="373"/>
                  <a:pt x="362" y="373"/>
                </a:cubicBezTo>
                <a:cubicBezTo>
                  <a:pt x="366" y="373"/>
                  <a:pt x="369" y="371"/>
                  <a:pt x="371" y="368"/>
                </a:cubicBezTo>
                <a:cubicBezTo>
                  <a:pt x="414" y="304"/>
                  <a:pt x="414" y="304"/>
                  <a:pt x="414" y="304"/>
                </a:cubicBezTo>
                <a:cubicBezTo>
                  <a:pt x="416" y="301"/>
                  <a:pt x="416" y="297"/>
                  <a:pt x="414" y="293"/>
                </a:cubicBezTo>
                <a:close/>
                <a:moveTo>
                  <a:pt x="256" y="309"/>
                </a:moveTo>
                <a:cubicBezTo>
                  <a:pt x="149" y="309"/>
                  <a:pt x="149" y="309"/>
                  <a:pt x="149" y="309"/>
                </a:cubicBezTo>
                <a:cubicBezTo>
                  <a:pt x="126" y="309"/>
                  <a:pt x="126" y="309"/>
                  <a:pt x="126" y="309"/>
                </a:cubicBezTo>
                <a:cubicBezTo>
                  <a:pt x="155" y="352"/>
                  <a:pt x="155" y="352"/>
                  <a:pt x="155" y="352"/>
                </a:cubicBezTo>
                <a:cubicBezTo>
                  <a:pt x="357" y="352"/>
                  <a:pt x="357" y="352"/>
                  <a:pt x="357" y="352"/>
                </a:cubicBezTo>
                <a:cubicBezTo>
                  <a:pt x="385" y="309"/>
                  <a:pt x="385" y="309"/>
                  <a:pt x="385" y="309"/>
                </a:cubicBezTo>
                <a:cubicBezTo>
                  <a:pt x="362" y="309"/>
                  <a:pt x="362" y="309"/>
                  <a:pt x="362" y="309"/>
                </a:cubicBezTo>
                <a:lnTo>
                  <a:pt x="256" y="309"/>
                </a:lnTo>
                <a:close/>
              </a:path>
            </a:pathLst>
          </a:custGeom>
          <a:solidFill>
            <a:schemeClr val="accent3"/>
          </a:solidFill>
          <a:ln>
            <a:noFill/>
          </a:ln>
        </p:spPr>
        <p:txBody>
          <a:bodyPr vert="horz" wrap="square" lIns="74295" tIns="37148" rIns="74295" bIns="37148" numCol="1" anchor="t" anchorCtr="0" compatLnSpc="1">
            <a:prstTxWarp prst="textNoShape">
              <a:avLst/>
            </a:prstTxWarp>
          </a:bodyPr>
          <a:lstStyle/>
          <a:p>
            <a:endParaRPr lang="en-GB" sz="800">
              <a:latin typeface="Aptos" panose="020B0004020202020204" pitchFamily="34" charset="0"/>
            </a:endParaRPr>
          </a:p>
        </p:txBody>
      </p:sp>
    </p:spTree>
    <p:extLst>
      <p:ext uri="{BB962C8B-B14F-4D97-AF65-F5344CB8AC3E}">
        <p14:creationId xmlns:p14="http://schemas.microsoft.com/office/powerpoint/2010/main" val="4072890516"/>
      </p:ext>
    </p:extLst>
  </p:cSld>
  <p:clrMapOvr>
    <a:masterClrMapping/>
  </p:clrMapOvr>
  <p:transition>
    <p:fade/>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Golf clubs with text boxes</a:t>
            </a:r>
            <a:endParaRPr lang="en-US" dirty="0"/>
          </a:p>
        </p:txBody>
      </p:sp>
      <p:sp>
        <p:nvSpPr>
          <p:cNvPr id="58" name="Freeform 7"/>
          <p:cNvSpPr>
            <a:spLocks/>
          </p:cNvSpPr>
          <p:nvPr/>
        </p:nvSpPr>
        <p:spPr bwMode="auto">
          <a:xfrm>
            <a:off x="2655790" y="3808500"/>
            <a:ext cx="2315269" cy="2004417"/>
          </a:xfrm>
          <a:custGeom>
            <a:avLst/>
            <a:gdLst>
              <a:gd name="T0" fmla="*/ 882 w 882"/>
              <a:gd name="T1" fmla="*/ 185 h 764"/>
              <a:gd name="T2" fmla="*/ 683 w 882"/>
              <a:gd name="T3" fmla="*/ 0 h 764"/>
              <a:gd name="T4" fmla="*/ 200 w 882"/>
              <a:gd name="T5" fmla="*/ 0 h 764"/>
              <a:gd name="T6" fmla="*/ 0 w 882"/>
              <a:gd name="T7" fmla="*/ 200 h 764"/>
              <a:gd name="T8" fmla="*/ 200 w 882"/>
              <a:gd name="T9" fmla="*/ 399 h 764"/>
              <a:gd name="T10" fmla="*/ 650 w 882"/>
              <a:gd name="T11" fmla="*/ 399 h 764"/>
              <a:gd name="T12" fmla="*/ 882 w 882"/>
              <a:gd name="T13" fmla="*/ 764 h 764"/>
              <a:gd name="T14" fmla="*/ 882 w 882"/>
              <a:gd name="T15" fmla="*/ 185 h 7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2" h="764">
                <a:moveTo>
                  <a:pt x="882" y="185"/>
                </a:moveTo>
                <a:cubicBezTo>
                  <a:pt x="874" y="82"/>
                  <a:pt x="788" y="0"/>
                  <a:pt x="683" y="0"/>
                </a:cubicBezTo>
                <a:cubicBezTo>
                  <a:pt x="200" y="0"/>
                  <a:pt x="200" y="0"/>
                  <a:pt x="200" y="0"/>
                </a:cubicBezTo>
                <a:cubicBezTo>
                  <a:pt x="90" y="0"/>
                  <a:pt x="0" y="89"/>
                  <a:pt x="0" y="200"/>
                </a:cubicBezTo>
                <a:cubicBezTo>
                  <a:pt x="0" y="310"/>
                  <a:pt x="90" y="399"/>
                  <a:pt x="200" y="399"/>
                </a:cubicBezTo>
                <a:cubicBezTo>
                  <a:pt x="650" y="399"/>
                  <a:pt x="650" y="399"/>
                  <a:pt x="650" y="399"/>
                </a:cubicBezTo>
                <a:cubicBezTo>
                  <a:pt x="759" y="419"/>
                  <a:pt x="835" y="501"/>
                  <a:pt x="882" y="764"/>
                </a:cubicBezTo>
                <a:cubicBezTo>
                  <a:pt x="882" y="185"/>
                  <a:pt x="882" y="185"/>
                  <a:pt x="882" y="185"/>
                </a:cubicBezTo>
                <a:close/>
              </a:path>
            </a:pathLst>
          </a:custGeom>
          <a:solidFill>
            <a:schemeClr val="accent4"/>
          </a:solidFill>
          <a:ln>
            <a:noFill/>
          </a:ln>
        </p:spPr>
        <p:txBody>
          <a:bodyPr vert="horz" wrap="square" lIns="74295" tIns="74295" rIns="74295" bIns="74295" numCol="1" anchor="t" anchorCtr="0" compatLnSpc="1">
            <a:prstTxWarp prst="textNoShape">
              <a:avLst/>
            </a:prstTxWarp>
          </a:bodyPr>
          <a:lstStyle/>
          <a:p>
            <a:endParaRPr lang="en-US" sz="1000">
              <a:latin typeface="Aptos" panose="020B0004020202020204" pitchFamily="34" charset="0"/>
            </a:endParaRPr>
          </a:p>
        </p:txBody>
      </p:sp>
      <p:sp>
        <p:nvSpPr>
          <p:cNvPr id="59" name="Freeform 7"/>
          <p:cNvSpPr>
            <a:spLocks/>
          </p:cNvSpPr>
          <p:nvPr/>
        </p:nvSpPr>
        <p:spPr bwMode="auto">
          <a:xfrm>
            <a:off x="2655790" y="2743138"/>
            <a:ext cx="2315269" cy="2004417"/>
          </a:xfrm>
          <a:custGeom>
            <a:avLst/>
            <a:gdLst>
              <a:gd name="T0" fmla="*/ 882 w 882"/>
              <a:gd name="T1" fmla="*/ 185 h 764"/>
              <a:gd name="T2" fmla="*/ 683 w 882"/>
              <a:gd name="T3" fmla="*/ 0 h 764"/>
              <a:gd name="T4" fmla="*/ 200 w 882"/>
              <a:gd name="T5" fmla="*/ 0 h 764"/>
              <a:gd name="T6" fmla="*/ 0 w 882"/>
              <a:gd name="T7" fmla="*/ 200 h 764"/>
              <a:gd name="T8" fmla="*/ 200 w 882"/>
              <a:gd name="T9" fmla="*/ 399 h 764"/>
              <a:gd name="T10" fmla="*/ 650 w 882"/>
              <a:gd name="T11" fmla="*/ 399 h 764"/>
              <a:gd name="T12" fmla="*/ 882 w 882"/>
              <a:gd name="T13" fmla="*/ 764 h 764"/>
              <a:gd name="T14" fmla="*/ 882 w 882"/>
              <a:gd name="T15" fmla="*/ 185 h 7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2" h="764">
                <a:moveTo>
                  <a:pt x="882" y="185"/>
                </a:moveTo>
                <a:cubicBezTo>
                  <a:pt x="874" y="82"/>
                  <a:pt x="788" y="0"/>
                  <a:pt x="683" y="0"/>
                </a:cubicBezTo>
                <a:cubicBezTo>
                  <a:pt x="200" y="0"/>
                  <a:pt x="200" y="0"/>
                  <a:pt x="200" y="0"/>
                </a:cubicBezTo>
                <a:cubicBezTo>
                  <a:pt x="90" y="0"/>
                  <a:pt x="0" y="89"/>
                  <a:pt x="0" y="200"/>
                </a:cubicBezTo>
                <a:cubicBezTo>
                  <a:pt x="0" y="310"/>
                  <a:pt x="90" y="399"/>
                  <a:pt x="200" y="399"/>
                </a:cubicBezTo>
                <a:cubicBezTo>
                  <a:pt x="650" y="399"/>
                  <a:pt x="650" y="399"/>
                  <a:pt x="650" y="399"/>
                </a:cubicBezTo>
                <a:cubicBezTo>
                  <a:pt x="759" y="419"/>
                  <a:pt x="835" y="501"/>
                  <a:pt x="882" y="764"/>
                </a:cubicBezTo>
                <a:cubicBezTo>
                  <a:pt x="882" y="185"/>
                  <a:pt x="882" y="185"/>
                  <a:pt x="882" y="185"/>
                </a:cubicBezTo>
                <a:close/>
              </a:path>
            </a:pathLst>
          </a:custGeom>
          <a:solidFill>
            <a:schemeClr val="accent1"/>
          </a:solidFill>
          <a:ln>
            <a:noFill/>
          </a:ln>
        </p:spPr>
        <p:txBody>
          <a:bodyPr vert="horz" wrap="square" lIns="74295" tIns="74295" rIns="74295" bIns="74295" numCol="1" anchor="t" anchorCtr="0" compatLnSpc="1">
            <a:prstTxWarp prst="textNoShape">
              <a:avLst/>
            </a:prstTxWarp>
          </a:bodyPr>
          <a:lstStyle/>
          <a:p>
            <a:endParaRPr lang="en-US" sz="1000">
              <a:latin typeface="Aptos" panose="020B0004020202020204" pitchFamily="34" charset="0"/>
            </a:endParaRPr>
          </a:p>
        </p:txBody>
      </p:sp>
      <p:sp>
        <p:nvSpPr>
          <p:cNvPr id="60" name="Freeform 7"/>
          <p:cNvSpPr>
            <a:spLocks/>
          </p:cNvSpPr>
          <p:nvPr/>
        </p:nvSpPr>
        <p:spPr bwMode="auto">
          <a:xfrm flipH="1">
            <a:off x="4984962" y="3808500"/>
            <a:ext cx="2315269" cy="2004417"/>
          </a:xfrm>
          <a:custGeom>
            <a:avLst/>
            <a:gdLst>
              <a:gd name="T0" fmla="*/ 882 w 882"/>
              <a:gd name="T1" fmla="*/ 185 h 764"/>
              <a:gd name="T2" fmla="*/ 683 w 882"/>
              <a:gd name="T3" fmla="*/ 0 h 764"/>
              <a:gd name="T4" fmla="*/ 200 w 882"/>
              <a:gd name="T5" fmla="*/ 0 h 764"/>
              <a:gd name="T6" fmla="*/ 0 w 882"/>
              <a:gd name="T7" fmla="*/ 200 h 764"/>
              <a:gd name="T8" fmla="*/ 200 w 882"/>
              <a:gd name="T9" fmla="*/ 399 h 764"/>
              <a:gd name="T10" fmla="*/ 650 w 882"/>
              <a:gd name="T11" fmla="*/ 399 h 764"/>
              <a:gd name="T12" fmla="*/ 882 w 882"/>
              <a:gd name="T13" fmla="*/ 764 h 764"/>
              <a:gd name="T14" fmla="*/ 882 w 882"/>
              <a:gd name="T15" fmla="*/ 185 h 7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2" h="764">
                <a:moveTo>
                  <a:pt x="882" y="185"/>
                </a:moveTo>
                <a:cubicBezTo>
                  <a:pt x="874" y="82"/>
                  <a:pt x="788" y="0"/>
                  <a:pt x="683" y="0"/>
                </a:cubicBezTo>
                <a:cubicBezTo>
                  <a:pt x="200" y="0"/>
                  <a:pt x="200" y="0"/>
                  <a:pt x="200" y="0"/>
                </a:cubicBezTo>
                <a:cubicBezTo>
                  <a:pt x="90" y="0"/>
                  <a:pt x="0" y="89"/>
                  <a:pt x="0" y="200"/>
                </a:cubicBezTo>
                <a:cubicBezTo>
                  <a:pt x="0" y="310"/>
                  <a:pt x="90" y="399"/>
                  <a:pt x="200" y="399"/>
                </a:cubicBezTo>
                <a:cubicBezTo>
                  <a:pt x="650" y="399"/>
                  <a:pt x="650" y="399"/>
                  <a:pt x="650" y="399"/>
                </a:cubicBezTo>
                <a:cubicBezTo>
                  <a:pt x="759" y="419"/>
                  <a:pt x="835" y="501"/>
                  <a:pt x="882" y="764"/>
                </a:cubicBezTo>
                <a:cubicBezTo>
                  <a:pt x="882" y="185"/>
                  <a:pt x="882" y="185"/>
                  <a:pt x="882" y="185"/>
                </a:cubicBezTo>
                <a:close/>
              </a:path>
            </a:pathLst>
          </a:custGeom>
          <a:solidFill>
            <a:schemeClr val="accent6"/>
          </a:solidFill>
          <a:ln>
            <a:noFill/>
          </a:ln>
        </p:spPr>
        <p:txBody>
          <a:bodyPr vert="horz" wrap="square" lIns="74295" tIns="74295" rIns="74295" bIns="74295" numCol="1" anchor="t" anchorCtr="0" compatLnSpc="1">
            <a:prstTxWarp prst="textNoShape">
              <a:avLst/>
            </a:prstTxWarp>
          </a:bodyPr>
          <a:lstStyle/>
          <a:p>
            <a:endParaRPr lang="en-US" sz="1000">
              <a:latin typeface="Aptos" panose="020B0004020202020204" pitchFamily="34" charset="0"/>
            </a:endParaRPr>
          </a:p>
        </p:txBody>
      </p:sp>
      <p:sp>
        <p:nvSpPr>
          <p:cNvPr id="61" name="Freeform 7"/>
          <p:cNvSpPr>
            <a:spLocks/>
          </p:cNvSpPr>
          <p:nvPr/>
        </p:nvSpPr>
        <p:spPr bwMode="auto">
          <a:xfrm flipH="1">
            <a:off x="4984962" y="2743138"/>
            <a:ext cx="2315269" cy="2004417"/>
          </a:xfrm>
          <a:custGeom>
            <a:avLst/>
            <a:gdLst>
              <a:gd name="T0" fmla="*/ 882 w 882"/>
              <a:gd name="T1" fmla="*/ 185 h 764"/>
              <a:gd name="T2" fmla="*/ 683 w 882"/>
              <a:gd name="T3" fmla="*/ 0 h 764"/>
              <a:gd name="T4" fmla="*/ 200 w 882"/>
              <a:gd name="T5" fmla="*/ 0 h 764"/>
              <a:gd name="T6" fmla="*/ 0 w 882"/>
              <a:gd name="T7" fmla="*/ 200 h 764"/>
              <a:gd name="T8" fmla="*/ 200 w 882"/>
              <a:gd name="T9" fmla="*/ 399 h 764"/>
              <a:gd name="T10" fmla="*/ 650 w 882"/>
              <a:gd name="T11" fmla="*/ 399 h 764"/>
              <a:gd name="T12" fmla="*/ 882 w 882"/>
              <a:gd name="T13" fmla="*/ 764 h 764"/>
              <a:gd name="T14" fmla="*/ 882 w 882"/>
              <a:gd name="T15" fmla="*/ 185 h 7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2" h="764">
                <a:moveTo>
                  <a:pt x="882" y="185"/>
                </a:moveTo>
                <a:cubicBezTo>
                  <a:pt x="874" y="82"/>
                  <a:pt x="788" y="0"/>
                  <a:pt x="683" y="0"/>
                </a:cubicBezTo>
                <a:cubicBezTo>
                  <a:pt x="200" y="0"/>
                  <a:pt x="200" y="0"/>
                  <a:pt x="200" y="0"/>
                </a:cubicBezTo>
                <a:cubicBezTo>
                  <a:pt x="90" y="0"/>
                  <a:pt x="0" y="89"/>
                  <a:pt x="0" y="200"/>
                </a:cubicBezTo>
                <a:cubicBezTo>
                  <a:pt x="0" y="310"/>
                  <a:pt x="90" y="399"/>
                  <a:pt x="200" y="399"/>
                </a:cubicBezTo>
                <a:cubicBezTo>
                  <a:pt x="650" y="399"/>
                  <a:pt x="650" y="399"/>
                  <a:pt x="650" y="399"/>
                </a:cubicBezTo>
                <a:cubicBezTo>
                  <a:pt x="759" y="419"/>
                  <a:pt x="835" y="501"/>
                  <a:pt x="882" y="764"/>
                </a:cubicBezTo>
                <a:cubicBezTo>
                  <a:pt x="882" y="185"/>
                  <a:pt x="882" y="185"/>
                  <a:pt x="882" y="185"/>
                </a:cubicBezTo>
                <a:close/>
              </a:path>
            </a:pathLst>
          </a:custGeom>
          <a:solidFill>
            <a:schemeClr val="accent3"/>
          </a:solidFill>
          <a:ln>
            <a:noFill/>
          </a:ln>
        </p:spPr>
        <p:txBody>
          <a:bodyPr vert="horz" wrap="square" lIns="74295" tIns="74295" rIns="74295" bIns="74295" numCol="1" anchor="t" anchorCtr="0" compatLnSpc="1">
            <a:prstTxWarp prst="textNoShape">
              <a:avLst/>
            </a:prstTxWarp>
          </a:bodyPr>
          <a:lstStyle/>
          <a:p>
            <a:endParaRPr lang="en-US" sz="1000">
              <a:latin typeface="Aptos" panose="020B0004020202020204" pitchFamily="34" charset="0"/>
            </a:endParaRPr>
          </a:p>
        </p:txBody>
      </p:sp>
      <p:sp>
        <p:nvSpPr>
          <p:cNvPr id="74" name="Rectangle 73"/>
          <p:cNvSpPr/>
          <p:nvPr/>
        </p:nvSpPr>
        <p:spPr>
          <a:xfrm>
            <a:off x="3446412" y="4085472"/>
            <a:ext cx="1263015" cy="487633"/>
          </a:xfrm>
          <a:prstGeom prst="rect">
            <a:avLst/>
          </a:prstGeom>
        </p:spPr>
        <p:txBody>
          <a:bodyPr wrap="square" lIns="0" tIns="0" rIns="0" bIns="0" anchor="ctr" anchorCtr="0">
            <a:noAutofit/>
          </a:bodyPr>
          <a:lstStyle/>
          <a:p>
            <a:r>
              <a:rPr lang="en-US" sz="1000" dirty="0">
                <a:solidFill>
                  <a:schemeClr val="bg1"/>
                </a:solidFill>
                <a:latin typeface="Aptos" panose="020B0004020202020204" pitchFamily="34" charset="0"/>
              </a:rPr>
              <a:t>This is dummy text it is not here to be read. This is dummy text.</a:t>
            </a:r>
          </a:p>
        </p:txBody>
      </p:sp>
      <p:sp>
        <p:nvSpPr>
          <p:cNvPr id="76" name="Rectangle 75"/>
          <p:cNvSpPr/>
          <p:nvPr/>
        </p:nvSpPr>
        <p:spPr>
          <a:xfrm>
            <a:off x="3446412" y="3025824"/>
            <a:ext cx="1263015" cy="487633"/>
          </a:xfrm>
          <a:prstGeom prst="rect">
            <a:avLst/>
          </a:prstGeom>
        </p:spPr>
        <p:txBody>
          <a:bodyPr wrap="square" lIns="0" tIns="0" rIns="0" bIns="0" anchor="ctr" anchorCtr="0">
            <a:noAutofit/>
          </a:bodyPr>
          <a:lstStyle/>
          <a:p>
            <a:r>
              <a:rPr lang="en-US" sz="1000" dirty="0">
                <a:latin typeface="Aptos" panose="020B0004020202020204" pitchFamily="34" charset="0"/>
              </a:rPr>
              <a:t>This is dummy text it is not here to be read. This is dummy text.</a:t>
            </a:r>
          </a:p>
        </p:txBody>
      </p:sp>
      <p:sp>
        <p:nvSpPr>
          <p:cNvPr id="78" name="Freeform 7"/>
          <p:cNvSpPr>
            <a:spLocks/>
          </p:cNvSpPr>
          <p:nvPr/>
        </p:nvSpPr>
        <p:spPr bwMode="auto">
          <a:xfrm>
            <a:off x="2655790" y="1677776"/>
            <a:ext cx="2315269" cy="2004417"/>
          </a:xfrm>
          <a:custGeom>
            <a:avLst/>
            <a:gdLst>
              <a:gd name="T0" fmla="*/ 882 w 882"/>
              <a:gd name="T1" fmla="*/ 185 h 764"/>
              <a:gd name="T2" fmla="*/ 683 w 882"/>
              <a:gd name="T3" fmla="*/ 0 h 764"/>
              <a:gd name="T4" fmla="*/ 200 w 882"/>
              <a:gd name="T5" fmla="*/ 0 h 764"/>
              <a:gd name="T6" fmla="*/ 0 w 882"/>
              <a:gd name="T7" fmla="*/ 200 h 764"/>
              <a:gd name="T8" fmla="*/ 200 w 882"/>
              <a:gd name="T9" fmla="*/ 399 h 764"/>
              <a:gd name="T10" fmla="*/ 650 w 882"/>
              <a:gd name="T11" fmla="*/ 399 h 764"/>
              <a:gd name="T12" fmla="*/ 882 w 882"/>
              <a:gd name="T13" fmla="*/ 764 h 764"/>
              <a:gd name="T14" fmla="*/ 882 w 882"/>
              <a:gd name="T15" fmla="*/ 185 h 7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2" h="764">
                <a:moveTo>
                  <a:pt x="882" y="185"/>
                </a:moveTo>
                <a:cubicBezTo>
                  <a:pt x="874" y="82"/>
                  <a:pt x="788" y="0"/>
                  <a:pt x="683" y="0"/>
                </a:cubicBezTo>
                <a:cubicBezTo>
                  <a:pt x="200" y="0"/>
                  <a:pt x="200" y="0"/>
                  <a:pt x="200" y="0"/>
                </a:cubicBezTo>
                <a:cubicBezTo>
                  <a:pt x="90" y="0"/>
                  <a:pt x="0" y="89"/>
                  <a:pt x="0" y="200"/>
                </a:cubicBezTo>
                <a:cubicBezTo>
                  <a:pt x="0" y="310"/>
                  <a:pt x="90" y="399"/>
                  <a:pt x="200" y="399"/>
                </a:cubicBezTo>
                <a:cubicBezTo>
                  <a:pt x="650" y="399"/>
                  <a:pt x="650" y="399"/>
                  <a:pt x="650" y="399"/>
                </a:cubicBezTo>
                <a:cubicBezTo>
                  <a:pt x="759" y="419"/>
                  <a:pt x="835" y="501"/>
                  <a:pt x="882" y="764"/>
                </a:cubicBezTo>
                <a:cubicBezTo>
                  <a:pt x="882" y="185"/>
                  <a:pt x="882" y="185"/>
                  <a:pt x="882" y="185"/>
                </a:cubicBezTo>
                <a:close/>
              </a:path>
            </a:pathLst>
          </a:custGeom>
          <a:solidFill>
            <a:schemeClr val="accent5"/>
          </a:solidFill>
          <a:ln>
            <a:noFill/>
          </a:ln>
        </p:spPr>
        <p:txBody>
          <a:bodyPr vert="horz" wrap="square" lIns="74295" tIns="74295" rIns="74295" bIns="74295" numCol="1" anchor="t" anchorCtr="0" compatLnSpc="1">
            <a:prstTxWarp prst="textNoShape">
              <a:avLst/>
            </a:prstTxWarp>
          </a:bodyPr>
          <a:lstStyle/>
          <a:p>
            <a:endParaRPr lang="en-US" sz="1000">
              <a:latin typeface="Aptos" panose="020B0004020202020204" pitchFamily="34" charset="0"/>
            </a:endParaRPr>
          </a:p>
        </p:txBody>
      </p:sp>
      <p:sp>
        <p:nvSpPr>
          <p:cNvPr id="79" name="Rectangle 78"/>
          <p:cNvSpPr/>
          <p:nvPr/>
        </p:nvSpPr>
        <p:spPr>
          <a:xfrm>
            <a:off x="5220074" y="3025824"/>
            <a:ext cx="1263015" cy="487633"/>
          </a:xfrm>
          <a:prstGeom prst="rect">
            <a:avLst/>
          </a:prstGeom>
        </p:spPr>
        <p:txBody>
          <a:bodyPr wrap="square" lIns="0" tIns="0" rIns="0" bIns="0" anchor="ctr" anchorCtr="0">
            <a:noAutofit/>
          </a:bodyPr>
          <a:lstStyle/>
          <a:p>
            <a:pPr algn="r"/>
            <a:r>
              <a:rPr lang="en-US" sz="1000" dirty="0">
                <a:solidFill>
                  <a:schemeClr val="bg1"/>
                </a:solidFill>
                <a:latin typeface="Aptos" panose="020B0004020202020204" pitchFamily="34" charset="0"/>
              </a:rPr>
              <a:t>This is dummy text it is not here to be read. This is dummy text.</a:t>
            </a:r>
          </a:p>
        </p:txBody>
      </p:sp>
      <p:sp>
        <p:nvSpPr>
          <p:cNvPr id="80" name="Rectangle 79"/>
          <p:cNvSpPr/>
          <p:nvPr/>
        </p:nvSpPr>
        <p:spPr>
          <a:xfrm>
            <a:off x="5220074" y="4085472"/>
            <a:ext cx="1263015" cy="487633"/>
          </a:xfrm>
          <a:prstGeom prst="rect">
            <a:avLst/>
          </a:prstGeom>
        </p:spPr>
        <p:txBody>
          <a:bodyPr wrap="square" lIns="0" tIns="0" rIns="0" bIns="0" anchor="ctr" anchorCtr="0">
            <a:noAutofit/>
          </a:bodyPr>
          <a:lstStyle/>
          <a:p>
            <a:pPr algn="r"/>
            <a:r>
              <a:rPr lang="en-US" sz="1000" dirty="0">
                <a:solidFill>
                  <a:schemeClr val="bg1"/>
                </a:solidFill>
                <a:latin typeface="Aptos" panose="020B0004020202020204" pitchFamily="34" charset="0"/>
              </a:rPr>
              <a:t>This is dummy text it is not here to be read. This is dummy text.</a:t>
            </a:r>
          </a:p>
        </p:txBody>
      </p:sp>
      <p:sp>
        <p:nvSpPr>
          <p:cNvPr id="87" name="Rectangle 86"/>
          <p:cNvSpPr/>
          <p:nvPr/>
        </p:nvSpPr>
        <p:spPr>
          <a:xfrm>
            <a:off x="3446412" y="1964167"/>
            <a:ext cx="1263015" cy="487633"/>
          </a:xfrm>
          <a:prstGeom prst="rect">
            <a:avLst/>
          </a:prstGeom>
        </p:spPr>
        <p:txBody>
          <a:bodyPr wrap="square" lIns="0" tIns="0" rIns="0" bIns="0" anchor="ctr" anchorCtr="0">
            <a:noAutofit/>
          </a:bodyPr>
          <a:lstStyle/>
          <a:p>
            <a:r>
              <a:rPr lang="en-US" sz="1000" dirty="0">
                <a:solidFill>
                  <a:schemeClr val="bg1"/>
                </a:solidFill>
                <a:latin typeface="Aptos" panose="020B0004020202020204" pitchFamily="34" charset="0"/>
              </a:rPr>
              <a:t>This is dummy text it is not here to be read. This is dummy text.</a:t>
            </a:r>
          </a:p>
        </p:txBody>
      </p:sp>
      <p:grpSp>
        <p:nvGrpSpPr>
          <p:cNvPr id="89" name="Group 512"/>
          <p:cNvGrpSpPr>
            <a:grpSpLocks noChangeAspect="1"/>
          </p:cNvGrpSpPr>
          <p:nvPr/>
        </p:nvGrpSpPr>
        <p:grpSpPr bwMode="auto">
          <a:xfrm>
            <a:off x="6648172" y="4043912"/>
            <a:ext cx="494934" cy="494931"/>
            <a:chOff x="2728" y="2016"/>
            <a:chExt cx="340" cy="340"/>
          </a:xfrm>
          <a:solidFill>
            <a:schemeClr val="bg1"/>
          </a:solidFill>
        </p:grpSpPr>
        <p:sp>
          <p:nvSpPr>
            <p:cNvPr id="90" name="Freeform 513"/>
            <p:cNvSpPr>
              <a:spLocks/>
            </p:cNvSpPr>
            <p:nvPr/>
          </p:nvSpPr>
          <p:spPr bwMode="auto">
            <a:xfrm>
              <a:off x="2792" y="2080"/>
              <a:ext cx="163" cy="212"/>
            </a:xfrm>
            <a:custGeom>
              <a:avLst/>
              <a:gdLst>
                <a:gd name="T0" fmla="*/ 228 w 246"/>
                <a:gd name="T1" fmla="*/ 280 h 320"/>
                <a:gd name="T2" fmla="*/ 170 w 246"/>
                <a:gd name="T3" fmla="*/ 298 h 320"/>
                <a:gd name="T4" fmla="*/ 56 w 246"/>
                <a:gd name="T5" fmla="*/ 192 h 320"/>
                <a:gd name="T6" fmla="*/ 192 w 246"/>
                <a:gd name="T7" fmla="*/ 192 h 320"/>
                <a:gd name="T8" fmla="*/ 202 w 246"/>
                <a:gd name="T9" fmla="*/ 181 h 320"/>
                <a:gd name="T10" fmla="*/ 192 w 246"/>
                <a:gd name="T11" fmla="*/ 170 h 320"/>
                <a:gd name="T12" fmla="*/ 53 w 246"/>
                <a:gd name="T13" fmla="*/ 170 h 320"/>
                <a:gd name="T14" fmla="*/ 53 w 246"/>
                <a:gd name="T15" fmla="*/ 160 h 320"/>
                <a:gd name="T16" fmla="*/ 53 w 246"/>
                <a:gd name="T17" fmla="*/ 149 h 320"/>
                <a:gd name="T18" fmla="*/ 192 w 246"/>
                <a:gd name="T19" fmla="*/ 149 h 320"/>
                <a:gd name="T20" fmla="*/ 202 w 246"/>
                <a:gd name="T21" fmla="*/ 138 h 320"/>
                <a:gd name="T22" fmla="*/ 192 w 246"/>
                <a:gd name="T23" fmla="*/ 128 h 320"/>
                <a:gd name="T24" fmla="*/ 56 w 246"/>
                <a:gd name="T25" fmla="*/ 128 h 320"/>
                <a:gd name="T26" fmla="*/ 170 w 246"/>
                <a:gd name="T27" fmla="*/ 21 h 320"/>
                <a:gd name="T28" fmla="*/ 228 w 246"/>
                <a:gd name="T29" fmla="*/ 39 h 320"/>
                <a:gd name="T30" fmla="*/ 243 w 246"/>
                <a:gd name="T31" fmla="*/ 36 h 320"/>
                <a:gd name="T32" fmla="*/ 240 w 246"/>
                <a:gd name="T33" fmla="*/ 21 h 320"/>
                <a:gd name="T34" fmla="*/ 170 w 246"/>
                <a:gd name="T35" fmla="*/ 0 h 320"/>
                <a:gd name="T36" fmla="*/ 34 w 246"/>
                <a:gd name="T37" fmla="*/ 128 h 320"/>
                <a:gd name="T38" fmla="*/ 10 w 246"/>
                <a:gd name="T39" fmla="*/ 128 h 320"/>
                <a:gd name="T40" fmla="*/ 0 w 246"/>
                <a:gd name="T41" fmla="*/ 138 h 320"/>
                <a:gd name="T42" fmla="*/ 10 w 246"/>
                <a:gd name="T43" fmla="*/ 149 h 320"/>
                <a:gd name="T44" fmla="*/ 32 w 246"/>
                <a:gd name="T45" fmla="*/ 149 h 320"/>
                <a:gd name="T46" fmla="*/ 32 w 246"/>
                <a:gd name="T47" fmla="*/ 160 h 320"/>
                <a:gd name="T48" fmla="*/ 32 w 246"/>
                <a:gd name="T49" fmla="*/ 170 h 320"/>
                <a:gd name="T50" fmla="*/ 10 w 246"/>
                <a:gd name="T51" fmla="*/ 170 h 320"/>
                <a:gd name="T52" fmla="*/ 0 w 246"/>
                <a:gd name="T53" fmla="*/ 181 h 320"/>
                <a:gd name="T54" fmla="*/ 10 w 246"/>
                <a:gd name="T55" fmla="*/ 192 h 320"/>
                <a:gd name="T56" fmla="*/ 34 w 246"/>
                <a:gd name="T57" fmla="*/ 192 h 320"/>
                <a:gd name="T58" fmla="*/ 170 w 246"/>
                <a:gd name="T59" fmla="*/ 320 h 320"/>
                <a:gd name="T60" fmla="*/ 240 w 246"/>
                <a:gd name="T61" fmla="*/ 298 h 320"/>
                <a:gd name="T62" fmla="*/ 243 w 246"/>
                <a:gd name="T63" fmla="*/ 283 h 320"/>
                <a:gd name="T64" fmla="*/ 228 w 246"/>
                <a:gd name="T65" fmla="*/ 28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6" h="320">
                  <a:moveTo>
                    <a:pt x="228" y="280"/>
                  </a:moveTo>
                  <a:cubicBezTo>
                    <a:pt x="211" y="292"/>
                    <a:pt x="191" y="298"/>
                    <a:pt x="170" y="298"/>
                  </a:cubicBezTo>
                  <a:cubicBezTo>
                    <a:pt x="115" y="298"/>
                    <a:pt x="69" y="253"/>
                    <a:pt x="56" y="192"/>
                  </a:cubicBezTo>
                  <a:cubicBezTo>
                    <a:pt x="192" y="192"/>
                    <a:pt x="192" y="192"/>
                    <a:pt x="192" y="192"/>
                  </a:cubicBezTo>
                  <a:cubicBezTo>
                    <a:pt x="198" y="192"/>
                    <a:pt x="202" y="187"/>
                    <a:pt x="202" y="181"/>
                  </a:cubicBezTo>
                  <a:cubicBezTo>
                    <a:pt x="202" y="175"/>
                    <a:pt x="198" y="170"/>
                    <a:pt x="192" y="170"/>
                  </a:cubicBezTo>
                  <a:cubicBezTo>
                    <a:pt x="53" y="170"/>
                    <a:pt x="53" y="170"/>
                    <a:pt x="53" y="170"/>
                  </a:cubicBezTo>
                  <a:cubicBezTo>
                    <a:pt x="53" y="167"/>
                    <a:pt x="53" y="163"/>
                    <a:pt x="53" y="160"/>
                  </a:cubicBezTo>
                  <a:cubicBezTo>
                    <a:pt x="53" y="156"/>
                    <a:pt x="53" y="153"/>
                    <a:pt x="53" y="149"/>
                  </a:cubicBezTo>
                  <a:cubicBezTo>
                    <a:pt x="192" y="149"/>
                    <a:pt x="192" y="149"/>
                    <a:pt x="192" y="149"/>
                  </a:cubicBezTo>
                  <a:cubicBezTo>
                    <a:pt x="198" y="149"/>
                    <a:pt x="202" y="144"/>
                    <a:pt x="202" y="138"/>
                  </a:cubicBezTo>
                  <a:cubicBezTo>
                    <a:pt x="202" y="132"/>
                    <a:pt x="198" y="128"/>
                    <a:pt x="192" y="128"/>
                  </a:cubicBezTo>
                  <a:cubicBezTo>
                    <a:pt x="56" y="128"/>
                    <a:pt x="56" y="128"/>
                    <a:pt x="56" y="128"/>
                  </a:cubicBezTo>
                  <a:cubicBezTo>
                    <a:pt x="69" y="67"/>
                    <a:pt x="115" y="21"/>
                    <a:pt x="170" y="21"/>
                  </a:cubicBezTo>
                  <a:cubicBezTo>
                    <a:pt x="191" y="21"/>
                    <a:pt x="211" y="27"/>
                    <a:pt x="228" y="39"/>
                  </a:cubicBezTo>
                  <a:cubicBezTo>
                    <a:pt x="233" y="42"/>
                    <a:pt x="240" y="41"/>
                    <a:pt x="243" y="36"/>
                  </a:cubicBezTo>
                  <a:cubicBezTo>
                    <a:pt x="246" y="31"/>
                    <a:pt x="245" y="25"/>
                    <a:pt x="240" y="21"/>
                  </a:cubicBezTo>
                  <a:cubicBezTo>
                    <a:pt x="219" y="7"/>
                    <a:pt x="195" y="0"/>
                    <a:pt x="170" y="0"/>
                  </a:cubicBezTo>
                  <a:cubicBezTo>
                    <a:pt x="103" y="0"/>
                    <a:pt x="47" y="55"/>
                    <a:pt x="34" y="128"/>
                  </a:cubicBezTo>
                  <a:cubicBezTo>
                    <a:pt x="10" y="128"/>
                    <a:pt x="10" y="128"/>
                    <a:pt x="10" y="128"/>
                  </a:cubicBezTo>
                  <a:cubicBezTo>
                    <a:pt x="4" y="128"/>
                    <a:pt x="0" y="132"/>
                    <a:pt x="0" y="138"/>
                  </a:cubicBezTo>
                  <a:cubicBezTo>
                    <a:pt x="0" y="144"/>
                    <a:pt x="4" y="149"/>
                    <a:pt x="10" y="149"/>
                  </a:cubicBezTo>
                  <a:cubicBezTo>
                    <a:pt x="32" y="149"/>
                    <a:pt x="32" y="149"/>
                    <a:pt x="32" y="149"/>
                  </a:cubicBezTo>
                  <a:cubicBezTo>
                    <a:pt x="32" y="153"/>
                    <a:pt x="32" y="156"/>
                    <a:pt x="32" y="160"/>
                  </a:cubicBezTo>
                  <a:cubicBezTo>
                    <a:pt x="32" y="163"/>
                    <a:pt x="32" y="167"/>
                    <a:pt x="32" y="170"/>
                  </a:cubicBezTo>
                  <a:cubicBezTo>
                    <a:pt x="10" y="170"/>
                    <a:pt x="10" y="170"/>
                    <a:pt x="10" y="170"/>
                  </a:cubicBezTo>
                  <a:cubicBezTo>
                    <a:pt x="4" y="170"/>
                    <a:pt x="0" y="175"/>
                    <a:pt x="0" y="181"/>
                  </a:cubicBezTo>
                  <a:cubicBezTo>
                    <a:pt x="0" y="187"/>
                    <a:pt x="4" y="192"/>
                    <a:pt x="10" y="192"/>
                  </a:cubicBezTo>
                  <a:cubicBezTo>
                    <a:pt x="34" y="192"/>
                    <a:pt x="34" y="192"/>
                    <a:pt x="34" y="192"/>
                  </a:cubicBezTo>
                  <a:cubicBezTo>
                    <a:pt x="47" y="265"/>
                    <a:pt x="103" y="320"/>
                    <a:pt x="170" y="320"/>
                  </a:cubicBezTo>
                  <a:cubicBezTo>
                    <a:pt x="195" y="320"/>
                    <a:pt x="219" y="312"/>
                    <a:pt x="240" y="298"/>
                  </a:cubicBezTo>
                  <a:cubicBezTo>
                    <a:pt x="245" y="295"/>
                    <a:pt x="246" y="288"/>
                    <a:pt x="243" y="283"/>
                  </a:cubicBezTo>
                  <a:cubicBezTo>
                    <a:pt x="240" y="278"/>
                    <a:pt x="233" y="277"/>
                    <a:pt x="228" y="28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91" name="Freeform 514"/>
            <p:cNvSpPr>
              <a:spLocks noEditPoints="1"/>
            </p:cNvSpPr>
            <p:nvPr/>
          </p:nvSpPr>
          <p:spPr bwMode="auto">
            <a:xfrm>
              <a:off x="2728" y="201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grpSp>
        <p:nvGrpSpPr>
          <p:cNvPr id="92" name="Group 423"/>
          <p:cNvGrpSpPr>
            <a:grpSpLocks noChangeAspect="1"/>
          </p:cNvGrpSpPr>
          <p:nvPr/>
        </p:nvGrpSpPr>
        <p:grpSpPr bwMode="auto">
          <a:xfrm>
            <a:off x="2846262" y="3040891"/>
            <a:ext cx="496806" cy="496803"/>
            <a:chOff x="4263" y="1567"/>
            <a:chExt cx="340" cy="340"/>
          </a:xfrm>
          <a:solidFill>
            <a:schemeClr val="bg1"/>
          </a:solidFill>
        </p:grpSpPr>
        <p:sp>
          <p:nvSpPr>
            <p:cNvPr id="93" name="Freeform 424"/>
            <p:cNvSpPr>
              <a:spLocks/>
            </p:cNvSpPr>
            <p:nvPr/>
          </p:nvSpPr>
          <p:spPr bwMode="auto">
            <a:xfrm>
              <a:off x="4355" y="1631"/>
              <a:ext cx="142" cy="212"/>
            </a:xfrm>
            <a:custGeom>
              <a:avLst/>
              <a:gdLst>
                <a:gd name="T0" fmla="*/ 203 w 214"/>
                <a:gd name="T1" fmla="*/ 298 h 320"/>
                <a:gd name="T2" fmla="*/ 43 w 214"/>
                <a:gd name="T3" fmla="*/ 298 h 320"/>
                <a:gd name="T4" fmla="*/ 82 w 214"/>
                <a:gd name="T5" fmla="*/ 170 h 320"/>
                <a:gd name="T6" fmla="*/ 139 w 214"/>
                <a:gd name="T7" fmla="*/ 170 h 320"/>
                <a:gd name="T8" fmla="*/ 150 w 214"/>
                <a:gd name="T9" fmla="*/ 160 h 320"/>
                <a:gd name="T10" fmla="*/ 139 w 214"/>
                <a:gd name="T11" fmla="*/ 149 h 320"/>
                <a:gd name="T12" fmla="*/ 69 w 214"/>
                <a:gd name="T13" fmla="*/ 149 h 320"/>
                <a:gd name="T14" fmla="*/ 43 w 214"/>
                <a:gd name="T15" fmla="*/ 96 h 320"/>
                <a:gd name="T16" fmla="*/ 118 w 214"/>
                <a:gd name="T17" fmla="*/ 21 h 320"/>
                <a:gd name="T18" fmla="*/ 192 w 214"/>
                <a:gd name="T19" fmla="*/ 96 h 320"/>
                <a:gd name="T20" fmla="*/ 203 w 214"/>
                <a:gd name="T21" fmla="*/ 106 h 320"/>
                <a:gd name="T22" fmla="*/ 214 w 214"/>
                <a:gd name="T23" fmla="*/ 96 h 320"/>
                <a:gd name="T24" fmla="*/ 118 w 214"/>
                <a:gd name="T25" fmla="*/ 0 h 320"/>
                <a:gd name="T26" fmla="*/ 22 w 214"/>
                <a:gd name="T27" fmla="*/ 96 h 320"/>
                <a:gd name="T28" fmla="*/ 40 w 214"/>
                <a:gd name="T29" fmla="*/ 149 h 320"/>
                <a:gd name="T30" fmla="*/ 11 w 214"/>
                <a:gd name="T31" fmla="*/ 149 h 320"/>
                <a:gd name="T32" fmla="*/ 0 w 214"/>
                <a:gd name="T33" fmla="*/ 160 h 320"/>
                <a:gd name="T34" fmla="*/ 11 w 214"/>
                <a:gd name="T35" fmla="*/ 170 h 320"/>
                <a:gd name="T36" fmla="*/ 59 w 214"/>
                <a:gd name="T37" fmla="*/ 170 h 320"/>
                <a:gd name="T38" fmla="*/ 18 w 214"/>
                <a:gd name="T39" fmla="*/ 296 h 320"/>
                <a:gd name="T40" fmla="*/ 13 w 214"/>
                <a:gd name="T41" fmla="*/ 303 h 320"/>
                <a:gd name="T42" fmla="*/ 12 w 214"/>
                <a:gd name="T43" fmla="*/ 314 h 320"/>
                <a:gd name="T44" fmla="*/ 22 w 214"/>
                <a:gd name="T45" fmla="*/ 320 h 320"/>
                <a:gd name="T46" fmla="*/ 203 w 214"/>
                <a:gd name="T47" fmla="*/ 320 h 320"/>
                <a:gd name="T48" fmla="*/ 214 w 214"/>
                <a:gd name="T49" fmla="*/ 309 h 320"/>
                <a:gd name="T50" fmla="*/ 203 w 214"/>
                <a:gd name="T51"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4" h="320">
                  <a:moveTo>
                    <a:pt x="203" y="298"/>
                  </a:moveTo>
                  <a:cubicBezTo>
                    <a:pt x="43" y="298"/>
                    <a:pt x="43" y="298"/>
                    <a:pt x="43" y="298"/>
                  </a:cubicBezTo>
                  <a:cubicBezTo>
                    <a:pt x="65" y="270"/>
                    <a:pt x="100" y="216"/>
                    <a:pt x="82" y="170"/>
                  </a:cubicBezTo>
                  <a:cubicBezTo>
                    <a:pt x="139" y="170"/>
                    <a:pt x="139" y="170"/>
                    <a:pt x="139" y="170"/>
                  </a:cubicBezTo>
                  <a:cubicBezTo>
                    <a:pt x="145" y="170"/>
                    <a:pt x="150" y="166"/>
                    <a:pt x="150" y="160"/>
                  </a:cubicBezTo>
                  <a:cubicBezTo>
                    <a:pt x="150" y="154"/>
                    <a:pt x="145" y="149"/>
                    <a:pt x="139" y="149"/>
                  </a:cubicBezTo>
                  <a:cubicBezTo>
                    <a:pt x="69" y="149"/>
                    <a:pt x="69" y="149"/>
                    <a:pt x="69" y="149"/>
                  </a:cubicBezTo>
                  <a:cubicBezTo>
                    <a:pt x="52" y="134"/>
                    <a:pt x="43" y="114"/>
                    <a:pt x="43" y="96"/>
                  </a:cubicBezTo>
                  <a:cubicBezTo>
                    <a:pt x="43" y="54"/>
                    <a:pt x="76" y="21"/>
                    <a:pt x="118" y="21"/>
                  </a:cubicBezTo>
                  <a:cubicBezTo>
                    <a:pt x="159" y="21"/>
                    <a:pt x="192" y="54"/>
                    <a:pt x="192" y="96"/>
                  </a:cubicBezTo>
                  <a:cubicBezTo>
                    <a:pt x="192" y="102"/>
                    <a:pt x="197" y="106"/>
                    <a:pt x="203" y="106"/>
                  </a:cubicBezTo>
                  <a:cubicBezTo>
                    <a:pt x="209" y="106"/>
                    <a:pt x="214" y="102"/>
                    <a:pt x="214" y="96"/>
                  </a:cubicBezTo>
                  <a:cubicBezTo>
                    <a:pt x="214" y="43"/>
                    <a:pt x="171" y="0"/>
                    <a:pt x="118" y="0"/>
                  </a:cubicBezTo>
                  <a:cubicBezTo>
                    <a:pt x="65" y="0"/>
                    <a:pt x="22" y="43"/>
                    <a:pt x="22" y="96"/>
                  </a:cubicBezTo>
                  <a:cubicBezTo>
                    <a:pt x="22" y="114"/>
                    <a:pt x="28" y="133"/>
                    <a:pt x="40" y="149"/>
                  </a:cubicBezTo>
                  <a:cubicBezTo>
                    <a:pt x="11" y="149"/>
                    <a:pt x="11" y="149"/>
                    <a:pt x="11" y="149"/>
                  </a:cubicBezTo>
                  <a:cubicBezTo>
                    <a:pt x="5" y="149"/>
                    <a:pt x="0" y="154"/>
                    <a:pt x="0" y="160"/>
                  </a:cubicBezTo>
                  <a:cubicBezTo>
                    <a:pt x="0" y="166"/>
                    <a:pt x="5" y="170"/>
                    <a:pt x="11" y="170"/>
                  </a:cubicBezTo>
                  <a:cubicBezTo>
                    <a:pt x="59" y="170"/>
                    <a:pt x="59" y="170"/>
                    <a:pt x="59" y="170"/>
                  </a:cubicBezTo>
                  <a:cubicBezTo>
                    <a:pt x="76" y="198"/>
                    <a:pt x="62" y="241"/>
                    <a:pt x="18" y="296"/>
                  </a:cubicBezTo>
                  <a:cubicBezTo>
                    <a:pt x="15" y="300"/>
                    <a:pt x="14" y="302"/>
                    <a:pt x="13" y="303"/>
                  </a:cubicBezTo>
                  <a:cubicBezTo>
                    <a:pt x="11" y="306"/>
                    <a:pt x="10" y="311"/>
                    <a:pt x="12" y="314"/>
                  </a:cubicBezTo>
                  <a:cubicBezTo>
                    <a:pt x="14" y="318"/>
                    <a:pt x="18" y="320"/>
                    <a:pt x="22" y="320"/>
                  </a:cubicBezTo>
                  <a:cubicBezTo>
                    <a:pt x="203" y="320"/>
                    <a:pt x="203" y="320"/>
                    <a:pt x="203" y="320"/>
                  </a:cubicBezTo>
                  <a:cubicBezTo>
                    <a:pt x="209" y="320"/>
                    <a:pt x="214" y="315"/>
                    <a:pt x="214" y="309"/>
                  </a:cubicBezTo>
                  <a:cubicBezTo>
                    <a:pt x="214" y="303"/>
                    <a:pt x="209" y="298"/>
                    <a:pt x="203" y="29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94" name="Freeform 425"/>
            <p:cNvSpPr>
              <a:spLocks noEditPoints="1"/>
            </p:cNvSpPr>
            <p:nvPr/>
          </p:nvSpPr>
          <p:spPr bwMode="auto">
            <a:xfrm>
              <a:off x="4263" y="156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grpSp>
        <p:nvGrpSpPr>
          <p:cNvPr id="95" name="Group 935"/>
          <p:cNvGrpSpPr>
            <a:grpSpLocks noChangeAspect="1"/>
          </p:cNvGrpSpPr>
          <p:nvPr/>
        </p:nvGrpSpPr>
        <p:grpSpPr bwMode="auto">
          <a:xfrm>
            <a:off x="6645420" y="2941464"/>
            <a:ext cx="497687" cy="497687"/>
            <a:chOff x="418" y="3436"/>
            <a:chExt cx="340" cy="340"/>
          </a:xfrm>
          <a:solidFill>
            <a:schemeClr val="bg1"/>
          </a:solidFill>
        </p:grpSpPr>
        <p:sp>
          <p:nvSpPr>
            <p:cNvPr id="96" name="Freeform 95"/>
            <p:cNvSpPr>
              <a:spLocks/>
            </p:cNvSpPr>
            <p:nvPr/>
          </p:nvSpPr>
          <p:spPr bwMode="auto">
            <a:xfrm>
              <a:off x="509" y="3513"/>
              <a:ext cx="157" cy="199"/>
            </a:xfrm>
            <a:custGeom>
              <a:avLst/>
              <a:gdLst>
                <a:gd name="T0" fmla="*/ 225 w 237"/>
                <a:gd name="T1" fmla="*/ 140 h 300"/>
                <a:gd name="T2" fmla="*/ 133 w 237"/>
                <a:gd name="T3" fmla="*/ 140 h 300"/>
                <a:gd name="T4" fmla="*/ 234 w 237"/>
                <a:gd name="T5" fmla="*/ 18 h 300"/>
                <a:gd name="T6" fmla="*/ 232 w 237"/>
                <a:gd name="T7" fmla="*/ 3 h 300"/>
                <a:gd name="T8" fmla="*/ 217 w 237"/>
                <a:gd name="T9" fmla="*/ 5 h 300"/>
                <a:gd name="T10" fmla="*/ 119 w 237"/>
                <a:gd name="T11" fmla="*/ 123 h 300"/>
                <a:gd name="T12" fmla="*/ 20 w 237"/>
                <a:gd name="T13" fmla="*/ 5 h 300"/>
                <a:gd name="T14" fmla="*/ 5 w 237"/>
                <a:gd name="T15" fmla="*/ 3 h 300"/>
                <a:gd name="T16" fmla="*/ 4 w 237"/>
                <a:gd name="T17" fmla="*/ 18 h 300"/>
                <a:gd name="T18" fmla="*/ 105 w 237"/>
                <a:gd name="T19" fmla="*/ 140 h 300"/>
                <a:gd name="T20" fmla="*/ 12 w 237"/>
                <a:gd name="T21" fmla="*/ 140 h 300"/>
                <a:gd name="T22" fmla="*/ 1 w 237"/>
                <a:gd name="T23" fmla="*/ 150 h 300"/>
                <a:gd name="T24" fmla="*/ 12 w 237"/>
                <a:gd name="T25" fmla="*/ 161 h 300"/>
                <a:gd name="T26" fmla="*/ 108 w 237"/>
                <a:gd name="T27" fmla="*/ 161 h 300"/>
                <a:gd name="T28" fmla="*/ 108 w 237"/>
                <a:gd name="T29" fmla="*/ 289 h 300"/>
                <a:gd name="T30" fmla="*/ 119 w 237"/>
                <a:gd name="T31" fmla="*/ 300 h 300"/>
                <a:gd name="T32" fmla="*/ 129 w 237"/>
                <a:gd name="T33" fmla="*/ 289 h 300"/>
                <a:gd name="T34" fmla="*/ 129 w 237"/>
                <a:gd name="T35" fmla="*/ 161 h 300"/>
                <a:gd name="T36" fmla="*/ 225 w 237"/>
                <a:gd name="T37" fmla="*/ 161 h 300"/>
                <a:gd name="T38" fmla="*/ 236 w 237"/>
                <a:gd name="T39" fmla="*/ 150 h 300"/>
                <a:gd name="T40" fmla="*/ 225 w 237"/>
                <a:gd name="T41" fmla="*/ 14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7" h="300">
                  <a:moveTo>
                    <a:pt x="225" y="140"/>
                  </a:moveTo>
                  <a:cubicBezTo>
                    <a:pt x="133" y="140"/>
                    <a:pt x="133" y="140"/>
                    <a:pt x="133" y="140"/>
                  </a:cubicBezTo>
                  <a:cubicBezTo>
                    <a:pt x="234" y="18"/>
                    <a:pt x="234" y="18"/>
                    <a:pt x="234" y="18"/>
                  </a:cubicBezTo>
                  <a:cubicBezTo>
                    <a:pt x="237" y="14"/>
                    <a:pt x="237" y="7"/>
                    <a:pt x="232" y="3"/>
                  </a:cubicBezTo>
                  <a:cubicBezTo>
                    <a:pt x="228" y="0"/>
                    <a:pt x="221" y="0"/>
                    <a:pt x="217" y="5"/>
                  </a:cubicBezTo>
                  <a:cubicBezTo>
                    <a:pt x="119" y="123"/>
                    <a:pt x="119" y="123"/>
                    <a:pt x="119" y="123"/>
                  </a:cubicBezTo>
                  <a:cubicBezTo>
                    <a:pt x="20" y="5"/>
                    <a:pt x="20" y="5"/>
                    <a:pt x="20" y="5"/>
                  </a:cubicBezTo>
                  <a:cubicBezTo>
                    <a:pt x="16" y="0"/>
                    <a:pt x="10" y="0"/>
                    <a:pt x="5" y="3"/>
                  </a:cubicBezTo>
                  <a:cubicBezTo>
                    <a:pt x="1" y="7"/>
                    <a:pt x="0" y="14"/>
                    <a:pt x="4" y="18"/>
                  </a:cubicBezTo>
                  <a:cubicBezTo>
                    <a:pt x="105" y="140"/>
                    <a:pt x="105" y="140"/>
                    <a:pt x="105" y="140"/>
                  </a:cubicBezTo>
                  <a:cubicBezTo>
                    <a:pt x="12" y="140"/>
                    <a:pt x="12" y="140"/>
                    <a:pt x="12" y="140"/>
                  </a:cubicBezTo>
                  <a:cubicBezTo>
                    <a:pt x="6" y="140"/>
                    <a:pt x="1" y="144"/>
                    <a:pt x="1" y="150"/>
                  </a:cubicBezTo>
                  <a:cubicBezTo>
                    <a:pt x="1" y="156"/>
                    <a:pt x="6" y="161"/>
                    <a:pt x="12" y="161"/>
                  </a:cubicBezTo>
                  <a:cubicBezTo>
                    <a:pt x="108" y="161"/>
                    <a:pt x="108" y="161"/>
                    <a:pt x="108" y="161"/>
                  </a:cubicBezTo>
                  <a:cubicBezTo>
                    <a:pt x="108" y="289"/>
                    <a:pt x="108" y="289"/>
                    <a:pt x="108" y="289"/>
                  </a:cubicBezTo>
                  <a:cubicBezTo>
                    <a:pt x="108" y="295"/>
                    <a:pt x="113" y="300"/>
                    <a:pt x="119" y="300"/>
                  </a:cubicBezTo>
                  <a:cubicBezTo>
                    <a:pt x="125" y="300"/>
                    <a:pt x="129" y="295"/>
                    <a:pt x="129" y="289"/>
                  </a:cubicBezTo>
                  <a:cubicBezTo>
                    <a:pt x="129" y="161"/>
                    <a:pt x="129" y="161"/>
                    <a:pt x="129" y="161"/>
                  </a:cubicBezTo>
                  <a:cubicBezTo>
                    <a:pt x="225" y="161"/>
                    <a:pt x="225" y="161"/>
                    <a:pt x="225" y="161"/>
                  </a:cubicBezTo>
                  <a:cubicBezTo>
                    <a:pt x="231" y="161"/>
                    <a:pt x="236" y="156"/>
                    <a:pt x="236" y="150"/>
                  </a:cubicBezTo>
                  <a:cubicBezTo>
                    <a:pt x="236" y="144"/>
                    <a:pt x="231" y="140"/>
                    <a:pt x="225" y="14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97" name="Freeform 96"/>
            <p:cNvSpPr>
              <a:spLocks noEditPoints="1"/>
            </p:cNvSpPr>
            <p:nvPr/>
          </p:nvSpPr>
          <p:spPr bwMode="auto">
            <a:xfrm>
              <a:off x="418" y="3436"/>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grpSp>
        <p:nvGrpSpPr>
          <p:cNvPr id="98" name="Group 345"/>
          <p:cNvGrpSpPr>
            <a:grpSpLocks noChangeAspect="1"/>
          </p:cNvGrpSpPr>
          <p:nvPr/>
        </p:nvGrpSpPr>
        <p:grpSpPr bwMode="auto">
          <a:xfrm>
            <a:off x="2846262" y="1916794"/>
            <a:ext cx="496806" cy="496803"/>
            <a:chOff x="3451" y="1171"/>
            <a:chExt cx="340" cy="340"/>
          </a:xfrm>
          <a:solidFill>
            <a:schemeClr val="bg1"/>
          </a:solidFill>
        </p:grpSpPr>
        <p:sp>
          <p:nvSpPr>
            <p:cNvPr id="99" name="Freeform 346"/>
            <p:cNvSpPr>
              <a:spLocks noEditPoints="1"/>
            </p:cNvSpPr>
            <p:nvPr/>
          </p:nvSpPr>
          <p:spPr bwMode="auto">
            <a:xfrm>
              <a:off x="3515" y="1241"/>
              <a:ext cx="212" cy="192"/>
            </a:xfrm>
            <a:custGeom>
              <a:avLst/>
              <a:gdLst>
                <a:gd name="T0" fmla="*/ 224 w 320"/>
                <a:gd name="T1" fmla="*/ 288 h 288"/>
                <a:gd name="T2" fmla="*/ 170 w 320"/>
                <a:gd name="T3" fmla="*/ 288 h 288"/>
                <a:gd name="T4" fmla="*/ 160 w 320"/>
                <a:gd name="T5" fmla="*/ 278 h 288"/>
                <a:gd name="T6" fmla="*/ 160 w 320"/>
                <a:gd name="T7" fmla="*/ 267 h 288"/>
                <a:gd name="T8" fmla="*/ 138 w 320"/>
                <a:gd name="T9" fmla="*/ 267 h 288"/>
                <a:gd name="T10" fmla="*/ 138 w 320"/>
                <a:gd name="T11" fmla="*/ 278 h 288"/>
                <a:gd name="T12" fmla="*/ 128 w 320"/>
                <a:gd name="T13" fmla="*/ 288 h 288"/>
                <a:gd name="T14" fmla="*/ 74 w 320"/>
                <a:gd name="T15" fmla="*/ 288 h 288"/>
                <a:gd name="T16" fmla="*/ 64 w 320"/>
                <a:gd name="T17" fmla="*/ 278 h 288"/>
                <a:gd name="T18" fmla="*/ 27 w 320"/>
                <a:gd name="T19" fmla="*/ 235 h 288"/>
                <a:gd name="T20" fmla="*/ 18 w 320"/>
                <a:gd name="T21" fmla="*/ 230 h 288"/>
                <a:gd name="T22" fmla="*/ 0 w 320"/>
                <a:gd name="T23" fmla="*/ 160 h 288"/>
                <a:gd name="T24" fmla="*/ 138 w 320"/>
                <a:gd name="T25" fmla="*/ 22 h 288"/>
                <a:gd name="T26" fmla="*/ 198 w 320"/>
                <a:gd name="T27" fmla="*/ 30 h 288"/>
                <a:gd name="T28" fmla="*/ 255 w 320"/>
                <a:gd name="T29" fmla="*/ 0 h 288"/>
                <a:gd name="T30" fmla="*/ 264 w 320"/>
                <a:gd name="T31" fmla="*/ 4 h 288"/>
                <a:gd name="T32" fmla="*/ 266 w 320"/>
                <a:gd name="T33" fmla="*/ 14 h 288"/>
                <a:gd name="T34" fmla="*/ 257 w 320"/>
                <a:gd name="T35" fmla="*/ 49 h 288"/>
                <a:gd name="T36" fmla="*/ 294 w 320"/>
                <a:gd name="T37" fmla="*/ 96 h 288"/>
                <a:gd name="T38" fmla="*/ 309 w 320"/>
                <a:gd name="T39" fmla="*/ 96 h 288"/>
                <a:gd name="T40" fmla="*/ 320 w 320"/>
                <a:gd name="T41" fmla="*/ 107 h 288"/>
                <a:gd name="T42" fmla="*/ 320 w 320"/>
                <a:gd name="T43" fmla="*/ 171 h 288"/>
                <a:gd name="T44" fmla="*/ 309 w 320"/>
                <a:gd name="T45" fmla="*/ 182 h 288"/>
                <a:gd name="T46" fmla="*/ 275 w 320"/>
                <a:gd name="T47" fmla="*/ 182 h 288"/>
                <a:gd name="T48" fmla="*/ 234 w 320"/>
                <a:gd name="T49" fmla="*/ 259 h 288"/>
                <a:gd name="T50" fmla="*/ 234 w 320"/>
                <a:gd name="T51" fmla="*/ 278 h 288"/>
                <a:gd name="T52" fmla="*/ 224 w 320"/>
                <a:gd name="T53" fmla="*/ 288 h 288"/>
                <a:gd name="T54" fmla="*/ 181 w 320"/>
                <a:gd name="T55" fmla="*/ 267 h 288"/>
                <a:gd name="T56" fmla="*/ 213 w 320"/>
                <a:gd name="T57" fmla="*/ 267 h 288"/>
                <a:gd name="T58" fmla="*/ 213 w 320"/>
                <a:gd name="T59" fmla="*/ 255 h 288"/>
                <a:gd name="T60" fmla="*/ 216 w 320"/>
                <a:gd name="T61" fmla="*/ 248 h 288"/>
                <a:gd name="T62" fmla="*/ 255 w 320"/>
                <a:gd name="T63" fmla="*/ 170 h 288"/>
                <a:gd name="T64" fmla="*/ 266 w 320"/>
                <a:gd name="T65" fmla="*/ 160 h 288"/>
                <a:gd name="T66" fmla="*/ 298 w 320"/>
                <a:gd name="T67" fmla="*/ 160 h 288"/>
                <a:gd name="T68" fmla="*/ 298 w 320"/>
                <a:gd name="T69" fmla="*/ 118 h 288"/>
                <a:gd name="T70" fmla="*/ 288 w 320"/>
                <a:gd name="T71" fmla="*/ 118 h 288"/>
                <a:gd name="T72" fmla="*/ 278 w 320"/>
                <a:gd name="T73" fmla="*/ 112 h 288"/>
                <a:gd name="T74" fmla="*/ 240 w 320"/>
                <a:gd name="T75" fmla="*/ 63 h 288"/>
                <a:gd name="T76" fmla="*/ 235 w 320"/>
                <a:gd name="T77" fmla="*/ 51 h 288"/>
                <a:gd name="T78" fmla="*/ 241 w 320"/>
                <a:gd name="T79" fmla="*/ 25 h 288"/>
                <a:gd name="T80" fmla="*/ 212 w 320"/>
                <a:gd name="T81" fmla="*/ 48 h 288"/>
                <a:gd name="T82" fmla="*/ 199 w 320"/>
                <a:gd name="T83" fmla="*/ 53 h 288"/>
                <a:gd name="T84" fmla="*/ 138 w 320"/>
                <a:gd name="T85" fmla="*/ 43 h 288"/>
                <a:gd name="T86" fmla="*/ 21 w 320"/>
                <a:gd name="T87" fmla="*/ 160 h 288"/>
                <a:gd name="T88" fmla="*/ 34 w 320"/>
                <a:gd name="T89" fmla="*/ 214 h 288"/>
                <a:gd name="T90" fmla="*/ 84 w 320"/>
                <a:gd name="T91" fmla="*/ 267 h 288"/>
                <a:gd name="T92" fmla="*/ 117 w 320"/>
                <a:gd name="T93" fmla="*/ 267 h 288"/>
                <a:gd name="T94" fmla="*/ 117 w 320"/>
                <a:gd name="T95" fmla="*/ 256 h 288"/>
                <a:gd name="T96" fmla="*/ 128 w 320"/>
                <a:gd name="T97" fmla="*/ 246 h 288"/>
                <a:gd name="T98" fmla="*/ 170 w 320"/>
                <a:gd name="T99" fmla="*/ 246 h 288"/>
                <a:gd name="T100" fmla="*/ 181 w 320"/>
                <a:gd name="T101" fmla="*/ 256 h 288"/>
                <a:gd name="T102" fmla="*/ 181 w 320"/>
                <a:gd name="T103" fmla="*/ 267 h 288"/>
                <a:gd name="T104" fmla="*/ 82 w 320"/>
                <a:gd name="T105" fmla="*/ 104 h 288"/>
                <a:gd name="T106" fmla="*/ 130 w 320"/>
                <a:gd name="T107" fmla="*/ 79 h 288"/>
                <a:gd name="T108" fmla="*/ 138 w 320"/>
                <a:gd name="T109" fmla="*/ 66 h 288"/>
                <a:gd name="T110" fmla="*/ 125 w 320"/>
                <a:gd name="T111" fmla="*/ 58 h 288"/>
                <a:gd name="T112" fmla="*/ 68 w 320"/>
                <a:gd name="T113" fmla="*/ 88 h 288"/>
                <a:gd name="T114" fmla="*/ 67 w 320"/>
                <a:gd name="T115" fmla="*/ 103 h 288"/>
                <a:gd name="T116" fmla="*/ 75 w 320"/>
                <a:gd name="T117" fmla="*/ 107 h 288"/>
                <a:gd name="T118" fmla="*/ 82 w 320"/>
                <a:gd name="T119"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288">
                  <a:moveTo>
                    <a:pt x="224" y="288"/>
                  </a:moveTo>
                  <a:cubicBezTo>
                    <a:pt x="170" y="288"/>
                    <a:pt x="170" y="288"/>
                    <a:pt x="170" y="288"/>
                  </a:cubicBezTo>
                  <a:cubicBezTo>
                    <a:pt x="164" y="288"/>
                    <a:pt x="160" y="284"/>
                    <a:pt x="160" y="278"/>
                  </a:cubicBezTo>
                  <a:cubicBezTo>
                    <a:pt x="160" y="267"/>
                    <a:pt x="160" y="267"/>
                    <a:pt x="160" y="267"/>
                  </a:cubicBezTo>
                  <a:cubicBezTo>
                    <a:pt x="138" y="267"/>
                    <a:pt x="138" y="267"/>
                    <a:pt x="138" y="267"/>
                  </a:cubicBezTo>
                  <a:cubicBezTo>
                    <a:pt x="138" y="278"/>
                    <a:pt x="138" y="278"/>
                    <a:pt x="138" y="278"/>
                  </a:cubicBezTo>
                  <a:cubicBezTo>
                    <a:pt x="138" y="284"/>
                    <a:pt x="134" y="288"/>
                    <a:pt x="128" y="288"/>
                  </a:cubicBezTo>
                  <a:cubicBezTo>
                    <a:pt x="74" y="288"/>
                    <a:pt x="74" y="288"/>
                    <a:pt x="74" y="288"/>
                  </a:cubicBezTo>
                  <a:cubicBezTo>
                    <a:pt x="68" y="288"/>
                    <a:pt x="64" y="284"/>
                    <a:pt x="64" y="278"/>
                  </a:cubicBezTo>
                  <a:cubicBezTo>
                    <a:pt x="64" y="237"/>
                    <a:pt x="29" y="235"/>
                    <a:pt x="27" y="235"/>
                  </a:cubicBezTo>
                  <a:cubicBezTo>
                    <a:pt x="23" y="235"/>
                    <a:pt x="20" y="233"/>
                    <a:pt x="18" y="230"/>
                  </a:cubicBezTo>
                  <a:cubicBezTo>
                    <a:pt x="6" y="209"/>
                    <a:pt x="0" y="185"/>
                    <a:pt x="0" y="160"/>
                  </a:cubicBezTo>
                  <a:cubicBezTo>
                    <a:pt x="0" y="84"/>
                    <a:pt x="62" y="22"/>
                    <a:pt x="138" y="22"/>
                  </a:cubicBezTo>
                  <a:cubicBezTo>
                    <a:pt x="160" y="22"/>
                    <a:pt x="179" y="24"/>
                    <a:pt x="198" y="30"/>
                  </a:cubicBezTo>
                  <a:cubicBezTo>
                    <a:pt x="217" y="3"/>
                    <a:pt x="253" y="0"/>
                    <a:pt x="255" y="0"/>
                  </a:cubicBezTo>
                  <a:cubicBezTo>
                    <a:pt x="259" y="0"/>
                    <a:pt x="262" y="2"/>
                    <a:pt x="264" y="4"/>
                  </a:cubicBezTo>
                  <a:cubicBezTo>
                    <a:pt x="266" y="7"/>
                    <a:pt x="267" y="10"/>
                    <a:pt x="266" y="14"/>
                  </a:cubicBezTo>
                  <a:cubicBezTo>
                    <a:pt x="257" y="49"/>
                    <a:pt x="257" y="49"/>
                    <a:pt x="257" y="49"/>
                  </a:cubicBezTo>
                  <a:cubicBezTo>
                    <a:pt x="275" y="63"/>
                    <a:pt x="288" y="85"/>
                    <a:pt x="294" y="96"/>
                  </a:cubicBezTo>
                  <a:cubicBezTo>
                    <a:pt x="309" y="96"/>
                    <a:pt x="309" y="96"/>
                    <a:pt x="309" y="96"/>
                  </a:cubicBezTo>
                  <a:cubicBezTo>
                    <a:pt x="315" y="96"/>
                    <a:pt x="320" y="101"/>
                    <a:pt x="320" y="107"/>
                  </a:cubicBezTo>
                  <a:cubicBezTo>
                    <a:pt x="320" y="171"/>
                    <a:pt x="320" y="171"/>
                    <a:pt x="320" y="171"/>
                  </a:cubicBezTo>
                  <a:cubicBezTo>
                    <a:pt x="320" y="177"/>
                    <a:pt x="315" y="182"/>
                    <a:pt x="309" y="182"/>
                  </a:cubicBezTo>
                  <a:cubicBezTo>
                    <a:pt x="275" y="182"/>
                    <a:pt x="275" y="182"/>
                    <a:pt x="275" y="182"/>
                  </a:cubicBezTo>
                  <a:cubicBezTo>
                    <a:pt x="269" y="217"/>
                    <a:pt x="249" y="244"/>
                    <a:pt x="234" y="259"/>
                  </a:cubicBezTo>
                  <a:cubicBezTo>
                    <a:pt x="234" y="278"/>
                    <a:pt x="234" y="278"/>
                    <a:pt x="234" y="278"/>
                  </a:cubicBezTo>
                  <a:cubicBezTo>
                    <a:pt x="234" y="284"/>
                    <a:pt x="230" y="288"/>
                    <a:pt x="224" y="288"/>
                  </a:cubicBezTo>
                  <a:close/>
                  <a:moveTo>
                    <a:pt x="181" y="267"/>
                  </a:moveTo>
                  <a:cubicBezTo>
                    <a:pt x="213" y="267"/>
                    <a:pt x="213" y="267"/>
                    <a:pt x="213" y="267"/>
                  </a:cubicBezTo>
                  <a:cubicBezTo>
                    <a:pt x="213" y="255"/>
                    <a:pt x="213" y="255"/>
                    <a:pt x="213" y="255"/>
                  </a:cubicBezTo>
                  <a:cubicBezTo>
                    <a:pt x="213" y="252"/>
                    <a:pt x="214" y="250"/>
                    <a:pt x="216" y="248"/>
                  </a:cubicBezTo>
                  <a:cubicBezTo>
                    <a:pt x="239" y="225"/>
                    <a:pt x="253" y="197"/>
                    <a:pt x="255" y="170"/>
                  </a:cubicBezTo>
                  <a:cubicBezTo>
                    <a:pt x="256" y="165"/>
                    <a:pt x="260" y="160"/>
                    <a:pt x="266" y="160"/>
                  </a:cubicBezTo>
                  <a:cubicBezTo>
                    <a:pt x="298" y="160"/>
                    <a:pt x="298" y="160"/>
                    <a:pt x="298" y="160"/>
                  </a:cubicBezTo>
                  <a:cubicBezTo>
                    <a:pt x="298" y="118"/>
                    <a:pt x="298" y="118"/>
                    <a:pt x="298" y="118"/>
                  </a:cubicBezTo>
                  <a:cubicBezTo>
                    <a:pt x="288" y="118"/>
                    <a:pt x="288" y="118"/>
                    <a:pt x="288" y="118"/>
                  </a:cubicBezTo>
                  <a:cubicBezTo>
                    <a:pt x="284" y="118"/>
                    <a:pt x="280" y="115"/>
                    <a:pt x="278" y="112"/>
                  </a:cubicBezTo>
                  <a:cubicBezTo>
                    <a:pt x="278" y="111"/>
                    <a:pt x="261" y="76"/>
                    <a:pt x="240" y="63"/>
                  </a:cubicBezTo>
                  <a:cubicBezTo>
                    <a:pt x="236" y="60"/>
                    <a:pt x="234" y="56"/>
                    <a:pt x="235" y="51"/>
                  </a:cubicBezTo>
                  <a:cubicBezTo>
                    <a:pt x="241" y="25"/>
                    <a:pt x="241" y="25"/>
                    <a:pt x="241" y="25"/>
                  </a:cubicBezTo>
                  <a:cubicBezTo>
                    <a:pt x="231" y="28"/>
                    <a:pt x="218" y="35"/>
                    <a:pt x="212" y="48"/>
                  </a:cubicBezTo>
                  <a:cubicBezTo>
                    <a:pt x="210" y="53"/>
                    <a:pt x="204" y="55"/>
                    <a:pt x="199" y="53"/>
                  </a:cubicBezTo>
                  <a:cubicBezTo>
                    <a:pt x="180" y="46"/>
                    <a:pt x="161" y="43"/>
                    <a:pt x="138" y="43"/>
                  </a:cubicBezTo>
                  <a:cubicBezTo>
                    <a:pt x="74" y="43"/>
                    <a:pt x="21" y="96"/>
                    <a:pt x="21" y="160"/>
                  </a:cubicBezTo>
                  <a:cubicBezTo>
                    <a:pt x="21" y="179"/>
                    <a:pt x="26" y="198"/>
                    <a:pt x="34" y="214"/>
                  </a:cubicBezTo>
                  <a:cubicBezTo>
                    <a:pt x="53" y="217"/>
                    <a:pt x="80" y="231"/>
                    <a:pt x="84" y="267"/>
                  </a:cubicBezTo>
                  <a:cubicBezTo>
                    <a:pt x="117" y="267"/>
                    <a:pt x="117" y="267"/>
                    <a:pt x="117" y="267"/>
                  </a:cubicBezTo>
                  <a:cubicBezTo>
                    <a:pt x="117" y="256"/>
                    <a:pt x="117" y="256"/>
                    <a:pt x="117" y="256"/>
                  </a:cubicBezTo>
                  <a:cubicBezTo>
                    <a:pt x="117" y="250"/>
                    <a:pt x="122" y="246"/>
                    <a:pt x="128" y="246"/>
                  </a:cubicBezTo>
                  <a:cubicBezTo>
                    <a:pt x="170" y="246"/>
                    <a:pt x="170" y="246"/>
                    <a:pt x="170" y="246"/>
                  </a:cubicBezTo>
                  <a:cubicBezTo>
                    <a:pt x="176" y="246"/>
                    <a:pt x="181" y="250"/>
                    <a:pt x="181" y="256"/>
                  </a:cubicBezTo>
                  <a:lnTo>
                    <a:pt x="181" y="267"/>
                  </a:lnTo>
                  <a:close/>
                  <a:moveTo>
                    <a:pt x="82" y="104"/>
                  </a:moveTo>
                  <a:cubicBezTo>
                    <a:pt x="96" y="92"/>
                    <a:pt x="113" y="83"/>
                    <a:pt x="130" y="79"/>
                  </a:cubicBezTo>
                  <a:cubicBezTo>
                    <a:pt x="136" y="77"/>
                    <a:pt x="139" y="71"/>
                    <a:pt x="138" y="66"/>
                  </a:cubicBezTo>
                  <a:cubicBezTo>
                    <a:pt x="137" y="60"/>
                    <a:pt x="131" y="57"/>
                    <a:pt x="125" y="58"/>
                  </a:cubicBezTo>
                  <a:cubicBezTo>
                    <a:pt x="104" y="63"/>
                    <a:pt x="84" y="74"/>
                    <a:pt x="68" y="88"/>
                  </a:cubicBezTo>
                  <a:cubicBezTo>
                    <a:pt x="64" y="92"/>
                    <a:pt x="63" y="99"/>
                    <a:pt x="67" y="103"/>
                  </a:cubicBezTo>
                  <a:cubicBezTo>
                    <a:pt x="69" y="106"/>
                    <a:pt x="72" y="107"/>
                    <a:pt x="75" y="107"/>
                  </a:cubicBezTo>
                  <a:cubicBezTo>
                    <a:pt x="78" y="107"/>
                    <a:pt x="80" y="106"/>
                    <a:pt x="82" y="10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100" name="Freeform 347"/>
            <p:cNvSpPr>
              <a:spLocks noEditPoints="1"/>
            </p:cNvSpPr>
            <p:nvPr/>
          </p:nvSpPr>
          <p:spPr bwMode="auto">
            <a:xfrm>
              <a:off x="3451" y="117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grpSp>
        <p:nvGrpSpPr>
          <p:cNvPr id="101" name="Group 380"/>
          <p:cNvGrpSpPr>
            <a:grpSpLocks noChangeAspect="1"/>
          </p:cNvGrpSpPr>
          <p:nvPr/>
        </p:nvGrpSpPr>
        <p:grpSpPr bwMode="auto">
          <a:xfrm>
            <a:off x="2846262" y="4065631"/>
            <a:ext cx="494934" cy="494931"/>
            <a:chOff x="7362" y="1207"/>
            <a:chExt cx="340" cy="340"/>
          </a:xfrm>
          <a:solidFill>
            <a:schemeClr val="bg1"/>
          </a:solidFill>
        </p:grpSpPr>
        <p:sp>
          <p:nvSpPr>
            <p:cNvPr id="102" name="Freeform 381"/>
            <p:cNvSpPr>
              <a:spLocks noEditPoints="1"/>
            </p:cNvSpPr>
            <p:nvPr/>
          </p:nvSpPr>
          <p:spPr bwMode="auto">
            <a:xfrm>
              <a:off x="7482" y="1271"/>
              <a:ext cx="99" cy="219"/>
            </a:xfrm>
            <a:custGeom>
              <a:avLst/>
              <a:gdLst>
                <a:gd name="T0" fmla="*/ 149 w 149"/>
                <a:gd name="T1" fmla="*/ 224 h 330"/>
                <a:gd name="T2" fmla="*/ 85 w 149"/>
                <a:gd name="T3" fmla="*/ 150 h 330"/>
                <a:gd name="T4" fmla="*/ 85 w 149"/>
                <a:gd name="T5" fmla="*/ 44 h 330"/>
                <a:gd name="T6" fmla="*/ 121 w 149"/>
                <a:gd name="T7" fmla="*/ 69 h 330"/>
                <a:gd name="T8" fmla="*/ 135 w 149"/>
                <a:gd name="T9" fmla="*/ 73 h 330"/>
                <a:gd name="T10" fmla="*/ 139 w 149"/>
                <a:gd name="T11" fmla="*/ 58 h 330"/>
                <a:gd name="T12" fmla="*/ 85 w 149"/>
                <a:gd name="T13" fmla="*/ 22 h 330"/>
                <a:gd name="T14" fmla="*/ 85 w 149"/>
                <a:gd name="T15" fmla="*/ 10 h 330"/>
                <a:gd name="T16" fmla="*/ 75 w 149"/>
                <a:gd name="T17" fmla="*/ 0 h 330"/>
                <a:gd name="T18" fmla="*/ 64 w 149"/>
                <a:gd name="T19" fmla="*/ 10 h 330"/>
                <a:gd name="T20" fmla="*/ 64 w 149"/>
                <a:gd name="T21" fmla="*/ 22 h 330"/>
                <a:gd name="T22" fmla="*/ 0 w 149"/>
                <a:gd name="T23" fmla="*/ 96 h 330"/>
                <a:gd name="T24" fmla="*/ 64 w 149"/>
                <a:gd name="T25" fmla="*/ 169 h 330"/>
                <a:gd name="T26" fmla="*/ 64 w 149"/>
                <a:gd name="T27" fmla="*/ 276 h 330"/>
                <a:gd name="T28" fmla="*/ 24 w 149"/>
                <a:gd name="T29" fmla="*/ 241 h 330"/>
                <a:gd name="T30" fmla="*/ 11 w 149"/>
                <a:gd name="T31" fmla="*/ 235 h 330"/>
                <a:gd name="T32" fmla="*/ 4 w 149"/>
                <a:gd name="T33" fmla="*/ 249 h 330"/>
                <a:gd name="T34" fmla="*/ 64 w 149"/>
                <a:gd name="T35" fmla="*/ 297 h 330"/>
                <a:gd name="T36" fmla="*/ 64 w 149"/>
                <a:gd name="T37" fmla="*/ 320 h 330"/>
                <a:gd name="T38" fmla="*/ 75 w 149"/>
                <a:gd name="T39" fmla="*/ 330 h 330"/>
                <a:gd name="T40" fmla="*/ 85 w 149"/>
                <a:gd name="T41" fmla="*/ 320 h 330"/>
                <a:gd name="T42" fmla="*/ 85 w 149"/>
                <a:gd name="T43" fmla="*/ 297 h 330"/>
                <a:gd name="T44" fmla="*/ 149 w 149"/>
                <a:gd name="T45" fmla="*/ 224 h 330"/>
                <a:gd name="T46" fmla="*/ 21 w 149"/>
                <a:gd name="T47" fmla="*/ 96 h 330"/>
                <a:gd name="T48" fmla="*/ 64 w 149"/>
                <a:gd name="T49" fmla="*/ 43 h 330"/>
                <a:gd name="T50" fmla="*/ 64 w 149"/>
                <a:gd name="T51" fmla="*/ 148 h 330"/>
                <a:gd name="T52" fmla="*/ 21 w 149"/>
                <a:gd name="T53" fmla="*/ 96 h 330"/>
                <a:gd name="T54" fmla="*/ 85 w 149"/>
                <a:gd name="T55" fmla="*/ 276 h 330"/>
                <a:gd name="T56" fmla="*/ 85 w 149"/>
                <a:gd name="T57" fmla="*/ 171 h 330"/>
                <a:gd name="T58" fmla="*/ 128 w 149"/>
                <a:gd name="T59" fmla="*/ 224 h 330"/>
                <a:gd name="T60" fmla="*/ 85 w 149"/>
                <a:gd name="T61" fmla="*/ 27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9" h="330">
                  <a:moveTo>
                    <a:pt x="149" y="224"/>
                  </a:moveTo>
                  <a:cubicBezTo>
                    <a:pt x="149" y="186"/>
                    <a:pt x="121" y="155"/>
                    <a:pt x="85" y="150"/>
                  </a:cubicBezTo>
                  <a:cubicBezTo>
                    <a:pt x="85" y="44"/>
                    <a:pt x="85" y="44"/>
                    <a:pt x="85" y="44"/>
                  </a:cubicBezTo>
                  <a:cubicBezTo>
                    <a:pt x="100" y="47"/>
                    <a:pt x="113" y="56"/>
                    <a:pt x="121" y="69"/>
                  </a:cubicBezTo>
                  <a:cubicBezTo>
                    <a:pt x="124" y="74"/>
                    <a:pt x="130" y="76"/>
                    <a:pt x="135" y="73"/>
                  </a:cubicBezTo>
                  <a:cubicBezTo>
                    <a:pt x="141" y="70"/>
                    <a:pt x="142" y="63"/>
                    <a:pt x="139" y="58"/>
                  </a:cubicBezTo>
                  <a:cubicBezTo>
                    <a:pt x="128" y="38"/>
                    <a:pt x="108" y="25"/>
                    <a:pt x="85" y="22"/>
                  </a:cubicBezTo>
                  <a:cubicBezTo>
                    <a:pt x="85" y="10"/>
                    <a:pt x="85" y="10"/>
                    <a:pt x="85" y="10"/>
                  </a:cubicBezTo>
                  <a:cubicBezTo>
                    <a:pt x="85" y="4"/>
                    <a:pt x="81" y="0"/>
                    <a:pt x="75" y="0"/>
                  </a:cubicBezTo>
                  <a:cubicBezTo>
                    <a:pt x="69" y="0"/>
                    <a:pt x="64" y="4"/>
                    <a:pt x="64" y="10"/>
                  </a:cubicBezTo>
                  <a:cubicBezTo>
                    <a:pt x="64" y="22"/>
                    <a:pt x="64" y="22"/>
                    <a:pt x="64" y="22"/>
                  </a:cubicBezTo>
                  <a:cubicBezTo>
                    <a:pt x="28" y="27"/>
                    <a:pt x="0" y="58"/>
                    <a:pt x="0" y="96"/>
                  </a:cubicBezTo>
                  <a:cubicBezTo>
                    <a:pt x="0" y="133"/>
                    <a:pt x="28" y="164"/>
                    <a:pt x="64" y="169"/>
                  </a:cubicBezTo>
                  <a:cubicBezTo>
                    <a:pt x="64" y="276"/>
                    <a:pt x="64" y="276"/>
                    <a:pt x="64" y="276"/>
                  </a:cubicBezTo>
                  <a:cubicBezTo>
                    <a:pt x="46" y="272"/>
                    <a:pt x="31" y="259"/>
                    <a:pt x="24" y="241"/>
                  </a:cubicBezTo>
                  <a:cubicBezTo>
                    <a:pt x="22" y="236"/>
                    <a:pt x="16" y="233"/>
                    <a:pt x="11" y="235"/>
                  </a:cubicBezTo>
                  <a:cubicBezTo>
                    <a:pt x="5" y="237"/>
                    <a:pt x="2" y="243"/>
                    <a:pt x="4" y="249"/>
                  </a:cubicBezTo>
                  <a:cubicBezTo>
                    <a:pt x="14" y="275"/>
                    <a:pt x="37" y="294"/>
                    <a:pt x="64" y="297"/>
                  </a:cubicBezTo>
                  <a:cubicBezTo>
                    <a:pt x="64" y="320"/>
                    <a:pt x="64" y="320"/>
                    <a:pt x="64" y="320"/>
                  </a:cubicBezTo>
                  <a:cubicBezTo>
                    <a:pt x="64" y="326"/>
                    <a:pt x="69" y="330"/>
                    <a:pt x="75" y="330"/>
                  </a:cubicBezTo>
                  <a:cubicBezTo>
                    <a:pt x="81" y="330"/>
                    <a:pt x="85" y="326"/>
                    <a:pt x="85" y="320"/>
                  </a:cubicBezTo>
                  <a:cubicBezTo>
                    <a:pt x="85" y="297"/>
                    <a:pt x="85" y="297"/>
                    <a:pt x="85" y="297"/>
                  </a:cubicBezTo>
                  <a:cubicBezTo>
                    <a:pt x="121" y="292"/>
                    <a:pt x="149" y="261"/>
                    <a:pt x="149" y="224"/>
                  </a:cubicBezTo>
                  <a:close/>
                  <a:moveTo>
                    <a:pt x="21" y="96"/>
                  </a:moveTo>
                  <a:cubicBezTo>
                    <a:pt x="21" y="70"/>
                    <a:pt x="40" y="48"/>
                    <a:pt x="64" y="43"/>
                  </a:cubicBezTo>
                  <a:cubicBezTo>
                    <a:pt x="64" y="148"/>
                    <a:pt x="64" y="148"/>
                    <a:pt x="64" y="148"/>
                  </a:cubicBezTo>
                  <a:cubicBezTo>
                    <a:pt x="40" y="143"/>
                    <a:pt x="21" y="121"/>
                    <a:pt x="21" y="96"/>
                  </a:cubicBezTo>
                  <a:close/>
                  <a:moveTo>
                    <a:pt x="85" y="276"/>
                  </a:moveTo>
                  <a:cubicBezTo>
                    <a:pt x="85" y="171"/>
                    <a:pt x="85" y="171"/>
                    <a:pt x="85" y="171"/>
                  </a:cubicBezTo>
                  <a:cubicBezTo>
                    <a:pt x="110" y="176"/>
                    <a:pt x="128" y="198"/>
                    <a:pt x="128" y="224"/>
                  </a:cubicBezTo>
                  <a:cubicBezTo>
                    <a:pt x="128" y="249"/>
                    <a:pt x="110" y="271"/>
                    <a:pt x="85" y="27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sp>
          <p:nvSpPr>
            <p:cNvPr id="103" name="Freeform 382"/>
            <p:cNvSpPr>
              <a:spLocks noEditPoints="1"/>
            </p:cNvSpPr>
            <p:nvPr/>
          </p:nvSpPr>
          <p:spPr bwMode="auto">
            <a:xfrm>
              <a:off x="7362" y="120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000">
                <a:latin typeface="Aptos" panose="020B0004020202020204" pitchFamily="34" charset="0"/>
              </a:endParaRPr>
            </a:p>
          </p:txBody>
        </p:sp>
      </p:grpSp>
    </p:spTree>
    <p:extLst>
      <p:ext uri="{BB962C8B-B14F-4D97-AF65-F5344CB8AC3E}">
        <p14:creationId xmlns:p14="http://schemas.microsoft.com/office/powerpoint/2010/main" val="1535231624"/>
      </p:ext>
    </p:extLst>
  </p:cSld>
  <p:clrMapOvr>
    <a:masterClrMapping/>
  </p:clrMapOvr>
  <p:transition>
    <p:fade/>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dirty="0"/>
              <a:t>Integrated triangles and supportive text</a:t>
            </a:r>
            <a:endParaRPr lang="en-US" dirty="0"/>
          </a:p>
        </p:txBody>
      </p:sp>
      <p:grpSp>
        <p:nvGrpSpPr>
          <p:cNvPr id="104" name="Group 103"/>
          <p:cNvGrpSpPr/>
          <p:nvPr/>
        </p:nvGrpSpPr>
        <p:grpSpPr>
          <a:xfrm>
            <a:off x="2896960" y="1734864"/>
            <a:ext cx="2767202" cy="2512406"/>
            <a:chOff x="2545080" y="892802"/>
            <a:chExt cx="3405787" cy="3092192"/>
          </a:xfrm>
        </p:grpSpPr>
        <p:sp>
          <p:nvSpPr>
            <p:cNvPr id="105" name="Rectangle 7"/>
            <p:cNvSpPr/>
            <p:nvPr/>
          </p:nvSpPr>
          <p:spPr>
            <a:xfrm rot="3173193">
              <a:off x="3380815" y="2112002"/>
              <a:ext cx="2865120" cy="426720"/>
            </a:xfrm>
            <a:custGeom>
              <a:avLst/>
              <a:gdLst>
                <a:gd name="connsiteX0" fmla="*/ 0 w 2865120"/>
                <a:gd name="connsiteY0" fmla="*/ 0 h 426720"/>
                <a:gd name="connsiteX1" fmla="*/ 2865120 w 2865120"/>
                <a:gd name="connsiteY1" fmla="*/ 0 h 426720"/>
                <a:gd name="connsiteX2" fmla="*/ 2865120 w 2865120"/>
                <a:gd name="connsiteY2" fmla="*/ 426720 h 426720"/>
                <a:gd name="connsiteX3" fmla="*/ 0 w 2865120"/>
                <a:gd name="connsiteY3" fmla="*/ 426720 h 426720"/>
                <a:gd name="connsiteX4" fmla="*/ 0 w 2865120"/>
                <a:gd name="connsiteY4" fmla="*/ 0 h 426720"/>
                <a:gd name="connsiteX0" fmla="*/ 0 w 2865120"/>
                <a:gd name="connsiteY0" fmla="*/ 0 h 426720"/>
                <a:gd name="connsiteX1" fmla="*/ 2865120 w 2865120"/>
                <a:gd name="connsiteY1" fmla="*/ 0 h 426720"/>
                <a:gd name="connsiteX2" fmla="*/ 2865120 w 2865120"/>
                <a:gd name="connsiteY2" fmla="*/ 426720 h 426720"/>
                <a:gd name="connsiteX3" fmla="*/ 251466 w 2865120"/>
                <a:gd name="connsiteY3" fmla="*/ 425884 h 426720"/>
                <a:gd name="connsiteX4" fmla="*/ 0 w 2865120"/>
                <a:gd name="connsiteY4" fmla="*/ 0 h 426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5120" h="426720">
                  <a:moveTo>
                    <a:pt x="0" y="0"/>
                  </a:moveTo>
                  <a:lnTo>
                    <a:pt x="2865120" y="0"/>
                  </a:lnTo>
                  <a:lnTo>
                    <a:pt x="2865120" y="426720"/>
                  </a:lnTo>
                  <a:lnTo>
                    <a:pt x="251466" y="425884"/>
                  </a:lnTo>
                  <a:lnTo>
                    <a:pt x="0" y="0"/>
                  </a:ln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06" name="Rectangle 9"/>
            <p:cNvSpPr/>
            <p:nvPr/>
          </p:nvSpPr>
          <p:spPr>
            <a:xfrm rot="17989464">
              <a:off x="2197800" y="2133482"/>
              <a:ext cx="2811657" cy="429008"/>
            </a:xfrm>
            <a:custGeom>
              <a:avLst/>
              <a:gdLst>
                <a:gd name="connsiteX0" fmla="*/ 0 w 2865120"/>
                <a:gd name="connsiteY0" fmla="*/ 0 h 426720"/>
                <a:gd name="connsiteX1" fmla="*/ 2865120 w 2865120"/>
                <a:gd name="connsiteY1" fmla="*/ 0 h 426720"/>
                <a:gd name="connsiteX2" fmla="*/ 2865120 w 2865120"/>
                <a:gd name="connsiteY2" fmla="*/ 426720 h 426720"/>
                <a:gd name="connsiteX3" fmla="*/ 0 w 2865120"/>
                <a:gd name="connsiteY3" fmla="*/ 426720 h 426720"/>
                <a:gd name="connsiteX4" fmla="*/ 0 w 2865120"/>
                <a:gd name="connsiteY4" fmla="*/ 0 h 426720"/>
                <a:gd name="connsiteX0" fmla="*/ 0 w 2865120"/>
                <a:gd name="connsiteY0" fmla="*/ 0 h 426720"/>
                <a:gd name="connsiteX1" fmla="*/ 2865120 w 2865120"/>
                <a:gd name="connsiteY1" fmla="*/ 0 h 426720"/>
                <a:gd name="connsiteX2" fmla="*/ 2621134 w 2865120"/>
                <a:gd name="connsiteY2" fmla="*/ 412882 h 426720"/>
                <a:gd name="connsiteX3" fmla="*/ 0 w 2865120"/>
                <a:gd name="connsiteY3" fmla="*/ 426720 h 426720"/>
                <a:gd name="connsiteX4" fmla="*/ 0 w 2865120"/>
                <a:gd name="connsiteY4" fmla="*/ 0 h 426720"/>
                <a:gd name="connsiteX0" fmla="*/ 0 w 2865120"/>
                <a:gd name="connsiteY0" fmla="*/ 0 h 426720"/>
                <a:gd name="connsiteX1" fmla="*/ 2865120 w 2865120"/>
                <a:gd name="connsiteY1" fmla="*/ 0 h 426720"/>
                <a:gd name="connsiteX2" fmla="*/ 2629397 w 2865120"/>
                <a:gd name="connsiteY2" fmla="*/ 408146 h 426720"/>
                <a:gd name="connsiteX3" fmla="*/ 0 w 2865120"/>
                <a:gd name="connsiteY3" fmla="*/ 426720 h 426720"/>
                <a:gd name="connsiteX4" fmla="*/ 0 w 2865120"/>
                <a:gd name="connsiteY4" fmla="*/ 0 h 426720"/>
                <a:gd name="connsiteX0" fmla="*/ 0 w 2865120"/>
                <a:gd name="connsiteY0" fmla="*/ 0 h 426720"/>
                <a:gd name="connsiteX1" fmla="*/ 2865120 w 2865120"/>
                <a:gd name="connsiteY1" fmla="*/ 0 h 426720"/>
                <a:gd name="connsiteX2" fmla="*/ 2627911 w 2865120"/>
                <a:gd name="connsiteY2" fmla="*/ 400765 h 426720"/>
                <a:gd name="connsiteX3" fmla="*/ 0 w 2865120"/>
                <a:gd name="connsiteY3" fmla="*/ 426720 h 426720"/>
                <a:gd name="connsiteX4" fmla="*/ 0 w 2865120"/>
                <a:gd name="connsiteY4" fmla="*/ 0 h 426720"/>
                <a:gd name="connsiteX0" fmla="*/ 0 w 2832921"/>
                <a:gd name="connsiteY0" fmla="*/ 3499 h 430219"/>
                <a:gd name="connsiteX1" fmla="*/ 2832921 w 2832921"/>
                <a:gd name="connsiteY1" fmla="*/ 0 h 430219"/>
                <a:gd name="connsiteX2" fmla="*/ 2627911 w 2832921"/>
                <a:gd name="connsiteY2" fmla="*/ 404264 h 430219"/>
                <a:gd name="connsiteX3" fmla="*/ 0 w 2832921"/>
                <a:gd name="connsiteY3" fmla="*/ 430219 h 430219"/>
                <a:gd name="connsiteX4" fmla="*/ 0 w 2832921"/>
                <a:gd name="connsiteY4" fmla="*/ 3499 h 430219"/>
                <a:gd name="connsiteX0" fmla="*/ 0 w 2832921"/>
                <a:gd name="connsiteY0" fmla="*/ 3499 h 430219"/>
                <a:gd name="connsiteX1" fmla="*/ 2832921 w 2832921"/>
                <a:gd name="connsiteY1" fmla="*/ 0 h 430219"/>
                <a:gd name="connsiteX2" fmla="*/ 2620823 w 2832921"/>
                <a:gd name="connsiteY2" fmla="*/ 404668 h 430219"/>
                <a:gd name="connsiteX3" fmla="*/ 0 w 2832921"/>
                <a:gd name="connsiteY3" fmla="*/ 430219 h 430219"/>
                <a:gd name="connsiteX4" fmla="*/ 0 w 2832921"/>
                <a:gd name="connsiteY4" fmla="*/ 3499 h 430219"/>
                <a:gd name="connsiteX0" fmla="*/ 0 w 2811657"/>
                <a:gd name="connsiteY0" fmla="*/ 2288 h 429008"/>
                <a:gd name="connsiteX1" fmla="*/ 2811657 w 2811657"/>
                <a:gd name="connsiteY1" fmla="*/ 0 h 429008"/>
                <a:gd name="connsiteX2" fmla="*/ 2620823 w 2811657"/>
                <a:gd name="connsiteY2" fmla="*/ 403457 h 429008"/>
                <a:gd name="connsiteX3" fmla="*/ 0 w 2811657"/>
                <a:gd name="connsiteY3" fmla="*/ 429008 h 429008"/>
                <a:gd name="connsiteX4" fmla="*/ 0 w 2811657"/>
                <a:gd name="connsiteY4" fmla="*/ 2288 h 429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1657" h="429008">
                  <a:moveTo>
                    <a:pt x="0" y="2288"/>
                  </a:moveTo>
                  <a:lnTo>
                    <a:pt x="2811657" y="0"/>
                  </a:lnTo>
                  <a:lnTo>
                    <a:pt x="2620823" y="403457"/>
                  </a:lnTo>
                  <a:lnTo>
                    <a:pt x="0" y="429008"/>
                  </a:lnTo>
                  <a:lnTo>
                    <a:pt x="0" y="2288"/>
                  </a:lnTo>
                  <a:close/>
                </a:path>
              </a:pathLst>
            </a:cu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07" name="Rectangle 5"/>
            <p:cNvSpPr/>
            <p:nvPr/>
          </p:nvSpPr>
          <p:spPr>
            <a:xfrm>
              <a:off x="2545080" y="3337561"/>
              <a:ext cx="3121343" cy="431483"/>
            </a:xfrm>
            <a:custGeom>
              <a:avLst/>
              <a:gdLst>
                <a:gd name="connsiteX0" fmla="*/ 0 w 3040380"/>
                <a:gd name="connsiteY0" fmla="*/ 0 h 426720"/>
                <a:gd name="connsiteX1" fmla="*/ 3040380 w 3040380"/>
                <a:gd name="connsiteY1" fmla="*/ 0 h 426720"/>
                <a:gd name="connsiteX2" fmla="*/ 3040380 w 3040380"/>
                <a:gd name="connsiteY2" fmla="*/ 426720 h 426720"/>
                <a:gd name="connsiteX3" fmla="*/ 0 w 3040380"/>
                <a:gd name="connsiteY3" fmla="*/ 426720 h 426720"/>
                <a:gd name="connsiteX4" fmla="*/ 0 w 3040380"/>
                <a:gd name="connsiteY4" fmla="*/ 0 h 426720"/>
                <a:gd name="connsiteX0" fmla="*/ 228600 w 3040380"/>
                <a:gd name="connsiteY0" fmla="*/ 7620 h 426720"/>
                <a:gd name="connsiteX1" fmla="*/ 3040380 w 3040380"/>
                <a:gd name="connsiteY1" fmla="*/ 0 h 426720"/>
                <a:gd name="connsiteX2" fmla="*/ 3040380 w 3040380"/>
                <a:gd name="connsiteY2" fmla="*/ 426720 h 426720"/>
                <a:gd name="connsiteX3" fmla="*/ 0 w 3040380"/>
                <a:gd name="connsiteY3" fmla="*/ 426720 h 426720"/>
                <a:gd name="connsiteX4" fmla="*/ 228600 w 3040380"/>
                <a:gd name="connsiteY4" fmla="*/ 7620 h 426720"/>
                <a:gd name="connsiteX0" fmla="*/ 247650 w 3040380"/>
                <a:gd name="connsiteY0" fmla="*/ 2858 h 426720"/>
                <a:gd name="connsiteX1" fmla="*/ 3040380 w 3040380"/>
                <a:gd name="connsiteY1" fmla="*/ 0 h 426720"/>
                <a:gd name="connsiteX2" fmla="*/ 3040380 w 3040380"/>
                <a:gd name="connsiteY2" fmla="*/ 426720 h 426720"/>
                <a:gd name="connsiteX3" fmla="*/ 0 w 3040380"/>
                <a:gd name="connsiteY3" fmla="*/ 426720 h 426720"/>
                <a:gd name="connsiteX4" fmla="*/ 247650 w 3040380"/>
                <a:gd name="connsiteY4" fmla="*/ 2858 h 426720"/>
                <a:gd name="connsiteX0" fmla="*/ 245269 w 3040380"/>
                <a:gd name="connsiteY0" fmla="*/ 477 h 426720"/>
                <a:gd name="connsiteX1" fmla="*/ 3040380 w 3040380"/>
                <a:gd name="connsiteY1" fmla="*/ 0 h 426720"/>
                <a:gd name="connsiteX2" fmla="*/ 3040380 w 3040380"/>
                <a:gd name="connsiteY2" fmla="*/ 426720 h 426720"/>
                <a:gd name="connsiteX3" fmla="*/ 0 w 3040380"/>
                <a:gd name="connsiteY3" fmla="*/ 426720 h 426720"/>
                <a:gd name="connsiteX4" fmla="*/ 245269 w 3040380"/>
                <a:gd name="connsiteY4" fmla="*/ 477 h 426720"/>
                <a:gd name="connsiteX0" fmla="*/ 245269 w 3121343"/>
                <a:gd name="connsiteY0" fmla="*/ 477 h 431483"/>
                <a:gd name="connsiteX1" fmla="*/ 3040380 w 3121343"/>
                <a:gd name="connsiteY1" fmla="*/ 0 h 431483"/>
                <a:gd name="connsiteX2" fmla="*/ 3121343 w 3121343"/>
                <a:gd name="connsiteY2" fmla="*/ 431483 h 431483"/>
                <a:gd name="connsiteX3" fmla="*/ 0 w 3121343"/>
                <a:gd name="connsiteY3" fmla="*/ 426720 h 431483"/>
                <a:gd name="connsiteX4" fmla="*/ 245269 w 3121343"/>
                <a:gd name="connsiteY4" fmla="*/ 477 h 43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1343" h="431483">
                  <a:moveTo>
                    <a:pt x="245269" y="477"/>
                  </a:moveTo>
                  <a:lnTo>
                    <a:pt x="3040380" y="0"/>
                  </a:lnTo>
                  <a:lnTo>
                    <a:pt x="3121343" y="431483"/>
                  </a:lnTo>
                  <a:lnTo>
                    <a:pt x="0" y="426720"/>
                  </a:lnTo>
                  <a:lnTo>
                    <a:pt x="245269" y="477"/>
                  </a:ln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08" name="Rectangle 7"/>
            <p:cNvSpPr/>
            <p:nvPr/>
          </p:nvSpPr>
          <p:spPr>
            <a:xfrm rot="3173193">
              <a:off x="5290448" y="3324575"/>
              <a:ext cx="886915" cy="433923"/>
            </a:xfrm>
            <a:custGeom>
              <a:avLst/>
              <a:gdLst>
                <a:gd name="connsiteX0" fmla="*/ 0 w 2865120"/>
                <a:gd name="connsiteY0" fmla="*/ 0 h 426720"/>
                <a:gd name="connsiteX1" fmla="*/ 2865120 w 2865120"/>
                <a:gd name="connsiteY1" fmla="*/ 0 h 426720"/>
                <a:gd name="connsiteX2" fmla="*/ 2865120 w 2865120"/>
                <a:gd name="connsiteY2" fmla="*/ 426720 h 426720"/>
                <a:gd name="connsiteX3" fmla="*/ 0 w 2865120"/>
                <a:gd name="connsiteY3" fmla="*/ 426720 h 426720"/>
                <a:gd name="connsiteX4" fmla="*/ 0 w 2865120"/>
                <a:gd name="connsiteY4" fmla="*/ 0 h 426720"/>
                <a:gd name="connsiteX0" fmla="*/ 0 w 2865120"/>
                <a:gd name="connsiteY0" fmla="*/ 0 h 426720"/>
                <a:gd name="connsiteX1" fmla="*/ 2865120 w 2865120"/>
                <a:gd name="connsiteY1" fmla="*/ 0 h 426720"/>
                <a:gd name="connsiteX2" fmla="*/ 2865120 w 2865120"/>
                <a:gd name="connsiteY2" fmla="*/ 426720 h 426720"/>
                <a:gd name="connsiteX3" fmla="*/ 251466 w 2865120"/>
                <a:gd name="connsiteY3" fmla="*/ 425884 h 426720"/>
                <a:gd name="connsiteX4" fmla="*/ 0 w 2865120"/>
                <a:gd name="connsiteY4" fmla="*/ 0 h 426720"/>
                <a:gd name="connsiteX0" fmla="*/ 0 w 4498063"/>
                <a:gd name="connsiteY0" fmla="*/ 7203 h 433923"/>
                <a:gd name="connsiteX1" fmla="*/ 4498064 w 4498063"/>
                <a:gd name="connsiteY1" fmla="*/ 0 h 433923"/>
                <a:gd name="connsiteX2" fmla="*/ 2865120 w 4498063"/>
                <a:gd name="connsiteY2" fmla="*/ 433923 h 433923"/>
                <a:gd name="connsiteX3" fmla="*/ 251466 w 4498063"/>
                <a:gd name="connsiteY3" fmla="*/ 433087 h 433923"/>
                <a:gd name="connsiteX4" fmla="*/ 0 w 4498063"/>
                <a:gd name="connsiteY4" fmla="*/ 7203 h 433923"/>
                <a:gd name="connsiteX0" fmla="*/ 0 w 4498063"/>
                <a:gd name="connsiteY0" fmla="*/ 7203 h 433923"/>
                <a:gd name="connsiteX1" fmla="*/ 4498064 w 4498063"/>
                <a:gd name="connsiteY1" fmla="*/ 0 h 433923"/>
                <a:gd name="connsiteX2" fmla="*/ 2865120 w 4498063"/>
                <a:gd name="connsiteY2" fmla="*/ 433923 h 433923"/>
                <a:gd name="connsiteX3" fmla="*/ 96864 w 4498063"/>
                <a:gd name="connsiteY3" fmla="*/ 433910 h 433923"/>
                <a:gd name="connsiteX4" fmla="*/ 0 w 4498063"/>
                <a:gd name="connsiteY4" fmla="*/ 7203 h 433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063" h="433923">
                  <a:moveTo>
                    <a:pt x="0" y="7203"/>
                  </a:moveTo>
                  <a:lnTo>
                    <a:pt x="4498064" y="0"/>
                  </a:lnTo>
                  <a:lnTo>
                    <a:pt x="2865120" y="433923"/>
                  </a:lnTo>
                  <a:lnTo>
                    <a:pt x="96864" y="433910"/>
                  </a:lnTo>
                  <a:lnTo>
                    <a:pt x="0" y="7203"/>
                  </a:ln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grpSp>
      <p:sp>
        <p:nvSpPr>
          <p:cNvPr id="109" name="Rectangle 7"/>
          <p:cNvSpPr/>
          <p:nvPr/>
        </p:nvSpPr>
        <p:spPr>
          <a:xfrm rot="18426807" flipV="1">
            <a:off x="4609720" y="4246238"/>
            <a:ext cx="2327910" cy="346710"/>
          </a:xfrm>
          <a:custGeom>
            <a:avLst/>
            <a:gdLst>
              <a:gd name="connsiteX0" fmla="*/ 0 w 2865120"/>
              <a:gd name="connsiteY0" fmla="*/ 0 h 426720"/>
              <a:gd name="connsiteX1" fmla="*/ 2865120 w 2865120"/>
              <a:gd name="connsiteY1" fmla="*/ 0 h 426720"/>
              <a:gd name="connsiteX2" fmla="*/ 2865120 w 2865120"/>
              <a:gd name="connsiteY2" fmla="*/ 426720 h 426720"/>
              <a:gd name="connsiteX3" fmla="*/ 0 w 2865120"/>
              <a:gd name="connsiteY3" fmla="*/ 426720 h 426720"/>
              <a:gd name="connsiteX4" fmla="*/ 0 w 2865120"/>
              <a:gd name="connsiteY4" fmla="*/ 0 h 426720"/>
              <a:gd name="connsiteX0" fmla="*/ 0 w 2865120"/>
              <a:gd name="connsiteY0" fmla="*/ 0 h 426720"/>
              <a:gd name="connsiteX1" fmla="*/ 2865120 w 2865120"/>
              <a:gd name="connsiteY1" fmla="*/ 0 h 426720"/>
              <a:gd name="connsiteX2" fmla="*/ 2865120 w 2865120"/>
              <a:gd name="connsiteY2" fmla="*/ 426720 h 426720"/>
              <a:gd name="connsiteX3" fmla="*/ 251466 w 2865120"/>
              <a:gd name="connsiteY3" fmla="*/ 425884 h 426720"/>
              <a:gd name="connsiteX4" fmla="*/ 0 w 2865120"/>
              <a:gd name="connsiteY4" fmla="*/ 0 h 426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5120" h="426720">
                <a:moveTo>
                  <a:pt x="0" y="0"/>
                </a:moveTo>
                <a:lnTo>
                  <a:pt x="2865120" y="0"/>
                </a:lnTo>
                <a:lnTo>
                  <a:pt x="2865120" y="426720"/>
                </a:lnTo>
                <a:lnTo>
                  <a:pt x="251466" y="425884"/>
                </a:lnTo>
                <a:lnTo>
                  <a:pt x="0" y="0"/>
                </a:lnTo>
                <a:close/>
              </a:path>
            </a:pathLst>
          </a:cu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10" name="Rectangle 9"/>
          <p:cNvSpPr/>
          <p:nvPr/>
        </p:nvSpPr>
        <p:spPr>
          <a:xfrm rot="3610536" flipV="1">
            <a:off x="3648525" y="4226928"/>
            <a:ext cx="2284471" cy="348569"/>
          </a:xfrm>
          <a:custGeom>
            <a:avLst/>
            <a:gdLst>
              <a:gd name="connsiteX0" fmla="*/ 0 w 2865120"/>
              <a:gd name="connsiteY0" fmla="*/ 0 h 426720"/>
              <a:gd name="connsiteX1" fmla="*/ 2865120 w 2865120"/>
              <a:gd name="connsiteY1" fmla="*/ 0 h 426720"/>
              <a:gd name="connsiteX2" fmla="*/ 2865120 w 2865120"/>
              <a:gd name="connsiteY2" fmla="*/ 426720 h 426720"/>
              <a:gd name="connsiteX3" fmla="*/ 0 w 2865120"/>
              <a:gd name="connsiteY3" fmla="*/ 426720 h 426720"/>
              <a:gd name="connsiteX4" fmla="*/ 0 w 2865120"/>
              <a:gd name="connsiteY4" fmla="*/ 0 h 426720"/>
              <a:gd name="connsiteX0" fmla="*/ 0 w 2865120"/>
              <a:gd name="connsiteY0" fmla="*/ 0 h 426720"/>
              <a:gd name="connsiteX1" fmla="*/ 2865120 w 2865120"/>
              <a:gd name="connsiteY1" fmla="*/ 0 h 426720"/>
              <a:gd name="connsiteX2" fmla="*/ 2621134 w 2865120"/>
              <a:gd name="connsiteY2" fmla="*/ 412882 h 426720"/>
              <a:gd name="connsiteX3" fmla="*/ 0 w 2865120"/>
              <a:gd name="connsiteY3" fmla="*/ 426720 h 426720"/>
              <a:gd name="connsiteX4" fmla="*/ 0 w 2865120"/>
              <a:gd name="connsiteY4" fmla="*/ 0 h 426720"/>
              <a:gd name="connsiteX0" fmla="*/ 0 w 2865120"/>
              <a:gd name="connsiteY0" fmla="*/ 0 h 426720"/>
              <a:gd name="connsiteX1" fmla="*/ 2865120 w 2865120"/>
              <a:gd name="connsiteY1" fmla="*/ 0 h 426720"/>
              <a:gd name="connsiteX2" fmla="*/ 2629397 w 2865120"/>
              <a:gd name="connsiteY2" fmla="*/ 408146 h 426720"/>
              <a:gd name="connsiteX3" fmla="*/ 0 w 2865120"/>
              <a:gd name="connsiteY3" fmla="*/ 426720 h 426720"/>
              <a:gd name="connsiteX4" fmla="*/ 0 w 2865120"/>
              <a:gd name="connsiteY4" fmla="*/ 0 h 426720"/>
              <a:gd name="connsiteX0" fmla="*/ 0 w 2865120"/>
              <a:gd name="connsiteY0" fmla="*/ 0 h 426720"/>
              <a:gd name="connsiteX1" fmla="*/ 2865120 w 2865120"/>
              <a:gd name="connsiteY1" fmla="*/ 0 h 426720"/>
              <a:gd name="connsiteX2" fmla="*/ 2627911 w 2865120"/>
              <a:gd name="connsiteY2" fmla="*/ 400765 h 426720"/>
              <a:gd name="connsiteX3" fmla="*/ 0 w 2865120"/>
              <a:gd name="connsiteY3" fmla="*/ 426720 h 426720"/>
              <a:gd name="connsiteX4" fmla="*/ 0 w 2865120"/>
              <a:gd name="connsiteY4" fmla="*/ 0 h 426720"/>
              <a:gd name="connsiteX0" fmla="*/ 0 w 2832921"/>
              <a:gd name="connsiteY0" fmla="*/ 3499 h 430219"/>
              <a:gd name="connsiteX1" fmla="*/ 2832921 w 2832921"/>
              <a:gd name="connsiteY1" fmla="*/ 0 h 430219"/>
              <a:gd name="connsiteX2" fmla="*/ 2627911 w 2832921"/>
              <a:gd name="connsiteY2" fmla="*/ 404264 h 430219"/>
              <a:gd name="connsiteX3" fmla="*/ 0 w 2832921"/>
              <a:gd name="connsiteY3" fmla="*/ 430219 h 430219"/>
              <a:gd name="connsiteX4" fmla="*/ 0 w 2832921"/>
              <a:gd name="connsiteY4" fmla="*/ 3499 h 430219"/>
              <a:gd name="connsiteX0" fmla="*/ 0 w 2832921"/>
              <a:gd name="connsiteY0" fmla="*/ 3499 h 430219"/>
              <a:gd name="connsiteX1" fmla="*/ 2832921 w 2832921"/>
              <a:gd name="connsiteY1" fmla="*/ 0 h 430219"/>
              <a:gd name="connsiteX2" fmla="*/ 2620823 w 2832921"/>
              <a:gd name="connsiteY2" fmla="*/ 404668 h 430219"/>
              <a:gd name="connsiteX3" fmla="*/ 0 w 2832921"/>
              <a:gd name="connsiteY3" fmla="*/ 430219 h 430219"/>
              <a:gd name="connsiteX4" fmla="*/ 0 w 2832921"/>
              <a:gd name="connsiteY4" fmla="*/ 3499 h 430219"/>
              <a:gd name="connsiteX0" fmla="*/ 0 w 2811657"/>
              <a:gd name="connsiteY0" fmla="*/ 2288 h 429008"/>
              <a:gd name="connsiteX1" fmla="*/ 2811657 w 2811657"/>
              <a:gd name="connsiteY1" fmla="*/ 0 h 429008"/>
              <a:gd name="connsiteX2" fmla="*/ 2620823 w 2811657"/>
              <a:gd name="connsiteY2" fmla="*/ 403457 h 429008"/>
              <a:gd name="connsiteX3" fmla="*/ 0 w 2811657"/>
              <a:gd name="connsiteY3" fmla="*/ 429008 h 429008"/>
              <a:gd name="connsiteX4" fmla="*/ 0 w 2811657"/>
              <a:gd name="connsiteY4" fmla="*/ 2288 h 429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1657" h="429008">
                <a:moveTo>
                  <a:pt x="0" y="2288"/>
                </a:moveTo>
                <a:lnTo>
                  <a:pt x="2811657" y="0"/>
                </a:lnTo>
                <a:lnTo>
                  <a:pt x="2620823" y="403457"/>
                </a:lnTo>
                <a:lnTo>
                  <a:pt x="0" y="429008"/>
                </a:lnTo>
                <a:lnTo>
                  <a:pt x="0" y="2288"/>
                </a:lnTo>
                <a:close/>
              </a:path>
            </a:pathLst>
          </a:cu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11" name="Rectangle 5"/>
          <p:cNvSpPr/>
          <p:nvPr/>
        </p:nvSpPr>
        <p:spPr>
          <a:xfrm flipV="1">
            <a:off x="3930689" y="3246605"/>
            <a:ext cx="2536091" cy="350580"/>
          </a:xfrm>
          <a:custGeom>
            <a:avLst/>
            <a:gdLst>
              <a:gd name="connsiteX0" fmla="*/ 0 w 3040380"/>
              <a:gd name="connsiteY0" fmla="*/ 0 h 426720"/>
              <a:gd name="connsiteX1" fmla="*/ 3040380 w 3040380"/>
              <a:gd name="connsiteY1" fmla="*/ 0 h 426720"/>
              <a:gd name="connsiteX2" fmla="*/ 3040380 w 3040380"/>
              <a:gd name="connsiteY2" fmla="*/ 426720 h 426720"/>
              <a:gd name="connsiteX3" fmla="*/ 0 w 3040380"/>
              <a:gd name="connsiteY3" fmla="*/ 426720 h 426720"/>
              <a:gd name="connsiteX4" fmla="*/ 0 w 3040380"/>
              <a:gd name="connsiteY4" fmla="*/ 0 h 426720"/>
              <a:gd name="connsiteX0" fmla="*/ 228600 w 3040380"/>
              <a:gd name="connsiteY0" fmla="*/ 7620 h 426720"/>
              <a:gd name="connsiteX1" fmla="*/ 3040380 w 3040380"/>
              <a:gd name="connsiteY1" fmla="*/ 0 h 426720"/>
              <a:gd name="connsiteX2" fmla="*/ 3040380 w 3040380"/>
              <a:gd name="connsiteY2" fmla="*/ 426720 h 426720"/>
              <a:gd name="connsiteX3" fmla="*/ 0 w 3040380"/>
              <a:gd name="connsiteY3" fmla="*/ 426720 h 426720"/>
              <a:gd name="connsiteX4" fmla="*/ 228600 w 3040380"/>
              <a:gd name="connsiteY4" fmla="*/ 7620 h 426720"/>
              <a:gd name="connsiteX0" fmla="*/ 247650 w 3040380"/>
              <a:gd name="connsiteY0" fmla="*/ 2858 h 426720"/>
              <a:gd name="connsiteX1" fmla="*/ 3040380 w 3040380"/>
              <a:gd name="connsiteY1" fmla="*/ 0 h 426720"/>
              <a:gd name="connsiteX2" fmla="*/ 3040380 w 3040380"/>
              <a:gd name="connsiteY2" fmla="*/ 426720 h 426720"/>
              <a:gd name="connsiteX3" fmla="*/ 0 w 3040380"/>
              <a:gd name="connsiteY3" fmla="*/ 426720 h 426720"/>
              <a:gd name="connsiteX4" fmla="*/ 247650 w 3040380"/>
              <a:gd name="connsiteY4" fmla="*/ 2858 h 426720"/>
              <a:gd name="connsiteX0" fmla="*/ 245269 w 3040380"/>
              <a:gd name="connsiteY0" fmla="*/ 477 h 426720"/>
              <a:gd name="connsiteX1" fmla="*/ 3040380 w 3040380"/>
              <a:gd name="connsiteY1" fmla="*/ 0 h 426720"/>
              <a:gd name="connsiteX2" fmla="*/ 3040380 w 3040380"/>
              <a:gd name="connsiteY2" fmla="*/ 426720 h 426720"/>
              <a:gd name="connsiteX3" fmla="*/ 0 w 3040380"/>
              <a:gd name="connsiteY3" fmla="*/ 426720 h 426720"/>
              <a:gd name="connsiteX4" fmla="*/ 245269 w 3040380"/>
              <a:gd name="connsiteY4" fmla="*/ 477 h 426720"/>
              <a:gd name="connsiteX0" fmla="*/ 245269 w 3121343"/>
              <a:gd name="connsiteY0" fmla="*/ 477 h 431483"/>
              <a:gd name="connsiteX1" fmla="*/ 3040380 w 3121343"/>
              <a:gd name="connsiteY1" fmla="*/ 0 h 431483"/>
              <a:gd name="connsiteX2" fmla="*/ 3121343 w 3121343"/>
              <a:gd name="connsiteY2" fmla="*/ 431483 h 431483"/>
              <a:gd name="connsiteX3" fmla="*/ 0 w 3121343"/>
              <a:gd name="connsiteY3" fmla="*/ 426720 h 431483"/>
              <a:gd name="connsiteX4" fmla="*/ 245269 w 3121343"/>
              <a:gd name="connsiteY4" fmla="*/ 477 h 43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1343" h="431483">
                <a:moveTo>
                  <a:pt x="245269" y="477"/>
                </a:moveTo>
                <a:lnTo>
                  <a:pt x="3040380" y="0"/>
                </a:lnTo>
                <a:lnTo>
                  <a:pt x="3121343" y="431483"/>
                </a:lnTo>
                <a:lnTo>
                  <a:pt x="0" y="426720"/>
                </a:lnTo>
                <a:lnTo>
                  <a:pt x="245269" y="477"/>
                </a:ln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800" dirty="0">
              <a:solidFill>
                <a:schemeClr val="tx2"/>
              </a:solidFill>
              <a:latin typeface="Aptos" panose="020B0004020202020204" pitchFamily="34" charset="0"/>
            </a:endParaRPr>
          </a:p>
        </p:txBody>
      </p:sp>
      <p:sp>
        <p:nvSpPr>
          <p:cNvPr id="112" name="Rectangle 7"/>
          <p:cNvSpPr/>
          <p:nvPr/>
        </p:nvSpPr>
        <p:spPr>
          <a:xfrm rot="18426807" flipV="1">
            <a:off x="6161299" y="3255172"/>
            <a:ext cx="720618" cy="352562"/>
          </a:xfrm>
          <a:custGeom>
            <a:avLst/>
            <a:gdLst>
              <a:gd name="connsiteX0" fmla="*/ 0 w 2865120"/>
              <a:gd name="connsiteY0" fmla="*/ 0 h 426720"/>
              <a:gd name="connsiteX1" fmla="*/ 2865120 w 2865120"/>
              <a:gd name="connsiteY1" fmla="*/ 0 h 426720"/>
              <a:gd name="connsiteX2" fmla="*/ 2865120 w 2865120"/>
              <a:gd name="connsiteY2" fmla="*/ 426720 h 426720"/>
              <a:gd name="connsiteX3" fmla="*/ 0 w 2865120"/>
              <a:gd name="connsiteY3" fmla="*/ 426720 h 426720"/>
              <a:gd name="connsiteX4" fmla="*/ 0 w 2865120"/>
              <a:gd name="connsiteY4" fmla="*/ 0 h 426720"/>
              <a:gd name="connsiteX0" fmla="*/ 0 w 2865120"/>
              <a:gd name="connsiteY0" fmla="*/ 0 h 426720"/>
              <a:gd name="connsiteX1" fmla="*/ 2865120 w 2865120"/>
              <a:gd name="connsiteY1" fmla="*/ 0 h 426720"/>
              <a:gd name="connsiteX2" fmla="*/ 2865120 w 2865120"/>
              <a:gd name="connsiteY2" fmla="*/ 426720 h 426720"/>
              <a:gd name="connsiteX3" fmla="*/ 251466 w 2865120"/>
              <a:gd name="connsiteY3" fmla="*/ 425884 h 426720"/>
              <a:gd name="connsiteX4" fmla="*/ 0 w 2865120"/>
              <a:gd name="connsiteY4" fmla="*/ 0 h 426720"/>
              <a:gd name="connsiteX0" fmla="*/ 0 w 4498063"/>
              <a:gd name="connsiteY0" fmla="*/ 7203 h 433923"/>
              <a:gd name="connsiteX1" fmla="*/ 4498064 w 4498063"/>
              <a:gd name="connsiteY1" fmla="*/ 0 h 433923"/>
              <a:gd name="connsiteX2" fmla="*/ 2865120 w 4498063"/>
              <a:gd name="connsiteY2" fmla="*/ 433923 h 433923"/>
              <a:gd name="connsiteX3" fmla="*/ 251466 w 4498063"/>
              <a:gd name="connsiteY3" fmla="*/ 433087 h 433923"/>
              <a:gd name="connsiteX4" fmla="*/ 0 w 4498063"/>
              <a:gd name="connsiteY4" fmla="*/ 7203 h 433923"/>
              <a:gd name="connsiteX0" fmla="*/ 0 w 4498063"/>
              <a:gd name="connsiteY0" fmla="*/ 7203 h 433923"/>
              <a:gd name="connsiteX1" fmla="*/ 4498064 w 4498063"/>
              <a:gd name="connsiteY1" fmla="*/ 0 h 433923"/>
              <a:gd name="connsiteX2" fmla="*/ 2865120 w 4498063"/>
              <a:gd name="connsiteY2" fmla="*/ 433923 h 433923"/>
              <a:gd name="connsiteX3" fmla="*/ 96864 w 4498063"/>
              <a:gd name="connsiteY3" fmla="*/ 433910 h 433923"/>
              <a:gd name="connsiteX4" fmla="*/ 0 w 4498063"/>
              <a:gd name="connsiteY4" fmla="*/ 7203 h 433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063" h="433923">
                <a:moveTo>
                  <a:pt x="0" y="7203"/>
                </a:moveTo>
                <a:lnTo>
                  <a:pt x="4498064" y="0"/>
                </a:lnTo>
                <a:lnTo>
                  <a:pt x="2865120" y="433923"/>
                </a:lnTo>
                <a:lnTo>
                  <a:pt x="96864" y="433910"/>
                </a:lnTo>
                <a:lnTo>
                  <a:pt x="0" y="7203"/>
                </a:lnTo>
                <a:close/>
              </a:path>
            </a:pathLst>
          </a:cu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13" name="Rectangle 5"/>
          <p:cNvSpPr/>
          <p:nvPr/>
        </p:nvSpPr>
        <p:spPr>
          <a:xfrm>
            <a:off x="3345425" y="3721234"/>
            <a:ext cx="1485900" cy="350580"/>
          </a:xfrm>
          <a:custGeom>
            <a:avLst/>
            <a:gdLst>
              <a:gd name="connsiteX0" fmla="*/ 0 w 3040380"/>
              <a:gd name="connsiteY0" fmla="*/ 0 h 426720"/>
              <a:gd name="connsiteX1" fmla="*/ 3040380 w 3040380"/>
              <a:gd name="connsiteY1" fmla="*/ 0 h 426720"/>
              <a:gd name="connsiteX2" fmla="*/ 3040380 w 3040380"/>
              <a:gd name="connsiteY2" fmla="*/ 426720 h 426720"/>
              <a:gd name="connsiteX3" fmla="*/ 0 w 3040380"/>
              <a:gd name="connsiteY3" fmla="*/ 426720 h 426720"/>
              <a:gd name="connsiteX4" fmla="*/ 0 w 3040380"/>
              <a:gd name="connsiteY4" fmla="*/ 0 h 426720"/>
              <a:gd name="connsiteX0" fmla="*/ 228600 w 3040380"/>
              <a:gd name="connsiteY0" fmla="*/ 7620 h 426720"/>
              <a:gd name="connsiteX1" fmla="*/ 3040380 w 3040380"/>
              <a:gd name="connsiteY1" fmla="*/ 0 h 426720"/>
              <a:gd name="connsiteX2" fmla="*/ 3040380 w 3040380"/>
              <a:gd name="connsiteY2" fmla="*/ 426720 h 426720"/>
              <a:gd name="connsiteX3" fmla="*/ 0 w 3040380"/>
              <a:gd name="connsiteY3" fmla="*/ 426720 h 426720"/>
              <a:gd name="connsiteX4" fmla="*/ 228600 w 3040380"/>
              <a:gd name="connsiteY4" fmla="*/ 7620 h 426720"/>
              <a:gd name="connsiteX0" fmla="*/ 247650 w 3040380"/>
              <a:gd name="connsiteY0" fmla="*/ 2858 h 426720"/>
              <a:gd name="connsiteX1" fmla="*/ 3040380 w 3040380"/>
              <a:gd name="connsiteY1" fmla="*/ 0 h 426720"/>
              <a:gd name="connsiteX2" fmla="*/ 3040380 w 3040380"/>
              <a:gd name="connsiteY2" fmla="*/ 426720 h 426720"/>
              <a:gd name="connsiteX3" fmla="*/ 0 w 3040380"/>
              <a:gd name="connsiteY3" fmla="*/ 426720 h 426720"/>
              <a:gd name="connsiteX4" fmla="*/ 247650 w 3040380"/>
              <a:gd name="connsiteY4" fmla="*/ 2858 h 426720"/>
              <a:gd name="connsiteX0" fmla="*/ 245269 w 3040380"/>
              <a:gd name="connsiteY0" fmla="*/ 477 h 426720"/>
              <a:gd name="connsiteX1" fmla="*/ 3040380 w 3040380"/>
              <a:gd name="connsiteY1" fmla="*/ 0 h 426720"/>
              <a:gd name="connsiteX2" fmla="*/ 3040380 w 3040380"/>
              <a:gd name="connsiteY2" fmla="*/ 426720 h 426720"/>
              <a:gd name="connsiteX3" fmla="*/ 0 w 3040380"/>
              <a:gd name="connsiteY3" fmla="*/ 426720 h 426720"/>
              <a:gd name="connsiteX4" fmla="*/ 245269 w 3040380"/>
              <a:gd name="connsiteY4" fmla="*/ 477 h 426720"/>
              <a:gd name="connsiteX0" fmla="*/ 245269 w 3121343"/>
              <a:gd name="connsiteY0" fmla="*/ 477 h 431483"/>
              <a:gd name="connsiteX1" fmla="*/ 3040380 w 3121343"/>
              <a:gd name="connsiteY1" fmla="*/ 0 h 431483"/>
              <a:gd name="connsiteX2" fmla="*/ 3121343 w 3121343"/>
              <a:gd name="connsiteY2" fmla="*/ 431483 h 431483"/>
              <a:gd name="connsiteX3" fmla="*/ 0 w 3121343"/>
              <a:gd name="connsiteY3" fmla="*/ 426720 h 431483"/>
              <a:gd name="connsiteX4" fmla="*/ 245269 w 3121343"/>
              <a:gd name="connsiteY4" fmla="*/ 477 h 43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1343" h="431483">
                <a:moveTo>
                  <a:pt x="245269" y="477"/>
                </a:moveTo>
                <a:lnTo>
                  <a:pt x="3040380" y="0"/>
                </a:lnTo>
                <a:lnTo>
                  <a:pt x="3121343" y="431483"/>
                </a:lnTo>
                <a:lnTo>
                  <a:pt x="0" y="426720"/>
                </a:lnTo>
                <a:lnTo>
                  <a:pt x="245269" y="477"/>
                </a:ln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noAutofit/>
          </a:bodyPr>
          <a:lstStyle/>
          <a:p>
            <a:pPr algn="ctr"/>
            <a:endParaRPr lang="en-US" sz="1138" err="1">
              <a:solidFill>
                <a:schemeClr val="tx2"/>
              </a:solidFill>
              <a:latin typeface="Aptos" panose="020B0004020202020204" pitchFamily="34" charset="0"/>
            </a:endParaRPr>
          </a:p>
        </p:txBody>
      </p:sp>
      <p:sp>
        <p:nvSpPr>
          <p:cNvPr id="114" name="Half Frame 113"/>
          <p:cNvSpPr/>
          <p:nvPr/>
        </p:nvSpPr>
        <p:spPr>
          <a:xfrm rot="8142470">
            <a:off x="5251095" y="2570521"/>
            <a:ext cx="190897" cy="234184"/>
          </a:xfrm>
          <a:prstGeom prst="halfFrame">
            <a:avLst>
              <a:gd name="adj1" fmla="val 26576"/>
              <a:gd name="adj2" fmla="val 25856"/>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spAutoFit/>
          </a:bodyPr>
          <a:lstStyle/>
          <a:p>
            <a:pPr algn="ctr"/>
            <a:endParaRPr lang="en-US" sz="1138" err="1">
              <a:solidFill>
                <a:schemeClr val="tx2"/>
              </a:solidFill>
              <a:latin typeface="Aptos" panose="020B0004020202020204" pitchFamily="34" charset="0"/>
            </a:endParaRPr>
          </a:p>
        </p:txBody>
      </p:sp>
      <p:sp>
        <p:nvSpPr>
          <p:cNvPr id="115" name="TextBox 114"/>
          <p:cNvSpPr txBox="1"/>
          <p:nvPr/>
        </p:nvSpPr>
        <p:spPr>
          <a:xfrm>
            <a:off x="4873218" y="2458020"/>
            <a:ext cx="513358" cy="459181"/>
          </a:xfrm>
          <a:prstGeom prst="rect">
            <a:avLst/>
          </a:prstGeom>
          <a:noFill/>
        </p:spPr>
        <p:txBody>
          <a:bodyPr wrap="square" lIns="29250" tIns="29250" rIns="29250" bIns="29250" rtlCol="0">
            <a:spAutoFit/>
          </a:bodyPr>
          <a:lstStyle/>
          <a:p>
            <a:r>
              <a:rPr lang="en-US" sz="2600">
                <a:solidFill>
                  <a:schemeClr val="accent3"/>
                </a:solidFill>
                <a:latin typeface="Aptos" panose="020B0004020202020204" pitchFamily="34" charset="0"/>
              </a:rPr>
              <a:t>01</a:t>
            </a:r>
          </a:p>
        </p:txBody>
      </p:sp>
      <p:sp>
        <p:nvSpPr>
          <p:cNvPr id="116" name="TextBox 115"/>
          <p:cNvSpPr txBox="1"/>
          <p:nvPr/>
        </p:nvSpPr>
        <p:spPr>
          <a:xfrm>
            <a:off x="4884554" y="2314949"/>
            <a:ext cx="732631" cy="212960"/>
          </a:xfrm>
          <a:prstGeom prst="rect">
            <a:avLst/>
          </a:prstGeom>
          <a:noFill/>
        </p:spPr>
        <p:txBody>
          <a:bodyPr wrap="square" lIns="29250" tIns="29250" rIns="29250" bIns="29250" rtlCol="0">
            <a:spAutoFit/>
          </a:bodyPr>
          <a:lstStyle/>
          <a:p>
            <a:r>
              <a:rPr lang="en-US" sz="1000" b="1" dirty="0">
                <a:solidFill>
                  <a:schemeClr val="accent3"/>
                </a:solidFill>
                <a:latin typeface="Aptos" panose="020B0004020202020204" pitchFamily="34" charset="0"/>
              </a:rPr>
              <a:t>Options</a:t>
            </a:r>
          </a:p>
        </p:txBody>
      </p:sp>
      <p:sp>
        <p:nvSpPr>
          <p:cNvPr id="117" name="Rectangle 116"/>
          <p:cNvSpPr/>
          <p:nvPr/>
        </p:nvSpPr>
        <p:spPr>
          <a:xfrm>
            <a:off x="5629778" y="2501435"/>
            <a:ext cx="1855531" cy="625492"/>
          </a:xfrm>
          <a:prstGeom prst="rect">
            <a:avLst/>
          </a:prstGeom>
        </p:spPr>
        <p:txBody>
          <a:bodyPr wrap="square" lIns="0" tIns="0" rIns="0" bIns="0">
            <a:spAutoFit/>
          </a:bodyPr>
          <a:lstStyle/>
          <a:p>
            <a:r>
              <a:rPr lang="en-US" sz="800" b="1" dirty="0" err="1">
                <a:solidFill>
                  <a:schemeClr val="accent3"/>
                </a:solidFill>
                <a:latin typeface="Aptos" panose="020B0004020202020204" pitchFamily="34" charset="0"/>
              </a:rPr>
              <a:t>Lorem</a:t>
            </a:r>
            <a:r>
              <a:rPr lang="en-US" sz="800" b="1" dirty="0">
                <a:solidFill>
                  <a:schemeClr val="accent3"/>
                </a:solidFill>
                <a:latin typeface="Aptos" panose="020B0004020202020204" pitchFamily="34" charset="0"/>
              </a:rPr>
              <a:t> </a:t>
            </a:r>
            <a:r>
              <a:rPr lang="en-US" sz="800" b="1" dirty="0" err="1">
                <a:solidFill>
                  <a:schemeClr val="accent3"/>
                </a:solidFill>
                <a:latin typeface="Aptos" panose="020B0004020202020204" pitchFamily="34" charset="0"/>
              </a:rPr>
              <a:t>ipsum</a:t>
            </a:r>
            <a:r>
              <a:rPr lang="en-US" sz="800" b="1" dirty="0">
                <a:solidFill>
                  <a:schemeClr val="accent3"/>
                </a:solidFill>
                <a:latin typeface="Aptos" panose="020B0004020202020204" pitchFamily="34" charset="0"/>
              </a:rPr>
              <a:t> dolor </a:t>
            </a:r>
            <a:br>
              <a:rPr lang="en-US" sz="800" dirty="0">
                <a:solidFill>
                  <a:schemeClr val="accent3"/>
                </a:solidFill>
                <a:latin typeface="Aptos" panose="020B0004020202020204" pitchFamily="34" charset="0"/>
              </a:rPr>
            </a:br>
            <a:r>
              <a:rPr lang="en-US" sz="800" dirty="0">
                <a:solidFill>
                  <a:schemeClr val="accent3"/>
                </a:solidFill>
                <a:latin typeface="Aptos" panose="020B0004020202020204" pitchFamily="34" charset="0"/>
              </a:rPr>
              <a:t>This is dummy text it is not here to be read. This is dummy text it is not here to be read. This is dummy text it is not here to be read. </a:t>
            </a:r>
          </a:p>
        </p:txBody>
      </p:sp>
      <p:sp>
        <p:nvSpPr>
          <p:cNvPr id="118" name="Half Frame 117"/>
          <p:cNvSpPr/>
          <p:nvPr/>
        </p:nvSpPr>
        <p:spPr>
          <a:xfrm rot="8142470">
            <a:off x="3520245" y="4360790"/>
            <a:ext cx="190897" cy="234184"/>
          </a:xfrm>
          <a:prstGeom prst="halfFrame">
            <a:avLst>
              <a:gd name="adj1" fmla="val 26576"/>
              <a:gd name="adj2" fmla="val 25856"/>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spAutoFit/>
          </a:bodyPr>
          <a:lstStyle/>
          <a:p>
            <a:pPr algn="ctr"/>
            <a:endParaRPr lang="en-US" sz="1138" err="1">
              <a:solidFill>
                <a:schemeClr val="accent2"/>
              </a:solidFill>
              <a:latin typeface="Aptos" panose="020B0004020202020204" pitchFamily="34" charset="0"/>
            </a:endParaRPr>
          </a:p>
        </p:txBody>
      </p:sp>
      <p:sp>
        <p:nvSpPr>
          <p:cNvPr id="119" name="TextBox 118"/>
          <p:cNvSpPr txBox="1"/>
          <p:nvPr/>
        </p:nvSpPr>
        <p:spPr>
          <a:xfrm>
            <a:off x="3142368" y="4248289"/>
            <a:ext cx="513358" cy="459181"/>
          </a:xfrm>
          <a:prstGeom prst="rect">
            <a:avLst/>
          </a:prstGeom>
          <a:noFill/>
        </p:spPr>
        <p:txBody>
          <a:bodyPr wrap="square" lIns="29250" tIns="29250" rIns="29250" bIns="29250" rtlCol="0">
            <a:spAutoFit/>
          </a:bodyPr>
          <a:lstStyle/>
          <a:p>
            <a:r>
              <a:rPr lang="en-US" sz="2600" dirty="0">
                <a:solidFill>
                  <a:schemeClr val="accent2"/>
                </a:solidFill>
                <a:latin typeface="Aptos" panose="020B0004020202020204" pitchFamily="34" charset="0"/>
              </a:rPr>
              <a:t>01</a:t>
            </a:r>
          </a:p>
        </p:txBody>
      </p:sp>
      <p:sp>
        <p:nvSpPr>
          <p:cNvPr id="120" name="TextBox 119"/>
          <p:cNvSpPr txBox="1"/>
          <p:nvPr/>
        </p:nvSpPr>
        <p:spPr>
          <a:xfrm>
            <a:off x="3177685" y="4104219"/>
            <a:ext cx="732631" cy="212960"/>
          </a:xfrm>
          <a:prstGeom prst="rect">
            <a:avLst/>
          </a:prstGeom>
          <a:noFill/>
        </p:spPr>
        <p:txBody>
          <a:bodyPr wrap="square" lIns="29250" tIns="29250" rIns="29250" bIns="29250" rtlCol="0">
            <a:spAutoFit/>
          </a:bodyPr>
          <a:lstStyle/>
          <a:p>
            <a:r>
              <a:rPr lang="en-US" sz="1000" b="1" dirty="0">
                <a:solidFill>
                  <a:schemeClr val="accent2"/>
                </a:solidFill>
                <a:latin typeface="Aptos" panose="020B0004020202020204" pitchFamily="34" charset="0"/>
              </a:rPr>
              <a:t>Options</a:t>
            </a:r>
          </a:p>
        </p:txBody>
      </p:sp>
      <p:sp>
        <p:nvSpPr>
          <p:cNvPr id="121" name="Rectangle 120"/>
          <p:cNvSpPr/>
          <p:nvPr/>
        </p:nvSpPr>
        <p:spPr>
          <a:xfrm>
            <a:off x="3299675" y="4711533"/>
            <a:ext cx="1433580" cy="500393"/>
          </a:xfrm>
          <a:prstGeom prst="rect">
            <a:avLst/>
          </a:prstGeom>
        </p:spPr>
        <p:txBody>
          <a:bodyPr wrap="square" lIns="0" tIns="0" rIns="0" bIns="0">
            <a:spAutoFit/>
          </a:bodyPr>
          <a:lstStyle/>
          <a:p>
            <a:r>
              <a:rPr lang="en-US" sz="800" b="1" dirty="0" err="1">
                <a:solidFill>
                  <a:schemeClr val="accent2"/>
                </a:solidFill>
                <a:latin typeface="Aptos" panose="020B0004020202020204" pitchFamily="34" charset="0"/>
              </a:rPr>
              <a:t>Lorem</a:t>
            </a:r>
            <a:r>
              <a:rPr lang="en-US" sz="800" b="1" dirty="0">
                <a:solidFill>
                  <a:schemeClr val="accent2"/>
                </a:solidFill>
                <a:latin typeface="Aptos" panose="020B0004020202020204" pitchFamily="34" charset="0"/>
              </a:rPr>
              <a:t> </a:t>
            </a:r>
            <a:r>
              <a:rPr lang="en-US" sz="800" b="1" dirty="0" err="1">
                <a:solidFill>
                  <a:schemeClr val="accent2"/>
                </a:solidFill>
                <a:latin typeface="Aptos" panose="020B0004020202020204" pitchFamily="34" charset="0"/>
              </a:rPr>
              <a:t>ipsum</a:t>
            </a:r>
            <a:r>
              <a:rPr lang="en-US" sz="800" b="1" dirty="0">
                <a:solidFill>
                  <a:schemeClr val="accent2"/>
                </a:solidFill>
                <a:latin typeface="Aptos" panose="020B0004020202020204" pitchFamily="34" charset="0"/>
              </a:rPr>
              <a:t> dolor</a:t>
            </a:r>
            <a:br>
              <a:rPr lang="en-US" sz="800" dirty="0">
                <a:solidFill>
                  <a:schemeClr val="accent2"/>
                </a:solidFill>
                <a:latin typeface="Aptos" panose="020B0004020202020204" pitchFamily="34" charset="0"/>
              </a:rPr>
            </a:br>
            <a:r>
              <a:rPr lang="en-US" sz="800" dirty="0">
                <a:solidFill>
                  <a:schemeClr val="accent2"/>
                </a:solidFill>
                <a:latin typeface="Aptos" panose="020B0004020202020204" pitchFamily="34" charset="0"/>
              </a:rPr>
              <a:t>This is dummy text it is not here to be read. This is dummy text it is not here to be read. </a:t>
            </a:r>
          </a:p>
        </p:txBody>
      </p:sp>
      <p:sp>
        <p:nvSpPr>
          <p:cNvPr id="122" name="Rectangle 121"/>
          <p:cNvSpPr/>
          <p:nvPr/>
        </p:nvSpPr>
        <p:spPr>
          <a:xfrm rot="18000619">
            <a:off x="2865012" y="2732812"/>
            <a:ext cx="1829635" cy="250197"/>
          </a:xfrm>
          <a:prstGeom prst="rect">
            <a:avLst/>
          </a:prstGeom>
        </p:spPr>
        <p:txBody>
          <a:bodyPr wrap="square" lIns="0" tIns="0" rIns="0" bIns="0">
            <a:spAutoFit/>
          </a:bodyPr>
          <a:lstStyle/>
          <a:p>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r>
              <a:rPr lang="en-US" sz="800" b="1" dirty="0">
                <a:solidFill>
                  <a:schemeClr val="bg1"/>
                </a:solidFill>
                <a:latin typeface="Aptos" panose="020B0004020202020204" pitchFamily="34" charset="0"/>
              </a:rPr>
              <a:t> dolor </a:t>
            </a:r>
            <a:br>
              <a:rPr lang="en-US" sz="800" dirty="0">
                <a:solidFill>
                  <a:schemeClr val="bg1"/>
                </a:solidFill>
                <a:latin typeface="Aptos" panose="020B0004020202020204" pitchFamily="34" charset="0"/>
              </a:rPr>
            </a:br>
            <a:r>
              <a:rPr lang="en-US" sz="800" dirty="0">
                <a:solidFill>
                  <a:schemeClr val="bg1"/>
                </a:solidFill>
                <a:latin typeface="Aptos" panose="020B0004020202020204" pitchFamily="34" charset="0"/>
              </a:rPr>
              <a:t>This is dummy text not to be read</a:t>
            </a:r>
          </a:p>
        </p:txBody>
      </p:sp>
      <p:sp>
        <p:nvSpPr>
          <p:cNvPr id="123" name="Rectangle 122"/>
          <p:cNvSpPr/>
          <p:nvPr/>
        </p:nvSpPr>
        <p:spPr>
          <a:xfrm>
            <a:off x="4216838" y="3288436"/>
            <a:ext cx="1992381" cy="250197"/>
          </a:xfrm>
          <a:prstGeom prst="rect">
            <a:avLst/>
          </a:prstGeom>
        </p:spPr>
        <p:txBody>
          <a:bodyPr wrap="square" lIns="0" tIns="0" rIns="0" bIns="0">
            <a:spAutoFit/>
          </a:bodyPr>
          <a:lstStyle/>
          <a:p>
            <a:r>
              <a:rPr lang="en-US" sz="800" b="1" dirty="0">
                <a:latin typeface="Aptos" panose="020B0004020202020204" pitchFamily="34" charset="0"/>
              </a:rPr>
              <a:t>Lorem ipsum dolor </a:t>
            </a:r>
            <a:br>
              <a:rPr lang="en-US" sz="800" dirty="0">
                <a:latin typeface="Aptos" panose="020B0004020202020204" pitchFamily="34" charset="0"/>
              </a:rPr>
            </a:br>
            <a:r>
              <a:rPr lang="en-US" sz="800" dirty="0">
                <a:latin typeface="Aptos" panose="020B0004020202020204" pitchFamily="34" charset="0"/>
              </a:rPr>
              <a:t>This is dummy text</a:t>
            </a:r>
          </a:p>
        </p:txBody>
      </p:sp>
      <p:grpSp>
        <p:nvGrpSpPr>
          <p:cNvPr id="126" name="Group 351"/>
          <p:cNvGrpSpPr>
            <a:grpSpLocks noChangeAspect="1"/>
          </p:cNvGrpSpPr>
          <p:nvPr/>
        </p:nvGrpSpPr>
        <p:grpSpPr bwMode="auto">
          <a:xfrm>
            <a:off x="3891802" y="4164564"/>
            <a:ext cx="497645" cy="499107"/>
            <a:chOff x="2717" y="1172"/>
            <a:chExt cx="340" cy="341"/>
          </a:xfrm>
          <a:solidFill>
            <a:schemeClr val="accent2"/>
          </a:solidFill>
        </p:grpSpPr>
        <p:sp>
          <p:nvSpPr>
            <p:cNvPr id="127" name="Freeform 352"/>
            <p:cNvSpPr>
              <a:spLocks noEditPoints="1"/>
            </p:cNvSpPr>
            <p:nvPr/>
          </p:nvSpPr>
          <p:spPr bwMode="auto">
            <a:xfrm>
              <a:off x="2781" y="1264"/>
              <a:ext cx="212" cy="185"/>
            </a:xfrm>
            <a:custGeom>
              <a:avLst/>
              <a:gdLst>
                <a:gd name="T0" fmla="*/ 298 w 320"/>
                <a:gd name="T1" fmla="*/ 152 h 278"/>
                <a:gd name="T2" fmla="*/ 298 w 320"/>
                <a:gd name="T3" fmla="*/ 107 h 278"/>
                <a:gd name="T4" fmla="*/ 245 w 320"/>
                <a:gd name="T5" fmla="*/ 54 h 278"/>
                <a:gd name="T6" fmla="*/ 192 w 320"/>
                <a:gd name="T7" fmla="*/ 107 h 278"/>
                <a:gd name="T8" fmla="*/ 192 w 320"/>
                <a:gd name="T9" fmla="*/ 203 h 278"/>
                <a:gd name="T10" fmla="*/ 138 w 320"/>
                <a:gd name="T11" fmla="*/ 256 h 278"/>
                <a:gd name="T12" fmla="*/ 85 w 320"/>
                <a:gd name="T13" fmla="*/ 203 h 278"/>
                <a:gd name="T14" fmla="*/ 85 w 320"/>
                <a:gd name="T15" fmla="*/ 149 h 278"/>
                <a:gd name="T16" fmla="*/ 149 w 320"/>
                <a:gd name="T17" fmla="*/ 86 h 278"/>
                <a:gd name="T18" fmla="*/ 149 w 320"/>
                <a:gd name="T19" fmla="*/ 11 h 278"/>
                <a:gd name="T20" fmla="*/ 138 w 320"/>
                <a:gd name="T21" fmla="*/ 0 h 278"/>
                <a:gd name="T22" fmla="*/ 117 w 320"/>
                <a:gd name="T23" fmla="*/ 0 h 278"/>
                <a:gd name="T24" fmla="*/ 106 w 320"/>
                <a:gd name="T25" fmla="*/ 11 h 278"/>
                <a:gd name="T26" fmla="*/ 117 w 320"/>
                <a:gd name="T27" fmla="*/ 22 h 278"/>
                <a:gd name="T28" fmla="*/ 128 w 320"/>
                <a:gd name="T29" fmla="*/ 22 h 278"/>
                <a:gd name="T30" fmla="*/ 128 w 320"/>
                <a:gd name="T31" fmla="*/ 86 h 278"/>
                <a:gd name="T32" fmla="*/ 74 w 320"/>
                <a:gd name="T33" fmla="*/ 128 h 278"/>
                <a:gd name="T34" fmla="*/ 21 w 320"/>
                <a:gd name="T35" fmla="*/ 86 h 278"/>
                <a:gd name="T36" fmla="*/ 21 w 320"/>
                <a:gd name="T37" fmla="*/ 22 h 278"/>
                <a:gd name="T38" fmla="*/ 32 w 320"/>
                <a:gd name="T39" fmla="*/ 22 h 278"/>
                <a:gd name="T40" fmla="*/ 42 w 320"/>
                <a:gd name="T41" fmla="*/ 11 h 278"/>
                <a:gd name="T42" fmla="*/ 32 w 320"/>
                <a:gd name="T43" fmla="*/ 0 h 278"/>
                <a:gd name="T44" fmla="*/ 10 w 320"/>
                <a:gd name="T45" fmla="*/ 0 h 278"/>
                <a:gd name="T46" fmla="*/ 0 w 320"/>
                <a:gd name="T47" fmla="*/ 11 h 278"/>
                <a:gd name="T48" fmla="*/ 0 w 320"/>
                <a:gd name="T49" fmla="*/ 86 h 278"/>
                <a:gd name="T50" fmla="*/ 64 w 320"/>
                <a:gd name="T51" fmla="*/ 149 h 278"/>
                <a:gd name="T52" fmla="*/ 64 w 320"/>
                <a:gd name="T53" fmla="*/ 203 h 278"/>
                <a:gd name="T54" fmla="*/ 138 w 320"/>
                <a:gd name="T55" fmla="*/ 278 h 278"/>
                <a:gd name="T56" fmla="*/ 213 w 320"/>
                <a:gd name="T57" fmla="*/ 203 h 278"/>
                <a:gd name="T58" fmla="*/ 213 w 320"/>
                <a:gd name="T59" fmla="*/ 107 h 278"/>
                <a:gd name="T60" fmla="*/ 245 w 320"/>
                <a:gd name="T61" fmla="*/ 75 h 278"/>
                <a:gd name="T62" fmla="*/ 277 w 320"/>
                <a:gd name="T63" fmla="*/ 107 h 278"/>
                <a:gd name="T64" fmla="*/ 277 w 320"/>
                <a:gd name="T65" fmla="*/ 152 h 278"/>
                <a:gd name="T66" fmla="*/ 256 w 320"/>
                <a:gd name="T67" fmla="*/ 182 h 278"/>
                <a:gd name="T68" fmla="*/ 288 w 320"/>
                <a:gd name="T69" fmla="*/ 214 h 278"/>
                <a:gd name="T70" fmla="*/ 320 w 320"/>
                <a:gd name="T71" fmla="*/ 182 h 278"/>
                <a:gd name="T72" fmla="*/ 298 w 320"/>
                <a:gd name="T73" fmla="*/ 152 h 278"/>
                <a:gd name="T74" fmla="*/ 288 w 320"/>
                <a:gd name="T75" fmla="*/ 192 h 278"/>
                <a:gd name="T76" fmla="*/ 277 w 320"/>
                <a:gd name="T77" fmla="*/ 182 h 278"/>
                <a:gd name="T78" fmla="*/ 288 w 320"/>
                <a:gd name="T79" fmla="*/ 171 h 278"/>
                <a:gd name="T80" fmla="*/ 298 w 320"/>
                <a:gd name="T81" fmla="*/ 182 h 278"/>
                <a:gd name="T82" fmla="*/ 288 w 320"/>
                <a:gd name="T83" fmla="*/ 19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0" h="278">
                  <a:moveTo>
                    <a:pt x="298" y="152"/>
                  </a:moveTo>
                  <a:cubicBezTo>
                    <a:pt x="298" y="107"/>
                    <a:pt x="298" y="107"/>
                    <a:pt x="298" y="107"/>
                  </a:cubicBezTo>
                  <a:cubicBezTo>
                    <a:pt x="298" y="78"/>
                    <a:pt x="274" y="54"/>
                    <a:pt x="245" y="54"/>
                  </a:cubicBezTo>
                  <a:cubicBezTo>
                    <a:pt x="216" y="54"/>
                    <a:pt x="192" y="78"/>
                    <a:pt x="192" y="107"/>
                  </a:cubicBezTo>
                  <a:cubicBezTo>
                    <a:pt x="192" y="203"/>
                    <a:pt x="192" y="203"/>
                    <a:pt x="192" y="203"/>
                  </a:cubicBezTo>
                  <a:cubicBezTo>
                    <a:pt x="192" y="232"/>
                    <a:pt x="168" y="256"/>
                    <a:pt x="138" y="256"/>
                  </a:cubicBezTo>
                  <a:cubicBezTo>
                    <a:pt x="109" y="256"/>
                    <a:pt x="85" y="232"/>
                    <a:pt x="85" y="203"/>
                  </a:cubicBezTo>
                  <a:cubicBezTo>
                    <a:pt x="85" y="149"/>
                    <a:pt x="85" y="149"/>
                    <a:pt x="85" y="149"/>
                  </a:cubicBezTo>
                  <a:cubicBezTo>
                    <a:pt x="117" y="144"/>
                    <a:pt x="149" y="118"/>
                    <a:pt x="149" y="86"/>
                  </a:cubicBezTo>
                  <a:cubicBezTo>
                    <a:pt x="149" y="11"/>
                    <a:pt x="149" y="11"/>
                    <a:pt x="149" y="11"/>
                  </a:cubicBezTo>
                  <a:cubicBezTo>
                    <a:pt x="149" y="5"/>
                    <a:pt x="144" y="0"/>
                    <a:pt x="138" y="0"/>
                  </a:cubicBezTo>
                  <a:cubicBezTo>
                    <a:pt x="117" y="0"/>
                    <a:pt x="117" y="0"/>
                    <a:pt x="117" y="0"/>
                  </a:cubicBezTo>
                  <a:cubicBezTo>
                    <a:pt x="111" y="0"/>
                    <a:pt x="106" y="5"/>
                    <a:pt x="106" y="11"/>
                  </a:cubicBezTo>
                  <a:cubicBezTo>
                    <a:pt x="106" y="17"/>
                    <a:pt x="111" y="22"/>
                    <a:pt x="117" y="22"/>
                  </a:cubicBezTo>
                  <a:cubicBezTo>
                    <a:pt x="128" y="22"/>
                    <a:pt x="128" y="22"/>
                    <a:pt x="128" y="22"/>
                  </a:cubicBezTo>
                  <a:cubicBezTo>
                    <a:pt x="128" y="86"/>
                    <a:pt x="128" y="86"/>
                    <a:pt x="128" y="86"/>
                  </a:cubicBezTo>
                  <a:cubicBezTo>
                    <a:pt x="128" y="109"/>
                    <a:pt x="98" y="128"/>
                    <a:pt x="74" y="128"/>
                  </a:cubicBezTo>
                  <a:cubicBezTo>
                    <a:pt x="50" y="128"/>
                    <a:pt x="21" y="109"/>
                    <a:pt x="21" y="86"/>
                  </a:cubicBezTo>
                  <a:cubicBezTo>
                    <a:pt x="21" y="22"/>
                    <a:pt x="21" y="22"/>
                    <a:pt x="21" y="22"/>
                  </a:cubicBezTo>
                  <a:cubicBezTo>
                    <a:pt x="32" y="22"/>
                    <a:pt x="32" y="22"/>
                    <a:pt x="32" y="22"/>
                  </a:cubicBezTo>
                  <a:cubicBezTo>
                    <a:pt x="38" y="22"/>
                    <a:pt x="42" y="17"/>
                    <a:pt x="42" y="11"/>
                  </a:cubicBezTo>
                  <a:cubicBezTo>
                    <a:pt x="42" y="5"/>
                    <a:pt x="38" y="0"/>
                    <a:pt x="32" y="0"/>
                  </a:cubicBezTo>
                  <a:cubicBezTo>
                    <a:pt x="10" y="0"/>
                    <a:pt x="10" y="0"/>
                    <a:pt x="10" y="0"/>
                  </a:cubicBezTo>
                  <a:cubicBezTo>
                    <a:pt x="4" y="0"/>
                    <a:pt x="0" y="5"/>
                    <a:pt x="0" y="11"/>
                  </a:cubicBezTo>
                  <a:cubicBezTo>
                    <a:pt x="0" y="86"/>
                    <a:pt x="0" y="86"/>
                    <a:pt x="0" y="86"/>
                  </a:cubicBezTo>
                  <a:cubicBezTo>
                    <a:pt x="0" y="118"/>
                    <a:pt x="32" y="144"/>
                    <a:pt x="64" y="149"/>
                  </a:cubicBezTo>
                  <a:cubicBezTo>
                    <a:pt x="64" y="203"/>
                    <a:pt x="64" y="203"/>
                    <a:pt x="64" y="203"/>
                  </a:cubicBezTo>
                  <a:cubicBezTo>
                    <a:pt x="64" y="244"/>
                    <a:pt x="97" y="278"/>
                    <a:pt x="138" y="278"/>
                  </a:cubicBezTo>
                  <a:cubicBezTo>
                    <a:pt x="180" y="278"/>
                    <a:pt x="213" y="244"/>
                    <a:pt x="213" y="203"/>
                  </a:cubicBezTo>
                  <a:cubicBezTo>
                    <a:pt x="213" y="107"/>
                    <a:pt x="213" y="107"/>
                    <a:pt x="213" y="107"/>
                  </a:cubicBezTo>
                  <a:cubicBezTo>
                    <a:pt x="213" y="89"/>
                    <a:pt x="227" y="75"/>
                    <a:pt x="245" y="75"/>
                  </a:cubicBezTo>
                  <a:cubicBezTo>
                    <a:pt x="263" y="75"/>
                    <a:pt x="277" y="89"/>
                    <a:pt x="277" y="107"/>
                  </a:cubicBezTo>
                  <a:cubicBezTo>
                    <a:pt x="277" y="152"/>
                    <a:pt x="277" y="152"/>
                    <a:pt x="277" y="152"/>
                  </a:cubicBezTo>
                  <a:cubicBezTo>
                    <a:pt x="265" y="156"/>
                    <a:pt x="256" y="168"/>
                    <a:pt x="256" y="182"/>
                  </a:cubicBezTo>
                  <a:cubicBezTo>
                    <a:pt x="256" y="199"/>
                    <a:pt x="270" y="214"/>
                    <a:pt x="288" y="214"/>
                  </a:cubicBezTo>
                  <a:cubicBezTo>
                    <a:pt x="305" y="214"/>
                    <a:pt x="320" y="199"/>
                    <a:pt x="320" y="182"/>
                  </a:cubicBezTo>
                  <a:cubicBezTo>
                    <a:pt x="320" y="168"/>
                    <a:pt x="311" y="156"/>
                    <a:pt x="298" y="152"/>
                  </a:cubicBezTo>
                  <a:close/>
                  <a:moveTo>
                    <a:pt x="288" y="192"/>
                  </a:moveTo>
                  <a:cubicBezTo>
                    <a:pt x="282" y="192"/>
                    <a:pt x="277" y="188"/>
                    <a:pt x="277" y="182"/>
                  </a:cubicBezTo>
                  <a:cubicBezTo>
                    <a:pt x="277" y="176"/>
                    <a:pt x="282" y="171"/>
                    <a:pt x="288" y="171"/>
                  </a:cubicBezTo>
                  <a:cubicBezTo>
                    <a:pt x="294" y="171"/>
                    <a:pt x="298" y="176"/>
                    <a:pt x="298" y="182"/>
                  </a:cubicBezTo>
                  <a:cubicBezTo>
                    <a:pt x="298" y="188"/>
                    <a:pt x="294" y="192"/>
                    <a:pt x="288" y="19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28" name="Freeform 353"/>
            <p:cNvSpPr>
              <a:spLocks noEditPoints="1"/>
            </p:cNvSpPr>
            <p:nvPr/>
          </p:nvSpPr>
          <p:spPr bwMode="auto">
            <a:xfrm>
              <a:off x="2717" y="1172"/>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129" name="Group 336"/>
          <p:cNvGrpSpPr>
            <a:grpSpLocks noChangeAspect="1"/>
          </p:cNvGrpSpPr>
          <p:nvPr/>
        </p:nvGrpSpPr>
        <p:grpSpPr bwMode="auto">
          <a:xfrm>
            <a:off x="5637219" y="1977241"/>
            <a:ext cx="498223" cy="496761"/>
            <a:chOff x="4262" y="1204"/>
            <a:chExt cx="341" cy="340"/>
          </a:xfrm>
          <a:solidFill>
            <a:schemeClr val="accent3"/>
          </a:solidFill>
        </p:grpSpPr>
        <p:sp>
          <p:nvSpPr>
            <p:cNvPr id="130" name="Freeform 337"/>
            <p:cNvSpPr>
              <a:spLocks noEditPoints="1"/>
            </p:cNvSpPr>
            <p:nvPr/>
          </p:nvSpPr>
          <p:spPr bwMode="auto">
            <a:xfrm>
              <a:off x="4262" y="1204"/>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31" name="Freeform 338"/>
            <p:cNvSpPr>
              <a:spLocks noEditPoints="1"/>
            </p:cNvSpPr>
            <p:nvPr/>
          </p:nvSpPr>
          <p:spPr bwMode="auto">
            <a:xfrm>
              <a:off x="4354" y="1268"/>
              <a:ext cx="156" cy="212"/>
            </a:xfrm>
            <a:custGeom>
              <a:avLst/>
              <a:gdLst>
                <a:gd name="T0" fmla="*/ 182 w 235"/>
                <a:gd name="T1" fmla="*/ 85 h 320"/>
                <a:gd name="T2" fmla="*/ 203 w 235"/>
                <a:gd name="T3" fmla="*/ 64 h 320"/>
                <a:gd name="T4" fmla="*/ 214 w 235"/>
                <a:gd name="T5" fmla="*/ 32 h 320"/>
                <a:gd name="T6" fmla="*/ 43 w 235"/>
                <a:gd name="T7" fmla="*/ 0 h 320"/>
                <a:gd name="T8" fmla="*/ 22 w 235"/>
                <a:gd name="T9" fmla="*/ 53 h 320"/>
                <a:gd name="T10" fmla="*/ 54 w 235"/>
                <a:gd name="T11" fmla="*/ 64 h 320"/>
                <a:gd name="T12" fmla="*/ 32 w 235"/>
                <a:gd name="T13" fmla="*/ 85 h 320"/>
                <a:gd name="T14" fmla="*/ 0 w 235"/>
                <a:gd name="T15" fmla="*/ 288 h 320"/>
                <a:gd name="T16" fmla="*/ 203 w 235"/>
                <a:gd name="T17" fmla="*/ 320 h 320"/>
                <a:gd name="T18" fmla="*/ 235 w 235"/>
                <a:gd name="T19" fmla="*/ 117 h 320"/>
                <a:gd name="T20" fmla="*/ 191 w 235"/>
                <a:gd name="T21" fmla="*/ 21 h 320"/>
                <a:gd name="T22" fmla="*/ 192 w 235"/>
                <a:gd name="T23" fmla="*/ 42 h 320"/>
                <a:gd name="T24" fmla="*/ 171 w 235"/>
                <a:gd name="T25" fmla="*/ 21 h 320"/>
                <a:gd name="T26" fmla="*/ 150 w 235"/>
                <a:gd name="T27" fmla="*/ 21 h 320"/>
                <a:gd name="T28" fmla="*/ 128 w 235"/>
                <a:gd name="T29" fmla="*/ 42 h 320"/>
                <a:gd name="T30" fmla="*/ 150 w 235"/>
                <a:gd name="T31" fmla="*/ 21 h 320"/>
                <a:gd name="T32" fmla="*/ 107 w 235"/>
                <a:gd name="T33" fmla="*/ 42 h 320"/>
                <a:gd name="T34" fmla="*/ 86 w 235"/>
                <a:gd name="T35" fmla="*/ 21 h 320"/>
                <a:gd name="T36" fmla="*/ 43 w 235"/>
                <a:gd name="T37" fmla="*/ 42 h 320"/>
                <a:gd name="T38" fmla="*/ 44 w 235"/>
                <a:gd name="T39" fmla="*/ 21 h 320"/>
                <a:gd name="T40" fmla="*/ 64 w 235"/>
                <a:gd name="T41" fmla="*/ 42 h 320"/>
                <a:gd name="T42" fmla="*/ 75 w 235"/>
                <a:gd name="T43" fmla="*/ 64 h 320"/>
                <a:gd name="T44" fmla="*/ 160 w 235"/>
                <a:gd name="T45" fmla="*/ 85 h 320"/>
                <a:gd name="T46" fmla="*/ 75 w 235"/>
                <a:gd name="T47" fmla="*/ 64 h 320"/>
                <a:gd name="T48" fmla="*/ 203 w 235"/>
                <a:gd name="T49" fmla="*/ 298 h 320"/>
                <a:gd name="T50" fmla="*/ 22 w 235"/>
                <a:gd name="T51" fmla="*/ 288 h 320"/>
                <a:gd name="T52" fmla="*/ 32 w 235"/>
                <a:gd name="T53" fmla="*/ 106 h 320"/>
                <a:gd name="T54" fmla="*/ 214 w 235"/>
                <a:gd name="T55" fmla="*/ 117 h 320"/>
                <a:gd name="T56" fmla="*/ 182 w 235"/>
                <a:gd name="T57" fmla="*/ 202 h 320"/>
                <a:gd name="T58" fmla="*/ 128 w 235"/>
                <a:gd name="T59" fmla="*/ 213 h 320"/>
                <a:gd name="T60" fmla="*/ 118 w 235"/>
                <a:gd name="T61" fmla="*/ 266 h 320"/>
                <a:gd name="T62" fmla="*/ 107 w 235"/>
                <a:gd name="T63" fmla="*/ 213 h 320"/>
                <a:gd name="T64" fmla="*/ 54 w 235"/>
                <a:gd name="T65" fmla="*/ 202 h 320"/>
                <a:gd name="T66" fmla="*/ 107 w 235"/>
                <a:gd name="T67" fmla="*/ 192 h 320"/>
                <a:gd name="T68" fmla="*/ 118 w 235"/>
                <a:gd name="T69" fmla="*/ 138 h 320"/>
                <a:gd name="T70" fmla="*/ 128 w 235"/>
                <a:gd name="T71" fmla="*/ 192 h 320"/>
                <a:gd name="T72" fmla="*/ 182 w 235"/>
                <a:gd name="T73" fmla="*/ 20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5" h="320">
                  <a:moveTo>
                    <a:pt x="203" y="85"/>
                  </a:moveTo>
                  <a:cubicBezTo>
                    <a:pt x="182" y="85"/>
                    <a:pt x="182" y="85"/>
                    <a:pt x="182" y="85"/>
                  </a:cubicBezTo>
                  <a:cubicBezTo>
                    <a:pt x="182" y="64"/>
                    <a:pt x="182" y="64"/>
                    <a:pt x="182" y="64"/>
                  </a:cubicBezTo>
                  <a:cubicBezTo>
                    <a:pt x="203" y="64"/>
                    <a:pt x="203" y="64"/>
                    <a:pt x="203" y="64"/>
                  </a:cubicBezTo>
                  <a:cubicBezTo>
                    <a:pt x="209" y="64"/>
                    <a:pt x="214" y="59"/>
                    <a:pt x="214" y="53"/>
                  </a:cubicBezTo>
                  <a:cubicBezTo>
                    <a:pt x="214" y="32"/>
                    <a:pt x="214" y="32"/>
                    <a:pt x="214" y="32"/>
                  </a:cubicBezTo>
                  <a:cubicBezTo>
                    <a:pt x="214" y="10"/>
                    <a:pt x="206" y="0"/>
                    <a:pt x="192" y="0"/>
                  </a:cubicBezTo>
                  <a:cubicBezTo>
                    <a:pt x="43" y="0"/>
                    <a:pt x="43" y="0"/>
                    <a:pt x="43" y="0"/>
                  </a:cubicBezTo>
                  <a:cubicBezTo>
                    <a:pt x="29" y="0"/>
                    <a:pt x="22" y="10"/>
                    <a:pt x="22" y="32"/>
                  </a:cubicBezTo>
                  <a:cubicBezTo>
                    <a:pt x="22" y="53"/>
                    <a:pt x="22" y="53"/>
                    <a:pt x="22" y="53"/>
                  </a:cubicBezTo>
                  <a:cubicBezTo>
                    <a:pt x="22" y="59"/>
                    <a:pt x="26" y="64"/>
                    <a:pt x="32" y="64"/>
                  </a:cubicBezTo>
                  <a:cubicBezTo>
                    <a:pt x="54" y="64"/>
                    <a:pt x="54" y="64"/>
                    <a:pt x="54" y="64"/>
                  </a:cubicBezTo>
                  <a:cubicBezTo>
                    <a:pt x="54" y="85"/>
                    <a:pt x="54" y="85"/>
                    <a:pt x="54" y="85"/>
                  </a:cubicBezTo>
                  <a:cubicBezTo>
                    <a:pt x="32" y="85"/>
                    <a:pt x="32" y="85"/>
                    <a:pt x="32" y="85"/>
                  </a:cubicBezTo>
                  <a:cubicBezTo>
                    <a:pt x="15" y="85"/>
                    <a:pt x="0" y="99"/>
                    <a:pt x="0" y="117"/>
                  </a:cubicBezTo>
                  <a:cubicBezTo>
                    <a:pt x="0" y="288"/>
                    <a:pt x="0" y="288"/>
                    <a:pt x="0" y="288"/>
                  </a:cubicBezTo>
                  <a:cubicBezTo>
                    <a:pt x="0" y="305"/>
                    <a:pt x="15" y="320"/>
                    <a:pt x="32" y="320"/>
                  </a:cubicBezTo>
                  <a:cubicBezTo>
                    <a:pt x="203" y="320"/>
                    <a:pt x="203" y="320"/>
                    <a:pt x="203" y="320"/>
                  </a:cubicBezTo>
                  <a:cubicBezTo>
                    <a:pt x="221" y="320"/>
                    <a:pt x="235" y="305"/>
                    <a:pt x="235" y="288"/>
                  </a:cubicBezTo>
                  <a:cubicBezTo>
                    <a:pt x="235" y="117"/>
                    <a:pt x="235" y="117"/>
                    <a:pt x="235" y="117"/>
                  </a:cubicBezTo>
                  <a:cubicBezTo>
                    <a:pt x="235" y="99"/>
                    <a:pt x="221" y="85"/>
                    <a:pt x="203" y="85"/>
                  </a:cubicBezTo>
                  <a:close/>
                  <a:moveTo>
                    <a:pt x="191" y="21"/>
                  </a:moveTo>
                  <a:cubicBezTo>
                    <a:pt x="192" y="22"/>
                    <a:pt x="192" y="25"/>
                    <a:pt x="192" y="32"/>
                  </a:cubicBezTo>
                  <a:cubicBezTo>
                    <a:pt x="192" y="42"/>
                    <a:pt x="192" y="42"/>
                    <a:pt x="192" y="42"/>
                  </a:cubicBezTo>
                  <a:cubicBezTo>
                    <a:pt x="171" y="42"/>
                    <a:pt x="171" y="42"/>
                    <a:pt x="171" y="42"/>
                  </a:cubicBezTo>
                  <a:cubicBezTo>
                    <a:pt x="171" y="21"/>
                    <a:pt x="171" y="21"/>
                    <a:pt x="171" y="21"/>
                  </a:cubicBezTo>
                  <a:lnTo>
                    <a:pt x="191" y="21"/>
                  </a:lnTo>
                  <a:close/>
                  <a:moveTo>
                    <a:pt x="150" y="21"/>
                  </a:moveTo>
                  <a:cubicBezTo>
                    <a:pt x="150" y="42"/>
                    <a:pt x="150" y="42"/>
                    <a:pt x="150" y="42"/>
                  </a:cubicBezTo>
                  <a:cubicBezTo>
                    <a:pt x="128" y="42"/>
                    <a:pt x="128" y="42"/>
                    <a:pt x="128" y="42"/>
                  </a:cubicBezTo>
                  <a:cubicBezTo>
                    <a:pt x="128" y="21"/>
                    <a:pt x="128" y="21"/>
                    <a:pt x="128" y="21"/>
                  </a:cubicBezTo>
                  <a:lnTo>
                    <a:pt x="150" y="21"/>
                  </a:lnTo>
                  <a:close/>
                  <a:moveTo>
                    <a:pt x="107" y="21"/>
                  </a:moveTo>
                  <a:cubicBezTo>
                    <a:pt x="107" y="42"/>
                    <a:pt x="107" y="42"/>
                    <a:pt x="107" y="42"/>
                  </a:cubicBezTo>
                  <a:cubicBezTo>
                    <a:pt x="86" y="42"/>
                    <a:pt x="86" y="42"/>
                    <a:pt x="86" y="42"/>
                  </a:cubicBezTo>
                  <a:cubicBezTo>
                    <a:pt x="86" y="21"/>
                    <a:pt x="86" y="21"/>
                    <a:pt x="86" y="21"/>
                  </a:cubicBezTo>
                  <a:lnTo>
                    <a:pt x="107" y="21"/>
                  </a:lnTo>
                  <a:close/>
                  <a:moveTo>
                    <a:pt x="43" y="42"/>
                  </a:moveTo>
                  <a:cubicBezTo>
                    <a:pt x="43" y="32"/>
                    <a:pt x="43" y="32"/>
                    <a:pt x="43" y="32"/>
                  </a:cubicBezTo>
                  <a:cubicBezTo>
                    <a:pt x="43" y="25"/>
                    <a:pt x="44" y="22"/>
                    <a:pt x="44" y="21"/>
                  </a:cubicBezTo>
                  <a:cubicBezTo>
                    <a:pt x="64" y="21"/>
                    <a:pt x="64" y="21"/>
                    <a:pt x="64" y="21"/>
                  </a:cubicBezTo>
                  <a:cubicBezTo>
                    <a:pt x="64" y="42"/>
                    <a:pt x="64" y="42"/>
                    <a:pt x="64" y="42"/>
                  </a:cubicBezTo>
                  <a:lnTo>
                    <a:pt x="43" y="42"/>
                  </a:lnTo>
                  <a:close/>
                  <a:moveTo>
                    <a:pt x="75" y="64"/>
                  </a:moveTo>
                  <a:cubicBezTo>
                    <a:pt x="160" y="64"/>
                    <a:pt x="160" y="64"/>
                    <a:pt x="160" y="64"/>
                  </a:cubicBezTo>
                  <a:cubicBezTo>
                    <a:pt x="160" y="85"/>
                    <a:pt x="160" y="85"/>
                    <a:pt x="160" y="85"/>
                  </a:cubicBezTo>
                  <a:cubicBezTo>
                    <a:pt x="75" y="85"/>
                    <a:pt x="75" y="85"/>
                    <a:pt x="75" y="85"/>
                  </a:cubicBezTo>
                  <a:lnTo>
                    <a:pt x="75" y="64"/>
                  </a:lnTo>
                  <a:close/>
                  <a:moveTo>
                    <a:pt x="214" y="288"/>
                  </a:moveTo>
                  <a:cubicBezTo>
                    <a:pt x="214" y="294"/>
                    <a:pt x="209" y="298"/>
                    <a:pt x="203" y="298"/>
                  </a:cubicBezTo>
                  <a:cubicBezTo>
                    <a:pt x="32" y="298"/>
                    <a:pt x="32" y="298"/>
                    <a:pt x="32" y="298"/>
                  </a:cubicBezTo>
                  <a:cubicBezTo>
                    <a:pt x="26" y="298"/>
                    <a:pt x="22" y="294"/>
                    <a:pt x="22" y="288"/>
                  </a:cubicBezTo>
                  <a:cubicBezTo>
                    <a:pt x="22" y="117"/>
                    <a:pt x="22" y="117"/>
                    <a:pt x="22" y="117"/>
                  </a:cubicBezTo>
                  <a:cubicBezTo>
                    <a:pt x="22" y="111"/>
                    <a:pt x="26" y="106"/>
                    <a:pt x="32" y="106"/>
                  </a:cubicBezTo>
                  <a:cubicBezTo>
                    <a:pt x="203" y="106"/>
                    <a:pt x="203" y="106"/>
                    <a:pt x="203" y="106"/>
                  </a:cubicBezTo>
                  <a:cubicBezTo>
                    <a:pt x="209" y="106"/>
                    <a:pt x="214" y="111"/>
                    <a:pt x="214" y="117"/>
                  </a:cubicBezTo>
                  <a:lnTo>
                    <a:pt x="214" y="288"/>
                  </a:lnTo>
                  <a:close/>
                  <a:moveTo>
                    <a:pt x="182" y="202"/>
                  </a:moveTo>
                  <a:cubicBezTo>
                    <a:pt x="182" y="208"/>
                    <a:pt x="177" y="213"/>
                    <a:pt x="171" y="213"/>
                  </a:cubicBezTo>
                  <a:cubicBezTo>
                    <a:pt x="128" y="213"/>
                    <a:pt x="128" y="213"/>
                    <a:pt x="128" y="213"/>
                  </a:cubicBezTo>
                  <a:cubicBezTo>
                    <a:pt x="128" y="256"/>
                    <a:pt x="128" y="256"/>
                    <a:pt x="128" y="256"/>
                  </a:cubicBezTo>
                  <a:cubicBezTo>
                    <a:pt x="128" y="262"/>
                    <a:pt x="124" y="266"/>
                    <a:pt x="118" y="266"/>
                  </a:cubicBezTo>
                  <a:cubicBezTo>
                    <a:pt x="112" y="266"/>
                    <a:pt x="107" y="262"/>
                    <a:pt x="107" y="256"/>
                  </a:cubicBezTo>
                  <a:cubicBezTo>
                    <a:pt x="107" y="213"/>
                    <a:pt x="107" y="213"/>
                    <a:pt x="107" y="213"/>
                  </a:cubicBezTo>
                  <a:cubicBezTo>
                    <a:pt x="64" y="213"/>
                    <a:pt x="64" y="213"/>
                    <a:pt x="64" y="213"/>
                  </a:cubicBezTo>
                  <a:cubicBezTo>
                    <a:pt x="58" y="213"/>
                    <a:pt x="54" y="208"/>
                    <a:pt x="54" y="202"/>
                  </a:cubicBezTo>
                  <a:cubicBezTo>
                    <a:pt x="54" y="196"/>
                    <a:pt x="58" y="192"/>
                    <a:pt x="64" y="192"/>
                  </a:cubicBezTo>
                  <a:cubicBezTo>
                    <a:pt x="107" y="192"/>
                    <a:pt x="107" y="192"/>
                    <a:pt x="107" y="192"/>
                  </a:cubicBezTo>
                  <a:cubicBezTo>
                    <a:pt x="107" y="149"/>
                    <a:pt x="107" y="149"/>
                    <a:pt x="107" y="149"/>
                  </a:cubicBezTo>
                  <a:cubicBezTo>
                    <a:pt x="107" y="143"/>
                    <a:pt x="112" y="138"/>
                    <a:pt x="118" y="138"/>
                  </a:cubicBezTo>
                  <a:cubicBezTo>
                    <a:pt x="124" y="138"/>
                    <a:pt x="128" y="143"/>
                    <a:pt x="128" y="149"/>
                  </a:cubicBezTo>
                  <a:cubicBezTo>
                    <a:pt x="128" y="192"/>
                    <a:pt x="128" y="192"/>
                    <a:pt x="128" y="192"/>
                  </a:cubicBezTo>
                  <a:cubicBezTo>
                    <a:pt x="171" y="192"/>
                    <a:pt x="171" y="192"/>
                    <a:pt x="171" y="192"/>
                  </a:cubicBezTo>
                  <a:cubicBezTo>
                    <a:pt x="177" y="192"/>
                    <a:pt x="182" y="196"/>
                    <a:pt x="182" y="2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spTree>
    <p:extLst>
      <p:ext uri="{BB962C8B-B14F-4D97-AF65-F5344CB8AC3E}">
        <p14:creationId xmlns:p14="http://schemas.microsoft.com/office/powerpoint/2010/main" val="1803674379"/>
      </p:ext>
    </p:extLst>
  </p:cSld>
  <p:clrMapOvr>
    <a:masterClrMapping/>
  </p:clrMapOvr>
  <p:transition>
    <p:fade/>
  </p:transition>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9" name="Title 1"/>
          <p:cNvSpPr>
            <a:spLocks noGrp="1"/>
          </p:cNvSpPr>
          <p:nvPr>
            <p:ph type="title"/>
          </p:nvPr>
        </p:nvSpPr>
        <p:spPr/>
        <p:txBody>
          <a:bodyPr/>
          <a:lstStyle/>
          <a:p>
            <a:r>
              <a:rPr lang="en-US" altLang="ja-JP"/>
              <a:t>Elevated hoops</a:t>
            </a:r>
            <a:endParaRPr lang="en-US" dirty="0"/>
          </a:p>
        </p:txBody>
      </p:sp>
      <p:sp>
        <p:nvSpPr>
          <p:cNvPr id="30" name="Oval 29"/>
          <p:cNvSpPr/>
          <p:nvPr/>
        </p:nvSpPr>
        <p:spPr>
          <a:xfrm>
            <a:off x="4447918" y="1877926"/>
            <a:ext cx="1023864" cy="1023864"/>
          </a:xfrm>
          <a:prstGeom prst="ellipse">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1" name="Donut 30"/>
          <p:cNvSpPr/>
          <p:nvPr/>
        </p:nvSpPr>
        <p:spPr>
          <a:xfrm>
            <a:off x="4260070" y="1687780"/>
            <a:ext cx="1404156" cy="1404156"/>
          </a:xfrm>
          <a:prstGeom prst="donut">
            <a:avLst>
              <a:gd name="adj" fmla="val 10860"/>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2" name="Rectangle 31"/>
          <p:cNvSpPr/>
          <p:nvPr/>
        </p:nvSpPr>
        <p:spPr>
          <a:xfrm>
            <a:off x="4529998" y="2139791"/>
            <a:ext cx="859703" cy="500393"/>
          </a:xfrm>
          <a:prstGeom prst="rect">
            <a:avLst/>
          </a:prstGeom>
        </p:spPr>
        <p:txBody>
          <a:bodyPr wrap="square" lIns="0" tIns="0" rIns="0" bIns="0">
            <a:spAutoFit/>
          </a:bodyPr>
          <a:lstStyle/>
          <a:p>
            <a:pPr algn="ct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p>
          <a:p>
            <a:pPr algn="ctr"/>
            <a:r>
              <a:rPr lang="en-US" sz="800" dirty="0">
                <a:latin typeface="Aptos" panose="020B0004020202020204" pitchFamily="34" charset="0"/>
              </a:rPr>
              <a:t>This is dummy text it is not here to be read. </a:t>
            </a:r>
          </a:p>
        </p:txBody>
      </p:sp>
      <p:sp>
        <p:nvSpPr>
          <p:cNvPr id="33" name="Flowchart: Process 32"/>
          <p:cNvSpPr/>
          <p:nvPr/>
        </p:nvSpPr>
        <p:spPr>
          <a:xfrm>
            <a:off x="4898288" y="3021997"/>
            <a:ext cx="141161" cy="2875953"/>
          </a:xfrm>
          <a:prstGeom prst="flowChartProcess">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4" name="Oval 33"/>
          <p:cNvSpPr/>
          <p:nvPr/>
        </p:nvSpPr>
        <p:spPr>
          <a:xfrm>
            <a:off x="5486325" y="3160040"/>
            <a:ext cx="1023864" cy="1023864"/>
          </a:xfrm>
          <a:prstGeom prst="ellipse">
            <a:avLst/>
          </a:prstGeom>
          <a:no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5" name="Donut 34"/>
          <p:cNvSpPr/>
          <p:nvPr/>
        </p:nvSpPr>
        <p:spPr>
          <a:xfrm>
            <a:off x="5298478" y="2969894"/>
            <a:ext cx="1404156" cy="1404156"/>
          </a:xfrm>
          <a:prstGeom prst="donut">
            <a:avLst>
              <a:gd name="adj" fmla="val 10860"/>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6" name="Rectangle 35"/>
          <p:cNvSpPr/>
          <p:nvPr/>
        </p:nvSpPr>
        <p:spPr>
          <a:xfrm>
            <a:off x="5568406" y="3421904"/>
            <a:ext cx="859703" cy="369332"/>
          </a:xfrm>
          <a:prstGeom prst="rect">
            <a:avLst/>
          </a:prstGeom>
        </p:spPr>
        <p:txBody>
          <a:bodyPr wrap="square" lIns="0" tIns="0" rIns="0" bIns="0">
            <a:spAutoFit/>
          </a:bodyPr>
          <a:lstStyle/>
          <a:p>
            <a:pPr algn="ct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r>
              <a:rPr lang="en-US" sz="800" dirty="0">
                <a:latin typeface="Aptos" panose="020B0004020202020204" pitchFamily="34" charset="0"/>
              </a:rPr>
              <a:t>This is dummy text it is not here to be read. </a:t>
            </a:r>
          </a:p>
        </p:txBody>
      </p:sp>
      <p:sp>
        <p:nvSpPr>
          <p:cNvPr id="37" name="Flowchart: Process 36"/>
          <p:cNvSpPr/>
          <p:nvPr/>
        </p:nvSpPr>
        <p:spPr>
          <a:xfrm>
            <a:off x="5299512" y="3696959"/>
            <a:ext cx="143586" cy="2200989"/>
          </a:xfrm>
          <a:prstGeom prst="flowChartProcess">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8" name="Oval 37"/>
          <p:cNvSpPr/>
          <p:nvPr/>
        </p:nvSpPr>
        <p:spPr>
          <a:xfrm>
            <a:off x="3409509" y="3160040"/>
            <a:ext cx="1023864" cy="1023864"/>
          </a:xfrm>
          <a:prstGeom prst="ellips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9" name="Donut 38"/>
          <p:cNvSpPr/>
          <p:nvPr/>
        </p:nvSpPr>
        <p:spPr>
          <a:xfrm>
            <a:off x="3221662" y="2969894"/>
            <a:ext cx="1404156" cy="1404156"/>
          </a:xfrm>
          <a:prstGeom prst="donut">
            <a:avLst>
              <a:gd name="adj" fmla="val 10860"/>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40" name="Rectangle 39"/>
          <p:cNvSpPr/>
          <p:nvPr/>
        </p:nvSpPr>
        <p:spPr>
          <a:xfrm>
            <a:off x="3491591" y="3421904"/>
            <a:ext cx="859703" cy="500393"/>
          </a:xfrm>
          <a:prstGeom prst="rect">
            <a:avLst/>
          </a:prstGeom>
        </p:spPr>
        <p:txBody>
          <a:bodyPr wrap="square" lIns="0" tIns="0" rIns="0" bIns="0">
            <a:spAutoFit/>
          </a:bodyPr>
          <a:lstStyle/>
          <a:p>
            <a:pPr algn="ct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r>
              <a:rPr lang="en-US" sz="800" dirty="0">
                <a:latin typeface="Aptos" panose="020B0004020202020204" pitchFamily="34" charset="0"/>
              </a:rPr>
              <a:t>This is dummy text it is not here to be read.. </a:t>
            </a:r>
          </a:p>
        </p:txBody>
      </p:sp>
      <p:sp>
        <p:nvSpPr>
          <p:cNvPr id="41" name="Flowchart: Process 40"/>
          <p:cNvSpPr/>
          <p:nvPr/>
        </p:nvSpPr>
        <p:spPr>
          <a:xfrm>
            <a:off x="4482235" y="3696959"/>
            <a:ext cx="143586" cy="2200989"/>
          </a:xfrm>
          <a:prstGeom prst="flowChartProcess">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42" name="Oval 41"/>
          <p:cNvSpPr/>
          <p:nvPr/>
        </p:nvSpPr>
        <p:spPr>
          <a:xfrm>
            <a:off x="2930111" y="4686400"/>
            <a:ext cx="1023864" cy="1023864"/>
          </a:xfrm>
          <a:prstGeom prst="ellipse">
            <a:avLst/>
          </a:prstGeom>
          <a:no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43" name="Donut 42"/>
          <p:cNvSpPr/>
          <p:nvPr/>
        </p:nvSpPr>
        <p:spPr>
          <a:xfrm>
            <a:off x="2742263" y="4496254"/>
            <a:ext cx="1404156" cy="1404156"/>
          </a:xfrm>
          <a:prstGeom prst="donut">
            <a:avLst>
              <a:gd name="adj" fmla="val 10860"/>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44" name="Rectangle 43"/>
          <p:cNvSpPr/>
          <p:nvPr/>
        </p:nvSpPr>
        <p:spPr>
          <a:xfrm>
            <a:off x="3012191" y="4948265"/>
            <a:ext cx="859703" cy="500393"/>
          </a:xfrm>
          <a:prstGeom prst="rect">
            <a:avLst/>
          </a:prstGeom>
        </p:spPr>
        <p:txBody>
          <a:bodyPr wrap="square" lIns="0" tIns="0" rIns="0" bIns="0">
            <a:spAutoFit/>
          </a:bodyPr>
          <a:lstStyle/>
          <a:p>
            <a:pPr algn="ct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b="1" dirty="0">
              <a:latin typeface="Aptos" panose="020B0004020202020204" pitchFamily="34" charset="0"/>
            </a:endParaRPr>
          </a:p>
          <a:p>
            <a:pPr algn="ctr"/>
            <a:r>
              <a:rPr lang="en-US" sz="800" dirty="0">
                <a:latin typeface="Aptos" panose="020B0004020202020204" pitchFamily="34" charset="0"/>
              </a:rPr>
              <a:t>This is dummy text it is not here to be read. </a:t>
            </a:r>
          </a:p>
        </p:txBody>
      </p:sp>
      <p:sp>
        <p:nvSpPr>
          <p:cNvPr id="45" name="Flowchart: Process 44"/>
          <p:cNvSpPr/>
          <p:nvPr/>
        </p:nvSpPr>
        <p:spPr>
          <a:xfrm>
            <a:off x="4002837" y="5179206"/>
            <a:ext cx="143586" cy="718742"/>
          </a:xfrm>
          <a:prstGeom prst="flowChartProcess">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46" name="Oval 45"/>
          <p:cNvSpPr/>
          <p:nvPr/>
        </p:nvSpPr>
        <p:spPr>
          <a:xfrm>
            <a:off x="5966240" y="4683938"/>
            <a:ext cx="1023864" cy="1023864"/>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47" name="Donut 46"/>
          <p:cNvSpPr/>
          <p:nvPr/>
        </p:nvSpPr>
        <p:spPr>
          <a:xfrm>
            <a:off x="5778393" y="4493792"/>
            <a:ext cx="1404156" cy="1404156"/>
          </a:xfrm>
          <a:prstGeom prst="donut">
            <a:avLst>
              <a:gd name="adj" fmla="val 10860"/>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48" name="Rectangle 47"/>
          <p:cNvSpPr/>
          <p:nvPr/>
        </p:nvSpPr>
        <p:spPr>
          <a:xfrm>
            <a:off x="6048322" y="4945803"/>
            <a:ext cx="859703" cy="369332"/>
          </a:xfrm>
          <a:prstGeom prst="rect">
            <a:avLst/>
          </a:prstGeom>
        </p:spPr>
        <p:txBody>
          <a:bodyPr wrap="square" lIns="0" tIns="0" rIns="0" bIns="0">
            <a:spAutoFit/>
          </a:bodyPr>
          <a:lstStyle/>
          <a:p>
            <a:pPr algn="ctr"/>
            <a:r>
              <a:rPr lang="en-US" sz="800" b="1" dirty="0">
                <a:latin typeface="Aptos" panose="020B0004020202020204" pitchFamily="34" charset="0"/>
              </a:rPr>
              <a:t>Lorem ipsum </a:t>
            </a:r>
            <a:r>
              <a:rPr lang="en-US" sz="800" dirty="0">
                <a:latin typeface="Aptos" panose="020B0004020202020204" pitchFamily="34" charset="0"/>
              </a:rPr>
              <a:t>This is dummy text it is not here to be read.</a:t>
            </a:r>
          </a:p>
        </p:txBody>
      </p:sp>
      <p:sp>
        <p:nvSpPr>
          <p:cNvPr id="49" name="Flowchart: Process 48"/>
          <p:cNvSpPr/>
          <p:nvPr/>
        </p:nvSpPr>
        <p:spPr>
          <a:xfrm>
            <a:off x="5778396" y="5179206"/>
            <a:ext cx="143586" cy="718742"/>
          </a:xfrm>
          <a:prstGeom prst="flowChartProcess">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Tree>
    <p:extLst>
      <p:ext uri="{BB962C8B-B14F-4D97-AF65-F5344CB8AC3E}">
        <p14:creationId xmlns:p14="http://schemas.microsoft.com/office/powerpoint/2010/main" val="1722022133"/>
      </p:ext>
    </p:extLst>
  </p:cSld>
  <p:clrMapOvr>
    <a:masterClrMapping/>
  </p:clrMapOvr>
  <p:transition>
    <p:fade/>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quarter" idx="13"/>
          </p:nvPr>
        </p:nvSpPr>
        <p:spPr/>
        <p:txBody>
          <a:bodyPr/>
          <a:lstStyle/>
          <a:p>
            <a:r>
              <a:rPr lang="en-GB" dirty="0"/>
              <a:t>Subtitle runs here</a:t>
            </a:r>
          </a:p>
        </p:txBody>
      </p:sp>
      <p:sp>
        <p:nvSpPr>
          <p:cNvPr id="3" name="Title 2"/>
          <p:cNvSpPr>
            <a:spLocks noGrp="1"/>
          </p:cNvSpPr>
          <p:nvPr>
            <p:ph type="title"/>
          </p:nvPr>
        </p:nvSpPr>
        <p:spPr/>
        <p:txBody>
          <a:bodyPr/>
          <a:lstStyle/>
          <a:p>
            <a:r>
              <a:rPr lang="en-US" altLang="ja-JP" dirty="0"/>
              <a:t>Elevated hoops</a:t>
            </a:r>
            <a:endParaRPr lang="en-GB" dirty="0"/>
          </a:p>
        </p:txBody>
      </p:sp>
      <p:sp>
        <p:nvSpPr>
          <p:cNvPr id="29" name="Oval 28"/>
          <p:cNvSpPr/>
          <p:nvPr/>
        </p:nvSpPr>
        <p:spPr>
          <a:xfrm>
            <a:off x="4447918" y="1877927"/>
            <a:ext cx="1023864" cy="1023864"/>
          </a:xfrm>
          <a:prstGeom prst="ellipse">
            <a:avLst/>
          </a:prstGeom>
          <a:solidFill>
            <a:schemeClr val="bg1"/>
          </a:solid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0" name="Donut 29"/>
          <p:cNvSpPr/>
          <p:nvPr/>
        </p:nvSpPr>
        <p:spPr>
          <a:xfrm>
            <a:off x="4260070" y="1687781"/>
            <a:ext cx="1404156" cy="1404156"/>
          </a:xfrm>
          <a:prstGeom prst="donut">
            <a:avLst>
              <a:gd name="adj" fmla="val 10860"/>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1" name="Rectangle 30"/>
          <p:cNvSpPr/>
          <p:nvPr/>
        </p:nvSpPr>
        <p:spPr>
          <a:xfrm>
            <a:off x="4529998" y="2139792"/>
            <a:ext cx="859703" cy="500393"/>
          </a:xfrm>
          <a:prstGeom prst="rect">
            <a:avLst/>
          </a:prstGeom>
        </p:spPr>
        <p:txBody>
          <a:bodyPr wrap="square" lIns="0" tIns="0" rIns="0" bIns="0">
            <a:spAutoFit/>
          </a:bodyPr>
          <a:lstStyle/>
          <a:p>
            <a:pPr algn="ct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p>
          <a:p>
            <a:pPr algn="ctr"/>
            <a:r>
              <a:rPr lang="en-US" sz="800" dirty="0">
                <a:latin typeface="Aptos" panose="020B0004020202020204" pitchFamily="34" charset="0"/>
              </a:rPr>
              <a:t>This is dummy text it is not here to be read. </a:t>
            </a:r>
          </a:p>
        </p:txBody>
      </p:sp>
      <p:sp>
        <p:nvSpPr>
          <p:cNvPr id="32" name="Flowchart: Process 31"/>
          <p:cNvSpPr/>
          <p:nvPr/>
        </p:nvSpPr>
        <p:spPr>
          <a:xfrm>
            <a:off x="4898288" y="3021998"/>
            <a:ext cx="141161" cy="2875953"/>
          </a:xfrm>
          <a:prstGeom prst="flowChartProcess">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3" name="Oval 32"/>
          <p:cNvSpPr/>
          <p:nvPr/>
        </p:nvSpPr>
        <p:spPr>
          <a:xfrm>
            <a:off x="5486325" y="3160041"/>
            <a:ext cx="1023864" cy="1023864"/>
          </a:xfrm>
          <a:prstGeom prst="ellipse">
            <a:avLst/>
          </a:prstGeom>
          <a:solidFill>
            <a:schemeClr val="bg1"/>
          </a:solid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accent2"/>
              </a:solidFill>
              <a:latin typeface="Aptos" panose="020B0004020202020204" pitchFamily="34" charset="0"/>
            </a:endParaRPr>
          </a:p>
        </p:txBody>
      </p:sp>
      <p:sp>
        <p:nvSpPr>
          <p:cNvPr id="34" name="Donut 33"/>
          <p:cNvSpPr/>
          <p:nvPr/>
        </p:nvSpPr>
        <p:spPr>
          <a:xfrm>
            <a:off x="5298478" y="2969895"/>
            <a:ext cx="1404156" cy="1404156"/>
          </a:xfrm>
          <a:prstGeom prst="donut">
            <a:avLst>
              <a:gd name="adj" fmla="val 10860"/>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35" name="Rectangle 34"/>
          <p:cNvSpPr/>
          <p:nvPr/>
        </p:nvSpPr>
        <p:spPr>
          <a:xfrm>
            <a:off x="5568406" y="3421905"/>
            <a:ext cx="859703" cy="369332"/>
          </a:xfrm>
          <a:prstGeom prst="rect">
            <a:avLst/>
          </a:prstGeom>
        </p:spPr>
        <p:txBody>
          <a:bodyPr wrap="square" lIns="0" tIns="0" rIns="0" bIns="0">
            <a:spAutoFit/>
          </a:bodyPr>
          <a:lstStyle/>
          <a:p>
            <a:pPr algn="ct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r>
              <a:rPr lang="en-US" sz="800" dirty="0">
                <a:latin typeface="Aptos" panose="020B0004020202020204" pitchFamily="34" charset="0"/>
              </a:rPr>
              <a:t>This is dummy text it is not here to be read. </a:t>
            </a:r>
          </a:p>
        </p:txBody>
      </p:sp>
      <p:sp>
        <p:nvSpPr>
          <p:cNvPr id="61" name="Flowchart: Process 60"/>
          <p:cNvSpPr/>
          <p:nvPr/>
        </p:nvSpPr>
        <p:spPr>
          <a:xfrm>
            <a:off x="5299512" y="3696960"/>
            <a:ext cx="143586" cy="2200989"/>
          </a:xfrm>
          <a:prstGeom prst="flowChartProcess">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62" name="Oval 61"/>
          <p:cNvSpPr/>
          <p:nvPr/>
        </p:nvSpPr>
        <p:spPr>
          <a:xfrm>
            <a:off x="3409509" y="3160041"/>
            <a:ext cx="1023864" cy="1023864"/>
          </a:xfrm>
          <a:prstGeom prst="ellipse">
            <a:avLst/>
          </a:prstGeom>
          <a:solidFill>
            <a:schemeClr val="bg1"/>
          </a:solid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63" name="Donut 62"/>
          <p:cNvSpPr/>
          <p:nvPr/>
        </p:nvSpPr>
        <p:spPr>
          <a:xfrm>
            <a:off x="3221662" y="2969895"/>
            <a:ext cx="1404156" cy="1404156"/>
          </a:xfrm>
          <a:prstGeom prst="donut">
            <a:avLst>
              <a:gd name="adj" fmla="val 10860"/>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64" name="Rectangle 63"/>
          <p:cNvSpPr/>
          <p:nvPr/>
        </p:nvSpPr>
        <p:spPr>
          <a:xfrm>
            <a:off x="3491591" y="3421905"/>
            <a:ext cx="859703" cy="500393"/>
          </a:xfrm>
          <a:prstGeom prst="rect">
            <a:avLst/>
          </a:prstGeom>
        </p:spPr>
        <p:txBody>
          <a:bodyPr wrap="square" lIns="0" tIns="0" rIns="0" bIns="0">
            <a:spAutoFit/>
          </a:bodyPr>
          <a:lstStyle/>
          <a:p>
            <a:pPr algn="ct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r>
              <a:rPr lang="en-US" sz="800" b="1" dirty="0">
                <a:latin typeface="Aptos" panose="020B0004020202020204" pitchFamily="34" charset="0"/>
              </a:rPr>
              <a:t> </a:t>
            </a:r>
            <a:r>
              <a:rPr lang="en-US" sz="800" dirty="0">
                <a:latin typeface="Aptos" panose="020B0004020202020204" pitchFamily="34" charset="0"/>
              </a:rPr>
              <a:t>This is dummy text it is not here to be read.. </a:t>
            </a:r>
          </a:p>
        </p:txBody>
      </p:sp>
      <p:sp>
        <p:nvSpPr>
          <p:cNvPr id="65" name="Flowchart: Process 64"/>
          <p:cNvSpPr/>
          <p:nvPr/>
        </p:nvSpPr>
        <p:spPr>
          <a:xfrm>
            <a:off x="4482235" y="3696960"/>
            <a:ext cx="143586" cy="2200989"/>
          </a:xfrm>
          <a:prstGeom prst="flowChartProcess">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66" name="Oval 65"/>
          <p:cNvSpPr/>
          <p:nvPr/>
        </p:nvSpPr>
        <p:spPr>
          <a:xfrm>
            <a:off x="2930111" y="4686401"/>
            <a:ext cx="1023864" cy="1023864"/>
          </a:xfrm>
          <a:prstGeom prst="ellipse">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67" name="Donut 66"/>
          <p:cNvSpPr/>
          <p:nvPr/>
        </p:nvSpPr>
        <p:spPr>
          <a:xfrm>
            <a:off x="2742263" y="4496255"/>
            <a:ext cx="1404156" cy="1404156"/>
          </a:xfrm>
          <a:prstGeom prst="donut">
            <a:avLst>
              <a:gd name="adj" fmla="val 10860"/>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68" name="Rectangle 67"/>
          <p:cNvSpPr/>
          <p:nvPr/>
        </p:nvSpPr>
        <p:spPr>
          <a:xfrm>
            <a:off x="3012191" y="4948266"/>
            <a:ext cx="859703" cy="500393"/>
          </a:xfrm>
          <a:prstGeom prst="rect">
            <a:avLst/>
          </a:prstGeom>
        </p:spPr>
        <p:txBody>
          <a:bodyPr wrap="square" lIns="0" tIns="0" rIns="0" bIns="0">
            <a:spAutoFit/>
          </a:bodyPr>
          <a:lstStyle/>
          <a:p>
            <a:pPr algn="ct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b="1" dirty="0">
              <a:latin typeface="Aptos" panose="020B0004020202020204" pitchFamily="34" charset="0"/>
            </a:endParaRPr>
          </a:p>
          <a:p>
            <a:pPr algn="ctr"/>
            <a:r>
              <a:rPr lang="en-US" sz="800" dirty="0">
                <a:latin typeface="Aptos" panose="020B0004020202020204" pitchFamily="34" charset="0"/>
              </a:rPr>
              <a:t>This is dummy text it is not here to be read. </a:t>
            </a:r>
          </a:p>
        </p:txBody>
      </p:sp>
      <p:sp>
        <p:nvSpPr>
          <p:cNvPr id="69" name="Flowchart: Process 68"/>
          <p:cNvSpPr/>
          <p:nvPr/>
        </p:nvSpPr>
        <p:spPr>
          <a:xfrm>
            <a:off x="4002837" y="5179207"/>
            <a:ext cx="143586" cy="718742"/>
          </a:xfrm>
          <a:prstGeom prst="flowChartProcess">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70" name="Oval 69"/>
          <p:cNvSpPr/>
          <p:nvPr/>
        </p:nvSpPr>
        <p:spPr>
          <a:xfrm>
            <a:off x="5966240" y="4683939"/>
            <a:ext cx="1023864" cy="1023864"/>
          </a:xfrm>
          <a:prstGeom prst="ellipse">
            <a:avLst/>
          </a:prstGeom>
          <a:solidFill>
            <a:schemeClr val="bg1"/>
          </a:solid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71" name="Donut 70"/>
          <p:cNvSpPr/>
          <p:nvPr/>
        </p:nvSpPr>
        <p:spPr>
          <a:xfrm>
            <a:off x="5778393" y="4493793"/>
            <a:ext cx="1404156" cy="1404156"/>
          </a:xfrm>
          <a:prstGeom prst="donut">
            <a:avLst>
              <a:gd name="adj" fmla="val 10860"/>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
        <p:nvSpPr>
          <p:cNvPr id="72" name="Rectangle 71"/>
          <p:cNvSpPr/>
          <p:nvPr/>
        </p:nvSpPr>
        <p:spPr>
          <a:xfrm>
            <a:off x="6048322" y="4945804"/>
            <a:ext cx="859703" cy="369332"/>
          </a:xfrm>
          <a:prstGeom prst="rect">
            <a:avLst/>
          </a:prstGeom>
        </p:spPr>
        <p:txBody>
          <a:bodyPr wrap="square" lIns="0" tIns="0" rIns="0" bIns="0">
            <a:spAutoFit/>
          </a:bodyPr>
          <a:lstStyle/>
          <a:p>
            <a:pPr algn="ctr"/>
            <a:r>
              <a:rPr lang="en-US" sz="800" b="1" dirty="0">
                <a:latin typeface="Aptos" panose="020B0004020202020204" pitchFamily="34" charset="0"/>
              </a:rPr>
              <a:t>Lorem ipsum </a:t>
            </a:r>
            <a:r>
              <a:rPr lang="en-US" sz="800" dirty="0">
                <a:latin typeface="Aptos" panose="020B0004020202020204" pitchFamily="34" charset="0"/>
              </a:rPr>
              <a:t>This is dummy text it is not here to be read.</a:t>
            </a:r>
          </a:p>
        </p:txBody>
      </p:sp>
      <p:sp>
        <p:nvSpPr>
          <p:cNvPr id="73" name="Flowchart: Process 72"/>
          <p:cNvSpPr/>
          <p:nvPr/>
        </p:nvSpPr>
        <p:spPr>
          <a:xfrm>
            <a:off x="5778396" y="5179207"/>
            <a:ext cx="143586" cy="718742"/>
          </a:xfrm>
          <a:prstGeom prst="flowChartProcess">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800" err="1">
              <a:solidFill>
                <a:schemeClr val="tx2"/>
              </a:solidFill>
              <a:latin typeface="Aptos" panose="020B0004020202020204" pitchFamily="34" charset="0"/>
            </a:endParaRPr>
          </a:p>
        </p:txBody>
      </p:sp>
    </p:spTree>
    <p:extLst>
      <p:ext uri="{BB962C8B-B14F-4D97-AF65-F5344CB8AC3E}">
        <p14:creationId xmlns:p14="http://schemas.microsoft.com/office/powerpoint/2010/main" val="3716017424"/>
      </p:ext>
    </p:extLst>
  </p:cSld>
  <p:clrMapOvr>
    <a:masterClrMapping/>
  </p:clrMapOvr>
  <p:transition>
    <p:fade/>
  </p:transition>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a:prstGeom prst="rect">
            <a:avLst/>
          </a:prstGeom>
        </p:spPr>
        <p:txBody>
          <a:bodyPr/>
          <a:lstStyle/>
          <a:p>
            <a:r>
              <a:rPr lang="en-US" dirty="0"/>
              <a:t>Subtitle runs here</a:t>
            </a:r>
          </a:p>
        </p:txBody>
      </p:sp>
      <p:sp>
        <p:nvSpPr>
          <p:cNvPr id="371719" name="Title 1"/>
          <p:cNvSpPr>
            <a:spLocks noGrp="1"/>
          </p:cNvSpPr>
          <p:nvPr>
            <p:ph type="title"/>
          </p:nvPr>
        </p:nvSpPr>
        <p:spPr/>
        <p:txBody>
          <a:bodyPr/>
          <a:lstStyle/>
          <a:p>
            <a:r>
              <a:rPr lang="en-US" altLang="ja-JP" dirty="0"/>
              <a:t>Process circle</a:t>
            </a:r>
            <a:endParaRPr lang="en-US" dirty="0"/>
          </a:p>
        </p:txBody>
      </p:sp>
      <p:sp>
        <p:nvSpPr>
          <p:cNvPr id="24" name="Freeform 23"/>
          <p:cNvSpPr/>
          <p:nvPr/>
        </p:nvSpPr>
        <p:spPr>
          <a:xfrm>
            <a:off x="5213524" y="1359252"/>
            <a:ext cx="1359495" cy="1147961"/>
          </a:xfrm>
          <a:custGeom>
            <a:avLst/>
            <a:gdLst>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225" h="1412875">
                <a:moveTo>
                  <a:pt x="0" y="0"/>
                </a:moveTo>
                <a:cubicBezTo>
                  <a:pt x="541867" y="21167"/>
                  <a:pt x="1185333" y="232833"/>
                  <a:pt x="1673225" y="701675"/>
                </a:cubicBezTo>
                <a:lnTo>
                  <a:pt x="958850" y="1412875"/>
                </a:lnTo>
                <a:cubicBezTo>
                  <a:pt x="701675" y="1212320"/>
                  <a:pt x="539750" y="1074473"/>
                  <a:pt x="6350" y="1016000"/>
                </a:cubicBezTo>
                <a:cubicBezTo>
                  <a:pt x="5292" y="677333"/>
                  <a:pt x="4233" y="338667"/>
                  <a:pt x="0" y="0"/>
                </a:cubicBez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25" name="Freeform 24"/>
          <p:cNvSpPr/>
          <p:nvPr/>
        </p:nvSpPr>
        <p:spPr>
          <a:xfrm>
            <a:off x="6136996" y="2076402"/>
            <a:ext cx="1127379" cy="1331119"/>
          </a:xfrm>
          <a:custGeom>
            <a:avLst/>
            <a:gdLst>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20725 w 1387541"/>
              <a:gd name="connsiteY0" fmla="*/ 0 h 1638300"/>
              <a:gd name="connsiteX1" fmla="*/ 0 w 1387541"/>
              <a:gd name="connsiteY1" fmla="*/ 711200 h 1638300"/>
              <a:gd name="connsiteX2" fmla="*/ 374650 w 1387541"/>
              <a:gd name="connsiteY2" fmla="*/ 1638300 h 1638300"/>
              <a:gd name="connsiteX3" fmla="*/ 1387475 w 1387541"/>
              <a:gd name="connsiteY3" fmla="*/ 1635125 h 1638300"/>
              <a:gd name="connsiteX4" fmla="*/ 720725 w 1387541"/>
              <a:gd name="connsiteY4" fmla="*/ 0 h 1638300"/>
              <a:gd name="connsiteX0" fmla="*/ 720725 w 1387573"/>
              <a:gd name="connsiteY0" fmla="*/ 0 h 1638300"/>
              <a:gd name="connsiteX1" fmla="*/ 0 w 1387573"/>
              <a:gd name="connsiteY1" fmla="*/ 711200 h 1638300"/>
              <a:gd name="connsiteX2" fmla="*/ 374650 w 1387573"/>
              <a:gd name="connsiteY2" fmla="*/ 1638300 h 1638300"/>
              <a:gd name="connsiteX3" fmla="*/ 1387475 w 1387573"/>
              <a:gd name="connsiteY3" fmla="*/ 1635125 h 1638300"/>
              <a:gd name="connsiteX4" fmla="*/ 720725 w 1387573"/>
              <a:gd name="connsiteY4" fmla="*/ 0 h 1638300"/>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57397 w 1424147"/>
              <a:gd name="connsiteY0" fmla="*/ 0 h 1638300"/>
              <a:gd name="connsiteX1" fmla="*/ 36672 w 1424147"/>
              <a:gd name="connsiteY1" fmla="*/ 711200 h 1638300"/>
              <a:gd name="connsiteX2" fmla="*/ 411322 w 1424147"/>
              <a:gd name="connsiteY2" fmla="*/ 1638300 h 1638300"/>
              <a:gd name="connsiteX3" fmla="*/ 1424147 w 1424147"/>
              <a:gd name="connsiteY3" fmla="*/ 1635125 h 1638300"/>
              <a:gd name="connsiteX4" fmla="*/ 757397 w 1424147"/>
              <a:gd name="connsiteY4" fmla="*/ 0 h 1638300"/>
              <a:gd name="connsiteX0" fmla="*/ 720813 w 1387563"/>
              <a:gd name="connsiteY0" fmla="*/ 0 h 1638300"/>
              <a:gd name="connsiteX1" fmla="*/ 88 w 1387563"/>
              <a:gd name="connsiteY1" fmla="*/ 711200 h 1638300"/>
              <a:gd name="connsiteX2" fmla="*/ 374738 w 1387563"/>
              <a:gd name="connsiteY2" fmla="*/ 1638300 h 1638300"/>
              <a:gd name="connsiteX3" fmla="*/ 1387563 w 1387563"/>
              <a:gd name="connsiteY3" fmla="*/ 1635125 h 1638300"/>
              <a:gd name="connsiteX4" fmla="*/ 720813 w 1387563"/>
              <a:gd name="connsiteY4" fmla="*/ 0 h 1638300"/>
              <a:gd name="connsiteX0" fmla="*/ 720793 w 1387543"/>
              <a:gd name="connsiteY0" fmla="*/ 0 h 1638300"/>
              <a:gd name="connsiteX1" fmla="*/ 68 w 1387543"/>
              <a:gd name="connsiteY1" fmla="*/ 711200 h 1638300"/>
              <a:gd name="connsiteX2" fmla="*/ 374718 w 1387543"/>
              <a:gd name="connsiteY2" fmla="*/ 1638300 h 1638300"/>
              <a:gd name="connsiteX3" fmla="*/ 1387543 w 1387543"/>
              <a:gd name="connsiteY3" fmla="*/ 1635125 h 1638300"/>
              <a:gd name="connsiteX4" fmla="*/ 720793 w 1387543"/>
              <a:gd name="connsiteY4" fmla="*/ 0 h 1638300"/>
              <a:gd name="connsiteX0" fmla="*/ 720793 w 1387543"/>
              <a:gd name="connsiteY0" fmla="*/ 0 h 1638300"/>
              <a:gd name="connsiteX1" fmla="*/ 68 w 1387543"/>
              <a:gd name="connsiteY1" fmla="*/ 711200 h 1638300"/>
              <a:gd name="connsiteX2" fmla="*/ 374718 w 1387543"/>
              <a:gd name="connsiteY2" fmla="*/ 1638300 h 1638300"/>
              <a:gd name="connsiteX3" fmla="*/ 1387543 w 1387543"/>
              <a:gd name="connsiteY3" fmla="*/ 1635125 h 1638300"/>
              <a:gd name="connsiteX4" fmla="*/ 720793 w 1387543"/>
              <a:gd name="connsiteY4" fmla="*/ 0 h 1638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7543" h="1638300">
                <a:moveTo>
                  <a:pt x="720793" y="0"/>
                </a:moveTo>
                <a:cubicBezTo>
                  <a:pt x="480551" y="237067"/>
                  <a:pt x="-6563" y="702913"/>
                  <a:pt x="68" y="711200"/>
                </a:cubicBezTo>
                <a:cubicBezTo>
                  <a:pt x="241983" y="1013529"/>
                  <a:pt x="345085" y="1300692"/>
                  <a:pt x="374718" y="1638300"/>
                </a:cubicBezTo>
                <a:lnTo>
                  <a:pt x="1387543" y="1635125"/>
                </a:lnTo>
                <a:cubicBezTo>
                  <a:pt x="1374843" y="1039283"/>
                  <a:pt x="1092268" y="418042"/>
                  <a:pt x="720793" y="0"/>
                </a:cubicBezTo>
                <a:close/>
              </a:path>
            </a:pathLst>
          </a:cu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26" name="Freeform 25"/>
          <p:cNvSpPr/>
          <p:nvPr/>
        </p:nvSpPr>
        <p:spPr>
          <a:xfrm>
            <a:off x="6131891" y="3613898"/>
            <a:ext cx="1135063" cy="1338858"/>
          </a:xfrm>
          <a:custGeom>
            <a:avLst/>
            <a:gdLst>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7000" h="1647825">
                <a:moveTo>
                  <a:pt x="384175" y="0"/>
                </a:moveTo>
                <a:lnTo>
                  <a:pt x="1397000" y="3175"/>
                </a:lnTo>
                <a:cubicBezTo>
                  <a:pt x="1361017" y="748242"/>
                  <a:pt x="1074208" y="1223433"/>
                  <a:pt x="717550" y="1647825"/>
                </a:cubicBezTo>
                <a:lnTo>
                  <a:pt x="0" y="933450"/>
                </a:lnTo>
                <a:cubicBezTo>
                  <a:pt x="178858" y="688975"/>
                  <a:pt x="345017" y="434975"/>
                  <a:pt x="384175" y="0"/>
                </a:cubicBez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27" name="Freeform 26"/>
          <p:cNvSpPr/>
          <p:nvPr/>
        </p:nvSpPr>
        <p:spPr>
          <a:xfrm>
            <a:off x="5218680" y="4519365"/>
            <a:ext cx="1346629" cy="1145381"/>
          </a:xfrm>
          <a:custGeom>
            <a:avLst/>
            <a:gdLst>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704869"/>
              <a:gd name="connsiteY0" fmla="*/ 0 h 1409700"/>
              <a:gd name="connsiteX1" fmla="*/ 1657350 w 1704869"/>
              <a:gd name="connsiteY1" fmla="*/ 720725 h 1409700"/>
              <a:gd name="connsiteX2" fmla="*/ 0 w 1704869"/>
              <a:gd name="connsiteY2" fmla="*/ 1409700 h 1409700"/>
              <a:gd name="connsiteX3" fmla="*/ 0 w 1704869"/>
              <a:gd name="connsiteY3" fmla="*/ 400050 h 1409700"/>
              <a:gd name="connsiteX4" fmla="*/ 939800 w 1704869"/>
              <a:gd name="connsiteY4" fmla="*/ 0 h 1409700"/>
              <a:gd name="connsiteX0" fmla="*/ 939800 w 1657394"/>
              <a:gd name="connsiteY0" fmla="*/ 0 h 1409700"/>
              <a:gd name="connsiteX1" fmla="*/ 1657350 w 1657394"/>
              <a:gd name="connsiteY1" fmla="*/ 720725 h 1409700"/>
              <a:gd name="connsiteX2" fmla="*/ 0 w 1657394"/>
              <a:gd name="connsiteY2" fmla="*/ 1409700 h 1409700"/>
              <a:gd name="connsiteX3" fmla="*/ 0 w 1657394"/>
              <a:gd name="connsiteY3" fmla="*/ 400050 h 1409700"/>
              <a:gd name="connsiteX4" fmla="*/ 939800 w 1657394"/>
              <a:gd name="connsiteY4" fmla="*/ 0 h 1409700"/>
              <a:gd name="connsiteX0" fmla="*/ 939800 w 1657389"/>
              <a:gd name="connsiteY0" fmla="*/ 0 h 1409700"/>
              <a:gd name="connsiteX1" fmla="*/ 1657350 w 1657389"/>
              <a:gd name="connsiteY1" fmla="*/ 720725 h 1409700"/>
              <a:gd name="connsiteX2" fmla="*/ 0 w 1657389"/>
              <a:gd name="connsiteY2" fmla="*/ 1409700 h 1409700"/>
              <a:gd name="connsiteX3" fmla="*/ 0 w 1657389"/>
              <a:gd name="connsiteY3" fmla="*/ 400050 h 1409700"/>
              <a:gd name="connsiteX4" fmla="*/ 939800 w 1657389"/>
              <a:gd name="connsiteY4" fmla="*/ 0 h 1409700"/>
              <a:gd name="connsiteX0" fmla="*/ 939800 w 1657389"/>
              <a:gd name="connsiteY0" fmla="*/ 0 h 1409700"/>
              <a:gd name="connsiteX1" fmla="*/ 1657350 w 1657389"/>
              <a:gd name="connsiteY1" fmla="*/ 720725 h 1409700"/>
              <a:gd name="connsiteX2" fmla="*/ 0 w 1657389"/>
              <a:gd name="connsiteY2" fmla="*/ 1409700 h 1409700"/>
              <a:gd name="connsiteX3" fmla="*/ 0 w 1657389"/>
              <a:gd name="connsiteY3" fmla="*/ 400050 h 1409700"/>
              <a:gd name="connsiteX4" fmla="*/ 939800 w 1657389"/>
              <a:gd name="connsiteY4" fmla="*/ 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389" h="1409700">
                <a:moveTo>
                  <a:pt x="939800" y="0"/>
                </a:moveTo>
                <a:cubicBezTo>
                  <a:pt x="1178983" y="240242"/>
                  <a:pt x="1662405" y="716205"/>
                  <a:pt x="1657350" y="720725"/>
                </a:cubicBezTo>
                <a:cubicBezTo>
                  <a:pt x="1073406" y="1242818"/>
                  <a:pt x="555625" y="1361017"/>
                  <a:pt x="0" y="1409700"/>
                </a:cubicBezTo>
                <a:lnTo>
                  <a:pt x="0" y="400050"/>
                </a:lnTo>
                <a:cubicBezTo>
                  <a:pt x="332317" y="342900"/>
                  <a:pt x="626533" y="279400"/>
                  <a:pt x="939800" y="0"/>
                </a:cubicBezTo>
                <a:close/>
              </a:path>
            </a:pathLst>
          </a:cu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28" name="Freeform 27"/>
          <p:cNvSpPr/>
          <p:nvPr/>
        </p:nvSpPr>
        <p:spPr>
          <a:xfrm flipH="1">
            <a:off x="3637335" y="1359252"/>
            <a:ext cx="1359495" cy="1147961"/>
          </a:xfrm>
          <a:custGeom>
            <a:avLst/>
            <a:gdLst>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225" h="1412875">
                <a:moveTo>
                  <a:pt x="0" y="0"/>
                </a:moveTo>
                <a:cubicBezTo>
                  <a:pt x="541867" y="21167"/>
                  <a:pt x="1185333" y="232833"/>
                  <a:pt x="1673225" y="701675"/>
                </a:cubicBezTo>
                <a:lnTo>
                  <a:pt x="958850" y="1412875"/>
                </a:lnTo>
                <a:cubicBezTo>
                  <a:pt x="701675" y="1212320"/>
                  <a:pt x="539750" y="1074473"/>
                  <a:pt x="6350" y="1016000"/>
                </a:cubicBezTo>
                <a:cubicBezTo>
                  <a:pt x="5292" y="677333"/>
                  <a:pt x="4233" y="338667"/>
                  <a:pt x="0" y="0"/>
                </a:cubicBez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dirty="0">
              <a:solidFill>
                <a:schemeClr val="tx2"/>
              </a:solidFill>
              <a:latin typeface="Aptos" panose="020B0004020202020204" pitchFamily="34" charset="0"/>
            </a:endParaRPr>
          </a:p>
        </p:txBody>
      </p:sp>
      <p:sp>
        <p:nvSpPr>
          <p:cNvPr id="29" name="Freeform 28"/>
          <p:cNvSpPr/>
          <p:nvPr/>
        </p:nvSpPr>
        <p:spPr>
          <a:xfrm flipH="1">
            <a:off x="2945977" y="2076402"/>
            <a:ext cx="1127379" cy="1331119"/>
          </a:xfrm>
          <a:custGeom>
            <a:avLst/>
            <a:gdLst>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20725 w 1387541"/>
              <a:gd name="connsiteY0" fmla="*/ 0 h 1638300"/>
              <a:gd name="connsiteX1" fmla="*/ 0 w 1387541"/>
              <a:gd name="connsiteY1" fmla="*/ 711200 h 1638300"/>
              <a:gd name="connsiteX2" fmla="*/ 374650 w 1387541"/>
              <a:gd name="connsiteY2" fmla="*/ 1638300 h 1638300"/>
              <a:gd name="connsiteX3" fmla="*/ 1387475 w 1387541"/>
              <a:gd name="connsiteY3" fmla="*/ 1635125 h 1638300"/>
              <a:gd name="connsiteX4" fmla="*/ 720725 w 1387541"/>
              <a:gd name="connsiteY4" fmla="*/ 0 h 1638300"/>
              <a:gd name="connsiteX0" fmla="*/ 720725 w 1387573"/>
              <a:gd name="connsiteY0" fmla="*/ 0 h 1638300"/>
              <a:gd name="connsiteX1" fmla="*/ 0 w 1387573"/>
              <a:gd name="connsiteY1" fmla="*/ 711200 h 1638300"/>
              <a:gd name="connsiteX2" fmla="*/ 374650 w 1387573"/>
              <a:gd name="connsiteY2" fmla="*/ 1638300 h 1638300"/>
              <a:gd name="connsiteX3" fmla="*/ 1387475 w 1387573"/>
              <a:gd name="connsiteY3" fmla="*/ 1635125 h 1638300"/>
              <a:gd name="connsiteX4" fmla="*/ 720725 w 1387573"/>
              <a:gd name="connsiteY4" fmla="*/ 0 h 1638300"/>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57397 w 1424147"/>
              <a:gd name="connsiteY0" fmla="*/ 0 h 1638300"/>
              <a:gd name="connsiteX1" fmla="*/ 36672 w 1424147"/>
              <a:gd name="connsiteY1" fmla="*/ 711200 h 1638300"/>
              <a:gd name="connsiteX2" fmla="*/ 411322 w 1424147"/>
              <a:gd name="connsiteY2" fmla="*/ 1638300 h 1638300"/>
              <a:gd name="connsiteX3" fmla="*/ 1424147 w 1424147"/>
              <a:gd name="connsiteY3" fmla="*/ 1635125 h 1638300"/>
              <a:gd name="connsiteX4" fmla="*/ 757397 w 1424147"/>
              <a:gd name="connsiteY4" fmla="*/ 0 h 1638300"/>
              <a:gd name="connsiteX0" fmla="*/ 720813 w 1387563"/>
              <a:gd name="connsiteY0" fmla="*/ 0 h 1638300"/>
              <a:gd name="connsiteX1" fmla="*/ 88 w 1387563"/>
              <a:gd name="connsiteY1" fmla="*/ 711200 h 1638300"/>
              <a:gd name="connsiteX2" fmla="*/ 374738 w 1387563"/>
              <a:gd name="connsiteY2" fmla="*/ 1638300 h 1638300"/>
              <a:gd name="connsiteX3" fmla="*/ 1387563 w 1387563"/>
              <a:gd name="connsiteY3" fmla="*/ 1635125 h 1638300"/>
              <a:gd name="connsiteX4" fmla="*/ 720813 w 1387563"/>
              <a:gd name="connsiteY4" fmla="*/ 0 h 1638300"/>
              <a:gd name="connsiteX0" fmla="*/ 720793 w 1387543"/>
              <a:gd name="connsiteY0" fmla="*/ 0 h 1638300"/>
              <a:gd name="connsiteX1" fmla="*/ 68 w 1387543"/>
              <a:gd name="connsiteY1" fmla="*/ 711200 h 1638300"/>
              <a:gd name="connsiteX2" fmla="*/ 374718 w 1387543"/>
              <a:gd name="connsiteY2" fmla="*/ 1638300 h 1638300"/>
              <a:gd name="connsiteX3" fmla="*/ 1387543 w 1387543"/>
              <a:gd name="connsiteY3" fmla="*/ 1635125 h 1638300"/>
              <a:gd name="connsiteX4" fmla="*/ 720793 w 1387543"/>
              <a:gd name="connsiteY4" fmla="*/ 0 h 1638300"/>
              <a:gd name="connsiteX0" fmla="*/ 720793 w 1387543"/>
              <a:gd name="connsiteY0" fmla="*/ 0 h 1638300"/>
              <a:gd name="connsiteX1" fmla="*/ 68 w 1387543"/>
              <a:gd name="connsiteY1" fmla="*/ 711200 h 1638300"/>
              <a:gd name="connsiteX2" fmla="*/ 374718 w 1387543"/>
              <a:gd name="connsiteY2" fmla="*/ 1638300 h 1638300"/>
              <a:gd name="connsiteX3" fmla="*/ 1387543 w 1387543"/>
              <a:gd name="connsiteY3" fmla="*/ 1635125 h 1638300"/>
              <a:gd name="connsiteX4" fmla="*/ 720793 w 1387543"/>
              <a:gd name="connsiteY4" fmla="*/ 0 h 1638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7543" h="1638300">
                <a:moveTo>
                  <a:pt x="720793" y="0"/>
                </a:moveTo>
                <a:cubicBezTo>
                  <a:pt x="480551" y="237067"/>
                  <a:pt x="-6563" y="702913"/>
                  <a:pt x="68" y="711200"/>
                </a:cubicBezTo>
                <a:cubicBezTo>
                  <a:pt x="241983" y="1013529"/>
                  <a:pt x="345085" y="1300692"/>
                  <a:pt x="374718" y="1638300"/>
                </a:cubicBezTo>
                <a:lnTo>
                  <a:pt x="1387543" y="1635125"/>
                </a:lnTo>
                <a:cubicBezTo>
                  <a:pt x="1374843" y="1039283"/>
                  <a:pt x="1092268" y="418042"/>
                  <a:pt x="720793" y="0"/>
                </a:cubicBezTo>
                <a:close/>
              </a:path>
            </a:pathLst>
          </a:cu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50" name="Freeform 49"/>
          <p:cNvSpPr/>
          <p:nvPr/>
        </p:nvSpPr>
        <p:spPr>
          <a:xfrm flipH="1">
            <a:off x="2943396" y="3613898"/>
            <a:ext cx="1135063" cy="1338858"/>
          </a:xfrm>
          <a:custGeom>
            <a:avLst/>
            <a:gdLst>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7000" h="1647825">
                <a:moveTo>
                  <a:pt x="384175" y="0"/>
                </a:moveTo>
                <a:lnTo>
                  <a:pt x="1397000" y="3175"/>
                </a:lnTo>
                <a:cubicBezTo>
                  <a:pt x="1361017" y="748242"/>
                  <a:pt x="1074208" y="1223433"/>
                  <a:pt x="717550" y="1647825"/>
                </a:cubicBezTo>
                <a:lnTo>
                  <a:pt x="0" y="933450"/>
                </a:lnTo>
                <a:cubicBezTo>
                  <a:pt x="178858" y="688975"/>
                  <a:pt x="345017" y="434975"/>
                  <a:pt x="384175" y="0"/>
                </a:cubicBezTo>
                <a:close/>
              </a:path>
            </a:pathLst>
          </a:cu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51" name="Freeform 50"/>
          <p:cNvSpPr/>
          <p:nvPr/>
        </p:nvSpPr>
        <p:spPr>
          <a:xfrm flipH="1">
            <a:off x="3645039" y="4519365"/>
            <a:ext cx="1346629" cy="1145381"/>
          </a:xfrm>
          <a:custGeom>
            <a:avLst/>
            <a:gdLst>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704869"/>
              <a:gd name="connsiteY0" fmla="*/ 0 h 1409700"/>
              <a:gd name="connsiteX1" fmla="*/ 1657350 w 1704869"/>
              <a:gd name="connsiteY1" fmla="*/ 720725 h 1409700"/>
              <a:gd name="connsiteX2" fmla="*/ 0 w 1704869"/>
              <a:gd name="connsiteY2" fmla="*/ 1409700 h 1409700"/>
              <a:gd name="connsiteX3" fmla="*/ 0 w 1704869"/>
              <a:gd name="connsiteY3" fmla="*/ 400050 h 1409700"/>
              <a:gd name="connsiteX4" fmla="*/ 939800 w 1704869"/>
              <a:gd name="connsiteY4" fmla="*/ 0 h 1409700"/>
              <a:gd name="connsiteX0" fmla="*/ 939800 w 1657394"/>
              <a:gd name="connsiteY0" fmla="*/ 0 h 1409700"/>
              <a:gd name="connsiteX1" fmla="*/ 1657350 w 1657394"/>
              <a:gd name="connsiteY1" fmla="*/ 720725 h 1409700"/>
              <a:gd name="connsiteX2" fmla="*/ 0 w 1657394"/>
              <a:gd name="connsiteY2" fmla="*/ 1409700 h 1409700"/>
              <a:gd name="connsiteX3" fmla="*/ 0 w 1657394"/>
              <a:gd name="connsiteY3" fmla="*/ 400050 h 1409700"/>
              <a:gd name="connsiteX4" fmla="*/ 939800 w 1657394"/>
              <a:gd name="connsiteY4" fmla="*/ 0 h 1409700"/>
              <a:gd name="connsiteX0" fmla="*/ 939800 w 1657389"/>
              <a:gd name="connsiteY0" fmla="*/ 0 h 1409700"/>
              <a:gd name="connsiteX1" fmla="*/ 1657350 w 1657389"/>
              <a:gd name="connsiteY1" fmla="*/ 720725 h 1409700"/>
              <a:gd name="connsiteX2" fmla="*/ 0 w 1657389"/>
              <a:gd name="connsiteY2" fmla="*/ 1409700 h 1409700"/>
              <a:gd name="connsiteX3" fmla="*/ 0 w 1657389"/>
              <a:gd name="connsiteY3" fmla="*/ 400050 h 1409700"/>
              <a:gd name="connsiteX4" fmla="*/ 939800 w 1657389"/>
              <a:gd name="connsiteY4" fmla="*/ 0 h 1409700"/>
              <a:gd name="connsiteX0" fmla="*/ 939800 w 1657389"/>
              <a:gd name="connsiteY0" fmla="*/ 0 h 1409700"/>
              <a:gd name="connsiteX1" fmla="*/ 1657350 w 1657389"/>
              <a:gd name="connsiteY1" fmla="*/ 720725 h 1409700"/>
              <a:gd name="connsiteX2" fmla="*/ 0 w 1657389"/>
              <a:gd name="connsiteY2" fmla="*/ 1409700 h 1409700"/>
              <a:gd name="connsiteX3" fmla="*/ 0 w 1657389"/>
              <a:gd name="connsiteY3" fmla="*/ 400050 h 1409700"/>
              <a:gd name="connsiteX4" fmla="*/ 939800 w 1657389"/>
              <a:gd name="connsiteY4" fmla="*/ 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389" h="1409700">
                <a:moveTo>
                  <a:pt x="939800" y="0"/>
                </a:moveTo>
                <a:cubicBezTo>
                  <a:pt x="1178983" y="240242"/>
                  <a:pt x="1662405" y="716205"/>
                  <a:pt x="1657350" y="720725"/>
                </a:cubicBezTo>
                <a:cubicBezTo>
                  <a:pt x="1073406" y="1242818"/>
                  <a:pt x="555625" y="1361017"/>
                  <a:pt x="0" y="1409700"/>
                </a:cubicBezTo>
                <a:lnTo>
                  <a:pt x="0" y="400050"/>
                </a:lnTo>
                <a:cubicBezTo>
                  <a:pt x="332317" y="342900"/>
                  <a:pt x="626533" y="279400"/>
                  <a:pt x="939800" y="0"/>
                </a:cubicBezTo>
                <a:close/>
              </a:path>
            </a:pathLst>
          </a:custGeom>
          <a:solidFill>
            <a:srgbClr val="43B02A"/>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4295" tIns="74295" rIns="74295" bIns="74295" rtlCol="0" anchor="ctr">
            <a:noAutofit/>
          </a:bodyPr>
          <a:lstStyle/>
          <a:p>
            <a:pPr algn="ctr"/>
            <a:endParaRPr lang="en-US" sz="1138" err="1">
              <a:solidFill>
                <a:schemeClr val="tx2"/>
              </a:solidFill>
              <a:latin typeface="Aptos" panose="020B0004020202020204" pitchFamily="34" charset="0"/>
            </a:endParaRPr>
          </a:p>
        </p:txBody>
      </p:sp>
      <p:sp>
        <p:nvSpPr>
          <p:cNvPr id="52" name="Isosceles Triangle 51"/>
          <p:cNvSpPr/>
          <p:nvPr/>
        </p:nvSpPr>
        <p:spPr>
          <a:xfrm rot="12077977">
            <a:off x="5456009" y="2151586"/>
            <a:ext cx="271170" cy="465197"/>
          </a:xfrm>
          <a:prstGeom prst="triangle">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spAutoFit/>
          </a:bodyPr>
          <a:lstStyle/>
          <a:p>
            <a:pPr algn="ctr"/>
            <a:endParaRPr lang="en-US" sz="1138" err="1">
              <a:solidFill>
                <a:schemeClr val="tx2"/>
              </a:solidFill>
              <a:latin typeface="Aptos" panose="020B0004020202020204" pitchFamily="34" charset="0"/>
            </a:endParaRPr>
          </a:p>
        </p:txBody>
      </p:sp>
      <p:sp>
        <p:nvSpPr>
          <p:cNvPr id="53" name="Isosceles Triangle 52"/>
          <p:cNvSpPr/>
          <p:nvPr/>
        </p:nvSpPr>
        <p:spPr>
          <a:xfrm rot="14801312">
            <a:off x="6106090" y="2801666"/>
            <a:ext cx="271170" cy="465197"/>
          </a:xfrm>
          <a:prstGeom prst="triangl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spAutoFit/>
          </a:bodyPr>
          <a:lstStyle/>
          <a:p>
            <a:pPr algn="ctr"/>
            <a:endParaRPr lang="en-US" sz="1138" err="1">
              <a:solidFill>
                <a:schemeClr val="tx2"/>
              </a:solidFill>
              <a:latin typeface="Aptos" panose="020B0004020202020204" pitchFamily="34" charset="0"/>
            </a:endParaRPr>
          </a:p>
        </p:txBody>
      </p:sp>
      <p:sp>
        <p:nvSpPr>
          <p:cNvPr id="54" name="Isosceles Triangle 53"/>
          <p:cNvSpPr/>
          <p:nvPr/>
        </p:nvSpPr>
        <p:spPr>
          <a:xfrm rot="17659912">
            <a:off x="6114323" y="3735514"/>
            <a:ext cx="271170" cy="465197"/>
          </a:xfrm>
          <a:prstGeom prst="triangle">
            <a:avLst/>
          </a:pr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spAutoFit/>
          </a:bodyPr>
          <a:lstStyle/>
          <a:p>
            <a:pPr algn="ctr"/>
            <a:endParaRPr lang="en-US" sz="1138" err="1">
              <a:solidFill>
                <a:schemeClr val="tx2"/>
              </a:solidFill>
              <a:latin typeface="Aptos" panose="020B0004020202020204" pitchFamily="34" charset="0"/>
            </a:endParaRPr>
          </a:p>
        </p:txBody>
      </p:sp>
      <p:sp>
        <p:nvSpPr>
          <p:cNvPr id="55" name="Isosceles Triangle 54"/>
          <p:cNvSpPr/>
          <p:nvPr/>
        </p:nvSpPr>
        <p:spPr>
          <a:xfrm rot="20258485">
            <a:off x="5439457" y="4412034"/>
            <a:ext cx="271170" cy="465197"/>
          </a:xfrm>
          <a:prstGeom prst="triangl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spAutoFit/>
          </a:bodyPr>
          <a:lstStyle/>
          <a:p>
            <a:pPr algn="ctr"/>
            <a:endParaRPr lang="en-US" sz="1138" err="1">
              <a:solidFill>
                <a:schemeClr val="tx2"/>
              </a:solidFill>
              <a:latin typeface="Aptos" panose="020B0004020202020204" pitchFamily="34" charset="0"/>
            </a:endParaRPr>
          </a:p>
        </p:txBody>
      </p:sp>
      <p:sp>
        <p:nvSpPr>
          <p:cNvPr id="56" name="Isosceles Triangle 55"/>
          <p:cNvSpPr/>
          <p:nvPr/>
        </p:nvSpPr>
        <p:spPr>
          <a:xfrm rot="1358864">
            <a:off x="4489887" y="4411628"/>
            <a:ext cx="271170" cy="465197"/>
          </a:xfrm>
          <a:prstGeom prst="triangle">
            <a:avLst/>
          </a:prstGeom>
          <a:solidFill>
            <a:srgbClr val="43B02A"/>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spAutoFit/>
          </a:bodyPr>
          <a:lstStyle/>
          <a:p>
            <a:pPr algn="ctr"/>
            <a:endParaRPr lang="en-US" sz="1138" err="1">
              <a:solidFill>
                <a:schemeClr val="tx2"/>
              </a:solidFill>
              <a:latin typeface="Aptos" panose="020B0004020202020204" pitchFamily="34" charset="0"/>
            </a:endParaRPr>
          </a:p>
        </p:txBody>
      </p:sp>
      <p:sp>
        <p:nvSpPr>
          <p:cNvPr id="57" name="Isosceles Triangle 56"/>
          <p:cNvSpPr/>
          <p:nvPr/>
        </p:nvSpPr>
        <p:spPr>
          <a:xfrm rot="3981004">
            <a:off x="3829543" y="3734213"/>
            <a:ext cx="271170" cy="465197"/>
          </a:xfrm>
          <a:prstGeom prst="triangle">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spAutoFit/>
          </a:bodyPr>
          <a:lstStyle/>
          <a:p>
            <a:pPr algn="ctr"/>
            <a:endParaRPr lang="en-US" sz="1138" err="1">
              <a:solidFill>
                <a:schemeClr val="tx2"/>
              </a:solidFill>
              <a:latin typeface="Aptos" panose="020B0004020202020204" pitchFamily="34" charset="0"/>
            </a:endParaRPr>
          </a:p>
        </p:txBody>
      </p:sp>
      <p:sp>
        <p:nvSpPr>
          <p:cNvPr id="58" name="Isosceles Triangle 57"/>
          <p:cNvSpPr/>
          <p:nvPr/>
        </p:nvSpPr>
        <p:spPr>
          <a:xfrm rot="6619441">
            <a:off x="3831776" y="2816830"/>
            <a:ext cx="271170" cy="465197"/>
          </a:xfrm>
          <a:prstGeom prst="triangle">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spAutoFit/>
          </a:bodyPr>
          <a:lstStyle/>
          <a:p>
            <a:pPr algn="ctr"/>
            <a:endParaRPr lang="en-US" sz="1138" err="1">
              <a:solidFill>
                <a:schemeClr val="tx2"/>
              </a:solidFill>
              <a:latin typeface="Aptos" panose="020B0004020202020204" pitchFamily="34" charset="0"/>
            </a:endParaRPr>
          </a:p>
        </p:txBody>
      </p:sp>
      <p:sp>
        <p:nvSpPr>
          <p:cNvPr id="59" name="Isosceles Triangle 58"/>
          <p:cNvSpPr/>
          <p:nvPr/>
        </p:nvSpPr>
        <p:spPr>
          <a:xfrm rot="9321448">
            <a:off x="4483370" y="2149804"/>
            <a:ext cx="271170" cy="465197"/>
          </a:xfrm>
          <a:prstGeom prst="triangle">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29250" tIns="29250" rIns="29250" bIns="29250" rtlCol="0" anchor="ctr">
            <a:spAutoFit/>
          </a:bodyPr>
          <a:lstStyle/>
          <a:p>
            <a:pPr algn="ctr"/>
            <a:endParaRPr lang="en-US" sz="1138" err="1">
              <a:solidFill>
                <a:schemeClr val="tx2"/>
              </a:solidFill>
              <a:latin typeface="Aptos" panose="020B0004020202020204" pitchFamily="34" charset="0"/>
            </a:endParaRPr>
          </a:p>
        </p:txBody>
      </p:sp>
      <p:sp>
        <p:nvSpPr>
          <p:cNvPr id="60" name="Rectangle 59"/>
          <p:cNvSpPr/>
          <p:nvPr/>
        </p:nvSpPr>
        <p:spPr>
          <a:xfrm>
            <a:off x="4282849" y="3058655"/>
            <a:ext cx="1646078" cy="875561"/>
          </a:xfrm>
          <a:prstGeom prst="rect">
            <a:avLst/>
          </a:prstGeom>
          <a:noFill/>
        </p:spPr>
        <p:txBody>
          <a:bodyPr wrap="square" lIns="0" tIns="0" rIns="0" bIns="0">
            <a:spAutoFit/>
          </a:bodyPr>
          <a:lstStyle/>
          <a:p>
            <a:pPr algn="ctr"/>
            <a:r>
              <a:rPr lang="en-US" sz="1138" b="1" dirty="0">
                <a:latin typeface="Aptos" panose="020B0004020202020204" pitchFamily="34" charset="0"/>
                <a:cs typeface="Times New Roman" pitchFamily="18" charset="0"/>
              </a:rPr>
              <a:t>Insert text here</a:t>
            </a:r>
          </a:p>
          <a:p>
            <a:pPr algn="ctr"/>
            <a:r>
              <a:rPr lang="en-US" sz="1138" dirty="0">
                <a:latin typeface="Aptos" panose="020B0004020202020204" pitchFamily="34" charset="0"/>
              </a:rPr>
              <a:t>This is dummy text it is not here to be read. This is dummy text it is not here to be read.</a:t>
            </a:r>
          </a:p>
        </p:txBody>
      </p:sp>
      <p:sp>
        <p:nvSpPr>
          <p:cNvPr id="61" name="Rectangle 60"/>
          <p:cNvSpPr/>
          <p:nvPr/>
        </p:nvSpPr>
        <p:spPr>
          <a:xfrm>
            <a:off x="4082546" y="2060096"/>
            <a:ext cx="886125" cy="125099"/>
          </a:xfrm>
          <a:prstGeom prst="rect">
            <a:avLst/>
          </a:prstGeom>
        </p:spPr>
        <p:txBody>
          <a:bodyPr wrap="square" lIns="0" tIns="0" rIns="0" bIns="0">
            <a:spAutoFit/>
          </a:bodyPr>
          <a:lstStyle/>
          <a:p>
            <a:pPr algn="ct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endParaRPr lang="en-US" sz="800" dirty="0">
              <a:solidFill>
                <a:schemeClr val="bg1"/>
              </a:solidFill>
              <a:latin typeface="Aptos" panose="020B0004020202020204" pitchFamily="34" charset="0"/>
            </a:endParaRPr>
          </a:p>
        </p:txBody>
      </p:sp>
      <p:sp>
        <p:nvSpPr>
          <p:cNvPr id="62" name="Rectangle 61"/>
          <p:cNvSpPr/>
          <p:nvPr/>
        </p:nvSpPr>
        <p:spPr>
          <a:xfrm>
            <a:off x="5314586" y="2060096"/>
            <a:ext cx="886125" cy="125099"/>
          </a:xfrm>
          <a:prstGeom prst="rect">
            <a:avLst/>
          </a:prstGeom>
        </p:spPr>
        <p:txBody>
          <a:bodyPr wrap="square" lIns="0" tIns="0" rIns="0" bIns="0">
            <a:spAutoFit/>
          </a:bodyPr>
          <a:lstStyle/>
          <a:p>
            <a:pPr algn="ctr"/>
            <a:r>
              <a:rPr lang="en-US" sz="800" b="1" dirty="0" err="1">
                <a:latin typeface="Aptos" panose="020B0004020202020204" pitchFamily="34" charset="0"/>
              </a:rPr>
              <a:t>Lorem</a:t>
            </a:r>
            <a:r>
              <a:rPr lang="en-US" sz="800" b="1" dirty="0">
                <a:latin typeface="Aptos" panose="020B0004020202020204" pitchFamily="34" charset="0"/>
              </a:rPr>
              <a:t> </a:t>
            </a:r>
            <a:r>
              <a:rPr lang="en-US" sz="800" b="1" dirty="0" err="1">
                <a:latin typeface="Aptos" panose="020B0004020202020204" pitchFamily="34" charset="0"/>
              </a:rPr>
              <a:t>ipsum</a:t>
            </a:r>
            <a:endParaRPr lang="en-US" sz="800" dirty="0">
              <a:latin typeface="Aptos" panose="020B0004020202020204" pitchFamily="34" charset="0"/>
            </a:endParaRPr>
          </a:p>
        </p:txBody>
      </p:sp>
      <p:sp>
        <p:nvSpPr>
          <p:cNvPr id="63" name="Rectangle 62"/>
          <p:cNvSpPr/>
          <p:nvPr/>
        </p:nvSpPr>
        <p:spPr>
          <a:xfrm>
            <a:off x="6409129" y="2949683"/>
            <a:ext cx="670783" cy="125099"/>
          </a:xfrm>
          <a:prstGeom prst="rect">
            <a:avLst/>
          </a:prstGeom>
        </p:spPr>
        <p:txBody>
          <a:bodyPr wrap="square" lIns="0" tIns="0" rIns="0" bIns="0">
            <a:spAutoFit/>
          </a:bodyPr>
          <a:lstStyle/>
          <a:p>
            <a:pPr algn="ct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endParaRPr lang="en-US" sz="800" dirty="0">
              <a:solidFill>
                <a:schemeClr val="bg1"/>
              </a:solidFill>
              <a:latin typeface="Aptos" panose="020B0004020202020204" pitchFamily="34" charset="0"/>
            </a:endParaRPr>
          </a:p>
        </p:txBody>
      </p:sp>
      <p:sp>
        <p:nvSpPr>
          <p:cNvPr id="64" name="Rectangle 63"/>
          <p:cNvSpPr/>
          <p:nvPr/>
        </p:nvSpPr>
        <p:spPr>
          <a:xfrm>
            <a:off x="6409534" y="4284255"/>
            <a:ext cx="669972" cy="125099"/>
          </a:xfrm>
          <a:prstGeom prst="rect">
            <a:avLst/>
          </a:prstGeom>
        </p:spPr>
        <p:txBody>
          <a:bodyPr wrap="square" lIns="0" tIns="0" rIns="0" bIns="0">
            <a:spAutoFit/>
          </a:bodyPr>
          <a:lstStyle/>
          <a:p>
            <a:pPr algn="ct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endParaRPr lang="en-US" sz="800" dirty="0">
              <a:solidFill>
                <a:schemeClr val="bg1"/>
              </a:solidFill>
              <a:latin typeface="Aptos" panose="020B0004020202020204" pitchFamily="34" charset="0"/>
            </a:endParaRPr>
          </a:p>
        </p:txBody>
      </p:sp>
      <p:sp>
        <p:nvSpPr>
          <p:cNvPr id="65" name="Rectangle 64"/>
          <p:cNvSpPr/>
          <p:nvPr/>
        </p:nvSpPr>
        <p:spPr>
          <a:xfrm>
            <a:off x="5314586" y="5255405"/>
            <a:ext cx="886125" cy="125099"/>
          </a:xfrm>
          <a:prstGeom prst="rect">
            <a:avLst/>
          </a:prstGeom>
        </p:spPr>
        <p:txBody>
          <a:bodyPr wrap="square" lIns="0" tIns="0" rIns="0" bIns="0">
            <a:spAutoFit/>
          </a:bodyPr>
          <a:lstStyle/>
          <a:p>
            <a:pPr algn="ctr"/>
            <a:r>
              <a:rPr lang="en-US" sz="813" b="1" dirty="0" err="1">
                <a:solidFill>
                  <a:schemeClr val="bg1"/>
                </a:solidFill>
                <a:latin typeface="Aptos" panose="020B0004020202020204" pitchFamily="34" charset="0"/>
              </a:rPr>
              <a:t>Lorem</a:t>
            </a:r>
            <a:r>
              <a:rPr lang="en-US" sz="813" b="1" dirty="0">
                <a:solidFill>
                  <a:schemeClr val="bg1"/>
                </a:solidFill>
                <a:latin typeface="Aptos" panose="020B0004020202020204" pitchFamily="34" charset="0"/>
              </a:rPr>
              <a:t> </a:t>
            </a:r>
            <a:r>
              <a:rPr lang="en-US" sz="813" b="1" dirty="0" err="1">
                <a:solidFill>
                  <a:schemeClr val="bg1"/>
                </a:solidFill>
                <a:latin typeface="Aptos" panose="020B0004020202020204" pitchFamily="34" charset="0"/>
              </a:rPr>
              <a:t>ipsum</a:t>
            </a:r>
            <a:endParaRPr lang="en-US" sz="650" dirty="0">
              <a:solidFill>
                <a:schemeClr val="bg1"/>
              </a:solidFill>
              <a:latin typeface="Aptos" panose="020B0004020202020204" pitchFamily="34" charset="0"/>
            </a:endParaRPr>
          </a:p>
        </p:txBody>
      </p:sp>
      <p:sp>
        <p:nvSpPr>
          <p:cNvPr id="66" name="Rectangle 65"/>
          <p:cNvSpPr/>
          <p:nvPr/>
        </p:nvSpPr>
        <p:spPr>
          <a:xfrm>
            <a:off x="4082546" y="5255405"/>
            <a:ext cx="886125" cy="125099"/>
          </a:xfrm>
          <a:prstGeom prst="rect">
            <a:avLst/>
          </a:prstGeom>
        </p:spPr>
        <p:txBody>
          <a:bodyPr wrap="square" lIns="0" tIns="0" rIns="0" bIns="0">
            <a:spAutoFit/>
          </a:bodyPr>
          <a:lstStyle/>
          <a:p>
            <a:pPr algn="ctr"/>
            <a:r>
              <a:rPr lang="en-US" sz="813" b="1" dirty="0" err="1">
                <a:solidFill>
                  <a:schemeClr val="bg1"/>
                </a:solidFill>
                <a:latin typeface="Aptos" panose="020B0004020202020204" pitchFamily="34" charset="0"/>
              </a:rPr>
              <a:t>Lorem</a:t>
            </a:r>
            <a:r>
              <a:rPr lang="en-US" sz="813" b="1" dirty="0">
                <a:solidFill>
                  <a:schemeClr val="bg1"/>
                </a:solidFill>
                <a:latin typeface="Aptos" panose="020B0004020202020204" pitchFamily="34" charset="0"/>
              </a:rPr>
              <a:t> </a:t>
            </a:r>
            <a:r>
              <a:rPr lang="en-US" sz="813" b="1" dirty="0" err="1">
                <a:solidFill>
                  <a:schemeClr val="bg1"/>
                </a:solidFill>
                <a:latin typeface="Aptos" panose="020B0004020202020204" pitchFamily="34" charset="0"/>
              </a:rPr>
              <a:t>ipsum</a:t>
            </a:r>
            <a:endParaRPr lang="en-US" sz="650" dirty="0">
              <a:solidFill>
                <a:schemeClr val="bg1"/>
              </a:solidFill>
              <a:latin typeface="Aptos" panose="020B0004020202020204" pitchFamily="34" charset="0"/>
            </a:endParaRPr>
          </a:p>
        </p:txBody>
      </p:sp>
      <p:sp>
        <p:nvSpPr>
          <p:cNvPr id="67" name="Rectangle 66"/>
          <p:cNvSpPr/>
          <p:nvPr/>
        </p:nvSpPr>
        <p:spPr>
          <a:xfrm>
            <a:off x="3178257" y="4303343"/>
            <a:ext cx="699330" cy="125099"/>
          </a:xfrm>
          <a:prstGeom prst="rect">
            <a:avLst/>
          </a:prstGeom>
        </p:spPr>
        <p:txBody>
          <a:bodyPr wrap="square" lIns="0" tIns="0" rIns="0" bIns="0">
            <a:spAutoFit/>
          </a:bodyPr>
          <a:lstStyle/>
          <a:p>
            <a:pPr algn="ctr"/>
            <a:r>
              <a:rPr lang="en-US" sz="813" b="1" dirty="0" err="1">
                <a:solidFill>
                  <a:schemeClr val="bg1"/>
                </a:solidFill>
                <a:latin typeface="Aptos" panose="020B0004020202020204" pitchFamily="34" charset="0"/>
              </a:rPr>
              <a:t>Lorem</a:t>
            </a:r>
            <a:r>
              <a:rPr lang="en-US" sz="813" b="1" dirty="0">
                <a:solidFill>
                  <a:schemeClr val="bg1"/>
                </a:solidFill>
                <a:latin typeface="Aptos" panose="020B0004020202020204" pitchFamily="34" charset="0"/>
              </a:rPr>
              <a:t> </a:t>
            </a:r>
            <a:r>
              <a:rPr lang="en-US" sz="813" b="1" dirty="0" err="1">
                <a:solidFill>
                  <a:schemeClr val="bg1"/>
                </a:solidFill>
                <a:latin typeface="Aptos" panose="020B0004020202020204" pitchFamily="34" charset="0"/>
              </a:rPr>
              <a:t>ipsum</a:t>
            </a:r>
            <a:endParaRPr lang="en-US" sz="650" dirty="0">
              <a:solidFill>
                <a:schemeClr val="bg1"/>
              </a:solidFill>
              <a:latin typeface="Aptos" panose="020B0004020202020204" pitchFamily="34" charset="0"/>
            </a:endParaRPr>
          </a:p>
        </p:txBody>
      </p:sp>
      <p:sp>
        <p:nvSpPr>
          <p:cNvPr id="68" name="Rectangle 67"/>
          <p:cNvSpPr/>
          <p:nvPr/>
        </p:nvSpPr>
        <p:spPr>
          <a:xfrm>
            <a:off x="3185663" y="2949684"/>
            <a:ext cx="684518" cy="125099"/>
          </a:xfrm>
          <a:prstGeom prst="rect">
            <a:avLst/>
          </a:prstGeom>
        </p:spPr>
        <p:txBody>
          <a:bodyPr wrap="square" lIns="0" tIns="0" rIns="0" bIns="0">
            <a:spAutoFit/>
          </a:bodyPr>
          <a:lstStyle/>
          <a:p>
            <a:pPr algn="ctr"/>
            <a:r>
              <a:rPr lang="en-US" sz="800" b="1" dirty="0" err="1">
                <a:solidFill>
                  <a:schemeClr val="bg1"/>
                </a:solidFill>
                <a:latin typeface="Aptos" panose="020B0004020202020204" pitchFamily="34" charset="0"/>
              </a:rPr>
              <a:t>Lorem</a:t>
            </a:r>
            <a:r>
              <a:rPr lang="en-US" sz="800" b="1" dirty="0">
                <a:solidFill>
                  <a:schemeClr val="bg1"/>
                </a:solidFill>
                <a:latin typeface="Aptos" panose="020B0004020202020204" pitchFamily="34" charset="0"/>
              </a:rPr>
              <a:t> </a:t>
            </a:r>
            <a:r>
              <a:rPr lang="en-US" sz="800" b="1" dirty="0" err="1">
                <a:solidFill>
                  <a:schemeClr val="bg1"/>
                </a:solidFill>
                <a:latin typeface="Aptos" panose="020B0004020202020204" pitchFamily="34" charset="0"/>
              </a:rPr>
              <a:t>ipsum</a:t>
            </a:r>
            <a:endParaRPr lang="en-US" sz="800" dirty="0">
              <a:solidFill>
                <a:schemeClr val="bg1"/>
              </a:solidFill>
              <a:latin typeface="Aptos" panose="020B0004020202020204" pitchFamily="34" charset="0"/>
            </a:endParaRPr>
          </a:p>
        </p:txBody>
      </p:sp>
      <p:grpSp>
        <p:nvGrpSpPr>
          <p:cNvPr id="81" name="Group 80"/>
          <p:cNvGrpSpPr>
            <a:grpSpLocks noChangeAspect="1"/>
          </p:cNvGrpSpPr>
          <p:nvPr/>
        </p:nvGrpSpPr>
        <p:grpSpPr bwMode="auto">
          <a:xfrm>
            <a:off x="4317150" y="1599709"/>
            <a:ext cx="416912" cy="416912"/>
            <a:chOff x="6579" y="3604"/>
            <a:chExt cx="340" cy="340"/>
          </a:xfrm>
          <a:solidFill>
            <a:schemeClr val="bg1"/>
          </a:solidFill>
        </p:grpSpPr>
        <p:sp>
          <p:nvSpPr>
            <p:cNvPr id="82" name="Freeform 823"/>
            <p:cNvSpPr>
              <a:spLocks noEditPoints="1"/>
            </p:cNvSpPr>
            <p:nvPr/>
          </p:nvSpPr>
          <p:spPr bwMode="auto">
            <a:xfrm>
              <a:off x="6579" y="360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83" name="Freeform 824"/>
            <p:cNvSpPr>
              <a:spLocks noEditPoints="1"/>
            </p:cNvSpPr>
            <p:nvPr/>
          </p:nvSpPr>
          <p:spPr bwMode="auto">
            <a:xfrm>
              <a:off x="6663" y="3668"/>
              <a:ext cx="172" cy="212"/>
            </a:xfrm>
            <a:custGeom>
              <a:avLst/>
              <a:gdLst>
                <a:gd name="T0" fmla="*/ 246 w 258"/>
                <a:gd name="T1" fmla="*/ 256 h 320"/>
                <a:gd name="T2" fmla="*/ 182 w 258"/>
                <a:gd name="T3" fmla="*/ 117 h 320"/>
                <a:gd name="T4" fmla="*/ 86 w 258"/>
                <a:gd name="T5" fmla="*/ 106 h 320"/>
                <a:gd name="T6" fmla="*/ 75 w 258"/>
                <a:gd name="T7" fmla="*/ 256 h 320"/>
                <a:gd name="T8" fmla="*/ 1 w 258"/>
                <a:gd name="T9" fmla="*/ 262 h 320"/>
                <a:gd name="T10" fmla="*/ 46 w 258"/>
                <a:gd name="T11" fmla="*/ 317 h 320"/>
                <a:gd name="T12" fmla="*/ 203 w 258"/>
                <a:gd name="T13" fmla="*/ 320 h 320"/>
                <a:gd name="T14" fmla="*/ 254 w 258"/>
                <a:gd name="T15" fmla="*/ 274 h 320"/>
                <a:gd name="T16" fmla="*/ 97 w 258"/>
                <a:gd name="T17" fmla="*/ 128 h 320"/>
                <a:gd name="T18" fmla="*/ 161 w 258"/>
                <a:gd name="T19" fmla="*/ 256 h 320"/>
                <a:gd name="T20" fmla="*/ 139 w 258"/>
                <a:gd name="T21" fmla="*/ 213 h 320"/>
                <a:gd name="T22" fmla="*/ 118 w 258"/>
                <a:gd name="T23" fmla="*/ 213 h 320"/>
                <a:gd name="T24" fmla="*/ 97 w 258"/>
                <a:gd name="T25" fmla="*/ 256 h 320"/>
                <a:gd name="T26" fmla="*/ 199 w 258"/>
                <a:gd name="T27" fmla="*/ 298 h 320"/>
                <a:gd name="T28" fmla="*/ 37 w 258"/>
                <a:gd name="T29" fmla="*/ 277 h 320"/>
                <a:gd name="T30" fmla="*/ 199 w 258"/>
                <a:gd name="T31" fmla="*/ 298 h 320"/>
                <a:gd name="T32" fmla="*/ 127 w 258"/>
                <a:gd name="T33" fmla="*/ 85 h 320"/>
                <a:gd name="T34" fmla="*/ 130 w 258"/>
                <a:gd name="T35" fmla="*/ 85 h 320"/>
                <a:gd name="T36" fmla="*/ 134 w 258"/>
                <a:gd name="T37" fmla="*/ 85 h 320"/>
                <a:gd name="T38" fmla="*/ 160 w 258"/>
                <a:gd name="T39" fmla="*/ 41 h 320"/>
                <a:gd name="T40" fmla="*/ 157 w 258"/>
                <a:gd name="T41" fmla="*/ 35 h 320"/>
                <a:gd name="T42" fmla="*/ 148 w 258"/>
                <a:gd name="T43" fmla="*/ 24 h 320"/>
                <a:gd name="T44" fmla="*/ 130 w 258"/>
                <a:gd name="T45" fmla="*/ 0 h 320"/>
                <a:gd name="T46" fmla="*/ 125 w 258"/>
                <a:gd name="T47" fmla="*/ 0 h 320"/>
                <a:gd name="T48" fmla="*/ 112 w 258"/>
                <a:gd name="T49" fmla="*/ 23 h 320"/>
                <a:gd name="T50" fmla="*/ 103 w 258"/>
                <a:gd name="T51" fmla="*/ 35 h 320"/>
                <a:gd name="T52" fmla="*/ 101 w 258"/>
                <a:gd name="T53" fmla="*/ 41 h 320"/>
                <a:gd name="T54" fmla="*/ 126 w 258"/>
                <a:gd name="T55" fmla="*/ 85 h 320"/>
                <a:gd name="T56" fmla="*/ 131 w 258"/>
                <a:gd name="T57" fmla="*/ 64 h 320"/>
                <a:gd name="T58" fmla="*/ 130 w 258"/>
                <a:gd name="T59" fmla="*/ 64 h 320"/>
                <a:gd name="T60" fmla="*/ 129 w 258"/>
                <a:gd name="T61" fmla="*/ 64 h 320"/>
                <a:gd name="T62" fmla="*/ 119 w 258"/>
                <a:gd name="T63" fmla="*/ 53 h 320"/>
                <a:gd name="T64" fmla="*/ 122 w 258"/>
                <a:gd name="T65" fmla="*/ 47 h 320"/>
                <a:gd name="T66" fmla="*/ 130 w 258"/>
                <a:gd name="T67" fmla="*/ 36 h 320"/>
                <a:gd name="T68" fmla="*/ 141 w 258"/>
                <a:gd name="T69" fmla="*/ 5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320">
                  <a:moveTo>
                    <a:pt x="256" y="262"/>
                  </a:moveTo>
                  <a:cubicBezTo>
                    <a:pt x="254" y="258"/>
                    <a:pt x="250" y="256"/>
                    <a:pt x="246" y="256"/>
                  </a:cubicBezTo>
                  <a:cubicBezTo>
                    <a:pt x="182" y="256"/>
                    <a:pt x="182" y="256"/>
                    <a:pt x="182" y="256"/>
                  </a:cubicBezTo>
                  <a:cubicBezTo>
                    <a:pt x="182" y="117"/>
                    <a:pt x="182" y="117"/>
                    <a:pt x="182" y="117"/>
                  </a:cubicBezTo>
                  <a:cubicBezTo>
                    <a:pt x="182" y="111"/>
                    <a:pt x="177" y="106"/>
                    <a:pt x="171" y="106"/>
                  </a:cubicBezTo>
                  <a:cubicBezTo>
                    <a:pt x="86" y="106"/>
                    <a:pt x="86" y="106"/>
                    <a:pt x="86" y="106"/>
                  </a:cubicBezTo>
                  <a:cubicBezTo>
                    <a:pt x="80" y="106"/>
                    <a:pt x="75" y="111"/>
                    <a:pt x="75" y="117"/>
                  </a:cubicBezTo>
                  <a:cubicBezTo>
                    <a:pt x="75" y="256"/>
                    <a:pt x="75" y="256"/>
                    <a:pt x="75" y="256"/>
                  </a:cubicBezTo>
                  <a:cubicBezTo>
                    <a:pt x="11" y="256"/>
                    <a:pt x="11" y="256"/>
                    <a:pt x="11" y="256"/>
                  </a:cubicBezTo>
                  <a:cubicBezTo>
                    <a:pt x="7" y="256"/>
                    <a:pt x="3" y="258"/>
                    <a:pt x="1" y="262"/>
                  </a:cubicBezTo>
                  <a:cubicBezTo>
                    <a:pt x="0" y="266"/>
                    <a:pt x="1" y="271"/>
                    <a:pt x="4" y="274"/>
                  </a:cubicBezTo>
                  <a:cubicBezTo>
                    <a:pt x="46" y="317"/>
                    <a:pt x="46" y="317"/>
                    <a:pt x="46" y="317"/>
                  </a:cubicBezTo>
                  <a:cubicBezTo>
                    <a:pt x="48" y="319"/>
                    <a:pt x="51" y="320"/>
                    <a:pt x="54" y="320"/>
                  </a:cubicBezTo>
                  <a:cubicBezTo>
                    <a:pt x="203" y="320"/>
                    <a:pt x="203" y="320"/>
                    <a:pt x="203" y="320"/>
                  </a:cubicBezTo>
                  <a:cubicBezTo>
                    <a:pt x="206" y="320"/>
                    <a:pt x="209" y="319"/>
                    <a:pt x="211" y="317"/>
                  </a:cubicBezTo>
                  <a:cubicBezTo>
                    <a:pt x="254" y="274"/>
                    <a:pt x="254" y="274"/>
                    <a:pt x="254" y="274"/>
                  </a:cubicBezTo>
                  <a:cubicBezTo>
                    <a:pt x="257" y="271"/>
                    <a:pt x="258" y="266"/>
                    <a:pt x="256" y="262"/>
                  </a:cubicBezTo>
                  <a:close/>
                  <a:moveTo>
                    <a:pt x="97" y="128"/>
                  </a:moveTo>
                  <a:cubicBezTo>
                    <a:pt x="161" y="128"/>
                    <a:pt x="161" y="128"/>
                    <a:pt x="161" y="128"/>
                  </a:cubicBezTo>
                  <a:cubicBezTo>
                    <a:pt x="161" y="256"/>
                    <a:pt x="161" y="256"/>
                    <a:pt x="161" y="256"/>
                  </a:cubicBezTo>
                  <a:cubicBezTo>
                    <a:pt x="139" y="256"/>
                    <a:pt x="139" y="256"/>
                    <a:pt x="139" y="256"/>
                  </a:cubicBezTo>
                  <a:cubicBezTo>
                    <a:pt x="139" y="213"/>
                    <a:pt x="139" y="213"/>
                    <a:pt x="139" y="213"/>
                  </a:cubicBezTo>
                  <a:cubicBezTo>
                    <a:pt x="139" y="207"/>
                    <a:pt x="135" y="202"/>
                    <a:pt x="129" y="202"/>
                  </a:cubicBezTo>
                  <a:cubicBezTo>
                    <a:pt x="123" y="202"/>
                    <a:pt x="118" y="207"/>
                    <a:pt x="118" y="213"/>
                  </a:cubicBezTo>
                  <a:cubicBezTo>
                    <a:pt x="118" y="256"/>
                    <a:pt x="118" y="256"/>
                    <a:pt x="118" y="256"/>
                  </a:cubicBezTo>
                  <a:cubicBezTo>
                    <a:pt x="97" y="256"/>
                    <a:pt x="97" y="256"/>
                    <a:pt x="97" y="256"/>
                  </a:cubicBezTo>
                  <a:lnTo>
                    <a:pt x="97" y="128"/>
                  </a:lnTo>
                  <a:close/>
                  <a:moveTo>
                    <a:pt x="199" y="298"/>
                  </a:moveTo>
                  <a:cubicBezTo>
                    <a:pt x="58" y="298"/>
                    <a:pt x="58" y="298"/>
                    <a:pt x="58" y="298"/>
                  </a:cubicBezTo>
                  <a:cubicBezTo>
                    <a:pt x="37" y="277"/>
                    <a:pt x="37" y="277"/>
                    <a:pt x="37" y="277"/>
                  </a:cubicBezTo>
                  <a:cubicBezTo>
                    <a:pt x="220" y="277"/>
                    <a:pt x="220" y="277"/>
                    <a:pt x="220" y="277"/>
                  </a:cubicBezTo>
                  <a:lnTo>
                    <a:pt x="199" y="298"/>
                  </a:lnTo>
                  <a:close/>
                  <a:moveTo>
                    <a:pt x="126" y="85"/>
                  </a:moveTo>
                  <a:cubicBezTo>
                    <a:pt x="127" y="85"/>
                    <a:pt x="127" y="85"/>
                    <a:pt x="127" y="85"/>
                  </a:cubicBezTo>
                  <a:cubicBezTo>
                    <a:pt x="128" y="85"/>
                    <a:pt x="128" y="85"/>
                    <a:pt x="129" y="85"/>
                  </a:cubicBezTo>
                  <a:cubicBezTo>
                    <a:pt x="130" y="85"/>
                    <a:pt x="130" y="85"/>
                    <a:pt x="130" y="85"/>
                  </a:cubicBezTo>
                  <a:cubicBezTo>
                    <a:pt x="130" y="85"/>
                    <a:pt x="130" y="85"/>
                    <a:pt x="130" y="85"/>
                  </a:cubicBezTo>
                  <a:cubicBezTo>
                    <a:pt x="132" y="85"/>
                    <a:pt x="133" y="85"/>
                    <a:pt x="134" y="85"/>
                  </a:cubicBezTo>
                  <a:cubicBezTo>
                    <a:pt x="150" y="83"/>
                    <a:pt x="163" y="69"/>
                    <a:pt x="163" y="53"/>
                  </a:cubicBezTo>
                  <a:cubicBezTo>
                    <a:pt x="163" y="49"/>
                    <a:pt x="162" y="45"/>
                    <a:pt x="160" y="41"/>
                  </a:cubicBezTo>
                  <a:cubicBezTo>
                    <a:pt x="160" y="40"/>
                    <a:pt x="160" y="40"/>
                    <a:pt x="160" y="39"/>
                  </a:cubicBezTo>
                  <a:cubicBezTo>
                    <a:pt x="157" y="35"/>
                    <a:pt x="157" y="35"/>
                    <a:pt x="157" y="35"/>
                  </a:cubicBezTo>
                  <a:cubicBezTo>
                    <a:pt x="157" y="35"/>
                    <a:pt x="157" y="34"/>
                    <a:pt x="156" y="34"/>
                  </a:cubicBezTo>
                  <a:cubicBezTo>
                    <a:pt x="156" y="34"/>
                    <a:pt x="151" y="28"/>
                    <a:pt x="148" y="24"/>
                  </a:cubicBezTo>
                  <a:cubicBezTo>
                    <a:pt x="145" y="19"/>
                    <a:pt x="143" y="15"/>
                    <a:pt x="143" y="12"/>
                  </a:cubicBezTo>
                  <a:cubicBezTo>
                    <a:pt x="142" y="5"/>
                    <a:pt x="137" y="0"/>
                    <a:pt x="130" y="0"/>
                  </a:cubicBezTo>
                  <a:cubicBezTo>
                    <a:pt x="130" y="0"/>
                    <a:pt x="130" y="0"/>
                    <a:pt x="129" y="0"/>
                  </a:cubicBezTo>
                  <a:cubicBezTo>
                    <a:pt x="128" y="0"/>
                    <a:pt x="127" y="0"/>
                    <a:pt x="125" y="0"/>
                  </a:cubicBezTo>
                  <a:cubicBezTo>
                    <a:pt x="121" y="2"/>
                    <a:pt x="117" y="6"/>
                    <a:pt x="117" y="12"/>
                  </a:cubicBezTo>
                  <a:cubicBezTo>
                    <a:pt x="117" y="15"/>
                    <a:pt x="115" y="19"/>
                    <a:pt x="112" y="23"/>
                  </a:cubicBezTo>
                  <a:cubicBezTo>
                    <a:pt x="109" y="28"/>
                    <a:pt x="104" y="34"/>
                    <a:pt x="104" y="34"/>
                  </a:cubicBezTo>
                  <a:cubicBezTo>
                    <a:pt x="104" y="34"/>
                    <a:pt x="104" y="35"/>
                    <a:pt x="103" y="35"/>
                  </a:cubicBezTo>
                  <a:cubicBezTo>
                    <a:pt x="101" y="40"/>
                    <a:pt x="101" y="40"/>
                    <a:pt x="101" y="40"/>
                  </a:cubicBezTo>
                  <a:cubicBezTo>
                    <a:pt x="101" y="40"/>
                    <a:pt x="101" y="40"/>
                    <a:pt x="101" y="41"/>
                  </a:cubicBezTo>
                  <a:cubicBezTo>
                    <a:pt x="99" y="45"/>
                    <a:pt x="98" y="49"/>
                    <a:pt x="98" y="53"/>
                  </a:cubicBezTo>
                  <a:cubicBezTo>
                    <a:pt x="98" y="69"/>
                    <a:pt x="110" y="83"/>
                    <a:pt x="126" y="85"/>
                  </a:cubicBezTo>
                  <a:close/>
                  <a:moveTo>
                    <a:pt x="141" y="53"/>
                  </a:moveTo>
                  <a:cubicBezTo>
                    <a:pt x="141" y="58"/>
                    <a:pt x="137" y="63"/>
                    <a:pt x="131" y="64"/>
                  </a:cubicBezTo>
                  <a:cubicBezTo>
                    <a:pt x="131" y="64"/>
                    <a:pt x="131" y="64"/>
                    <a:pt x="130" y="64"/>
                  </a:cubicBezTo>
                  <a:cubicBezTo>
                    <a:pt x="130" y="64"/>
                    <a:pt x="130" y="64"/>
                    <a:pt x="130" y="64"/>
                  </a:cubicBezTo>
                  <a:cubicBezTo>
                    <a:pt x="130" y="64"/>
                    <a:pt x="130" y="64"/>
                    <a:pt x="130" y="64"/>
                  </a:cubicBezTo>
                  <a:cubicBezTo>
                    <a:pt x="130" y="64"/>
                    <a:pt x="129" y="64"/>
                    <a:pt x="129" y="64"/>
                  </a:cubicBezTo>
                  <a:cubicBezTo>
                    <a:pt x="129" y="64"/>
                    <a:pt x="129" y="64"/>
                    <a:pt x="129" y="64"/>
                  </a:cubicBezTo>
                  <a:cubicBezTo>
                    <a:pt x="124" y="63"/>
                    <a:pt x="119" y="58"/>
                    <a:pt x="119" y="53"/>
                  </a:cubicBezTo>
                  <a:cubicBezTo>
                    <a:pt x="119" y="52"/>
                    <a:pt x="120" y="51"/>
                    <a:pt x="120" y="49"/>
                  </a:cubicBezTo>
                  <a:cubicBezTo>
                    <a:pt x="122" y="47"/>
                    <a:pt x="122" y="47"/>
                    <a:pt x="122" y="47"/>
                  </a:cubicBezTo>
                  <a:cubicBezTo>
                    <a:pt x="123" y="45"/>
                    <a:pt x="127" y="40"/>
                    <a:pt x="130" y="35"/>
                  </a:cubicBezTo>
                  <a:cubicBezTo>
                    <a:pt x="130" y="35"/>
                    <a:pt x="130" y="35"/>
                    <a:pt x="130" y="36"/>
                  </a:cubicBezTo>
                  <a:cubicBezTo>
                    <a:pt x="134" y="40"/>
                    <a:pt x="138" y="45"/>
                    <a:pt x="139" y="47"/>
                  </a:cubicBezTo>
                  <a:cubicBezTo>
                    <a:pt x="141" y="50"/>
                    <a:pt x="141" y="50"/>
                    <a:pt x="141" y="50"/>
                  </a:cubicBezTo>
                  <a:cubicBezTo>
                    <a:pt x="141" y="51"/>
                    <a:pt x="141" y="52"/>
                    <a:pt x="141" y="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84" name="Group 920"/>
          <p:cNvGrpSpPr>
            <a:grpSpLocks noChangeAspect="1"/>
          </p:cNvGrpSpPr>
          <p:nvPr/>
        </p:nvGrpSpPr>
        <p:grpSpPr bwMode="auto">
          <a:xfrm>
            <a:off x="6536061" y="3833110"/>
            <a:ext cx="416912" cy="416912"/>
            <a:chOff x="5645" y="4510"/>
            <a:chExt cx="340" cy="340"/>
          </a:xfrm>
          <a:solidFill>
            <a:schemeClr val="bg1"/>
          </a:solidFill>
        </p:grpSpPr>
        <p:sp>
          <p:nvSpPr>
            <p:cNvPr id="85" name="Freeform 921"/>
            <p:cNvSpPr>
              <a:spLocks noEditPoints="1"/>
            </p:cNvSpPr>
            <p:nvPr/>
          </p:nvSpPr>
          <p:spPr bwMode="auto">
            <a:xfrm>
              <a:off x="5765" y="4574"/>
              <a:ext cx="99" cy="212"/>
            </a:xfrm>
            <a:custGeom>
              <a:avLst/>
              <a:gdLst>
                <a:gd name="T0" fmla="*/ 139 w 149"/>
                <a:gd name="T1" fmla="*/ 256 h 320"/>
                <a:gd name="T2" fmla="*/ 136 w 149"/>
                <a:gd name="T3" fmla="*/ 256 h 320"/>
                <a:gd name="T4" fmla="*/ 108 w 149"/>
                <a:gd name="T5" fmla="*/ 142 h 320"/>
                <a:gd name="T6" fmla="*/ 128 w 149"/>
                <a:gd name="T7" fmla="*/ 96 h 320"/>
                <a:gd name="T8" fmla="*/ 98 w 149"/>
                <a:gd name="T9" fmla="*/ 53 h 320"/>
                <a:gd name="T10" fmla="*/ 107 w 149"/>
                <a:gd name="T11" fmla="*/ 32 h 320"/>
                <a:gd name="T12" fmla="*/ 75 w 149"/>
                <a:gd name="T13" fmla="*/ 0 h 320"/>
                <a:gd name="T14" fmla="*/ 43 w 149"/>
                <a:gd name="T15" fmla="*/ 32 h 320"/>
                <a:gd name="T16" fmla="*/ 51 w 149"/>
                <a:gd name="T17" fmla="*/ 53 h 320"/>
                <a:gd name="T18" fmla="*/ 21 w 149"/>
                <a:gd name="T19" fmla="*/ 96 h 320"/>
                <a:gd name="T20" fmla="*/ 41 w 149"/>
                <a:gd name="T21" fmla="*/ 142 h 320"/>
                <a:gd name="T22" fmla="*/ 13 w 149"/>
                <a:gd name="T23" fmla="*/ 256 h 320"/>
                <a:gd name="T24" fmla="*/ 11 w 149"/>
                <a:gd name="T25" fmla="*/ 256 h 320"/>
                <a:gd name="T26" fmla="*/ 0 w 149"/>
                <a:gd name="T27" fmla="*/ 266 h 320"/>
                <a:gd name="T28" fmla="*/ 0 w 149"/>
                <a:gd name="T29" fmla="*/ 309 h 320"/>
                <a:gd name="T30" fmla="*/ 11 w 149"/>
                <a:gd name="T31" fmla="*/ 320 h 320"/>
                <a:gd name="T32" fmla="*/ 139 w 149"/>
                <a:gd name="T33" fmla="*/ 320 h 320"/>
                <a:gd name="T34" fmla="*/ 149 w 149"/>
                <a:gd name="T35" fmla="*/ 309 h 320"/>
                <a:gd name="T36" fmla="*/ 149 w 149"/>
                <a:gd name="T37" fmla="*/ 266 h 320"/>
                <a:gd name="T38" fmla="*/ 139 w 149"/>
                <a:gd name="T39" fmla="*/ 256 h 320"/>
                <a:gd name="T40" fmla="*/ 75 w 149"/>
                <a:gd name="T41" fmla="*/ 21 h 320"/>
                <a:gd name="T42" fmla="*/ 85 w 149"/>
                <a:gd name="T43" fmla="*/ 32 h 320"/>
                <a:gd name="T44" fmla="*/ 75 w 149"/>
                <a:gd name="T45" fmla="*/ 42 h 320"/>
                <a:gd name="T46" fmla="*/ 64 w 149"/>
                <a:gd name="T47" fmla="*/ 32 h 320"/>
                <a:gd name="T48" fmla="*/ 75 w 149"/>
                <a:gd name="T49" fmla="*/ 21 h 320"/>
                <a:gd name="T50" fmla="*/ 75 w 149"/>
                <a:gd name="T51" fmla="*/ 64 h 320"/>
                <a:gd name="T52" fmla="*/ 92 w 149"/>
                <a:gd name="T53" fmla="*/ 74 h 320"/>
                <a:gd name="T54" fmla="*/ 78 w 149"/>
                <a:gd name="T55" fmla="*/ 88 h 320"/>
                <a:gd name="T56" fmla="*/ 78 w 149"/>
                <a:gd name="T57" fmla="*/ 103 h 320"/>
                <a:gd name="T58" fmla="*/ 85 w 149"/>
                <a:gd name="T59" fmla="*/ 106 h 320"/>
                <a:gd name="T60" fmla="*/ 93 w 149"/>
                <a:gd name="T61" fmla="*/ 103 h 320"/>
                <a:gd name="T62" fmla="*/ 106 w 149"/>
                <a:gd name="T63" fmla="*/ 90 h 320"/>
                <a:gd name="T64" fmla="*/ 107 w 149"/>
                <a:gd name="T65" fmla="*/ 96 h 320"/>
                <a:gd name="T66" fmla="*/ 92 w 149"/>
                <a:gd name="T67" fmla="*/ 128 h 320"/>
                <a:gd name="T68" fmla="*/ 57 w 149"/>
                <a:gd name="T69" fmla="*/ 128 h 320"/>
                <a:gd name="T70" fmla="*/ 43 w 149"/>
                <a:gd name="T71" fmla="*/ 96 h 320"/>
                <a:gd name="T72" fmla="*/ 75 w 149"/>
                <a:gd name="T73" fmla="*/ 64 h 320"/>
                <a:gd name="T74" fmla="*/ 62 w 149"/>
                <a:gd name="T75" fmla="*/ 149 h 320"/>
                <a:gd name="T76" fmla="*/ 88 w 149"/>
                <a:gd name="T77" fmla="*/ 149 h 320"/>
                <a:gd name="T78" fmla="*/ 114 w 149"/>
                <a:gd name="T79" fmla="*/ 256 h 320"/>
                <a:gd name="T80" fmla="*/ 35 w 149"/>
                <a:gd name="T81" fmla="*/ 256 h 320"/>
                <a:gd name="T82" fmla="*/ 62 w 149"/>
                <a:gd name="T83" fmla="*/ 149 h 320"/>
                <a:gd name="T84" fmla="*/ 128 w 149"/>
                <a:gd name="T85" fmla="*/ 298 h 320"/>
                <a:gd name="T86" fmla="*/ 21 w 149"/>
                <a:gd name="T87" fmla="*/ 298 h 320"/>
                <a:gd name="T88" fmla="*/ 21 w 149"/>
                <a:gd name="T89" fmla="*/ 277 h 320"/>
                <a:gd name="T90" fmla="*/ 128 w 149"/>
                <a:gd name="T91" fmla="*/ 277 h 320"/>
                <a:gd name="T92" fmla="*/ 128 w 149"/>
                <a:gd name="T93"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9" h="320">
                  <a:moveTo>
                    <a:pt x="139" y="256"/>
                  </a:moveTo>
                  <a:cubicBezTo>
                    <a:pt x="136" y="256"/>
                    <a:pt x="136" y="256"/>
                    <a:pt x="136" y="256"/>
                  </a:cubicBezTo>
                  <a:cubicBezTo>
                    <a:pt x="108" y="142"/>
                    <a:pt x="108" y="142"/>
                    <a:pt x="108" y="142"/>
                  </a:cubicBezTo>
                  <a:cubicBezTo>
                    <a:pt x="116" y="135"/>
                    <a:pt x="128" y="119"/>
                    <a:pt x="128" y="96"/>
                  </a:cubicBezTo>
                  <a:cubicBezTo>
                    <a:pt x="128" y="76"/>
                    <a:pt x="112" y="62"/>
                    <a:pt x="98" y="53"/>
                  </a:cubicBezTo>
                  <a:cubicBezTo>
                    <a:pt x="103" y="47"/>
                    <a:pt x="107" y="40"/>
                    <a:pt x="107" y="32"/>
                  </a:cubicBezTo>
                  <a:cubicBezTo>
                    <a:pt x="107" y="14"/>
                    <a:pt x="92" y="0"/>
                    <a:pt x="75" y="0"/>
                  </a:cubicBezTo>
                  <a:cubicBezTo>
                    <a:pt x="57" y="0"/>
                    <a:pt x="43" y="14"/>
                    <a:pt x="43" y="32"/>
                  </a:cubicBezTo>
                  <a:cubicBezTo>
                    <a:pt x="43" y="40"/>
                    <a:pt x="46" y="47"/>
                    <a:pt x="51" y="53"/>
                  </a:cubicBezTo>
                  <a:cubicBezTo>
                    <a:pt x="37" y="62"/>
                    <a:pt x="21" y="76"/>
                    <a:pt x="21" y="96"/>
                  </a:cubicBezTo>
                  <a:cubicBezTo>
                    <a:pt x="21" y="119"/>
                    <a:pt x="34" y="135"/>
                    <a:pt x="41" y="142"/>
                  </a:cubicBezTo>
                  <a:cubicBezTo>
                    <a:pt x="13" y="256"/>
                    <a:pt x="13" y="256"/>
                    <a:pt x="13" y="256"/>
                  </a:cubicBezTo>
                  <a:cubicBezTo>
                    <a:pt x="11" y="256"/>
                    <a:pt x="11" y="256"/>
                    <a:pt x="11" y="256"/>
                  </a:cubicBezTo>
                  <a:cubicBezTo>
                    <a:pt x="5" y="256"/>
                    <a:pt x="0" y="260"/>
                    <a:pt x="0" y="266"/>
                  </a:cubicBezTo>
                  <a:cubicBezTo>
                    <a:pt x="0" y="309"/>
                    <a:pt x="0" y="309"/>
                    <a:pt x="0" y="309"/>
                  </a:cubicBezTo>
                  <a:cubicBezTo>
                    <a:pt x="0" y="315"/>
                    <a:pt x="5" y="320"/>
                    <a:pt x="11" y="320"/>
                  </a:cubicBezTo>
                  <a:cubicBezTo>
                    <a:pt x="139" y="320"/>
                    <a:pt x="139" y="320"/>
                    <a:pt x="139" y="320"/>
                  </a:cubicBezTo>
                  <a:cubicBezTo>
                    <a:pt x="145" y="320"/>
                    <a:pt x="149" y="315"/>
                    <a:pt x="149" y="309"/>
                  </a:cubicBezTo>
                  <a:cubicBezTo>
                    <a:pt x="149" y="266"/>
                    <a:pt x="149" y="266"/>
                    <a:pt x="149" y="266"/>
                  </a:cubicBezTo>
                  <a:cubicBezTo>
                    <a:pt x="149" y="260"/>
                    <a:pt x="145" y="256"/>
                    <a:pt x="139" y="256"/>
                  </a:cubicBezTo>
                  <a:close/>
                  <a:moveTo>
                    <a:pt x="75" y="21"/>
                  </a:moveTo>
                  <a:cubicBezTo>
                    <a:pt x="81" y="21"/>
                    <a:pt x="85" y="26"/>
                    <a:pt x="85" y="32"/>
                  </a:cubicBezTo>
                  <a:cubicBezTo>
                    <a:pt x="85" y="38"/>
                    <a:pt x="81" y="42"/>
                    <a:pt x="75" y="42"/>
                  </a:cubicBezTo>
                  <a:cubicBezTo>
                    <a:pt x="69" y="42"/>
                    <a:pt x="64" y="38"/>
                    <a:pt x="64" y="32"/>
                  </a:cubicBezTo>
                  <a:cubicBezTo>
                    <a:pt x="64" y="26"/>
                    <a:pt x="69" y="21"/>
                    <a:pt x="75" y="21"/>
                  </a:cubicBezTo>
                  <a:close/>
                  <a:moveTo>
                    <a:pt x="75" y="64"/>
                  </a:moveTo>
                  <a:cubicBezTo>
                    <a:pt x="79" y="67"/>
                    <a:pt x="86" y="70"/>
                    <a:pt x="92" y="74"/>
                  </a:cubicBezTo>
                  <a:cubicBezTo>
                    <a:pt x="78" y="88"/>
                    <a:pt x="78" y="88"/>
                    <a:pt x="78" y="88"/>
                  </a:cubicBezTo>
                  <a:cubicBezTo>
                    <a:pt x="74" y="92"/>
                    <a:pt x="74" y="99"/>
                    <a:pt x="78" y="103"/>
                  </a:cubicBezTo>
                  <a:cubicBezTo>
                    <a:pt x="80" y="105"/>
                    <a:pt x="83" y="106"/>
                    <a:pt x="85" y="106"/>
                  </a:cubicBezTo>
                  <a:cubicBezTo>
                    <a:pt x="88" y="106"/>
                    <a:pt x="91" y="105"/>
                    <a:pt x="93" y="103"/>
                  </a:cubicBezTo>
                  <a:cubicBezTo>
                    <a:pt x="106" y="90"/>
                    <a:pt x="106" y="90"/>
                    <a:pt x="106" y="90"/>
                  </a:cubicBezTo>
                  <a:cubicBezTo>
                    <a:pt x="106" y="92"/>
                    <a:pt x="107" y="94"/>
                    <a:pt x="107" y="96"/>
                  </a:cubicBezTo>
                  <a:cubicBezTo>
                    <a:pt x="107" y="113"/>
                    <a:pt x="97" y="123"/>
                    <a:pt x="92" y="128"/>
                  </a:cubicBezTo>
                  <a:cubicBezTo>
                    <a:pt x="57" y="128"/>
                    <a:pt x="57" y="128"/>
                    <a:pt x="57" y="128"/>
                  </a:cubicBezTo>
                  <a:cubicBezTo>
                    <a:pt x="53" y="123"/>
                    <a:pt x="43" y="112"/>
                    <a:pt x="43" y="96"/>
                  </a:cubicBezTo>
                  <a:cubicBezTo>
                    <a:pt x="43" y="81"/>
                    <a:pt x="64" y="69"/>
                    <a:pt x="75" y="64"/>
                  </a:cubicBezTo>
                  <a:close/>
                  <a:moveTo>
                    <a:pt x="62" y="149"/>
                  </a:moveTo>
                  <a:cubicBezTo>
                    <a:pt x="88" y="149"/>
                    <a:pt x="88" y="149"/>
                    <a:pt x="88" y="149"/>
                  </a:cubicBezTo>
                  <a:cubicBezTo>
                    <a:pt x="114" y="256"/>
                    <a:pt x="114" y="256"/>
                    <a:pt x="114" y="256"/>
                  </a:cubicBezTo>
                  <a:cubicBezTo>
                    <a:pt x="35" y="256"/>
                    <a:pt x="35" y="256"/>
                    <a:pt x="35" y="256"/>
                  </a:cubicBezTo>
                  <a:lnTo>
                    <a:pt x="62" y="149"/>
                  </a:lnTo>
                  <a:close/>
                  <a:moveTo>
                    <a:pt x="128" y="298"/>
                  </a:moveTo>
                  <a:cubicBezTo>
                    <a:pt x="21" y="298"/>
                    <a:pt x="21" y="298"/>
                    <a:pt x="21" y="298"/>
                  </a:cubicBezTo>
                  <a:cubicBezTo>
                    <a:pt x="21" y="277"/>
                    <a:pt x="21" y="277"/>
                    <a:pt x="21" y="277"/>
                  </a:cubicBezTo>
                  <a:cubicBezTo>
                    <a:pt x="128" y="277"/>
                    <a:pt x="128" y="277"/>
                    <a:pt x="128" y="277"/>
                  </a:cubicBezTo>
                  <a:lnTo>
                    <a:pt x="128"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86" name="Freeform 922"/>
            <p:cNvSpPr>
              <a:spLocks noEditPoints="1"/>
            </p:cNvSpPr>
            <p:nvPr/>
          </p:nvSpPr>
          <p:spPr bwMode="auto">
            <a:xfrm>
              <a:off x="5645" y="451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87" name="Group 929"/>
          <p:cNvGrpSpPr>
            <a:grpSpLocks noChangeAspect="1"/>
          </p:cNvGrpSpPr>
          <p:nvPr/>
        </p:nvGrpSpPr>
        <p:grpSpPr bwMode="auto">
          <a:xfrm>
            <a:off x="3319466" y="2507985"/>
            <a:ext cx="416912" cy="416912"/>
            <a:chOff x="5834" y="4699"/>
            <a:chExt cx="340" cy="340"/>
          </a:xfrm>
          <a:solidFill>
            <a:schemeClr val="bg1"/>
          </a:solidFill>
        </p:grpSpPr>
        <p:sp>
          <p:nvSpPr>
            <p:cNvPr id="88" name="Freeform 87"/>
            <p:cNvSpPr>
              <a:spLocks noEditPoints="1"/>
            </p:cNvSpPr>
            <p:nvPr/>
          </p:nvSpPr>
          <p:spPr bwMode="auto">
            <a:xfrm>
              <a:off x="5953" y="4761"/>
              <a:ext cx="101" cy="214"/>
            </a:xfrm>
            <a:custGeom>
              <a:avLst/>
              <a:gdLst>
                <a:gd name="T0" fmla="*/ 141 w 153"/>
                <a:gd name="T1" fmla="*/ 258 h 322"/>
                <a:gd name="T2" fmla="*/ 139 w 153"/>
                <a:gd name="T3" fmla="*/ 258 h 322"/>
                <a:gd name="T4" fmla="*/ 119 w 153"/>
                <a:gd name="T5" fmla="*/ 98 h 322"/>
                <a:gd name="T6" fmla="*/ 130 w 153"/>
                <a:gd name="T7" fmla="*/ 87 h 322"/>
                <a:gd name="T8" fmla="*/ 130 w 153"/>
                <a:gd name="T9" fmla="*/ 44 h 322"/>
                <a:gd name="T10" fmla="*/ 140 w 153"/>
                <a:gd name="T11" fmla="*/ 38 h 322"/>
                <a:gd name="T12" fmla="*/ 150 w 153"/>
                <a:gd name="T13" fmla="*/ 17 h 322"/>
                <a:gd name="T14" fmla="*/ 145 w 153"/>
                <a:gd name="T15" fmla="*/ 3 h 322"/>
                <a:gd name="T16" fmla="*/ 131 w 153"/>
                <a:gd name="T17" fmla="*/ 8 h 322"/>
                <a:gd name="T18" fmla="*/ 123 w 153"/>
                <a:gd name="T19" fmla="*/ 23 h 322"/>
                <a:gd name="T20" fmla="*/ 109 w 153"/>
                <a:gd name="T21" fmla="*/ 23 h 322"/>
                <a:gd name="T22" fmla="*/ 109 w 153"/>
                <a:gd name="T23" fmla="*/ 12 h 322"/>
                <a:gd name="T24" fmla="*/ 98 w 153"/>
                <a:gd name="T25" fmla="*/ 2 h 322"/>
                <a:gd name="T26" fmla="*/ 87 w 153"/>
                <a:gd name="T27" fmla="*/ 12 h 322"/>
                <a:gd name="T28" fmla="*/ 87 w 153"/>
                <a:gd name="T29" fmla="*/ 23 h 322"/>
                <a:gd name="T30" fmla="*/ 66 w 153"/>
                <a:gd name="T31" fmla="*/ 23 h 322"/>
                <a:gd name="T32" fmla="*/ 66 w 153"/>
                <a:gd name="T33" fmla="*/ 12 h 322"/>
                <a:gd name="T34" fmla="*/ 55 w 153"/>
                <a:gd name="T35" fmla="*/ 2 h 322"/>
                <a:gd name="T36" fmla="*/ 45 w 153"/>
                <a:gd name="T37" fmla="*/ 12 h 322"/>
                <a:gd name="T38" fmla="*/ 45 w 153"/>
                <a:gd name="T39" fmla="*/ 23 h 322"/>
                <a:gd name="T40" fmla="*/ 30 w 153"/>
                <a:gd name="T41" fmla="*/ 23 h 322"/>
                <a:gd name="T42" fmla="*/ 22 w 153"/>
                <a:gd name="T43" fmla="*/ 8 h 322"/>
                <a:gd name="T44" fmla="*/ 8 w 153"/>
                <a:gd name="T45" fmla="*/ 3 h 322"/>
                <a:gd name="T46" fmla="*/ 3 w 153"/>
                <a:gd name="T47" fmla="*/ 17 h 322"/>
                <a:gd name="T48" fmla="*/ 14 w 153"/>
                <a:gd name="T49" fmla="*/ 38 h 322"/>
                <a:gd name="T50" fmla="*/ 23 w 153"/>
                <a:gd name="T51" fmla="*/ 44 h 322"/>
                <a:gd name="T52" fmla="*/ 23 w 153"/>
                <a:gd name="T53" fmla="*/ 87 h 322"/>
                <a:gd name="T54" fmla="*/ 34 w 153"/>
                <a:gd name="T55" fmla="*/ 98 h 322"/>
                <a:gd name="T56" fmla="*/ 15 w 153"/>
                <a:gd name="T57" fmla="*/ 258 h 322"/>
                <a:gd name="T58" fmla="*/ 13 w 153"/>
                <a:gd name="T59" fmla="*/ 258 h 322"/>
                <a:gd name="T60" fmla="*/ 2 w 153"/>
                <a:gd name="T61" fmla="*/ 268 h 322"/>
                <a:gd name="T62" fmla="*/ 2 w 153"/>
                <a:gd name="T63" fmla="*/ 311 h 322"/>
                <a:gd name="T64" fmla="*/ 13 w 153"/>
                <a:gd name="T65" fmla="*/ 322 h 322"/>
                <a:gd name="T66" fmla="*/ 141 w 153"/>
                <a:gd name="T67" fmla="*/ 322 h 322"/>
                <a:gd name="T68" fmla="*/ 151 w 153"/>
                <a:gd name="T69" fmla="*/ 311 h 322"/>
                <a:gd name="T70" fmla="*/ 151 w 153"/>
                <a:gd name="T71" fmla="*/ 268 h 322"/>
                <a:gd name="T72" fmla="*/ 141 w 153"/>
                <a:gd name="T73" fmla="*/ 258 h 322"/>
                <a:gd name="T74" fmla="*/ 109 w 153"/>
                <a:gd name="T75" fmla="*/ 44 h 322"/>
                <a:gd name="T76" fmla="*/ 109 w 153"/>
                <a:gd name="T77" fmla="*/ 76 h 322"/>
                <a:gd name="T78" fmla="*/ 45 w 153"/>
                <a:gd name="T79" fmla="*/ 76 h 322"/>
                <a:gd name="T80" fmla="*/ 45 w 153"/>
                <a:gd name="T81" fmla="*/ 44 h 322"/>
                <a:gd name="T82" fmla="*/ 109 w 153"/>
                <a:gd name="T83" fmla="*/ 44 h 322"/>
                <a:gd name="T84" fmla="*/ 55 w 153"/>
                <a:gd name="T85" fmla="*/ 98 h 322"/>
                <a:gd name="T86" fmla="*/ 98 w 153"/>
                <a:gd name="T87" fmla="*/ 98 h 322"/>
                <a:gd name="T88" fmla="*/ 117 w 153"/>
                <a:gd name="T89" fmla="*/ 258 h 322"/>
                <a:gd name="T90" fmla="*/ 36 w 153"/>
                <a:gd name="T91" fmla="*/ 258 h 322"/>
                <a:gd name="T92" fmla="*/ 55 w 153"/>
                <a:gd name="T93" fmla="*/ 98 h 322"/>
                <a:gd name="T94" fmla="*/ 130 w 153"/>
                <a:gd name="T95" fmla="*/ 300 h 322"/>
                <a:gd name="T96" fmla="*/ 23 w 153"/>
                <a:gd name="T97" fmla="*/ 300 h 322"/>
                <a:gd name="T98" fmla="*/ 23 w 153"/>
                <a:gd name="T99" fmla="*/ 279 h 322"/>
                <a:gd name="T100" fmla="*/ 130 w 153"/>
                <a:gd name="T101" fmla="*/ 279 h 322"/>
                <a:gd name="T102" fmla="*/ 130 w 153"/>
                <a:gd name="T103" fmla="*/ 30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3" h="322">
                  <a:moveTo>
                    <a:pt x="141" y="258"/>
                  </a:moveTo>
                  <a:cubicBezTo>
                    <a:pt x="139" y="258"/>
                    <a:pt x="139" y="258"/>
                    <a:pt x="139" y="258"/>
                  </a:cubicBezTo>
                  <a:cubicBezTo>
                    <a:pt x="134" y="234"/>
                    <a:pt x="121" y="163"/>
                    <a:pt x="119" y="98"/>
                  </a:cubicBezTo>
                  <a:cubicBezTo>
                    <a:pt x="125" y="98"/>
                    <a:pt x="130" y="93"/>
                    <a:pt x="130" y="87"/>
                  </a:cubicBezTo>
                  <a:cubicBezTo>
                    <a:pt x="130" y="44"/>
                    <a:pt x="130" y="44"/>
                    <a:pt x="130" y="44"/>
                  </a:cubicBezTo>
                  <a:cubicBezTo>
                    <a:pt x="134" y="44"/>
                    <a:pt x="138" y="42"/>
                    <a:pt x="140" y="38"/>
                  </a:cubicBezTo>
                  <a:cubicBezTo>
                    <a:pt x="150" y="17"/>
                    <a:pt x="150" y="17"/>
                    <a:pt x="150" y="17"/>
                  </a:cubicBezTo>
                  <a:cubicBezTo>
                    <a:pt x="153" y="12"/>
                    <a:pt x="151" y="5"/>
                    <a:pt x="145" y="3"/>
                  </a:cubicBezTo>
                  <a:cubicBezTo>
                    <a:pt x="140" y="0"/>
                    <a:pt x="134" y="2"/>
                    <a:pt x="131" y="8"/>
                  </a:cubicBezTo>
                  <a:cubicBezTo>
                    <a:pt x="123" y="23"/>
                    <a:pt x="123" y="23"/>
                    <a:pt x="123" y="23"/>
                  </a:cubicBezTo>
                  <a:cubicBezTo>
                    <a:pt x="109" y="23"/>
                    <a:pt x="109" y="23"/>
                    <a:pt x="109" y="23"/>
                  </a:cubicBezTo>
                  <a:cubicBezTo>
                    <a:pt x="109" y="12"/>
                    <a:pt x="109" y="12"/>
                    <a:pt x="109" y="12"/>
                  </a:cubicBezTo>
                  <a:cubicBezTo>
                    <a:pt x="109" y="6"/>
                    <a:pt x="104" y="2"/>
                    <a:pt x="98" y="2"/>
                  </a:cubicBezTo>
                  <a:cubicBezTo>
                    <a:pt x="92" y="2"/>
                    <a:pt x="87" y="6"/>
                    <a:pt x="87" y="12"/>
                  </a:cubicBezTo>
                  <a:cubicBezTo>
                    <a:pt x="87" y="23"/>
                    <a:pt x="87" y="23"/>
                    <a:pt x="87" y="23"/>
                  </a:cubicBezTo>
                  <a:cubicBezTo>
                    <a:pt x="66" y="23"/>
                    <a:pt x="66" y="23"/>
                    <a:pt x="66" y="23"/>
                  </a:cubicBezTo>
                  <a:cubicBezTo>
                    <a:pt x="66" y="12"/>
                    <a:pt x="66" y="12"/>
                    <a:pt x="66" y="12"/>
                  </a:cubicBezTo>
                  <a:cubicBezTo>
                    <a:pt x="66" y="6"/>
                    <a:pt x="61" y="2"/>
                    <a:pt x="55" y="2"/>
                  </a:cubicBezTo>
                  <a:cubicBezTo>
                    <a:pt x="49" y="2"/>
                    <a:pt x="45" y="6"/>
                    <a:pt x="45" y="12"/>
                  </a:cubicBezTo>
                  <a:cubicBezTo>
                    <a:pt x="45" y="23"/>
                    <a:pt x="45" y="23"/>
                    <a:pt x="45" y="23"/>
                  </a:cubicBezTo>
                  <a:cubicBezTo>
                    <a:pt x="30" y="23"/>
                    <a:pt x="30" y="23"/>
                    <a:pt x="30" y="23"/>
                  </a:cubicBezTo>
                  <a:cubicBezTo>
                    <a:pt x="22" y="8"/>
                    <a:pt x="22" y="8"/>
                    <a:pt x="22" y="8"/>
                  </a:cubicBezTo>
                  <a:cubicBezTo>
                    <a:pt x="20" y="2"/>
                    <a:pt x="13" y="0"/>
                    <a:pt x="8" y="3"/>
                  </a:cubicBezTo>
                  <a:cubicBezTo>
                    <a:pt x="3" y="5"/>
                    <a:pt x="0" y="12"/>
                    <a:pt x="3" y="17"/>
                  </a:cubicBezTo>
                  <a:cubicBezTo>
                    <a:pt x="14" y="38"/>
                    <a:pt x="14" y="38"/>
                    <a:pt x="14" y="38"/>
                  </a:cubicBezTo>
                  <a:cubicBezTo>
                    <a:pt x="16" y="42"/>
                    <a:pt x="19" y="44"/>
                    <a:pt x="23" y="44"/>
                  </a:cubicBezTo>
                  <a:cubicBezTo>
                    <a:pt x="23" y="87"/>
                    <a:pt x="23" y="87"/>
                    <a:pt x="23" y="87"/>
                  </a:cubicBezTo>
                  <a:cubicBezTo>
                    <a:pt x="23" y="93"/>
                    <a:pt x="28" y="98"/>
                    <a:pt x="34" y="98"/>
                  </a:cubicBezTo>
                  <a:cubicBezTo>
                    <a:pt x="32" y="163"/>
                    <a:pt x="19" y="234"/>
                    <a:pt x="15" y="258"/>
                  </a:cubicBezTo>
                  <a:cubicBezTo>
                    <a:pt x="13" y="258"/>
                    <a:pt x="13" y="258"/>
                    <a:pt x="13" y="258"/>
                  </a:cubicBezTo>
                  <a:cubicBezTo>
                    <a:pt x="7" y="258"/>
                    <a:pt x="2" y="262"/>
                    <a:pt x="2" y="268"/>
                  </a:cubicBezTo>
                  <a:cubicBezTo>
                    <a:pt x="2" y="311"/>
                    <a:pt x="2" y="311"/>
                    <a:pt x="2" y="311"/>
                  </a:cubicBezTo>
                  <a:cubicBezTo>
                    <a:pt x="2" y="317"/>
                    <a:pt x="7" y="322"/>
                    <a:pt x="13" y="322"/>
                  </a:cubicBezTo>
                  <a:cubicBezTo>
                    <a:pt x="141" y="322"/>
                    <a:pt x="141" y="322"/>
                    <a:pt x="141" y="322"/>
                  </a:cubicBezTo>
                  <a:cubicBezTo>
                    <a:pt x="147" y="322"/>
                    <a:pt x="151" y="317"/>
                    <a:pt x="151" y="311"/>
                  </a:cubicBezTo>
                  <a:cubicBezTo>
                    <a:pt x="151" y="268"/>
                    <a:pt x="151" y="268"/>
                    <a:pt x="151" y="268"/>
                  </a:cubicBezTo>
                  <a:cubicBezTo>
                    <a:pt x="151" y="262"/>
                    <a:pt x="147" y="258"/>
                    <a:pt x="141" y="258"/>
                  </a:cubicBezTo>
                  <a:close/>
                  <a:moveTo>
                    <a:pt x="109" y="44"/>
                  </a:moveTo>
                  <a:cubicBezTo>
                    <a:pt x="109" y="76"/>
                    <a:pt x="109" y="76"/>
                    <a:pt x="109" y="76"/>
                  </a:cubicBezTo>
                  <a:cubicBezTo>
                    <a:pt x="45" y="76"/>
                    <a:pt x="45" y="76"/>
                    <a:pt x="45" y="76"/>
                  </a:cubicBezTo>
                  <a:cubicBezTo>
                    <a:pt x="45" y="44"/>
                    <a:pt x="45" y="44"/>
                    <a:pt x="45" y="44"/>
                  </a:cubicBezTo>
                  <a:lnTo>
                    <a:pt x="109" y="44"/>
                  </a:lnTo>
                  <a:close/>
                  <a:moveTo>
                    <a:pt x="55" y="98"/>
                  </a:moveTo>
                  <a:cubicBezTo>
                    <a:pt x="98" y="98"/>
                    <a:pt x="98" y="98"/>
                    <a:pt x="98" y="98"/>
                  </a:cubicBezTo>
                  <a:cubicBezTo>
                    <a:pt x="99" y="162"/>
                    <a:pt x="111" y="230"/>
                    <a:pt x="117" y="258"/>
                  </a:cubicBezTo>
                  <a:cubicBezTo>
                    <a:pt x="36" y="258"/>
                    <a:pt x="36" y="258"/>
                    <a:pt x="36" y="258"/>
                  </a:cubicBezTo>
                  <a:cubicBezTo>
                    <a:pt x="42" y="230"/>
                    <a:pt x="54" y="162"/>
                    <a:pt x="55" y="98"/>
                  </a:cubicBezTo>
                  <a:close/>
                  <a:moveTo>
                    <a:pt x="130" y="300"/>
                  </a:moveTo>
                  <a:cubicBezTo>
                    <a:pt x="23" y="300"/>
                    <a:pt x="23" y="300"/>
                    <a:pt x="23" y="300"/>
                  </a:cubicBezTo>
                  <a:cubicBezTo>
                    <a:pt x="23" y="279"/>
                    <a:pt x="23" y="279"/>
                    <a:pt x="23" y="279"/>
                  </a:cubicBezTo>
                  <a:cubicBezTo>
                    <a:pt x="130" y="279"/>
                    <a:pt x="130" y="279"/>
                    <a:pt x="130" y="279"/>
                  </a:cubicBezTo>
                  <a:lnTo>
                    <a:pt x="130" y="30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89" name="Freeform 88"/>
            <p:cNvSpPr>
              <a:spLocks noEditPoints="1"/>
            </p:cNvSpPr>
            <p:nvPr/>
          </p:nvSpPr>
          <p:spPr bwMode="auto">
            <a:xfrm>
              <a:off x="5834" y="469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90" name="Group 938"/>
          <p:cNvGrpSpPr>
            <a:grpSpLocks noChangeAspect="1"/>
          </p:cNvGrpSpPr>
          <p:nvPr/>
        </p:nvGrpSpPr>
        <p:grpSpPr bwMode="auto">
          <a:xfrm>
            <a:off x="5549190" y="1599709"/>
            <a:ext cx="416912" cy="416912"/>
            <a:chOff x="942" y="3861"/>
            <a:chExt cx="340" cy="340"/>
          </a:xfrm>
          <a:solidFill>
            <a:schemeClr val="tx1"/>
          </a:solidFill>
        </p:grpSpPr>
        <p:sp>
          <p:nvSpPr>
            <p:cNvPr id="91" name="Freeform 939"/>
            <p:cNvSpPr>
              <a:spLocks noEditPoints="1"/>
            </p:cNvSpPr>
            <p:nvPr/>
          </p:nvSpPr>
          <p:spPr bwMode="auto">
            <a:xfrm>
              <a:off x="1062" y="3925"/>
              <a:ext cx="99" cy="212"/>
            </a:xfrm>
            <a:custGeom>
              <a:avLst/>
              <a:gdLst>
                <a:gd name="T0" fmla="*/ 139 w 149"/>
                <a:gd name="T1" fmla="*/ 256 h 320"/>
                <a:gd name="T2" fmla="*/ 126 w 149"/>
                <a:gd name="T3" fmla="*/ 256 h 320"/>
                <a:gd name="T4" fmla="*/ 107 w 149"/>
                <a:gd name="T5" fmla="*/ 160 h 320"/>
                <a:gd name="T6" fmla="*/ 128 w 149"/>
                <a:gd name="T7" fmla="*/ 77 h 320"/>
                <a:gd name="T8" fmla="*/ 126 w 149"/>
                <a:gd name="T9" fmla="*/ 68 h 320"/>
                <a:gd name="T10" fmla="*/ 117 w 149"/>
                <a:gd name="T11" fmla="*/ 64 h 320"/>
                <a:gd name="T12" fmla="*/ 85 w 149"/>
                <a:gd name="T13" fmla="*/ 64 h 320"/>
                <a:gd name="T14" fmla="*/ 85 w 149"/>
                <a:gd name="T15" fmla="*/ 42 h 320"/>
                <a:gd name="T16" fmla="*/ 96 w 149"/>
                <a:gd name="T17" fmla="*/ 42 h 320"/>
                <a:gd name="T18" fmla="*/ 107 w 149"/>
                <a:gd name="T19" fmla="*/ 32 h 320"/>
                <a:gd name="T20" fmla="*/ 96 w 149"/>
                <a:gd name="T21" fmla="*/ 21 h 320"/>
                <a:gd name="T22" fmla="*/ 85 w 149"/>
                <a:gd name="T23" fmla="*/ 21 h 320"/>
                <a:gd name="T24" fmla="*/ 85 w 149"/>
                <a:gd name="T25" fmla="*/ 10 h 320"/>
                <a:gd name="T26" fmla="*/ 75 w 149"/>
                <a:gd name="T27" fmla="*/ 0 h 320"/>
                <a:gd name="T28" fmla="*/ 64 w 149"/>
                <a:gd name="T29" fmla="*/ 10 h 320"/>
                <a:gd name="T30" fmla="*/ 64 w 149"/>
                <a:gd name="T31" fmla="*/ 21 h 320"/>
                <a:gd name="T32" fmla="*/ 53 w 149"/>
                <a:gd name="T33" fmla="*/ 21 h 320"/>
                <a:gd name="T34" fmla="*/ 43 w 149"/>
                <a:gd name="T35" fmla="*/ 32 h 320"/>
                <a:gd name="T36" fmla="*/ 53 w 149"/>
                <a:gd name="T37" fmla="*/ 42 h 320"/>
                <a:gd name="T38" fmla="*/ 64 w 149"/>
                <a:gd name="T39" fmla="*/ 42 h 320"/>
                <a:gd name="T40" fmla="*/ 64 w 149"/>
                <a:gd name="T41" fmla="*/ 64 h 320"/>
                <a:gd name="T42" fmla="*/ 32 w 149"/>
                <a:gd name="T43" fmla="*/ 64 h 320"/>
                <a:gd name="T44" fmla="*/ 24 w 149"/>
                <a:gd name="T45" fmla="*/ 68 h 320"/>
                <a:gd name="T46" fmla="*/ 22 w 149"/>
                <a:gd name="T47" fmla="*/ 77 h 320"/>
                <a:gd name="T48" fmla="*/ 42 w 149"/>
                <a:gd name="T49" fmla="*/ 160 h 320"/>
                <a:gd name="T50" fmla="*/ 23 w 149"/>
                <a:gd name="T51" fmla="*/ 256 h 320"/>
                <a:gd name="T52" fmla="*/ 11 w 149"/>
                <a:gd name="T53" fmla="*/ 256 h 320"/>
                <a:gd name="T54" fmla="*/ 0 w 149"/>
                <a:gd name="T55" fmla="*/ 266 h 320"/>
                <a:gd name="T56" fmla="*/ 0 w 149"/>
                <a:gd name="T57" fmla="*/ 309 h 320"/>
                <a:gd name="T58" fmla="*/ 11 w 149"/>
                <a:gd name="T59" fmla="*/ 320 h 320"/>
                <a:gd name="T60" fmla="*/ 139 w 149"/>
                <a:gd name="T61" fmla="*/ 320 h 320"/>
                <a:gd name="T62" fmla="*/ 149 w 149"/>
                <a:gd name="T63" fmla="*/ 309 h 320"/>
                <a:gd name="T64" fmla="*/ 149 w 149"/>
                <a:gd name="T65" fmla="*/ 266 h 320"/>
                <a:gd name="T66" fmla="*/ 139 w 149"/>
                <a:gd name="T67" fmla="*/ 256 h 320"/>
                <a:gd name="T68" fmla="*/ 104 w 149"/>
                <a:gd name="T69" fmla="*/ 85 h 320"/>
                <a:gd name="T70" fmla="*/ 88 w 149"/>
                <a:gd name="T71" fmla="*/ 149 h 320"/>
                <a:gd name="T72" fmla="*/ 62 w 149"/>
                <a:gd name="T73" fmla="*/ 149 h 320"/>
                <a:gd name="T74" fmla="*/ 46 w 149"/>
                <a:gd name="T75" fmla="*/ 85 h 320"/>
                <a:gd name="T76" fmla="*/ 104 w 149"/>
                <a:gd name="T77" fmla="*/ 85 h 320"/>
                <a:gd name="T78" fmla="*/ 62 w 149"/>
                <a:gd name="T79" fmla="*/ 170 h 320"/>
                <a:gd name="T80" fmla="*/ 87 w 149"/>
                <a:gd name="T81" fmla="*/ 170 h 320"/>
                <a:gd name="T82" fmla="*/ 104 w 149"/>
                <a:gd name="T83" fmla="*/ 256 h 320"/>
                <a:gd name="T84" fmla="*/ 45 w 149"/>
                <a:gd name="T85" fmla="*/ 256 h 320"/>
                <a:gd name="T86" fmla="*/ 62 w 149"/>
                <a:gd name="T87" fmla="*/ 170 h 320"/>
                <a:gd name="T88" fmla="*/ 128 w 149"/>
                <a:gd name="T89" fmla="*/ 298 h 320"/>
                <a:gd name="T90" fmla="*/ 21 w 149"/>
                <a:gd name="T91" fmla="*/ 298 h 320"/>
                <a:gd name="T92" fmla="*/ 21 w 149"/>
                <a:gd name="T93" fmla="*/ 277 h 320"/>
                <a:gd name="T94" fmla="*/ 128 w 149"/>
                <a:gd name="T95" fmla="*/ 277 h 320"/>
                <a:gd name="T96" fmla="*/ 128 w 149"/>
                <a:gd name="T97"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 h="320">
                  <a:moveTo>
                    <a:pt x="139" y="256"/>
                  </a:moveTo>
                  <a:cubicBezTo>
                    <a:pt x="126" y="256"/>
                    <a:pt x="126" y="256"/>
                    <a:pt x="126" y="256"/>
                  </a:cubicBezTo>
                  <a:cubicBezTo>
                    <a:pt x="107" y="160"/>
                    <a:pt x="107" y="160"/>
                    <a:pt x="107" y="160"/>
                  </a:cubicBezTo>
                  <a:cubicBezTo>
                    <a:pt x="128" y="77"/>
                    <a:pt x="128" y="77"/>
                    <a:pt x="128" y="77"/>
                  </a:cubicBezTo>
                  <a:cubicBezTo>
                    <a:pt x="128" y="74"/>
                    <a:pt x="128" y="70"/>
                    <a:pt x="126" y="68"/>
                  </a:cubicBezTo>
                  <a:cubicBezTo>
                    <a:pt x="124" y="65"/>
                    <a:pt x="121" y="64"/>
                    <a:pt x="117" y="64"/>
                  </a:cubicBezTo>
                  <a:cubicBezTo>
                    <a:pt x="85" y="64"/>
                    <a:pt x="85" y="64"/>
                    <a:pt x="85" y="64"/>
                  </a:cubicBezTo>
                  <a:cubicBezTo>
                    <a:pt x="85" y="42"/>
                    <a:pt x="85" y="42"/>
                    <a:pt x="85" y="42"/>
                  </a:cubicBezTo>
                  <a:cubicBezTo>
                    <a:pt x="96" y="42"/>
                    <a:pt x="96" y="42"/>
                    <a:pt x="96" y="42"/>
                  </a:cubicBezTo>
                  <a:cubicBezTo>
                    <a:pt x="102" y="42"/>
                    <a:pt x="107" y="38"/>
                    <a:pt x="107" y="32"/>
                  </a:cubicBezTo>
                  <a:cubicBezTo>
                    <a:pt x="107" y="26"/>
                    <a:pt x="102" y="21"/>
                    <a:pt x="96" y="21"/>
                  </a:cubicBezTo>
                  <a:cubicBezTo>
                    <a:pt x="85" y="21"/>
                    <a:pt x="85" y="21"/>
                    <a:pt x="85" y="21"/>
                  </a:cubicBezTo>
                  <a:cubicBezTo>
                    <a:pt x="85" y="10"/>
                    <a:pt x="85" y="10"/>
                    <a:pt x="85" y="10"/>
                  </a:cubicBezTo>
                  <a:cubicBezTo>
                    <a:pt x="85" y="4"/>
                    <a:pt x="81" y="0"/>
                    <a:pt x="75" y="0"/>
                  </a:cubicBezTo>
                  <a:cubicBezTo>
                    <a:pt x="69" y="0"/>
                    <a:pt x="64" y="4"/>
                    <a:pt x="64" y="10"/>
                  </a:cubicBezTo>
                  <a:cubicBezTo>
                    <a:pt x="64" y="21"/>
                    <a:pt x="64" y="21"/>
                    <a:pt x="64" y="21"/>
                  </a:cubicBezTo>
                  <a:cubicBezTo>
                    <a:pt x="53" y="21"/>
                    <a:pt x="53" y="21"/>
                    <a:pt x="53" y="21"/>
                  </a:cubicBezTo>
                  <a:cubicBezTo>
                    <a:pt x="47" y="21"/>
                    <a:pt x="43" y="26"/>
                    <a:pt x="43" y="32"/>
                  </a:cubicBezTo>
                  <a:cubicBezTo>
                    <a:pt x="43" y="38"/>
                    <a:pt x="47" y="42"/>
                    <a:pt x="53" y="42"/>
                  </a:cubicBezTo>
                  <a:cubicBezTo>
                    <a:pt x="64" y="42"/>
                    <a:pt x="64" y="42"/>
                    <a:pt x="64" y="42"/>
                  </a:cubicBezTo>
                  <a:cubicBezTo>
                    <a:pt x="64" y="64"/>
                    <a:pt x="64" y="64"/>
                    <a:pt x="64" y="64"/>
                  </a:cubicBezTo>
                  <a:cubicBezTo>
                    <a:pt x="32" y="64"/>
                    <a:pt x="32" y="64"/>
                    <a:pt x="32" y="64"/>
                  </a:cubicBezTo>
                  <a:cubicBezTo>
                    <a:pt x="29" y="64"/>
                    <a:pt x="26" y="65"/>
                    <a:pt x="24" y="68"/>
                  </a:cubicBezTo>
                  <a:cubicBezTo>
                    <a:pt x="22" y="70"/>
                    <a:pt x="21" y="74"/>
                    <a:pt x="22" y="77"/>
                  </a:cubicBezTo>
                  <a:cubicBezTo>
                    <a:pt x="42" y="160"/>
                    <a:pt x="42" y="160"/>
                    <a:pt x="42" y="160"/>
                  </a:cubicBezTo>
                  <a:cubicBezTo>
                    <a:pt x="23" y="256"/>
                    <a:pt x="23" y="256"/>
                    <a:pt x="23" y="256"/>
                  </a:cubicBezTo>
                  <a:cubicBezTo>
                    <a:pt x="11" y="256"/>
                    <a:pt x="11" y="256"/>
                    <a:pt x="11" y="256"/>
                  </a:cubicBezTo>
                  <a:cubicBezTo>
                    <a:pt x="5" y="256"/>
                    <a:pt x="0" y="260"/>
                    <a:pt x="0" y="266"/>
                  </a:cubicBezTo>
                  <a:cubicBezTo>
                    <a:pt x="0" y="309"/>
                    <a:pt x="0" y="309"/>
                    <a:pt x="0" y="309"/>
                  </a:cubicBezTo>
                  <a:cubicBezTo>
                    <a:pt x="0" y="315"/>
                    <a:pt x="5" y="320"/>
                    <a:pt x="11" y="320"/>
                  </a:cubicBezTo>
                  <a:cubicBezTo>
                    <a:pt x="139" y="320"/>
                    <a:pt x="139" y="320"/>
                    <a:pt x="139" y="320"/>
                  </a:cubicBezTo>
                  <a:cubicBezTo>
                    <a:pt x="145" y="320"/>
                    <a:pt x="149" y="315"/>
                    <a:pt x="149" y="309"/>
                  </a:cubicBezTo>
                  <a:cubicBezTo>
                    <a:pt x="149" y="266"/>
                    <a:pt x="149" y="266"/>
                    <a:pt x="149" y="266"/>
                  </a:cubicBezTo>
                  <a:cubicBezTo>
                    <a:pt x="149" y="260"/>
                    <a:pt x="145" y="256"/>
                    <a:pt x="139" y="256"/>
                  </a:cubicBezTo>
                  <a:close/>
                  <a:moveTo>
                    <a:pt x="104" y="85"/>
                  </a:moveTo>
                  <a:cubicBezTo>
                    <a:pt x="88" y="149"/>
                    <a:pt x="88" y="149"/>
                    <a:pt x="88" y="149"/>
                  </a:cubicBezTo>
                  <a:cubicBezTo>
                    <a:pt x="62" y="149"/>
                    <a:pt x="62" y="149"/>
                    <a:pt x="62" y="149"/>
                  </a:cubicBezTo>
                  <a:cubicBezTo>
                    <a:pt x="46" y="85"/>
                    <a:pt x="46" y="85"/>
                    <a:pt x="46" y="85"/>
                  </a:cubicBezTo>
                  <a:lnTo>
                    <a:pt x="104" y="85"/>
                  </a:lnTo>
                  <a:close/>
                  <a:moveTo>
                    <a:pt x="62" y="170"/>
                  </a:moveTo>
                  <a:cubicBezTo>
                    <a:pt x="87" y="170"/>
                    <a:pt x="87" y="170"/>
                    <a:pt x="87" y="170"/>
                  </a:cubicBezTo>
                  <a:cubicBezTo>
                    <a:pt x="104" y="256"/>
                    <a:pt x="104" y="256"/>
                    <a:pt x="104" y="256"/>
                  </a:cubicBezTo>
                  <a:cubicBezTo>
                    <a:pt x="45" y="256"/>
                    <a:pt x="45" y="256"/>
                    <a:pt x="45" y="256"/>
                  </a:cubicBezTo>
                  <a:lnTo>
                    <a:pt x="62" y="170"/>
                  </a:lnTo>
                  <a:close/>
                  <a:moveTo>
                    <a:pt x="128" y="298"/>
                  </a:moveTo>
                  <a:cubicBezTo>
                    <a:pt x="21" y="298"/>
                    <a:pt x="21" y="298"/>
                    <a:pt x="21" y="298"/>
                  </a:cubicBezTo>
                  <a:cubicBezTo>
                    <a:pt x="21" y="277"/>
                    <a:pt x="21" y="277"/>
                    <a:pt x="21" y="277"/>
                  </a:cubicBezTo>
                  <a:cubicBezTo>
                    <a:pt x="128" y="277"/>
                    <a:pt x="128" y="277"/>
                    <a:pt x="128" y="277"/>
                  </a:cubicBezTo>
                  <a:lnTo>
                    <a:pt x="128"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92" name="Freeform 940"/>
            <p:cNvSpPr>
              <a:spLocks noEditPoints="1"/>
            </p:cNvSpPr>
            <p:nvPr/>
          </p:nvSpPr>
          <p:spPr bwMode="auto">
            <a:xfrm>
              <a:off x="942" y="386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93" name="Group 947"/>
          <p:cNvGrpSpPr>
            <a:grpSpLocks noChangeAspect="1"/>
          </p:cNvGrpSpPr>
          <p:nvPr/>
        </p:nvGrpSpPr>
        <p:grpSpPr bwMode="auto">
          <a:xfrm>
            <a:off x="6536061" y="2507985"/>
            <a:ext cx="416912" cy="416912"/>
            <a:chOff x="1851" y="3960"/>
            <a:chExt cx="340" cy="340"/>
          </a:xfrm>
          <a:solidFill>
            <a:schemeClr val="bg1"/>
          </a:solidFill>
        </p:grpSpPr>
        <p:sp>
          <p:nvSpPr>
            <p:cNvPr id="94" name="Freeform 948"/>
            <p:cNvSpPr>
              <a:spLocks noEditPoints="1"/>
            </p:cNvSpPr>
            <p:nvPr/>
          </p:nvSpPr>
          <p:spPr bwMode="auto">
            <a:xfrm>
              <a:off x="1928" y="4023"/>
              <a:ext cx="164" cy="206"/>
            </a:xfrm>
            <a:custGeom>
              <a:avLst/>
              <a:gdLst>
                <a:gd name="T0" fmla="*/ 229 w 247"/>
                <a:gd name="T1" fmla="*/ 154 h 310"/>
                <a:gd name="T2" fmla="*/ 246 w 247"/>
                <a:gd name="T3" fmla="*/ 126 h 310"/>
                <a:gd name="T4" fmla="*/ 228 w 247"/>
                <a:gd name="T5" fmla="*/ 113 h 310"/>
                <a:gd name="T6" fmla="*/ 234 w 247"/>
                <a:gd name="T7" fmla="*/ 84 h 310"/>
                <a:gd name="T8" fmla="*/ 208 w 247"/>
                <a:gd name="T9" fmla="*/ 73 h 310"/>
                <a:gd name="T10" fmla="*/ 212 w 247"/>
                <a:gd name="T11" fmla="*/ 37 h 310"/>
                <a:gd name="T12" fmla="*/ 165 w 247"/>
                <a:gd name="T13" fmla="*/ 33 h 310"/>
                <a:gd name="T14" fmla="*/ 114 w 247"/>
                <a:gd name="T15" fmla="*/ 2 h 310"/>
                <a:gd name="T16" fmla="*/ 108 w 247"/>
                <a:gd name="T17" fmla="*/ 48 h 310"/>
                <a:gd name="T18" fmla="*/ 2 w 247"/>
                <a:gd name="T19" fmla="*/ 123 h 310"/>
                <a:gd name="T20" fmla="*/ 36 w 247"/>
                <a:gd name="T21" fmla="*/ 171 h 310"/>
                <a:gd name="T22" fmla="*/ 115 w 247"/>
                <a:gd name="T23" fmla="*/ 157 h 310"/>
                <a:gd name="T24" fmla="*/ 66 w 247"/>
                <a:gd name="T25" fmla="*/ 246 h 310"/>
                <a:gd name="T26" fmla="*/ 44 w 247"/>
                <a:gd name="T27" fmla="*/ 257 h 310"/>
                <a:gd name="T28" fmla="*/ 54 w 247"/>
                <a:gd name="T29" fmla="*/ 310 h 310"/>
                <a:gd name="T30" fmla="*/ 236 w 247"/>
                <a:gd name="T31" fmla="*/ 299 h 310"/>
                <a:gd name="T32" fmla="*/ 225 w 247"/>
                <a:gd name="T33" fmla="*/ 246 h 310"/>
                <a:gd name="T34" fmla="*/ 214 w 247"/>
                <a:gd name="T35" fmla="*/ 235 h 310"/>
                <a:gd name="T36" fmla="*/ 234 w 247"/>
                <a:gd name="T37" fmla="*/ 230 h 310"/>
                <a:gd name="T38" fmla="*/ 220 w 247"/>
                <a:gd name="T39" fmla="*/ 198 h 310"/>
                <a:gd name="T40" fmla="*/ 246 w 247"/>
                <a:gd name="T41" fmla="*/ 185 h 310"/>
                <a:gd name="T42" fmla="*/ 214 w 247"/>
                <a:gd name="T43" fmla="*/ 289 h 310"/>
                <a:gd name="T44" fmla="*/ 65 w 247"/>
                <a:gd name="T45" fmla="*/ 267 h 310"/>
                <a:gd name="T46" fmla="*/ 214 w 247"/>
                <a:gd name="T47" fmla="*/ 289 h 310"/>
                <a:gd name="T48" fmla="*/ 218 w 247"/>
                <a:gd name="T49" fmla="*/ 177 h 310"/>
                <a:gd name="T50" fmla="*/ 194 w 247"/>
                <a:gd name="T51" fmla="*/ 189 h 310"/>
                <a:gd name="T52" fmla="*/ 205 w 247"/>
                <a:gd name="T53" fmla="*/ 214 h 310"/>
                <a:gd name="T54" fmla="*/ 193 w 247"/>
                <a:gd name="T55" fmla="*/ 225 h 310"/>
                <a:gd name="T56" fmla="*/ 87 w 247"/>
                <a:gd name="T57" fmla="*/ 246 h 310"/>
                <a:gd name="T58" fmla="*/ 136 w 247"/>
                <a:gd name="T59" fmla="*/ 151 h 310"/>
                <a:gd name="T60" fmla="*/ 105 w 247"/>
                <a:gd name="T61" fmla="*/ 129 h 310"/>
                <a:gd name="T62" fmla="*/ 26 w 247"/>
                <a:gd name="T63" fmla="*/ 122 h 310"/>
                <a:gd name="T64" fmla="*/ 129 w 247"/>
                <a:gd name="T65" fmla="*/ 54 h 310"/>
                <a:gd name="T66" fmla="*/ 155 w 247"/>
                <a:gd name="T67" fmla="*/ 52 h 310"/>
                <a:gd name="T68" fmla="*/ 190 w 247"/>
                <a:gd name="T69" fmla="*/ 54 h 310"/>
                <a:gd name="T70" fmla="*/ 192 w 247"/>
                <a:gd name="T71" fmla="*/ 91 h 310"/>
                <a:gd name="T72" fmla="*/ 204 w 247"/>
                <a:gd name="T73" fmla="*/ 114 h 310"/>
                <a:gd name="T74" fmla="*/ 219 w 247"/>
                <a:gd name="T75" fmla="*/ 132 h 310"/>
                <a:gd name="T76" fmla="*/ 207 w 247"/>
                <a:gd name="T77" fmla="*/ 161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7" h="310">
                  <a:moveTo>
                    <a:pt x="244" y="176"/>
                  </a:moveTo>
                  <a:cubicBezTo>
                    <a:pt x="229" y="154"/>
                    <a:pt x="229" y="154"/>
                    <a:pt x="229" y="154"/>
                  </a:cubicBezTo>
                  <a:cubicBezTo>
                    <a:pt x="244" y="135"/>
                    <a:pt x="244" y="135"/>
                    <a:pt x="244" y="135"/>
                  </a:cubicBezTo>
                  <a:cubicBezTo>
                    <a:pt x="246" y="133"/>
                    <a:pt x="247" y="130"/>
                    <a:pt x="246" y="126"/>
                  </a:cubicBezTo>
                  <a:cubicBezTo>
                    <a:pt x="245" y="123"/>
                    <a:pt x="243" y="121"/>
                    <a:pt x="240" y="119"/>
                  </a:cubicBezTo>
                  <a:cubicBezTo>
                    <a:pt x="228" y="113"/>
                    <a:pt x="228" y="113"/>
                    <a:pt x="228" y="113"/>
                  </a:cubicBezTo>
                  <a:cubicBezTo>
                    <a:pt x="235" y="92"/>
                    <a:pt x="235" y="92"/>
                    <a:pt x="235" y="92"/>
                  </a:cubicBezTo>
                  <a:cubicBezTo>
                    <a:pt x="236" y="89"/>
                    <a:pt x="235" y="86"/>
                    <a:pt x="234" y="84"/>
                  </a:cubicBezTo>
                  <a:cubicBezTo>
                    <a:pt x="233" y="81"/>
                    <a:pt x="230" y="79"/>
                    <a:pt x="228" y="78"/>
                  </a:cubicBezTo>
                  <a:cubicBezTo>
                    <a:pt x="208" y="73"/>
                    <a:pt x="208" y="73"/>
                    <a:pt x="208" y="73"/>
                  </a:cubicBezTo>
                  <a:cubicBezTo>
                    <a:pt x="214" y="46"/>
                    <a:pt x="214" y="46"/>
                    <a:pt x="214" y="46"/>
                  </a:cubicBezTo>
                  <a:cubicBezTo>
                    <a:pt x="215" y="43"/>
                    <a:pt x="214" y="39"/>
                    <a:pt x="212" y="37"/>
                  </a:cubicBezTo>
                  <a:cubicBezTo>
                    <a:pt x="210" y="34"/>
                    <a:pt x="207" y="33"/>
                    <a:pt x="204" y="33"/>
                  </a:cubicBezTo>
                  <a:cubicBezTo>
                    <a:pt x="165" y="33"/>
                    <a:pt x="165" y="33"/>
                    <a:pt x="165" y="33"/>
                  </a:cubicBezTo>
                  <a:cubicBezTo>
                    <a:pt x="125" y="3"/>
                    <a:pt x="125" y="3"/>
                    <a:pt x="125" y="3"/>
                  </a:cubicBezTo>
                  <a:cubicBezTo>
                    <a:pt x="121" y="0"/>
                    <a:pt x="117" y="0"/>
                    <a:pt x="114" y="2"/>
                  </a:cubicBezTo>
                  <a:cubicBezTo>
                    <a:pt x="110" y="4"/>
                    <a:pt x="108" y="7"/>
                    <a:pt x="108" y="11"/>
                  </a:cubicBezTo>
                  <a:cubicBezTo>
                    <a:pt x="108" y="48"/>
                    <a:pt x="108" y="48"/>
                    <a:pt x="108" y="48"/>
                  </a:cubicBezTo>
                  <a:cubicBezTo>
                    <a:pt x="6" y="109"/>
                    <a:pt x="6" y="109"/>
                    <a:pt x="6" y="109"/>
                  </a:cubicBezTo>
                  <a:cubicBezTo>
                    <a:pt x="1" y="112"/>
                    <a:pt x="0" y="118"/>
                    <a:pt x="2" y="123"/>
                  </a:cubicBezTo>
                  <a:cubicBezTo>
                    <a:pt x="23" y="165"/>
                    <a:pt x="23" y="165"/>
                    <a:pt x="23" y="165"/>
                  </a:cubicBezTo>
                  <a:cubicBezTo>
                    <a:pt x="26" y="170"/>
                    <a:pt x="31" y="172"/>
                    <a:pt x="36" y="171"/>
                  </a:cubicBezTo>
                  <a:cubicBezTo>
                    <a:pt x="107" y="151"/>
                    <a:pt x="107" y="151"/>
                    <a:pt x="107" y="151"/>
                  </a:cubicBezTo>
                  <a:cubicBezTo>
                    <a:pt x="111" y="152"/>
                    <a:pt x="115" y="155"/>
                    <a:pt x="115" y="157"/>
                  </a:cubicBezTo>
                  <a:cubicBezTo>
                    <a:pt x="115" y="157"/>
                    <a:pt x="115" y="160"/>
                    <a:pt x="111" y="164"/>
                  </a:cubicBezTo>
                  <a:cubicBezTo>
                    <a:pt x="93" y="182"/>
                    <a:pt x="70" y="209"/>
                    <a:pt x="66" y="246"/>
                  </a:cubicBezTo>
                  <a:cubicBezTo>
                    <a:pt x="54" y="246"/>
                    <a:pt x="54" y="246"/>
                    <a:pt x="54" y="246"/>
                  </a:cubicBezTo>
                  <a:cubicBezTo>
                    <a:pt x="48" y="246"/>
                    <a:pt x="44" y="251"/>
                    <a:pt x="44" y="257"/>
                  </a:cubicBezTo>
                  <a:cubicBezTo>
                    <a:pt x="44" y="299"/>
                    <a:pt x="44" y="299"/>
                    <a:pt x="44" y="299"/>
                  </a:cubicBezTo>
                  <a:cubicBezTo>
                    <a:pt x="44" y="305"/>
                    <a:pt x="48" y="310"/>
                    <a:pt x="54" y="310"/>
                  </a:cubicBezTo>
                  <a:cubicBezTo>
                    <a:pt x="225" y="310"/>
                    <a:pt x="225" y="310"/>
                    <a:pt x="225" y="310"/>
                  </a:cubicBezTo>
                  <a:cubicBezTo>
                    <a:pt x="231" y="310"/>
                    <a:pt x="236" y="305"/>
                    <a:pt x="236" y="299"/>
                  </a:cubicBezTo>
                  <a:cubicBezTo>
                    <a:pt x="236" y="257"/>
                    <a:pt x="236" y="257"/>
                    <a:pt x="236" y="257"/>
                  </a:cubicBezTo>
                  <a:cubicBezTo>
                    <a:pt x="236" y="251"/>
                    <a:pt x="231" y="246"/>
                    <a:pt x="225" y="246"/>
                  </a:cubicBezTo>
                  <a:cubicBezTo>
                    <a:pt x="214" y="246"/>
                    <a:pt x="214" y="246"/>
                    <a:pt x="214" y="246"/>
                  </a:cubicBezTo>
                  <a:cubicBezTo>
                    <a:pt x="214" y="235"/>
                    <a:pt x="214" y="235"/>
                    <a:pt x="214" y="235"/>
                  </a:cubicBezTo>
                  <a:cubicBezTo>
                    <a:pt x="225" y="235"/>
                    <a:pt x="225" y="235"/>
                    <a:pt x="225" y="235"/>
                  </a:cubicBezTo>
                  <a:cubicBezTo>
                    <a:pt x="229" y="235"/>
                    <a:pt x="233" y="233"/>
                    <a:pt x="234" y="230"/>
                  </a:cubicBezTo>
                  <a:cubicBezTo>
                    <a:pt x="236" y="226"/>
                    <a:pt x="236" y="222"/>
                    <a:pt x="234" y="219"/>
                  </a:cubicBezTo>
                  <a:cubicBezTo>
                    <a:pt x="220" y="198"/>
                    <a:pt x="220" y="198"/>
                    <a:pt x="220" y="198"/>
                  </a:cubicBezTo>
                  <a:cubicBezTo>
                    <a:pt x="239" y="192"/>
                    <a:pt x="239" y="192"/>
                    <a:pt x="239" y="192"/>
                  </a:cubicBezTo>
                  <a:cubicBezTo>
                    <a:pt x="242" y="191"/>
                    <a:pt x="245" y="188"/>
                    <a:pt x="246" y="185"/>
                  </a:cubicBezTo>
                  <a:cubicBezTo>
                    <a:pt x="247" y="182"/>
                    <a:pt x="246" y="178"/>
                    <a:pt x="244" y="176"/>
                  </a:cubicBezTo>
                  <a:close/>
                  <a:moveTo>
                    <a:pt x="214" y="289"/>
                  </a:moveTo>
                  <a:cubicBezTo>
                    <a:pt x="65" y="289"/>
                    <a:pt x="65" y="289"/>
                    <a:pt x="65" y="289"/>
                  </a:cubicBezTo>
                  <a:cubicBezTo>
                    <a:pt x="65" y="267"/>
                    <a:pt x="65" y="267"/>
                    <a:pt x="65" y="267"/>
                  </a:cubicBezTo>
                  <a:cubicBezTo>
                    <a:pt x="214" y="267"/>
                    <a:pt x="214" y="267"/>
                    <a:pt x="214" y="267"/>
                  </a:cubicBezTo>
                  <a:lnTo>
                    <a:pt x="214" y="289"/>
                  </a:lnTo>
                  <a:close/>
                  <a:moveTo>
                    <a:pt x="207" y="161"/>
                  </a:moveTo>
                  <a:cubicBezTo>
                    <a:pt x="218" y="177"/>
                    <a:pt x="218" y="177"/>
                    <a:pt x="218" y="177"/>
                  </a:cubicBezTo>
                  <a:cubicBezTo>
                    <a:pt x="200" y="183"/>
                    <a:pt x="200" y="183"/>
                    <a:pt x="200" y="183"/>
                  </a:cubicBezTo>
                  <a:cubicBezTo>
                    <a:pt x="197" y="184"/>
                    <a:pt x="195" y="186"/>
                    <a:pt x="194" y="189"/>
                  </a:cubicBezTo>
                  <a:cubicBezTo>
                    <a:pt x="193" y="192"/>
                    <a:pt x="193" y="196"/>
                    <a:pt x="195" y="199"/>
                  </a:cubicBezTo>
                  <a:cubicBezTo>
                    <a:pt x="205" y="214"/>
                    <a:pt x="205" y="214"/>
                    <a:pt x="205" y="214"/>
                  </a:cubicBezTo>
                  <a:cubicBezTo>
                    <a:pt x="204" y="214"/>
                    <a:pt x="204" y="214"/>
                    <a:pt x="204" y="214"/>
                  </a:cubicBezTo>
                  <a:cubicBezTo>
                    <a:pt x="198" y="214"/>
                    <a:pt x="193" y="219"/>
                    <a:pt x="193" y="225"/>
                  </a:cubicBezTo>
                  <a:cubicBezTo>
                    <a:pt x="193" y="246"/>
                    <a:pt x="193" y="246"/>
                    <a:pt x="193" y="246"/>
                  </a:cubicBezTo>
                  <a:cubicBezTo>
                    <a:pt x="87" y="246"/>
                    <a:pt x="87" y="246"/>
                    <a:pt x="87" y="246"/>
                  </a:cubicBezTo>
                  <a:cubicBezTo>
                    <a:pt x="90" y="224"/>
                    <a:pt x="102" y="203"/>
                    <a:pt x="126" y="179"/>
                  </a:cubicBezTo>
                  <a:cubicBezTo>
                    <a:pt x="137" y="168"/>
                    <a:pt x="138" y="158"/>
                    <a:pt x="136" y="151"/>
                  </a:cubicBezTo>
                  <a:cubicBezTo>
                    <a:pt x="132" y="136"/>
                    <a:pt x="113" y="130"/>
                    <a:pt x="111" y="129"/>
                  </a:cubicBezTo>
                  <a:cubicBezTo>
                    <a:pt x="109" y="129"/>
                    <a:pt x="107" y="129"/>
                    <a:pt x="105" y="129"/>
                  </a:cubicBezTo>
                  <a:cubicBezTo>
                    <a:pt x="39" y="148"/>
                    <a:pt x="39" y="148"/>
                    <a:pt x="39" y="148"/>
                  </a:cubicBezTo>
                  <a:cubicBezTo>
                    <a:pt x="26" y="122"/>
                    <a:pt x="26" y="122"/>
                    <a:pt x="26" y="122"/>
                  </a:cubicBezTo>
                  <a:cubicBezTo>
                    <a:pt x="124" y="63"/>
                    <a:pt x="124" y="63"/>
                    <a:pt x="124" y="63"/>
                  </a:cubicBezTo>
                  <a:cubicBezTo>
                    <a:pt x="127" y="61"/>
                    <a:pt x="129" y="58"/>
                    <a:pt x="129" y="54"/>
                  </a:cubicBezTo>
                  <a:cubicBezTo>
                    <a:pt x="129" y="33"/>
                    <a:pt x="129" y="33"/>
                    <a:pt x="129" y="33"/>
                  </a:cubicBezTo>
                  <a:cubicBezTo>
                    <a:pt x="155" y="52"/>
                    <a:pt x="155" y="52"/>
                    <a:pt x="155" y="52"/>
                  </a:cubicBezTo>
                  <a:cubicBezTo>
                    <a:pt x="156" y="53"/>
                    <a:pt x="159" y="54"/>
                    <a:pt x="161" y="54"/>
                  </a:cubicBezTo>
                  <a:cubicBezTo>
                    <a:pt x="190" y="54"/>
                    <a:pt x="190" y="54"/>
                    <a:pt x="190" y="54"/>
                  </a:cubicBezTo>
                  <a:cubicBezTo>
                    <a:pt x="185" y="78"/>
                    <a:pt x="185" y="78"/>
                    <a:pt x="185" y="78"/>
                  </a:cubicBezTo>
                  <a:cubicBezTo>
                    <a:pt x="184" y="83"/>
                    <a:pt x="187" y="89"/>
                    <a:pt x="192" y="91"/>
                  </a:cubicBezTo>
                  <a:cubicBezTo>
                    <a:pt x="211" y="96"/>
                    <a:pt x="211" y="96"/>
                    <a:pt x="211" y="96"/>
                  </a:cubicBezTo>
                  <a:cubicBezTo>
                    <a:pt x="204" y="114"/>
                    <a:pt x="204" y="114"/>
                    <a:pt x="204" y="114"/>
                  </a:cubicBezTo>
                  <a:cubicBezTo>
                    <a:pt x="202" y="120"/>
                    <a:pt x="205" y="125"/>
                    <a:pt x="210" y="128"/>
                  </a:cubicBezTo>
                  <a:cubicBezTo>
                    <a:pt x="219" y="132"/>
                    <a:pt x="219" y="132"/>
                    <a:pt x="219" y="132"/>
                  </a:cubicBezTo>
                  <a:cubicBezTo>
                    <a:pt x="207" y="147"/>
                    <a:pt x="207" y="147"/>
                    <a:pt x="207" y="147"/>
                  </a:cubicBezTo>
                  <a:cubicBezTo>
                    <a:pt x="204" y="151"/>
                    <a:pt x="204" y="157"/>
                    <a:pt x="207" y="16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95" name="Freeform 949"/>
            <p:cNvSpPr>
              <a:spLocks noEditPoints="1"/>
            </p:cNvSpPr>
            <p:nvPr/>
          </p:nvSpPr>
          <p:spPr bwMode="auto">
            <a:xfrm>
              <a:off x="1851" y="396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96" name="Group 956"/>
          <p:cNvGrpSpPr>
            <a:grpSpLocks noChangeAspect="1"/>
          </p:cNvGrpSpPr>
          <p:nvPr/>
        </p:nvGrpSpPr>
        <p:grpSpPr bwMode="auto">
          <a:xfrm>
            <a:off x="3319466" y="3836384"/>
            <a:ext cx="416912" cy="416912"/>
            <a:chOff x="2474" y="4027"/>
            <a:chExt cx="340" cy="340"/>
          </a:xfrm>
          <a:solidFill>
            <a:schemeClr val="bg1"/>
          </a:solidFill>
        </p:grpSpPr>
        <p:sp>
          <p:nvSpPr>
            <p:cNvPr id="97" name="Freeform 957"/>
            <p:cNvSpPr>
              <a:spLocks noEditPoints="1"/>
            </p:cNvSpPr>
            <p:nvPr/>
          </p:nvSpPr>
          <p:spPr bwMode="auto">
            <a:xfrm>
              <a:off x="2594" y="4105"/>
              <a:ext cx="99" cy="170"/>
            </a:xfrm>
            <a:custGeom>
              <a:avLst/>
              <a:gdLst>
                <a:gd name="T0" fmla="*/ 139 w 149"/>
                <a:gd name="T1" fmla="*/ 192 h 256"/>
                <a:gd name="T2" fmla="*/ 133 w 149"/>
                <a:gd name="T3" fmla="*/ 192 h 256"/>
                <a:gd name="T4" fmla="*/ 107 w 149"/>
                <a:gd name="T5" fmla="*/ 96 h 256"/>
                <a:gd name="T6" fmla="*/ 117 w 149"/>
                <a:gd name="T7" fmla="*/ 96 h 256"/>
                <a:gd name="T8" fmla="*/ 128 w 149"/>
                <a:gd name="T9" fmla="*/ 85 h 256"/>
                <a:gd name="T10" fmla="*/ 117 w 149"/>
                <a:gd name="T11" fmla="*/ 75 h 256"/>
                <a:gd name="T12" fmla="*/ 103 w 149"/>
                <a:gd name="T13" fmla="*/ 75 h 256"/>
                <a:gd name="T14" fmla="*/ 117 w 149"/>
                <a:gd name="T15" fmla="*/ 43 h 256"/>
                <a:gd name="T16" fmla="*/ 75 w 149"/>
                <a:gd name="T17" fmla="*/ 0 h 256"/>
                <a:gd name="T18" fmla="*/ 32 w 149"/>
                <a:gd name="T19" fmla="*/ 43 h 256"/>
                <a:gd name="T20" fmla="*/ 47 w 149"/>
                <a:gd name="T21" fmla="*/ 75 h 256"/>
                <a:gd name="T22" fmla="*/ 32 w 149"/>
                <a:gd name="T23" fmla="*/ 75 h 256"/>
                <a:gd name="T24" fmla="*/ 21 w 149"/>
                <a:gd name="T25" fmla="*/ 85 h 256"/>
                <a:gd name="T26" fmla="*/ 32 w 149"/>
                <a:gd name="T27" fmla="*/ 96 h 256"/>
                <a:gd name="T28" fmla="*/ 42 w 149"/>
                <a:gd name="T29" fmla="*/ 96 h 256"/>
                <a:gd name="T30" fmla="*/ 16 w 149"/>
                <a:gd name="T31" fmla="*/ 192 h 256"/>
                <a:gd name="T32" fmla="*/ 11 w 149"/>
                <a:gd name="T33" fmla="*/ 192 h 256"/>
                <a:gd name="T34" fmla="*/ 0 w 149"/>
                <a:gd name="T35" fmla="*/ 203 h 256"/>
                <a:gd name="T36" fmla="*/ 0 w 149"/>
                <a:gd name="T37" fmla="*/ 245 h 256"/>
                <a:gd name="T38" fmla="*/ 11 w 149"/>
                <a:gd name="T39" fmla="*/ 256 h 256"/>
                <a:gd name="T40" fmla="*/ 139 w 149"/>
                <a:gd name="T41" fmla="*/ 256 h 256"/>
                <a:gd name="T42" fmla="*/ 149 w 149"/>
                <a:gd name="T43" fmla="*/ 245 h 256"/>
                <a:gd name="T44" fmla="*/ 149 w 149"/>
                <a:gd name="T45" fmla="*/ 203 h 256"/>
                <a:gd name="T46" fmla="*/ 139 w 149"/>
                <a:gd name="T47" fmla="*/ 192 h 256"/>
                <a:gd name="T48" fmla="*/ 75 w 149"/>
                <a:gd name="T49" fmla="*/ 21 h 256"/>
                <a:gd name="T50" fmla="*/ 96 w 149"/>
                <a:gd name="T51" fmla="*/ 43 h 256"/>
                <a:gd name="T52" fmla="*/ 75 w 149"/>
                <a:gd name="T53" fmla="*/ 64 h 256"/>
                <a:gd name="T54" fmla="*/ 53 w 149"/>
                <a:gd name="T55" fmla="*/ 43 h 256"/>
                <a:gd name="T56" fmla="*/ 75 w 149"/>
                <a:gd name="T57" fmla="*/ 21 h 256"/>
                <a:gd name="T58" fmla="*/ 64 w 149"/>
                <a:gd name="T59" fmla="*/ 96 h 256"/>
                <a:gd name="T60" fmla="*/ 86 w 149"/>
                <a:gd name="T61" fmla="*/ 96 h 256"/>
                <a:gd name="T62" fmla="*/ 108 w 149"/>
                <a:gd name="T63" fmla="*/ 192 h 256"/>
                <a:gd name="T64" fmla="*/ 41 w 149"/>
                <a:gd name="T65" fmla="*/ 192 h 256"/>
                <a:gd name="T66" fmla="*/ 64 w 149"/>
                <a:gd name="T67" fmla="*/ 96 h 256"/>
                <a:gd name="T68" fmla="*/ 128 w 149"/>
                <a:gd name="T69" fmla="*/ 235 h 256"/>
                <a:gd name="T70" fmla="*/ 21 w 149"/>
                <a:gd name="T71" fmla="*/ 235 h 256"/>
                <a:gd name="T72" fmla="*/ 21 w 149"/>
                <a:gd name="T73" fmla="*/ 213 h 256"/>
                <a:gd name="T74" fmla="*/ 128 w 149"/>
                <a:gd name="T75" fmla="*/ 213 h 256"/>
                <a:gd name="T76" fmla="*/ 128 w 149"/>
                <a:gd name="T77" fmla="*/ 2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9" h="256">
                  <a:moveTo>
                    <a:pt x="139" y="192"/>
                  </a:moveTo>
                  <a:cubicBezTo>
                    <a:pt x="133" y="192"/>
                    <a:pt x="133" y="192"/>
                    <a:pt x="133" y="192"/>
                  </a:cubicBezTo>
                  <a:cubicBezTo>
                    <a:pt x="126" y="183"/>
                    <a:pt x="109" y="153"/>
                    <a:pt x="107" y="96"/>
                  </a:cubicBezTo>
                  <a:cubicBezTo>
                    <a:pt x="117" y="96"/>
                    <a:pt x="117" y="96"/>
                    <a:pt x="117" y="96"/>
                  </a:cubicBezTo>
                  <a:cubicBezTo>
                    <a:pt x="123" y="96"/>
                    <a:pt x="128" y="91"/>
                    <a:pt x="128" y="85"/>
                  </a:cubicBezTo>
                  <a:cubicBezTo>
                    <a:pt x="128" y="79"/>
                    <a:pt x="123" y="75"/>
                    <a:pt x="117" y="75"/>
                  </a:cubicBezTo>
                  <a:cubicBezTo>
                    <a:pt x="103" y="75"/>
                    <a:pt x="103" y="75"/>
                    <a:pt x="103" y="75"/>
                  </a:cubicBezTo>
                  <a:cubicBezTo>
                    <a:pt x="112" y="67"/>
                    <a:pt x="117" y="55"/>
                    <a:pt x="117" y="43"/>
                  </a:cubicBezTo>
                  <a:cubicBezTo>
                    <a:pt x="117" y="19"/>
                    <a:pt x="98" y="0"/>
                    <a:pt x="75" y="0"/>
                  </a:cubicBezTo>
                  <a:cubicBezTo>
                    <a:pt x="51" y="0"/>
                    <a:pt x="32" y="19"/>
                    <a:pt x="32" y="43"/>
                  </a:cubicBezTo>
                  <a:cubicBezTo>
                    <a:pt x="32" y="55"/>
                    <a:pt x="38" y="67"/>
                    <a:pt x="47" y="75"/>
                  </a:cubicBezTo>
                  <a:cubicBezTo>
                    <a:pt x="32" y="75"/>
                    <a:pt x="32" y="75"/>
                    <a:pt x="32" y="75"/>
                  </a:cubicBezTo>
                  <a:cubicBezTo>
                    <a:pt x="26" y="75"/>
                    <a:pt x="21" y="79"/>
                    <a:pt x="21" y="85"/>
                  </a:cubicBezTo>
                  <a:cubicBezTo>
                    <a:pt x="21" y="91"/>
                    <a:pt x="26" y="96"/>
                    <a:pt x="32" y="96"/>
                  </a:cubicBezTo>
                  <a:cubicBezTo>
                    <a:pt x="42" y="96"/>
                    <a:pt x="42" y="96"/>
                    <a:pt x="42" y="96"/>
                  </a:cubicBezTo>
                  <a:cubicBezTo>
                    <a:pt x="40" y="153"/>
                    <a:pt x="23" y="183"/>
                    <a:pt x="16" y="192"/>
                  </a:cubicBezTo>
                  <a:cubicBezTo>
                    <a:pt x="11" y="192"/>
                    <a:pt x="11" y="192"/>
                    <a:pt x="11" y="192"/>
                  </a:cubicBezTo>
                  <a:cubicBezTo>
                    <a:pt x="5" y="192"/>
                    <a:pt x="0" y="197"/>
                    <a:pt x="0" y="203"/>
                  </a:cubicBezTo>
                  <a:cubicBezTo>
                    <a:pt x="0" y="245"/>
                    <a:pt x="0" y="245"/>
                    <a:pt x="0" y="245"/>
                  </a:cubicBezTo>
                  <a:cubicBezTo>
                    <a:pt x="0" y="251"/>
                    <a:pt x="5" y="256"/>
                    <a:pt x="11" y="256"/>
                  </a:cubicBezTo>
                  <a:cubicBezTo>
                    <a:pt x="139" y="256"/>
                    <a:pt x="139" y="256"/>
                    <a:pt x="139" y="256"/>
                  </a:cubicBezTo>
                  <a:cubicBezTo>
                    <a:pt x="145" y="256"/>
                    <a:pt x="149" y="251"/>
                    <a:pt x="149" y="245"/>
                  </a:cubicBezTo>
                  <a:cubicBezTo>
                    <a:pt x="149" y="203"/>
                    <a:pt x="149" y="203"/>
                    <a:pt x="149" y="203"/>
                  </a:cubicBezTo>
                  <a:cubicBezTo>
                    <a:pt x="149" y="197"/>
                    <a:pt x="145" y="192"/>
                    <a:pt x="139" y="192"/>
                  </a:cubicBezTo>
                  <a:close/>
                  <a:moveTo>
                    <a:pt x="75" y="21"/>
                  </a:moveTo>
                  <a:cubicBezTo>
                    <a:pt x="86" y="21"/>
                    <a:pt x="96" y="31"/>
                    <a:pt x="96" y="43"/>
                  </a:cubicBezTo>
                  <a:cubicBezTo>
                    <a:pt x="96" y="54"/>
                    <a:pt x="86" y="64"/>
                    <a:pt x="75" y="64"/>
                  </a:cubicBezTo>
                  <a:cubicBezTo>
                    <a:pt x="63" y="64"/>
                    <a:pt x="53" y="54"/>
                    <a:pt x="53" y="43"/>
                  </a:cubicBezTo>
                  <a:cubicBezTo>
                    <a:pt x="53" y="31"/>
                    <a:pt x="63" y="21"/>
                    <a:pt x="75" y="21"/>
                  </a:cubicBezTo>
                  <a:close/>
                  <a:moveTo>
                    <a:pt x="64" y="96"/>
                  </a:moveTo>
                  <a:cubicBezTo>
                    <a:pt x="86" y="96"/>
                    <a:pt x="86" y="96"/>
                    <a:pt x="86" y="96"/>
                  </a:cubicBezTo>
                  <a:cubicBezTo>
                    <a:pt x="87" y="143"/>
                    <a:pt x="99" y="174"/>
                    <a:pt x="108" y="192"/>
                  </a:cubicBezTo>
                  <a:cubicBezTo>
                    <a:pt x="41" y="192"/>
                    <a:pt x="41" y="192"/>
                    <a:pt x="41" y="192"/>
                  </a:cubicBezTo>
                  <a:cubicBezTo>
                    <a:pt x="51" y="174"/>
                    <a:pt x="62" y="143"/>
                    <a:pt x="64" y="96"/>
                  </a:cubicBezTo>
                  <a:close/>
                  <a:moveTo>
                    <a:pt x="128" y="235"/>
                  </a:moveTo>
                  <a:cubicBezTo>
                    <a:pt x="21" y="235"/>
                    <a:pt x="21" y="235"/>
                    <a:pt x="21" y="235"/>
                  </a:cubicBezTo>
                  <a:cubicBezTo>
                    <a:pt x="21" y="213"/>
                    <a:pt x="21" y="213"/>
                    <a:pt x="21" y="213"/>
                  </a:cubicBezTo>
                  <a:cubicBezTo>
                    <a:pt x="128" y="213"/>
                    <a:pt x="128" y="213"/>
                    <a:pt x="128" y="213"/>
                  </a:cubicBezTo>
                  <a:lnTo>
                    <a:pt x="128" y="23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98" name="Freeform 958"/>
            <p:cNvSpPr>
              <a:spLocks noEditPoints="1"/>
            </p:cNvSpPr>
            <p:nvPr/>
          </p:nvSpPr>
          <p:spPr bwMode="auto">
            <a:xfrm>
              <a:off x="2474" y="402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99" name="Group 965"/>
          <p:cNvGrpSpPr>
            <a:grpSpLocks noChangeAspect="1"/>
          </p:cNvGrpSpPr>
          <p:nvPr/>
        </p:nvGrpSpPr>
        <p:grpSpPr bwMode="auto">
          <a:xfrm>
            <a:off x="5549190" y="4827728"/>
            <a:ext cx="416912" cy="418139"/>
            <a:chOff x="3319" y="4077"/>
            <a:chExt cx="340" cy="341"/>
          </a:xfrm>
          <a:solidFill>
            <a:schemeClr val="tx1"/>
          </a:solidFill>
        </p:grpSpPr>
        <p:sp>
          <p:nvSpPr>
            <p:cNvPr id="100" name="Freeform 966"/>
            <p:cNvSpPr>
              <a:spLocks noEditPoints="1"/>
            </p:cNvSpPr>
            <p:nvPr/>
          </p:nvSpPr>
          <p:spPr bwMode="auto">
            <a:xfrm>
              <a:off x="3439" y="4141"/>
              <a:ext cx="99" cy="206"/>
            </a:xfrm>
            <a:custGeom>
              <a:avLst/>
              <a:gdLst>
                <a:gd name="T0" fmla="*/ 139 w 149"/>
                <a:gd name="T1" fmla="*/ 245 h 309"/>
                <a:gd name="T2" fmla="*/ 125 w 149"/>
                <a:gd name="T3" fmla="*/ 245 h 309"/>
                <a:gd name="T4" fmla="*/ 113 w 149"/>
                <a:gd name="T5" fmla="*/ 117 h 309"/>
                <a:gd name="T6" fmla="*/ 128 w 149"/>
                <a:gd name="T7" fmla="*/ 117 h 309"/>
                <a:gd name="T8" fmla="*/ 139 w 149"/>
                <a:gd name="T9" fmla="*/ 106 h 309"/>
                <a:gd name="T10" fmla="*/ 128 w 149"/>
                <a:gd name="T11" fmla="*/ 96 h 309"/>
                <a:gd name="T12" fmla="*/ 118 w 149"/>
                <a:gd name="T13" fmla="*/ 96 h 309"/>
                <a:gd name="T14" fmla="*/ 127 w 149"/>
                <a:gd name="T15" fmla="*/ 68 h 309"/>
                <a:gd name="T16" fmla="*/ 126 w 149"/>
                <a:gd name="T17" fmla="*/ 58 h 309"/>
                <a:gd name="T18" fmla="*/ 117 w 149"/>
                <a:gd name="T19" fmla="*/ 53 h 309"/>
                <a:gd name="T20" fmla="*/ 98 w 149"/>
                <a:gd name="T21" fmla="*/ 53 h 309"/>
                <a:gd name="T22" fmla="*/ 107 w 149"/>
                <a:gd name="T23" fmla="*/ 32 h 309"/>
                <a:gd name="T24" fmla="*/ 75 w 149"/>
                <a:gd name="T25" fmla="*/ 0 h 309"/>
                <a:gd name="T26" fmla="*/ 43 w 149"/>
                <a:gd name="T27" fmla="*/ 32 h 309"/>
                <a:gd name="T28" fmla="*/ 51 w 149"/>
                <a:gd name="T29" fmla="*/ 53 h 309"/>
                <a:gd name="T30" fmla="*/ 32 w 149"/>
                <a:gd name="T31" fmla="*/ 53 h 309"/>
                <a:gd name="T32" fmla="*/ 23 w 149"/>
                <a:gd name="T33" fmla="*/ 58 h 309"/>
                <a:gd name="T34" fmla="*/ 22 w 149"/>
                <a:gd name="T35" fmla="*/ 68 h 309"/>
                <a:gd name="T36" fmla="*/ 31 w 149"/>
                <a:gd name="T37" fmla="*/ 96 h 309"/>
                <a:gd name="T38" fmla="*/ 21 w 149"/>
                <a:gd name="T39" fmla="*/ 96 h 309"/>
                <a:gd name="T40" fmla="*/ 11 w 149"/>
                <a:gd name="T41" fmla="*/ 106 h 309"/>
                <a:gd name="T42" fmla="*/ 21 w 149"/>
                <a:gd name="T43" fmla="*/ 117 h 309"/>
                <a:gd name="T44" fmla="*/ 36 w 149"/>
                <a:gd name="T45" fmla="*/ 117 h 309"/>
                <a:gd name="T46" fmla="*/ 25 w 149"/>
                <a:gd name="T47" fmla="*/ 245 h 309"/>
                <a:gd name="T48" fmla="*/ 11 w 149"/>
                <a:gd name="T49" fmla="*/ 245 h 309"/>
                <a:gd name="T50" fmla="*/ 0 w 149"/>
                <a:gd name="T51" fmla="*/ 256 h 309"/>
                <a:gd name="T52" fmla="*/ 0 w 149"/>
                <a:gd name="T53" fmla="*/ 298 h 309"/>
                <a:gd name="T54" fmla="*/ 11 w 149"/>
                <a:gd name="T55" fmla="*/ 309 h 309"/>
                <a:gd name="T56" fmla="*/ 139 w 149"/>
                <a:gd name="T57" fmla="*/ 309 h 309"/>
                <a:gd name="T58" fmla="*/ 149 w 149"/>
                <a:gd name="T59" fmla="*/ 298 h 309"/>
                <a:gd name="T60" fmla="*/ 149 w 149"/>
                <a:gd name="T61" fmla="*/ 256 h 309"/>
                <a:gd name="T62" fmla="*/ 139 w 149"/>
                <a:gd name="T63" fmla="*/ 245 h 309"/>
                <a:gd name="T64" fmla="*/ 75 w 149"/>
                <a:gd name="T65" fmla="*/ 21 h 309"/>
                <a:gd name="T66" fmla="*/ 85 w 149"/>
                <a:gd name="T67" fmla="*/ 32 h 309"/>
                <a:gd name="T68" fmla="*/ 75 w 149"/>
                <a:gd name="T69" fmla="*/ 42 h 309"/>
                <a:gd name="T70" fmla="*/ 64 w 149"/>
                <a:gd name="T71" fmla="*/ 32 h 309"/>
                <a:gd name="T72" fmla="*/ 75 w 149"/>
                <a:gd name="T73" fmla="*/ 21 h 309"/>
                <a:gd name="T74" fmla="*/ 47 w 149"/>
                <a:gd name="T75" fmla="*/ 74 h 309"/>
                <a:gd name="T76" fmla="*/ 102 w 149"/>
                <a:gd name="T77" fmla="*/ 74 h 309"/>
                <a:gd name="T78" fmla="*/ 95 w 149"/>
                <a:gd name="T79" fmla="*/ 96 h 309"/>
                <a:gd name="T80" fmla="*/ 53 w 149"/>
                <a:gd name="T81" fmla="*/ 96 h 309"/>
                <a:gd name="T82" fmla="*/ 47 w 149"/>
                <a:gd name="T83" fmla="*/ 74 h 309"/>
                <a:gd name="T84" fmla="*/ 57 w 149"/>
                <a:gd name="T85" fmla="*/ 117 h 309"/>
                <a:gd name="T86" fmla="*/ 91 w 149"/>
                <a:gd name="T87" fmla="*/ 117 h 309"/>
                <a:gd name="T88" fmla="*/ 102 w 149"/>
                <a:gd name="T89" fmla="*/ 245 h 309"/>
                <a:gd name="T90" fmla="*/ 48 w 149"/>
                <a:gd name="T91" fmla="*/ 245 h 309"/>
                <a:gd name="T92" fmla="*/ 57 w 149"/>
                <a:gd name="T93" fmla="*/ 117 h 309"/>
                <a:gd name="T94" fmla="*/ 128 w 149"/>
                <a:gd name="T95" fmla="*/ 288 h 309"/>
                <a:gd name="T96" fmla="*/ 21 w 149"/>
                <a:gd name="T97" fmla="*/ 288 h 309"/>
                <a:gd name="T98" fmla="*/ 21 w 149"/>
                <a:gd name="T99" fmla="*/ 266 h 309"/>
                <a:gd name="T100" fmla="*/ 128 w 149"/>
                <a:gd name="T101" fmla="*/ 266 h 309"/>
                <a:gd name="T102" fmla="*/ 128 w 149"/>
                <a:gd name="T103" fmla="*/ 28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9" h="309">
                  <a:moveTo>
                    <a:pt x="139" y="245"/>
                  </a:moveTo>
                  <a:cubicBezTo>
                    <a:pt x="125" y="245"/>
                    <a:pt x="125" y="245"/>
                    <a:pt x="125" y="245"/>
                  </a:cubicBezTo>
                  <a:cubicBezTo>
                    <a:pt x="106" y="195"/>
                    <a:pt x="107" y="149"/>
                    <a:pt x="113" y="117"/>
                  </a:cubicBezTo>
                  <a:cubicBezTo>
                    <a:pt x="128" y="117"/>
                    <a:pt x="128" y="117"/>
                    <a:pt x="128" y="117"/>
                  </a:cubicBezTo>
                  <a:cubicBezTo>
                    <a:pt x="134" y="117"/>
                    <a:pt x="139" y="112"/>
                    <a:pt x="139" y="106"/>
                  </a:cubicBezTo>
                  <a:cubicBezTo>
                    <a:pt x="139" y="100"/>
                    <a:pt x="134" y="96"/>
                    <a:pt x="128" y="96"/>
                  </a:cubicBezTo>
                  <a:cubicBezTo>
                    <a:pt x="118" y="96"/>
                    <a:pt x="118" y="96"/>
                    <a:pt x="118" y="96"/>
                  </a:cubicBezTo>
                  <a:cubicBezTo>
                    <a:pt x="122" y="79"/>
                    <a:pt x="127" y="69"/>
                    <a:pt x="127" y="68"/>
                  </a:cubicBezTo>
                  <a:cubicBezTo>
                    <a:pt x="129" y="65"/>
                    <a:pt x="128" y="61"/>
                    <a:pt x="126" y="58"/>
                  </a:cubicBezTo>
                  <a:cubicBezTo>
                    <a:pt x="124" y="55"/>
                    <a:pt x="121" y="53"/>
                    <a:pt x="117" y="53"/>
                  </a:cubicBezTo>
                  <a:cubicBezTo>
                    <a:pt x="98" y="53"/>
                    <a:pt x="98" y="53"/>
                    <a:pt x="98" y="53"/>
                  </a:cubicBezTo>
                  <a:cubicBezTo>
                    <a:pt x="103" y="47"/>
                    <a:pt x="107" y="40"/>
                    <a:pt x="107" y="32"/>
                  </a:cubicBezTo>
                  <a:cubicBezTo>
                    <a:pt x="107" y="14"/>
                    <a:pt x="92" y="0"/>
                    <a:pt x="75" y="0"/>
                  </a:cubicBezTo>
                  <a:cubicBezTo>
                    <a:pt x="57" y="0"/>
                    <a:pt x="43" y="14"/>
                    <a:pt x="43" y="32"/>
                  </a:cubicBezTo>
                  <a:cubicBezTo>
                    <a:pt x="43" y="40"/>
                    <a:pt x="46" y="47"/>
                    <a:pt x="51" y="53"/>
                  </a:cubicBezTo>
                  <a:cubicBezTo>
                    <a:pt x="32" y="53"/>
                    <a:pt x="32" y="53"/>
                    <a:pt x="32" y="53"/>
                  </a:cubicBezTo>
                  <a:cubicBezTo>
                    <a:pt x="28" y="53"/>
                    <a:pt x="25" y="55"/>
                    <a:pt x="23" y="58"/>
                  </a:cubicBezTo>
                  <a:cubicBezTo>
                    <a:pt x="21" y="61"/>
                    <a:pt x="21" y="64"/>
                    <a:pt x="22" y="68"/>
                  </a:cubicBezTo>
                  <a:cubicBezTo>
                    <a:pt x="22" y="68"/>
                    <a:pt x="26" y="79"/>
                    <a:pt x="31" y="96"/>
                  </a:cubicBezTo>
                  <a:cubicBezTo>
                    <a:pt x="21" y="96"/>
                    <a:pt x="21" y="96"/>
                    <a:pt x="21" y="96"/>
                  </a:cubicBezTo>
                  <a:cubicBezTo>
                    <a:pt x="15" y="96"/>
                    <a:pt x="11" y="100"/>
                    <a:pt x="11" y="106"/>
                  </a:cubicBezTo>
                  <a:cubicBezTo>
                    <a:pt x="11" y="112"/>
                    <a:pt x="15" y="117"/>
                    <a:pt x="21" y="117"/>
                  </a:cubicBezTo>
                  <a:cubicBezTo>
                    <a:pt x="36" y="117"/>
                    <a:pt x="36" y="117"/>
                    <a:pt x="36" y="117"/>
                  </a:cubicBezTo>
                  <a:cubicBezTo>
                    <a:pt x="42" y="153"/>
                    <a:pt x="45" y="202"/>
                    <a:pt x="25" y="245"/>
                  </a:cubicBezTo>
                  <a:cubicBezTo>
                    <a:pt x="11" y="245"/>
                    <a:pt x="11" y="245"/>
                    <a:pt x="11" y="245"/>
                  </a:cubicBezTo>
                  <a:cubicBezTo>
                    <a:pt x="5" y="245"/>
                    <a:pt x="0" y="250"/>
                    <a:pt x="0" y="256"/>
                  </a:cubicBezTo>
                  <a:cubicBezTo>
                    <a:pt x="0" y="298"/>
                    <a:pt x="0" y="298"/>
                    <a:pt x="0" y="298"/>
                  </a:cubicBezTo>
                  <a:cubicBezTo>
                    <a:pt x="0" y="304"/>
                    <a:pt x="5" y="309"/>
                    <a:pt x="11" y="309"/>
                  </a:cubicBezTo>
                  <a:cubicBezTo>
                    <a:pt x="139" y="309"/>
                    <a:pt x="139" y="309"/>
                    <a:pt x="139" y="309"/>
                  </a:cubicBezTo>
                  <a:cubicBezTo>
                    <a:pt x="145" y="309"/>
                    <a:pt x="149" y="304"/>
                    <a:pt x="149" y="298"/>
                  </a:cubicBezTo>
                  <a:cubicBezTo>
                    <a:pt x="149" y="256"/>
                    <a:pt x="149" y="256"/>
                    <a:pt x="149" y="256"/>
                  </a:cubicBezTo>
                  <a:cubicBezTo>
                    <a:pt x="149" y="250"/>
                    <a:pt x="145" y="245"/>
                    <a:pt x="139" y="245"/>
                  </a:cubicBezTo>
                  <a:close/>
                  <a:moveTo>
                    <a:pt x="75" y="21"/>
                  </a:moveTo>
                  <a:cubicBezTo>
                    <a:pt x="81" y="21"/>
                    <a:pt x="85" y="26"/>
                    <a:pt x="85" y="32"/>
                  </a:cubicBezTo>
                  <a:cubicBezTo>
                    <a:pt x="85" y="38"/>
                    <a:pt x="81" y="42"/>
                    <a:pt x="75" y="42"/>
                  </a:cubicBezTo>
                  <a:cubicBezTo>
                    <a:pt x="69" y="42"/>
                    <a:pt x="64" y="38"/>
                    <a:pt x="64" y="32"/>
                  </a:cubicBezTo>
                  <a:cubicBezTo>
                    <a:pt x="64" y="26"/>
                    <a:pt x="69" y="21"/>
                    <a:pt x="75" y="21"/>
                  </a:cubicBezTo>
                  <a:close/>
                  <a:moveTo>
                    <a:pt x="47" y="74"/>
                  </a:moveTo>
                  <a:cubicBezTo>
                    <a:pt x="102" y="74"/>
                    <a:pt x="102" y="74"/>
                    <a:pt x="102" y="74"/>
                  </a:cubicBezTo>
                  <a:cubicBezTo>
                    <a:pt x="100" y="80"/>
                    <a:pt x="97" y="87"/>
                    <a:pt x="95" y="96"/>
                  </a:cubicBezTo>
                  <a:cubicBezTo>
                    <a:pt x="53" y="96"/>
                    <a:pt x="53" y="96"/>
                    <a:pt x="53" y="96"/>
                  </a:cubicBezTo>
                  <a:cubicBezTo>
                    <a:pt x="51" y="87"/>
                    <a:pt x="49" y="80"/>
                    <a:pt x="47" y="74"/>
                  </a:cubicBezTo>
                  <a:close/>
                  <a:moveTo>
                    <a:pt x="57" y="117"/>
                  </a:moveTo>
                  <a:cubicBezTo>
                    <a:pt x="91" y="117"/>
                    <a:pt x="91" y="117"/>
                    <a:pt x="91" y="117"/>
                  </a:cubicBezTo>
                  <a:cubicBezTo>
                    <a:pt x="86" y="150"/>
                    <a:pt x="85" y="195"/>
                    <a:pt x="102" y="245"/>
                  </a:cubicBezTo>
                  <a:cubicBezTo>
                    <a:pt x="48" y="245"/>
                    <a:pt x="48" y="245"/>
                    <a:pt x="48" y="245"/>
                  </a:cubicBezTo>
                  <a:cubicBezTo>
                    <a:pt x="66" y="201"/>
                    <a:pt x="64" y="153"/>
                    <a:pt x="57" y="117"/>
                  </a:cubicBezTo>
                  <a:close/>
                  <a:moveTo>
                    <a:pt x="128" y="288"/>
                  </a:moveTo>
                  <a:cubicBezTo>
                    <a:pt x="21" y="288"/>
                    <a:pt x="21" y="288"/>
                    <a:pt x="21" y="288"/>
                  </a:cubicBezTo>
                  <a:cubicBezTo>
                    <a:pt x="21" y="266"/>
                    <a:pt x="21" y="266"/>
                    <a:pt x="21" y="266"/>
                  </a:cubicBezTo>
                  <a:cubicBezTo>
                    <a:pt x="128" y="266"/>
                    <a:pt x="128" y="266"/>
                    <a:pt x="128" y="266"/>
                  </a:cubicBezTo>
                  <a:lnTo>
                    <a:pt x="128" y="288"/>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dirty="0">
                <a:latin typeface="Aptos" panose="020B0004020202020204" pitchFamily="34" charset="0"/>
              </a:endParaRPr>
            </a:p>
          </p:txBody>
        </p:sp>
        <p:sp>
          <p:nvSpPr>
            <p:cNvPr id="101" name="Freeform 967"/>
            <p:cNvSpPr>
              <a:spLocks noEditPoints="1"/>
            </p:cNvSpPr>
            <p:nvPr/>
          </p:nvSpPr>
          <p:spPr bwMode="auto">
            <a:xfrm>
              <a:off x="3319" y="4077"/>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grpSp>
        <p:nvGrpSpPr>
          <p:cNvPr id="102" name="Group 433"/>
          <p:cNvGrpSpPr>
            <a:grpSpLocks noChangeAspect="1"/>
          </p:cNvGrpSpPr>
          <p:nvPr/>
        </p:nvGrpSpPr>
        <p:grpSpPr bwMode="auto">
          <a:xfrm>
            <a:off x="4317683" y="4828873"/>
            <a:ext cx="415847" cy="415844"/>
            <a:chOff x="4725" y="1820"/>
            <a:chExt cx="340" cy="340"/>
          </a:xfrm>
          <a:solidFill>
            <a:schemeClr val="bg1"/>
          </a:solidFill>
        </p:grpSpPr>
        <p:sp>
          <p:nvSpPr>
            <p:cNvPr id="103" name="Freeform 434"/>
            <p:cNvSpPr>
              <a:spLocks noEditPoints="1"/>
            </p:cNvSpPr>
            <p:nvPr/>
          </p:nvSpPr>
          <p:spPr bwMode="auto">
            <a:xfrm>
              <a:off x="4845" y="1884"/>
              <a:ext cx="100" cy="212"/>
            </a:xfrm>
            <a:custGeom>
              <a:avLst/>
              <a:gdLst>
                <a:gd name="T0" fmla="*/ 139 w 150"/>
                <a:gd name="T1" fmla="*/ 320 h 320"/>
                <a:gd name="T2" fmla="*/ 11 w 150"/>
                <a:gd name="T3" fmla="*/ 320 h 320"/>
                <a:gd name="T4" fmla="*/ 0 w 150"/>
                <a:gd name="T5" fmla="*/ 310 h 320"/>
                <a:gd name="T6" fmla="*/ 0 w 150"/>
                <a:gd name="T7" fmla="*/ 267 h 320"/>
                <a:gd name="T8" fmla="*/ 11 w 150"/>
                <a:gd name="T9" fmla="*/ 256 h 320"/>
                <a:gd name="T10" fmla="*/ 43 w 150"/>
                <a:gd name="T11" fmla="*/ 256 h 320"/>
                <a:gd name="T12" fmla="*/ 43 w 150"/>
                <a:gd name="T13" fmla="*/ 171 h 320"/>
                <a:gd name="T14" fmla="*/ 22 w 150"/>
                <a:gd name="T15" fmla="*/ 171 h 320"/>
                <a:gd name="T16" fmla="*/ 11 w 150"/>
                <a:gd name="T17" fmla="*/ 160 h 320"/>
                <a:gd name="T18" fmla="*/ 11 w 150"/>
                <a:gd name="T19" fmla="*/ 118 h 320"/>
                <a:gd name="T20" fmla="*/ 22 w 150"/>
                <a:gd name="T21" fmla="*/ 107 h 320"/>
                <a:gd name="T22" fmla="*/ 96 w 150"/>
                <a:gd name="T23" fmla="*/ 107 h 320"/>
                <a:gd name="T24" fmla="*/ 107 w 150"/>
                <a:gd name="T25" fmla="*/ 118 h 320"/>
                <a:gd name="T26" fmla="*/ 107 w 150"/>
                <a:gd name="T27" fmla="*/ 256 h 320"/>
                <a:gd name="T28" fmla="*/ 139 w 150"/>
                <a:gd name="T29" fmla="*/ 256 h 320"/>
                <a:gd name="T30" fmla="*/ 150 w 150"/>
                <a:gd name="T31" fmla="*/ 267 h 320"/>
                <a:gd name="T32" fmla="*/ 150 w 150"/>
                <a:gd name="T33" fmla="*/ 310 h 320"/>
                <a:gd name="T34" fmla="*/ 139 w 150"/>
                <a:gd name="T35" fmla="*/ 320 h 320"/>
                <a:gd name="T36" fmla="*/ 22 w 150"/>
                <a:gd name="T37" fmla="*/ 299 h 320"/>
                <a:gd name="T38" fmla="*/ 128 w 150"/>
                <a:gd name="T39" fmla="*/ 299 h 320"/>
                <a:gd name="T40" fmla="*/ 128 w 150"/>
                <a:gd name="T41" fmla="*/ 278 h 320"/>
                <a:gd name="T42" fmla="*/ 96 w 150"/>
                <a:gd name="T43" fmla="*/ 278 h 320"/>
                <a:gd name="T44" fmla="*/ 86 w 150"/>
                <a:gd name="T45" fmla="*/ 267 h 320"/>
                <a:gd name="T46" fmla="*/ 86 w 150"/>
                <a:gd name="T47" fmla="*/ 128 h 320"/>
                <a:gd name="T48" fmla="*/ 32 w 150"/>
                <a:gd name="T49" fmla="*/ 128 h 320"/>
                <a:gd name="T50" fmla="*/ 32 w 150"/>
                <a:gd name="T51" fmla="*/ 150 h 320"/>
                <a:gd name="T52" fmla="*/ 54 w 150"/>
                <a:gd name="T53" fmla="*/ 150 h 320"/>
                <a:gd name="T54" fmla="*/ 64 w 150"/>
                <a:gd name="T55" fmla="*/ 160 h 320"/>
                <a:gd name="T56" fmla="*/ 64 w 150"/>
                <a:gd name="T57" fmla="*/ 267 h 320"/>
                <a:gd name="T58" fmla="*/ 54 w 150"/>
                <a:gd name="T59" fmla="*/ 278 h 320"/>
                <a:gd name="T60" fmla="*/ 22 w 150"/>
                <a:gd name="T61" fmla="*/ 278 h 320"/>
                <a:gd name="T62" fmla="*/ 22 w 150"/>
                <a:gd name="T63" fmla="*/ 299 h 320"/>
                <a:gd name="T64" fmla="*/ 75 w 150"/>
                <a:gd name="T65" fmla="*/ 86 h 320"/>
                <a:gd name="T66" fmla="*/ 32 w 150"/>
                <a:gd name="T67" fmla="*/ 43 h 320"/>
                <a:gd name="T68" fmla="*/ 75 w 150"/>
                <a:gd name="T69" fmla="*/ 0 h 320"/>
                <a:gd name="T70" fmla="*/ 118 w 150"/>
                <a:gd name="T71" fmla="*/ 43 h 320"/>
                <a:gd name="T72" fmla="*/ 75 w 150"/>
                <a:gd name="T73" fmla="*/ 86 h 320"/>
                <a:gd name="T74" fmla="*/ 75 w 150"/>
                <a:gd name="T75" fmla="*/ 22 h 320"/>
                <a:gd name="T76" fmla="*/ 54 w 150"/>
                <a:gd name="T77" fmla="*/ 43 h 320"/>
                <a:gd name="T78" fmla="*/ 75 w 150"/>
                <a:gd name="T79" fmla="*/ 64 h 320"/>
                <a:gd name="T80" fmla="*/ 96 w 150"/>
                <a:gd name="T81" fmla="*/ 43 h 320"/>
                <a:gd name="T82" fmla="*/ 75 w 150"/>
                <a:gd name="T83" fmla="*/ 2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0" h="320">
                  <a:moveTo>
                    <a:pt x="139" y="320"/>
                  </a:moveTo>
                  <a:cubicBezTo>
                    <a:pt x="11" y="320"/>
                    <a:pt x="11" y="320"/>
                    <a:pt x="11" y="320"/>
                  </a:cubicBezTo>
                  <a:cubicBezTo>
                    <a:pt x="5" y="320"/>
                    <a:pt x="0" y="316"/>
                    <a:pt x="0" y="310"/>
                  </a:cubicBezTo>
                  <a:cubicBezTo>
                    <a:pt x="0" y="267"/>
                    <a:pt x="0" y="267"/>
                    <a:pt x="0" y="267"/>
                  </a:cubicBezTo>
                  <a:cubicBezTo>
                    <a:pt x="0" y="261"/>
                    <a:pt x="5" y="256"/>
                    <a:pt x="11" y="256"/>
                  </a:cubicBezTo>
                  <a:cubicBezTo>
                    <a:pt x="43" y="256"/>
                    <a:pt x="43" y="256"/>
                    <a:pt x="43" y="256"/>
                  </a:cubicBezTo>
                  <a:cubicBezTo>
                    <a:pt x="43" y="171"/>
                    <a:pt x="43" y="171"/>
                    <a:pt x="43" y="171"/>
                  </a:cubicBezTo>
                  <a:cubicBezTo>
                    <a:pt x="22" y="171"/>
                    <a:pt x="22" y="171"/>
                    <a:pt x="22" y="171"/>
                  </a:cubicBezTo>
                  <a:cubicBezTo>
                    <a:pt x="16" y="171"/>
                    <a:pt x="11" y="166"/>
                    <a:pt x="11" y="160"/>
                  </a:cubicBezTo>
                  <a:cubicBezTo>
                    <a:pt x="11" y="118"/>
                    <a:pt x="11" y="118"/>
                    <a:pt x="11" y="118"/>
                  </a:cubicBezTo>
                  <a:cubicBezTo>
                    <a:pt x="11" y="112"/>
                    <a:pt x="16" y="107"/>
                    <a:pt x="22" y="107"/>
                  </a:cubicBezTo>
                  <a:cubicBezTo>
                    <a:pt x="96" y="107"/>
                    <a:pt x="96" y="107"/>
                    <a:pt x="96" y="107"/>
                  </a:cubicBezTo>
                  <a:cubicBezTo>
                    <a:pt x="102" y="107"/>
                    <a:pt x="107" y="112"/>
                    <a:pt x="107" y="118"/>
                  </a:cubicBezTo>
                  <a:cubicBezTo>
                    <a:pt x="107" y="256"/>
                    <a:pt x="107" y="256"/>
                    <a:pt x="107" y="256"/>
                  </a:cubicBezTo>
                  <a:cubicBezTo>
                    <a:pt x="139" y="256"/>
                    <a:pt x="139" y="256"/>
                    <a:pt x="139" y="256"/>
                  </a:cubicBezTo>
                  <a:cubicBezTo>
                    <a:pt x="145" y="256"/>
                    <a:pt x="150" y="261"/>
                    <a:pt x="150" y="267"/>
                  </a:cubicBezTo>
                  <a:cubicBezTo>
                    <a:pt x="150" y="310"/>
                    <a:pt x="150" y="310"/>
                    <a:pt x="150" y="310"/>
                  </a:cubicBezTo>
                  <a:cubicBezTo>
                    <a:pt x="150" y="316"/>
                    <a:pt x="145" y="320"/>
                    <a:pt x="139" y="320"/>
                  </a:cubicBezTo>
                  <a:close/>
                  <a:moveTo>
                    <a:pt x="22" y="299"/>
                  </a:moveTo>
                  <a:cubicBezTo>
                    <a:pt x="128" y="299"/>
                    <a:pt x="128" y="299"/>
                    <a:pt x="128" y="299"/>
                  </a:cubicBezTo>
                  <a:cubicBezTo>
                    <a:pt x="128" y="278"/>
                    <a:pt x="128" y="278"/>
                    <a:pt x="128" y="278"/>
                  </a:cubicBezTo>
                  <a:cubicBezTo>
                    <a:pt x="96" y="278"/>
                    <a:pt x="96" y="278"/>
                    <a:pt x="96" y="278"/>
                  </a:cubicBezTo>
                  <a:cubicBezTo>
                    <a:pt x="90" y="278"/>
                    <a:pt x="86" y="273"/>
                    <a:pt x="86" y="267"/>
                  </a:cubicBezTo>
                  <a:cubicBezTo>
                    <a:pt x="86" y="128"/>
                    <a:pt x="86" y="128"/>
                    <a:pt x="86" y="128"/>
                  </a:cubicBezTo>
                  <a:cubicBezTo>
                    <a:pt x="32" y="128"/>
                    <a:pt x="32" y="128"/>
                    <a:pt x="32" y="128"/>
                  </a:cubicBezTo>
                  <a:cubicBezTo>
                    <a:pt x="32" y="150"/>
                    <a:pt x="32" y="150"/>
                    <a:pt x="32" y="150"/>
                  </a:cubicBezTo>
                  <a:cubicBezTo>
                    <a:pt x="54" y="150"/>
                    <a:pt x="54" y="150"/>
                    <a:pt x="54" y="150"/>
                  </a:cubicBezTo>
                  <a:cubicBezTo>
                    <a:pt x="60" y="150"/>
                    <a:pt x="64" y="154"/>
                    <a:pt x="64" y="160"/>
                  </a:cubicBezTo>
                  <a:cubicBezTo>
                    <a:pt x="64" y="267"/>
                    <a:pt x="64" y="267"/>
                    <a:pt x="64" y="267"/>
                  </a:cubicBezTo>
                  <a:cubicBezTo>
                    <a:pt x="64" y="273"/>
                    <a:pt x="60" y="278"/>
                    <a:pt x="54" y="278"/>
                  </a:cubicBezTo>
                  <a:cubicBezTo>
                    <a:pt x="22" y="278"/>
                    <a:pt x="22" y="278"/>
                    <a:pt x="22" y="278"/>
                  </a:cubicBezTo>
                  <a:lnTo>
                    <a:pt x="22" y="299"/>
                  </a:lnTo>
                  <a:close/>
                  <a:moveTo>
                    <a:pt x="75" y="86"/>
                  </a:moveTo>
                  <a:cubicBezTo>
                    <a:pt x="51" y="86"/>
                    <a:pt x="32" y="67"/>
                    <a:pt x="32" y="43"/>
                  </a:cubicBezTo>
                  <a:cubicBezTo>
                    <a:pt x="32" y="19"/>
                    <a:pt x="51" y="0"/>
                    <a:pt x="75" y="0"/>
                  </a:cubicBezTo>
                  <a:cubicBezTo>
                    <a:pt x="99" y="0"/>
                    <a:pt x="118" y="19"/>
                    <a:pt x="118" y="43"/>
                  </a:cubicBezTo>
                  <a:cubicBezTo>
                    <a:pt x="118" y="67"/>
                    <a:pt x="99" y="86"/>
                    <a:pt x="75" y="86"/>
                  </a:cubicBezTo>
                  <a:close/>
                  <a:moveTo>
                    <a:pt x="75" y="22"/>
                  </a:moveTo>
                  <a:cubicBezTo>
                    <a:pt x="63" y="22"/>
                    <a:pt x="54" y="31"/>
                    <a:pt x="54" y="43"/>
                  </a:cubicBezTo>
                  <a:cubicBezTo>
                    <a:pt x="54" y="55"/>
                    <a:pt x="63" y="64"/>
                    <a:pt x="75" y="64"/>
                  </a:cubicBezTo>
                  <a:cubicBezTo>
                    <a:pt x="87" y="64"/>
                    <a:pt x="96" y="55"/>
                    <a:pt x="96" y="43"/>
                  </a:cubicBezTo>
                  <a:cubicBezTo>
                    <a:pt x="96" y="31"/>
                    <a:pt x="87" y="22"/>
                    <a:pt x="75"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sp>
          <p:nvSpPr>
            <p:cNvPr id="104" name="Freeform 435"/>
            <p:cNvSpPr>
              <a:spLocks noEditPoints="1"/>
            </p:cNvSpPr>
            <p:nvPr/>
          </p:nvSpPr>
          <p:spPr bwMode="auto">
            <a:xfrm>
              <a:off x="4725" y="1820"/>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latin typeface="Aptos" panose="020B0004020202020204" pitchFamily="34" charset="0"/>
              </a:endParaRPr>
            </a:p>
          </p:txBody>
        </p:sp>
      </p:grpSp>
    </p:spTree>
    <p:extLst>
      <p:ext uri="{BB962C8B-B14F-4D97-AF65-F5344CB8AC3E}">
        <p14:creationId xmlns:p14="http://schemas.microsoft.com/office/powerpoint/2010/main" val="412088969"/>
      </p:ext>
    </p:extLst>
  </p:cSld>
  <p:clrMapOvr>
    <a:masterClrMapping/>
  </p:clrMapOvr>
  <p:transition>
    <p:fade/>
  </p:transition>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Animations</a:t>
            </a:r>
            <a:endParaRPr lang="en-GB" dirty="0"/>
          </a:p>
        </p:txBody>
      </p:sp>
      <p:sp>
        <p:nvSpPr>
          <p:cNvPr id="4" name="Rectangle 3">
            <a:extLst>
              <a:ext uri="{FF2B5EF4-FFF2-40B4-BE49-F238E27FC236}">
                <a16:creationId xmlns:a16="http://schemas.microsoft.com/office/drawing/2014/main" id="{6F79BC07-13CE-914D-DA11-4AF12BB5D8EF}"/>
              </a:ext>
            </a:extLst>
          </p:cNvPr>
          <p:cNvSpPr>
            <a:spLocks noChangeArrowheads="1"/>
          </p:cNvSpPr>
          <p:nvPr/>
        </p:nvSpPr>
        <p:spPr bwMode="auto">
          <a:xfrm>
            <a:off x="6432439" y="342900"/>
            <a:ext cx="3101163" cy="990599"/>
          </a:xfrm>
          <a:prstGeom prst="rect">
            <a:avLst/>
          </a:prstGeom>
          <a:solidFill>
            <a:schemeClr val="bg1"/>
          </a:solidFill>
          <a:ln w="6350" algn="ctr">
            <a:solidFill>
              <a:srgbClr val="00A3E0"/>
            </a:solidFill>
            <a:miter lim="800000"/>
            <a:headEnd/>
            <a:tailEnd/>
          </a:ln>
        </p:spPr>
        <p:txBody>
          <a:bodyPr tIns="91440" bIns="91440">
            <a:noAutofit/>
          </a:bodyPr>
          <a:lstStyle/>
          <a:p>
            <a:pPr>
              <a:defRPr/>
            </a:pPr>
            <a:r>
              <a:rPr lang="en-US" altLang="ja-JP" sz="1000" b="1" dirty="0">
                <a:solidFill>
                  <a:sysClr val="windowText" lastClr="000000"/>
                </a:solidFill>
                <a:latin typeface="Aptos" panose="020B0004020202020204" pitchFamily="34" charset="0"/>
                <a:ea typeface="ＭＳ Ｐゴシック" pitchFamily="50" charset="-128"/>
              </a:rPr>
              <a:t>Note:</a:t>
            </a:r>
          </a:p>
          <a:p>
            <a:pPr>
              <a:defRPr/>
            </a:pPr>
            <a:r>
              <a:rPr lang="en-US" sz="1000" dirty="0"/>
              <a:t>Animations can be viewed in Slide Show mode and edited in the Animation Pane under the Animations </a:t>
            </a:r>
            <a:br>
              <a:rPr lang="en-US" sz="1000" dirty="0"/>
            </a:br>
            <a:r>
              <a:rPr lang="en-US" sz="1000" dirty="0"/>
              <a:t>tab. </a:t>
            </a:r>
            <a:r>
              <a:rPr lang="en-US" altLang="ja-JP" sz="1000" dirty="0">
                <a:solidFill>
                  <a:sysClr val="windowText" lastClr="000000"/>
                </a:solidFill>
                <a:ea typeface="ＭＳ Ｐゴシック" pitchFamily="50" charset="-128"/>
              </a:rPr>
              <a:t>If you need animation assistance, please contact </a:t>
            </a:r>
            <a:r>
              <a:rPr lang="en-US" altLang="ja-JP" sz="1000" dirty="0">
                <a:solidFill>
                  <a:sysClr val="windowText" lastClr="000000"/>
                </a:solidFill>
                <a:latin typeface="Aptos" panose="020B0004020202020204" pitchFamily="34" charset="0"/>
                <a:ea typeface="ＭＳ Ｐゴシック" pitchFamily="50" charset="-128"/>
                <a:hlinkClick r:id="rId2"/>
              </a:rPr>
              <a:t>CoRe Creative Services</a:t>
            </a:r>
            <a:r>
              <a:rPr lang="en-US" altLang="ja-JP" sz="1000" dirty="0">
                <a:solidFill>
                  <a:sysClr val="windowText" lastClr="000000"/>
                </a:solidFill>
                <a:latin typeface="Aptos" panose="020B0004020202020204" pitchFamily="34" charset="0"/>
                <a:ea typeface="ＭＳ Ｐゴシック" pitchFamily="50" charset="-128"/>
              </a:rPr>
              <a:t>.</a:t>
            </a:r>
          </a:p>
        </p:txBody>
      </p:sp>
    </p:spTree>
    <p:extLst>
      <p:ext uri="{BB962C8B-B14F-4D97-AF65-F5344CB8AC3E}">
        <p14:creationId xmlns:p14="http://schemas.microsoft.com/office/powerpoint/2010/main" val="3484516751"/>
      </p:ext>
    </p:extLst>
  </p:cSld>
  <p:clrMapOvr>
    <a:masterClrMapping/>
  </p:clrMapOvr>
  <p:transition>
    <p:fade/>
  </p:transition>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rc 36">
            <a:extLst>
              <a:ext uri="{FF2B5EF4-FFF2-40B4-BE49-F238E27FC236}">
                <a16:creationId xmlns:a16="http://schemas.microsoft.com/office/drawing/2014/main" id="{3B27D4D6-F06F-4941-9B1D-99559099373C}"/>
              </a:ext>
            </a:extLst>
          </p:cNvPr>
          <p:cNvSpPr/>
          <p:nvPr/>
        </p:nvSpPr>
        <p:spPr>
          <a:xfrm flipH="1">
            <a:off x="3522599" y="2563829"/>
            <a:ext cx="2801102" cy="2801102"/>
          </a:xfrm>
          <a:prstGeom prst="arc">
            <a:avLst>
              <a:gd name="adj1" fmla="val 16812435"/>
              <a:gd name="adj2" fmla="val 12607217"/>
            </a:avLst>
          </a:prstGeom>
          <a:ln w="25400" cap="rnd">
            <a:solidFill>
              <a:schemeClr val="bg1"/>
            </a:solidFill>
            <a:prstDash val="sysDot"/>
            <a:headEnd type="non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latin typeface="Aptos" panose="020B0004020202020204" pitchFamily="34" charset="0"/>
            </a:endParaRPr>
          </a:p>
        </p:txBody>
      </p:sp>
      <p:grpSp>
        <p:nvGrpSpPr>
          <p:cNvPr id="5" name="Group 4">
            <a:extLst>
              <a:ext uri="{FF2B5EF4-FFF2-40B4-BE49-F238E27FC236}">
                <a16:creationId xmlns:a16="http://schemas.microsoft.com/office/drawing/2014/main" id="{85053A7D-0893-4FA0-83D5-284935C240D8}"/>
              </a:ext>
            </a:extLst>
          </p:cNvPr>
          <p:cNvGrpSpPr/>
          <p:nvPr/>
        </p:nvGrpSpPr>
        <p:grpSpPr>
          <a:xfrm>
            <a:off x="3566602" y="2614185"/>
            <a:ext cx="2714071" cy="2714071"/>
            <a:chOff x="-2633284" y="955170"/>
            <a:chExt cx="3674434" cy="3674434"/>
          </a:xfrm>
        </p:grpSpPr>
        <p:sp>
          <p:nvSpPr>
            <p:cNvPr id="14" name="Oval 13">
              <a:extLst>
                <a:ext uri="{FF2B5EF4-FFF2-40B4-BE49-F238E27FC236}">
                  <a16:creationId xmlns:a16="http://schemas.microsoft.com/office/drawing/2014/main" id="{0CE2C832-D59F-44DD-BDE0-C7857C106B53}"/>
                </a:ext>
              </a:extLst>
            </p:cNvPr>
            <p:cNvSpPr/>
            <p:nvPr/>
          </p:nvSpPr>
          <p:spPr bwMode="gray">
            <a:xfrm>
              <a:off x="-2633284" y="955170"/>
              <a:ext cx="3674434" cy="3674434"/>
            </a:xfrm>
            <a:prstGeom prst="ellipse">
              <a:avLst/>
            </a:prstGeom>
            <a:solidFill>
              <a:schemeClr val="accent3">
                <a:lumMod val="75000"/>
                <a:alpha val="3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000" b="1" dirty="0">
                <a:solidFill>
                  <a:schemeClr val="bg1"/>
                </a:solidFill>
                <a:latin typeface="Aptos" panose="020B0004020202020204" pitchFamily="34" charset="0"/>
              </a:endParaRPr>
            </a:p>
          </p:txBody>
        </p:sp>
        <p:sp>
          <p:nvSpPr>
            <p:cNvPr id="6" name="Oval 5">
              <a:extLst>
                <a:ext uri="{FF2B5EF4-FFF2-40B4-BE49-F238E27FC236}">
                  <a16:creationId xmlns:a16="http://schemas.microsoft.com/office/drawing/2014/main" id="{7677C067-F953-407E-A85D-174799984A63}"/>
                </a:ext>
              </a:extLst>
            </p:cNvPr>
            <p:cNvSpPr/>
            <p:nvPr/>
          </p:nvSpPr>
          <p:spPr bwMode="gray">
            <a:xfrm>
              <a:off x="-2471749" y="1112934"/>
              <a:ext cx="3340395" cy="3340395"/>
            </a:xfrm>
            <a:prstGeom prst="ellipse">
              <a:avLst/>
            </a:prstGeom>
            <a:solidFill>
              <a:schemeClr val="accent3">
                <a:lumMod val="75000"/>
                <a:alpha val="3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000" b="1" dirty="0">
                <a:solidFill>
                  <a:schemeClr val="bg1"/>
                </a:solidFill>
                <a:latin typeface="Aptos" panose="020B0004020202020204" pitchFamily="34" charset="0"/>
              </a:endParaRPr>
            </a:p>
          </p:txBody>
        </p:sp>
        <p:sp>
          <p:nvSpPr>
            <p:cNvPr id="12" name="Oval 11">
              <a:extLst>
                <a:ext uri="{FF2B5EF4-FFF2-40B4-BE49-F238E27FC236}">
                  <a16:creationId xmlns:a16="http://schemas.microsoft.com/office/drawing/2014/main" id="{06740C1A-0E95-4951-B5B8-844414A4D899}"/>
                </a:ext>
              </a:extLst>
            </p:cNvPr>
            <p:cNvSpPr/>
            <p:nvPr/>
          </p:nvSpPr>
          <p:spPr bwMode="gray">
            <a:xfrm>
              <a:off x="-2314428" y="1244202"/>
              <a:ext cx="3036722" cy="3036722"/>
            </a:xfrm>
            <a:prstGeom prst="ellipse">
              <a:avLst/>
            </a:prstGeom>
            <a:solidFill>
              <a:schemeClr val="accent3">
                <a:lumMod val="75000"/>
                <a:alpha val="3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000" b="1" dirty="0">
                <a:solidFill>
                  <a:schemeClr val="bg1"/>
                </a:solidFill>
                <a:latin typeface="Aptos" panose="020B0004020202020204" pitchFamily="34" charset="0"/>
              </a:endParaRPr>
            </a:p>
          </p:txBody>
        </p:sp>
        <p:sp>
          <p:nvSpPr>
            <p:cNvPr id="7" name="Oval 6">
              <a:extLst>
                <a:ext uri="{FF2B5EF4-FFF2-40B4-BE49-F238E27FC236}">
                  <a16:creationId xmlns:a16="http://schemas.microsoft.com/office/drawing/2014/main" id="{60C773DD-9BE7-4FD8-ADE8-9249676B4DAC}"/>
                </a:ext>
              </a:extLst>
            </p:cNvPr>
            <p:cNvSpPr/>
            <p:nvPr/>
          </p:nvSpPr>
          <p:spPr bwMode="gray">
            <a:xfrm>
              <a:off x="-2176395" y="1412059"/>
              <a:ext cx="2760657" cy="2760657"/>
            </a:xfrm>
            <a:prstGeom prst="ellipse">
              <a:avLst/>
            </a:prstGeom>
            <a:solidFill>
              <a:schemeClr val="tx1">
                <a:alpha val="2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000" b="1" dirty="0">
                <a:solidFill>
                  <a:schemeClr val="bg1"/>
                </a:solidFill>
                <a:latin typeface="Aptos" panose="020B0004020202020204" pitchFamily="34" charset="0"/>
              </a:endParaRPr>
            </a:p>
          </p:txBody>
        </p:sp>
      </p:grpSp>
      <p:sp>
        <p:nvSpPr>
          <p:cNvPr id="84" name="Oval 83">
            <a:extLst>
              <a:ext uri="{FF2B5EF4-FFF2-40B4-BE49-F238E27FC236}">
                <a16:creationId xmlns:a16="http://schemas.microsoft.com/office/drawing/2014/main" id="{E9A7CF7B-1B48-4E88-AE48-37D5C1BF3114}"/>
              </a:ext>
            </a:extLst>
          </p:cNvPr>
          <p:cNvSpPr/>
          <p:nvPr/>
        </p:nvSpPr>
        <p:spPr>
          <a:xfrm>
            <a:off x="3997716" y="3025230"/>
            <a:ext cx="1859813" cy="18600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37140" tIns="18570" rIns="37140" bIns="18570" rtlCol="0" anchor="ctr"/>
          <a:lstStyle/>
          <a:p>
            <a:pPr algn="ctr"/>
            <a:endParaRPr lang="en-US" sz="1000">
              <a:latin typeface="Aptos" panose="020B0004020202020204" pitchFamily="34" charset="0"/>
            </a:endParaRPr>
          </a:p>
        </p:txBody>
      </p:sp>
      <p:sp>
        <p:nvSpPr>
          <p:cNvPr id="88" name="Partial Circle 87">
            <a:extLst>
              <a:ext uri="{FF2B5EF4-FFF2-40B4-BE49-F238E27FC236}">
                <a16:creationId xmlns:a16="http://schemas.microsoft.com/office/drawing/2014/main" id="{5BF78556-A3D6-4BD8-9881-C0F309B0C7E9}"/>
              </a:ext>
            </a:extLst>
          </p:cNvPr>
          <p:cNvSpPr>
            <a:spLocks noChangeAspect="1"/>
          </p:cNvSpPr>
          <p:nvPr/>
        </p:nvSpPr>
        <p:spPr>
          <a:xfrm>
            <a:off x="3279620" y="2307038"/>
            <a:ext cx="3296006" cy="3296436"/>
          </a:xfrm>
          <a:prstGeom prst="pie">
            <a:avLst>
              <a:gd name="adj1" fmla="val 1779985"/>
              <a:gd name="adj2" fmla="val 5352857"/>
            </a:avLst>
          </a:prstGeom>
          <a:solidFill>
            <a:srgbClr val="62B5E5">
              <a:alpha val="30000"/>
            </a:srgbClr>
          </a:solidFill>
          <a:ln w="12700">
            <a:solidFill>
              <a:srgbClr val="00A3E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a:solidFill>
                <a:schemeClr val="tx1"/>
              </a:solidFill>
              <a:latin typeface="Aptos" panose="020B0004020202020204" pitchFamily="34" charset="0"/>
            </a:endParaRPr>
          </a:p>
        </p:txBody>
      </p:sp>
      <p:sp>
        <p:nvSpPr>
          <p:cNvPr id="93" name="Partial Circle 92">
            <a:extLst>
              <a:ext uri="{FF2B5EF4-FFF2-40B4-BE49-F238E27FC236}">
                <a16:creationId xmlns:a16="http://schemas.microsoft.com/office/drawing/2014/main" id="{3FC62EA9-8AA2-47D6-B995-559CCF3F6063}"/>
              </a:ext>
            </a:extLst>
          </p:cNvPr>
          <p:cNvSpPr>
            <a:spLocks noChangeAspect="1"/>
          </p:cNvSpPr>
          <p:nvPr/>
        </p:nvSpPr>
        <p:spPr>
          <a:xfrm>
            <a:off x="3429439" y="2456876"/>
            <a:ext cx="2996369" cy="2996760"/>
          </a:xfrm>
          <a:prstGeom prst="pie">
            <a:avLst>
              <a:gd name="adj1" fmla="val 19763735"/>
              <a:gd name="adj2" fmla="val 1782084"/>
            </a:avLst>
          </a:prstGeom>
          <a:solidFill>
            <a:srgbClr val="62B5E5">
              <a:alpha val="30000"/>
            </a:srgbClr>
          </a:solidFill>
          <a:ln w="12700">
            <a:solidFill>
              <a:srgbClr val="62B5E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a:solidFill>
                <a:schemeClr val="tx1"/>
              </a:solidFill>
              <a:latin typeface="Aptos" panose="020B0004020202020204" pitchFamily="34" charset="0"/>
            </a:endParaRPr>
          </a:p>
        </p:txBody>
      </p:sp>
      <p:sp>
        <p:nvSpPr>
          <p:cNvPr id="96" name="Partial Circle 95">
            <a:extLst>
              <a:ext uri="{FF2B5EF4-FFF2-40B4-BE49-F238E27FC236}">
                <a16:creationId xmlns:a16="http://schemas.microsoft.com/office/drawing/2014/main" id="{3AACEA72-030A-4E2C-B217-1F47A9918647}"/>
              </a:ext>
            </a:extLst>
          </p:cNvPr>
          <p:cNvSpPr>
            <a:spLocks noChangeAspect="1"/>
          </p:cNvSpPr>
          <p:nvPr/>
        </p:nvSpPr>
        <p:spPr>
          <a:xfrm>
            <a:off x="3114817" y="2142218"/>
            <a:ext cx="3625607" cy="3626079"/>
          </a:xfrm>
          <a:prstGeom prst="pie">
            <a:avLst>
              <a:gd name="adj1" fmla="val 5348895"/>
              <a:gd name="adj2" fmla="val 8995523"/>
            </a:avLst>
          </a:prstGeom>
          <a:solidFill>
            <a:srgbClr val="00A3E0">
              <a:alpha val="30000"/>
            </a:srgbClr>
          </a:solidFill>
          <a:ln w="12700">
            <a:solidFill>
              <a:srgbClr val="00A3E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a:solidFill>
                <a:schemeClr val="tx1"/>
              </a:solidFill>
              <a:latin typeface="Aptos" panose="020B0004020202020204" pitchFamily="34" charset="0"/>
            </a:endParaRPr>
          </a:p>
        </p:txBody>
      </p:sp>
      <p:sp>
        <p:nvSpPr>
          <p:cNvPr id="100" name="Partial Circle 99">
            <a:extLst>
              <a:ext uri="{FF2B5EF4-FFF2-40B4-BE49-F238E27FC236}">
                <a16:creationId xmlns:a16="http://schemas.microsoft.com/office/drawing/2014/main" id="{E0B578E5-E062-4B79-9777-B8401C67BB61}"/>
              </a:ext>
            </a:extLst>
          </p:cNvPr>
          <p:cNvSpPr>
            <a:spLocks noChangeAspect="1"/>
          </p:cNvSpPr>
          <p:nvPr/>
        </p:nvSpPr>
        <p:spPr>
          <a:xfrm>
            <a:off x="2941391" y="1960912"/>
            <a:ext cx="3988168" cy="3988688"/>
          </a:xfrm>
          <a:prstGeom prst="pie">
            <a:avLst>
              <a:gd name="adj1" fmla="val 9010219"/>
              <a:gd name="adj2" fmla="val 12565274"/>
            </a:avLst>
          </a:prstGeom>
          <a:solidFill>
            <a:srgbClr val="0076A8">
              <a:alpha val="30000"/>
            </a:srgbClr>
          </a:solidFill>
          <a:ln w="12700">
            <a:solidFill>
              <a:srgbClr val="0076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a:solidFill>
                <a:schemeClr val="tx1"/>
              </a:solidFill>
              <a:latin typeface="Aptos" panose="020B0004020202020204" pitchFamily="34" charset="0"/>
            </a:endParaRPr>
          </a:p>
        </p:txBody>
      </p:sp>
      <p:sp>
        <p:nvSpPr>
          <p:cNvPr id="106" name="Partial Circle 105">
            <a:extLst>
              <a:ext uri="{FF2B5EF4-FFF2-40B4-BE49-F238E27FC236}">
                <a16:creationId xmlns:a16="http://schemas.microsoft.com/office/drawing/2014/main" id="{12E5E32B-6A3C-4C97-AE4F-456875F37A73}"/>
              </a:ext>
            </a:extLst>
          </p:cNvPr>
          <p:cNvSpPr>
            <a:spLocks noChangeAspect="1"/>
          </p:cNvSpPr>
          <p:nvPr/>
        </p:nvSpPr>
        <p:spPr>
          <a:xfrm>
            <a:off x="2781602" y="1808956"/>
            <a:ext cx="4292036" cy="4292597"/>
          </a:xfrm>
          <a:prstGeom prst="pie">
            <a:avLst>
              <a:gd name="adj1" fmla="val 12576914"/>
              <a:gd name="adj2" fmla="val 16200000"/>
            </a:avLst>
          </a:prstGeom>
          <a:solidFill>
            <a:srgbClr val="005587">
              <a:alpha val="30000"/>
            </a:srgbClr>
          </a:solidFill>
          <a:ln w="12700">
            <a:solidFill>
              <a:srgbClr val="0076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a:solidFill>
                <a:schemeClr val="tx1"/>
              </a:solidFill>
              <a:latin typeface="Aptos" panose="020B0004020202020204" pitchFamily="34" charset="0"/>
            </a:endParaRPr>
          </a:p>
        </p:txBody>
      </p:sp>
      <p:sp>
        <p:nvSpPr>
          <p:cNvPr id="117" name="Partial Circle 116">
            <a:extLst>
              <a:ext uri="{FF2B5EF4-FFF2-40B4-BE49-F238E27FC236}">
                <a16:creationId xmlns:a16="http://schemas.microsoft.com/office/drawing/2014/main" id="{81CDBBE3-60B1-4271-BEFF-BF5CD6C15C21}"/>
              </a:ext>
            </a:extLst>
          </p:cNvPr>
          <p:cNvSpPr>
            <a:spLocks noChangeAspect="1"/>
          </p:cNvSpPr>
          <p:nvPr/>
        </p:nvSpPr>
        <p:spPr>
          <a:xfrm>
            <a:off x="3565637" y="2593094"/>
            <a:ext cx="2723972" cy="2724327"/>
          </a:xfrm>
          <a:prstGeom prst="pie">
            <a:avLst>
              <a:gd name="adj1" fmla="val 16194588"/>
              <a:gd name="adj2" fmla="val 19760967"/>
            </a:avLst>
          </a:prstGeom>
          <a:solidFill>
            <a:srgbClr val="A0DCFF">
              <a:alpha val="30000"/>
            </a:srgbClr>
          </a:solidFill>
          <a:ln w="12700">
            <a:solidFill>
              <a:srgbClr val="A0DC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a:solidFill>
                <a:schemeClr val="tx1"/>
              </a:solidFill>
              <a:latin typeface="Aptos" panose="020B0004020202020204" pitchFamily="34" charset="0"/>
            </a:endParaRPr>
          </a:p>
        </p:txBody>
      </p:sp>
      <p:grpSp>
        <p:nvGrpSpPr>
          <p:cNvPr id="140" name="Group 139">
            <a:extLst>
              <a:ext uri="{FF2B5EF4-FFF2-40B4-BE49-F238E27FC236}">
                <a16:creationId xmlns:a16="http://schemas.microsoft.com/office/drawing/2014/main" id="{3F69D5F2-CB14-4FFF-BD17-05EDC1037410}"/>
              </a:ext>
            </a:extLst>
          </p:cNvPr>
          <p:cNvGrpSpPr/>
          <p:nvPr/>
        </p:nvGrpSpPr>
        <p:grpSpPr>
          <a:xfrm>
            <a:off x="3997716" y="3025230"/>
            <a:ext cx="1859813" cy="1860055"/>
            <a:chOff x="9675359" y="4339772"/>
            <a:chExt cx="5036457" cy="5036457"/>
          </a:xfrm>
        </p:grpSpPr>
        <p:sp>
          <p:nvSpPr>
            <p:cNvPr id="141" name="Oval 140">
              <a:extLst>
                <a:ext uri="{FF2B5EF4-FFF2-40B4-BE49-F238E27FC236}">
                  <a16:creationId xmlns:a16="http://schemas.microsoft.com/office/drawing/2014/main" id="{7BF00263-0B63-41FB-BA5D-66BBA49DD577}"/>
                </a:ext>
              </a:extLst>
            </p:cNvPr>
            <p:cNvSpPr/>
            <p:nvPr/>
          </p:nvSpPr>
          <p:spPr>
            <a:xfrm>
              <a:off x="9675359" y="4339772"/>
              <a:ext cx="5036457" cy="5036457"/>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a:latin typeface="Aptos" panose="020B0004020202020204" pitchFamily="34" charset="0"/>
              </a:endParaRPr>
            </a:p>
          </p:txBody>
        </p:sp>
        <p:sp>
          <p:nvSpPr>
            <p:cNvPr id="143" name="Isosceles Triangle 142">
              <a:extLst>
                <a:ext uri="{FF2B5EF4-FFF2-40B4-BE49-F238E27FC236}">
                  <a16:creationId xmlns:a16="http://schemas.microsoft.com/office/drawing/2014/main" id="{4035D548-93C3-417C-936F-1759702B38D8}"/>
                </a:ext>
              </a:extLst>
            </p:cNvPr>
            <p:cNvSpPr/>
            <p:nvPr/>
          </p:nvSpPr>
          <p:spPr>
            <a:xfrm rot="5400000">
              <a:off x="13198954" y="5759606"/>
              <a:ext cx="228600" cy="2196787"/>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a:latin typeface="Aptos" panose="020B0004020202020204" pitchFamily="34" charset="0"/>
              </a:endParaRPr>
            </a:p>
          </p:txBody>
        </p:sp>
      </p:grpSp>
      <p:grpSp>
        <p:nvGrpSpPr>
          <p:cNvPr id="156" name="Group 155">
            <a:extLst>
              <a:ext uri="{FF2B5EF4-FFF2-40B4-BE49-F238E27FC236}">
                <a16:creationId xmlns:a16="http://schemas.microsoft.com/office/drawing/2014/main" id="{97C68F89-0A9E-41CC-A9FF-14AA36D273B7}"/>
              </a:ext>
            </a:extLst>
          </p:cNvPr>
          <p:cNvGrpSpPr/>
          <p:nvPr/>
        </p:nvGrpSpPr>
        <p:grpSpPr>
          <a:xfrm>
            <a:off x="3997716" y="3025230"/>
            <a:ext cx="1859813" cy="1860055"/>
            <a:chOff x="9675359" y="4339772"/>
            <a:chExt cx="5036457" cy="5036457"/>
          </a:xfrm>
        </p:grpSpPr>
        <p:sp>
          <p:nvSpPr>
            <p:cNvPr id="158" name="Oval 157">
              <a:extLst>
                <a:ext uri="{FF2B5EF4-FFF2-40B4-BE49-F238E27FC236}">
                  <a16:creationId xmlns:a16="http://schemas.microsoft.com/office/drawing/2014/main" id="{F62B2B34-FFA3-4D31-8878-284FD1A6FFB0}"/>
                </a:ext>
              </a:extLst>
            </p:cNvPr>
            <p:cNvSpPr/>
            <p:nvPr/>
          </p:nvSpPr>
          <p:spPr>
            <a:xfrm>
              <a:off x="9675359" y="4339772"/>
              <a:ext cx="5036457" cy="5036457"/>
            </a:xfrm>
            <a:prstGeom prst="ellipse">
              <a:avLst/>
            </a:prstGeom>
            <a:noFill/>
            <a:ln w="111125">
              <a:solidFill>
                <a:schemeClr val="bg1">
                  <a:alpha val="1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a:latin typeface="Aptos" panose="020B0004020202020204" pitchFamily="34" charset="0"/>
              </a:endParaRPr>
            </a:p>
          </p:txBody>
        </p:sp>
        <p:sp>
          <p:nvSpPr>
            <p:cNvPr id="160" name="Isosceles Triangle 159">
              <a:extLst>
                <a:ext uri="{FF2B5EF4-FFF2-40B4-BE49-F238E27FC236}">
                  <a16:creationId xmlns:a16="http://schemas.microsoft.com/office/drawing/2014/main" id="{B1AE520E-B431-4956-B67E-3B749F0B6283}"/>
                </a:ext>
              </a:extLst>
            </p:cNvPr>
            <p:cNvSpPr/>
            <p:nvPr/>
          </p:nvSpPr>
          <p:spPr>
            <a:xfrm>
              <a:off x="12079287" y="5402432"/>
              <a:ext cx="228600" cy="1290468"/>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a:latin typeface="Aptos" panose="020B0004020202020204" pitchFamily="34" charset="0"/>
              </a:endParaRPr>
            </a:p>
          </p:txBody>
        </p:sp>
      </p:grpSp>
      <p:sp>
        <p:nvSpPr>
          <p:cNvPr id="161" name="Freeform 5">
            <a:extLst>
              <a:ext uri="{FF2B5EF4-FFF2-40B4-BE49-F238E27FC236}">
                <a16:creationId xmlns:a16="http://schemas.microsoft.com/office/drawing/2014/main" id="{67C701EF-80BC-4C73-9CD2-CC0DD0AFE68C}"/>
              </a:ext>
            </a:extLst>
          </p:cNvPr>
          <p:cNvSpPr>
            <a:spLocks noEditPoints="1"/>
          </p:cNvSpPr>
          <p:nvPr/>
        </p:nvSpPr>
        <p:spPr bwMode="auto">
          <a:xfrm>
            <a:off x="3837845" y="2864751"/>
            <a:ext cx="2179552" cy="2181008"/>
          </a:xfrm>
          <a:custGeom>
            <a:avLst/>
            <a:gdLst>
              <a:gd name="T0" fmla="*/ 293 w 585"/>
              <a:gd name="T1" fmla="*/ 0 h 585"/>
              <a:gd name="T2" fmla="*/ 0 w 585"/>
              <a:gd name="T3" fmla="*/ 292 h 585"/>
              <a:gd name="T4" fmla="*/ 293 w 585"/>
              <a:gd name="T5" fmla="*/ 585 h 585"/>
              <a:gd name="T6" fmla="*/ 585 w 585"/>
              <a:gd name="T7" fmla="*/ 292 h 585"/>
              <a:gd name="T8" fmla="*/ 293 w 585"/>
              <a:gd name="T9" fmla="*/ 0 h 585"/>
              <a:gd name="T10" fmla="*/ 429 w 585"/>
              <a:gd name="T11" fmla="*/ 519 h 585"/>
              <a:gd name="T12" fmla="*/ 411 w 585"/>
              <a:gd name="T13" fmla="*/ 498 h 585"/>
              <a:gd name="T14" fmla="*/ 421 w 585"/>
              <a:gd name="T15" fmla="*/ 524 h 585"/>
              <a:gd name="T16" fmla="*/ 297 w 585"/>
              <a:gd name="T17" fmla="*/ 557 h 585"/>
              <a:gd name="T18" fmla="*/ 293 w 585"/>
              <a:gd name="T19" fmla="*/ 529 h 585"/>
              <a:gd name="T20" fmla="*/ 288 w 585"/>
              <a:gd name="T21" fmla="*/ 557 h 585"/>
              <a:gd name="T22" fmla="*/ 164 w 585"/>
              <a:gd name="T23" fmla="*/ 524 h 585"/>
              <a:gd name="T24" fmla="*/ 174 w 585"/>
              <a:gd name="T25" fmla="*/ 498 h 585"/>
              <a:gd name="T26" fmla="*/ 156 w 585"/>
              <a:gd name="T27" fmla="*/ 519 h 585"/>
              <a:gd name="T28" fmla="*/ 66 w 585"/>
              <a:gd name="T29" fmla="*/ 429 h 585"/>
              <a:gd name="T30" fmla="*/ 88 w 585"/>
              <a:gd name="T31" fmla="*/ 411 h 585"/>
              <a:gd name="T32" fmla="*/ 61 w 585"/>
              <a:gd name="T33" fmla="*/ 421 h 585"/>
              <a:gd name="T34" fmla="*/ 28 w 585"/>
              <a:gd name="T35" fmla="*/ 297 h 585"/>
              <a:gd name="T36" fmla="*/ 56 w 585"/>
              <a:gd name="T37" fmla="*/ 292 h 585"/>
              <a:gd name="T38" fmla="*/ 28 w 585"/>
              <a:gd name="T39" fmla="*/ 288 h 585"/>
              <a:gd name="T40" fmla="*/ 61 w 585"/>
              <a:gd name="T41" fmla="*/ 164 h 585"/>
              <a:gd name="T42" fmla="*/ 88 w 585"/>
              <a:gd name="T43" fmla="*/ 174 h 585"/>
              <a:gd name="T44" fmla="*/ 66 w 585"/>
              <a:gd name="T45" fmla="*/ 156 h 585"/>
              <a:gd name="T46" fmla="*/ 156 w 585"/>
              <a:gd name="T47" fmla="*/ 66 h 585"/>
              <a:gd name="T48" fmla="*/ 174 w 585"/>
              <a:gd name="T49" fmla="*/ 87 h 585"/>
              <a:gd name="T50" fmla="*/ 164 w 585"/>
              <a:gd name="T51" fmla="*/ 61 h 585"/>
              <a:gd name="T52" fmla="*/ 288 w 585"/>
              <a:gd name="T53" fmla="*/ 28 h 585"/>
              <a:gd name="T54" fmla="*/ 293 w 585"/>
              <a:gd name="T55" fmla="*/ 56 h 585"/>
              <a:gd name="T56" fmla="*/ 297 w 585"/>
              <a:gd name="T57" fmla="*/ 28 h 585"/>
              <a:gd name="T58" fmla="*/ 421 w 585"/>
              <a:gd name="T59" fmla="*/ 61 h 585"/>
              <a:gd name="T60" fmla="*/ 411 w 585"/>
              <a:gd name="T61" fmla="*/ 87 h 585"/>
              <a:gd name="T62" fmla="*/ 429 w 585"/>
              <a:gd name="T63" fmla="*/ 66 h 585"/>
              <a:gd name="T64" fmla="*/ 520 w 585"/>
              <a:gd name="T65" fmla="*/ 156 h 585"/>
              <a:gd name="T66" fmla="*/ 498 w 585"/>
              <a:gd name="T67" fmla="*/ 174 h 585"/>
              <a:gd name="T68" fmla="*/ 524 w 585"/>
              <a:gd name="T69" fmla="*/ 164 h 585"/>
              <a:gd name="T70" fmla="*/ 557 w 585"/>
              <a:gd name="T71" fmla="*/ 288 h 585"/>
              <a:gd name="T72" fmla="*/ 530 w 585"/>
              <a:gd name="T73" fmla="*/ 292 h 585"/>
              <a:gd name="T74" fmla="*/ 557 w 585"/>
              <a:gd name="T75" fmla="*/ 297 h 585"/>
              <a:gd name="T76" fmla="*/ 524 w 585"/>
              <a:gd name="T77" fmla="*/ 421 h 585"/>
              <a:gd name="T78" fmla="*/ 498 w 585"/>
              <a:gd name="T79" fmla="*/ 411 h 585"/>
              <a:gd name="T80" fmla="*/ 520 w 585"/>
              <a:gd name="T81" fmla="*/ 429 h 585"/>
              <a:gd name="T82" fmla="*/ 429 w 585"/>
              <a:gd name="T83" fmla="*/ 519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5" h="585">
                <a:moveTo>
                  <a:pt x="293" y="0"/>
                </a:moveTo>
                <a:cubicBezTo>
                  <a:pt x="131" y="0"/>
                  <a:pt x="0" y="131"/>
                  <a:pt x="0" y="292"/>
                </a:cubicBezTo>
                <a:cubicBezTo>
                  <a:pt x="0" y="454"/>
                  <a:pt x="131" y="585"/>
                  <a:pt x="293" y="585"/>
                </a:cubicBezTo>
                <a:cubicBezTo>
                  <a:pt x="454" y="585"/>
                  <a:pt x="585" y="454"/>
                  <a:pt x="585" y="292"/>
                </a:cubicBezTo>
                <a:cubicBezTo>
                  <a:pt x="585" y="131"/>
                  <a:pt x="454" y="0"/>
                  <a:pt x="293" y="0"/>
                </a:cubicBezTo>
                <a:close/>
                <a:moveTo>
                  <a:pt x="429" y="519"/>
                </a:moveTo>
                <a:cubicBezTo>
                  <a:pt x="411" y="498"/>
                  <a:pt x="411" y="498"/>
                  <a:pt x="411" y="498"/>
                </a:cubicBezTo>
                <a:cubicBezTo>
                  <a:pt x="421" y="524"/>
                  <a:pt x="421" y="524"/>
                  <a:pt x="421" y="524"/>
                </a:cubicBezTo>
                <a:cubicBezTo>
                  <a:pt x="384" y="544"/>
                  <a:pt x="342" y="556"/>
                  <a:pt x="297" y="557"/>
                </a:cubicBezTo>
                <a:cubicBezTo>
                  <a:pt x="293" y="529"/>
                  <a:pt x="293" y="529"/>
                  <a:pt x="293" y="529"/>
                </a:cubicBezTo>
                <a:cubicBezTo>
                  <a:pt x="288" y="557"/>
                  <a:pt x="288" y="557"/>
                  <a:pt x="288" y="557"/>
                </a:cubicBezTo>
                <a:cubicBezTo>
                  <a:pt x="243" y="556"/>
                  <a:pt x="201" y="544"/>
                  <a:pt x="164" y="524"/>
                </a:cubicBezTo>
                <a:cubicBezTo>
                  <a:pt x="174" y="498"/>
                  <a:pt x="174" y="498"/>
                  <a:pt x="174" y="498"/>
                </a:cubicBezTo>
                <a:cubicBezTo>
                  <a:pt x="156" y="519"/>
                  <a:pt x="156" y="519"/>
                  <a:pt x="156" y="519"/>
                </a:cubicBezTo>
                <a:cubicBezTo>
                  <a:pt x="119" y="497"/>
                  <a:pt x="88" y="466"/>
                  <a:pt x="66" y="429"/>
                </a:cubicBezTo>
                <a:cubicBezTo>
                  <a:pt x="88" y="411"/>
                  <a:pt x="88" y="411"/>
                  <a:pt x="88" y="411"/>
                </a:cubicBezTo>
                <a:cubicBezTo>
                  <a:pt x="61" y="421"/>
                  <a:pt x="61" y="421"/>
                  <a:pt x="61" y="421"/>
                </a:cubicBezTo>
                <a:cubicBezTo>
                  <a:pt x="41" y="384"/>
                  <a:pt x="29" y="342"/>
                  <a:pt x="28" y="297"/>
                </a:cubicBezTo>
                <a:cubicBezTo>
                  <a:pt x="56" y="292"/>
                  <a:pt x="56" y="292"/>
                  <a:pt x="56" y="292"/>
                </a:cubicBezTo>
                <a:cubicBezTo>
                  <a:pt x="28" y="288"/>
                  <a:pt x="28" y="288"/>
                  <a:pt x="28" y="288"/>
                </a:cubicBezTo>
                <a:cubicBezTo>
                  <a:pt x="29" y="243"/>
                  <a:pt x="41" y="201"/>
                  <a:pt x="61" y="164"/>
                </a:cubicBezTo>
                <a:cubicBezTo>
                  <a:pt x="88" y="174"/>
                  <a:pt x="88" y="174"/>
                  <a:pt x="88" y="174"/>
                </a:cubicBezTo>
                <a:cubicBezTo>
                  <a:pt x="66" y="156"/>
                  <a:pt x="66" y="156"/>
                  <a:pt x="66" y="156"/>
                </a:cubicBezTo>
                <a:cubicBezTo>
                  <a:pt x="88" y="119"/>
                  <a:pt x="119" y="88"/>
                  <a:pt x="156" y="66"/>
                </a:cubicBezTo>
                <a:cubicBezTo>
                  <a:pt x="174" y="87"/>
                  <a:pt x="174" y="87"/>
                  <a:pt x="174" y="87"/>
                </a:cubicBezTo>
                <a:cubicBezTo>
                  <a:pt x="164" y="61"/>
                  <a:pt x="164" y="61"/>
                  <a:pt x="164" y="61"/>
                </a:cubicBezTo>
                <a:cubicBezTo>
                  <a:pt x="201" y="40"/>
                  <a:pt x="243" y="29"/>
                  <a:pt x="288" y="28"/>
                </a:cubicBezTo>
                <a:cubicBezTo>
                  <a:pt x="293" y="56"/>
                  <a:pt x="293" y="56"/>
                  <a:pt x="293" y="56"/>
                </a:cubicBezTo>
                <a:cubicBezTo>
                  <a:pt x="297" y="28"/>
                  <a:pt x="297" y="28"/>
                  <a:pt x="297" y="28"/>
                </a:cubicBezTo>
                <a:cubicBezTo>
                  <a:pt x="342" y="29"/>
                  <a:pt x="384" y="40"/>
                  <a:pt x="421" y="61"/>
                </a:cubicBezTo>
                <a:cubicBezTo>
                  <a:pt x="411" y="87"/>
                  <a:pt x="411" y="87"/>
                  <a:pt x="411" y="87"/>
                </a:cubicBezTo>
                <a:cubicBezTo>
                  <a:pt x="429" y="66"/>
                  <a:pt x="429" y="66"/>
                  <a:pt x="429" y="66"/>
                </a:cubicBezTo>
                <a:cubicBezTo>
                  <a:pt x="466" y="88"/>
                  <a:pt x="497" y="119"/>
                  <a:pt x="520" y="156"/>
                </a:cubicBezTo>
                <a:cubicBezTo>
                  <a:pt x="498" y="174"/>
                  <a:pt x="498" y="174"/>
                  <a:pt x="498" y="174"/>
                </a:cubicBezTo>
                <a:cubicBezTo>
                  <a:pt x="524" y="164"/>
                  <a:pt x="524" y="164"/>
                  <a:pt x="524" y="164"/>
                </a:cubicBezTo>
                <a:cubicBezTo>
                  <a:pt x="545" y="201"/>
                  <a:pt x="557" y="243"/>
                  <a:pt x="557" y="288"/>
                </a:cubicBezTo>
                <a:cubicBezTo>
                  <a:pt x="530" y="292"/>
                  <a:pt x="530" y="292"/>
                  <a:pt x="530" y="292"/>
                </a:cubicBezTo>
                <a:cubicBezTo>
                  <a:pt x="557" y="297"/>
                  <a:pt x="557" y="297"/>
                  <a:pt x="557" y="297"/>
                </a:cubicBezTo>
                <a:cubicBezTo>
                  <a:pt x="557" y="342"/>
                  <a:pt x="545" y="384"/>
                  <a:pt x="524" y="421"/>
                </a:cubicBezTo>
                <a:cubicBezTo>
                  <a:pt x="498" y="411"/>
                  <a:pt x="498" y="411"/>
                  <a:pt x="498" y="411"/>
                </a:cubicBezTo>
                <a:cubicBezTo>
                  <a:pt x="520" y="429"/>
                  <a:pt x="520" y="429"/>
                  <a:pt x="520" y="429"/>
                </a:cubicBezTo>
                <a:cubicBezTo>
                  <a:pt x="497" y="466"/>
                  <a:pt x="466" y="497"/>
                  <a:pt x="429" y="519"/>
                </a:cubicBezTo>
                <a:close/>
              </a:path>
            </a:pathLst>
          </a:custGeom>
          <a:solidFill>
            <a:schemeClr val="accent1"/>
          </a:solidFill>
          <a:ln>
            <a:noFill/>
          </a:ln>
          <a:effectLst>
            <a:outerShdw blurRad="1092200" sx="102000" sy="102000" algn="ctr" rotWithShape="0">
              <a:prstClr val="black">
                <a:alpha val="40000"/>
              </a:prstClr>
            </a:outerShdw>
          </a:effectLst>
        </p:spPr>
        <p:txBody>
          <a:bodyPr vert="horz" wrap="square" lIns="37140" tIns="18570" rIns="37140" bIns="18570" numCol="1" anchor="t" anchorCtr="0" compatLnSpc="1">
            <a:prstTxWarp prst="textNoShape">
              <a:avLst/>
            </a:prstTxWarp>
          </a:bodyPr>
          <a:lstStyle/>
          <a:p>
            <a:endParaRPr lang="en-US" sz="1000">
              <a:latin typeface="Aptos" panose="020B0004020202020204" pitchFamily="34" charset="0"/>
            </a:endParaRPr>
          </a:p>
        </p:txBody>
      </p:sp>
      <p:sp>
        <p:nvSpPr>
          <p:cNvPr id="164" name="Oval 163">
            <a:extLst>
              <a:ext uri="{FF2B5EF4-FFF2-40B4-BE49-F238E27FC236}">
                <a16:creationId xmlns:a16="http://schemas.microsoft.com/office/drawing/2014/main" id="{82C740A5-554D-4542-8107-2191AED5CF42}"/>
              </a:ext>
            </a:extLst>
          </p:cNvPr>
          <p:cNvSpPr/>
          <p:nvPr/>
        </p:nvSpPr>
        <p:spPr>
          <a:xfrm>
            <a:off x="4836294" y="3863919"/>
            <a:ext cx="182659" cy="182683"/>
          </a:xfrm>
          <a:prstGeom prst="ellipse">
            <a:avLst/>
          </a:prstGeom>
          <a:solidFill>
            <a:schemeClr val="bg1"/>
          </a:solidFill>
          <a:ln w="92075">
            <a:noFill/>
          </a:ln>
          <a:effectLst>
            <a:outerShdw blurRad="2413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7140" tIns="18570" rIns="37140" bIns="18570" rtlCol="0" anchor="ctr"/>
          <a:lstStyle/>
          <a:p>
            <a:pPr algn="ctr"/>
            <a:endParaRPr lang="en-US" sz="1000">
              <a:latin typeface="Aptos" panose="020B0004020202020204" pitchFamily="34" charset="0"/>
            </a:endParaRPr>
          </a:p>
        </p:txBody>
      </p:sp>
      <p:cxnSp>
        <p:nvCxnSpPr>
          <p:cNvPr id="55" name="Straight Connector 54">
            <a:extLst>
              <a:ext uri="{FF2B5EF4-FFF2-40B4-BE49-F238E27FC236}">
                <a16:creationId xmlns:a16="http://schemas.microsoft.com/office/drawing/2014/main" id="{ECA588F2-1467-41BC-BCBB-980CDF1C4264}"/>
              </a:ext>
            </a:extLst>
          </p:cNvPr>
          <p:cNvCxnSpPr>
            <a:cxnSpLocks/>
            <a:endCxn id="56" idx="1"/>
          </p:cNvCxnSpPr>
          <p:nvPr/>
        </p:nvCxnSpPr>
        <p:spPr>
          <a:xfrm flipV="1">
            <a:off x="5535635" y="1592867"/>
            <a:ext cx="1669913" cy="1155146"/>
          </a:xfrm>
          <a:prstGeom prst="bentConnector3">
            <a:avLst>
              <a:gd name="adj1" fmla="val 50000"/>
            </a:avLst>
          </a:prstGeom>
          <a:ln>
            <a:solidFill>
              <a:srgbClr val="A0DCFF"/>
            </a:solidFill>
            <a:tailEnd type="oval"/>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216BAB7D-8CF0-4958-B853-3BBBF39F2993}"/>
              </a:ext>
            </a:extLst>
          </p:cNvPr>
          <p:cNvSpPr txBox="1"/>
          <p:nvPr/>
        </p:nvSpPr>
        <p:spPr>
          <a:xfrm>
            <a:off x="7205548" y="1291634"/>
            <a:ext cx="2189835" cy="602466"/>
          </a:xfrm>
          <a:prstGeom prst="rect">
            <a:avLst/>
          </a:prstGeom>
          <a:noFill/>
        </p:spPr>
        <p:txBody>
          <a:bodyPr wrap="square" lIns="148590" tIns="18570" rIns="37140" bIns="18570" rtlCol="0">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57" name="TextBox 56">
            <a:extLst>
              <a:ext uri="{FF2B5EF4-FFF2-40B4-BE49-F238E27FC236}">
                <a16:creationId xmlns:a16="http://schemas.microsoft.com/office/drawing/2014/main" id="{9B9F4C6E-BDA3-48BB-9C55-A9875CB08913}"/>
              </a:ext>
            </a:extLst>
          </p:cNvPr>
          <p:cNvSpPr txBox="1"/>
          <p:nvPr/>
        </p:nvSpPr>
        <p:spPr>
          <a:xfrm>
            <a:off x="7205548" y="2722562"/>
            <a:ext cx="2321889" cy="602466"/>
          </a:xfrm>
          <a:prstGeom prst="rect">
            <a:avLst/>
          </a:prstGeom>
          <a:noFill/>
        </p:spPr>
        <p:txBody>
          <a:bodyPr wrap="square" lIns="148590" tIns="18570" rIns="37140" bIns="18570" rtlCol="0">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58" name="TextBox 57">
            <a:extLst>
              <a:ext uri="{FF2B5EF4-FFF2-40B4-BE49-F238E27FC236}">
                <a16:creationId xmlns:a16="http://schemas.microsoft.com/office/drawing/2014/main" id="{56F36C14-09EB-4848-88F3-795816C1804E}"/>
              </a:ext>
            </a:extLst>
          </p:cNvPr>
          <p:cNvSpPr txBox="1"/>
          <p:nvPr/>
        </p:nvSpPr>
        <p:spPr>
          <a:xfrm>
            <a:off x="7120223" y="4823541"/>
            <a:ext cx="2407216" cy="602466"/>
          </a:xfrm>
          <a:prstGeom prst="rect">
            <a:avLst/>
          </a:prstGeom>
          <a:noFill/>
        </p:spPr>
        <p:txBody>
          <a:bodyPr wrap="square" lIns="148590" tIns="18570" rIns="37140" bIns="18570" rtlCol="0">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59" name="TextBox 58">
            <a:extLst>
              <a:ext uri="{FF2B5EF4-FFF2-40B4-BE49-F238E27FC236}">
                <a16:creationId xmlns:a16="http://schemas.microsoft.com/office/drawing/2014/main" id="{500C1451-A3AF-4B5C-9066-06646ABD8BFB}"/>
              </a:ext>
            </a:extLst>
          </p:cNvPr>
          <p:cNvSpPr txBox="1"/>
          <p:nvPr/>
        </p:nvSpPr>
        <p:spPr>
          <a:xfrm>
            <a:off x="330156" y="4823541"/>
            <a:ext cx="2290402" cy="602466"/>
          </a:xfrm>
          <a:prstGeom prst="rect">
            <a:avLst/>
          </a:prstGeom>
          <a:noFill/>
        </p:spPr>
        <p:txBody>
          <a:bodyPr wrap="square" lIns="37148" tIns="18570" rIns="148590" bIns="18570" rtlCol="0">
            <a:spAutoFit/>
          </a:bodyPr>
          <a:lstStyle/>
          <a:p>
            <a:pPr algn="r">
              <a:spcAft>
                <a:spcPts val="244"/>
              </a:spcAft>
            </a:pPr>
            <a:r>
              <a:rPr lang="en-US" sz="1000" b="1" dirty="0">
                <a:solidFill>
                  <a:srgbClr val="00A3E0"/>
                </a:solidFill>
                <a:latin typeface="Aptos" panose="020B0004020202020204" pitchFamily="34" charset="0"/>
              </a:rPr>
              <a:t>Title</a:t>
            </a:r>
          </a:p>
          <a:p>
            <a:pPr algn="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60" name="TextBox 59">
            <a:extLst>
              <a:ext uri="{FF2B5EF4-FFF2-40B4-BE49-F238E27FC236}">
                <a16:creationId xmlns:a16="http://schemas.microsoft.com/office/drawing/2014/main" id="{94D5BAF8-6119-4C9E-BFD5-DD6728FE3494}"/>
              </a:ext>
            </a:extLst>
          </p:cNvPr>
          <p:cNvSpPr txBox="1"/>
          <p:nvPr/>
        </p:nvSpPr>
        <p:spPr>
          <a:xfrm>
            <a:off x="330156" y="2997634"/>
            <a:ext cx="2189835" cy="602466"/>
          </a:xfrm>
          <a:prstGeom prst="rect">
            <a:avLst/>
          </a:prstGeom>
          <a:noFill/>
        </p:spPr>
        <p:txBody>
          <a:bodyPr wrap="square" lIns="37148" tIns="18570" rIns="148590" bIns="18570" rtlCol="0">
            <a:spAutoFit/>
          </a:bodyPr>
          <a:lstStyle/>
          <a:p>
            <a:pPr algn="r">
              <a:spcAft>
                <a:spcPts val="244"/>
              </a:spcAft>
            </a:pPr>
            <a:r>
              <a:rPr lang="en-US" sz="1000" b="1" dirty="0">
                <a:solidFill>
                  <a:srgbClr val="00A3E0"/>
                </a:solidFill>
                <a:latin typeface="Aptos" panose="020B0004020202020204" pitchFamily="34" charset="0"/>
              </a:rPr>
              <a:t>Title</a:t>
            </a:r>
          </a:p>
          <a:p>
            <a:pPr algn="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61" name="TextBox 60">
            <a:extLst>
              <a:ext uri="{FF2B5EF4-FFF2-40B4-BE49-F238E27FC236}">
                <a16:creationId xmlns:a16="http://schemas.microsoft.com/office/drawing/2014/main" id="{BB3C572F-A3F2-4C53-B4D6-F35D9633688C}"/>
              </a:ext>
            </a:extLst>
          </p:cNvPr>
          <p:cNvSpPr txBox="1"/>
          <p:nvPr/>
        </p:nvSpPr>
        <p:spPr>
          <a:xfrm>
            <a:off x="330156" y="1173762"/>
            <a:ext cx="2189835" cy="602466"/>
          </a:xfrm>
          <a:prstGeom prst="rect">
            <a:avLst/>
          </a:prstGeom>
          <a:noFill/>
        </p:spPr>
        <p:txBody>
          <a:bodyPr wrap="square" lIns="37148" tIns="18570" rIns="148590" bIns="18570" rtlCol="0">
            <a:spAutoFit/>
          </a:bodyPr>
          <a:lstStyle/>
          <a:p>
            <a:pPr algn="r">
              <a:spcAft>
                <a:spcPts val="244"/>
              </a:spcAft>
            </a:pPr>
            <a:r>
              <a:rPr lang="en-US" sz="1000" b="1" dirty="0">
                <a:solidFill>
                  <a:srgbClr val="00A3E0"/>
                </a:solidFill>
                <a:latin typeface="Aptos" panose="020B0004020202020204" pitchFamily="34" charset="0"/>
              </a:rPr>
              <a:t>Title</a:t>
            </a:r>
          </a:p>
          <a:p>
            <a:pPr algn="r" defTabSz="928393">
              <a:spcBef>
                <a:spcPts val="457"/>
              </a:spcBef>
              <a:buSzPct val="100000"/>
              <a:defRPr/>
            </a:pPr>
            <a:r>
              <a:rPr lang="en-US" sz="1000" kern="0" dirty="0">
                <a:solidFill>
                  <a:schemeClr val="bg1"/>
                </a:solidFill>
                <a:latin typeface="Aptos" panose="020B0004020202020204" pitchFamily="34" charset="0"/>
                <a:ea typeface="ヒラギノ角ゴ ProN W3" charset="0"/>
                <a:sym typeface="Gotham Book" charset="0"/>
              </a:rPr>
              <a:t>This is dummy text it is not here to be read. The is just text to show.</a:t>
            </a:r>
          </a:p>
        </p:txBody>
      </p:sp>
      <p:cxnSp>
        <p:nvCxnSpPr>
          <p:cNvPr id="72" name="Straight Connector 54">
            <a:extLst>
              <a:ext uri="{FF2B5EF4-FFF2-40B4-BE49-F238E27FC236}">
                <a16:creationId xmlns:a16="http://schemas.microsoft.com/office/drawing/2014/main" id="{8412345D-6C93-4723-80B3-6C72DB800E16}"/>
              </a:ext>
            </a:extLst>
          </p:cNvPr>
          <p:cNvCxnSpPr>
            <a:cxnSpLocks/>
            <a:endCxn id="57" idx="1"/>
          </p:cNvCxnSpPr>
          <p:nvPr/>
        </p:nvCxnSpPr>
        <p:spPr>
          <a:xfrm flipV="1">
            <a:off x="6138792" y="3023795"/>
            <a:ext cx="1066756" cy="667542"/>
          </a:xfrm>
          <a:prstGeom prst="bentConnector3">
            <a:avLst>
              <a:gd name="adj1" fmla="val 50000"/>
            </a:avLst>
          </a:prstGeom>
          <a:ln>
            <a:solidFill>
              <a:srgbClr val="A0DCFF"/>
            </a:solidFill>
            <a:tailEnd type="oval"/>
          </a:ln>
        </p:spPr>
        <p:style>
          <a:lnRef idx="1">
            <a:schemeClr val="accent1"/>
          </a:lnRef>
          <a:fillRef idx="0">
            <a:schemeClr val="accent1"/>
          </a:fillRef>
          <a:effectRef idx="0">
            <a:schemeClr val="accent1"/>
          </a:effectRef>
          <a:fontRef idx="minor">
            <a:schemeClr val="tx1"/>
          </a:fontRef>
        </p:style>
      </p:cxnSp>
      <p:cxnSp>
        <p:nvCxnSpPr>
          <p:cNvPr id="76" name="Straight Connector 54">
            <a:extLst>
              <a:ext uri="{FF2B5EF4-FFF2-40B4-BE49-F238E27FC236}">
                <a16:creationId xmlns:a16="http://schemas.microsoft.com/office/drawing/2014/main" id="{F72CFFDB-5C80-44B0-B832-D0F40895A074}"/>
              </a:ext>
            </a:extLst>
          </p:cNvPr>
          <p:cNvCxnSpPr>
            <a:cxnSpLocks/>
            <a:endCxn id="58" idx="1"/>
          </p:cNvCxnSpPr>
          <p:nvPr/>
        </p:nvCxnSpPr>
        <p:spPr>
          <a:xfrm>
            <a:off x="5874503" y="5053500"/>
            <a:ext cx="1245720" cy="71274"/>
          </a:xfrm>
          <a:prstGeom prst="bentConnector3">
            <a:avLst>
              <a:gd name="adj1" fmla="val 50000"/>
            </a:avLst>
          </a:prstGeom>
          <a:ln>
            <a:solidFill>
              <a:srgbClr val="A0DCFF"/>
            </a:solidFill>
            <a:tailEnd type="oval"/>
          </a:ln>
        </p:spPr>
        <p:style>
          <a:lnRef idx="1">
            <a:schemeClr val="accent1"/>
          </a:lnRef>
          <a:fillRef idx="0">
            <a:schemeClr val="accent1"/>
          </a:fillRef>
          <a:effectRef idx="0">
            <a:schemeClr val="accent1"/>
          </a:effectRef>
          <a:fontRef idx="minor">
            <a:schemeClr val="tx1"/>
          </a:fontRef>
        </p:style>
      </p:cxnSp>
      <p:cxnSp>
        <p:nvCxnSpPr>
          <p:cNvPr id="86" name="Straight Connector 54">
            <a:extLst>
              <a:ext uri="{FF2B5EF4-FFF2-40B4-BE49-F238E27FC236}">
                <a16:creationId xmlns:a16="http://schemas.microsoft.com/office/drawing/2014/main" id="{5FE9F2E8-564D-41BA-8536-9689F0C979FB}"/>
              </a:ext>
            </a:extLst>
          </p:cNvPr>
          <p:cNvCxnSpPr>
            <a:cxnSpLocks/>
            <a:endCxn id="59" idx="3"/>
          </p:cNvCxnSpPr>
          <p:nvPr/>
        </p:nvCxnSpPr>
        <p:spPr>
          <a:xfrm rot="10800000">
            <a:off x="2620558" y="5124774"/>
            <a:ext cx="1522420" cy="120764"/>
          </a:xfrm>
          <a:prstGeom prst="bentConnector3">
            <a:avLst>
              <a:gd name="adj1" fmla="val 50000"/>
            </a:avLst>
          </a:prstGeom>
          <a:ln>
            <a:solidFill>
              <a:srgbClr val="A0DCFF"/>
            </a:solidFill>
            <a:tailEnd type="oval"/>
          </a:ln>
        </p:spPr>
        <p:style>
          <a:lnRef idx="1">
            <a:schemeClr val="accent1"/>
          </a:lnRef>
          <a:fillRef idx="0">
            <a:schemeClr val="accent1"/>
          </a:fillRef>
          <a:effectRef idx="0">
            <a:schemeClr val="accent1"/>
          </a:effectRef>
          <a:fontRef idx="minor">
            <a:schemeClr val="tx1"/>
          </a:fontRef>
        </p:style>
      </p:cxnSp>
      <p:cxnSp>
        <p:nvCxnSpPr>
          <p:cNvPr id="90" name="Straight Connector 54">
            <a:extLst>
              <a:ext uri="{FF2B5EF4-FFF2-40B4-BE49-F238E27FC236}">
                <a16:creationId xmlns:a16="http://schemas.microsoft.com/office/drawing/2014/main" id="{F96095BB-B714-4E3C-AFEC-BB3DCF3B5D5E}"/>
              </a:ext>
            </a:extLst>
          </p:cNvPr>
          <p:cNvCxnSpPr>
            <a:cxnSpLocks/>
            <a:endCxn id="60" idx="3"/>
          </p:cNvCxnSpPr>
          <p:nvPr/>
        </p:nvCxnSpPr>
        <p:spPr>
          <a:xfrm rot="10800000">
            <a:off x="2519992" y="3298867"/>
            <a:ext cx="691743" cy="656392"/>
          </a:xfrm>
          <a:prstGeom prst="bentConnector3">
            <a:avLst>
              <a:gd name="adj1" fmla="val 50000"/>
            </a:avLst>
          </a:prstGeom>
          <a:ln>
            <a:solidFill>
              <a:srgbClr val="A0DCFF"/>
            </a:solidFill>
            <a:tailEnd type="oval"/>
          </a:ln>
        </p:spPr>
        <p:style>
          <a:lnRef idx="1">
            <a:schemeClr val="accent1"/>
          </a:lnRef>
          <a:fillRef idx="0">
            <a:schemeClr val="accent1"/>
          </a:fillRef>
          <a:effectRef idx="0">
            <a:schemeClr val="accent1"/>
          </a:effectRef>
          <a:fontRef idx="minor">
            <a:schemeClr val="tx1"/>
          </a:fontRef>
        </p:style>
      </p:cxnSp>
      <p:cxnSp>
        <p:nvCxnSpPr>
          <p:cNvPr id="98" name="Straight Connector 54">
            <a:extLst>
              <a:ext uri="{FF2B5EF4-FFF2-40B4-BE49-F238E27FC236}">
                <a16:creationId xmlns:a16="http://schemas.microsoft.com/office/drawing/2014/main" id="{68AD9995-7140-4337-8391-87E46C2EAB70}"/>
              </a:ext>
            </a:extLst>
          </p:cNvPr>
          <p:cNvCxnSpPr>
            <a:cxnSpLocks/>
          </p:cNvCxnSpPr>
          <p:nvPr/>
        </p:nvCxnSpPr>
        <p:spPr>
          <a:xfrm rot="10800000">
            <a:off x="2559187" y="1529220"/>
            <a:ext cx="1344890" cy="741886"/>
          </a:xfrm>
          <a:prstGeom prst="bentConnector3">
            <a:avLst>
              <a:gd name="adj1" fmla="val -420"/>
            </a:avLst>
          </a:prstGeom>
          <a:ln>
            <a:solidFill>
              <a:srgbClr val="A0DCFF"/>
            </a:solidFil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6577460"/>
      </p:ext>
    </p:extLst>
  </p:cSld>
  <p:clrMapOvr>
    <a:masterClrMapping/>
  </p:clrMapOvr>
  <p:transition>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750" fill="hold"/>
                                            <p:tgtEl>
                                              <p:spTgt spid="84"/>
                                            </p:tgtEl>
                                            <p:attrNameLst>
                                              <p:attrName>ppt_w</p:attrName>
                                            </p:attrNameLst>
                                          </p:cBhvr>
                                          <p:tavLst>
                                            <p:tav tm="0">
                                              <p:val>
                                                <p:fltVal val="0"/>
                                              </p:val>
                                            </p:tav>
                                            <p:tav tm="100000">
                                              <p:val>
                                                <p:strVal val="#ppt_w"/>
                                              </p:val>
                                            </p:tav>
                                          </p:tavLst>
                                        </p:anim>
                                        <p:anim calcmode="lin" valueType="num">
                                          <p:cBhvr>
                                            <p:cTn id="8" dur="750" fill="hold"/>
                                            <p:tgtEl>
                                              <p:spTgt spid="84"/>
                                            </p:tgtEl>
                                            <p:attrNameLst>
                                              <p:attrName>ppt_h</p:attrName>
                                            </p:attrNameLst>
                                          </p:cBhvr>
                                          <p:tavLst>
                                            <p:tav tm="0">
                                              <p:val>
                                                <p:fltVal val="0"/>
                                              </p:val>
                                            </p:tav>
                                            <p:tav tm="100000">
                                              <p:val>
                                                <p:strVal val="#ppt_h"/>
                                              </p:val>
                                            </p:tav>
                                          </p:tavLst>
                                        </p:anim>
                                        <p:anim calcmode="lin" valueType="num">
                                          <p:cBhvr>
                                            <p:cTn id="9" dur="750" fill="hold"/>
                                            <p:tgtEl>
                                              <p:spTgt spid="84"/>
                                            </p:tgtEl>
                                            <p:attrNameLst>
                                              <p:attrName>style.rotation</p:attrName>
                                            </p:attrNameLst>
                                          </p:cBhvr>
                                          <p:tavLst>
                                            <p:tav tm="0">
                                              <p:val>
                                                <p:fltVal val="360"/>
                                              </p:val>
                                            </p:tav>
                                            <p:tav tm="100000">
                                              <p:val>
                                                <p:fltVal val="0"/>
                                              </p:val>
                                            </p:tav>
                                          </p:tavLst>
                                        </p:anim>
                                        <p:animEffect transition="in" filter="fade">
                                          <p:cBhvr>
                                            <p:cTn id="10" dur="750"/>
                                            <p:tgtEl>
                                              <p:spTgt spid="84"/>
                                            </p:tgtEl>
                                          </p:cBhvr>
                                        </p:animEffect>
                                      </p:childTnLst>
                                    </p:cTn>
                                  </p:par>
                                  <p:par>
                                    <p:cTn id="11" presetID="49" presetClass="entr" presetSubtype="0" decel="100000" fill="hold" nodeType="withEffect">
                                      <p:stCondLst>
                                        <p:cond delay="200"/>
                                      </p:stCondLst>
                                      <p:childTnLst>
                                        <p:set>
                                          <p:cBhvr>
                                            <p:cTn id="12" dur="1" fill="hold">
                                              <p:stCondLst>
                                                <p:cond delay="0"/>
                                              </p:stCondLst>
                                            </p:cTn>
                                            <p:tgtEl>
                                              <p:spTgt spid="140"/>
                                            </p:tgtEl>
                                            <p:attrNameLst>
                                              <p:attrName>style.visibility</p:attrName>
                                            </p:attrNameLst>
                                          </p:cBhvr>
                                          <p:to>
                                            <p:strVal val="visible"/>
                                          </p:to>
                                        </p:set>
                                        <p:anim calcmode="lin" valueType="num">
                                          <p:cBhvr>
                                            <p:cTn id="13" dur="750" fill="hold"/>
                                            <p:tgtEl>
                                              <p:spTgt spid="140"/>
                                            </p:tgtEl>
                                            <p:attrNameLst>
                                              <p:attrName>ppt_w</p:attrName>
                                            </p:attrNameLst>
                                          </p:cBhvr>
                                          <p:tavLst>
                                            <p:tav tm="0">
                                              <p:val>
                                                <p:fltVal val="0"/>
                                              </p:val>
                                            </p:tav>
                                            <p:tav tm="100000">
                                              <p:val>
                                                <p:strVal val="#ppt_w"/>
                                              </p:val>
                                            </p:tav>
                                          </p:tavLst>
                                        </p:anim>
                                        <p:anim calcmode="lin" valueType="num">
                                          <p:cBhvr>
                                            <p:cTn id="14" dur="750" fill="hold"/>
                                            <p:tgtEl>
                                              <p:spTgt spid="140"/>
                                            </p:tgtEl>
                                            <p:attrNameLst>
                                              <p:attrName>ppt_h</p:attrName>
                                            </p:attrNameLst>
                                          </p:cBhvr>
                                          <p:tavLst>
                                            <p:tav tm="0">
                                              <p:val>
                                                <p:fltVal val="0"/>
                                              </p:val>
                                            </p:tav>
                                            <p:tav tm="100000">
                                              <p:val>
                                                <p:strVal val="#ppt_h"/>
                                              </p:val>
                                            </p:tav>
                                          </p:tavLst>
                                        </p:anim>
                                        <p:anim calcmode="lin" valueType="num">
                                          <p:cBhvr>
                                            <p:cTn id="15" dur="750" fill="hold"/>
                                            <p:tgtEl>
                                              <p:spTgt spid="140"/>
                                            </p:tgtEl>
                                            <p:attrNameLst>
                                              <p:attrName>style.rotation</p:attrName>
                                            </p:attrNameLst>
                                          </p:cBhvr>
                                          <p:tavLst>
                                            <p:tav tm="0">
                                              <p:val>
                                                <p:fltVal val="360"/>
                                              </p:val>
                                            </p:tav>
                                            <p:tav tm="100000">
                                              <p:val>
                                                <p:fltVal val="0"/>
                                              </p:val>
                                            </p:tav>
                                          </p:tavLst>
                                        </p:anim>
                                        <p:animEffect transition="in" filter="fade">
                                          <p:cBhvr>
                                            <p:cTn id="16" dur="750"/>
                                            <p:tgtEl>
                                              <p:spTgt spid="140"/>
                                            </p:tgtEl>
                                          </p:cBhvr>
                                        </p:animEffect>
                                      </p:childTnLst>
                                    </p:cTn>
                                  </p:par>
                                  <p:par>
                                    <p:cTn id="17" presetID="49" presetClass="entr" presetSubtype="0" decel="100000" fill="hold" nodeType="withEffect">
                                      <p:stCondLst>
                                        <p:cond delay="400"/>
                                      </p:stCondLst>
                                      <p:childTnLst>
                                        <p:set>
                                          <p:cBhvr>
                                            <p:cTn id="18" dur="1" fill="hold">
                                              <p:stCondLst>
                                                <p:cond delay="0"/>
                                              </p:stCondLst>
                                            </p:cTn>
                                            <p:tgtEl>
                                              <p:spTgt spid="156"/>
                                            </p:tgtEl>
                                            <p:attrNameLst>
                                              <p:attrName>style.visibility</p:attrName>
                                            </p:attrNameLst>
                                          </p:cBhvr>
                                          <p:to>
                                            <p:strVal val="visible"/>
                                          </p:to>
                                        </p:set>
                                        <p:anim calcmode="lin" valueType="num">
                                          <p:cBhvr>
                                            <p:cTn id="19" dur="750" fill="hold"/>
                                            <p:tgtEl>
                                              <p:spTgt spid="156"/>
                                            </p:tgtEl>
                                            <p:attrNameLst>
                                              <p:attrName>ppt_w</p:attrName>
                                            </p:attrNameLst>
                                          </p:cBhvr>
                                          <p:tavLst>
                                            <p:tav tm="0">
                                              <p:val>
                                                <p:fltVal val="0"/>
                                              </p:val>
                                            </p:tav>
                                            <p:tav tm="100000">
                                              <p:val>
                                                <p:strVal val="#ppt_w"/>
                                              </p:val>
                                            </p:tav>
                                          </p:tavLst>
                                        </p:anim>
                                        <p:anim calcmode="lin" valueType="num">
                                          <p:cBhvr>
                                            <p:cTn id="20" dur="750" fill="hold"/>
                                            <p:tgtEl>
                                              <p:spTgt spid="156"/>
                                            </p:tgtEl>
                                            <p:attrNameLst>
                                              <p:attrName>ppt_h</p:attrName>
                                            </p:attrNameLst>
                                          </p:cBhvr>
                                          <p:tavLst>
                                            <p:tav tm="0">
                                              <p:val>
                                                <p:fltVal val="0"/>
                                              </p:val>
                                            </p:tav>
                                            <p:tav tm="100000">
                                              <p:val>
                                                <p:strVal val="#ppt_h"/>
                                              </p:val>
                                            </p:tav>
                                          </p:tavLst>
                                        </p:anim>
                                        <p:anim calcmode="lin" valueType="num">
                                          <p:cBhvr>
                                            <p:cTn id="21" dur="750" fill="hold"/>
                                            <p:tgtEl>
                                              <p:spTgt spid="156"/>
                                            </p:tgtEl>
                                            <p:attrNameLst>
                                              <p:attrName>style.rotation</p:attrName>
                                            </p:attrNameLst>
                                          </p:cBhvr>
                                          <p:tavLst>
                                            <p:tav tm="0">
                                              <p:val>
                                                <p:fltVal val="360"/>
                                              </p:val>
                                            </p:tav>
                                            <p:tav tm="100000">
                                              <p:val>
                                                <p:fltVal val="0"/>
                                              </p:val>
                                            </p:tav>
                                          </p:tavLst>
                                        </p:anim>
                                        <p:animEffect transition="in" filter="fade">
                                          <p:cBhvr>
                                            <p:cTn id="22" dur="750"/>
                                            <p:tgtEl>
                                              <p:spTgt spid="156"/>
                                            </p:tgtEl>
                                          </p:cBhvr>
                                        </p:animEffect>
                                      </p:childTnLst>
                                    </p:cTn>
                                  </p:par>
                                  <p:par>
                                    <p:cTn id="23" presetID="49" presetClass="entr" presetSubtype="0" decel="100000" fill="hold" grpId="0" nodeType="withEffect">
                                      <p:stCondLst>
                                        <p:cond delay="600"/>
                                      </p:stCondLst>
                                      <p:childTnLst>
                                        <p:set>
                                          <p:cBhvr>
                                            <p:cTn id="24" dur="1" fill="hold">
                                              <p:stCondLst>
                                                <p:cond delay="0"/>
                                              </p:stCondLst>
                                            </p:cTn>
                                            <p:tgtEl>
                                              <p:spTgt spid="161"/>
                                            </p:tgtEl>
                                            <p:attrNameLst>
                                              <p:attrName>style.visibility</p:attrName>
                                            </p:attrNameLst>
                                          </p:cBhvr>
                                          <p:to>
                                            <p:strVal val="visible"/>
                                          </p:to>
                                        </p:set>
                                        <p:anim calcmode="lin" valueType="num">
                                          <p:cBhvr>
                                            <p:cTn id="25" dur="750" fill="hold"/>
                                            <p:tgtEl>
                                              <p:spTgt spid="161"/>
                                            </p:tgtEl>
                                            <p:attrNameLst>
                                              <p:attrName>ppt_w</p:attrName>
                                            </p:attrNameLst>
                                          </p:cBhvr>
                                          <p:tavLst>
                                            <p:tav tm="0">
                                              <p:val>
                                                <p:fltVal val="0"/>
                                              </p:val>
                                            </p:tav>
                                            <p:tav tm="100000">
                                              <p:val>
                                                <p:strVal val="#ppt_w"/>
                                              </p:val>
                                            </p:tav>
                                          </p:tavLst>
                                        </p:anim>
                                        <p:anim calcmode="lin" valueType="num">
                                          <p:cBhvr>
                                            <p:cTn id="26" dur="750" fill="hold"/>
                                            <p:tgtEl>
                                              <p:spTgt spid="161"/>
                                            </p:tgtEl>
                                            <p:attrNameLst>
                                              <p:attrName>ppt_h</p:attrName>
                                            </p:attrNameLst>
                                          </p:cBhvr>
                                          <p:tavLst>
                                            <p:tav tm="0">
                                              <p:val>
                                                <p:fltVal val="0"/>
                                              </p:val>
                                            </p:tav>
                                            <p:tav tm="100000">
                                              <p:val>
                                                <p:strVal val="#ppt_h"/>
                                              </p:val>
                                            </p:tav>
                                          </p:tavLst>
                                        </p:anim>
                                        <p:anim calcmode="lin" valueType="num">
                                          <p:cBhvr>
                                            <p:cTn id="27" dur="750" fill="hold"/>
                                            <p:tgtEl>
                                              <p:spTgt spid="161"/>
                                            </p:tgtEl>
                                            <p:attrNameLst>
                                              <p:attrName>style.rotation</p:attrName>
                                            </p:attrNameLst>
                                          </p:cBhvr>
                                          <p:tavLst>
                                            <p:tav tm="0">
                                              <p:val>
                                                <p:fltVal val="360"/>
                                              </p:val>
                                            </p:tav>
                                            <p:tav tm="100000">
                                              <p:val>
                                                <p:fltVal val="0"/>
                                              </p:val>
                                            </p:tav>
                                          </p:tavLst>
                                        </p:anim>
                                        <p:animEffect transition="in" filter="fade">
                                          <p:cBhvr>
                                            <p:cTn id="28" dur="750"/>
                                            <p:tgtEl>
                                              <p:spTgt spid="161"/>
                                            </p:tgtEl>
                                          </p:cBhvr>
                                        </p:animEffect>
                                      </p:childTnLst>
                                    </p:cTn>
                                  </p:par>
                                  <p:par>
                                    <p:cTn id="29" presetID="49" presetClass="entr" presetSubtype="0" decel="100000" fill="hold" grpId="0" nodeType="withEffect">
                                      <p:stCondLst>
                                        <p:cond delay="800"/>
                                      </p:stCondLst>
                                      <p:childTnLst>
                                        <p:set>
                                          <p:cBhvr>
                                            <p:cTn id="30" dur="1" fill="hold">
                                              <p:stCondLst>
                                                <p:cond delay="0"/>
                                              </p:stCondLst>
                                            </p:cTn>
                                            <p:tgtEl>
                                              <p:spTgt spid="164"/>
                                            </p:tgtEl>
                                            <p:attrNameLst>
                                              <p:attrName>style.visibility</p:attrName>
                                            </p:attrNameLst>
                                          </p:cBhvr>
                                          <p:to>
                                            <p:strVal val="visible"/>
                                          </p:to>
                                        </p:set>
                                        <p:anim calcmode="lin" valueType="num">
                                          <p:cBhvr>
                                            <p:cTn id="31" dur="750" fill="hold"/>
                                            <p:tgtEl>
                                              <p:spTgt spid="164"/>
                                            </p:tgtEl>
                                            <p:attrNameLst>
                                              <p:attrName>ppt_w</p:attrName>
                                            </p:attrNameLst>
                                          </p:cBhvr>
                                          <p:tavLst>
                                            <p:tav tm="0">
                                              <p:val>
                                                <p:fltVal val="0"/>
                                              </p:val>
                                            </p:tav>
                                            <p:tav tm="100000">
                                              <p:val>
                                                <p:strVal val="#ppt_w"/>
                                              </p:val>
                                            </p:tav>
                                          </p:tavLst>
                                        </p:anim>
                                        <p:anim calcmode="lin" valueType="num">
                                          <p:cBhvr>
                                            <p:cTn id="32" dur="750" fill="hold"/>
                                            <p:tgtEl>
                                              <p:spTgt spid="164"/>
                                            </p:tgtEl>
                                            <p:attrNameLst>
                                              <p:attrName>ppt_h</p:attrName>
                                            </p:attrNameLst>
                                          </p:cBhvr>
                                          <p:tavLst>
                                            <p:tav tm="0">
                                              <p:val>
                                                <p:fltVal val="0"/>
                                              </p:val>
                                            </p:tav>
                                            <p:tav tm="100000">
                                              <p:val>
                                                <p:strVal val="#ppt_h"/>
                                              </p:val>
                                            </p:tav>
                                          </p:tavLst>
                                        </p:anim>
                                        <p:anim calcmode="lin" valueType="num">
                                          <p:cBhvr>
                                            <p:cTn id="33" dur="750" fill="hold"/>
                                            <p:tgtEl>
                                              <p:spTgt spid="164"/>
                                            </p:tgtEl>
                                            <p:attrNameLst>
                                              <p:attrName>style.rotation</p:attrName>
                                            </p:attrNameLst>
                                          </p:cBhvr>
                                          <p:tavLst>
                                            <p:tav tm="0">
                                              <p:val>
                                                <p:fltVal val="360"/>
                                              </p:val>
                                            </p:tav>
                                            <p:tav tm="100000">
                                              <p:val>
                                                <p:fltVal val="0"/>
                                              </p:val>
                                            </p:tav>
                                          </p:tavLst>
                                        </p:anim>
                                        <p:animEffect transition="in" filter="fade">
                                          <p:cBhvr>
                                            <p:cTn id="34" dur="750"/>
                                            <p:tgtEl>
                                              <p:spTgt spid="164"/>
                                            </p:tgtEl>
                                          </p:cBhvr>
                                        </p:animEffect>
                                      </p:childTnLst>
                                    </p:cTn>
                                  </p:par>
                                </p:childTnLst>
                              </p:cTn>
                            </p:par>
                          </p:childTnLst>
                        </p:cTn>
                      </p:par>
                      <p:par>
                        <p:cTn id="35" fill="hold">
                          <p:stCondLst>
                            <p:cond delay="indefinite"/>
                          </p:stCondLst>
                          <p:childTnLst>
                            <p:par>
                              <p:cTn id="36" fill="hold">
                                <p:stCondLst>
                                  <p:cond delay="0"/>
                                </p:stCondLst>
                                <p:childTnLst>
                                  <p:par>
                                    <p:cTn id="37" presetID="8" presetClass="emph" presetSubtype="0" fill="hold" nodeType="clickEffect" p14:presetBounceEnd="81000">
                                      <p:stCondLst>
                                        <p:cond delay="0"/>
                                      </p:stCondLst>
                                      <p:childTnLst>
                                        <p:animRot by="16200000" p14:bounceEnd="81000">
                                          <p:cBhvr>
                                            <p:cTn id="38" dur="1000" fill="hold"/>
                                            <p:tgtEl>
                                              <p:spTgt spid="140"/>
                                            </p:tgtEl>
                                            <p:attrNameLst>
                                              <p:attrName>r</p:attrName>
                                            </p:attrNameLst>
                                          </p:cBhvr>
                                        </p:animRot>
                                      </p:childTnLst>
                                    </p:cTn>
                                  </p:par>
                                  <p:par>
                                    <p:cTn id="39" presetID="8" presetClass="emph" presetSubtype="0" fill="hold" nodeType="withEffect" p14:presetBounceEnd="81000">
                                      <p:stCondLst>
                                        <p:cond delay="0"/>
                                      </p:stCondLst>
                                      <p:childTnLst>
                                        <p:animRot by="1800000" p14:bounceEnd="81000">
                                          <p:cBhvr>
                                            <p:cTn id="40" dur="1000" fill="hold"/>
                                            <p:tgtEl>
                                              <p:spTgt spid="156"/>
                                            </p:tgtEl>
                                            <p:attrNameLst>
                                              <p:attrName>r</p:attrName>
                                            </p:attrNameLst>
                                          </p:cBhvr>
                                        </p:animRot>
                                      </p:childTnLst>
                                    </p:cTn>
                                  </p:par>
                                  <p:par>
                                    <p:cTn id="41" presetID="53" presetClass="entr" presetSubtype="528" fill="hold" grpId="0" nodeType="withEffect">
                                      <p:stCondLst>
                                        <p:cond delay="0"/>
                                      </p:stCondLst>
                                      <p:childTnLst>
                                        <p:set>
                                          <p:cBhvr>
                                            <p:cTn id="42" dur="1" fill="hold">
                                              <p:stCondLst>
                                                <p:cond delay="0"/>
                                              </p:stCondLst>
                                            </p:cTn>
                                            <p:tgtEl>
                                              <p:spTgt spid="117"/>
                                            </p:tgtEl>
                                            <p:attrNameLst>
                                              <p:attrName>style.visibility</p:attrName>
                                            </p:attrNameLst>
                                          </p:cBhvr>
                                          <p:to>
                                            <p:strVal val="visible"/>
                                          </p:to>
                                        </p:set>
                                        <p:anim calcmode="lin" valueType="num">
                                          <p:cBhvr>
                                            <p:cTn id="43" dur="500" fill="hold"/>
                                            <p:tgtEl>
                                              <p:spTgt spid="117"/>
                                            </p:tgtEl>
                                            <p:attrNameLst>
                                              <p:attrName>ppt_w</p:attrName>
                                            </p:attrNameLst>
                                          </p:cBhvr>
                                          <p:tavLst>
                                            <p:tav tm="0">
                                              <p:val>
                                                <p:fltVal val="0"/>
                                              </p:val>
                                            </p:tav>
                                            <p:tav tm="100000">
                                              <p:val>
                                                <p:strVal val="#ppt_w"/>
                                              </p:val>
                                            </p:tav>
                                          </p:tavLst>
                                        </p:anim>
                                        <p:anim calcmode="lin" valueType="num">
                                          <p:cBhvr>
                                            <p:cTn id="44" dur="500" fill="hold"/>
                                            <p:tgtEl>
                                              <p:spTgt spid="117"/>
                                            </p:tgtEl>
                                            <p:attrNameLst>
                                              <p:attrName>ppt_h</p:attrName>
                                            </p:attrNameLst>
                                          </p:cBhvr>
                                          <p:tavLst>
                                            <p:tav tm="0">
                                              <p:val>
                                                <p:fltVal val="0"/>
                                              </p:val>
                                            </p:tav>
                                            <p:tav tm="100000">
                                              <p:val>
                                                <p:strVal val="#ppt_h"/>
                                              </p:val>
                                            </p:tav>
                                          </p:tavLst>
                                        </p:anim>
                                        <p:animEffect transition="in" filter="fade">
                                          <p:cBhvr>
                                            <p:cTn id="45" dur="500"/>
                                            <p:tgtEl>
                                              <p:spTgt spid="117"/>
                                            </p:tgtEl>
                                          </p:cBhvr>
                                        </p:animEffect>
                                        <p:anim calcmode="lin" valueType="num">
                                          <p:cBhvr>
                                            <p:cTn id="46" dur="500" fill="hold"/>
                                            <p:tgtEl>
                                              <p:spTgt spid="117"/>
                                            </p:tgtEl>
                                            <p:attrNameLst>
                                              <p:attrName>ppt_x</p:attrName>
                                            </p:attrNameLst>
                                          </p:cBhvr>
                                          <p:tavLst>
                                            <p:tav tm="0">
                                              <p:val>
                                                <p:fltVal val="0.5"/>
                                              </p:val>
                                            </p:tav>
                                            <p:tav tm="100000">
                                              <p:val>
                                                <p:strVal val="#ppt_x"/>
                                              </p:val>
                                            </p:tav>
                                          </p:tavLst>
                                        </p:anim>
                                        <p:anim calcmode="lin" valueType="num">
                                          <p:cBhvr>
                                            <p:cTn id="47" dur="500" fill="hold"/>
                                            <p:tgtEl>
                                              <p:spTgt spid="117"/>
                                            </p:tgtEl>
                                            <p:attrNameLst>
                                              <p:attrName>ppt_y</p:attrName>
                                            </p:attrNameLst>
                                          </p:cBhvr>
                                          <p:tavLst>
                                            <p:tav tm="0">
                                              <p:val>
                                                <p:fltVal val="0.5"/>
                                              </p:val>
                                            </p:tav>
                                            <p:tav tm="100000">
                                              <p:val>
                                                <p:strVal val="#ppt_y"/>
                                              </p:val>
                                            </p:tav>
                                          </p:tavLst>
                                        </p:anim>
                                      </p:childTnLst>
                                    </p:cTn>
                                  </p:par>
                                  <p:par>
                                    <p:cTn id="48" presetID="22" presetClass="entr" presetSubtype="8" fill="hold" nodeType="withEffect">
                                      <p:stCondLst>
                                        <p:cond delay="500"/>
                                      </p:stCondLst>
                                      <p:childTnLst>
                                        <p:set>
                                          <p:cBhvr>
                                            <p:cTn id="49" dur="1" fill="hold">
                                              <p:stCondLst>
                                                <p:cond delay="0"/>
                                              </p:stCondLst>
                                            </p:cTn>
                                            <p:tgtEl>
                                              <p:spTgt spid="55"/>
                                            </p:tgtEl>
                                            <p:attrNameLst>
                                              <p:attrName>style.visibility</p:attrName>
                                            </p:attrNameLst>
                                          </p:cBhvr>
                                          <p:to>
                                            <p:strVal val="visible"/>
                                          </p:to>
                                        </p:set>
                                        <p:animEffect transition="in" filter="wipe(left)">
                                          <p:cBhvr>
                                            <p:cTn id="50" dur="500"/>
                                            <p:tgtEl>
                                              <p:spTgt spid="55"/>
                                            </p:tgtEl>
                                          </p:cBhvr>
                                        </p:animEffect>
                                      </p:childTnLst>
                                    </p:cTn>
                                  </p:par>
                                </p:childTnLst>
                              </p:cTn>
                            </p:par>
                            <p:par>
                              <p:cTn id="51" fill="hold">
                                <p:stCondLst>
                                  <p:cond delay="1000"/>
                                </p:stCondLst>
                                <p:childTnLst>
                                  <p:par>
                                    <p:cTn id="52" presetID="10" presetClass="entr" presetSubtype="0" fill="hold" grpId="0" nodeType="afterEffect">
                                      <p:stCondLst>
                                        <p:cond delay="0"/>
                                      </p:stCondLst>
                                      <p:childTnLst>
                                        <p:set>
                                          <p:cBhvr>
                                            <p:cTn id="53" dur="1" fill="hold">
                                              <p:stCondLst>
                                                <p:cond delay="0"/>
                                              </p:stCondLst>
                                            </p:cTn>
                                            <p:tgtEl>
                                              <p:spTgt spid="56"/>
                                            </p:tgtEl>
                                            <p:attrNameLst>
                                              <p:attrName>style.visibility</p:attrName>
                                            </p:attrNameLst>
                                          </p:cBhvr>
                                          <p:to>
                                            <p:strVal val="visible"/>
                                          </p:to>
                                        </p:set>
                                        <p:animEffect transition="in" filter="fade">
                                          <p:cBhvr>
                                            <p:cTn id="54" dur="500"/>
                                            <p:tgtEl>
                                              <p:spTgt spid="56"/>
                                            </p:tgtEl>
                                          </p:cBhvr>
                                        </p:animEffect>
                                      </p:childTnLst>
                                    </p:cTn>
                                  </p:par>
                                </p:childTnLst>
                              </p:cTn>
                            </p:par>
                          </p:childTnLst>
                        </p:cTn>
                      </p:par>
                      <p:par>
                        <p:cTn id="55" fill="hold">
                          <p:stCondLst>
                            <p:cond delay="indefinite"/>
                          </p:stCondLst>
                          <p:childTnLst>
                            <p:par>
                              <p:cTn id="56" fill="hold">
                                <p:stCondLst>
                                  <p:cond delay="0"/>
                                </p:stCondLst>
                                <p:childTnLst>
                                  <p:par>
                                    <p:cTn id="57" presetID="8" presetClass="emph" presetSubtype="0" fill="hold" nodeType="clickEffect" p14:presetBounceEnd="81000">
                                      <p:stCondLst>
                                        <p:cond delay="0"/>
                                      </p:stCondLst>
                                      <p:childTnLst>
                                        <p:animRot by="21600000" p14:bounceEnd="81000">
                                          <p:cBhvr>
                                            <p:cTn id="58" dur="1000" fill="hold"/>
                                            <p:tgtEl>
                                              <p:spTgt spid="140"/>
                                            </p:tgtEl>
                                            <p:attrNameLst>
                                              <p:attrName>r</p:attrName>
                                            </p:attrNameLst>
                                          </p:cBhvr>
                                        </p:animRot>
                                      </p:childTnLst>
                                    </p:cTn>
                                  </p:par>
                                  <p:par>
                                    <p:cTn id="59" presetID="8" presetClass="emph" presetSubtype="0" fill="hold" nodeType="withEffect" p14:presetBounceEnd="81000">
                                      <p:stCondLst>
                                        <p:cond delay="0"/>
                                      </p:stCondLst>
                                      <p:childTnLst>
                                        <p:animRot by="3600000" p14:bounceEnd="81000">
                                          <p:cBhvr>
                                            <p:cTn id="60" dur="1000" fill="hold"/>
                                            <p:tgtEl>
                                              <p:spTgt spid="156"/>
                                            </p:tgtEl>
                                            <p:attrNameLst>
                                              <p:attrName>r</p:attrName>
                                            </p:attrNameLst>
                                          </p:cBhvr>
                                        </p:animRot>
                                      </p:childTnLst>
                                    </p:cTn>
                                  </p:par>
                                  <p:par>
                                    <p:cTn id="61" presetID="53" presetClass="entr" presetSubtype="528" fill="hold" grpId="0" nodeType="withEffect">
                                      <p:stCondLst>
                                        <p:cond delay="0"/>
                                      </p:stCondLst>
                                      <p:childTnLst>
                                        <p:set>
                                          <p:cBhvr>
                                            <p:cTn id="62" dur="1" fill="hold">
                                              <p:stCondLst>
                                                <p:cond delay="0"/>
                                              </p:stCondLst>
                                            </p:cTn>
                                            <p:tgtEl>
                                              <p:spTgt spid="93"/>
                                            </p:tgtEl>
                                            <p:attrNameLst>
                                              <p:attrName>style.visibility</p:attrName>
                                            </p:attrNameLst>
                                          </p:cBhvr>
                                          <p:to>
                                            <p:strVal val="visible"/>
                                          </p:to>
                                        </p:set>
                                        <p:anim calcmode="lin" valueType="num">
                                          <p:cBhvr>
                                            <p:cTn id="63" dur="500" fill="hold"/>
                                            <p:tgtEl>
                                              <p:spTgt spid="93"/>
                                            </p:tgtEl>
                                            <p:attrNameLst>
                                              <p:attrName>ppt_w</p:attrName>
                                            </p:attrNameLst>
                                          </p:cBhvr>
                                          <p:tavLst>
                                            <p:tav tm="0">
                                              <p:val>
                                                <p:fltVal val="0"/>
                                              </p:val>
                                            </p:tav>
                                            <p:tav tm="100000">
                                              <p:val>
                                                <p:strVal val="#ppt_w"/>
                                              </p:val>
                                            </p:tav>
                                          </p:tavLst>
                                        </p:anim>
                                        <p:anim calcmode="lin" valueType="num">
                                          <p:cBhvr>
                                            <p:cTn id="64" dur="500" fill="hold"/>
                                            <p:tgtEl>
                                              <p:spTgt spid="93"/>
                                            </p:tgtEl>
                                            <p:attrNameLst>
                                              <p:attrName>ppt_h</p:attrName>
                                            </p:attrNameLst>
                                          </p:cBhvr>
                                          <p:tavLst>
                                            <p:tav tm="0">
                                              <p:val>
                                                <p:fltVal val="0"/>
                                              </p:val>
                                            </p:tav>
                                            <p:tav tm="100000">
                                              <p:val>
                                                <p:strVal val="#ppt_h"/>
                                              </p:val>
                                            </p:tav>
                                          </p:tavLst>
                                        </p:anim>
                                        <p:animEffect transition="in" filter="fade">
                                          <p:cBhvr>
                                            <p:cTn id="65" dur="500"/>
                                            <p:tgtEl>
                                              <p:spTgt spid="93"/>
                                            </p:tgtEl>
                                          </p:cBhvr>
                                        </p:animEffect>
                                        <p:anim calcmode="lin" valueType="num">
                                          <p:cBhvr>
                                            <p:cTn id="66" dur="500" fill="hold"/>
                                            <p:tgtEl>
                                              <p:spTgt spid="93"/>
                                            </p:tgtEl>
                                            <p:attrNameLst>
                                              <p:attrName>ppt_x</p:attrName>
                                            </p:attrNameLst>
                                          </p:cBhvr>
                                          <p:tavLst>
                                            <p:tav tm="0">
                                              <p:val>
                                                <p:fltVal val="0.5"/>
                                              </p:val>
                                            </p:tav>
                                            <p:tav tm="100000">
                                              <p:val>
                                                <p:strVal val="#ppt_x"/>
                                              </p:val>
                                            </p:tav>
                                          </p:tavLst>
                                        </p:anim>
                                        <p:anim calcmode="lin" valueType="num">
                                          <p:cBhvr>
                                            <p:cTn id="67" dur="500" fill="hold"/>
                                            <p:tgtEl>
                                              <p:spTgt spid="93"/>
                                            </p:tgtEl>
                                            <p:attrNameLst>
                                              <p:attrName>ppt_y</p:attrName>
                                            </p:attrNameLst>
                                          </p:cBhvr>
                                          <p:tavLst>
                                            <p:tav tm="0">
                                              <p:val>
                                                <p:fltVal val="0.5"/>
                                              </p:val>
                                            </p:tav>
                                            <p:tav tm="100000">
                                              <p:val>
                                                <p:strVal val="#ppt_y"/>
                                              </p:val>
                                            </p:tav>
                                          </p:tavLst>
                                        </p:anim>
                                      </p:childTnLst>
                                    </p:cTn>
                                  </p:par>
                                  <p:par>
                                    <p:cTn id="68" presetID="22" presetClass="entr" presetSubtype="8" fill="hold" nodeType="withEffect">
                                      <p:stCondLst>
                                        <p:cond delay="500"/>
                                      </p:stCondLst>
                                      <p:childTnLst>
                                        <p:set>
                                          <p:cBhvr>
                                            <p:cTn id="69" dur="1" fill="hold">
                                              <p:stCondLst>
                                                <p:cond delay="0"/>
                                              </p:stCondLst>
                                            </p:cTn>
                                            <p:tgtEl>
                                              <p:spTgt spid="72"/>
                                            </p:tgtEl>
                                            <p:attrNameLst>
                                              <p:attrName>style.visibility</p:attrName>
                                            </p:attrNameLst>
                                          </p:cBhvr>
                                          <p:to>
                                            <p:strVal val="visible"/>
                                          </p:to>
                                        </p:set>
                                        <p:animEffect transition="in" filter="wipe(left)">
                                          <p:cBhvr>
                                            <p:cTn id="70" dur="500"/>
                                            <p:tgtEl>
                                              <p:spTgt spid="72"/>
                                            </p:tgtEl>
                                          </p:cBhvr>
                                        </p:animEffect>
                                      </p:childTnLst>
                                    </p:cTn>
                                  </p:par>
                                </p:childTnLst>
                              </p:cTn>
                            </p:par>
                            <p:par>
                              <p:cTn id="71" fill="hold">
                                <p:stCondLst>
                                  <p:cond delay="1000"/>
                                </p:stCondLst>
                                <p:childTnLst>
                                  <p:par>
                                    <p:cTn id="72" presetID="10" presetClass="entr" presetSubtype="0" fill="hold" grpId="0" nodeType="afterEffect">
                                      <p:stCondLst>
                                        <p:cond delay="0"/>
                                      </p:stCondLst>
                                      <p:childTnLst>
                                        <p:set>
                                          <p:cBhvr>
                                            <p:cTn id="73" dur="1" fill="hold">
                                              <p:stCondLst>
                                                <p:cond delay="0"/>
                                              </p:stCondLst>
                                            </p:cTn>
                                            <p:tgtEl>
                                              <p:spTgt spid="57"/>
                                            </p:tgtEl>
                                            <p:attrNameLst>
                                              <p:attrName>style.visibility</p:attrName>
                                            </p:attrNameLst>
                                          </p:cBhvr>
                                          <p:to>
                                            <p:strVal val="visible"/>
                                          </p:to>
                                        </p:set>
                                        <p:animEffect transition="in" filter="fade">
                                          <p:cBhvr>
                                            <p:cTn id="74" dur="500"/>
                                            <p:tgtEl>
                                              <p:spTgt spid="57"/>
                                            </p:tgtEl>
                                          </p:cBhvr>
                                        </p:animEffect>
                                      </p:childTnLst>
                                    </p:cTn>
                                  </p:par>
                                </p:childTnLst>
                              </p:cTn>
                            </p:par>
                          </p:childTnLst>
                        </p:cTn>
                      </p:par>
                      <p:par>
                        <p:cTn id="75" fill="hold">
                          <p:stCondLst>
                            <p:cond delay="indefinite"/>
                          </p:stCondLst>
                          <p:childTnLst>
                            <p:par>
                              <p:cTn id="76" fill="hold">
                                <p:stCondLst>
                                  <p:cond delay="0"/>
                                </p:stCondLst>
                                <p:childTnLst>
                                  <p:par>
                                    <p:cTn id="77" presetID="8" presetClass="emph" presetSubtype="0" fill="hold" nodeType="clickEffect" p14:presetBounceEnd="81000">
                                      <p:stCondLst>
                                        <p:cond delay="0"/>
                                      </p:stCondLst>
                                      <p:childTnLst>
                                        <p:animRot by="21600000" p14:bounceEnd="81000">
                                          <p:cBhvr>
                                            <p:cTn id="78" dur="1000" fill="hold"/>
                                            <p:tgtEl>
                                              <p:spTgt spid="140"/>
                                            </p:tgtEl>
                                            <p:attrNameLst>
                                              <p:attrName>r</p:attrName>
                                            </p:attrNameLst>
                                          </p:cBhvr>
                                        </p:animRot>
                                      </p:childTnLst>
                                    </p:cTn>
                                  </p:par>
                                  <p:par>
                                    <p:cTn id="79" presetID="8" presetClass="emph" presetSubtype="0" fill="hold" nodeType="withEffect" p14:presetBounceEnd="81000">
                                      <p:stCondLst>
                                        <p:cond delay="0"/>
                                      </p:stCondLst>
                                      <p:childTnLst>
                                        <p:animRot by="3600000" p14:bounceEnd="81000">
                                          <p:cBhvr>
                                            <p:cTn id="80" dur="1000" fill="hold"/>
                                            <p:tgtEl>
                                              <p:spTgt spid="156"/>
                                            </p:tgtEl>
                                            <p:attrNameLst>
                                              <p:attrName>r</p:attrName>
                                            </p:attrNameLst>
                                          </p:cBhvr>
                                        </p:animRot>
                                      </p:childTnLst>
                                    </p:cTn>
                                  </p:par>
                                  <p:par>
                                    <p:cTn id="81" presetID="53" presetClass="entr" presetSubtype="528" fill="hold" grpId="0" nodeType="withEffect">
                                      <p:stCondLst>
                                        <p:cond delay="0"/>
                                      </p:stCondLst>
                                      <p:childTnLst>
                                        <p:set>
                                          <p:cBhvr>
                                            <p:cTn id="82" dur="1" fill="hold">
                                              <p:stCondLst>
                                                <p:cond delay="0"/>
                                              </p:stCondLst>
                                            </p:cTn>
                                            <p:tgtEl>
                                              <p:spTgt spid="88"/>
                                            </p:tgtEl>
                                            <p:attrNameLst>
                                              <p:attrName>style.visibility</p:attrName>
                                            </p:attrNameLst>
                                          </p:cBhvr>
                                          <p:to>
                                            <p:strVal val="visible"/>
                                          </p:to>
                                        </p:set>
                                        <p:anim calcmode="lin" valueType="num">
                                          <p:cBhvr>
                                            <p:cTn id="83" dur="500" fill="hold"/>
                                            <p:tgtEl>
                                              <p:spTgt spid="88"/>
                                            </p:tgtEl>
                                            <p:attrNameLst>
                                              <p:attrName>ppt_w</p:attrName>
                                            </p:attrNameLst>
                                          </p:cBhvr>
                                          <p:tavLst>
                                            <p:tav tm="0">
                                              <p:val>
                                                <p:fltVal val="0"/>
                                              </p:val>
                                            </p:tav>
                                            <p:tav tm="100000">
                                              <p:val>
                                                <p:strVal val="#ppt_w"/>
                                              </p:val>
                                            </p:tav>
                                          </p:tavLst>
                                        </p:anim>
                                        <p:anim calcmode="lin" valueType="num">
                                          <p:cBhvr>
                                            <p:cTn id="84" dur="500" fill="hold"/>
                                            <p:tgtEl>
                                              <p:spTgt spid="88"/>
                                            </p:tgtEl>
                                            <p:attrNameLst>
                                              <p:attrName>ppt_h</p:attrName>
                                            </p:attrNameLst>
                                          </p:cBhvr>
                                          <p:tavLst>
                                            <p:tav tm="0">
                                              <p:val>
                                                <p:fltVal val="0"/>
                                              </p:val>
                                            </p:tav>
                                            <p:tav tm="100000">
                                              <p:val>
                                                <p:strVal val="#ppt_h"/>
                                              </p:val>
                                            </p:tav>
                                          </p:tavLst>
                                        </p:anim>
                                        <p:animEffect transition="in" filter="fade">
                                          <p:cBhvr>
                                            <p:cTn id="85" dur="500"/>
                                            <p:tgtEl>
                                              <p:spTgt spid="88"/>
                                            </p:tgtEl>
                                          </p:cBhvr>
                                        </p:animEffect>
                                        <p:anim calcmode="lin" valueType="num">
                                          <p:cBhvr>
                                            <p:cTn id="86" dur="500" fill="hold"/>
                                            <p:tgtEl>
                                              <p:spTgt spid="88"/>
                                            </p:tgtEl>
                                            <p:attrNameLst>
                                              <p:attrName>ppt_x</p:attrName>
                                            </p:attrNameLst>
                                          </p:cBhvr>
                                          <p:tavLst>
                                            <p:tav tm="0">
                                              <p:val>
                                                <p:fltVal val="0.5"/>
                                              </p:val>
                                            </p:tav>
                                            <p:tav tm="100000">
                                              <p:val>
                                                <p:strVal val="#ppt_x"/>
                                              </p:val>
                                            </p:tav>
                                          </p:tavLst>
                                        </p:anim>
                                        <p:anim calcmode="lin" valueType="num">
                                          <p:cBhvr>
                                            <p:cTn id="87" dur="500" fill="hold"/>
                                            <p:tgtEl>
                                              <p:spTgt spid="88"/>
                                            </p:tgtEl>
                                            <p:attrNameLst>
                                              <p:attrName>ppt_y</p:attrName>
                                            </p:attrNameLst>
                                          </p:cBhvr>
                                          <p:tavLst>
                                            <p:tav tm="0">
                                              <p:val>
                                                <p:fltVal val="0.5"/>
                                              </p:val>
                                            </p:tav>
                                            <p:tav tm="100000">
                                              <p:val>
                                                <p:strVal val="#ppt_y"/>
                                              </p:val>
                                            </p:tav>
                                          </p:tavLst>
                                        </p:anim>
                                      </p:childTnLst>
                                    </p:cTn>
                                  </p:par>
                                  <p:par>
                                    <p:cTn id="88" presetID="22" presetClass="entr" presetSubtype="8" fill="hold" nodeType="withEffect">
                                      <p:stCondLst>
                                        <p:cond delay="500"/>
                                      </p:stCondLst>
                                      <p:childTnLst>
                                        <p:set>
                                          <p:cBhvr>
                                            <p:cTn id="89" dur="1" fill="hold">
                                              <p:stCondLst>
                                                <p:cond delay="0"/>
                                              </p:stCondLst>
                                            </p:cTn>
                                            <p:tgtEl>
                                              <p:spTgt spid="76"/>
                                            </p:tgtEl>
                                            <p:attrNameLst>
                                              <p:attrName>style.visibility</p:attrName>
                                            </p:attrNameLst>
                                          </p:cBhvr>
                                          <p:to>
                                            <p:strVal val="visible"/>
                                          </p:to>
                                        </p:set>
                                        <p:animEffect transition="in" filter="wipe(left)">
                                          <p:cBhvr>
                                            <p:cTn id="90" dur="500"/>
                                            <p:tgtEl>
                                              <p:spTgt spid="76"/>
                                            </p:tgtEl>
                                          </p:cBhvr>
                                        </p:animEffect>
                                      </p:childTnLst>
                                    </p:cTn>
                                  </p:par>
                                </p:childTnLst>
                              </p:cTn>
                            </p:par>
                            <p:par>
                              <p:cTn id="91" fill="hold">
                                <p:stCondLst>
                                  <p:cond delay="1000"/>
                                </p:stCondLst>
                                <p:childTnLst>
                                  <p:par>
                                    <p:cTn id="92" presetID="10" presetClass="entr" presetSubtype="0" fill="hold" grpId="0" nodeType="afterEffect">
                                      <p:stCondLst>
                                        <p:cond delay="0"/>
                                      </p:stCondLst>
                                      <p:childTnLst>
                                        <p:set>
                                          <p:cBhvr>
                                            <p:cTn id="93" dur="1" fill="hold">
                                              <p:stCondLst>
                                                <p:cond delay="0"/>
                                              </p:stCondLst>
                                            </p:cTn>
                                            <p:tgtEl>
                                              <p:spTgt spid="58"/>
                                            </p:tgtEl>
                                            <p:attrNameLst>
                                              <p:attrName>style.visibility</p:attrName>
                                            </p:attrNameLst>
                                          </p:cBhvr>
                                          <p:to>
                                            <p:strVal val="visible"/>
                                          </p:to>
                                        </p:set>
                                        <p:animEffect transition="in" filter="fade">
                                          <p:cBhvr>
                                            <p:cTn id="94" dur="500"/>
                                            <p:tgtEl>
                                              <p:spTgt spid="58"/>
                                            </p:tgtEl>
                                          </p:cBhvr>
                                        </p:animEffect>
                                      </p:childTnLst>
                                    </p:cTn>
                                  </p:par>
                                </p:childTnLst>
                              </p:cTn>
                            </p:par>
                          </p:childTnLst>
                        </p:cTn>
                      </p:par>
                      <p:par>
                        <p:cTn id="95" fill="hold">
                          <p:stCondLst>
                            <p:cond delay="indefinite"/>
                          </p:stCondLst>
                          <p:childTnLst>
                            <p:par>
                              <p:cTn id="96" fill="hold">
                                <p:stCondLst>
                                  <p:cond delay="0"/>
                                </p:stCondLst>
                                <p:childTnLst>
                                  <p:par>
                                    <p:cTn id="97" presetID="8" presetClass="emph" presetSubtype="0" fill="hold" nodeType="clickEffect" p14:presetBounceEnd="81000">
                                      <p:stCondLst>
                                        <p:cond delay="0"/>
                                      </p:stCondLst>
                                      <p:childTnLst>
                                        <p:animRot by="21600000" p14:bounceEnd="81000">
                                          <p:cBhvr>
                                            <p:cTn id="98" dur="1000" fill="hold"/>
                                            <p:tgtEl>
                                              <p:spTgt spid="140"/>
                                            </p:tgtEl>
                                            <p:attrNameLst>
                                              <p:attrName>r</p:attrName>
                                            </p:attrNameLst>
                                          </p:cBhvr>
                                        </p:animRot>
                                      </p:childTnLst>
                                    </p:cTn>
                                  </p:par>
                                  <p:par>
                                    <p:cTn id="99" presetID="8" presetClass="emph" presetSubtype="0" fill="hold" nodeType="withEffect" p14:presetBounceEnd="81000">
                                      <p:stCondLst>
                                        <p:cond delay="0"/>
                                      </p:stCondLst>
                                      <p:childTnLst>
                                        <p:animRot by="3600000" p14:bounceEnd="81000">
                                          <p:cBhvr>
                                            <p:cTn id="100" dur="1000" fill="hold"/>
                                            <p:tgtEl>
                                              <p:spTgt spid="156"/>
                                            </p:tgtEl>
                                            <p:attrNameLst>
                                              <p:attrName>r</p:attrName>
                                            </p:attrNameLst>
                                          </p:cBhvr>
                                        </p:animRot>
                                      </p:childTnLst>
                                    </p:cTn>
                                  </p:par>
                                  <p:par>
                                    <p:cTn id="101" presetID="53" presetClass="entr" presetSubtype="528" fill="hold" grpId="0" nodeType="withEffect">
                                      <p:stCondLst>
                                        <p:cond delay="0"/>
                                      </p:stCondLst>
                                      <p:childTnLst>
                                        <p:set>
                                          <p:cBhvr>
                                            <p:cTn id="102" dur="1" fill="hold">
                                              <p:stCondLst>
                                                <p:cond delay="0"/>
                                              </p:stCondLst>
                                            </p:cTn>
                                            <p:tgtEl>
                                              <p:spTgt spid="96"/>
                                            </p:tgtEl>
                                            <p:attrNameLst>
                                              <p:attrName>style.visibility</p:attrName>
                                            </p:attrNameLst>
                                          </p:cBhvr>
                                          <p:to>
                                            <p:strVal val="visible"/>
                                          </p:to>
                                        </p:set>
                                        <p:anim calcmode="lin" valueType="num">
                                          <p:cBhvr>
                                            <p:cTn id="103" dur="500" fill="hold"/>
                                            <p:tgtEl>
                                              <p:spTgt spid="96"/>
                                            </p:tgtEl>
                                            <p:attrNameLst>
                                              <p:attrName>ppt_w</p:attrName>
                                            </p:attrNameLst>
                                          </p:cBhvr>
                                          <p:tavLst>
                                            <p:tav tm="0">
                                              <p:val>
                                                <p:fltVal val="0"/>
                                              </p:val>
                                            </p:tav>
                                            <p:tav tm="100000">
                                              <p:val>
                                                <p:strVal val="#ppt_w"/>
                                              </p:val>
                                            </p:tav>
                                          </p:tavLst>
                                        </p:anim>
                                        <p:anim calcmode="lin" valueType="num">
                                          <p:cBhvr>
                                            <p:cTn id="104" dur="500" fill="hold"/>
                                            <p:tgtEl>
                                              <p:spTgt spid="96"/>
                                            </p:tgtEl>
                                            <p:attrNameLst>
                                              <p:attrName>ppt_h</p:attrName>
                                            </p:attrNameLst>
                                          </p:cBhvr>
                                          <p:tavLst>
                                            <p:tav tm="0">
                                              <p:val>
                                                <p:fltVal val="0"/>
                                              </p:val>
                                            </p:tav>
                                            <p:tav tm="100000">
                                              <p:val>
                                                <p:strVal val="#ppt_h"/>
                                              </p:val>
                                            </p:tav>
                                          </p:tavLst>
                                        </p:anim>
                                        <p:animEffect transition="in" filter="fade">
                                          <p:cBhvr>
                                            <p:cTn id="105" dur="500"/>
                                            <p:tgtEl>
                                              <p:spTgt spid="96"/>
                                            </p:tgtEl>
                                          </p:cBhvr>
                                        </p:animEffect>
                                        <p:anim calcmode="lin" valueType="num">
                                          <p:cBhvr>
                                            <p:cTn id="106" dur="500" fill="hold"/>
                                            <p:tgtEl>
                                              <p:spTgt spid="96"/>
                                            </p:tgtEl>
                                            <p:attrNameLst>
                                              <p:attrName>ppt_x</p:attrName>
                                            </p:attrNameLst>
                                          </p:cBhvr>
                                          <p:tavLst>
                                            <p:tav tm="0">
                                              <p:val>
                                                <p:fltVal val="0.5"/>
                                              </p:val>
                                            </p:tav>
                                            <p:tav tm="100000">
                                              <p:val>
                                                <p:strVal val="#ppt_x"/>
                                              </p:val>
                                            </p:tav>
                                          </p:tavLst>
                                        </p:anim>
                                        <p:anim calcmode="lin" valueType="num">
                                          <p:cBhvr>
                                            <p:cTn id="107" dur="500" fill="hold"/>
                                            <p:tgtEl>
                                              <p:spTgt spid="96"/>
                                            </p:tgtEl>
                                            <p:attrNameLst>
                                              <p:attrName>ppt_y</p:attrName>
                                            </p:attrNameLst>
                                          </p:cBhvr>
                                          <p:tavLst>
                                            <p:tav tm="0">
                                              <p:val>
                                                <p:fltVal val="0.5"/>
                                              </p:val>
                                            </p:tav>
                                            <p:tav tm="100000">
                                              <p:val>
                                                <p:strVal val="#ppt_y"/>
                                              </p:val>
                                            </p:tav>
                                          </p:tavLst>
                                        </p:anim>
                                      </p:childTnLst>
                                    </p:cTn>
                                  </p:par>
                                  <p:par>
                                    <p:cTn id="108" presetID="22" presetClass="entr" presetSubtype="2" fill="hold" nodeType="withEffect">
                                      <p:stCondLst>
                                        <p:cond delay="500"/>
                                      </p:stCondLst>
                                      <p:childTnLst>
                                        <p:set>
                                          <p:cBhvr>
                                            <p:cTn id="109" dur="1" fill="hold">
                                              <p:stCondLst>
                                                <p:cond delay="0"/>
                                              </p:stCondLst>
                                            </p:cTn>
                                            <p:tgtEl>
                                              <p:spTgt spid="86"/>
                                            </p:tgtEl>
                                            <p:attrNameLst>
                                              <p:attrName>style.visibility</p:attrName>
                                            </p:attrNameLst>
                                          </p:cBhvr>
                                          <p:to>
                                            <p:strVal val="visible"/>
                                          </p:to>
                                        </p:set>
                                        <p:animEffect transition="in" filter="wipe(right)">
                                          <p:cBhvr>
                                            <p:cTn id="110" dur="500"/>
                                            <p:tgtEl>
                                              <p:spTgt spid="86"/>
                                            </p:tgtEl>
                                          </p:cBhvr>
                                        </p:animEffect>
                                      </p:childTnLst>
                                    </p:cTn>
                                  </p:par>
                                </p:childTnLst>
                              </p:cTn>
                            </p:par>
                            <p:par>
                              <p:cTn id="111" fill="hold">
                                <p:stCondLst>
                                  <p:cond delay="1000"/>
                                </p:stCondLst>
                                <p:childTnLst>
                                  <p:par>
                                    <p:cTn id="112" presetID="10" presetClass="entr" presetSubtype="0" fill="hold" grpId="0" nodeType="afterEffect">
                                      <p:stCondLst>
                                        <p:cond delay="0"/>
                                      </p:stCondLst>
                                      <p:childTnLst>
                                        <p:set>
                                          <p:cBhvr>
                                            <p:cTn id="113" dur="1" fill="hold">
                                              <p:stCondLst>
                                                <p:cond delay="0"/>
                                              </p:stCondLst>
                                            </p:cTn>
                                            <p:tgtEl>
                                              <p:spTgt spid="59"/>
                                            </p:tgtEl>
                                            <p:attrNameLst>
                                              <p:attrName>style.visibility</p:attrName>
                                            </p:attrNameLst>
                                          </p:cBhvr>
                                          <p:to>
                                            <p:strVal val="visible"/>
                                          </p:to>
                                        </p:set>
                                        <p:animEffect transition="in" filter="fade">
                                          <p:cBhvr>
                                            <p:cTn id="114" dur="500"/>
                                            <p:tgtEl>
                                              <p:spTgt spid="59"/>
                                            </p:tgtEl>
                                          </p:cBhvr>
                                        </p:animEffect>
                                      </p:childTnLst>
                                    </p:cTn>
                                  </p:par>
                                </p:childTnLst>
                              </p:cTn>
                            </p:par>
                          </p:childTnLst>
                        </p:cTn>
                      </p:par>
                      <p:par>
                        <p:cTn id="115" fill="hold">
                          <p:stCondLst>
                            <p:cond delay="indefinite"/>
                          </p:stCondLst>
                          <p:childTnLst>
                            <p:par>
                              <p:cTn id="116" fill="hold">
                                <p:stCondLst>
                                  <p:cond delay="0"/>
                                </p:stCondLst>
                                <p:childTnLst>
                                  <p:par>
                                    <p:cTn id="117" presetID="8" presetClass="emph" presetSubtype="0" fill="hold" nodeType="clickEffect" p14:presetBounceEnd="81000">
                                      <p:stCondLst>
                                        <p:cond delay="0"/>
                                      </p:stCondLst>
                                      <p:childTnLst>
                                        <p:animRot by="21600000" p14:bounceEnd="81000">
                                          <p:cBhvr>
                                            <p:cTn id="118" dur="1000" fill="hold"/>
                                            <p:tgtEl>
                                              <p:spTgt spid="140"/>
                                            </p:tgtEl>
                                            <p:attrNameLst>
                                              <p:attrName>r</p:attrName>
                                            </p:attrNameLst>
                                          </p:cBhvr>
                                        </p:animRot>
                                      </p:childTnLst>
                                    </p:cTn>
                                  </p:par>
                                  <p:par>
                                    <p:cTn id="119" presetID="8" presetClass="emph" presetSubtype="0" fill="hold" nodeType="withEffect" p14:presetBounceEnd="81000">
                                      <p:stCondLst>
                                        <p:cond delay="0"/>
                                      </p:stCondLst>
                                      <p:childTnLst>
                                        <p:animRot by="3600000" p14:bounceEnd="81000">
                                          <p:cBhvr>
                                            <p:cTn id="120" dur="1000" fill="hold"/>
                                            <p:tgtEl>
                                              <p:spTgt spid="156"/>
                                            </p:tgtEl>
                                            <p:attrNameLst>
                                              <p:attrName>r</p:attrName>
                                            </p:attrNameLst>
                                          </p:cBhvr>
                                        </p:animRot>
                                      </p:childTnLst>
                                    </p:cTn>
                                  </p:par>
                                  <p:par>
                                    <p:cTn id="121" presetID="53" presetClass="entr" presetSubtype="528" fill="hold" grpId="0" nodeType="withEffect">
                                      <p:stCondLst>
                                        <p:cond delay="0"/>
                                      </p:stCondLst>
                                      <p:childTnLst>
                                        <p:set>
                                          <p:cBhvr>
                                            <p:cTn id="122" dur="1" fill="hold">
                                              <p:stCondLst>
                                                <p:cond delay="0"/>
                                              </p:stCondLst>
                                            </p:cTn>
                                            <p:tgtEl>
                                              <p:spTgt spid="100"/>
                                            </p:tgtEl>
                                            <p:attrNameLst>
                                              <p:attrName>style.visibility</p:attrName>
                                            </p:attrNameLst>
                                          </p:cBhvr>
                                          <p:to>
                                            <p:strVal val="visible"/>
                                          </p:to>
                                        </p:set>
                                        <p:anim calcmode="lin" valueType="num">
                                          <p:cBhvr>
                                            <p:cTn id="123" dur="500" fill="hold"/>
                                            <p:tgtEl>
                                              <p:spTgt spid="100"/>
                                            </p:tgtEl>
                                            <p:attrNameLst>
                                              <p:attrName>ppt_w</p:attrName>
                                            </p:attrNameLst>
                                          </p:cBhvr>
                                          <p:tavLst>
                                            <p:tav tm="0">
                                              <p:val>
                                                <p:fltVal val="0"/>
                                              </p:val>
                                            </p:tav>
                                            <p:tav tm="100000">
                                              <p:val>
                                                <p:strVal val="#ppt_w"/>
                                              </p:val>
                                            </p:tav>
                                          </p:tavLst>
                                        </p:anim>
                                        <p:anim calcmode="lin" valueType="num">
                                          <p:cBhvr>
                                            <p:cTn id="124" dur="500" fill="hold"/>
                                            <p:tgtEl>
                                              <p:spTgt spid="100"/>
                                            </p:tgtEl>
                                            <p:attrNameLst>
                                              <p:attrName>ppt_h</p:attrName>
                                            </p:attrNameLst>
                                          </p:cBhvr>
                                          <p:tavLst>
                                            <p:tav tm="0">
                                              <p:val>
                                                <p:fltVal val="0"/>
                                              </p:val>
                                            </p:tav>
                                            <p:tav tm="100000">
                                              <p:val>
                                                <p:strVal val="#ppt_h"/>
                                              </p:val>
                                            </p:tav>
                                          </p:tavLst>
                                        </p:anim>
                                        <p:animEffect transition="in" filter="fade">
                                          <p:cBhvr>
                                            <p:cTn id="125" dur="500"/>
                                            <p:tgtEl>
                                              <p:spTgt spid="100"/>
                                            </p:tgtEl>
                                          </p:cBhvr>
                                        </p:animEffect>
                                        <p:anim calcmode="lin" valueType="num">
                                          <p:cBhvr>
                                            <p:cTn id="126" dur="500" fill="hold"/>
                                            <p:tgtEl>
                                              <p:spTgt spid="100"/>
                                            </p:tgtEl>
                                            <p:attrNameLst>
                                              <p:attrName>ppt_x</p:attrName>
                                            </p:attrNameLst>
                                          </p:cBhvr>
                                          <p:tavLst>
                                            <p:tav tm="0">
                                              <p:val>
                                                <p:fltVal val="0.5"/>
                                              </p:val>
                                            </p:tav>
                                            <p:tav tm="100000">
                                              <p:val>
                                                <p:strVal val="#ppt_x"/>
                                              </p:val>
                                            </p:tav>
                                          </p:tavLst>
                                        </p:anim>
                                        <p:anim calcmode="lin" valueType="num">
                                          <p:cBhvr>
                                            <p:cTn id="127" dur="500" fill="hold"/>
                                            <p:tgtEl>
                                              <p:spTgt spid="100"/>
                                            </p:tgtEl>
                                            <p:attrNameLst>
                                              <p:attrName>ppt_y</p:attrName>
                                            </p:attrNameLst>
                                          </p:cBhvr>
                                          <p:tavLst>
                                            <p:tav tm="0">
                                              <p:val>
                                                <p:fltVal val="0.5"/>
                                              </p:val>
                                            </p:tav>
                                            <p:tav tm="100000">
                                              <p:val>
                                                <p:strVal val="#ppt_y"/>
                                              </p:val>
                                            </p:tav>
                                          </p:tavLst>
                                        </p:anim>
                                      </p:childTnLst>
                                    </p:cTn>
                                  </p:par>
                                  <p:par>
                                    <p:cTn id="128" presetID="22" presetClass="entr" presetSubtype="2" fill="hold" nodeType="withEffect">
                                      <p:stCondLst>
                                        <p:cond delay="500"/>
                                      </p:stCondLst>
                                      <p:childTnLst>
                                        <p:set>
                                          <p:cBhvr>
                                            <p:cTn id="129" dur="1" fill="hold">
                                              <p:stCondLst>
                                                <p:cond delay="0"/>
                                              </p:stCondLst>
                                            </p:cTn>
                                            <p:tgtEl>
                                              <p:spTgt spid="90"/>
                                            </p:tgtEl>
                                            <p:attrNameLst>
                                              <p:attrName>style.visibility</p:attrName>
                                            </p:attrNameLst>
                                          </p:cBhvr>
                                          <p:to>
                                            <p:strVal val="visible"/>
                                          </p:to>
                                        </p:set>
                                        <p:animEffect transition="in" filter="wipe(right)">
                                          <p:cBhvr>
                                            <p:cTn id="130" dur="500"/>
                                            <p:tgtEl>
                                              <p:spTgt spid="90"/>
                                            </p:tgtEl>
                                          </p:cBhvr>
                                        </p:animEffect>
                                      </p:childTnLst>
                                    </p:cTn>
                                  </p:par>
                                </p:childTnLst>
                              </p:cTn>
                            </p:par>
                            <p:par>
                              <p:cTn id="131" fill="hold">
                                <p:stCondLst>
                                  <p:cond delay="1000"/>
                                </p:stCondLst>
                                <p:childTnLst>
                                  <p:par>
                                    <p:cTn id="132" presetID="10" presetClass="entr" presetSubtype="0" fill="hold" grpId="0" nodeType="afterEffect">
                                      <p:stCondLst>
                                        <p:cond delay="0"/>
                                      </p:stCondLst>
                                      <p:childTnLst>
                                        <p:set>
                                          <p:cBhvr>
                                            <p:cTn id="133" dur="1" fill="hold">
                                              <p:stCondLst>
                                                <p:cond delay="0"/>
                                              </p:stCondLst>
                                            </p:cTn>
                                            <p:tgtEl>
                                              <p:spTgt spid="60"/>
                                            </p:tgtEl>
                                            <p:attrNameLst>
                                              <p:attrName>style.visibility</p:attrName>
                                            </p:attrNameLst>
                                          </p:cBhvr>
                                          <p:to>
                                            <p:strVal val="visible"/>
                                          </p:to>
                                        </p:set>
                                        <p:animEffect transition="in" filter="fade">
                                          <p:cBhvr>
                                            <p:cTn id="134" dur="500"/>
                                            <p:tgtEl>
                                              <p:spTgt spid="60"/>
                                            </p:tgtEl>
                                          </p:cBhvr>
                                        </p:animEffect>
                                      </p:childTnLst>
                                    </p:cTn>
                                  </p:par>
                                </p:childTnLst>
                              </p:cTn>
                            </p:par>
                          </p:childTnLst>
                        </p:cTn>
                      </p:par>
                      <p:par>
                        <p:cTn id="135" fill="hold">
                          <p:stCondLst>
                            <p:cond delay="indefinite"/>
                          </p:stCondLst>
                          <p:childTnLst>
                            <p:par>
                              <p:cTn id="136" fill="hold">
                                <p:stCondLst>
                                  <p:cond delay="0"/>
                                </p:stCondLst>
                                <p:childTnLst>
                                  <p:par>
                                    <p:cTn id="137" presetID="8" presetClass="emph" presetSubtype="0" fill="hold" nodeType="clickEffect" p14:presetBounceEnd="81000">
                                      <p:stCondLst>
                                        <p:cond delay="0"/>
                                      </p:stCondLst>
                                      <p:childTnLst>
                                        <p:animRot by="21600000" p14:bounceEnd="81000">
                                          <p:cBhvr>
                                            <p:cTn id="138" dur="1000" fill="hold"/>
                                            <p:tgtEl>
                                              <p:spTgt spid="140"/>
                                            </p:tgtEl>
                                            <p:attrNameLst>
                                              <p:attrName>r</p:attrName>
                                            </p:attrNameLst>
                                          </p:cBhvr>
                                        </p:animRot>
                                      </p:childTnLst>
                                    </p:cTn>
                                  </p:par>
                                  <p:par>
                                    <p:cTn id="139" presetID="8" presetClass="emph" presetSubtype="0" fill="hold" nodeType="withEffect" p14:presetBounceEnd="81000">
                                      <p:stCondLst>
                                        <p:cond delay="0"/>
                                      </p:stCondLst>
                                      <p:childTnLst>
                                        <p:animRot by="3600000" p14:bounceEnd="81000">
                                          <p:cBhvr>
                                            <p:cTn id="140" dur="1000" fill="hold"/>
                                            <p:tgtEl>
                                              <p:spTgt spid="156"/>
                                            </p:tgtEl>
                                            <p:attrNameLst>
                                              <p:attrName>r</p:attrName>
                                            </p:attrNameLst>
                                          </p:cBhvr>
                                        </p:animRot>
                                      </p:childTnLst>
                                    </p:cTn>
                                  </p:par>
                                  <p:par>
                                    <p:cTn id="141" presetID="53" presetClass="entr" presetSubtype="528" fill="hold" grpId="0" nodeType="withEffect">
                                      <p:stCondLst>
                                        <p:cond delay="0"/>
                                      </p:stCondLst>
                                      <p:childTnLst>
                                        <p:set>
                                          <p:cBhvr>
                                            <p:cTn id="142" dur="1" fill="hold">
                                              <p:stCondLst>
                                                <p:cond delay="0"/>
                                              </p:stCondLst>
                                            </p:cTn>
                                            <p:tgtEl>
                                              <p:spTgt spid="106"/>
                                            </p:tgtEl>
                                            <p:attrNameLst>
                                              <p:attrName>style.visibility</p:attrName>
                                            </p:attrNameLst>
                                          </p:cBhvr>
                                          <p:to>
                                            <p:strVal val="visible"/>
                                          </p:to>
                                        </p:set>
                                        <p:anim calcmode="lin" valueType="num">
                                          <p:cBhvr>
                                            <p:cTn id="143" dur="500" fill="hold"/>
                                            <p:tgtEl>
                                              <p:spTgt spid="106"/>
                                            </p:tgtEl>
                                            <p:attrNameLst>
                                              <p:attrName>ppt_w</p:attrName>
                                            </p:attrNameLst>
                                          </p:cBhvr>
                                          <p:tavLst>
                                            <p:tav tm="0">
                                              <p:val>
                                                <p:fltVal val="0"/>
                                              </p:val>
                                            </p:tav>
                                            <p:tav tm="100000">
                                              <p:val>
                                                <p:strVal val="#ppt_w"/>
                                              </p:val>
                                            </p:tav>
                                          </p:tavLst>
                                        </p:anim>
                                        <p:anim calcmode="lin" valueType="num">
                                          <p:cBhvr>
                                            <p:cTn id="144" dur="500" fill="hold"/>
                                            <p:tgtEl>
                                              <p:spTgt spid="106"/>
                                            </p:tgtEl>
                                            <p:attrNameLst>
                                              <p:attrName>ppt_h</p:attrName>
                                            </p:attrNameLst>
                                          </p:cBhvr>
                                          <p:tavLst>
                                            <p:tav tm="0">
                                              <p:val>
                                                <p:fltVal val="0"/>
                                              </p:val>
                                            </p:tav>
                                            <p:tav tm="100000">
                                              <p:val>
                                                <p:strVal val="#ppt_h"/>
                                              </p:val>
                                            </p:tav>
                                          </p:tavLst>
                                        </p:anim>
                                        <p:animEffect transition="in" filter="fade">
                                          <p:cBhvr>
                                            <p:cTn id="145" dur="500"/>
                                            <p:tgtEl>
                                              <p:spTgt spid="106"/>
                                            </p:tgtEl>
                                          </p:cBhvr>
                                        </p:animEffect>
                                        <p:anim calcmode="lin" valueType="num">
                                          <p:cBhvr>
                                            <p:cTn id="146" dur="500" fill="hold"/>
                                            <p:tgtEl>
                                              <p:spTgt spid="106"/>
                                            </p:tgtEl>
                                            <p:attrNameLst>
                                              <p:attrName>ppt_x</p:attrName>
                                            </p:attrNameLst>
                                          </p:cBhvr>
                                          <p:tavLst>
                                            <p:tav tm="0">
                                              <p:val>
                                                <p:fltVal val="0.5"/>
                                              </p:val>
                                            </p:tav>
                                            <p:tav tm="100000">
                                              <p:val>
                                                <p:strVal val="#ppt_x"/>
                                              </p:val>
                                            </p:tav>
                                          </p:tavLst>
                                        </p:anim>
                                        <p:anim calcmode="lin" valueType="num">
                                          <p:cBhvr>
                                            <p:cTn id="147" dur="500" fill="hold"/>
                                            <p:tgtEl>
                                              <p:spTgt spid="106"/>
                                            </p:tgtEl>
                                            <p:attrNameLst>
                                              <p:attrName>ppt_y</p:attrName>
                                            </p:attrNameLst>
                                          </p:cBhvr>
                                          <p:tavLst>
                                            <p:tav tm="0">
                                              <p:val>
                                                <p:fltVal val="0.5"/>
                                              </p:val>
                                            </p:tav>
                                            <p:tav tm="100000">
                                              <p:val>
                                                <p:strVal val="#ppt_y"/>
                                              </p:val>
                                            </p:tav>
                                          </p:tavLst>
                                        </p:anim>
                                      </p:childTnLst>
                                    </p:cTn>
                                  </p:par>
                                  <p:par>
                                    <p:cTn id="148" presetID="22" presetClass="entr" presetSubtype="2" fill="hold" nodeType="withEffect">
                                      <p:stCondLst>
                                        <p:cond delay="500"/>
                                      </p:stCondLst>
                                      <p:childTnLst>
                                        <p:set>
                                          <p:cBhvr>
                                            <p:cTn id="149" dur="1" fill="hold">
                                              <p:stCondLst>
                                                <p:cond delay="0"/>
                                              </p:stCondLst>
                                            </p:cTn>
                                            <p:tgtEl>
                                              <p:spTgt spid="98"/>
                                            </p:tgtEl>
                                            <p:attrNameLst>
                                              <p:attrName>style.visibility</p:attrName>
                                            </p:attrNameLst>
                                          </p:cBhvr>
                                          <p:to>
                                            <p:strVal val="visible"/>
                                          </p:to>
                                        </p:set>
                                        <p:animEffect transition="in" filter="wipe(right)">
                                          <p:cBhvr>
                                            <p:cTn id="150" dur="500"/>
                                            <p:tgtEl>
                                              <p:spTgt spid="98"/>
                                            </p:tgtEl>
                                          </p:cBhvr>
                                        </p:animEffect>
                                      </p:childTnLst>
                                    </p:cTn>
                                  </p:par>
                                </p:childTnLst>
                              </p:cTn>
                            </p:par>
                            <p:par>
                              <p:cTn id="151" fill="hold">
                                <p:stCondLst>
                                  <p:cond delay="1000"/>
                                </p:stCondLst>
                                <p:childTnLst>
                                  <p:par>
                                    <p:cTn id="152" presetID="10" presetClass="entr" presetSubtype="0" fill="hold" grpId="0" nodeType="afterEffect">
                                      <p:stCondLst>
                                        <p:cond delay="0"/>
                                      </p:stCondLst>
                                      <p:childTnLst>
                                        <p:set>
                                          <p:cBhvr>
                                            <p:cTn id="153" dur="1" fill="hold">
                                              <p:stCondLst>
                                                <p:cond delay="0"/>
                                              </p:stCondLst>
                                            </p:cTn>
                                            <p:tgtEl>
                                              <p:spTgt spid="61"/>
                                            </p:tgtEl>
                                            <p:attrNameLst>
                                              <p:attrName>style.visibility</p:attrName>
                                            </p:attrNameLst>
                                          </p:cBhvr>
                                          <p:to>
                                            <p:strVal val="visible"/>
                                          </p:to>
                                        </p:set>
                                        <p:animEffect transition="in" filter="fade">
                                          <p:cBhvr>
                                            <p:cTn id="154"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P spid="88" grpId="0" animBg="1"/>
          <p:bldP spid="93" grpId="0" animBg="1"/>
          <p:bldP spid="96" grpId="0" animBg="1"/>
          <p:bldP spid="100" grpId="0" animBg="1"/>
          <p:bldP spid="106" grpId="0" animBg="1"/>
          <p:bldP spid="117" grpId="0" animBg="1"/>
          <p:bldP spid="161" grpId="0" animBg="1"/>
          <p:bldP spid="164" grpId="0" animBg="1"/>
          <p:bldP spid="56" grpId="0"/>
          <p:bldP spid="57" grpId="0"/>
          <p:bldP spid="58" grpId="0"/>
          <p:bldP spid="59" grpId="0"/>
          <p:bldP spid="60" grpId="0"/>
          <p:bldP spid="6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p:cTn id="7" dur="750" fill="hold"/>
                                            <p:tgtEl>
                                              <p:spTgt spid="84"/>
                                            </p:tgtEl>
                                            <p:attrNameLst>
                                              <p:attrName>ppt_w</p:attrName>
                                            </p:attrNameLst>
                                          </p:cBhvr>
                                          <p:tavLst>
                                            <p:tav tm="0">
                                              <p:val>
                                                <p:fltVal val="0"/>
                                              </p:val>
                                            </p:tav>
                                            <p:tav tm="100000">
                                              <p:val>
                                                <p:strVal val="#ppt_w"/>
                                              </p:val>
                                            </p:tav>
                                          </p:tavLst>
                                        </p:anim>
                                        <p:anim calcmode="lin" valueType="num">
                                          <p:cBhvr>
                                            <p:cTn id="8" dur="750" fill="hold"/>
                                            <p:tgtEl>
                                              <p:spTgt spid="84"/>
                                            </p:tgtEl>
                                            <p:attrNameLst>
                                              <p:attrName>ppt_h</p:attrName>
                                            </p:attrNameLst>
                                          </p:cBhvr>
                                          <p:tavLst>
                                            <p:tav tm="0">
                                              <p:val>
                                                <p:fltVal val="0"/>
                                              </p:val>
                                            </p:tav>
                                            <p:tav tm="100000">
                                              <p:val>
                                                <p:strVal val="#ppt_h"/>
                                              </p:val>
                                            </p:tav>
                                          </p:tavLst>
                                        </p:anim>
                                        <p:anim calcmode="lin" valueType="num">
                                          <p:cBhvr>
                                            <p:cTn id="9" dur="750" fill="hold"/>
                                            <p:tgtEl>
                                              <p:spTgt spid="84"/>
                                            </p:tgtEl>
                                            <p:attrNameLst>
                                              <p:attrName>style.rotation</p:attrName>
                                            </p:attrNameLst>
                                          </p:cBhvr>
                                          <p:tavLst>
                                            <p:tav tm="0">
                                              <p:val>
                                                <p:fltVal val="360"/>
                                              </p:val>
                                            </p:tav>
                                            <p:tav tm="100000">
                                              <p:val>
                                                <p:fltVal val="0"/>
                                              </p:val>
                                            </p:tav>
                                          </p:tavLst>
                                        </p:anim>
                                        <p:animEffect transition="in" filter="fade">
                                          <p:cBhvr>
                                            <p:cTn id="10" dur="750"/>
                                            <p:tgtEl>
                                              <p:spTgt spid="84"/>
                                            </p:tgtEl>
                                          </p:cBhvr>
                                        </p:animEffect>
                                      </p:childTnLst>
                                    </p:cTn>
                                  </p:par>
                                  <p:par>
                                    <p:cTn id="11" presetID="49" presetClass="entr" presetSubtype="0" decel="100000" fill="hold" nodeType="withEffect">
                                      <p:stCondLst>
                                        <p:cond delay="200"/>
                                      </p:stCondLst>
                                      <p:childTnLst>
                                        <p:set>
                                          <p:cBhvr>
                                            <p:cTn id="12" dur="1" fill="hold">
                                              <p:stCondLst>
                                                <p:cond delay="0"/>
                                              </p:stCondLst>
                                            </p:cTn>
                                            <p:tgtEl>
                                              <p:spTgt spid="140"/>
                                            </p:tgtEl>
                                            <p:attrNameLst>
                                              <p:attrName>style.visibility</p:attrName>
                                            </p:attrNameLst>
                                          </p:cBhvr>
                                          <p:to>
                                            <p:strVal val="visible"/>
                                          </p:to>
                                        </p:set>
                                        <p:anim calcmode="lin" valueType="num">
                                          <p:cBhvr>
                                            <p:cTn id="13" dur="750" fill="hold"/>
                                            <p:tgtEl>
                                              <p:spTgt spid="140"/>
                                            </p:tgtEl>
                                            <p:attrNameLst>
                                              <p:attrName>ppt_w</p:attrName>
                                            </p:attrNameLst>
                                          </p:cBhvr>
                                          <p:tavLst>
                                            <p:tav tm="0">
                                              <p:val>
                                                <p:fltVal val="0"/>
                                              </p:val>
                                            </p:tav>
                                            <p:tav tm="100000">
                                              <p:val>
                                                <p:strVal val="#ppt_w"/>
                                              </p:val>
                                            </p:tav>
                                          </p:tavLst>
                                        </p:anim>
                                        <p:anim calcmode="lin" valueType="num">
                                          <p:cBhvr>
                                            <p:cTn id="14" dur="750" fill="hold"/>
                                            <p:tgtEl>
                                              <p:spTgt spid="140"/>
                                            </p:tgtEl>
                                            <p:attrNameLst>
                                              <p:attrName>ppt_h</p:attrName>
                                            </p:attrNameLst>
                                          </p:cBhvr>
                                          <p:tavLst>
                                            <p:tav tm="0">
                                              <p:val>
                                                <p:fltVal val="0"/>
                                              </p:val>
                                            </p:tav>
                                            <p:tav tm="100000">
                                              <p:val>
                                                <p:strVal val="#ppt_h"/>
                                              </p:val>
                                            </p:tav>
                                          </p:tavLst>
                                        </p:anim>
                                        <p:anim calcmode="lin" valueType="num">
                                          <p:cBhvr>
                                            <p:cTn id="15" dur="750" fill="hold"/>
                                            <p:tgtEl>
                                              <p:spTgt spid="140"/>
                                            </p:tgtEl>
                                            <p:attrNameLst>
                                              <p:attrName>style.rotation</p:attrName>
                                            </p:attrNameLst>
                                          </p:cBhvr>
                                          <p:tavLst>
                                            <p:tav tm="0">
                                              <p:val>
                                                <p:fltVal val="360"/>
                                              </p:val>
                                            </p:tav>
                                            <p:tav tm="100000">
                                              <p:val>
                                                <p:fltVal val="0"/>
                                              </p:val>
                                            </p:tav>
                                          </p:tavLst>
                                        </p:anim>
                                        <p:animEffect transition="in" filter="fade">
                                          <p:cBhvr>
                                            <p:cTn id="16" dur="750"/>
                                            <p:tgtEl>
                                              <p:spTgt spid="140"/>
                                            </p:tgtEl>
                                          </p:cBhvr>
                                        </p:animEffect>
                                      </p:childTnLst>
                                    </p:cTn>
                                  </p:par>
                                  <p:par>
                                    <p:cTn id="17" presetID="49" presetClass="entr" presetSubtype="0" decel="100000" fill="hold" nodeType="withEffect">
                                      <p:stCondLst>
                                        <p:cond delay="400"/>
                                      </p:stCondLst>
                                      <p:childTnLst>
                                        <p:set>
                                          <p:cBhvr>
                                            <p:cTn id="18" dur="1" fill="hold">
                                              <p:stCondLst>
                                                <p:cond delay="0"/>
                                              </p:stCondLst>
                                            </p:cTn>
                                            <p:tgtEl>
                                              <p:spTgt spid="156"/>
                                            </p:tgtEl>
                                            <p:attrNameLst>
                                              <p:attrName>style.visibility</p:attrName>
                                            </p:attrNameLst>
                                          </p:cBhvr>
                                          <p:to>
                                            <p:strVal val="visible"/>
                                          </p:to>
                                        </p:set>
                                        <p:anim calcmode="lin" valueType="num">
                                          <p:cBhvr>
                                            <p:cTn id="19" dur="750" fill="hold"/>
                                            <p:tgtEl>
                                              <p:spTgt spid="156"/>
                                            </p:tgtEl>
                                            <p:attrNameLst>
                                              <p:attrName>ppt_w</p:attrName>
                                            </p:attrNameLst>
                                          </p:cBhvr>
                                          <p:tavLst>
                                            <p:tav tm="0">
                                              <p:val>
                                                <p:fltVal val="0"/>
                                              </p:val>
                                            </p:tav>
                                            <p:tav tm="100000">
                                              <p:val>
                                                <p:strVal val="#ppt_w"/>
                                              </p:val>
                                            </p:tav>
                                          </p:tavLst>
                                        </p:anim>
                                        <p:anim calcmode="lin" valueType="num">
                                          <p:cBhvr>
                                            <p:cTn id="20" dur="750" fill="hold"/>
                                            <p:tgtEl>
                                              <p:spTgt spid="156"/>
                                            </p:tgtEl>
                                            <p:attrNameLst>
                                              <p:attrName>ppt_h</p:attrName>
                                            </p:attrNameLst>
                                          </p:cBhvr>
                                          <p:tavLst>
                                            <p:tav tm="0">
                                              <p:val>
                                                <p:fltVal val="0"/>
                                              </p:val>
                                            </p:tav>
                                            <p:tav tm="100000">
                                              <p:val>
                                                <p:strVal val="#ppt_h"/>
                                              </p:val>
                                            </p:tav>
                                          </p:tavLst>
                                        </p:anim>
                                        <p:anim calcmode="lin" valueType="num">
                                          <p:cBhvr>
                                            <p:cTn id="21" dur="750" fill="hold"/>
                                            <p:tgtEl>
                                              <p:spTgt spid="156"/>
                                            </p:tgtEl>
                                            <p:attrNameLst>
                                              <p:attrName>style.rotation</p:attrName>
                                            </p:attrNameLst>
                                          </p:cBhvr>
                                          <p:tavLst>
                                            <p:tav tm="0">
                                              <p:val>
                                                <p:fltVal val="360"/>
                                              </p:val>
                                            </p:tav>
                                            <p:tav tm="100000">
                                              <p:val>
                                                <p:fltVal val="0"/>
                                              </p:val>
                                            </p:tav>
                                          </p:tavLst>
                                        </p:anim>
                                        <p:animEffect transition="in" filter="fade">
                                          <p:cBhvr>
                                            <p:cTn id="22" dur="750"/>
                                            <p:tgtEl>
                                              <p:spTgt spid="156"/>
                                            </p:tgtEl>
                                          </p:cBhvr>
                                        </p:animEffect>
                                      </p:childTnLst>
                                    </p:cTn>
                                  </p:par>
                                  <p:par>
                                    <p:cTn id="23" presetID="49" presetClass="entr" presetSubtype="0" decel="100000" fill="hold" grpId="0" nodeType="withEffect">
                                      <p:stCondLst>
                                        <p:cond delay="600"/>
                                      </p:stCondLst>
                                      <p:childTnLst>
                                        <p:set>
                                          <p:cBhvr>
                                            <p:cTn id="24" dur="1" fill="hold">
                                              <p:stCondLst>
                                                <p:cond delay="0"/>
                                              </p:stCondLst>
                                            </p:cTn>
                                            <p:tgtEl>
                                              <p:spTgt spid="161"/>
                                            </p:tgtEl>
                                            <p:attrNameLst>
                                              <p:attrName>style.visibility</p:attrName>
                                            </p:attrNameLst>
                                          </p:cBhvr>
                                          <p:to>
                                            <p:strVal val="visible"/>
                                          </p:to>
                                        </p:set>
                                        <p:anim calcmode="lin" valueType="num">
                                          <p:cBhvr>
                                            <p:cTn id="25" dur="750" fill="hold"/>
                                            <p:tgtEl>
                                              <p:spTgt spid="161"/>
                                            </p:tgtEl>
                                            <p:attrNameLst>
                                              <p:attrName>ppt_w</p:attrName>
                                            </p:attrNameLst>
                                          </p:cBhvr>
                                          <p:tavLst>
                                            <p:tav tm="0">
                                              <p:val>
                                                <p:fltVal val="0"/>
                                              </p:val>
                                            </p:tav>
                                            <p:tav tm="100000">
                                              <p:val>
                                                <p:strVal val="#ppt_w"/>
                                              </p:val>
                                            </p:tav>
                                          </p:tavLst>
                                        </p:anim>
                                        <p:anim calcmode="lin" valueType="num">
                                          <p:cBhvr>
                                            <p:cTn id="26" dur="750" fill="hold"/>
                                            <p:tgtEl>
                                              <p:spTgt spid="161"/>
                                            </p:tgtEl>
                                            <p:attrNameLst>
                                              <p:attrName>ppt_h</p:attrName>
                                            </p:attrNameLst>
                                          </p:cBhvr>
                                          <p:tavLst>
                                            <p:tav tm="0">
                                              <p:val>
                                                <p:fltVal val="0"/>
                                              </p:val>
                                            </p:tav>
                                            <p:tav tm="100000">
                                              <p:val>
                                                <p:strVal val="#ppt_h"/>
                                              </p:val>
                                            </p:tav>
                                          </p:tavLst>
                                        </p:anim>
                                        <p:anim calcmode="lin" valueType="num">
                                          <p:cBhvr>
                                            <p:cTn id="27" dur="750" fill="hold"/>
                                            <p:tgtEl>
                                              <p:spTgt spid="161"/>
                                            </p:tgtEl>
                                            <p:attrNameLst>
                                              <p:attrName>style.rotation</p:attrName>
                                            </p:attrNameLst>
                                          </p:cBhvr>
                                          <p:tavLst>
                                            <p:tav tm="0">
                                              <p:val>
                                                <p:fltVal val="360"/>
                                              </p:val>
                                            </p:tav>
                                            <p:tav tm="100000">
                                              <p:val>
                                                <p:fltVal val="0"/>
                                              </p:val>
                                            </p:tav>
                                          </p:tavLst>
                                        </p:anim>
                                        <p:animEffect transition="in" filter="fade">
                                          <p:cBhvr>
                                            <p:cTn id="28" dur="750"/>
                                            <p:tgtEl>
                                              <p:spTgt spid="161"/>
                                            </p:tgtEl>
                                          </p:cBhvr>
                                        </p:animEffect>
                                      </p:childTnLst>
                                    </p:cTn>
                                  </p:par>
                                  <p:par>
                                    <p:cTn id="29" presetID="49" presetClass="entr" presetSubtype="0" decel="100000" fill="hold" grpId="0" nodeType="withEffect">
                                      <p:stCondLst>
                                        <p:cond delay="800"/>
                                      </p:stCondLst>
                                      <p:childTnLst>
                                        <p:set>
                                          <p:cBhvr>
                                            <p:cTn id="30" dur="1" fill="hold">
                                              <p:stCondLst>
                                                <p:cond delay="0"/>
                                              </p:stCondLst>
                                            </p:cTn>
                                            <p:tgtEl>
                                              <p:spTgt spid="164"/>
                                            </p:tgtEl>
                                            <p:attrNameLst>
                                              <p:attrName>style.visibility</p:attrName>
                                            </p:attrNameLst>
                                          </p:cBhvr>
                                          <p:to>
                                            <p:strVal val="visible"/>
                                          </p:to>
                                        </p:set>
                                        <p:anim calcmode="lin" valueType="num">
                                          <p:cBhvr>
                                            <p:cTn id="31" dur="750" fill="hold"/>
                                            <p:tgtEl>
                                              <p:spTgt spid="164"/>
                                            </p:tgtEl>
                                            <p:attrNameLst>
                                              <p:attrName>ppt_w</p:attrName>
                                            </p:attrNameLst>
                                          </p:cBhvr>
                                          <p:tavLst>
                                            <p:tav tm="0">
                                              <p:val>
                                                <p:fltVal val="0"/>
                                              </p:val>
                                            </p:tav>
                                            <p:tav tm="100000">
                                              <p:val>
                                                <p:strVal val="#ppt_w"/>
                                              </p:val>
                                            </p:tav>
                                          </p:tavLst>
                                        </p:anim>
                                        <p:anim calcmode="lin" valueType="num">
                                          <p:cBhvr>
                                            <p:cTn id="32" dur="750" fill="hold"/>
                                            <p:tgtEl>
                                              <p:spTgt spid="164"/>
                                            </p:tgtEl>
                                            <p:attrNameLst>
                                              <p:attrName>ppt_h</p:attrName>
                                            </p:attrNameLst>
                                          </p:cBhvr>
                                          <p:tavLst>
                                            <p:tav tm="0">
                                              <p:val>
                                                <p:fltVal val="0"/>
                                              </p:val>
                                            </p:tav>
                                            <p:tav tm="100000">
                                              <p:val>
                                                <p:strVal val="#ppt_h"/>
                                              </p:val>
                                            </p:tav>
                                          </p:tavLst>
                                        </p:anim>
                                        <p:anim calcmode="lin" valueType="num">
                                          <p:cBhvr>
                                            <p:cTn id="33" dur="750" fill="hold"/>
                                            <p:tgtEl>
                                              <p:spTgt spid="164"/>
                                            </p:tgtEl>
                                            <p:attrNameLst>
                                              <p:attrName>style.rotation</p:attrName>
                                            </p:attrNameLst>
                                          </p:cBhvr>
                                          <p:tavLst>
                                            <p:tav tm="0">
                                              <p:val>
                                                <p:fltVal val="360"/>
                                              </p:val>
                                            </p:tav>
                                            <p:tav tm="100000">
                                              <p:val>
                                                <p:fltVal val="0"/>
                                              </p:val>
                                            </p:tav>
                                          </p:tavLst>
                                        </p:anim>
                                        <p:animEffect transition="in" filter="fade">
                                          <p:cBhvr>
                                            <p:cTn id="34" dur="750"/>
                                            <p:tgtEl>
                                              <p:spTgt spid="164"/>
                                            </p:tgtEl>
                                          </p:cBhvr>
                                        </p:animEffect>
                                      </p:childTnLst>
                                    </p:cTn>
                                  </p:par>
                                </p:childTnLst>
                              </p:cTn>
                            </p:par>
                          </p:childTnLst>
                        </p:cTn>
                      </p:par>
                      <p:par>
                        <p:cTn id="35" fill="hold">
                          <p:stCondLst>
                            <p:cond delay="indefinite"/>
                          </p:stCondLst>
                          <p:childTnLst>
                            <p:par>
                              <p:cTn id="36" fill="hold">
                                <p:stCondLst>
                                  <p:cond delay="0"/>
                                </p:stCondLst>
                                <p:childTnLst>
                                  <p:par>
                                    <p:cTn id="37" presetID="8" presetClass="emph" presetSubtype="0" fill="hold" nodeType="clickEffect">
                                      <p:stCondLst>
                                        <p:cond delay="0"/>
                                      </p:stCondLst>
                                      <p:childTnLst>
                                        <p:animRot by="16200000">
                                          <p:cBhvr>
                                            <p:cTn id="38" dur="1000" fill="hold"/>
                                            <p:tgtEl>
                                              <p:spTgt spid="140"/>
                                            </p:tgtEl>
                                            <p:attrNameLst>
                                              <p:attrName>r</p:attrName>
                                            </p:attrNameLst>
                                          </p:cBhvr>
                                        </p:animRot>
                                      </p:childTnLst>
                                    </p:cTn>
                                  </p:par>
                                  <p:par>
                                    <p:cTn id="39" presetID="8" presetClass="emph" presetSubtype="0" fill="hold" nodeType="withEffect">
                                      <p:stCondLst>
                                        <p:cond delay="0"/>
                                      </p:stCondLst>
                                      <p:childTnLst>
                                        <p:animRot by="1800000">
                                          <p:cBhvr>
                                            <p:cTn id="40" dur="1000" fill="hold"/>
                                            <p:tgtEl>
                                              <p:spTgt spid="156"/>
                                            </p:tgtEl>
                                            <p:attrNameLst>
                                              <p:attrName>r</p:attrName>
                                            </p:attrNameLst>
                                          </p:cBhvr>
                                        </p:animRot>
                                      </p:childTnLst>
                                    </p:cTn>
                                  </p:par>
                                  <p:par>
                                    <p:cTn id="41" presetID="53" presetClass="entr" presetSubtype="528" fill="hold" grpId="0" nodeType="withEffect">
                                      <p:stCondLst>
                                        <p:cond delay="0"/>
                                      </p:stCondLst>
                                      <p:childTnLst>
                                        <p:set>
                                          <p:cBhvr>
                                            <p:cTn id="42" dur="1" fill="hold">
                                              <p:stCondLst>
                                                <p:cond delay="0"/>
                                              </p:stCondLst>
                                            </p:cTn>
                                            <p:tgtEl>
                                              <p:spTgt spid="117"/>
                                            </p:tgtEl>
                                            <p:attrNameLst>
                                              <p:attrName>style.visibility</p:attrName>
                                            </p:attrNameLst>
                                          </p:cBhvr>
                                          <p:to>
                                            <p:strVal val="visible"/>
                                          </p:to>
                                        </p:set>
                                        <p:anim calcmode="lin" valueType="num">
                                          <p:cBhvr>
                                            <p:cTn id="43" dur="500" fill="hold"/>
                                            <p:tgtEl>
                                              <p:spTgt spid="117"/>
                                            </p:tgtEl>
                                            <p:attrNameLst>
                                              <p:attrName>ppt_w</p:attrName>
                                            </p:attrNameLst>
                                          </p:cBhvr>
                                          <p:tavLst>
                                            <p:tav tm="0">
                                              <p:val>
                                                <p:fltVal val="0"/>
                                              </p:val>
                                            </p:tav>
                                            <p:tav tm="100000">
                                              <p:val>
                                                <p:strVal val="#ppt_w"/>
                                              </p:val>
                                            </p:tav>
                                          </p:tavLst>
                                        </p:anim>
                                        <p:anim calcmode="lin" valueType="num">
                                          <p:cBhvr>
                                            <p:cTn id="44" dur="500" fill="hold"/>
                                            <p:tgtEl>
                                              <p:spTgt spid="117"/>
                                            </p:tgtEl>
                                            <p:attrNameLst>
                                              <p:attrName>ppt_h</p:attrName>
                                            </p:attrNameLst>
                                          </p:cBhvr>
                                          <p:tavLst>
                                            <p:tav tm="0">
                                              <p:val>
                                                <p:fltVal val="0"/>
                                              </p:val>
                                            </p:tav>
                                            <p:tav tm="100000">
                                              <p:val>
                                                <p:strVal val="#ppt_h"/>
                                              </p:val>
                                            </p:tav>
                                          </p:tavLst>
                                        </p:anim>
                                        <p:animEffect transition="in" filter="fade">
                                          <p:cBhvr>
                                            <p:cTn id="45" dur="500"/>
                                            <p:tgtEl>
                                              <p:spTgt spid="117"/>
                                            </p:tgtEl>
                                          </p:cBhvr>
                                        </p:animEffect>
                                        <p:anim calcmode="lin" valueType="num">
                                          <p:cBhvr>
                                            <p:cTn id="46" dur="500" fill="hold"/>
                                            <p:tgtEl>
                                              <p:spTgt spid="117"/>
                                            </p:tgtEl>
                                            <p:attrNameLst>
                                              <p:attrName>ppt_x</p:attrName>
                                            </p:attrNameLst>
                                          </p:cBhvr>
                                          <p:tavLst>
                                            <p:tav tm="0">
                                              <p:val>
                                                <p:fltVal val="0.5"/>
                                              </p:val>
                                            </p:tav>
                                            <p:tav tm="100000">
                                              <p:val>
                                                <p:strVal val="#ppt_x"/>
                                              </p:val>
                                            </p:tav>
                                          </p:tavLst>
                                        </p:anim>
                                        <p:anim calcmode="lin" valueType="num">
                                          <p:cBhvr>
                                            <p:cTn id="47" dur="500" fill="hold"/>
                                            <p:tgtEl>
                                              <p:spTgt spid="117"/>
                                            </p:tgtEl>
                                            <p:attrNameLst>
                                              <p:attrName>ppt_y</p:attrName>
                                            </p:attrNameLst>
                                          </p:cBhvr>
                                          <p:tavLst>
                                            <p:tav tm="0">
                                              <p:val>
                                                <p:fltVal val="0.5"/>
                                              </p:val>
                                            </p:tav>
                                            <p:tav tm="100000">
                                              <p:val>
                                                <p:strVal val="#ppt_y"/>
                                              </p:val>
                                            </p:tav>
                                          </p:tavLst>
                                        </p:anim>
                                      </p:childTnLst>
                                    </p:cTn>
                                  </p:par>
                                  <p:par>
                                    <p:cTn id="48" presetID="22" presetClass="entr" presetSubtype="8" fill="hold" nodeType="withEffect">
                                      <p:stCondLst>
                                        <p:cond delay="500"/>
                                      </p:stCondLst>
                                      <p:childTnLst>
                                        <p:set>
                                          <p:cBhvr>
                                            <p:cTn id="49" dur="1" fill="hold">
                                              <p:stCondLst>
                                                <p:cond delay="0"/>
                                              </p:stCondLst>
                                            </p:cTn>
                                            <p:tgtEl>
                                              <p:spTgt spid="55"/>
                                            </p:tgtEl>
                                            <p:attrNameLst>
                                              <p:attrName>style.visibility</p:attrName>
                                            </p:attrNameLst>
                                          </p:cBhvr>
                                          <p:to>
                                            <p:strVal val="visible"/>
                                          </p:to>
                                        </p:set>
                                        <p:animEffect transition="in" filter="wipe(left)">
                                          <p:cBhvr>
                                            <p:cTn id="50" dur="500"/>
                                            <p:tgtEl>
                                              <p:spTgt spid="55"/>
                                            </p:tgtEl>
                                          </p:cBhvr>
                                        </p:animEffect>
                                      </p:childTnLst>
                                    </p:cTn>
                                  </p:par>
                                </p:childTnLst>
                              </p:cTn>
                            </p:par>
                            <p:par>
                              <p:cTn id="51" fill="hold">
                                <p:stCondLst>
                                  <p:cond delay="1000"/>
                                </p:stCondLst>
                                <p:childTnLst>
                                  <p:par>
                                    <p:cTn id="52" presetID="10" presetClass="entr" presetSubtype="0" fill="hold" grpId="0" nodeType="afterEffect">
                                      <p:stCondLst>
                                        <p:cond delay="0"/>
                                      </p:stCondLst>
                                      <p:childTnLst>
                                        <p:set>
                                          <p:cBhvr>
                                            <p:cTn id="53" dur="1" fill="hold">
                                              <p:stCondLst>
                                                <p:cond delay="0"/>
                                              </p:stCondLst>
                                            </p:cTn>
                                            <p:tgtEl>
                                              <p:spTgt spid="56"/>
                                            </p:tgtEl>
                                            <p:attrNameLst>
                                              <p:attrName>style.visibility</p:attrName>
                                            </p:attrNameLst>
                                          </p:cBhvr>
                                          <p:to>
                                            <p:strVal val="visible"/>
                                          </p:to>
                                        </p:set>
                                        <p:animEffect transition="in" filter="fade">
                                          <p:cBhvr>
                                            <p:cTn id="54" dur="500"/>
                                            <p:tgtEl>
                                              <p:spTgt spid="56"/>
                                            </p:tgtEl>
                                          </p:cBhvr>
                                        </p:animEffect>
                                      </p:childTnLst>
                                    </p:cTn>
                                  </p:par>
                                </p:childTnLst>
                              </p:cTn>
                            </p:par>
                          </p:childTnLst>
                        </p:cTn>
                      </p:par>
                      <p:par>
                        <p:cTn id="55" fill="hold">
                          <p:stCondLst>
                            <p:cond delay="indefinite"/>
                          </p:stCondLst>
                          <p:childTnLst>
                            <p:par>
                              <p:cTn id="56" fill="hold">
                                <p:stCondLst>
                                  <p:cond delay="0"/>
                                </p:stCondLst>
                                <p:childTnLst>
                                  <p:par>
                                    <p:cTn id="57" presetID="8" presetClass="emph" presetSubtype="0" fill="hold" nodeType="clickEffect">
                                      <p:stCondLst>
                                        <p:cond delay="0"/>
                                      </p:stCondLst>
                                      <p:childTnLst>
                                        <p:animRot by="21600000">
                                          <p:cBhvr>
                                            <p:cTn id="58" dur="1000" fill="hold"/>
                                            <p:tgtEl>
                                              <p:spTgt spid="140"/>
                                            </p:tgtEl>
                                            <p:attrNameLst>
                                              <p:attrName>r</p:attrName>
                                            </p:attrNameLst>
                                          </p:cBhvr>
                                        </p:animRot>
                                      </p:childTnLst>
                                    </p:cTn>
                                  </p:par>
                                  <p:par>
                                    <p:cTn id="59" presetID="8" presetClass="emph" presetSubtype="0" fill="hold" nodeType="withEffect">
                                      <p:stCondLst>
                                        <p:cond delay="0"/>
                                      </p:stCondLst>
                                      <p:childTnLst>
                                        <p:animRot by="3600000">
                                          <p:cBhvr>
                                            <p:cTn id="60" dur="1000" fill="hold"/>
                                            <p:tgtEl>
                                              <p:spTgt spid="156"/>
                                            </p:tgtEl>
                                            <p:attrNameLst>
                                              <p:attrName>r</p:attrName>
                                            </p:attrNameLst>
                                          </p:cBhvr>
                                        </p:animRot>
                                      </p:childTnLst>
                                    </p:cTn>
                                  </p:par>
                                  <p:par>
                                    <p:cTn id="61" presetID="53" presetClass="entr" presetSubtype="528" fill="hold" grpId="0" nodeType="withEffect">
                                      <p:stCondLst>
                                        <p:cond delay="0"/>
                                      </p:stCondLst>
                                      <p:childTnLst>
                                        <p:set>
                                          <p:cBhvr>
                                            <p:cTn id="62" dur="1" fill="hold">
                                              <p:stCondLst>
                                                <p:cond delay="0"/>
                                              </p:stCondLst>
                                            </p:cTn>
                                            <p:tgtEl>
                                              <p:spTgt spid="93"/>
                                            </p:tgtEl>
                                            <p:attrNameLst>
                                              <p:attrName>style.visibility</p:attrName>
                                            </p:attrNameLst>
                                          </p:cBhvr>
                                          <p:to>
                                            <p:strVal val="visible"/>
                                          </p:to>
                                        </p:set>
                                        <p:anim calcmode="lin" valueType="num">
                                          <p:cBhvr>
                                            <p:cTn id="63" dur="500" fill="hold"/>
                                            <p:tgtEl>
                                              <p:spTgt spid="93"/>
                                            </p:tgtEl>
                                            <p:attrNameLst>
                                              <p:attrName>ppt_w</p:attrName>
                                            </p:attrNameLst>
                                          </p:cBhvr>
                                          <p:tavLst>
                                            <p:tav tm="0">
                                              <p:val>
                                                <p:fltVal val="0"/>
                                              </p:val>
                                            </p:tav>
                                            <p:tav tm="100000">
                                              <p:val>
                                                <p:strVal val="#ppt_w"/>
                                              </p:val>
                                            </p:tav>
                                          </p:tavLst>
                                        </p:anim>
                                        <p:anim calcmode="lin" valueType="num">
                                          <p:cBhvr>
                                            <p:cTn id="64" dur="500" fill="hold"/>
                                            <p:tgtEl>
                                              <p:spTgt spid="93"/>
                                            </p:tgtEl>
                                            <p:attrNameLst>
                                              <p:attrName>ppt_h</p:attrName>
                                            </p:attrNameLst>
                                          </p:cBhvr>
                                          <p:tavLst>
                                            <p:tav tm="0">
                                              <p:val>
                                                <p:fltVal val="0"/>
                                              </p:val>
                                            </p:tav>
                                            <p:tav tm="100000">
                                              <p:val>
                                                <p:strVal val="#ppt_h"/>
                                              </p:val>
                                            </p:tav>
                                          </p:tavLst>
                                        </p:anim>
                                        <p:animEffect transition="in" filter="fade">
                                          <p:cBhvr>
                                            <p:cTn id="65" dur="500"/>
                                            <p:tgtEl>
                                              <p:spTgt spid="93"/>
                                            </p:tgtEl>
                                          </p:cBhvr>
                                        </p:animEffect>
                                        <p:anim calcmode="lin" valueType="num">
                                          <p:cBhvr>
                                            <p:cTn id="66" dur="500" fill="hold"/>
                                            <p:tgtEl>
                                              <p:spTgt spid="93"/>
                                            </p:tgtEl>
                                            <p:attrNameLst>
                                              <p:attrName>ppt_x</p:attrName>
                                            </p:attrNameLst>
                                          </p:cBhvr>
                                          <p:tavLst>
                                            <p:tav tm="0">
                                              <p:val>
                                                <p:fltVal val="0.5"/>
                                              </p:val>
                                            </p:tav>
                                            <p:tav tm="100000">
                                              <p:val>
                                                <p:strVal val="#ppt_x"/>
                                              </p:val>
                                            </p:tav>
                                          </p:tavLst>
                                        </p:anim>
                                        <p:anim calcmode="lin" valueType="num">
                                          <p:cBhvr>
                                            <p:cTn id="67" dur="500" fill="hold"/>
                                            <p:tgtEl>
                                              <p:spTgt spid="93"/>
                                            </p:tgtEl>
                                            <p:attrNameLst>
                                              <p:attrName>ppt_y</p:attrName>
                                            </p:attrNameLst>
                                          </p:cBhvr>
                                          <p:tavLst>
                                            <p:tav tm="0">
                                              <p:val>
                                                <p:fltVal val="0.5"/>
                                              </p:val>
                                            </p:tav>
                                            <p:tav tm="100000">
                                              <p:val>
                                                <p:strVal val="#ppt_y"/>
                                              </p:val>
                                            </p:tav>
                                          </p:tavLst>
                                        </p:anim>
                                      </p:childTnLst>
                                    </p:cTn>
                                  </p:par>
                                  <p:par>
                                    <p:cTn id="68" presetID="22" presetClass="entr" presetSubtype="8" fill="hold" nodeType="withEffect">
                                      <p:stCondLst>
                                        <p:cond delay="500"/>
                                      </p:stCondLst>
                                      <p:childTnLst>
                                        <p:set>
                                          <p:cBhvr>
                                            <p:cTn id="69" dur="1" fill="hold">
                                              <p:stCondLst>
                                                <p:cond delay="0"/>
                                              </p:stCondLst>
                                            </p:cTn>
                                            <p:tgtEl>
                                              <p:spTgt spid="72"/>
                                            </p:tgtEl>
                                            <p:attrNameLst>
                                              <p:attrName>style.visibility</p:attrName>
                                            </p:attrNameLst>
                                          </p:cBhvr>
                                          <p:to>
                                            <p:strVal val="visible"/>
                                          </p:to>
                                        </p:set>
                                        <p:animEffect transition="in" filter="wipe(left)">
                                          <p:cBhvr>
                                            <p:cTn id="70" dur="500"/>
                                            <p:tgtEl>
                                              <p:spTgt spid="72"/>
                                            </p:tgtEl>
                                          </p:cBhvr>
                                        </p:animEffect>
                                      </p:childTnLst>
                                    </p:cTn>
                                  </p:par>
                                </p:childTnLst>
                              </p:cTn>
                            </p:par>
                            <p:par>
                              <p:cTn id="71" fill="hold">
                                <p:stCondLst>
                                  <p:cond delay="1000"/>
                                </p:stCondLst>
                                <p:childTnLst>
                                  <p:par>
                                    <p:cTn id="72" presetID="10" presetClass="entr" presetSubtype="0" fill="hold" grpId="0" nodeType="afterEffect">
                                      <p:stCondLst>
                                        <p:cond delay="0"/>
                                      </p:stCondLst>
                                      <p:childTnLst>
                                        <p:set>
                                          <p:cBhvr>
                                            <p:cTn id="73" dur="1" fill="hold">
                                              <p:stCondLst>
                                                <p:cond delay="0"/>
                                              </p:stCondLst>
                                            </p:cTn>
                                            <p:tgtEl>
                                              <p:spTgt spid="57"/>
                                            </p:tgtEl>
                                            <p:attrNameLst>
                                              <p:attrName>style.visibility</p:attrName>
                                            </p:attrNameLst>
                                          </p:cBhvr>
                                          <p:to>
                                            <p:strVal val="visible"/>
                                          </p:to>
                                        </p:set>
                                        <p:animEffect transition="in" filter="fade">
                                          <p:cBhvr>
                                            <p:cTn id="74" dur="500"/>
                                            <p:tgtEl>
                                              <p:spTgt spid="57"/>
                                            </p:tgtEl>
                                          </p:cBhvr>
                                        </p:animEffect>
                                      </p:childTnLst>
                                    </p:cTn>
                                  </p:par>
                                </p:childTnLst>
                              </p:cTn>
                            </p:par>
                          </p:childTnLst>
                        </p:cTn>
                      </p:par>
                      <p:par>
                        <p:cTn id="75" fill="hold">
                          <p:stCondLst>
                            <p:cond delay="indefinite"/>
                          </p:stCondLst>
                          <p:childTnLst>
                            <p:par>
                              <p:cTn id="76" fill="hold">
                                <p:stCondLst>
                                  <p:cond delay="0"/>
                                </p:stCondLst>
                                <p:childTnLst>
                                  <p:par>
                                    <p:cTn id="77" presetID="8" presetClass="emph" presetSubtype="0" fill="hold" nodeType="clickEffect">
                                      <p:stCondLst>
                                        <p:cond delay="0"/>
                                      </p:stCondLst>
                                      <p:childTnLst>
                                        <p:animRot by="21600000">
                                          <p:cBhvr>
                                            <p:cTn id="78" dur="1000" fill="hold"/>
                                            <p:tgtEl>
                                              <p:spTgt spid="140"/>
                                            </p:tgtEl>
                                            <p:attrNameLst>
                                              <p:attrName>r</p:attrName>
                                            </p:attrNameLst>
                                          </p:cBhvr>
                                        </p:animRot>
                                      </p:childTnLst>
                                    </p:cTn>
                                  </p:par>
                                  <p:par>
                                    <p:cTn id="79" presetID="8" presetClass="emph" presetSubtype="0" fill="hold" nodeType="withEffect">
                                      <p:stCondLst>
                                        <p:cond delay="0"/>
                                      </p:stCondLst>
                                      <p:childTnLst>
                                        <p:animRot by="3600000">
                                          <p:cBhvr>
                                            <p:cTn id="80" dur="1000" fill="hold"/>
                                            <p:tgtEl>
                                              <p:spTgt spid="156"/>
                                            </p:tgtEl>
                                            <p:attrNameLst>
                                              <p:attrName>r</p:attrName>
                                            </p:attrNameLst>
                                          </p:cBhvr>
                                        </p:animRot>
                                      </p:childTnLst>
                                    </p:cTn>
                                  </p:par>
                                  <p:par>
                                    <p:cTn id="81" presetID="53" presetClass="entr" presetSubtype="528" fill="hold" grpId="0" nodeType="withEffect">
                                      <p:stCondLst>
                                        <p:cond delay="0"/>
                                      </p:stCondLst>
                                      <p:childTnLst>
                                        <p:set>
                                          <p:cBhvr>
                                            <p:cTn id="82" dur="1" fill="hold">
                                              <p:stCondLst>
                                                <p:cond delay="0"/>
                                              </p:stCondLst>
                                            </p:cTn>
                                            <p:tgtEl>
                                              <p:spTgt spid="88"/>
                                            </p:tgtEl>
                                            <p:attrNameLst>
                                              <p:attrName>style.visibility</p:attrName>
                                            </p:attrNameLst>
                                          </p:cBhvr>
                                          <p:to>
                                            <p:strVal val="visible"/>
                                          </p:to>
                                        </p:set>
                                        <p:anim calcmode="lin" valueType="num">
                                          <p:cBhvr>
                                            <p:cTn id="83" dur="500" fill="hold"/>
                                            <p:tgtEl>
                                              <p:spTgt spid="88"/>
                                            </p:tgtEl>
                                            <p:attrNameLst>
                                              <p:attrName>ppt_w</p:attrName>
                                            </p:attrNameLst>
                                          </p:cBhvr>
                                          <p:tavLst>
                                            <p:tav tm="0">
                                              <p:val>
                                                <p:fltVal val="0"/>
                                              </p:val>
                                            </p:tav>
                                            <p:tav tm="100000">
                                              <p:val>
                                                <p:strVal val="#ppt_w"/>
                                              </p:val>
                                            </p:tav>
                                          </p:tavLst>
                                        </p:anim>
                                        <p:anim calcmode="lin" valueType="num">
                                          <p:cBhvr>
                                            <p:cTn id="84" dur="500" fill="hold"/>
                                            <p:tgtEl>
                                              <p:spTgt spid="88"/>
                                            </p:tgtEl>
                                            <p:attrNameLst>
                                              <p:attrName>ppt_h</p:attrName>
                                            </p:attrNameLst>
                                          </p:cBhvr>
                                          <p:tavLst>
                                            <p:tav tm="0">
                                              <p:val>
                                                <p:fltVal val="0"/>
                                              </p:val>
                                            </p:tav>
                                            <p:tav tm="100000">
                                              <p:val>
                                                <p:strVal val="#ppt_h"/>
                                              </p:val>
                                            </p:tav>
                                          </p:tavLst>
                                        </p:anim>
                                        <p:animEffect transition="in" filter="fade">
                                          <p:cBhvr>
                                            <p:cTn id="85" dur="500"/>
                                            <p:tgtEl>
                                              <p:spTgt spid="88"/>
                                            </p:tgtEl>
                                          </p:cBhvr>
                                        </p:animEffect>
                                        <p:anim calcmode="lin" valueType="num">
                                          <p:cBhvr>
                                            <p:cTn id="86" dur="500" fill="hold"/>
                                            <p:tgtEl>
                                              <p:spTgt spid="88"/>
                                            </p:tgtEl>
                                            <p:attrNameLst>
                                              <p:attrName>ppt_x</p:attrName>
                                            </p:attrNameLst>
                                          </p:cBhvr>
                                          <p:tavLst>
                                            <p:tav tm="0">
                                              <p:val>
                                                <p:fltVal val="0.5"/>
                                              </p:val>
                                            </p:tav>
                                            <p:tav tm="100000">
                                              <p:val>
                                                <p:strVal val="#ppt_x"/>
                                              </p:val>
                                            </p:tav>
                                          </p:tavLst>
                                        </p:anim>
                                        <p:anim calcmode="lin" valueType="num">
                                          <p:cBhvr>
                                            <p:cTn id="87" dur="500" fill="hold"/>
                                            <p:tgtEl>
                                              <p:spTgt spid="88"/>
                                            </p:tgtEl>
                                            <p:attrNameLst>
                                              <p:attrName>ppt_y</p:attrName>
                                            </p:attrNameLst>
                                          </p:cBhvr>
                                          <p:tavLst>
                                            <p:tav tm="0">
                                              <p:val>
                                                <p:fltVal val="0.5"/>
                                              </p:val>
                                            </p:tav>
                                            <p:tav tm="100000">
                                              <p:val>
                                                <p:strVal val="#ppt_y"/>
                                              </p:val>
                                            </p:tav>
                                          </p:tavLst>
                                        </p:anim>
                                      </p:childTnLst>
                                    </p:cTn>
                                  </p:par>
                                  <p:par>
                                    <p:cTn id="88" presetID="22" presetClass="entr" presetSubtype="8" fill="hold" nodeType="withEffect">
                                      <p:stCondLst>
                                        <p:cond delay="500"/>
                                      </p:stCondLst>
                                      <p:childTnLst>
                                        <p:set>
                                          <p:cBhvr>
                                            <p:cTn id="89" dur="1" fill="hold">
                                              <p:stCondLst>
                                                <p:cond delay="0"/>
                                              </p:stCondLst>
                                            </p:cTn>
                                            <p:tgtEl>
                                              <p:spTgt spid="76"/>
                                            </p:tgtEl>
                                            <p:attrNameLst>
                                              <p:attrName>style.visibility</p:attrName>
                                            </p:attrNameLst>
                                          </p:cBhvr>
                                          <p:to>
                                            <p:strVal val="visible"/>
                                          </p:to>
                                        </p:set>
                                        <p:animEffect transition="in" filter="wipe(left)">
                                          <p:cBhvr>
                                            <p:cTn id="90" dur="500"/>
                                            <p:tgtEl>
                                              <p:spTgt spid="76"/>
                                            </p:tgtEl>
                                          </p:cBhvr>
                                        </p:animEffect>
                                      </p:childTnLst>
                                    </p:cTn>
                                  </p:par>
                                </p:childTnLst>
                              </p:cTn>
                            </p:par>
                            <p:par>
                              <p:cTn id="91" fill="hold">
                                <p:stCondLst>
                                  <p:cond delay="1000"/>
                                </p:stCondLst>
                                <p:childTnLst>
                                  <p:par>
                                    <p:cTn id="92" presetID="10" presetClass="entr" presetSubtype="0" fill="hold" grpId="0" nodeType="afterEffect">
                                      <p:stCondLst>
                                        <p:cond delay="0"/>
                                      </p:stCondLst>
                                      <p:childTnLst>
                                        <p:set>
                                          <p:cBhvr>
                                            <p:cTn id="93" dur="1" fill="hold">
                                              <p:stCondLst>
                                                <p:cond delay="0"/>
                                              </p:stCondLst>
                                            </p:cTn>
                                            <p:tgtEl>
                                              <p:spTgt spid="58"/>
                                            </p:tgtEl>
                                            <p:attrNameLst>
                                              <p:attrName>style.visibility</p:attrName>
                                            </p:attrNameLst>
                                          </p:cBhvr>
                                          <p:to>
                                            <p:strVal val="visible"/>
                                          </p:to>
                                        </p:set>
                                        <p:animEffect transition="in" filter="fade">
                                          <p:cBhvr>
                                            <p:cTn id="94" dur="500"/>
                                            <p:tgtEl>
                                              <p:spTgt spid="58"/>
                                            </p:tgtEl>
                                          </p:cBhvr>
                                        </p:animEffect>
                                      </p:childTnLst>
                                    </p:cTn>
                                  </p:par>
                                </p:childTnLst>
                              </p:cTn>
                            </p:par>
                          </p:childTnLst>
                        </p:cTn>
                      </p:par>
                      <p:par>
                        <p:cTn id="95" fill="hold">
                          <p:stCondLst>
                            <p:cond delay="indefinite"/>
                          </p:stCondLst>
                          <p:childTnLst>
                            <p:par>
                              <p:cTn id="96" fill="hold">
                                <p:stCondLst>
                                  <p:cond delay="0"/>
                                </p:stCondLst>
                                <p:childTnLst>
                                  <p:par>
                                    <p:cTn id="97" presetID="8" presetClass="emph" presetSubtype="0" fill="hold" nodeType="clickEffect">
                                      <p:stCondLst>
                                        <p:cond delay="0"/>
                                      </p:stCondLst>
                                      <p:childTnLst>
                                        <p:animRot by="21600000">
                                          <p:cBhvr>
                                            <p:cTn id="98" dur="1000" fill="hold"/>
                                            <p:tgtEl>
                                              <p:spTgt spid="140"/>
                                            </p:tgtEl>
                                            <p:attrNameLst>
                                              <p:attrName>r</p:attrName>
                                            </p:attrNameLst>
                                          </p:cBhvr>
                                        </p:animRot>
                                      </p:childTnLst>
                                    </p:cTn>
                                  </p:par>
                                  <p:par>
                                    <p:cTn id="99" presetID="8" presetClass="emph" presetSubtype="0" fill="hold" nodeType="withEffect">
                                      <p:stCondLst>
                                        <p:cond delay="0"/>
                                      </p:stCondLst>
                                      <p:childTnLst>
                                        <p:animRot by="3600000">
                                          <p:cBhvr>
                                            <p:cTn id="100" dur="1000" fill="hold"/>
                                            <p:tgtEl>
                                              <p:spTgt spid="156"/>
                                            </p:tgtEl>
                                            <p:attrNameLst>
                                              <p:attrName>r</p:attrName>
                                            </p:attrNameLst>
                                          </p:cBhvr>
                                        </p:animRot>
                                      </p:childTnLst>
                                    </p:cTn>
                                  </p:par>
                                  <p:par>
                                    <p:cTn id="101" presetID="53" presetClass="entr" presetSubtype="528" fill="hold" grpId="0" nodeType="withEffect">
                                      <p:stCondLst>
                                        <p:cond delay="0"/>
                                      </p:stCondLst>
                                      <p:childTnLst>
                                        <p:set>
                                          <p:cBhvr>
                                            <p:cTn id="102" dur="1" fill="hold">
                                              <p:stCondLst>
                                                <p:cond delay="0"/>
                                              </p:stCondLst>
                                            </p:cTn>
                                            <p:tgtEl>
                                              <p:spTgt spid="96"/>
                                            </p:tgtEl>
                                            <p:attrNameLst>
                                              <p:attrName>style.visibility</p:attrName>
                                            </p:attrNameLst>
                                          </p:cBhvr>
                                          <p:to>
                                            <p:strVal val="visible"/>
                                          </p:to>
                                        </p:set>
                                        <p:anim calcmode="lin" valueType="num">
                                          <p:cBhvr>
                                            <p:cTn id="103" dur="500" fill="hold"/>
                                            <p:tgtEl>
                                              <p:spTgt spid="96"/>
                                            </p:tgtEl>
                                            <p:attrNameLst>
                                              <p:attrName>ppt_w</p:attrName>
                                            </p:attrNameLst>
                                          </p:cBhvr>
                                          <p:tavLst>
                                            <p:tav tm="0">
                                              <p:val>
                                                <p:fltVal val="0"/>
                                              </p:val>
                                            </p:tav>
                                            <p:tav tm="100000">
                                              <p:val>
                                                <p:strVal val="#ppt_w"/>
                                              </p:val>
                                            </p:tav>
                                          </p:tavLst>
                                        </p:anim>
                                        <p:anim calcmode="lin" valueType="num">
                                          <p:cBhvr>
                                            <p:cTn id="104" dur="500" fill="hold"/>
                                            <p:tgtEl>
                                              <p:spTgt spid="96"/>
                                            </p:tgtEl>
                                            <p:attrNameLst>
                                              <p:attrName>ppt_h</p:attrName>
                                            </p:attrNameLst>
                                          </p:cBhvr>
                                          <p:tavLst>
                                            <p:tav tm="0">
                                              <p:val>
                                                <p:fltVal val="0"/>
                                              </p:val>
                                            </p:tav>
                                            <p:tav tm="100000">
                                              <p:val>
                                                <p:strVal val="#ppt_h"/>
                                              </p:val>
                                            </p:tav>
                                          </p:tavLst>
                                        </p:anim>
                                        <p:animEffect transition="in" filter="fade">
                                          <p:cBhvr>
                                            <p:cTn id="105" dur="500"/>
                                            <p:tgtEl>
                                              <p:spTgt spid="96"/>
                                            </p:tgtEl>
                                          </p:cBhvr>
                                        </p:animEffect>
                                        <p:anim calcmode="lin" valueType="num">
                                          <p:cBhvr>
                                            <p:cTn id="106" dur="500" fill="hold"/>
                                            <p:tgtEl>
                                              <p:spTgt spid="96"/>
                                            </p:tgtEl>
                                            <p:attrNameLst>
                                              <p:attrName>ppt_x</p:attrName>
                                            </p:attrNameLst>
                                          </p:cBhvr>
                                          <p:tavLst>
                                            <p:tav tm="0">
                                              <p:val>
                                                <p:fltVal val="0.5"/>
                                              </p:val>
                                            </p:tav>
                                            <p:tav tm="100000">
                                              <p:val>
                                                <p:strVal val="#ppt_x"/>
                                              </p:val>
                                            </p:tav>
                                          </p:tavLst>
                                        </p:anim>
                                        <p:anim calcmode="lin" valueType="num">
                                          <p:cBhvr>
                                            <p:cTn id="107" dur="500" fill="hold"/>
                                            <p:tgtEl>
                                              <p:spTgt spid="96"/>
                                            </p:tgtEl>
                                            <p:attrNameLst>
                                              <p:attrName>ppt_y</p:attrName>
                                            </p:attrNameLst>
                                          </p:cBhvr>
                                          <p:tavLst>
                                            <p:tav tm="0">
                                              <p:val>
                                                <p:fltVal val="0.5"/>
                                              </p:val>
                                            </p:tav>
                                            <p:tav tm="100000">
                                              <p:val>
                                                <p:strVal val="#ppt_y"/>
                                              </p:val>
                                            </p:tav>
                                          </p:tavLst>
                                        </p:anim>
                                      </p:childTnLst>
                                    </p:cTn>
                                  </p:par>
                                  <p:par>
                                    <p:cTn id="108" presetID="22" presetClass="entr" presetSubtype="2" fill="hold" nodeType="withEffect">
                                      <p:stCondLst>
                                        <p:cond delay="500"/>
                                      </p:stCondLst>
                                      <p:childTnLst>
                                        <p:set>
                                          <p:cBhvr>
                                            <p:cTn id="109" dur="1" fill="hold">
                                              <p:stCondLst>
                                                <p:cond delay="0"/>
                                              </p:stCondLst>
                                            </p:cTn>
                                            <p:tgtEl>
                                              <p:spTgt spid="86"/>
                                            </p:tgtEl>
                                            <p:attrNameLst>
                                              <p:attrName>style.visibility</p:attrName>
                                            </p:attrNameLst>
                                          </p:cBhvr>
                                          <p:to>
                                            <p:strVal val="visible"/>
                                          </p:to>
                                        </p:set>
                                        <p:animEffect transition="in" filter="wipe(right)">
                                          <p:cBhvr>
                                            <p:cTn id="110" dur="500"/>
                                            <p:tgtEl>
                                              <p:spTgt spid="86"/>
                                            </p:tgtEl>
                                          </p:cBhvr>
                                        </p:animEffect>
                                      </p:childTnLst>
                                    </p:cTn>
                                  </p:par>
                                </p:childTnLst>
                              </p:cTn>
                            </p:par>
                            <p:par>
                              <p:cTn id="111" fill="hold">
                                <p:stCondLst>
                                  <p:cond delay="1000"/>
                                </p:stCondLst>
                                <p:childTnLst>
                                  <p:par>
                                    <p:cTn id="112" presetID="10" presetClass="entr" presetSubtype="0" fill="hold" grpId="0" nodeType="afterEffect">
                                      <p:stCondLst>
                                        <p:cond delay="0"/>
                                      </p:stCondLst>
                                      <p:childTnLst>
                                        <p:set>
                                          <p:cBhvr>
                                            <p:cTn id="113" dur="1" fill="hold">
                                              <p:stCondLst>
                                                <p:cond delay="0"/>
                                              </p:stCondLst>
                                            </p:cTn>
                                            <p:tgtEl>
                                              <p:spTgt spid="59"/>
                                            </p:tgtEl>
                                            <p:attrNameLst>
                                              <p:attrName>style.visibility</p:attrName>
                                            </p:attrNameLst>
                                          </p:cBhvr>
                                          <p:to>
                                            <p:strVal val="visible"/>
                                          </p:to>
                                        </p:set>
                                        <p:animEffect transition="in" filter="fade">
                                          <p:cBhvr>
                                            <p:cTn id="114" dur="500"/>
                                            <p:tgtEl>
                                              <p:spTgt spid="59"/>
                                            </p:tgtEl>
                                          </p:cBhvr>
                                        </p:animEffect>
                                      </p:childTnLst>
                                    </p:cTn>
                                  </p:par>
                                </p:childTnLst>
                              </p:cTn>
                            </p:par>
                          </p:childTnLst>
                        </p:cTn>
                      </p:par>
                      <p:par>
                        <p:cTn id="115" fill="hold">
                          <p:stCondLst>
                            <p:cond delay="indefinite"/>
                          </p:stCondLst>
                          <p:childTnLst>
                            <p:par>
                              <p:cTn id="116" fill="hold">
                                <p:stCondLst>
                                  <p:cond delay="0"/>
                                </p:stCondLst>
                                <p:childTnLst>
                                  <p:par>
                                    <p:cTn id="117" presetID="8" presetClass="emph" presetSubtype="0" fill="hold" nodeType="clickEffect">
                                      <p:stCondLst>
                                        <p:cond delay="0"/>
                                      </p:stCondLst>
                                      <p:childTnLst>
                                        <p:animRot by="21600000">
                                          <p:cBhvr>
                                            <p:cTn id="118" dur="1000" fill="hold"/>
                                            <p:tgtEl>
                                              <p:spTgt spid="140"/>
                                            </p:tgtEl>
                                            <p:attrNameLst>
                                              <p:attrName>r</p:attrName>
                                            </p:attrNameLst>
                                          </p:cBhvr>
                                        </p:animRot>
                                      </p:childTnLst>
                                    </p:cTn>
                                  </p:par>
                                  <p:par>
                                    <p:cTn id="119" presetID="8" presetClass="emph" presetSubtype="0" fill="hold" nodeType="withEffect">
                                      <p:stCondLst>
                                        <p:cond delay="0"/>
                                      </p:stCondLst>
                                      <p:childTnLst>
                                        <p:animRot by="3600000">
                                          <p:cBhvr>
                                            <p:cTn id="120" dur="1000" fill="hold"/>
                                            <p:tgtEl>
                                              <p:spTgt spid="156"/>
                                            </p:tgtEl>
                                            <p:attrNameLst>
                                              <p:attrName>r</p:attrName>
                                            </p:attrNameLst>
                                          </p:cBhvr>
                                        </p:animRot>
                                      </p:childTnLst>
                                    </p:cTn>
                                  </p:par>
                                  <p:par>
                                    <p:cTn id="121" presetID="53" presetClass="entr" presetSubtype="528" fill="hold" grpId="0" nodeType="withEffect">
                                      <p:stCondLst>
                                        <p:cond delay="0"/>
                                      </p:stCondLst>
                                      <p:childTnLst>
                                        <p:set>
                                          <p:cBhvr>
                                            <p:cTn id="122" dur="1" fill="hold">
                                              <p:stCondLst>
                                                <p:cond delay="0"/>
                                              </p:stCondLst>
                                            </p:cTn>
                                            <p:tgtEl>
                                              <p:spTgt spid="100"/>
                                            </p:tgtEl>
                                            <p:attrNameLst>
                                              <p:attrName>style.visibility</p:attrName>
                                            </p:attrNameLst>
                                          </p:cBhvr>
                                          <p:to>
                                            <p:strVal val="visible"/>
                                          </p:to>
                                        </p:set>
                                        <p:anim calcmode="lin" valueType="num">
                                          <p:cBhvr>
                                            <p:cTn id="123" dur="500" fill="hold"/>
                                            <p:tgtEl>
                                              <p:spTgt spid="100"/>
                                            </p:tgtEl>
                                            <p:attrNameLst>
                                              <p:attrName>ppt_w</p:attrName>
                                            </p:attrNameLst>
                                          </p:cBhvr>
                                          <p:tavLst>
                                            <p:tav tm="0">
                                              <p:val>
                                                <p:fltVal val="0"/>
                                              </p:val>
                                            </p:tav>
                                            <p:tav tm="100000">
                                              <p:val>
                                                <p:strVal val="#ppt_w"/>
                                              </p:val>
                                            </p:tav>
                                          </p:tavLst>
                                        </p:anim>
                                        <p:anim calcmode="lin" valueType="num">
                                          <p:cBhvr>
                                            <p:cTn id="124" dur="500" fill="hold"/>
                                            <p:tgtEl>
                                              <p:spTgt spid="100"/>
                                            </p:tgtEl>
                                            <p:attrNameLst>
                                              <p:attrName>ppt_h</p:attrName>
                                            </p:attrNameLst>
                                          </p:cBhvr>
                                          <p:tavLst>
                                            <p:tav tm="0">
                                              <p:val>
                                                <p:fltVal val="0"/>
                                              </p:val>
                                            </p:tav>
                                            <p:tav tm="100000">
                                              <p:val>
                                                <p:strVal val="#ppt_h"/>
                                              </p:val>
                                            </p:tav>
                                          </p:tavLst>
                                        </p:anim>
                                        <p:animEffect transition="in" filter="fade">
                                          <p:cBhvr>
                                            <p:cTn id="125" dur="500"/>
                                            <p:tgtEl>
                                              <p:spTgt spid="100"/>
                                            </p:tgtEl>
                                          </p:cBhvr>
                                        </p:animEffect>
                                        <p:anim calcmode="lin" valueType="num">
                                          <p:cBhvr>
                                            <p:cTn id="126" dur="500" fill="hold"/>
                                            <p:tgtEl>
                                              <p:spTgt spid="100"/>
                                            </p:tgtEl>
                                            <p:attrNameLst>
                                              <p:attrName>ppt_x</p:attrName>
                                            </p:attrNameLst>
                                          </p:cBhvr>
                                          <p:tavLst>
                                            <p:tav tm="0">
                                              <p:val>
                                                <p:fltVal val="0.5"/>
                                              </p:val>
                                            </p:tav>
                                            <p:tav tm="100000">
                                              <p:val>
                                                <p:strVal val="#ppt_x"/>
                                              </p:val>
                                            </p:tav>
                                          </p:tavLst>
                                        </p:anim>
                                        <p:anim calcmode="lin" valueType="num">
                                          <p:cBhvr>
                                            <p:cTn id="127" dur="500" fill="hold"/>
                                            <p:tgtEl>
                                              <p:spTgt spid="100"/>
                                            </p:tgtEl>
                                            <p:attrNameLst>
                                              <p:attrName>ppt_y</p:attrName>
                                            </p:attrNameLst>
                                          </p:cBhvr>
                                          <p:tavLst>
                                            <p:tav tm="0">
                                              <p:val>
                                                <p:fltVal val="0.5"/>
                                              </p:val>
                                            </p:tav>
                                            <p:tav tm="100000">
                                              <p:val>
                                                <p:strVal val="#ppt_y"/>
                                              </p:val>
                                            </p:tav>
                                          </p:tavLst>
                                        </p:anim>
                                      </p:childTnLst>
                                    </p:cTn>
                                  </p:par>
                                  <p:par>
                                    <p:cTn id="128" presetID="22" presetClass="entr" presetSubtype="2" fill="hold" nodeType="withEffect">
                                      <p:stCondLst>
                                        <p:cond delay="500"/>
                                      </p:stCondLst>
                                      <p:childTnLst>
                                        <p:set>
                                          <p:cBhvr>
                                            <p:cTn id="129" dur="1" fill="hold">
                                              <p:stCondLst>
                                                <p:cond delay="0"/>
                                              </p:stCondLst>
                                            </p:cTn>
                                            <p:tgtEl>
                                              <p:spTgt spid="90"/>
                                            </p:tgtEl>
                                            <p:attrNameLst>
                                              <p:attrName>style.visibility</p:attrName>
                                            </p:attrNameLst>
                                          </p:cBhvr>
                                          <p:to>
                                            <p:strVal val="visible"/>
                                          </p:to>
                                        </p:set>
                                        <p:animEffect transition="in" filter="wipe(right)">
                                          <p:cBhvr>
                                            <p:cTn id="130" dur="500"/>
                                            <p:tgtEl>
                                              <p:spTgt spid="90"/>
                                            </p:tgtEl>
                                          </p:cBhvr>
                                        </p:animEffect>
                                      </p:childTnLst>
                                    </p:cTn>
                                  </p:par>
                                </p:childTnLst>
                              </p:cTn>
                            </p:par>
                            <p:par>
                              <p:cTn id="131" fill="hold">
                                <p:stCondLst>
                                  <p:cond delay="1000"/>
                                </p:stCondLst>
                                <p:childTnLst>
                                  <p:par>
                                    <p:cTn id="132" presetID="10" presetClass="entr" presetSubtype="0" fill="hold" grpId="0" nodeType="afterEffect">
                                      <p:stCondLst>
                                        <p:cond delay="0"/>
                                      </p:stCondLst>
                                      <p:childTnLst>
                                        <p:set>
                                          <p:cBhvr>
                                            <p:cTn id="133" dur="1" fill="hold">
                                              <p:stCondLst>
                                                <p:cond delay="0"/>
                                              </p:stCondLst>
                                            </p:cTn>
                                            <p:tgtEl>
                                              <p:spTgt spid="60"/>
                                            </p:tgtEl>
                                            <p:attrNameLst>
                                              <p:attrName>style.visibility</p:attrName>
                                            </p:attrNameLst>
                                          </p:cBhvr>
                                          <p:to>
                                            <p:strVal val="visible"/>
                                          </p:to>
                                        </p:set>
                                        <p:animEffect transition="in" filter="fade">
                                          <p:cBhvr>
                                            <p:cTn id="134" dur="500"/>
                                            <p:tgtEl>
                                              <p:spTgt spid="60"/>
                                            </p:tgtEl>
                                          </p:cBhvr>
                                        </p:animEffect>
                                      </p:childTnLst>
                                    </p:cTn>
                                  </p:par>
                                </p:childTnLst>
                              </p:cTn>
                            </p:par>
                          </p:childTnLst>
                        </p:cTn>
                      </p:par>
                      <p:par>
                        <p:cTn id="135" fill="hold">
                          <p:stCondLst>
                            <p:cond delay="indefinite"/>
                          </p:stCondLst>
                          <p:childTnLst>
                            <p:par>
                              <p:cTn id="136" fill="hold">
                                <p:stCondLst>
                                  <p:cond delay="0"/>
                                </p:stCondLst>
                                <p:childTnLst>
                                  <p:par>
                                    <p:cTn id="137" presetID="8" presetClass="emph" presetSubtype="0" fill="hold" nodeType="clickEffect">
                                      <p:stCondLst>
                                        <p:cond delay="0"/>
                                      </p:stCondLst>
                                      <p:childTnLst>
                                        <p:animRot by="21600000">
                                          <p:cBhvr>
                                            <p:cTn id="138" dur="1000" fill="hold"/>
                                            <p:tgtEl>
                                              <p:spTgt spid="140"/>
                                            </p:tgtEl>
                                            <p:attrNameLst>
                                              <p:attrName>r</p:attrName>
                                            </p:attrNameLst>
                                          </p:cBhvr>
                                        </p:animRot>
                                      </p:childTnLst>
                                    </p:cTn>
                                  </p:par>
                                  <p:par>
                                    <p:cTn id="139" presetID="8" presetClass="emph" presetSubtype="0" fill="hold" nodeType="withEffect">
                                      <p:stCondLst>
                                        <p:cond delay="0"/>
                                      </p:stCondLst>
                                      <p:childTnLst>
                                        <p:animRot by="3600000">
                                          <p:cBhvr>
                                            <p:cTn id="140" dur="1000" fill="hold"/>
                                            <p:tgtEl>
                                              <p:spTgt spid="156"/>
                                            </p:tgtEl>
                                            <p:attrNameLst>
                                              <p:attrName>r</p:attrName>
                                            </p:attrNameLst>
                                          </p:cBhvr>
                                        </p:animRot>
                                      </p:childTnLst>
                                    </p:cTn>
                                  </p:par>
                                  <p:par>
                                    <p:cTn id="141" presetID="53" presetClass="entr" presetSubtype="528" fill="hold" grpId="0" nodeType="withEffect">
                                      <p:stCondLst>
                                        <p:cond delay="0"/>
                                      </p:stCondLst>
                                      <p:childTnLst>
                                        <p:set>
                                          <p:cBhvr>
                                            <p:cTn id="142" dur="1" fill="hold">
                                              <p:stCondLst>
                                                <p:cond delay="0"/>
                                              </p:stCondLst>
                                            </p:cTn>
                                            <p:tgtEl>
                                              <p:spTgt spid="106"/>
                                            </p:tgtEl>
                                            <p:attrNameLst>
                                              <p:attrName>style.visibility</p:attrName>
                                            </p:attrNameLst>
                                          </p:cBhvr>
                                          <p:to>
                                            <p:strVal val="visible"/>
                                          </p:to>
                                        </p:set>
                                        <p:anim calcmode="lin" valueType="num">
                                          <p:cBhvr>
                                            <p:cTn id="143" dur="500" fill="hold"/>
                                            <p:tgtEl>
                                              <p:spTgt spid="106"/>
                                            </p:tgtEl>
                                            <p:attrNameLst>
                                              <p:attrName>ppt_w</p:attrName>
                                            </p:attrNameLst>
                                          </p:cBhvr>
                                          <p:tavLst>
                                            <p:tav tm="0">
                                              <p:val>
                                                <p:fltVal val="0"/>
                                              </p:val>
                                            </p:tav>
                                            <p:tav tm="100000">
                                              <p:val>
                                                <p:strVal val="#ppt_w"/>
                                              </p:val>
                                            </p:tav>
                                          </p:tavLst>
                                        </p:anim>
                                        <p:anim calcmode="lin" valueType="num">
                                          <p:cBhvr>
                                            <p:cTn id="144" dur="500" fill="hold"/>
                                            <p:tgtEl>
                                              <p:spTgt spid="106"/>
                                            </p:tgtEl>
                                            <p:attrNameLst>
                                              <p:attrName>ppt_h</p:attrName>
                                            </p:attrNameLst>
                                          </p:cBhvr>
                                          <p:tavLst>
                                            <p:tav tm="0">
                                              <p:val>
                                                <p:fltVal val="0"/>
                                              </p:val>
                                            </p:tav>
                                            <p:tav tm="100000">
                                              <p:val>
                                                <p:strVal val="#ppt_h"/>
                                              </p:val>
                                            </p:tav>
                                          </p:tavLst>
                                        </p:anim>
                                        <p:animEffect transition="in" filter="fade">
                                          <p:cBhvr>
                                            <p:cTn id="145" dur="500"/>
                                            <p:tgtEl>
                                              <p:spTgt spid="106"/>
                                            </p:tgtEl>
                                          </p:cBhvr>
                                        </p:animEffect>
                                        <p:anim calcmode="lin" valueType="num">
                                          <p:cBhvr>
                                            <p:cTn id="146" dur="500" fill="hold"/>
                                            <p:tgtEl>
                                              <p:spTgt spid="106"/>
                                            </p:tgtEl>
                                            <p:attrNameLst>
                                              <p:attrName>ppt_x</p:attrName>
                                            </p:attrNameLst>
                                          </p:cBhvr>
                                          <p:tavLst>
                                            <p:tav tm="0">
                                              <p:val>
                                                <p:fltVal val="0.5"/>
                                              </p:val>
                                            </p:tav>
                                            <p:tav tm="100000">
                                              <p:val>
                                                <p:strVal val="#ppt_x"/>
                                              </p:val>
                                            </p:tav>
                                          </p:tavLst>
                                        </p:anim>
                                        <p:anim calcmode="lin" valueType="num">
                                          <p:cBhvr>
                                            <p:cTn id="147" dur="500" fill="hold"/>
                                            <p:tgtEl>
                                              <p:spTgt spid="106"/>
                                            </p:tgtEl>
                                            <p:attrNameLst>
                                              <p:attrName>ppt_y</p:attrName>
                                            </p:attrNameLst>
                                          </p:cBhvr>
                                          <p:tavLst>
                                            <p:tav tm="0">
                                              <p:val>
                                                <p:fltVal val="0.5"/>
                                              </p:val>
                                            </p:tav>
                                            <p:tav tm="100000">
                                              <p:val>
                                                <p:strVal val="#ppt_y"/>
                                              </p:val>
                                            </p:tav>
                                          </p:tavLst>
                                        </p:anim>
                                      </p:childTnLst>
                                    </p:cTn>
                                  </p:par>
                                  <p:par>
                                    <p:cTn id="148" presetID="22" presetClass="entr" presetSubtype="2" fill="hold" nodeType="withEffect">
                                      <p:stCondLst>
                                        <p:cond delay="500"/>
                                      </p:stCondLst>
                                      <p:childTnLst>
                                        <p:set>
                                          <p:cBhvr>
                                            <p:cTn id="149" dur="1" fill="hold">
                                              <p:stCondLst>
                                                <p:cond delay="0"/>
                                              </p:stCondLst>
                                            </p:cTn>
                                            <p:tgtEl>
                                              <p:spTgt spid="98"/>
                                            </p:tgtEl>
                                            <p:attrNameLst>
                                              <p:attrName>style.visibility</p:attrName>
                                            </p:attrNameLst>
                                          </p:cBhvr>
                                          <p:to>
                                            <p:strVal val="visible"/>
                                          </p:to>
                                        </p:set>
                                        <p:animEffect transition="in" filter="wipe(right)">
                                          <p:cBhvr>
                                            <p:cTn id="150" dur="500"/>
                                            <p:tgtEl>
                                              <p:spTgt spid="98"/>
                                            </p:tgtEl>
                                          </p:cBhvr>
                                        </p:animEffect>
                                      </p:childTnLst>
                                    </p:cTn>
                                  </p:par>
                                </p:childTnLst>
                              </p:cTn>
                            </p:par>
                            <p:par>
                              <p:cTn id="151" fill="hold">
                                <p:stCondLst>
                                  <p:cond delay="1000"/>
                                </p:stCondLst>
                                <p:childTnLst>
                                  <p:par>
                                    <p:cTn id="152" presetID="10" presetClass="entr" presetSubtype="0" fill="hold" grpId="0" nodeType="afterEffect">
                                      <p:stCondLst>
                                        <p:cond delay="0"/>
                                      </p:stCondLst>
                                      <p:childTnLst>
                                        <p:set>
                                          <p:cBhvr>
                                            <p:cTn id="153" dur="1" fill="hold">
                                              <p:stCondLst>
                                                <p:cond delay="0"/>
                                              </p:stCondLst>
                                            </p:cTn>
                                            <p:tgtEl>
                                              <p:spTgt spid="61"/>
                                            </p:tgtEl>
                                            <p:attrNameLst>
                                              <p:attrName>style.visibility</p:attrName>
                                            </p:attrNameLst>
                                          </p:cBhvr>
                                          <p:to>
                                            <p:strVal val="visible"/>
                                          </p:to>
                                        </p:set>
                                        <p:animEffect transition="in" filter="fade">
                                          <p:cBhvr>
                                            <p:cTn id="154"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P spid="88" grpId="0" animBg="1"/>
          <p:bldP spid="93" grpId="0" animBg="1"/>
          <p:bldP spid="96" grpId="0" animBg="1"/>
          <p:bldP spid="100" grpId="0" animBg="1"/>
          <p:bldP spid="106" grpId="0" animBg="1"/>
          <p:bldP spid="117" grpId="0" animBg="1"/>
          <p:bldP spid="161" grpId="0" animBg="1"/>
          <p:bldP spid="164" grpId="0" animBg="1"/>
          <p:bldP spid="56" grpId="0"/>
          <p:bldP spid="57" grpId="0"/>
          <p:bldP spid="58" grpId="0"/>
          <p:bldP spid="59" grpId="0"/>
          <p:bldP spid="60" grpId="0"/>
          <p:bldP spid="61" grpId="0"/>
        </p:bldLst>
      </p:timing>
    </mc:Fallback>
  </mc:AlternateContent>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Arc 35">
            <a:extLst>
              <a:ext uri="{FF2B5EF4-FFF2-40B4-BE49-F238E27FC236}">
                <a16:creationId xmlns:a16="http://schemas.microsoft.com/office/drawing/2014/main" id="{C5E8A21A-C674-476C-A0E9-41947BB38F18}"/>
              </a:ext>
            </a:extLst>
          </p:cNvPr>
          <p:cNvSpPr/>
          <p:nvPr/>
        </p:nvSpPr>
        <p:spPr>
          <a:xfrm>
            <a:off x="399246" y="1975928"/>
            <a:ext cx="3321537" cy="3321537"/>
          </a:xfrm>
          <a:prstGeom prst="arc">
            <a:avLst>
              <a:gd name="adj1" fmla="val 16812435"/>
              <a:gd name="adj2" fmla="val 4781030"/>
            </a:avLst>
          </a:prstGeom>
          <a:ln w="25400" cap="rnd">
            <a:solidFill>
              <a:schemeClr val="bg1"/>
            </a:solidFill>
            <a:prstDash val="sysDot"/>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63"/>
          </a:p>
        </p:txBody>
      </p:sp>
      <p:sp>
        <p:nvSpPr>
          <p:cNvPr id="37" name="Arc 36">
            <a:extLst>
              <a:ext uri="{FF2B5EF4-FFF2-40B4-BE49-F238E27FC236}">
                <a16:creationId xmlns:a16="http://schemas.microsoft.com/office/drawing/2014/main" id="{3B27D4D6-F06F-4941-9B1D-99559099373C}"/>
              </a:ext>
            </a:extLst>
          </p:cNvPr>
          <p:cNvSpPr/>
          <p:nvPr/>
        </p:nvSpPr>
        <p:spPr>
          <a:xfrm flipH="1">
            <a:off x="419899" y="1975928"/>
            <a:ext cx="3321537" cy="3321537"/>
          </a:xfrm>
          <a:prstGeom prst="arc">
            <a:avLst>
              <a:gd name="adj1" fmla="val 16812435"/>
              <a:gd name="adj2" fmla="val 4781841"/>
            </a:avLst>
          </a:prstGeom>
          <a:ln w="25400" cap="rnd">
            <a:solidFill>
              <a:schemeClr val="bg1"/>
            </a:solidFill>
            <a:prstDash val="sysDot"/>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63"/>
          </a:p>
        </p:txBody>
      </p:sp>
      <p:sp>
        <p:nvSpPr>
          <p:cNvPr id="14" name="Oval 13">
            <a:extLst>
              <a:ext uri="{FF2B5EF4-FFF2-40B4-BE49-F238E27FC236}">
                <a16:creationId xmlns:a16="http://schemas.microsoft.com/office/drawing/2014/main" id="{0CE2C832-D59F-44DD-BDE0-C7857C106B53}"/>
              </a:ext>
            </a:extLst>
          </p:cNvPr>
          <p:cNvSpPr/>
          <p:nvPr/>
        </p:nvSpPr>
        <p:spPr bwMode="gray">
          <a:xfrm>
            <a:off x="592384" y="2143956"/>
            <a:ext cx="2985478" cy="2985478"/>
          </a:xfrm>
          <a:prstGeom prst="ellipse">
            <a:avLst/>
          </a:prstGeom>
          <a:solidFill>
            <a:schemeClr val="accent3">
              <a:lumMod val="75000"/>
              <a:alpha val="3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6" name="Oval 5">
            <a:extLst>
              <a:ext uri="{FF2B5EF4-FFF2-40B4-BE49-F238E27FC236}">
                <a16:creationId xmlns:a16="http://schemas.microsoft.com/office/drawing/2014/main" id="{7677C067-F953-407E-A85D-174799984A63}"/>
              </a:ext>
            </a:extLst>
          </p:cNvPr>
          <p:cNvSpPr/>
          <p:nvPr/>
        </p:nvSpPr>
        <p:spPr bwMode="gray">
          <a:xfrm>
            <a:off x="723633" y="2272141"/>
            <a:ext cx="2714071" cy="2714071"/>
          </a:xfrm>
          <a:prstGeom prst="ellipse">
            <a:avLst/>
          </a:prstGeom>
          <a:solidFill>
            <a:schemeClr val="accent3">
              <a:lumMod val="75000"/>
              <a:alpha val="3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2" name="Oval 11">
            <a:extLst>
              <a:ext uri="{FF2B5EF4-FFF2-40B4-BE49-F238E27FC236}">
                <a16:creationId xmlns:a16="http://schemas.microsoft.com/office/drawing/2014/main" id="{06740C1A-0E95-4951-B5B8-844414A4D899}"/>
              </a:ext>
            </a:extLst>
          </p:cNvPr>
          <p:cNvSpPr/>
          <p:nvPr/>
        </p:nvSpPr>
        <p:spPr bwMode="gray">
          <a:xfrm>
            <a:off x="851454" y="2378796"/>
            <a:ext cx="2467337" cy="2467337"/>
          </a:xfrm>
          <a:prstGeom prst="ellipse">
            <a:avLst/>
          </a:prstGeom>
          <a:solidFill>
            <a:schemeClr val="accent3">
              <a:lumMod val="75000"/>
              <a:alpha val="3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7" name="Oval 6">
            <a:extLst>
              <a:ext uri="{FF2B5EF4-FFF2-40B4-BE49-F238E27FC236}">
                <a16:creationId xmlns:a16="http://schemas.microsoft.com/office/drawing/2014/main" id="{60C773DD-9BE7-4FD8-ADE8-9249676B4DAC}"/>
              </a:ext>
            </a:extLst>
          </p:cNvPr>
          <p:cNvSpPr/>
          <p:nvPr/>
        </p:nvSpPr>
        <p:spPr bwMode="gray">
          <a:xfrm>
            <a:off x="963609" y="2515181"/>
            <a:ext cx="2243034" cy="2243034"/>
          </a:xfrm>
          <a:prstGeom prst="ellipse">
            <a:avLst/>
          </a:prstGeom>
          <a:solidFill>
            <a:schemeClr val="tx1">
              <a:alpha val="20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grpSp>
        <p:nvGrpSpPr>
          <p:cNvPr id="44" name="Group 43">
            <a:extLst>
              <a:ext uri="{FF2B5EF4-FFF2-40B4-BE49-F238E27FC236}">
                <a16:creationId xmlns:a16="http://schemas.microsoft.com/office/drawing/2014/main" id="{FD4822F1-D35A-4529-B33C-5058B2AB54C4}"/>
              </a:ext>
            </a:extLst>
          </p:cNvPr>
          <p:cNvGrpSpPr/>
          <p:nvPr/>
        </p:nvGrpSpPr>
        <p:grpSpPr>
          <a:xfrm>
            <a:off x="1422467" y="2996051"/>
            <a:ext cx="1325313" cy="1142511"/>
            <a:chOff x="1669172" y="3314575"/>
            <a:chExt cx="1794269" cy="1546784"/>
          </a:xfrm>
        </p:grpSpPr>
        <p:sp>
          <p:nvSpPr>
            <p:cNvPr id="8" name="Isosceles Triangle 7">
              <a:extLst>
                <a:ext uri="{FF2B5EF4-FFF2-40B4-BE49-F238E27FC236}">
                  <a16:creationId xmlns:a16="http://schemas.microsoft.com/office/drawing/2014/main" id="{C3A8CFA0-6085-4DD3-A77E-2D5168F1AA48}"/>
                </a:ext>
              </a:extLst>
            </p:cNvPr>
            <p:cNvSpPr/>
            <p:nvPr/>
          </p:nvSpPr>
          <p:spPr bwMode="gray">
            <a:xfrm>
              <a:off x="1669172" y="3314575"/>
              <a:ext cx="1794269" cy="1546784"/>
            </a:xfrm>
            <a:prstGeom prst="triangle">
              <a:avLst/>
            </a:prstGeom>
            <a:noFill/>
            <a:ln w="25400" algn="ctr">
              <a:solidFill>
                <a:schemeClr val="accent3">
                  <a:lumMod val="60000"/>
                  <a:lumOff val="40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grpSp>
          <p:nvGrpSpPr>
            <p:cNvPr id="11" name="Group 10">
              <a:extLst>
                <a:ext uri="{FF2B5EF4-FFF2-40B4-BE49-F238E27FC236}">
                  <a16:creationId xmlns:a16="http://schemas.microsoft.com/office/drawing/2014/main" id="{507358F6-4FF9-48E9-9ED0-8491AA14F01D}"/>
                </a:ext>
              </a:extLst>
            </p:cNvPr>
            <p:cNvGrpSpPr/>
            <p:nvPr/>
          </p:nvGrpSpPr>
          <p:grpSpPr>
            <a:xfrm>
              <a:off x="2498918" y="3740398"/>
              <a:ext cx="134776" cy="907079"/>
              <a:chOff x="6005513" y="2852709"/>
              <a:chExt cx="179387" cy="1207323"/>
            </a:xfrm>
          </p:grpSpPr>
          <p:sp>
            <p:nvSpPr>
              <p:cNvPr id="9" name="Trapezoid 8">
                <a:extLst>
                  <a:ext uri="{FF2B5EF4-FFF2-40B4-BE49-F238E27FC236}">
                    <a16:creationId xmlns:a16="http://schemas.microsoft.com/office/drawing/2014/main" id="{5536512C-43CB-40CD-94B3-085713923BE7}"/>
                  </a:ext>
                </a:extLst>
              </p:cNvPr>
              <p:cNvSpPr/>
              <p:nvPr/>
            </p:nvSpPr>
            <p:spPr bwMode="gray">
              <a:xfrm flipV="1">
                <a:off x="6005513" y="2852709"/>
                <a:ext cx="179387" cy="1007483"/>
              </a:xfrm>
              <a:prstGeom prst="trapezoid">
                <a:avLst/>
              </a:prstGeom>
              <a:noFill/>
              <a:ln w="25400" algn="ctr">
                <a:solidFill>
                  <a:schemeClr val="accent3">
                    <a:lumMod val="60000"/>
                    <a:lumOff val="40000"/>
                  </a:schemeClr>
                </a:solidFill>
                <a:miter lim="800000"/>
                <a:headEnd/>
                <a:tailEnd/>
              </a:ln>
            </p:spPr>
            <p:txBody>
              <a:bodyPr rot="0" spcFirstLastPara="0" vertOverflow="overflow" horzOverflow="overflow" vert="horz" wrap="square" lIns="72231" tIns="72231" rIns="72231" bIns="72231" numCol="1" spcCol="0" rtlCol="0" fromWordArt="0" anchor="ctr" anchorCtr="0" forceAA="0" compatLnSpc="1">
                <a:prstTxWarp prst="textNoShape">
                  <a:avLst/>
                </a:prstTxWarp>
                <a:noAutofit/>
              </a:bodyPr>
              <a:lstStyle/>
              <a:p>
                <a:pPr algn="ctr">
                  <a:lnSpc>
                    <a:spcPct val="106000"/>
                  </a:lnSpc>
                </a:pPr>
                <a:endParaRPr lang="en-US" sz="1300" b="1" dirty="0">
                  <a:solidFill>
                    <a:schemeClr val="bg1"/>
                  </a:solidFill>
                </a:endParaRPr>
              </a:p>
            </p:txBody>
          </p:sp>
          <p:sp>
            <p:nvSpPr>
              <p:cNvPr id="10" name="Rectangle 9">
                <a:extLst>
                  <a:ext uri="{FF2B5EF4-FFF2-40B4-BE49-F238E27FC236}">
                    <a16:creationId xmlns:a16="http://schemas.microsoft.com/office/drawing/2014/main" id="{B4FFEFF4-0F7D-4EA5-BB18-9E5FFF5774D2}"/>
                  </a:ext>
                </a:extLst>
              </p:cNvPr>
              <p:cNvSpPr/>
              <p:nvPr/>
            </p:nvSpPr>
            <p:spPr bwMode="gray">
              <a:xfrm>
                <a:off x="6049962" y="3960019"/>
                <a:ext cx="90488" cy="100013"/>
              </a:xfrm>
              <a:prstGeom prst="rect">
                <a:avLst/>
              </a:prstGeom>
              <a:noFill/>
              <a:ln w="25400" algn="ctr">
                <a:solidFill>
                  <a:schemeClr val="accent3">
                    <a:lumMod val="60000"/>
                    <a:lumOff val="40000"/>
                  </a:schemeClr>
                </a:solidFill>
                <a:miter lim="800000"/>
                <a:headEnd/>
                <a:tailEnd/>
              </a:ln>
            </p:spPr>
            <p:txBody>
              <a:bodyPr rot="0" spcFirstLastPara="0" vertOverflow="overflow" horzOverflow="overflow" vert="horz" wrap="square" lIns="72231" tIns="72231" rIns="72231" bIns="72231" numCol="1" spcCol="0" rtlCol="0" fromWordArt="0" anchor="ctr" anchorCtr="0" forceAA="0" compatLnSpc="1">
                <a:prstTxWarp prst="textNoShape">
                  <a:avLst/>
                </a:prstTxWarp>
                <a:noAutofit/>
              </a:bodyPr>
              <a:lstStyle/>
              <a:p>
                <a:pPr algn="ctr">
                  <a:lnSpc>
                    <a:spcPct val="106000"/>
                  </a:lnSpc>
                </a:pPr>
                <a:endParaRPr lang="en-US" sz="1300" b="1" dirty="0">
                  <a:solidFill>
                    <a:schemeClr val="bg1"/>
                  </a:solidFill>
                </a:endParaRPr>
              </a:p>
            </p:txBody>
          </p:sp>
        </p:grpSp>
      </p:grpSp>
      <p:sp>
        <p:nvSpPr>
          <p:cNvPr id="19" name="Rectangle 18">
            <a:extLst>
              <a:ext uri="{FF2B5EF4-FFF2-40B4-BE49-F238E27FC236}">
                <a16:creationId xmlns:a16="http://schemas.microsoft.com/office/drawing/2014/main" id="{6F4B5722-2CDC-4CC6-B138-D8EDB141AE62}"/>
              </a:ext>
            </a:extLst>
          </p:cNvPr>
          <p:cNvSpPr/>
          <p:nvPr/>
        </p:nvSpPr>
        <p:spPr>
          <a:xfrm>
            <a:off x="5375867" y="1757652"/>
            <a:ext cx="3956586" cy="507255"/>
          </a:xfrm>
          <a:prstGeom prst="rect">
            <a:avLst/>
          </a:prstGeom>
        </p:spPr>
        <p:txBody>
          <a:bodyPr wrap="square">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23" name="TextBox 22">
            <a:extLst>
              <a:ext uri="{FF2B5EF4-FFF2-40B4-BE49-F238E27FC236}">
                <a16:creationId xmlns:a16="http://schemas.microsoft.com/office/drawing/2014/main" id="{BB417DA9-D89D-4B3F-A131-0462D93B4E68}"/>
              </a:ext>
            </a:extLst>
          </p:cNvPr>
          <p:cNvSpPr txBox="1"/>
          <p:nvPr/>
        </p:nvSpPr>
        <p:spPr>
          <a:xfrm>
            <a:off x="5382598" y="4940708"/>
            <a:ext cx="3956587" cy="507255"/>
          </a:xfrm>
          <a:prstGeom prst="rect">
            <a:avLst/>
          </a:prstGeom>
          <a:noFill/>
        </p:spPr>
        <p:txBody>
          <a:bodyPr wrap="square" rtlCol="0">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27" name="TextBox 26">
            <a:extLst>
              <a:ext uri="{FF2B5EF4-FFF2-40B4-BE49-F238E27FC236}">
                <a16:creationId xmlns:a16="http://schemas.microsoft.com/office/drawing/2014/main" id="{071F6CF4-79C8-4CC2-8527-96D8F97ED4DA}"/>
              </a:ext>
            </a:extLst>
          </p:cNvPr>
          <p:cNvSpPr txBox="1"/>
          <p:nvPr/>
        </p:nvSpPr>
        <p:spPr>
          <a:xfrm>
            <a:off x="5375867" y="4188704"/>
            <a:ext cx="3956587" cy="507255"/>
          </a:xfrm>
          <a:prstGeom prst="rect">
            <a:avLst/>
          </a:prstGeom>
          <a:noFill/>
        </p:spPr>
        <p:txBody>
          <a:bodyPr wrap="square" rtlCol="0">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31" name="TextBox 30">
            <a:extLst>
              <a:ext uri="{FF2B5EF4-FFF2-40B4-BE49-F238E27FC236}">
                <a16:creationId xmlns:a16="http://schemas.microsoft.com/office/drawing/2014/main" id="{5C61A11C-C01A-4F64-9A2B-A7776ABA120C}"/>
              </a:ext>
            </a:extLst>
          </p:cNvPr>
          <p:cNvSpPr txBox="1"/>
          <p:nvPr/>
        </p:nvSpPr>
        <p:spPr>
          <a:xfrm>
            <a:off x="5375867" y="2684702"/>
            <a:ext cx="3956586" cy="507255"/>
          </a:xfrm>
          <a:prstGeom prst="rect">
            <a:avLst/>
          </a:prstGeom>
          <a:noFill/>
        </p:spPr>
        <p:txBody>
          <a:bodyPr wrap="square" rtlCol="0">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35" name="TextBox 34">
            <a:extLst>
              <a:ext uri="{FF2B5EF4-FFF2-40B4-BE49-F238E27FC236}">
                <a16:creationId xmlns:a16="http://schemas.microsoft.com/office/drawing/2014/main" id="{6CF5C9AA-2CAE-430A-9770-0A854565AACD}"/>
              </a:ext>
            </a:extLst>
          </p:cNvPr>
          <p:cNvSpPr txBox="1"/>
          <p:nvPr/>
        </p:nvSpPr>
        <p:spPr>
          <a:xfrm>
            <a:off x="5375867" y="3436704"/>
            <a:ext cx="3956587" cy="507255"/>
          </a:xfrm>
          <a:prstGeom prst="rect">
            <a:avLst/>
          </a:prstGeom>
          <a:noFill/>
        </p:spPr>
        <p:txBody>
          <a:bodyPr wrap="square" rtlCol="0">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cxnSp>
        <p:nvCxnSpPr>
          <p:cNvPr id="39" name="Straight Connector 38">
            <a:extLst>
              <a:ext uri="{FF2B5EF4-FFF2-40B4-BE49-F238E27FC236}">
                <a16:creationId xmlns:a16="http://schemas.microsoft.com/office/drawing/2014/main" id="{C0B86FC4-2DE4-4A25-87BC-F32109C3457F}"/>
              </a:ext>
            </a:extLst>
          </p:cNvPr>
          <p:cNvCxnSpPr>
            <a:cxnSpLocks/>
          </p:cNvCxnSpPr>
          <p:nvPr/>
        </p:nvCxnSpPr>
        <p:spPr>
          <a:xfrm>
            <a:off x="5449364" y="2682821"/>
            <a:ext cx="4239422" cy="0"/>
          </a:xfrm>
          <a:prstGeom prst="line">
            <a:avLst/>
          </a:prstGeom>
          <a:gradFill>
            <a:gsLst>
              <a:gs pos="93000">
                <a:schemeClr val="tx1">
                  <a:alpha val="50000"/>
                </a:schemeClr>
              </a:gs>
              <a:gs pos="37000">
                <a:schemeClr val="accent3">
                  <a:lumMod val="75000"/>
                </a:schemeClr>
              </a:gs>
            </a:gsLst>
            <a:lin ang="5400000" scaled="1"/>
          </a:gradFill>
          <a:ln w="19050" algn="ctr">
            <a:gradFill flip="none" rotWithShape="1">
              <a:gsLst>
                <a:gs pos="87000">
                  <a:schemeClr val="tx1"/>
                </a:gs>
                <a:gs pos="45000">
                  <a:srgbClr val="00A3E0"/>
                </a:gs>
              </a:gsLst>
              <a:lin ang="0" scaled="1"/>
              <a:tileRect/>
            </a:gradFill>
            <a:miter lim="800000"/>
            <a:headEnd/>
            <a:tailEnd type="none" w="lg" len="lg"/>
          </a:ln>
        </p:spPr>
      </p:cxnSp>
      <p:cxnSp>
        <p:nvCxnSpPr>
          <p:cNvPr id="41" name="Straight Connector 40">
            <a:extLst>
              <a:ext uri="{FF2B5EF4-FFF2-40B4-BE49-F238E27FC236}">
                <a16:creationId xmlns:a16="http://schemas.microsoft.com/office/drawing/2014/main" id="{E8228A18-081A-4834-BEC0-ADB2CF894D6E}"/>
              </a:ext>
            </a:extLst>
          </p:cNvPr>
          <p:cNvCxnSpPr>
            <a:cxnSpLocks/>
          </p:cNvCxnSpPr>
          <p:nvPr/>
        </p:nvCxnSpPr>
        <p:spPr>
          <a:xfrm>
            <a:off x="5449364" y="3434822"/>
            <a:ext cx="4239422" cy="0"/>
          </a:xfrm>
          <a:prstGeom prst="line">
            <a:avLst/>
          </a:prstGeom>
          <a:gradFill>
            <a:gsLst>
              <a:gs pos="93000">
                <a:schemeClr val="tx1">
                  <a:alpha val="50000"/>
                </a:schemeClr>
              </a:gs>
              <a:gs pos="37000">
                <a:schemeClr val="accent3">
                  <a:lumMod val="75000"/>
                </a:schemeClr>
              </a:gs>
            </a:gsLst>
            <a:lin ang="5400000" scaled="1"/>
          </a:gradFill>
          <a:ln w="19050" algn="ctr">
            <a:gradFill flip="none" rotWithShape="1">
              <a:gsLst>
                <a:gs pos="87000">
                  <a:schemeClr val="tx1"/>
                </a:gs>
                <a:gs pos="45000">
                  <a:srgbClr val="00A3E0"/>
                </a:gs>
              </a:gsLst>
              <a:lin ang="0" scaled="1"/>
              <a:tileRect/>
            </a:gradFill>
            <a:miter lim="800000"/>
            <a:headEnd/>
            <a:tailEnd type="none" w="lg" len="lg"/>
          </a:ln>
        </p:spPr>
      </p:cxnSp>
      <p:cxnSp>
        <p:nvCxnSpPr>
          <p:cNvPr id="42" name="Straight Connector 41">
            <a:extLst>
              <a:ext uri="{FF2B5EF4-FFF2-40B4-BE49-F238E27FC236}">
                <a16:creationId xmlns:a16="http://schemas.microsoft.com/office/drawing/2014/main" id="{0AC8A759-E312-45DB-8B8F-7A5AE70F0F1A}"/>
              </a:ext>
            </a:extLst>
          </p:cNvPr>
          <p:cNvCxnSpPr>
            <a:cxnSpLocks/>
          </p:cNvCxnSpPr>
          <p:nvPr/>
        </p:nvCxnSpPr>
        <p:spPr>
          <a:xfrm>
            <a:off x="5449364" y="4186824"/>
            <a:ext cx="4239422" cy="0"/>
          </a:xfrm>
          <a:prstGeom prst="line">
            <a:avLst/>
          </a:prstGeom>
          <a:gradFill>
            <a:gsLst>
              <a:gs pos="93000">
                <a:schemeClr val="tx1">
                  <a:alpha val="50000"/>
                </a:schemeClr>
              </a:gs>
              <a:gs pos="37000">
                <a:schemeClr val="accent3">
                  <a:lumMod val="75000"/>
                </a:schemeClr>
              </a:gs>
            </a:gsLst>
            <a:lin ang="5400000" scaled="1"/>
          </a:gradFill>
          <a:ln w="19050" algn="ctr">
            <a:gradFill flip="none" rotWithShape="1">
              <a:gsLst>
                <a:gs pos="87000">
                  <a:schemeClr val="tx1"/>
                </a:gs>
                <a:gs pos="45000">
                  <a:srgbClr val="00A3E0"/>
                </a:gs>
              </a:gsLst>
              <a:lin ang="0" scaled="1"/>
              <a:tileRect/>
            </a:gradFill>
            <a:miter lim="800000"/>
            <a:headEnd/>
            <a:tailEnd type="none" w="lg" len="lg"/>
          </a:ln>
        </p:spPr>
      </p:cxnSp>
      <p:cxnSp>
        <p:nvCxnSpPr>
          <p:cNvPr id="43" name="Straight Connector 42">
            <a:extLst>
              <a:ext uri="{FF2B5EF4-FFF2-40B4-BE49-F238E27FC236}">
                <a16:creationId xmlns:a16="http://schemas.microsoft.com/office/drawing/2014/main" id="{1DB27507-FF8D-4DEE-B972-E5BD9DB82664}"/>
              </a:ext>
            </a:extLst>
          </p:cNvPr>
          <p:cNvCxnSpPr>
            <a:cxnSpLocks/>
          </p:cNvCxnSpPr>
          <p:nvPr/>
        </p:nvCxnSpPr>
        <p:spPr>
          <a:xfrm>
            <a:off x="5449364" y="4938825"/>
            <a:ext cx="4239422" cy="0"/>
          </a:xfrm>
          <a:prstGeom prst="line">
            <a:avLst/>
          </a:prstGeom>
          <a:gradFill>
            <a:gsLst>
              <a:gs pos="93000">
                <a:schemeClr val="tx1">
                  <a:alpha val="50000"/>
                </a:schemeClr>
              </a:gs>
              <a:gs pos="37000">
                <a:schemeClr val="accent3">
                  <a:lumMod val="75000"/>
                </a:schemeClr>
              </a:gs>
            </a:gsLst>
            <a:lin ang="5400000" scaled="1"/>
          </a:gradFill>
          <a:ln w="19050" algn="ctr">
            <a:gradFill flip="none" rotWithShape="1">
              <a:gsLst>
                <a:gs pos="87000">
                  <a:schemeClr val="tx1"/>
                </a:gs>
                <a:gs pos="45000">
                  <a:srgbClr val="00A3E0"/>
                </a:gs>
              </a:gsLst>
              <a:lin ang="0" scaled="1"/>
              <a:tileRect/>
            </a:gradFill>
            <a:miter lim="800000"/>
            <a:headEnd/>
            <a:tailEnd type="none" w="lg" len="lg"/>
          </a:ln>
        </p:spPr>
      </p:cxnSp>
      <p:grpSp>
        <p:nvGrpSpPr>
          <p:cNvPr id="142" name="Group 74">
            <a:extLst>
              <a:ext uri="{FF2B5EF4-FFF2-40B4-BE49-F238E27FC236}">
                <a16:creationId xmlns:a16="http://schemas.microsoft.com/office/drawing/2014/main" id="{7847FEF3-EC51-48C0-984F-0A3935FD0361}"/>
              </a:ext>
            </a:extLst>
          </p:cNvPr>
          <p:cNvGrpSpPr>
            <a:grpSpLocks noChangeAspect="1"/>
          </p:cNvGrpSpPr>
          <p:nvPr/>
        </p:nvGrpSpPr>
        <p:grpSpPr bwMode="auto">
          <a:xfrm>
            <a:off x="4744807" y="2710011"/>
            <a:ext cx="469754" cy="454959"/>
            <a:chOff x="2417" y="4694"/>
            <a:chExt cx="1143" cy="1107"/>
          </a:xfrm>
          <a:solidFill>
            <a:srgbClr val="00A3E0"/>
          </a:solidFill>
        </p:grpSpPr>
        <p:sp>
          <p:nvSpPr>
            <p:cNvPr id="144" name="Freeform 75">
              <a:extLst>
                <a:ext uri="{FF2B5EF4-FFF2-40B4-BE49-F238E27FC236}">
                  <a16:creationId xmlns:a16="http://schemas.microsoft.com/office/drawing/2014/main" id="{F70F5629-21BD-4FE4-BC7D-F3E73A74FABD}"/>
                </a:ext>
              </a:extLst>
            </p:cNvPr>
            <p:cNvSpPr>
              <a:spLocks noEditPoints="1"/>
            </p:cNvSpPr>
            <p:nvPr/>
          </p:nvSpPr>
          <p:spPr bwMode="auto">
            <a:xfrm>
              <a:off x="2855" y="5044"/>
              <a:ext cx="113" cy="54"/>
            </a:xfrm>
            <a:custGeom>
              <a:avLst/>
              <a:gdLst>
                <a:gd name="T0" fmla="*/ 26 w 51"/>
                <a:gd name="T1" fmla="*/ 0 h 25"/>
                <a:gd name="T2" fmla="*/ 0 w 51"/>
                <a:gd name="T3" fmla="*/ 25 h 25"/>
                <a:gd name="T4" fmla="*/ 17 w 51"/>
                <a:gd name="T5" fmla="*/ 25 h 25"/>
                <a:gd name="T6" fmla="*/ 26 w 51"/>
                <a:gd name="T7" fmla="*/ 17 h 25"/>
                <a:gd name="T8" fmla="*/ 34 w 51"/>
                <a:gd name="T9" fmla="*/ 25 h 25"/>
                <a:gd name="T10" fmla="*/ 51 w 51"/>
                <a:gd name="T11" fmla="*/ 25 h 25"/>
                <a:gd name="T12" fmla="*/ 26 w 51"/>
                <a:gd name="T13" fmla="*/ 0 h 25"/>
                <a:gd name="T14" fmla="*/ 26 w 51"/>
                <a:gd name="T15" fmla="*/ 0 h 25"/>
                <a:gd name="T16" fmla="*/ 26 w 5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5">
                  <a:moveTo>
                    <a:pt x="26" y="0"/>
                  </a:moveTo>
                  <a:cubicBezTo>
                    <a:pt x="11" y="0"/>
                    <a:pt x="0" y="11"/>
                    <a:pt x="0" y="25"/>
                  </a:cubicBezTo>
                  <a:cubicBezTo>
                    <a:pt x="17" y="25"/>
                    <a:pt x="17" y="25"/>
                    <a:pt x="17" y="25"/>
                  </a:cubicBezTo>
                  <a:cubicBezTo>
                    <a:pt x="17" y="21"/>
                    <a:pt x="21" y="17"/>
                    <a:pt x="26" y="17"/>
                  </a:cubicBezTo>
                  <a:cubicBezTo>
                    <a:pt x="30" y="17"/>
                    <a:pt x="34" y="21"/>
                    <a:pt x="34" y="25"/>
                  </a:cubicBezTo>
                  <a:cubicBezTo>
                    <a:pt x="51" y="25"/>
                    <a:pt x="51" y="25"/>
                    <a:pt x="51" y="25"/>
                  </a:cubicBezTo>
                  <a:cubicBezTo>
                    <a:pt x="51" y="11"/>
                    <a:pt x="40" y="0"/>
                    <a:pt x="26" y="0"/>
                  </a:cubicBezTo>
                  <a:close/>
                  <a:moveTo>
                    <a:pt x="26" y="0"/>
                  </a:moveTo>
                  <a:cubicBezTo>
                    <a:pt x="26" y="0"/>
                    <a:pt x="26"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45" name="Freeform 76">
              <a:extLst>
                <a:ext uri="{FF2B5EF4-FFF2-40B4-BE49-F238E27FC236}">
                  <a16:creationId xmlns:a16="http://schemas.microsoft.com/office/drawing/2014/main" id="{09A91123-6DCB-47D3-895B-1B52B034CCD3}"/>
                </a:ext>
              </a:extLst>
            </p:cNvPr>
            <p:cNvSpPr>
              <a:spLocks noEditPoints="1"/>
            </p:cNvSpPr>
            <p:nvPr/>
          </p:nvSpPr>
          <p:spPr bwMode="auto">
            <a:xfrm>
              <a:off x="3006" y="5044"/>
              <a:ext cx="114" cy="54"/>
            </a:xfrm>
            <a:custGeom>
              <a:avLst/>
              <a:gdLst>
                <a:gd name="T0" fmla="*/ 26 w 51"/>
                <a:gd name="T1" fmla="*/ 0 h 25"/>
                <a:gd name="T2" fmla="*/ 0 w 51"/>
                <a:gd name="T3" fmla="*/ 25 h 25"/>
                <a:gd name="T4" fmla="*/ 17 w 51"/>
                <a:gd name="T5" fmla="*/ 25 h 25"/>
                <a:gd name="T6" fmla="*/ 26 w 51"/>
                <a:gd name="T7" fmla="*/ 17 h 25"/>
                <a:gd name="T8" fmla="*/ 34 w 51"/>
                <a:gd name="T9" fmla="*/ 25 h 25"/>
                <a:gd name="T10" fmla="*/ 51 w 51"/>
                <a:gd name="T11" fmla="*/ 25 h 25"/>
                <a:gd name="T12" fmla="*/ 26 w 51"/>
                <a:gd name="T13" fmla="*/ 0 h 25"/>
                <a:gd name="T14" fmla="*/ 26 w 51"/>
                <a:gd name="T15" fmla="*/ 0 h 25"/>
                <a:gd name="T16" fmla="*/ 26 w 5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5">
                  <a:moveTo>
                    <a:pt x="26" y="0"/>
                  </a:moveTo>
                  <a:cubicBezTo>
                    <a:pt x="12" y="0"/>
                    <a:pt x="0" y="11"/>
                    <a:pt x="0" y="25"/>
                  </a:cubicBezTo>
                  <a:cubicBezTo>
                    <a:pt x="17" y="25"/>
                    <a:pt x="17" y="25"/>
                    <a:pt x="17" y="25"/>
                  </a:cubicBezTo>
                  <a:cubicBezTo>
                    <a:pt x="17" y="21"/>
                    <a:pt x="21" y="17"/>
                    <a:pt x="26" y="17"/>
                  </a:cubicBezTo>
                  <a:cubicBezTo>
                    <a:pt x="31" y="17"/>
                    <a:pt x="34" y="21"/>
                    <a:pt x="34" y="25"/>
                  </a:cubicBezTo>
                  <a:cubicBezTo>
                    <a:pt x="51" y="25"/>
                    <a:pt x="51" y="25"/>
                    <a:pt x="51" y="25"/>
                  </a:cubicBezTo>
                  <a:cubicBezTo>
                    <a:pt x="51" y="11"/>
                    <a:pt x="40" y="0"/>
                    <a:pt x="26" y="0"/>
                  </a:cubicBezTo>
                  <a:close/>
                  <a:moveTo>
                    <a:pt x="26" y="0"/>
                  </a:moveTo>
                  <a:cubicBezTo>
                    <a:pt x="26" y="0"/>
                    <a:pt x="26"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46" name="Freeform 77">
              <a:extLst>
                <a:ext uri="{FF2B5EF4-FFF2-40B4-BE49-F238E27FC236}">
                  <a16:creationId xmlns:a16="http://schemas.microsoft.com/office/drawing/2014/main" id="{58A17C57-0F33-4F72-946D-ED4EC9BC1A02}"/>
                </a:ext>
              </a:extLst>
            </p:cNvPr>
            <p:cNvSpPr>
              <a:spLocks noEditPoints="1"/>
            </p:cNvSpPr>
            <p:nvPr/>
          </p:nvSpPr>
          <p:spPr bwMode="auto">
            <a:xfrm>
              <a:off x="2913" y="5542"/>
              <a:ext cx="151" cy="147"/>
            </a:xfrm>
            <a:custGeom>
              <a:avLst/>
              <a:gdLst>
                <a:gd name="T0" fmla="*/ 34 w 68"/>
                <a:gd name="T1" fmla="*/ 0 h 68"/>
                <a:gd name="T2" fmla="*/ 0 w 68"/>
                <a:gd name="T3" fmla="*/ 34 h 68"/>
                <a:gd name="T4" fmla="*/ 34 w 68"/>
                <a:gd name="T5" fmla="*/ 68 h 68"/>
                <a:gd name="T6" fmla="*/ 68 w 68"/>
                <a:gd name="T7" fmla="*/ 34 h 68"/>
                <a:gd name="T8" fmla="*/ 34 w 68"/>
                <a:gd name="T9" fmla="*/ 0 h 68"/>
                <a:gd name="T10" fmla="*/ 34 w 68"/>
                <a:gd name="T11" fmla="*/ 51 h 68"/>
                <a:gd name="T12" fmla="*/ 17 w 68"/>
                <a:gd name="T13" fmla="*/ 34 h 68"/>
                <a:gd name="T14" fmla="*/ 34 w 68"/>
                <a:gd name="T15" fmla="*/ 17 h 68"/>
                <a:gd name="T16" fmla="*/ 51 w 68"/>
                <a:gd name="T17" fmla="*/ 34 h 68"/>
                <a:gd name="T18" fmla="*/ 34 w 68"/>
                <a:gd name="T19" fmla="*/ 51 h 68"/>
                <a:gd name="T20" fmla="*/ 34 w 68"/>
                <a:gd name="T21" fmla="*/ 51 h 68"/>
                <a:gd name="T22" fmla="*/ 34 w 68"/>
                <a:gd name="T23"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68">
                  <a:moveTo>
                    <a:pt x="34" y="0"/>
                  </a:moveTo>
                  <a:cubicBezTo>
                    <a:pt x="15" y="0"/>
                    <a:pt x="0" y="16"/>
                    <a:pt x="0" y="34"/>
                  </a:cubicBezTo>
                  <a:cubicBezTo>
                    <a:pt x="0" y="53"/>
                    <a:pt x="15" y="68"/>
                    <a:pt x="34" y="68"/>
                  </a:cubicBezTo>
                  <a:cubicBezTo>
                    <a:pt x="52" y="68"/>
                    <a:pt x="68" y="53"/>
                    <a:pt x="68" y="34"/>
                  </a:cubicBezTo>
                  <a:cubicBezTo>
                    <a:pt x="68" y="16"/>
                    <a:pt x="52" y="0"/>
                    <a:pt x="34" y="0"/>
                  </a:cubicBezTo>
                  <a:close/>
                  <a:moveTo>
                    <a:pt x="34" y="51"/>
                  </a:moveTo>
                  <a:cubicBezTo>
                    <a:pt x="24" y="51"/>
                    <a:pt x="17" y="44"/>
                    <a:pt x="17" y="34"/>
                  </a:cubicBezTo>
                  <a:cubicBezTo>
                    <a:pt x="17" y="25"/>
                    <a:pt x="24" y="17"/>
                    <a:pt x="34" y="17"/>
                  </a:cubicBezTo>
                  <a:cubicBezTo>
                    <a:pt x="43" y="17"/>
                    <a:pt x="51" y="25"/>
                    <a:pt x="51" y="34"/>
                  </a:cubicBezTo>
                  <a:cubicBezTo>
                    <a:pt x="51" y="44"/>
                    <a:pt x="43" y="51"/>
                    <a:pt x="34" y="51"/>
                  </a:cubicBezTo>
                  <a:close/>
                  <a:moveTo>
                    <a:pt x="34" y="51"/>
                  </a:moveTo>
                  <a:cubicBezTo>
                    <a:pt x="34" y="51"/>
                    <a:pt x="34" y="51"/>
                    <a:pt x="34"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47" name="Freeform 78">
              <a:extLst>
                <a:ext uri="{FF2B5EF4-FFF2-40B4-BE49-F238E27FC236}">
                  <a16:creationId xmlns:a16="http://schemas.microsoft.com/office/drawing/2014/main" id="{DFE9CEE0-1091-4142-8736-3D86E0B81938}"/>
                </a:ext>
              </a:extLst>
            </p:cNvPr>
            <p:cNvSpPr>
              <a:spLocks noEditPoints="1"/>
            </p:cNvSpPr>
            <p:nvPr/>
          </p:nvSpPr>
          <p:spPr bwMode="auto">
            <a:xfrm>
              <a:off x="2417" y="4694"/>
              <a:ext cx="1143" cy="1107"/>
            </a:xfrm>
            <a:custGeom>
              <a:avLst/>
              <a:gdLst>
                <a:gd name="T0" fmla="*/ 460 w 512"/>
                <a:gd name="T1" fmla="*/ 384 h 512"/>
                <a:gd name="T2" fmla="*/ 323 w 512"/>
                <a:gd name="T3" fmla="*/ 256 h 512"/>
                <a:gd name="T4" fmla="*/ 341 w 512"/>
                <a:gd name="T5" fmla="*/ 247 h 512"/>
                <a:gd name="T6" fmla="*/ 384 w 512"/>
                <a:gd name="T7" fmla="*/ 189 h 512"/>
                <a:gd name="T8" fmla="*/ 384 w 512"/>
                <a:gd name="T9" fmla="*/ 126 h 512"/>
                <a:gd name="T10" fmla="*/ 128 w 512"/>
                <a:gd name="T11" fmla="*/ 126 h 512"/>
                <a:gd name="T12" fmla="*/ 149 w 512"/>
                <a:gd name="T13" fmla="*/ 196 h 512"/>
                <a:gd name="T14" fmla="*/ 188 w 512"/>
                <a:gd name="T15" fmla="*/ 256 h 512"/>
                <a:gd name="T16" fmla="*/ 51 w 512"/>
                <a:gd name="T17" fmla="*/ 384 h 512"/>
                <a:gd name="T18" fmla="*/ 0 w 512"/>
                <a:gd name="T19" fmla="*/ 495 h 512"/>
                <a:gd name="T20" fmla="*/ 512 w 512"/>
                <a:gd name="T21" fmla="*/ 512 h 512"/>
                <a:gd name="T22" fmla="*/ 460 w 512"/>
                <a:gd name="T23" fmla="*/ 495 h 512"/>
                <a:gd name="T24" fmla="*/ 344 w 512"/>
                <a:gd name="T25" fmla="*/ 230 h 512"/>
                <a:gd name="T26" fmla="*/ 362 w 512"/>
                <a:gd name="T27" fmla="*/ 196 h 512"/>
                <a:gd name="T28" fmla="*/ 367 w 512"/>
                <a:gd name="T29" fmla="*/ 204 h 512"/>
                <a:gd name="T30" fmla="*/ 362 w 512"/>
                <a:gd name="T31" fmla="*/ 179 h 512"/>
                <a:gd name="T32" fmla="*/ 358 w 512"/>
                <a:gd name="T33" fmla="*/ 136 h 512"/>
                <a:gd name="T34" fmla="*/ 384 w 512"/>
                <a:gd name="T35" fmla="*/ 158 h 512"/>
                <a:gd name="T36" fmla="*/ 149 w 512"/>
                <a:gd name="T37" fmla="*/ 179 h 512"/>
                <a:gd name="T38" fmla="*/ 149 w 512"/>
                <a:gd name="T39" fmla="*/ 136 h 512"/>
                <a:gd name="T40" fmla="*/ 153 w 512"/>
                <a:gd name="T41" fmla="*/ 179 h 512"/>
                <a:gd name="T42" fmla="*/ 145 w 512"/>
                <a:gd name="T43" fmla="*/ 120 h 512"/>
                <a:gd name="T44" fmla="*/ 366 w 512"/>
                <a:gd name="T45" fmla="*/ 120 h 512"/>
                <a:gd name="T46" fmla="*/ 357 w 512"/>
                <a:gd name="T47" fmla="*/ 119 h 512"/>
                <a:gd name="T48" fmla="*/ 155 w 512"/>
                <a:gd name="T49" fmla="*/ 119 h 512"/>
                <a:gd name="T50" fmla="*/ 341 w 512"/>
                <a:gd name="T51" fmla="*/ 136 h 512"/>
                <a:gd name="T52" fmla="*/ 230 w 512"/>
                <a:gd name="T53" fmla="*/ 76 h 512"/>
                <a:gd name="T54" fmla="*/ 171 w 512"/>
                <a:gd name="T55" fmla="*/ 127 h 512"/>
                <a:gd name="T56" fmla="*/ 341 w 512"/>
                <a:gd name="T57" fmla="*/ 136 h 512"/>
                <a:gd name="T58" fmla="*/ 170 w 512"/>
                <a:gd name="T59" fmla="*/ 144 h 512"/>
                <a:gd name="T60" fmla="*/ 341 w 512"/>
                <a:gd name="T61" fmla="*/ 153 h 512"/>
                <a:gd name="T62" fmla="*/ 324 w 512"/>
                <a:gd name="T63" fmla="*/ 230 h 512"/>
                <a:gd name="T64" fmla="*/ 256 w 512"/>
                <a:gd name="T65" fmla="*/ 247 h 512"/>
                <a:gd name="T66" fmla="*/ 291 w 512"/>
                <a:gd name="T67" fmla="*/ 257 h 512"/>
                <a:gd name="T68" fmla="*/ 170 w 512"/>
                <a:gd name="T69" fmla="*/ 179 h 512"/>
                <a:gd name="T70" fmla="*/ 256 w 512"/>
                <a:gd name="T71" fmla="*/ 281 h 512"/>
                <a:gd name="T72" fmla="*/ 256 w 512"/>
                <a:gd name="T73" fmla="*/ 330 h 512"/>
                <a:gd name="T74" fmla="*/ 242 w 512"/>
                <a:gd name="T75" fmla="*/ 341 h 512"/>
                <a:gd name="T76" fmla="*/ 193 w 512"/>
                <a:gd name="T77" fmla="*/ 273 h 512"/>
                <a:gd name="T78" fmla="*/ 242 w 512"/>
                <a:gd name="T79" fmla="*/ 341 h 512"/>
                <a:gd name="T80" fmla="*/ 319 w 512"/>
                <a:gd name="T81" fmla="*/ 273 h 512"/>
                <a:gd name="T82" fmla="*/ 269 w 512"/>
                <a:gd name="T83" fmla="*/ 341 h 512"/>
                <a:gd name="T84" fmla="*/ 94 w 512"/>
                <a:gd name="T85" fmla="*/ 384 h 512"/>
                <a:gd name="T86" fmla="*/ 68 w 512"/>
                <a:gd name="T87" fmla="*/ 495 h 512"/>
                <a:gd name="T88" fmla="*/ 174 w 512"/>
                <a:gd name="T89" fmla="*/ 273 h 512"/>
                <a:gd name="T90" fmla="*/ 136 w 512"/>
                <a:gd name="T91" fmla="*/ 341 h 512"/>
                <a:gd name="T92" fmla="*/ 401 w 512"/>
                <a:gd name="T93" fmla="*/ 495 h 512"/>
                <a:gd name="T94" fmla="*/ 111 w 512"/>
                <a:gd name="T95" fmla="*/ 384 h 512"/>
                <a:gd name="T96" fmla="*/ 375 w 512"/>
                <a:gd name="T97" fmla="*/ 358 h 512"/>
                <a:gd name="T98" fmla="*/ 401 w 512"/>
                <a:gd name="T99" fmla="*/ 495 h 512"/>
                <a:gd name="T100" fmla="*/ 418 w 512"/>
                <a:gd name="T101" fmla="*/ 495 h 512"/>
                <a:gd name="T102" fmla="*/ 375 w 512"/>
                <a:gd name="T103" fmla="*/ 341 h 512"/>
                <a:gd name="T104" fmla="*/ 338 w 512"/>
                <a:gd name="T105" fmla="*/ 273 h 512"/>
                <a:gd name="T106" fmla="*/ 443 w 512"/>
                <a:gd name="T107" fmla="*/ 495 h 512"/>
                <a:gd name="T108" fmla="*/ 443 w 512"/>
                <a:gd name="T109" fmla="*/ 49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460" y="495"/>
                  </a:moveTo>
                  <a:cubicBezTo>
                    <a:pt x="460" y="384"/>
                    <a:pt x="460" y="384"/>
                    <a:pt x="460" y="384"/>
                  </a:cubicBezTo>
                  <a:cubicBezTo>
                    <a:pt x="460" y="313"/>
                    <a:pt x="403" y="256"/>
                    <a:pt x="332" y="256"/>
                  </a:cubicBezTo>
                  <a:cubicBezTo>
                    <a:pt x="323" y="256"/>
                    <a:pt x="323" y="256"/>
                    <a:pt x="323" y="256"/>
                  </a:cubicBezTo>
                  <a:cubicBezTo>
                    <a:pt x="326" y="253"/>
                    <a:pt x="329" y="250"/>
                    <a:pt x="332" y="247"/>
                  </a:cubicBezTo>
                  <a:cubicBezTo>
                    <a:pt x="341" y="247"/>
                    <a:pt x="341" y="247"/>
                    <a:pt x="341" y="247"/>
                  </a:cubicBezTo>
                  <a:cubicBezTo>
                    <a:pt x="365" y="247"/>
                    <a:pt x="384" y="228"/>
                    <a:pt x="384" y="204"/>
                  </a:cubicBezTo>
                  <a:cubicBezTo>
                    <a:pt x="384" y="189"/>
                    <a:pt x="384" y="189"/>
                    <a:pt x="384" y="189"/>
                  </a:cubicBezTo>
                  <a:cubicBezTo>
                    <a:pt x="394" y="183"/>
                    <a:pt x="401" y="171"/>
                    <a:pt x="401" y="158"/>
                  </a:cubicBezTo>
                  <a:cubicBezTo>
                    <a:pt x="401" y="144"/>
                    <a:pt x="394" y="132"/>
                    <a:pt x="384" y="126"/>
                  </a:cubicBezTo>
                  <a:cubicBezTo>
                    <a:pt x="382" y="56"/>
                    <a:pt x="326" y="0"/>
                    <a:pt x="256" y="0"/>
                  </a:cubicBezTo>
                  <a:cubicBezTo>
                    <a:pt x="186" y="0"/>
                    <a:pt x="129" y="56"/>
                    <a:pt x="128" y="126"/>
                  </a:cubicBezTo>
                  <a:cubicBezTo>
                    <a:pt x="117" y="132"/>
                    <a:pt x="111" y="144"/>
                    <a:pt x="111" y="158"/>
                  </a:cubicBezTo>
                  <a:cubicBezTo>
                    <a:pt x="111" y="179"/>
                    <a:pt x="128" y="196"/>
                    <a:pt x="149" y="196"/>
                  </a:cubicBezTo>
                  <a:cubicBezTo>
                    <a:pt x="155" y="196"/>
                    <a:pt x="155" y="196"/>
                    <a:pt x="155" y="196"/>
                  </a:cubicBezTo>
                  <a:cubicBezTo>
                    <a:pt x="159" y="220"/>
                    <a:pt x="171" y="240"/>
                    <a:pt x="188" y="256"/>
                  </a:cubicBezTo>
                  <a:cubicBezTo>
                    <a:pt x="179" y="256"/>
                    <a:pt x="179" y="256"/>
                    <a:pt x="179" y="256"/>
                  </a:cubicBezTo>
                  <a:cubicBezTo>
                    <a:pt x="108" y="256"/>
                    <a:pt x="51" y="313"/>
                    <a:pt x="51" y="384"/>
                  </a:cubicBezTo>
                  <a:cubicBezTo>
                    <a:pt x="51" y="495"/>
                    <a:pt x="51" y="495"/>
                    <a:pt x="51" y="495"/>
                  </a:cubicBezTo>
                  <a:cubicBezTo>
                    <a:pt x="0" y="495"/>
                    <a:pt x="0" y="495"/>
                    <a:pt x="0" y="495"/>
                  </a:cubicBezTo>
                  <a:cubicBezTo>
                    <a:pt x="0" y="512"/>
                    <a:pt x="0" y="512"/>
                    <a:pt x="0" y="512"/>
                  </a:cubicBezTo>
                  <a:cubicBezTo>
                    <a:pt x="512" y="512"/>
                    <a:pt x="512" y="512"/>
                    <a:pt x="512" y="512"/>
                  </a:cubicBezTo>
                  <a:cubicBezTo>
                    <a:pt x="512" y="495"/>
                    <a:pt x="512" y="495"/>
                    <a:pt x="512" y="495"/>
                  </a:cubicBezTo>
                  <a:lnTo>
                    <a:pt x="460" y="495"/>
                  </a:lnTo>
                  <a:close/>
                  <a:moveTo>
                    <a:pt x="367" y="204"/>
                  </a:moveTo>
                  <a:cubicBezTo>
                    <a:pt x="367" y="217"/>
                    <a:pt x="357" y="228"/>
                    <a:pt x="344" y="230"/>
                  </a:cubicBezTo>
                  <a:cubicBezTo>
                    <a:pt x="350" y="219"/>
                    <a:pt x="354" y="208"/>
                    <a:pt x="357" y="196"/>
                  </a:cubicBezTo>
                  <a:cubicBezTo>
                    <a:pt x="362" y="196"/>
                    <a:pt x="362" y="196"/>
                    <a:pt x="362" y="196"/>
                  </a:cubicBezTo>
                  <a:cubicBezTo>
                    <a:pt x="364" y="196"/>
                    <a:pt x="365" y="196"/>
                    <a:pt x="367" y="196"/>
                  </a:cubicBezTo>
                  <a:lnTo>
                    <a:pt x="367" y="204"/>
                  </a:lnTo>
                  <a:close/>
                  <a:moveTo>
                    <a:pt x="384" y="158"/>
                  </a:moveTo>
                  <a:cubicBezTo>
                    <a:pt x="384" y="169"/>
                    <a:pt x="374" y="179"/>
                    <a:pt x="362" y="179"/>
                  </a:cubicBezTo>
                  <a:cubicBezTo>
                    <a:pt x="358" y="179"/>
                    <a:pt x="358" y="179"/>
                    <a:pt x="358" y="179"/>
                  </a:cubicBezTo>
                  <a:cubicBezTo>
                    <a:pt x="358" y="136"/>
                    <a:pt x="358" y="136"/>
                    <a:pt x="358" y="136"/>
                  </a:cubicBezTo>
                  <a:cubicBezTo>
                    <a:pt x="362" y="136"/>
                    <a:pt x="362" y="136"/>
                    <a:pt x="362" y="136"/>
                  </a:cubicBezTo>
                  <a:cubicBezTo>
                    <a:pt x="374" y="136"/>
                    <a:pt x="384" y="146"/>
                    <a:pt x="384" y="158"/>
                  </a:cubicBezTo>
                  <a:close/>
                  <a:moveTo>
                    <a:pt x="153" y="179"/>
                  </a:moveTo>
                  <a:cubicBezTo>
                    <a:pt x="149" y="179"/>
                    <a:pt x="149" y="179"/>
                    <a:pt x="149" y="179"/>
                  </a:cubicBezTo>
                  <a:cubicBezTo>
                    <a:pt x="137" y="179"/>
                    <a:pt x="128" y="169"/>
                    <a:pt x="128" y="158"/>
                  </a:cubicBezTo>
                  <a:cubicBezTo>
                    <a:pt x="128" y="146"/>
                    <a:pt x="137" y="136"/>
                    <a:pt x="149" y="136"/>
                  </a:cubicBezTo>
                  <a:cubicBezTo>
                    <a:pt x="153" y="136"/>
                    <a:pt x="153" y="136"/>
                    <a:pt x="153" y="136"/>
                  </a:cubicBezTo>
                  <a:lnTo>
                    <a:pt x="153" y="179"/>
                  </a:lnTo>
                  <a:close/>
                  <a:moveTo>
                    <a:pt x="149" y="119"/>
                  </a:moveTo>
                  <a:cubicBezTo>
                    <a:pt x="148" y="119"/>
                    <a:pt x="146" y="119"/>
                    <a:pt x="145" y="120"/>
                  </a:cubicBezTo>
                  <a:cubicBezTo>
                    <a:pt x="149" y="62"/>
                    <a:pt x="197" y="17"/>
                    <a:pt x="256" y="17"/>
                  </a:cubicBezTo>
                  <a:cubicBezTo>
                    <a:pt x="314" y="17"/>
                    <a:pt x="362" y="62"/>
                    <a:pt x="366" y="120"/>
                  </a:cubicBezTo>
                  <a:cubicBezTo>
                    <a:pt x="365" y="119"/>
                    <a:pt x="364" y="119"/>
                    <a:pt x="362" y="119"/>
                  </a:cubicBezTo>
                  <a:cubicBezTo>
                    <a:pt x="357" y="119"/>
                    <a:pt x="357" y="119"/>
                    <a:pt x="357" y="119"/>
                  </a:cubicBezTo>
                  <a:cubicBezTo>
                    <a:pt x="348" y="71"/>
                    <a:pt x="306" y="34"/>
                    <a:pt x="256" y="34"/>
                  </a:cubicBezTo>
                  <a:cubicBezTo>
                    <a:pt x="205" y="34"/>
                    <a:pt x="163" y="71"/>
                    <a:pt x="155" y="119"/>
                  </a:cubicBezTo>
                  <a:lnTo>
                    <a:pt x="149" y="119"/>
                  </a:lnTo>
                  <a:close/>
                  <a:moveTo>
                    <a:pt x="341" y="136"/>
                  </a:moveTo>
                  <a:cubicBezTo>
                    <a:pt x="279" y="134"/>
                    <a:pt x="239" y="109"/>
                    <a:pt x="239" y="85"/>
                  </a:cubicBezTo>
                  <a:cubicBezTo>
                    <a:pt x="239" y="80"/>
                    <a:pt x="235" y="76"/>
                    <a:pt x="230" y="76"/>
                  </a:cubicBezTo>
                  <a:cubicBezTo>
                    <a:pt x="225" y="76"/>
                    <a:pt x="222" y="80"/>
                    <a:pt x="222" y="85"/>
                  </a:cubicBezTo>
                  <a:cubicBezTo>
                    <a:pt x="222" y="106"/>
                    <a:pt x="199" y="124"/>
                    <a:pt x="171" y="127"/>
                  </a:cubicBezTo>
                  <a:cubicBezTo>
                    <a:pt x="175" y="84"/>
                    <a:pt x="212" y="51"/>
                    <a:pt x="256" y="51"/>
                  </a:cubicBezTo>
                  <a:cubicBezTo>
                    <a:pt x="303" y="51"/>
                    <a:pt x="341" y="89"/>
                    <a:pt x="341" y="136"/>
                  </a:cubicBezTo>
                  <a:close/>
                  <a:moveTo>
                    <a:pt x="170" y="179"/>
                  </a:moveTo>
                  <a:cubicBezTo>
                    <a:pt x="170" y="144"/>
                    <a:pt x="170" y="144"/>
                    <a:pt x="170" y="144"/>
                  </a:cubicBezTo>
                  <a:cubicBezTo>
                    <a:pt x="197" y="142"/>
                    <a:pt x="220" y="129"/>
                    <a:pt x="231" y="111"/>
                  </a:cubicBezTo>
                  <a:cubicBezTo>
                    <a:pt x="249" y="135"/>
                    <a:pt x="290" y="151"/>
                    <a:pt x="341" y="153"/>
                  </a:cubicBezTo>
                  <a:cubicBezTo>
                    <a:pt x="341" y="179"/>
                    <a:pt x="341" y="179"/>
                    <a:pt x="341" y="179"/>
                  </a:cubicBezTo>
                  <a:cubicBezTo>
                    <a:pt x="341" y="198"/>
                    <a:pt x="335" y="216"/>
                    <a:pt x="324" y="230"/>
                  </a:cubicBezTo>
                  <a:cubicBezTo>
                    <a:pt x="256" y="230"/>
                    <a:pt x="256" y="230"/>
                    <a:pt x="256" y="230"/>
                  </a:cubicBezTo>
                  <a:cubicBezTo>
                    <a:pt x="256" y="247"/>
                    <a:pt x="256" y="247"/>
                    <a:pt x="256" y="247"/>
                  </a:cubicBezTo>
                  <a:cubicBezTo>
                    <a:pt x="307" y="247"/>
                    <a:pt x="307" y="247"/>
                    <a:pt x="307" y="247"/>
                  </a:cubicBezTo>
                  <a:cubicBezTo>
                    <a:pt x="302" y="251"/>
                    <a:pt x="296" y="254"/>
                    <a:pt x="291" y="257"/>
                  </a:cubicBezTo>
                  <a:cubicBezTo>
                    <a:pt x="268" y="267"/>
                    <a:pt x="243" y="267"/>
                    <a:pt x="220" y="257"/>
                  </a:cubicBezTo>
                  <a:cubicBezTo>
                    <a:pt x="191" y="243"/>
                    <a:pt x="170" y="213"/>
                    <a:pt x="170" y="179"/>
                  </a:cubicBezTo>
                  <a:close/>
                  <a:moveTo>
                    <a:pt x="229" y="278"/>
                  </a:moveTo>
                  <a:cubicBezTo>
                    <a:pt x="238" y="280"/>
                    <a:pt x="247" y="281"/>
                    <a:pt x="256" y="281"/>
                  </a:cubicBezTo>
                  <a:cubicBezTo>
                    <a:pt x="265" y="281"/>
                    <a:pt x="274" y="280"/>
                    <a:pt x="282" y="278"/>
                  </a:cubicBezTo>
                  <a:cubicBezTo>
                    <a:pt x="256" y="330"/>
                    <a:pt x="256" y="330"/>
                    <a:pt x="256" y="330"/>
                  </a:cubicBezTo>
                  <a:lnTo>
                    <a:pt x="229" y="278"/>
                  </a:lnTo>
                  <a:close/>
                  <a:moveTo>
                    <a:pt x="242" y="341"/>
                  </a:moveTo>
                  <a:cubicBezTo>
                    <a:pt x="227" y="341"/>
                    <a:pt x="227" y="341"/>
                    <a:pt x="227" y="341"/>
                  </a:cubicBezTo>
                  <a:cubicBezTo>
                    <a:pt x="193" y="273"/>
                    <a:pt x="193" y="273"/>
                    <a:pt x="193" y="273"/>
                  </a:cubicBezTo>
                  <a:cubicBezTo>
                    <a:pt x="208" y="273"/>
                    <a:pt x="208" y="273"/>
                    <a:pt x="208" y="273"/>
                  </a:cubicBezTo>
                  <a:lnTo>
                    <a:pt x="242" y="341"/>
                  </a:lnTo>
                  <a:close/>
                  <a:moveTo>
                    <a:pt x="304" y="273"/>
                  </a:moveTo>
                  <a:cubicBezTo>
                    <a:pt x="319" y="273"/>
                    <a:pt x="319" y="273"/>
                    <a:pt x="319" y="273"/>
                  </a:cubicBezTo>
                  <a:cubicBezTo>
                    <a:pt x="285" y="341"/>
                    <a:pt x="285" y="341"/>
                    <a:pt x="285" y="341"/>
                  </a:cubicBezTo>
                  <a:cubicBezTo>
                    <a:pt x="269" y="341"/>
                    <a:pt x="269" y="341"/>
                    <a:pt x="269" y="341"/>
                  </a:cubicBezTo>
                  <a:lnTo>
                    <a:pt x="304" y="273"/>
                  </a:lnTo>
                  <a:close/>
                  <a:moveTo>
                    <a:pt x="94" y="384"/>
                  </a:moveTo>
                  <a:cubicBezTo>
                    <a:pt x="94" y="495"/>
                    <a:pt x="94" y="495"/>
                    <a:pt x="94" y="495"/>
                  </a:cubicBezTo>
                  <a:cubicBezTo>
                    <a:pt x="68" y="495"/>
                    <a:pt x="68" y="495"/>
                    <a:pt x="68" y="495"/>
                  </a:cubicBezTo>
                  <a:cubicBezTo>
                    <a:pt x="68" y="384"/>
                    <a:pt x="68" y="384"/>
                    <a:pt x="68" y="384"/>
                  </a:cubicBezTo>
                  <a:cubicBezTo>
                    <a:pt x="68" y="324"/>
                    <a:pt x="115" y="276"/>
                    <a:pt x="174" y="273"/>
                  </a:cubicBezTo>
                  <a:cubicBezTo>
                    <a:pt x="208" y="341"/>
                    <a:pt x="208" y="341"/>
                    <a:pt x="208" y="341"/>
                  </a:cubicBezTo>
                  <a:cubicBezTo>
                    <a:pt x="136" y="341"/>
                    <a:pt x="136" y="341"/>
                    <a:pt x="136" y="341"/>
                  </a:cubicBezTo>
                  <a:cubicBezTo>
                    <a:pt x="113" y="341"/>
                    <a:pt x="94" y="360"/>
                    <a:pt x="94" y="384"/>
                  </a:cubicBezTo>
                  <a:close/>
                  <a:moveTo>
                    <a:pt x="401" y="495"/>
                  </a:moveTo>
                  <a:cubicBezTo>
                    <a:pt x="111" y="495"/>
                    <a:pt x="111" y="495"/>
                    <a:pt x="111" y="495"/>
                  </a:cubicBezTo>
                  <a:cubicBezTo>
                    <a:pt x="111" y="384"/>
                    <a:pt x="111" y="384"/>
                    <a:pt x="111" y="384"/>
                  </a:cubicBezTo>
                  <a:cubicBezTo>
                    <a:pt x="111" y="370"/>
                    <a:pt x="122" y="358"/>
                    <a:pt x="136" y="358"/>
                  </a:cubicBezTo>
                  <a:cubicBezTo>
                    <a:pt x="375" y="358"/>
                    <a:pt x="375" y="358"/>
                    <a:pt x="375" y="358"/>
                  </a:cubicBezTo>
                  <a:cubicBezTo>
                    <a:pt x="389" y="358"/>
                    <a:pt x="401" y="370"/>
                    <a:pt x="401" y="384"/>
                  </a:cubicBezTo>
                  <a:lnTo>
                    <a:pt x="401" y="495"/>
                  </a:lnTo>
                  <a:close/>
                  <a:moveTo>
                    <a:pt x="443" y="495"/>
                  </a:moveTo>
                  <a:cubicBezTo>
                    <a:pt x="418" y="495"/>
                    <a:pt x="418" y="495"/>
                    <a:pt x="418" y="495"/>
                  </a:cubicBezTo>
                  <a:cubicBezTo>
                    <a:pt x="418" y="384"/>
                    <a:pt x="418" y="384"/>
                    <a:pt x="418" y="384"/>
                  </a:cubicBezTo>
                  <a:cubicBezTo>
                    <a:pt x="418" y="360"/>
                    <a:pt x="399" y="341"/>
                    <a:pt x="375" y="341"/>
                  </a:cubicBezTo>
                  <a:cubicBezTo>
                    <a:pt x="304" y="341"/>
                    <a:pt x="304" y="341"/>
                    <a:pt x="304" y="341"/>
                  </a:cubicBezTo>
                  <a:cubicBezTo>
                    <a:pt x="338" y="273"/>
                    <a:pt x="338" y="273"/>
                    <a:pt x="338" y="273"/>
                  </a:cubicBezTo>
                  <a:cubicBezTo>
                    <a:pt x="396" y="276"/>
                    <a:pt x="443" y="324"/>
                    <a:pt x="443" y="384"/>
                  </a:cubicBezTo>
                  <a:lnTo>
                    <a:pt x="443" y="495"/>
                  </a:lnTo>
                  <a:close/>
                  <a:moveTo>
                    <a:pt x="443" y="495"/>
                  </a:moveTo>
                  <a:cubicBezTo>
                    <a:pt x="443" y="495"/>
                    <a:pt x="443" y="495"/>
                    <a:pt x="443" y="4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48" name="Rectangle 79">
              <a:extLst>
                <a:ext uri="{FF2B5EF4-FFF2-40B4-BE49-F238E27FC236}">
                  <a16:creationId xmlns:a16="http://schemas.microsoft.com/office/drawing/2014/main" id="{FB3BC415-6923-47CB-A92F-BAB7FDCBF272}"/>
                </a:ext>
              </a:extLst>
            </p:cNvPr>
            <p:cNvSpPr>
              <a:spLocks noChangeArrowheads="1"/>
            </p:cNvSpPr>
            <p:nvPr/>
          </p:nvSpPr>
          <p:spPr bwMode="auto">
            <a:xfrm>
              <a:off x="3236" y="5598"/>
              <a:ext cx="38" cy="1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49" name="Rectangle 80">
              <a:extLst>
                <a:ext uri="{FF2B5EF4-FFF2-40B4-BE49-F238E27FC236}">
                  <a16:creationId xmlns:a16="http://schemas.microsoft.com/office/drawing/2014/main" id="{D7D88654-7716-487A-81AA-5D203078038A}"/>
                </a:ext>
              </a:extLst>
            </p:cNvPr>
            <p:cNvSpPr>
              <a:spLocks noChangeArrowheads="1"/>
            </p:cNvSpPr>
            <p:nvPr/>
          </p:nvSpPr>
          <p:spPr bwMode="auto">
            <a:xfrm>
              <a:off x="3236" y="5524"/>
              <a:ext cx="38"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50" name="Rectangle 81">
              <a:extLst>
                <a:ext uri="{FF2B5EF4-FFF2-40B4-BE49-F238E27FC236}">
                  <a16:creationId xmlns:a16="http://schemas.microsoft.com/office/drawing/2014/main" id="{3AE879D5-8173-4E0D-9474-C07E424B0D70}"/>
                </a:ext>
              </a:extLst>
            </p:cNvPr>
            <p:cNvSpPr>
              <a:spLocks noChangeArrowheads="1"/>
            </p:cNvSpPr>
            <p:nvPr/>
          </p:nvSpPr>
          <p:spPr bwMode="auto">
            <a:xfrm>
              <a:off x="3406" y="4858"/>
              <a:ext cx="38" cy="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51" name="Rectangle 82">
              <a:extLst>
                <a:ext uri="{FF2B5EF4-FFF2-40B4-BE49-F238E27FC236}">
                  <a16:creationId xmlns:a16="http://schemas.microsoft.com/office/drawing/2014/main" id="{62809CE3-16C4-4613-AF2B-D59BCA66443F}"/>
                </a:ext>
              </a:extLst>
            </p:cNvPr>
            <p:cNvSpPr>
              <a:spLocks noChangeArrowheads="1"/>
            </p:cNvSpPr>
            <p:nvPr/>
          </p:nvSpPr>
          <p:spPr bwMode="auto">
            <a:xfrm>
              <a:off x="3406" y="4934"/>
              <a:ext cx="38"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52" name="Rectangle 83">
              <a:extLst>
                <a:ext uri="{FF2B5EF4-FFF2-40B4-BE49-F238E27FC236}">
                  <a16:creationId xmlns:a16="http://schemas.microsoft.com/office/drawing/2014/main" id="{31625862-846D-4832-A5A1-ED8CE3D8DD89}"/>
                </a:ext>
              </a:extLst>
            </p:cNvPr>
            <p:cNvSpPr>
              <a:spLocks noChangeArrowheads="1"/>
            </p:cNvSpPr>
            <p:nvPr/>
          </p:nvSpPr>
          <p:spPr bwMode="auto">
            <a:xfrm>
              <a:off x="3406" y="5008"/>
              <a:ext cx="38"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53" name="Rectangle 84">
              <a:extLst>
                <a:ext uri="{FF2B5EF4-FFF2-40B4-BE49-F238E27FC236}">
                  <a16:creationId xmlns:a16="http://schemas.microsoft.com/office/drawing/2014/main" id="{E98DEBD4-DF16-4987-94D7-3BB915716A9C}"/>
                </a:ext>
              </a:extLst>
            </p:cNvPr>
            <p:cNvSpPr>
              <a:spLocks noChangeArrowheads="1"/>
            </p:cNvSpPr>
            <p:nvPr/>
          </p:nvSpPr>
          <p:spPr bwMode="auto">
            <a:xfrm>
              <a:off x="2531" y="5081"/>
              <a:ext cx="38"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54" name="Rectangle 85">
              <a:extLst>
                <a:ext uri="{FF2B5EF4-FFF2-40B4-BE49-F238E27FC236}">
                  <a16:creationId xmlns:a16="http://schemas.microsoft.com/office/drawing/2014/main" id="{62DDE55A-9FD7-4F57-8E62-E1439213FFDC}"/>
                </a:ext>
              </a:extLst>
            </p:cNvPr>
            <p:cNvSpPr>
              <a:spLocks noChangeArrowheads="1"/>
            </p:cNvSpPr>
            <p:nvPr/>
          </p:nvSpPr>
          <p:spPr bwMode="auto">
            <a:xfrm>
              <a:off x="2531" y="5155"/>
              <a:ext cx="38"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55" name="Rectangle 86">
              <a:extLst>
                <a:ext uri="{FF2B5EF4-FFF2-40B4-BE49-F238E27FC236}">
                  <a16:creationId xmlns:a16="http://schemas.microsoft.com/office/drawing/2014/main" id="{99A9F315-9363-480B-A0FF-CB03372861A2}"/>
                </a:ext>
              </a:extLst>
            </p:cNvPr>
            <p:cNvSpPr>
              <a:spLocks noChangeArrowheads="1"/>
            </p:cNvSpPr>
            <p:nvPr/>
          </p:nvSpPr>
          <p:spPr bwMode="auto">
            <a:xfrm>
              <a:off x="2531" y="5228"/>
              <a:ext cx="38"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grpSp>
      <p:grpSp>
        <p:nvGrpSpPr>
          <p:cNvPr id="211" name="Group 210">
            <a:extLst>
              <a:ext uri="{FF2B5EF4-FFF2-40B4-BE49-F238E27FC236}">
                <a16:creationId xmlns:a16="http://schemas.microsoft.com/office/drawing/2014/main" id="{95DB733D-4977-4D52-B56D-3F4B549E0100}"/>
              </a:ext>
            </a:extLst>
          </p:cNvPr>
          <p:cNvGrpSpPr/>
          <p:nvPr/>
        </p:nvGrpSpPr>
        <p:grpSpPr>
          <a:xfrm rot="5400000">
            <a:off x="4742393" y="4970360"/>
            <a:ext cx="474575" cy="474575"/>
            <a:chOff x="5125249" y="5746282"/>
            <a:chExt cx="398943" cy="398943"/>
          </a:xfrm>
        </p:grpSpPr>
        <p:cxnSp>
          <p:nvCxnSpPr>
            <p:cNvPr id="157" name="Straight Connector 156">
              <a:extLst>
                <a:ext uri="{FF2B5EF4-FFF2-40B4-BE49-F238E27FC236}">
                  <a16:creationId xmlns:a16="http://schemas.microsoft.com/office/drawing/2014/main" id="{332A49EC-9ADD-43E9-9428-80DEEBC26266}"/>
                </a:ext>
              </a:extLst>
            </p:cNvPr>
            <p:cNvCxnSpPr>
              <a:cxnSpLocks/>
            </p:cNvCxnSpPr>
            <p:nvPr/>
          </p:nvCxnSpPr>
          <p:spPr>
            <a:xfrm>
              <a:off x="5324720" y="5746282"/>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AB81BF5E-331C-4878-8D3B-F45ECD892BF8}"/>
                </a:ext>
              </a:extLst>
            </p:cNvPr>
            <p:cNvCxnSpPr>
              <a:cxnSpLocks/>
            </p:cNvCxnSpPr>
            <p:nvPr/>
          </p:nvCxnSpPr>
          <p:spPr>
            <a:xfrm>
              <a:off x="5324720" y="6047907"/>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954147BF-096A-4672-974C-926590BBDC3F}"/>
                </a:ext>
              </a:extLst>
            </p:cNvPr>
            <p:cNvCxnSpPr>
              <a:cxnSpLocks/>
            </p:cNvCxnSpPr>
            <p:nvPr/>
          </p:nvCxnSpPr>
          <p:spPr>
            <a:xfrm rot="5400000">
              <a:off x="5475533" y="5897095"/>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687A2E01-C053-4E1C-BD8A-3B2725227120}"/>
                </a:ext>
              </a:extLst>
            </p:cNvPr>
            <p:cNvCxnSpPr>
              <a:cxnSpLocks/>
            </p:cNvCxnSpPr>
            <p:nvPr/>
          </p:nvCxnSpPr>
          <p:spPr>
            <a:xfrm rot="5400000">
              <a:off x="5173908" y="5897095"/>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C7B7D694-1F19-405E-914E-9CA3569B47AD}"/>
                </a:ext>
              </a:extLst>
            </p:cNvPr>
            <p:cNvCxnSpPr>
              <a:cxnSpLocks/>
            </p:cNvCxnSpPr>
            <p:nvPr/>
          </p:nvCxnSpPr>
          <p:spPr>
            <a:xfrm rot="2733160">
              <a:off x="5436868" y="5785877"/>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1DF5D175-D2A9-44FF-8F8D-FF46E35C5C1F}"/>
                </a:ext>
              </a:extLst>
            </p:cNvPr>
            <p:cNvCxnSpPr>
              <a:cxnSpLocks/>
            </p:cNvCxnSpPr>
            <p:nvPr/>
          </p:nvCxnSpPr>
          <p:spPr>
            <a:xfrm rot="8133160">
              <a:off x="5424443" y="6008301"/>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518C1BE0-F999-4DB2-A325-D818B85B0ED5}"/>
                </a:ext>
              </a:extLst>
            </p:cNvPr>
            <p:cNvCxnSpPr>
              <a:cxnSpLocks/>
            </p:cNvCxnSpPr>
            <p:nvPr/>
          </p:nvCxnSpPr>
          <p:spPr>
            <a:xfrm rot="8133160">
              <a:off x="5213230" y="5792973"/>
              <a:ext cx="0" cy="97318"/>
            </a:xfrm>
            <a:prstGeom prst="line">
              <a:avLst/>
            </a:prstGeom>
            <a:ln w="1905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86" name="Straight Connector 85">
            <a:extLst>
              <a:ext uri="{FF2B5EF4-FFF2-40B4-BE49-F238E27FC236}">
                <a16:creationId xmlns:a16="http://schemas.microsoft.com/office/drawing/2014/main" id="{1E8CFD2D-8AB4-4AD3-959F-9DB5264F40AA}"/>
              </a:ext>
            </a:extLst>
          </p:cNvPr>
          <p:cNvCxnSpPr>
            <a:cxnSpLocks/>
          </p:cNvCxnSpPr>
          <p:nvPr/>
        </p:nvCxnSpPr>
        <p:spPr>
          <a:xfrm>
            <a:off x="5449364" y="5693568"/>
            <a:ext cx="4239422" cy="0"/>
          </a:xfrm>
          <a:prstGeom prst="line">
            <a:avLst/>
          </a:prstGeom>
          <a:gradFill>
            <a:gsLst>
              <a:gs pos="93000">
                <a:schemeClr val="tx1">
                  <a:alpha val="50000"/>
                </a:schemeClr>
              </a:gs>
              <a:gs pos="37000">
                <a:schemeClr val="accent3">
                  <a:lumMod val="75000"/>
                </a:schemeClr>
              </a:gs>
            </a:gsLst>
            <a:lin ang="5400000" scaled="1"/>
          </a:gradFill>
          <a:ln w="19050" algn="ctr">
            <a:gradFill flip="none" rotWithShape="1">
              <a:gsLst>
                <a:gs pos="87000">
                  <a:schemeClr val="tx1"/>
                </a:gs>
                <a:gs pos="45000">
                  <a:srgbClr val="00A3E0"/>
                </a:gs>
              </a:gsLst>
              <a:lin ang="0" scaled="1"/>
              <a:tileRect/>
            </a:gradFill>
            <a:miter lim="800000"/>
            <a:headEnd/>
            <a:tailEnd type="none" w="lg" len="lg"/>
          </a:ln>
        </p:spPr>
      </p:cxnSp>
      <p:grpSp>
        <p:nvGrpSpPr>
          <p:cNvPr id="4" name="Group 4">
            <a:extLst>
              <a:ext uri="{FF2B5EF4-FFF2-40B4-BE49-F238E27FC236}">
                <a16:creationId xmlns:a16="http://schemas.microsoft.com/office/drawing/2014/main" id="{C217140D-72AA-4321-8210-1F681B4DA127}"/>
              </a:ext>
            </a:extLst>
          </p:cNvPr>
          <p:cNvGrpSpPr>
            <a:grpSpLocks noChangeAspect="1"/>
          </p:cNvGrpSpPr>
          <p:nvPr/>
        </p:nvGrpSpPr>
        <p:grpSpPr bwMode="auto">
          <a:xfrm>
            <a:off x="4722099" y="1855254"/>
            <a:ext cx="515170" cy="454959"/>
            <a:chOff x="2686" y="4998"/>
            <a:chExt cx="1523" cy="1345"/>
          </a:xfrm>
          <a:solidFill>
            <a:srgbClr val="00A3E0"/>
          </a:solidFill>
        </p:grpSpPr>
        <p:sp>
          <p:nvSpPr>
            <p:cNvPr id="13" name="Freeform 5">
              <a:extLst>
                <a:ext uri="{FF2B5EF4-FFF2-40B4-BE49-F238E27FC236}">
                  <a16:creationId xmlns:a16="http://schemas.microsoft.com/office/drawing/2014/main" id="{372B270B-6C61-4773-B8A0-DC50A87532CD}"/>
                </a:ext>
              </a:extLst>
            </p:cNvPr>
            <p:cNvSpPr>
              <a:spLocks noEditPoints="1"/>
            </p:cNvSpPr>
            <p:nvPr/>
          </p:nvSpPr>
          <p:spPr bwMode="auto">
            <a:xfrm>
              <a:off x="2686" y="4998"/>
              <a:ext cx="1523" cy="1345"/>
            </a:xfrm>
            <a:custGeom>
              <a:avLst/>
              <a:gdLst>
                <a:gd name="T0" fmla="*/ 640 w 683"/>
                <a:gd name="T1" fmla="*/ 156 h 622"/>
                <a:gd name="T2" fmla="*/ 407 w 683"/>
                <a:gd name="T3" fmla="*/ 86 h 622"/>
                <a:gd name="T4" fmla="*/ 342 w 683"/>
                <a:gd name="T5" fmla="*/ 34 h 622"/>
                <a:gd name="T6" fmla="*/ 276 w 683"/>
                <a:gd name="T7" fmla="*/ 86 h 622"/>
                <a:gd name="T8" fmla="*/ 107 w 683"/>
                <a:gd name="T9" fmla="*/ 92 h 622"/>
                <a:gd name="T10" fmla="*/ 54 w 683"/>
                <a:gd name="T11" fmla="*/ 413 h 622"/>
                <a:gd name="T12" fmla="*/ 107 w 683"/>
                <a:gd name="T13" fmla="*/ 112 h 622"/>
                <a:gd name="T14" fmla="*/ 259 w 683"/>
                <a:gd name="T15" fmla="*/ 132 h 622"/>
                <a:gd name="T16" fmla="*/ 84 w 683"/>
                <a:gd name="T17" fmla="*/ 156 h 622"/>
                <a:gd name="T18" fmla="*/ 181 w 683"/>
                <a:gd name="T19" fmla="*/ 495 h 622"/>
                <a:gd name="T20" fmla="*/ 64 w 683"/>
                <a:gd name="T21" fmla="*/ 516 h 622"/>
                <a:gd name="T22" fmla="*/ 44 w 683"/>
                <a:gd name="T23" fmla="*/ 437 h 622"/>
                <a:gd name="T24" fmla="*/ 0 w 683"/>
                <a:gd name="T25" fmla="*/ 526 h 622"/>
                <a:gd name="T26" fmla="*/ 601 w 683"/>
                <a:gd name="T27" fmla="*/ 622 h 622"/>
                <a:gd name="T28" fmla="*/ 673 w 683"/>
                <a:gd name="T29" fmla="*/ 516 h 622"/>
                <a:gd name="T30" fmla="*/ 472 w 683"/>
                <a:gd name="T31" fmla="*/ 516 h 622"/>
                <a:gd name="T32" fmla="*/ 589 w 683"/>
                <a:gd name="T33" fmla="*/ 495 h 622"/>
                <a:gd name="T34" fmla="*/ 576 w 683"/>
                <a:gd name="T35" fmla="*/ 133 h 622"/>
                <a:gd name="T36" fmla="*/ 432 w 683"/>
                <a:gd name="T37" fmla="*/ 114 h 622"/>
                <a:gd name="T38" fmla="*/ 619 w 683"/>
                <a:gd name="T39" fmla="*/ 156 h 622"/>
                <a:gd name="T40" fmla="*/ 303 w 683"/>
                <a:gd name="T41" fmla="*/ 556 h 622"/>
                <a:gd name="T42" fmla="*/ 286 w 683"/>
                <a:gd name="T43" fmla="*/ 24 h 622"/>
                <a:gd name="T44" fmla="*/ 342 w 683"/>
                <a:gd name="T45" fmla="*/ 61 h 622"/>
                <a:gd name="T46" fmla="*/ 391 w 683"/>
                <a:gd name="T47" fmla="*/ 21 h 622"/>
                <a:gd name="T48" fmla="*/ 299 w 683"/>
                <a:gd name="T49" fmla="*/ 86 h 622"/>
                <a:gd name="T50" fmla="*/ 404 w 683"/>
                <a:gd name="T51" fmla="*/ 107 h 622"/>
                <a:gd name="T52" fmla="*/ 279 w 683"/>
                <a:gd name="T53" fmla="*/ 121 h 622"/>
                <a:gd name="T54" fmla="*/ 104 w 683"/>
                <a:gd name="T55" fmla="*/ 156 h 622"/>
                <a:gd name="T56" fmla="*/ 180 w 683"/>
                <a:gd name="T57" fmla="*/ 217 h 622"/>
                <a:gd name="T58" fmla="*/ 104 w 683"/>
                <a:gd name="T59" fmla="*/ 475 h 622"/>
                <a:gd name="T60" fmla="*/ 198 w 683"/>
                <a:gd name="T61" fmla="*/ 226 h 622"/>
                <a:gd name="T62" fmla="*/ 461 w 683"/>
                <a:gd name="T63" fmla="*/ 191 h 622"/>
                <a:gd name="T64" fmla="*/ 477 w 683"/>
                <a:gd name="T65" fmla="*/ 178 h 622"/>
                <a:gd name="T66" fmla="*/ 579 w 683"/>
                <a:gd name="T67" fmla="*/ 156 h 622"/>
                <a:gd name="T68" fmla="*/ 543 w 683"/>
                <a:gd name="T69" fmla="*/ 374 h 622"/>
                <a:gd name="T70" fmla="*/ 479 w 683"/>
                <a:gd name="T71" fmla="*/ 216 h 622"/>
                <a:gd name="T72" fmla="*/ 342 w 683"/>
                <a:gd name="T73" fmla="*/ 515 h 622"/>
                <a:gd name="T74" fmla="*/ 663 w 683"/>
                <a:gd name="T75" fmla="*/ 540 h 622"/>
                <a:gd name="T76" fmla="*/ 21 w 683"/>
                <a:gd name="T77" fmla="*/ 540 h 622"/>
                <a:gd name="T78" fmla="*/ 303 w 683"/>
                <a:gd name="T79" fmla="*/ 577 h 622"/>
                <a:gd name="T80" fmla="*/ 630 w 683"/>
                <a:gd name="T81" fmla="*/ 536 h 622"/>
                <a:gd name="T82" fmla="*/ 663 w 683"/>
                <a:gd name="T83" fmla="*/ 54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3" h="622">
                  <a:moveTo>
                    <a:pt x="673" y="516"/>
                  </a:moveTo>
                  <a:cubicBezTo>
                    <a:pt x="640" y="516"/>
                    <a:pt x="640" y="516"/>
                    <a:pt x="640" y="516"/>
                  </a:cubicBezTo>
                  <a:cubicBezTo>
                    <a:pt x="640" y="156"/>
                    <a:pt x="640" y="156"/>
                    <a:pt x="640" y="156"/>
                  </a:cubicBezTo>
                  <a:cubicBezTo>
                    <a:pt x="640" y="120"/>
                    <a:pt x="611" y="92"/>
                    <a:pt x="576" y="92"/>
                  </a:cubicBezTo>
                  <a:cubicBezTo>
                    <a:pt x="421" y="92"/>
                    <a:pt x="421" y="92"/>
                    <a:pt x="421" y="92"/>
                  </a:cubicBezTo>
                  <a:cubicBezTo>
                    <a:pt x="417" y="89"/>
                    <a:pt x="412" y="87"/>
                    <a:pt x="407" y="86"/>
                  </a:cubicBezTo>
                  <a:cubicBezTo>
                    <a:pt x="424" y="49"/>
                    <a:pt x="425" y="23"/>
                    <a:pt x="412" y="9"/>
                  </a:cubicBezTo>
                  <a:cubicBezTo>
                    <a:pt x="406" y="3"/>
                    <a:pt x="398" y="0"/>
                    <a:pt x="390" y="1"/>
                  </a:cubicBezTo>
                  <a:cubicBezTo>
                    <a:pt x="371" y="3"/>
                    <a:pt x="352" y="22"/>
                    <a:pt x="342" y="34"/>
                  </a:cubicBezTo>
                  <a:cubicBezTo>
                    <a:pt x="331" y="22"/>
                    <a:pt x="312" y="3"/>
                    <a:pt x="294" y="1"/>
                  </a:cubicBezTo>
                  <a:cubicBezTo>
                    <a:pt x="285" y="0"/>
                    <a:pt x="278" y="3"/>
                    <a:pt x="272" y="9"/>
                  </a:cubicBezTo>
                  <a:cubicBezTo>
                    <a:pt x="258" y="23"/>
                    <a:pt x="260" y="49"/>
                    <a:pt x="276" y="86"/>
                  </a:cubicBezTo>
                  <a:cubicBezTo>
                    <a:pt x="271" y="87"/>
                    <a:pt x="266" y="89"/>
                    <a:pt x="262" y="92"/>
                  </a:cubicBezTo>
                  <a:cubicBezTo>
                    <a:pt x="262" y="92"/>
                    <a:pt x="262" y="92"/>
                    <a:pt x="262" y="92"/>
                  </a:cubicBezTo>
                  <a:cubicBezTo>
                    <a:pt x="107" y="92"/>
                    <a:pt x="107" y="92"/>
                    <a:pt x="107" y="92"/>
                  </a:cubicBezTo>
                  <a:cubicBezTo>
                    <a:pt x="72" y="92"/>
                    <a:pt x="44" y="120"/>
                    <a:pt x="44" y="156"/>
                  </a:cubicBezTo>
                  <a:cubicBezTo>
                    <a:pt x="44" y="403"/>
                    <a:pt x="44" y="403"/>
                    <a:pt x="44" y="403"/>
                  </a:cubicBezTo>
                  <a:cubicBezTo>
                    <a:pt x="44" y="409"/>
                    <a:pt x="48" y="413"/>
                    <a:pt x="54" y="413"/>
                  </a:cubicBezTo>
                  <a:cubicBezTo>
                    <a:pt x="59" y="413"/>
                    <a:pt x="64" y="409"/>
                    <a:pt x="64" y="403"/>
                  </a:cubicBezTo>
                  <a:cubicBezTo>
                    <a:pt x="64" y="156"/>
                    <a:pt x="64" y="156"/>
                    <a:pt x="64" y="156"/>
                  </a:cubicBezTo>
                  <a:cubicBezTo>
                    <a:pt x="64" y="132"/>
                    <a:pt x="83" y="112"/>
                    <a:pt x="107" y="112"/>
                  </a:cubicBezTo>
                  <a:cubicBezTo>
                    <a:pt x="252" y="112"/>
                    <a:pt x="252" y="112"/>
                    <a:pt x="252" y="112"/>
                  </a:cubicBezTo>
                  <a:cubicBezTo>
                    <a:pt x="252" y="113"/>
                    <a:pt x="252" y="113"/>
                    <a:pt x="252" y="114"/>
                  </a:cubicBezTo>
                  <a:cubicBezTo>
                    <a:pt x="252" y="121"/>
                    <a:pt x="255" y="127"/>
                    <a:pt x="259" y="132"/>
                  </a:cubicBezTo>
                  <a:cubicBezTo>
                    <a:pt x="259" y="132"/>
                    <a:pt x="259" y="132"/>
                    <a:pt x="258" y="133"/>
                  </a:cubicBezTo>
                  <a:cubicBezTo>
                    <a:pt x="107" y="133"/>
                    <a:pt x="107" y="133"/>
                    <a:pt x="107" y="133"/>
                  </a:cubicBezTo>
                  <a:cubicBezTo>
                    <a:pt x="94" y="133"/>
                    <a:pt x="84" y="143"/>
                    <a:pt x="84" y="156"/>
                  </a:cubicBezTo>
                  <a:cubicBezTo>
                    <a:pt x="84" y="485"/>
                    <a:pt x="84" y="485"/>
                    <a:pt x="84" y="485"/>
                  </a:cubicBezTo>
                  <a:cubicBezTo>
                    <a:pt x="84" y="491"/>
                    <a:pt x="89" y="495"/>
                    <a:pt x="94" y="495"/>
                  </a:cubicBezTo>
                  <a:cubicBezTo>
                    <a:pt x="181" y="495"/>
                    <a:pt x="181" y="495"/>
                    <a:pt x="181" y="495"/>
                  </a:cubicBezTo>
                  <a:cubicBezTo>
                    <a:pt x="187" y="501"/>
                    <a:pt x="194" y="506"/>
                    <a:pt x="202" y="511"/>
                  </a:cubicBezTo>
                  <a:cubicBezTo>
                    <a:pt x="205" y="513"/>
                    <a:pt x="208" y="514"/>
                    <a:pt x="211" y="516"/>
                  </a:cubicBezTo>
                  <a:cubicBezTo>
                    <a:pt x="64" y="516"/>
                    <a:pt x="64" y="516"/>
                    <a:pt x="64" y="516"/>
                  </a:cubicBezTo>
                  <a:cubicBezTo>
                    <a:pt x="64" y="437"/>
                    <a:pt x="64" y="437"/>
                    <a:pt x="64" y="437"/>
                  </a:cubicBezTo>
                  <a:cubicBezTo>
                    <a:pt x="64" y="431"/>
                    <a:pt x="59" y="427"/>
                    <a:pt x="54" y="427"/>
                  </a:cubicBezTo>
                  <a:cubicBezTo>
                    <a:pt x="48" y="427"/>
                    <a:pt x="44" y="431"/>
                    <a:pt x="44" y="437"/>
                  </a:cubicBezTo>
                  <a:cubicBezTo>
                    <a:pt x="44" y="516"/>
                    <a:pt x="44" y="516"/>
                    <a:pt x="44" y="516"/>
                  </a:cubicBezTo>
                  <a:cubicBezTo>
                    <a:pt x="10" y="516"/>
                    <a:pt x="10" y="516"/>
                    <a:pt x="10" y="516"/>
                  </a:cubicBezTo>
                  <a:cubicBezTo>
                    <a:pt x="5" y="516"/>
                    <a:pt x="0" y="520"/>
                    <a:pt x="0" y="526"/>
                  </a:cubicBezTo>
                  <a:cubicBezTo>
                    <a:pt x="0" y="540"/>
                    <a:pt x="0" y="540"/>
                    <a:pt x="0" y="540"/>
                  </a:cubicBezTo>
                  <a:cubicBezTo>
                    <a:pt x="0" y="585"/>
                    <a:pt x="37" y="622"/>
                    <a:pt x="82" y="622"/>
                  </a:cubicBezTo>
                  <a:cubicBezTo>
                    <a:pt x="601" y="622"/>
                    <a:pt x="601" y="622"/>
                    <a:pt x="601" y="622"/>
                  </a:cubicBezTo>
                  <a:cubicBezTo>
                    <a:pt x="646" y="622"/>
                    <a:pt x="683" y="585"/>
                    <a:pt x="683" y="540"/>
                  </a:cubicBezTo>
                  <a:cubicBezTo>
                    <a:pt x="683" y="526"/>
                    <a:pt x="683" y="526"/>
                    <a:pt x="683" y="526"/>
                  </a:cubicBezTo>
                  <a:cubicBezTo>
                    <a:pt x="683" y="520"/>
                    <a:pt x="678" y="516"/>
                    <a:pt x="673" y="516"/>
                  </a:cubicBezTo>
                  <a:close/>
                  <a:moveTo>
                    <a:pt x="619" y="156"/>
                  </a:moveTo>
                  <a:cubicBezTo>
                    <a:pt x="619" y="516"/>
                    <a:pt x="619" y="516"/>
                    <a:pt x="619" y="516"/>
                  </a:cubicBezTo>
                  <a:cubicBezTo>
                    <a:pt x="472" y="516"/>
                    <a:pt x="472" y="516"/>
                    <a:pt x="472" y="516"/>
                  </a:cubicBezTo>
                  <a:cubicBezTo>
                    <a:pt x="476" y="514"/>
                    <a:pt x="479" y="513"/>
                    <a:pt x="482" y="511"/>
                  </a:cubicBezTo>
                  <a:cubicBezTo>
                    <a:pt x="489" y="506"/>
                    <a:pt x="496" y="501"/>
                    <a:pt x="502" y="495"/>
                  </a:cubicBezTo>
                  <a:cubicBezTo>
                    <a:pt x="589" y="495"/>
                    <a:pt x="589" y="495"/>
                    <a:pt x="589" y="495"/>
                  </a:cubicBezTo>
                  <a:cubicBezTo>
                    <a:pt x="595" y="495"/>
                    <a:pt x="599" y="491"/>
                    <a:pt x="599" y="485"/>
                  </a:cubicBezTo>
                  <a:cubicBezTo>
                    <a:pt x="599" y="156"/>
                    <a:pt x="599" y="156"/>
                    <a:pt x="599" y="156"/>
                  </a:cubicBezTo>
                  <a:cubicBezTo>
                    <a:pt x="599" y="143"/>
                    <a:pt x="589" y="133"/>
                    <a:pt x="576" y="133"/>
                  </a:cubicBezTo>
                  <a:cubicBezTo>
                    <a:pt x="425" y="133"/>
                    <a:pt x="425" y="133"/>
                    <a:pt x="425" y="133"/>
                  </a:cubicBezTo>
                  <a:cubicBezTo>
                    <a:pt x="425" y="132"/>
                    <a:pt x="424" y="132"/>
                    <a:pt x="424" y="132"/>
                  </a:cubicBezTo>
                  <a:cubicBezTo>
                    <a:pt x="429" y="127"/>
                    <a:pt x="432" y="121"/>
                    <a:pt x="432" y="114"/>
                  </a:cubicBezTo>
                  <a:cubicBezTo>
                    <a:pt x="432" y="113"/>
                    <a:pt x="431" y="113"/>
                    <a:pt x="431" y="112"/>
                  </a:cubicBezTo>
                  <a:cubicBezTo>
                    <a:pt x="576" y="112"/>
                    <a:pt x="576" y="112"/>
                    <a:pt x="576" y="112"/>
                  </a:cubicBezTo>
                  <a:cubicBezTo>
                    <a:pt x="600" y="112"/>
                    <a:pt x="619" y="132"/>
                    <a:pt x="619" y="156"/>
                  </a:cubicBezTo>
                  <a:close/>
                  <a:moveTo>
                    <a:pt x="403" y="536"/>
                  </a:moveTo>
                  <a:cubicBezTo>
                    <a:pt x="402" y="547"/>
                    <a:pt x="392" y="556"/>
                    <a:pt x="380" y="556"/>
                  </a:cubicBezTo>
                  <a:cubicBezTo>
                    <a:pt x="303" y="556"/>
                    <a:pt x="303" y="556"/>
                    <a:pt x="303" y="556"/>
                  </a:cubicBezTo>
                  <a:cubicBezTo>
                    <a:pt x="292" y="556"/>
                    <a:pt x="282" y="547"/>
                    <a:pt x="280" y="536"/>
                  </a:cubicBezTo>
                  <a:lnTo>
                    <a:pt x="403" y="536"/>
                  </a:lnTo>
                  <a:close/>
                  <a:moveTo>
                    <a:pt x="286" y="24"/>
                  </a:moveTo>
                  <a:cubicBezTo>
                    <a:pt x="288" y="22"/>
                    <a:pt x="290" y="21"/>
                    <a:pt x="292" y="21"/>
                  </a:cubicBezTo>
                  <a:cubicBezTo>
                    <a:pt x="304" y="22"/>
                    <a:pt x="323" y="43"/>
                    <a:pt x="333" y="57"/>
                  </a:cubicBezTo>
                  <a:cubicBezTo>
                    <a:pt x="335" y="59"/>
                    <a:pt x="338" y="61"/>
                    <a:pt x="342" y="61"/>
                  </a:cubicBezTo>
                  <a:cubicBezTo>
                    <a:pt x="342" y="61"/>
                    <a:pt x="342" y="61"/>
                    <a:pt x="342" y="61"/>
                  </a:cubicBezTo>
                  <a:cubicBezTo>
                    <a:pt x="345" y="61"/>
                    <a:pt x="348" y="59"/>
                    <a:pt x="350" y="57"/>
                  </a:cubicBezTo>
                  <a:cubicBezTo>
                    <a:pt x="360" y="43"/>
                    <a:pt x="379" y="22"/>
                    <a:pt x="391" y="21"/>
                  </a:cubicBezTo>
                  <a:cubicBezTo>
                    <a:pt x="394" y="21"/>
                    <a:pt x="395" y="22"/>
                    <a:pt x="397" y="24"/>
                  </a:cubicBezTo>
                  <a:cubicBezTo>
                    <a:pt x="403" y="29"/>
                    <a:pt x="403" y="49"/>
                    <a:pt x="385" y="86"/>
                  </a:cubicBezTo>
                  <a:cubicBezTo>
                    <a:pt x="299" y="86"/>
                    <a:pt x="299" y="86"/>
                    <a:pt x="299" y="86"/>
                  </a:cubicBezTo>
                  <a:cubicBezTo>
                    <a:pt x="281" y="49"/>
                    <a:pt x="280" y="29"/>
                    <a:pt x="286" y="24"/>
                  </a:cubicBezTo>
                  <a:close/>
                  <a:moveTo>
                    <a:pt x="279" y="107"/>
                  </a:moveTo>
                  <a:cubicBezTo>
                    <a:pt x="404" y="107"/>
                    <a:pt x="404" y="107"/>
                    <a:pt x="404" y="107"/>
                  </a:cubicBezTo>
                  <a:cubicBezTo>
                    <a:pt x="408" y="107"/>
                    <a:pt x="411" y="110"/>
                    <a:pt x="411" y="114"/>
                  </a:cubicBezTo>
                  <a:cubicBezTo>
                    <a:pt x="411" y="117"/>
                    <a:pt x="408" y="121"/>
                    <a:pt x="404" y="121"/>
                  </a:cubicBezTo>
                  <a:cubicBezTo>
                    <a:pt x="279" y="121"/>
                    <a:pt x="279" y="121"/>
                    <a:pt x="279" y="121"/>
                  </a:cubicBezTo>
                  <a:cubicBezTo>
                    <a:pt x="275" y="121"/>
                    <a:pt x="272" y="117"/>
                    <a:pt x="272" y="114"/>
                  </a:cubicBezTo>
                  <a:cubicBezTo>
                    <a:pt x="272" y="110"/>
                    <a:pt x="275" y="107"/>
                    <a:pt x="279" y="107"/>
                  </a:cubicBezTo>
                  <a:close/>
                  <a:moveTo>
                    <a:pt x="104" y="156"/>
                  </a:moveTo>
                  <a:cubicBezTo>
                    <a:pt x="104" y="154"/>
                    <a:pt x="106" y="153"/>
                    <a:pt x="107" y="153"/>
                  </a:cubicBezTo>
                  <a:cubicBezTo>
                    <a:pt x="231" y="153"/>
                    <a:pt x="231" y="153"/>
                    <a:pt x="231" y="153"/>
                  </a:cubicBezTo>
                  <a:cubicBezTo>
                    <a:pt x="211" y="170"/>
                    <a:pt x="194" y="191"/>
                    <a:pt x="180" y="217"/>
                  </a:cubicBezTo>
                  <a:cubicBezTo>
                    <a:pt x="154" y="262"/>
                    <a:pt x="141" y="317"/>
                    <a:pt x="141" y="374"/>
                  </a:cubicBezTo>
                  <a:cubicBezTo>
                    <a:pt x="141" y="416"/>
                    <a:pt x="149" y="450"/>
                    <a:pt x="165" y="475"/>
                  </a:cubicBezTo>
                  <a:cubicBezTo>
                    <a:pt x="104" y="475"/>
                    <a:pt x="104" y="475"/>
                    <a:pt x="104" y="475"/>
                  </a:cubicBezTo>
                  <a:lnTo>
                    <a:pt x="104" y="156"/>
                  </a:lnTo>
                  <a:close/>
                  <a:moveTo>
                    <a:pt x="161" y="374"/>
                  </a:moveTo>
                  <a:cubicBezTo>
                    <a:pt x="161" y="320"/>
                    <a:pt x="174" y="269"/>
                    <a:pt x="198" y="226"/>
                  </a:cubicBezTo>
                  <a:cubicBezTo>
                    <a:pt x="220" y="186"/>
                    <a:pt x="251" y="156"/>
                    <a:pt x="287" y="141"/>
                  </a:cubicBezTo>
                  <a:cubicBezTo>
                    <a:pt x="397" y="141"/>
                    <a:pt x="397" y="141"/>
                    <a:pt x="397" y="141"/>
                  </a:cubicBezTo>
                  <a:cubicBezTo>
                    <a:pt x="421" y="151"/>
                    <a:pt x="442" y="168"/>
                    <a:pt x="461" y="191"/>
                  </a:cubicBezTo>
                  <a:cubicBezTo>
                    <a:pt x="463" y="193"/>
                    <a:pt x="466" y="194"/>
                    <a:pt x="469" y="194"/>
                  </a:cubicBezTo>
                  <a:cubicBezTo>
                    <a:pt x="471" y="194"/>
                    <a:pt x="474" y="194"/>
                    <a:pt x="476" y="192"/>
                  </a:cubicBezTo>
                  <a:cubicBezTo>
                    <a:pt x="480" y="188"/>
                    <a:pt x="481" y="182"/>
                    <a:pt x="477" y="178"/>
                  </a:cubicBezTo>
                  <a:cubicBezTo>
                    <a:pt x="469" y="169"/>
                    <a:pt x="461" y="160"/>
                    <a:pt x="453" y="153"/>
                  </a:cubicBezTo>
                  <a:cubicBezTo>
                    <a:pt x="576" y="153"/>
                    <a:pt x="576" y="153"/>
                    <a:pt x="576" y="153"/>
                  </a:cubicBezTo>
                  <a:cubicBezTo>
                    <a:pt x="578" y="153"/>
                    <a:pt x="579" y="154"/>
                    <a:pt x="579" y="156"/>
                  </a:cubicBezTo>
                  <a:cubicBezTo>
                    <a:pt x="579" y="475"/>
                    <a:pt x="579" y="475"/>
                    <a:pt x="579" y="475"/>
                  </a:cubicBezTo>
                  <a:cubicBezTo>
                    <a:pt x="519" y="475"/>
                    <a:pt x="519" y="475"/>
                    <a:pt x="519" y="475"/>
                  </a:cubicBezTo>
                  <a:cubicBezTo>
                    <a:pt x="535" y="450"/>
                    <a:pt x="543" y="416"/>
                    <a:pt x="543" y="374"/>
                  </a:cubicBezTo>
                  <a:cubicBezTo>
                    <a:pt x="543" y="312"/>
                    <a:pt x="526" y="252"/>
                    <a:pt x="496" y="205"/>
                  </a:cubicBezTo>
                  <a:cubicBezTo>
                    <a:pt x="493" y="200"/>
                    <a:pt x="487" y="199"/>
                    <a:pt x="482" y="202"/>
                  </a:cubicBezTo>
                  <a:cubicBezTo>
                    <a:pt x="478" y="205"/>
                    <a:pt x="476" y="211"/>
                    <a:pt x="479" y="216"/>
                  </a:cubicBezTo>
                  <a:cubicBezTo>
                    <a:pt x="507" y="260"/>
                    <a:pt x="522" y="316"/>
                    <a:pt x="522" y="374"/>
                  </a:cubicBezTo>
                  <a:cubicBezTo>
                    <a:pt x="522" y="435"/>
                    <a:pt x="506" y="473"/>
                    <a:pt x="471" y="493"/>
                  </a:cubicBezTo>
                  <a:cubicBezTo>
                    <a:pt x="449" y="506"/>
                    <a:pt x="419" y="515"/>
                    <a:pt x="342" y="515"/>
                  </a:cubicBezTo>
                  <a:cubicBezTo>
                    <a:pt x="286" y="515"/>
                    <a:pt x="243" y="511"/>
                    <a:pt x="212" y="493"/>
                  </a:cubicBezTo>
                  <a:cubicBezTo>
                    <a:pt x="177" y="473"/>
                    <a:pt x="161" y="435"/>
                    <a:pt x="161" y="374"/>
                  </a:cubicBezTo>
                  <a:close/>
                  <a:moveTo>
                    <a:pt x="663" y="540"/>
                  </a:moveTo>
                  <a:cubicBezTo>
                    <a:pt x="663" y="574"/>
                    <a:pt x="635" y="602"/>
                    <a:pt x="601" y="602"/>
                  </a:cubicBezTo>
                  <a:cubicBezTo>
                    <a:pt x="82" y="602"/>
                    <a:pt x="82" y="602"/>
                    <a:pt x="82" y="602"/>
                  </a:cubicBezTo>
                  <a:cubicBezTo>
                    <a:pt x="48" y="602"/>
                    <a:pt x="21" y="574"/>
                    <a:pt x="21" y="540"/>
                  </a:cubicBezTo>
                  <a:cubicBezTo>
                    <a:pt x="21" y="536"/>
                    <a:pt x="21" y="536"/>
                    <a:pt x="21" y="536"/>
                  </a:cubicBezTo>
                  <a:cubicBezTo>
                    <a:pt x="260" y="536"/>
                    <a:pt x="260" y="536"/>
                    <a:pt x="260" y="536"/>
                  </a:cubicBezTo>
                  <a:cubicBezTo>
                    <a:pt x="261" y="559"/>
                    <a:pt x="280" y="577"/>
                    <a:pt x="303" y="577"/>
                  </a:cubicBezTo>
                  <a:cubicBezTo>
                    <a:pt x="380" y="577"/>
                    <a:pt x="380" y="577"/>
                    <a:pt x="380" y="577"/>
                  </a:cubicBezTo>
                  <a:cubicBezTo>
                    <a:pt x="403" y="577"/>
                    <a:pt x="422" y="559"/>
                    <a:pt x="424" y="536"/>
                  </a:cubicBezTo>
                  <a:cubicBezTo>
                    <a:pt x="630" y="536"/>
                    <a:pt x="630" y="536"/>
                    <a:pt x="630" y="536"/>
                  </a:cubicBezTo>
                  <a:cubicBezTo>
                    <a:pt x="630" y="536"/>
                    <a:pt x="630" y="536"/>
                    <a:pt x="630" y="536"/>
                  </a:cubicBezTo>
                  <a:cubicBezTo>
                    <a:pt x="663" y="536"/>
                    <a:pt x="663" y="536"/>
                    <a:pt x="663" y="536"/>
                  </a:cubicBezTo>
                  <a:lnTo>
                    <a:pt x="663" y="540"/>
                  </a:lnTo>
                  <a:close/>
                  <a:moveTo>
                    <a:pt x="663" y="540"/>
                  </a:moveTo>
                  <a:cubicBezTo>
                    <a:pt x="663" y="540"/>
                    <a:pt x="663" y="540"/>
                    <a:pt x="663" y="5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15" name="Freeform 6">
              <a:extLst>
                <a:ext uri="{FF2B5EF4-FFF2-40B4-BE49-F238E27FC236}">
                  <a16:creationId xmlns:a16="http://schemas.microsoft.com/office/drawing/2014/main" id="{C44373D8-518A-4CAD-A641-30353E471717}"/>
                </a:ext>
              </a:extLst>
            </p:cNvPr>
            <p:cNvSpPr>
              <a:spLocks noEditPoints="1"/>
            </p:cNvSpPr>
            <p:nvPr/>
          </p:nvSpPr>
          <p:spPr bwMode="auto">
            <a:xfrm>
              <a:off x="3322" y="5467"/>
              <a:ext cx="252" cy="504"/>
            </a:xfrm>
            <a:custGeom>
              <a:avLst/>
              <a:gdLst>
                <a:gd name="T0" fmla="*/ 50 w 113"/>
                <a:gd name="T1" fmla="*/ 209 h 233"/>
                <a:gd name="T2" fmla="*/ 50 w 113"/>
                <a:gd name="T3" fmla="*/ 223 h 233"/>
                <a:gd name="T4" fmla="*/ 60 w 113"/>
                <a:gd name="T5" fmla="*/ 233 h 233"/>
                <a:gd name="T6" fmla="*/ 70 w 113"/>
                <a:gd name="T7" fmla="*/ 223 h 233"/>
                <a:gd name="T8" fmla="*/ 70 w 113"/>
                <a:gd name="T9" fmla="*/ 208 h 233"/>
                <a:gd name="T10" fmla="*/ 100 w 113"/>
                <a:gd name="T11" fmla="*/ 193 h 233"/>
                <a:gd name="T12" fmla="*/ 113 w 113"/>
                <a:gd name="T13" fmla="*/ 156 h 233"/>
                <a:gd name="T14" fmla="*/ 100 w 113"/>
                <a:gd name="T15" fmla="*/ 120 h 233"/>
                <a:gd name="T16" fmla="*/ 70 w 113"/>
                <a:gd name="T17" fmla="*/ 102 h 233"/>
                <a:gd name="T18" fmla="*/ 70 w 113"/>
                <a:gd name="T19" fmla="*/ 43 h 233"/>
                <a:gd name="T20" fmla="*/ 91 w 113"/>
                <a:gd name="T21" fmla="*/ 50 h 233"/>
                <a:gd name="T22" fmla="*/ 99 w 113"/>
                <a:gd name="T23" fmla="*/ 52 h 233"/>
                <a:gd name="T24" fmla="*/ 108 w 113"/>
                <a:gd name="T25" fmla="*/ 40 h 233"/>
                <a:gd name="T26" fmla="*/ 94 w 113"/>
                <a:gd name="T27" fmla="*/ 27 h 233"/>
                <a:gd name="T28" fmla="*/ 70 w 113"/>
                <a:gd name="T29" fmla="*/ 23 h 233"/>
                <a:gd name="T30" fmla="*/ 70 w 113"/>
                <a:gd name="T31" fmla="*/ 10 h 233"/>
                <a:gd name="T32" fmla="*/ 60 w 113"/>
                <a:gd name="T33" fmla="*/ 0 h 233"/>
                <a:gd name="T34" fmla="*/ 50 w 113"/>
                <a:gd name="T35" fmla="*/ 10 h 233"/>
                <a:gd name="T36" fmla="*/ 50 w 113"/>
                <a:gd name="T37" fmla="*/ 23 h 233"/>
                <a:gd name="T38" fmla="*/ 20 w 113"/>
                <a:gd name="T39" fmla="*/ 35 h 233"/>
                <a:gd name="T40" fmla="*/ 5 w 113"/>
                <a:gd name="T41" fmla="*/ 70 h 233"/>
                <a:gd name="T42" fmla="*/ 20 w 113"/>
                <a:gd name="T43" fmla="*/ 104 h 233"/>
                <a:gd name="T44" fmla="*/ 50 w 113"/>
                <a:gd name="T45" fmla="*/ 119 h 233"/>
                <a:gd name="T46" fmla="*/ 50 w 113"/>
                <a:gd name="T47" fmla="*/ 188 h 233"/>
                <a:gd name="T48" fmla="*/ 18 w 113"/>
                <a:gd name="T49" fmla="*/ 173 h 233"/>
                <a:gd name="T50" fmla="*/ 10 w 113"/>
                <a:gd name="T51" fmla="*/ 167 h 233"/>
                <a:gd name="T52" fmla="*/ 0 w 113"/>
                <a:gd name="T53" fmla="*/ 180 h 233"/>
                <a:gd name="T54" fmla="*/ 50 w 113"/>
                <a:gd name="T55" fmla="*/ 209 h 233"/>
                <a:gd name="T56" fmla="*/ 27 w 113"/>
                <a:gd name="T57" fmla="*/ 67 h 233"/>
                <a:gd name="T58" fmla="*/ 34 w 113"/>
                <a:gd name="T59" fmla="*/ 50 h 233"/>
                <a:gd name="T60" fmla="*/ 50 w 113"/>
                <a:gd name="T61" fmla="*/ 44 h 233"/>
                <a:gd name="T62" fmla="*/ 50 w 113"/>
                <a:gd name="T63" fmla="*/ 95 h 233"/>
                <a:gd name="T64" fmla="*/ 27 w 113"/>
                <a:gd name="T65" fmla="*/ 67 h 233"/>
                <a:gd name="T66" fmla="*/ 84 w 113"/>
                <a:gd name="T67" fmla="*/ 136 h 233"/>
                <a:gd name="T68" fmla="*/ 91 w 113"/>
                <a:gd name="T69" fmla="*/ 158 h 233"/>
                <a:gd name="T70" fmla="*/ 85 w 113"/>
                <a:gd name="T71" fmla="*/ 178 h 233"/>
                <a:gd name="T72" fmla="*/ 70 w 113"/>
                <a:gd name="T73" fmla="*/ 187 h 233"/>
                <a:gd name="T74" fmla="*/ 70 w 113"/>
                <a:gd name="T75" fmla="*/ 127 h 233"/>
                <a:gd name="T76" fmla="*/ 84 w 113"/>
                <a:gd name="T77" fmla="*/ 136 h 233"/>
                <a:gd name="T78" fmla="*/ 84 w 113"/>
                <a:gd name="T79" fmla="*/ 136 h 233"/>
                <a:gd name="T80" fmla="*/ 84 w 113"/>
                <a:gd name="T81" fmla="*/ 136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 h="233">
                  <a:moveTo>
                    <a:pt x="50" y="209"/>
                  </a:moveTo>
                  <a:cubicBezTo>
                    <a:pt x="50" y="223"/>
                    <a:pt x="50" y="223"/>
                    <a:pt x="50" y="223"/>
                  </a:cubicBezTo>
                  <a:cubicBezTo>
                    <a:pt x="50" y="229"/>
                    <a:pt x="54" y="233"/>
                    <a:pt x="60" y="233"/>
                  </a:cubicBezTo>
                  <a:cubicBezTo>
                    <a:pt x="66" y="233"/>
                    <a:pt x="70" y="229"/>
                    <a:pt x="70" y="223"/>
                  </a:cubicBezTo>
                  <a:cubicBezTo>
                    <a:pt x="70" y="208"/>
                    <a:pt x="70" y="208"/>
                    <a:pt x="70" y="208"/>
                  </a:cubicBezTo>
                  <a:cubicBezTo>
                    <a:pt x="83" y="206"/>
                    <a:pt x="93" y="201"/>
                    <a:pt x="100" y="193"/>
                  </a:cubicBezTo>
                  <a:cubicBezTo>
                    <a:pt x="109" y="184"/>
                    <a:pt x="113" y="171"/>
                    <a:pt x="113" y="156"/>
                  </a:cubicBezTo>
                  <a:cubicBezTo>
                    <a:pt x="113" y="141"/>
                    <a:pt x="109" y="129"/>
                    <a:pt x="100" y="120"/>
                  </a:cubicBezTo>
                  <a:cubicBezTo>
                    <a:pt x="92" y="111"/>
                    <a:pt x="80" y="106"/>
                    <a:pt x="70" y="102"/>
                  </a:cubicBezTo>
                  <a:cubicBezTo>
                    <a:pt x="70" y="43"/>
                    <a:pt x="70" y="43"/>
                    <a:pt x="70" y="43"/>
                  </a:cubicBezTo>
                  <a:cubicBezTo>
                    <a:pt x="80" y="44"/>
                    <a:pt x="87" y="47"/>
                    <a:pt x="91" y="50"/>
                  </a:cubicBezTo>
                  <a:cubicBezTo>
                    <a:pt x="94" y="51"/>
                    <a:pt x="97" y="52"/>
                    <a:pt x="99" y="52"/>
                  </a:cubicBezTo>
                  <a:cubicBezTo>
                    <a:pt x="105" y="52"/>
                    <a:pt x="108" y="44"/>
                    <a:pt x="108" y="40"/>
                  </a:cubicBezTo>
                  <a:cubicBezTo>
                    <a:pt x="108" y="35"/>
                    <a:pt x="103" y="31"/>
                    <a:pt x="94" y="27"/>
                  </a:cubicBezTo>
                  <a:cubicBezTo>
                    <a:pt x="88" y="25"/>
                    <a:pt x="79" y="23"/>
                    <a:pt x="70" y="23"/>
                  </a:cubicBezTo>
                  <a:cubicBezTo>
                    <a:pt x="70" y="10"/>
                    <a:pt x="70" y="10"/>
                    <a:pt x="70" y="10"/>
                  </a:cubicBezTo>
                  <a:cubicBezTo>
                    <a:pt x="70" y="4"/>
                    <a:pt x="66" y="0"/>
                    <a:pt x="60" y="0"/>
                  </a:cubicBezTo>
                  <a:cubicBezTo>
                    <a:pt x="54" y="0"/>
                    <a:pt x="50" y="4"/>
                    <a:pt x="50" y="10"/>
                  </a:cubicBezTo>
                  <a:cubicBezTo>
                    <a:pt x="50" y="23"/>
                    <a:pt x="50" y="23"/>
                    <a:pt x="50" y="23"/>
                  </a:cubicBezTo>
                  <a:cubicBezTo>
                    <a:pt x="42" y="25"/>
                    <a:pt x="30" y="27"/>
                    <a:pt x="20" y="35"/>
                  </a:cubicBezTo>
                  <a:cubicBezTo>
                    <a:pt x="10" y="43"/>
                    <a:pt x="5" y="55"/>
                    <a:pt x="5" y="70"/>
                  </a:cubicBezTo>
                  <a:cubicBezTo>
                    <a:pt x="5" y="84"/>
                    <a:pt x="10" y="96"/>
                    <a:pt x="20" y="104"/>
                  </a:cubicBezTo>
                  <a:cubicBezTo>
                    <a:pt x="29" y="111"/>
                    <a:pt x="39" y="115"/>
                    <a:pt x="50" y="119"/>
                  </a:cubicBezTo>
                  <a:cubicBezTo>
                    <a:pt x="50" y="188"/>
                    <a:pt x="50" y="188"/>
                    <a:pt x="50" y="188"/>
                  </a:cubicBezTo>
                  <a:cubicBezTo>
                    <a:pt x="33" y="186"/>
                    <a:pt x="24" y="178"/>
                    <a:pt x="18" y="173"/>
                  </a:cubicBezTo>
                  <a:cubicBezTo>
                    <a:pt x="15" y="170"/>
                    <a:pt x="13" y="167"/>
                    <a:pt x="10" y="167"/>
                  </a:cubicBezTo>
                  <a:cubicBezTo>
                    <a:pt x="5" y="167"/>
                    <a:pt x="0" y="174"/>
                    <a:pt x="0" y="180"/>
                  </a:cubicBezTo>
                  <a:cubicBezTo>
                    <a:pt x="0" y="191"/>
                    <a:pt x="20" y="207"/>
                    <a:pt x="50" y="209"/>
                  </a:cubicBezTo>
                  <a:close/>
                  <a:moveTo>
                    <a:pt x="27" y="67"/>
                  </a:moveTo>
                  <a:cubicBezTo>
                    <a:pt x="27" y="60"/>
                    <a:pt x="29" y="54"/>
                    <a:pt x="34" y="50"/>
                  </a:cubicBezTo>
                  <a:cubicBezTo>
                    <a:pt x="38" y="47"/>
                    <a:pt x="43" y="45"/>
                    <a:pt x="50" y="44"/>
                  </a:cubicBezTo>
                  <a:cubicBezTo>
                    <a:pt x="50" y="95"/>
                    <a:pt x="50" y="95"/>
                    <a:pt x="50" y="95"/>
                  </a:cubicBezTo>
                  <a:cubicBezTo>
                    <a:pt x="35" y="89"/>
                    <a:pt x="27" y="82"/>
                    <a:pt x="27" y="67"/>
                  </a:cubicBezTo>
                  <a:close/>
                  <a:moveTo>
                    <a:pt x="84" y="136"/>
                  </a:moveTo>
                  <a:cubicBezTo>
                    <a:pt x="89" y="142"/>
                    <a:pt x="91" y="149"/>
                    <a:pt x="91" y="158"/>
                  </a:cubicBezTo>
                  <a:cubicBezTo>
                    <a:pt x="91" y="166"/>
                    <a:pt x="89" y="173"/>
                    <a:pt x="85" y="178"/>
                  </a:cubicBezTo>
                  <a:cubicBezTo>
                    <a:pt x="81" y="182"/>
                    <a:pt x="76" y="185"/>
                    <a:pt x="70" y="187"/>
                  </a:cubicBezTo>
                  <a:cubicBezTo>
                    <a:pt x="70" y="127"/>
                    <a:pt x="70" y="127"/>
                    <a:pt x="70" y="127"/>
                  </a:cubicBezTo>
                  <a:cubicBezTo>
                    <a:pt x="76" y="130"/>
                    <a:pt x="81" y="133"/>
                    <a:pt x="84" y="136"/>
                  </a:cubicBezTo>
                  <a:close/>
                  <a:moveTo>
                    <a:pt x="84" y="136"/>
                  </a:moveTo>
                  <a:cubicBezTo>
                    <a:pt x="84" y="136"/>
                    <a:pt x="84" y="136"/>
                    <a:pt x="84" y="1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grpSp>
      <p:grpSp>
        <p:nvGrpSpPr>
          <p:cNvPr id="21" name="Group 9">
            <a:extLst>
              <a:ext uri="{FF2B5EF4-FFF2-40B4-BE49-F238E27FC236}">
                <a16:creationId xmlns:a16="http://schemas.microsoft.com/office/drawing/2014/main" id="{10A99B64-595D-4263-B729-30D7965642AA}"/>
              </a:ext>
            </a:extLst>
          </p:cNvPr>
          <p:cNvGrpSpPr>
            <a:grpSpLocks noChangeAspect="1"/>
          </p:cNvGrpSpPr>
          <p:nvPr/>
        </p:nvGrpSpPr>
        <p:grpSpPr bwMode="auto">
          <a:xfrm>
            <a:off x="4739987" y="4223348"/>
            <a:ext cx="479390" cy="466098"/>
            <a:chOff x="4224" y="4480"/>
            <a:chExt cx="1118" cy="1087"/>
          </a:xfrm>
          <a:solidFill>
            <a:srgbClr val="00A3E0"/>
          </a:solidFill>
        </p:grpSpPr>
        <p:sp>
          <p:nvSpPr>
            <p:cNvPr id="24" name="Freeform 10">
              <a:extLst>
                <a:ext uri="{FF2B5EF4-FFF2-40B4-BE49-F238E27FC236}">
                  <a16:creationId xmlns:a16="http://schemas.microsoft.com/office/drawing/2014/main" id="{D617EC80-D0CA-46B1-B9E5-19C968C06E52}"/>
                </a:ext>
              </a:extLst>
            </p:cNvPr>
            <p:cNvSpPr>
              <a:spLocks noEditPoints="1"/>
            </p:cNvSpPr>
            <p:nvPr/>
          </p:nvSpPr>
          <p:spPr bwMode="auto">
            <a:xfrm>
              <a:off x="4224" y="4480"/>
              <a:ext cx="937" cy="849"/>
            </a:xfrm>
            <a:custGeom>
              <a:avLst/>
              <a:gdLst>
                <a:gd name="T0" fmla="*/ 270 w 420"/>
                <a:gd name="T1" fmla="*/ 327 h 392"/>
                <a:gd name="T2" fmla="*/ 278 w 420"/>
                <a:gd name="T3" fmla="*/ 319 h 392"/>
                <a:gd name="T4" fmla="*/ 270 w 420"/>
                <a:gd name="T5" fmla="*/ 311 h 392"/>
                <a:gd name="T6" fmla="*/ 17 w 420"/>
                <a:gd name="T7" fmla="*/ 311 h 392"/>
                <a:gd name="T8" fmla="*/ 16 w 420"/>
                <a:gd name="T9" fmla="*/ 310 h 392"/>
                <a:gd name="T10" fmla="*/ 16 w 420"/>
                <a:gd name="T11" fmla="*/ 18 h 392"/>
                <a:gd name="T12" fmla="*/ 17 w 420"/>
                <a:gd name="T13" fmla="*/ 16 h 392"/>
                <a:gd name="T14" fmla="*/ 403 w 420"/>
                <a:gd name="T15" fmla="*/ 16 h 392"/>
                <a:gd name="T16" fmla="*/ 404 w 420"/>
                <a:gd name="T17" fmla="*/ 18 h 392"/>
                <a:gd name="T18" fmla="*/ 404 w 420"/>
                <a:gd name="T19" fmla="*/ 158 h 392"/>
                <a:gd name="T20" fmla="*/ 412 w 420"/>
                <a:gd name="T21" fmla="*/ 166 h 392"/>
                <a:gd name="T22" fmla="*/ 420 w 420"/>
                <a:gd name="T23" fmla="*/ 158 h 392"/>
                <a:gd name="T24" fmla="*/ 420 w 420"/>
                <a:gd name="T25" fmla="*/ 18 h 392"/>
                <a:gd name="T26" fmla="*/ 403 w 420"/>
                <a:gd name="T27" fmla="*/ 0 h 392"/>
                <a:gd name="T28" fmla="*/ 17 w 420"/>
                <a:gd name="T29" fmla="*/ 0 h 392"/>
                <a:gd name="T30" fmla="*/ 0 w 420"/>
                <a:gd name="T31" fmla="*/ 18 h 392"/>
                <a:gd name="T32" fmla="*/ 0 w 420"/>
                <a:gd name="T33" fmla="*/ 310 h 392"/>
                <a:gd name="T34" fmla="*/ 17 w 420"/>
                <a:gd name="T35" fmla="*/ 327 h 392"/>
                <a:gd name="T36" fmla="*/ 161 w 420"/>
                <a:gd name="T37" fmla="*/ 327 h 392"/>
                <a:gd name="T38" fmla="*/ 161 w 420"/>
                <a:gd name="T39" fmla="*/ 376 h 392"/>
                <a:gd name="T40" fmla="*/ 100 w 420"/>
                <a:gd name="T41" fmla="*/ 376 h 392"/>
                <a:gd name="T42" fmla="*/ 92 w 420"/>
                <a:gd name="T43" fmla="*/ 384 h 392"/>
                <a:gd name="T44" fmla="*/ 100 w 420"/>
                <a:gd name="T45" fmla="*/ 392 h 392"/>
                <a:gd name="T46" fmla="*/ 270 w 420"/>
                <a:gd name="T47" fmla="*/ 392 h 392"/>
                <a:gd name="T48" fmla="*/ 278 w 420"/>
                <a:gd name="T49" fmla="*/ 384 h 392"/>
                <a:gd name="T50" fmla="*/ 270 w 420"/>
                <a:gd name="T51" fmla="*/ 376 h 392"/>
                <a:gd name="T52" fmla="*/ 259 w 420"/>
                <a:gd name="T53" fmla="*/ 376 h 392"/>
                <a:gd name="T54" fmla="*/ 259 w 420"/>
                <a:gd name="T55" fmla="*/ 327 h 392"/>
                <a:gd name="T56" fmla="*/ 270 w 420"/>
                <a:gd name="T57" fmla="*/ 327 h 392"/>
                <a:gd name="T58" fmla="*/ 243 w 420"/>
                <a:gd name="T59" fmla="*/ 376 h 392"/>
                <a:gd name="T60" fmla="*/ 177 w 420"/>
                <a:gd name="T61" fmla="*/ 376 h 392"/>
                <a:gd name="T62" fmla="*/ 177 w 420"/>
                <a:gd name="T63" fmla="*/ 327 h 392"/>
                <a:gd name="T64" fmla="*/ 243 w 420"/>
                <a:gd name="T65" fmla="*/ 327 h 392"/>
                <a:gd name="T66" fmla="*/ 243 w 420"/>
                <a:gd name="T67" fmla="*/ 376 h 392"/>
                <a:gd name="T68" fmla="*/ 243 w 420"/>
                <a:gd name="T69" fmla="*/ 376 h 392"/>
                <a:gd name="T70" fmla="*/ 243 w 420"/>
                <a:gd name="T71" fmla="*/ 37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0" h="392">
                  <a:moveTo>
                    <a:pt x="270" y="327"/>
                  </a:moveTo>
                  <a:cubicBezTo>
                    <a:pt x="275" y="327"/>
                    <a:pt x="278" y="324"/>
                    <a:pt x="278" y="319"/>
                  </a:cubicBezTo>
                  <a:cubicBezTo>
                    <a:pt x="278" y="315"/>
                    <a:pt x="275" y="311"/>
                    <a:pt x="270" y="311"/>
                  </a:cubicBezTo>
                  <a:cubicBezTo>
                    <a:pt x="17" y="311"/>
                    <a:pt x="17" y="311"/>
                    <a:pt x="17" y="311"/>
                  </a:cubicBezTo>
                  <a:cubicBezTo>
                    <a:pt x="17" y="311"/>
                    <a:pt x="16" y="311"/>
                    <a:pt x="16" y="310"/>
                  </a:cubicBezTo>
                  <a:cubicBezTo>
                    <a:pt x="16" y="18"/>
                    <a:pt x="16" y="18"/>
                    <a:pt x="16" y="18"/>
                  </a:cubicBezTo>
                  <a:cubicBezTo>
                    <a:pt x="16" y="17"/>
                    <a:pt x="17" y="16"/>
                    <a:pt x="17" y="16"/>
                  </a:cubicBezTo>
                  <a:cubicBezTo>
                    <a:pt x="403" y="16"/>
                    <a:pt x="403" y="16"/>
                    <a:pt x="403" y="16"/>
                  </a:cubicBezTo>
                  <a:cubicBezTo>
                    <a:pt x="404" y="16"/>
                    <a:pt x="404" y="17"/>
                    <a:pt x="404" y="18"/>
                  </a:cubicBezTo>
                  <a:cubicBezTo>
                    <a:pt x="404" y="158"/>
                    <a:pt x="404" y="158"/>
                    <a:pt x="404" y="158"/>
                  </a:cubicBezTo>
                  <a:cubicBezTo>
                    <a:pt x="404" y="163"/>
                    <a:pt x="408" y="166"/>
                    <a:pt x="412" y="166"/>
                  </a:cubicBezTo>
                  <a:cubicBezTo>
                    <a:pt x="417" y="166"/>
                    <a:pt x="420" y="163"/>
                    <a:pt x="420" y="158"/>
                  </a:cubicBezTo>
                  <a:cubicBezTo>
                    <a:pt x="420" y="18"/>
                    <a:pt x="420" y="18"/>
                    <a:pt x="420" y="18"/>
                  </a:cubicBezTo>
                  <a:cubicBezTo>
                    <a:pt x="420" y="8"/>
                    <a:pt x="413" y="0"/>
                    <a:pt x="403" y="0"/>
                  </a:cubicBezTo>
                  <a:cubicBezTo>
                    <a:pt x="17" y="0"/>
                    <a:pt x="17" y="0"/>
                    <a:pt x="17" y="0"/>
                  </a:cubicBezTo>
                  <a:cubicBezTo>
                    <a:pt x="8" y="0"/>
                    <a:pt x="0" y="8"/>
                    <a:pt x="0" y="18"/>
                  </a:cubicBezTo>
                  <a:cubicBezTo>
                    <a:pt x="0" y="310"/>
                    <a:pt x="0" y="310"/>
                    <a:pt x="0" y="310"/>
                  </a:cubicBezTo>
                  <a:cubicBezTo>
                    <a:pt x="0" y="319"/>
                    <a:pt x="8" y="327"/>
                    <a:pt x="17" y="327"/>
                  </a:cubicBezTo>
                  <a:cubicBezTo>
                    <a:pt x="161" y="327"/>
                    <a:pt x="161" y="327"/>
                    <a:pt x="161" y="327"/>
                  </a:cubicBezTo>
                  <a:cubicBezTo>
                    <a:pt x="161" y="376"/>
                    <a:pt x="161" y="376"/>
                    <a:pt x="161" y="376"/>
                  </a:cubicBezTo>
                  <a:cubicBezTo>
                    <a:pt x="100" y="376"/>
                    <a:pt x="100" y="376"/>
                    <a:pt x="100" y="376"/>
                  </a:cubicBezTo>
                  <a:cubicBezTo>
                    <a:pt x="95" y="376"/>
                    <a:pt x="92" y="379"/>
                    <a:pt x="92" y="384"/>
                  </a:cubicBezTo>
                  <a:cubicBezTo>
                    <a:pt x="92" y="388"/>
                    <a:pt x="95" y="392"/>
                    <a:pt x="100" y="392"/>
                  </a:cubicBezTo>
                  <a:cubicBezTo>
                    <a:pt x="270" y="392"/>
                    <a:pt x="270" y="392"/>
                    <a:pt x="270" y="392"/>
                  </a:cubicBezTo>
                  <a:cubicBezTo>
                    <a:pt x="275" y="392"/>
                    <a:pt x="278" y="388"/>
                    <a:pt x="278" y="384"/>
                  </a:cubicBezTo>
                  <a:cubicBezTo>
                    <a:pt x="278" y="379"/>
                    <a:pt x="275" y="376"/>
                    <a:pt x="270" y="376"/>
                  </a:cubicBezTo>
                  <a:cubicBezTo>
                    <a:pt x="259" y="376"/>
                    <a:pt x="259" y="376"/>
                    <a:pt x="259" y="376"/>
                  </a:cubicBezTo>
                  <a:cubicBezTo>
                    <a:pt x="259" y="327"/>
                    <a:pt x="259" y="327"/>
                    <a:pt x="259" y="327"/>
                  </a:cubicBezTo>
                  <a:lnTo>
                    <a:pt x="270" y="327"/>
                  </a:lnTo>
                  <a:close/>
                  <a:moveTo>
                    <a:pt x="243" y="376"/>
                  </a:moveTo>
                  <a:cubicBezTo>
                    <a:pt x="177" y="376"/>
                    <a:pt x="177" y="376"/>
                    <a:pt x="177" y="376"/>
                  </a:cubicBezTo>
                  <a:cubicBezTo>
                    <a:pt x="177" y="327"/>
                    <a:pt x="177" y="327"/>
                    <a:pt x="177" y="327"/>
                  </a:cubicBezTo>
                  <a:cubicBezTo>
                    <a:pt x="243" y="327"/>
                    <a:pt x="243" y="327"/>
                    <a:pt x="243" y="327"/>
                  </a:cubicBezTo>
                  <a:lnTo>
                    <a:pt x="243" y="376"/>
                  </a:lnTo>
                  <a:close/>
                  <a:moveTo>
                    <a:pt x="243" y="376"/>
                  </a:moveTo>
                  <a:cubicBezTo>
                    <a:pt x="243" y="376"/>
                    <a:pt x="243" y="376"/>
                    <a:pt x="243" y="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25" name="Freeform 11">
              <a:extLst>
                <a:ext uri="{FF2B5EF4-FFF2-40B4-BE49-F238E27FC236}">
                  <a16:creationId xmlns:a16="http://schemas.microsoft.com/office/drawing/2014/main" id="{6FD3876F-5CC5-4BE3-8BB1-3BFB4B01B817}"/>
                </a:ext>
              </a:extLst>
            </p:cNvPr>
            <p:cNvSpPr>
              <a:spLocks noEditPoints="1"/>
            </p:cNvSpPr>
            <p:nvPr/>
          </p:nvSpPr>
          <p:spPr bwMode="auto">
            <a:xfrm>
              <a:off x="4295" y="5037"/>
              <a:ext cx="549" cy="34"/>
            </a:xfrm>
            <a:custGeom>
              <a:avLst/>
              <a:gdLst>
                <a:gd name="T0" fmla="*/ 238 w 246"/>
                <a:gd name="T1" fmla="*/ 0 h 16"/>
                <a:gd name="T2" fmla="*/ 8 w 246"/>
                <a:gd name="T3" fmla="*/ 0 h 16"/>
                <a:gd name="T4" fmla="*/ 0 w 246"/>
                <a:gd name="T5" fmla="*/ 8 h 16"/>
                <a:gd name="T6" fmla="*/ 8 w 246"/>
                <a:gd name="T7" fmla="*/ 16 h 16"/>
                <a:gd name="T8" fmla="*/ 238 w 246"/>
                <a:gd name="T9" fmla="*/ 16 h 16"/>
                <a:gd name="T10" fmla="*/ 246 w 246"/>
                <a:gd name="T11" fmla="*/ 8 h 16"/>
                <a:gd name="T12" fmla="*/ 238 w 246"/>
                <a:gd name="T13" fmla="*/ 0 h 16"/>
                <a:gd name="T14" fmla="*/ 238 w 246"/>
                <a:gd name="T15" fmla="*/ 0 h 16"/>
                <a:gd name="T16" fmla="*/ 238 w 24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16">
                  <a:moveTo>
                    <a:pt x="238" y="0"/>
                  </a:moveTo>
                  <a:cubicBezTo>
                    <a:pt x="8" y="0"/>
                    <a:pt x="8" y="0"/>
                    <a:pt x="8" y="0"/>
                  </a:cubicBezTo>
                  <a:cubicBezTo>
                    <a:pt x="4" y="0"/>
                    <a:pt x="0" y="4"/>
                    <a:pt x="0" y="8"/>
                  </a:cubicBezTo>
                  <a:cubicBezTo>
                    <a:pt x="0" y="12"/>
                    <a:pt x="4" y="16"/>
                    <a:pt x="8" y="16"/>
                  </a:cubicBezTo>
                  <a:cubicBezTo>
                    <a:pt x="238" y="16"/>
                    <a:pt x="238" y="16"/>
                    <a:pt x="238" y="16"/>
                  </a:cubicBezTo>
                  <a:cubicBezTo>
                    <a:pt x="243" y="16"/>
                    <a:pt x="246" y="12"/>
                    <a:pt x="246" y="8"/>
                  </a:cubicBezTo>
                  <a:cubicBezTo>
                    <a:pt x="246" y="4"/>
                    <a:pt x="243" y="0"/>
                    <a:pt x="238" y="0"/>
                  </a:cubicBezTo>
                  <a:close/>
                  <a:moveTo>
                    <a:pt x="238" y="0"/>
                  </a:moveTo>
                  <a:cubicBezTo>
                    <a:pt x="238" y="0"/>
                    <a:pt x="238" y="0"/>
                    <a:pt x="2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26" name="Freeform 12">
              <a:extLst>
                <a:ext uri="{FF2B5EF4-FFF2-40B4-BE49-F238E27FC236}">
                  <a16:creationId xmlns:a16="http://schemas.microsoft.com/office/drawing/2014/main" id="{621DC3F7-3208-4F08-9AA4-322D9F9AE2E4}"/>
                </a:ext>
              </a:extLst>
            </p:cNvPr>
            <p:cNvSpPr>
              <a:spLocks noEditPoints="1"/>
            </p:cNvSpPr>
            <p:nvPr/>
          </p:nvSpPr>
          <p:spPr bwMode="auto">
            <a:xfrm>
              <a:off x="4880" y="4874"/>
              <a:ext cx="462" cy="693"/>
            </a:xfrm>
            <a:custGeom>
              <a:avLst/>
              <a:gdLst>
                <a:gd name="T0" fmla="*/ 190 w 207"/>
                <a:gd name="T1" fmla="*/ 0 h 320"/>
                <a:gd name="T2" fmla="*/ 18 w 207"/>
                <a:gd name="T3" fmla="*/ 0 h 320"/>
                <a:gd name="T4" fmla="*/ 0 w 207"/>
                <a:gd name="T5" fmla="*/ 18 h 320"/>
                <a:gd name="T6" fmla="*/ 0 w 207"/>
                <a:gd name="T7" fmla="*/ 302 h 320"/>
                <a:gd name="T8" fmla="*/ 18 w 207"/>
                <a:gd name="T9" fmla="*/ 320 h 320"/>
                <a:gd name="T10" fmla="*/ 190 w 207"/>
                <a:gd name="T11" fmla="*/ 320 h 320"/>
                <a:gd name="T12" fmla="*/ 207 w 207"/>
                <a:gd name="T13" fmla="*/ 302 h 320"/>
                <a:gd name="T14" fmla="*/ 207 w 207"/>
                <a:gd name="T15" fmla="*/ 18 h 320"/>
                <a:gd name="T16" fmla="*/ 190 w 207"/>
                <a:gd name="T17" fmla="*/ 0 h 320"/>
                <a:gd name="T18" fmla="*/ 16 w 207"/>
                <a:gd name="T19" fmla="*/ 48 h 320"/>
                <a:gd name="T20" fmla="*/ 191 w 207"/>
                <a:gd name="T21" fmla="*/ 48 h 320"/>
                <a:gd name="T22" fmla="*/ 191 w 207"/>
                <a:gd name="T23" fmla="*/ 240 h 320"/>
                <a:gd name="T24" fmla="*/ 16 w 207"/>
                <a:gd name="T25" fmla="*/ 240 h 320"/>
                <a:gd name="T26" fmla="*/ 16 w 207"/>
                <a:gd name="T27" fmla="*/ 48 h 320"/>
                <a:gd name="T28" fmla="*/ 18 w 207"/>
                <a:gd name="T29" fmla="*/ 16 h 320"/>
                <a:gd name="T30" fmla="*/ 190 w 207"/>
                <a:gd name="T31" fmla="*/ 16 h 320"/>
                <a:gd name="T32" fmla="*/ 191 w 207"/>
                <a:gd name="T33" fmla="*/ 18 h 320"/>
                <a:gd name="T34" fmla="*/ 191 w 207"/>
                <a:gd name="T35" fmla="*/ 32 h 320"/>
                <a:gd name="T36" fmla="*/ 16 w 207"/>
                <a:gd name="T37" fmla="*/ 32 h 320"/>
                <a:gd name="T38" fmla="*/ 16 w 207"/>
                <a:gd name="T39" fmla="*/ 18 h 320"/>
                <a:gd name="T40" fmla="*/ 18 w 207"/>
                <a:gd name="T41" fmla="*/ 16 h 320"/>
                <a:gd name="T42" fmla="*/ 190 w 207"/>
                <a:gd name="T43" fmla="*/ 304 h 320"/>
                <a:gd name="T44" fmla="*/ 18 w 207"/>
                <a:gd name="T45" fmla="*/ 304 h 320"/>
                <a:gd name="T46" fmla="*/ 16 w 207"/>
                <a:gd name="T47" fmla="*/ 302 h 320"/>
                <a:gd name="T48" fmla="*/ 16 w 207"/>
                <a:gd name="T49" fmla="*/ 256 h 320"/>
                <a:gd name="T50" fmla="*/ 191 w 207"/>
                <a:gd name="T51" fmla="*/ 256 h 320"/>
                <a:gd name="T52" fmla="*/ 191 w 207"/>
                <a:gd name="T53" fmla="*/ 302 h 320"/>
                <a:gd name="T54" fmla="*/ 190 w 207"/>
                <a:gd name="T55" fmla="*/ 304 h 320"/>
                <a:gd name="T56" fmla="*/ 190 w 207"/>
                <a:gd name="T57" fmla="*/ 304 h 320"/>
                <a:gd name="T58" fmla="*/ 190 w 207"/>
                <a:gd name="T59" fmla="*/ 30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7" h="320">
                  <a:moveTo>
                    <a:pt x="190" y="0"/>
                  </a:moveTo>
                  <a:cubicBezTo>
                    <a:pt x="18" y="0"/>
                    <a:pt x="18" y="0"/>
                    <a:pt x="18" y="0"/>
                  </a:cubicBezTo>
                  <a:cubicBezTo>
                    <a:pt x="8" y="0"/>
                    <a:pt x="0" y="8"/>
                    <a:pt x="0" y="18"/>
                  </a:cubicBezTo>
                  <a:cubicBezTo>
                    <a:pt x="0" y="302"/>
                    <a:pt x="0" y="302"/>
                    <a:pt x="0" y="302"/>
                  </a:cubicBezTo>
                  <a:cubicBezTo>
                    <a:pt x="0" y="312"/>
                    <a:pt x="8" y="320"/>
                    <a:pt x="18" y="320"/>
                  </a:cubicBezTo>
                  <a:cubicBezTo>
                    <a:pt x="190" y="320"/>
                    <a:pt x="190" y="320"/>
                    <a:pt x="190" y="320"/>
                  </a:cubicBezTo>
                  <a:cubicBezTo>
                    <a:pt x="200" y="320"/>
                    <a:pt x="207" y="312"/>
                    <a:pt x="207" y="302"/>
                  </a:cubicBezTo>
                  <a:cubicBezTo>
                    <a:pt x="207" y="18"/>
                    <a:pt x="207" y="18"/>
                    <a:pt x="207" y="18"/>
                  </a:cubicBezTo>
                  <a:cubicBezTo>
                    <a:pt x="207" y="8"/>
                    <a:pt x="200" y="0"/>
                    <a:pt x="190" y="0"/>
                  </a:cubicBezTo>
                  <a:close/>
                  <a:moveTo>
                    <a:pt x="16" y="48"/>
                  </a:moveTo>
                  <a:cubicBezTo>
                    <a:pt x="191" y="48"/>
                    <a:pt x="191" y="48"/>
                    <a:pt x="191" y="48"/>
                  </a:cubicBezTo>
                  <a:cubicBezTo>
                    <a:pt x="191" y="240"/>
                    <a:pt x="191" y="240"/>
                    <a:pt x="191" y="240"/>
                  </a:cubicBezTo>
                  <a:cubicBezTo>
                    <a:pt x="16" y="240"/>
                    <a:pt x="16" y="240"/>
                    <a:pt x="16" y="240"/>
                  </a:cubicBezTo>
                  <a:lnTo>
                    <a:pt x="16" y="48"/>
                  </a:lnTo>
                  <a:close/>
                  <a:moveTo>
                    <a:pt x="18" y="16"/>
                  </a:moveTo>
                  <a:cubicBezTo>
                    <a:pt x="190" y="16"/>
                    <a:pt x="190" y="16"/>
                    <a:pt x="190" y="16"/>
                  </a:cubicBezTo>
                  <a:cubicBezTo>
                    <a:pt x="191" y="16"/>
                    <a:pt x="191" y="17"/>
                    <a:pt x="191" y="18"/>
                  </a:cubicBezTo>
                  <a:cubicBezTo>
                    <a:pt x="191" y="32"/>
                    <a:pt x="191" y="32"/>
                    <a:pt x="191" y="32"/>
                  </a:cubicBezTo>
                  <a:cubicBezTo>
                    <a:pt x="16" y="32"/>
                    <a:pt x="16" y="32"/>
                    <a:pt x="16" y="32"/>
                  </a:cubicBezTo>
                  <a:cubicBezTo>
                    <a:pt x="16" y="18"/>
                    <a:pt x="16" y="18"/>
                    <a:pt x="16" y="18"/>
                  </a:cubicBezTo>
                  <a:cubicBezTo>
                    <a:pt x="16" y="17"/>
                    <a:pt x="17" y="16"/>
                    <a:pt x="18" y="16"/>
                  </a:cubicBezTo>
                  <a:close/>
                  <a:moveTo>
                    <a:pt x="190" y="304"/>
                  </a:moveTo>
                  <a:cubicBezTo>
                    <a:pt x="18" y="304"/>
                    <a:pt x="18" y="304"/>
                    <a:pt x="18" y="304"/>
                  </a:cubicBezTo>
                  <a:cubicBezTo>
                    <a:pt x="17" y="304"/>
                    <a:pt x="16" y="303"/>
                    <a:pt x="16" y="302"/>
                  </a:cubicBezTo>
                  <a:cubicBezTo>
                    <a:pt x="16" y="256"/>
                    <a:pt x="16" y="256"/>
                    <a:pt x="16" y="256"/>
                  </a:cubicBezTo>
                  <a:cubicBezTo>
                    <a:pt x="191" y="256"/>
                    <a:pt x="191" y="256"/>
                    <a:pt x="191" y="256"/>
                  </a:cubicBezTo>
                  <a:cubicBezTo>
                    <a:pt x="191" y="302"/>
                    <a:pt x="191" y="302"/>
                    <a:pt x="191" y="302"/>
                  </a:cubicBezTo>
                  <a:cubicBezTo>
                    <a:pt x="191" y="303"/>
                    <a:pt x="191" y="304"/>
                    <a:pt x="190" y="304"/>
                  </a:cubicBezTo>
                  <a:close/>
                  <a:moveTo>
                    <a:pt x="190" y="304"/>
                  </a:moveTo>
                  <a:cubicBezTo>
                    <a:pt x="190" y="304"/>
                    <a:pt x="190" y="304"/>
                    <a:pt x="190" y="3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28" name="Freeform 13">
              <a:extLst>
                <a:ext uri="{FF2B5EF4-FFF2-40B4-BE49-F238E27FC236}">
                  <a16:creationId xmlns:a16="http://schemas.microsoft.com/office/drawing/2014/main" id="{25497BAF-DD5C-4FD8-832B-F1F71D46C509}"/>
                </a:ext>
              </a:extLst>
            </p:cNvPr>
            <p:cNvSpPr>
              <a:spLocks noEditPoints="1"/>
            </p:cNvSpPr>
            <p:nvPr/>
          </p:nvSpPr>
          <p:spPr bwMode="auto">
            <a:xfrm>
              <a:off x="5059" y="5463"/>
              <a:ext cx="107" cy="35"/>
            </a:xfrm>
            <a:custGeom>
              <a:avLst/>
              <a:gdLst>
                <a:gd name="T0" fmla="*/ 40 w 48"/>
                <a:gd name="T1" fmla="*/ 0 h 16"/>
                <a:gd name="T2" fmla="*/ 8 w 48"/>
                <a:gd name="T3" fmla="*/ 0 h 16"/>
                <a:gd name="T4" fmla="*/ 0 w 48"/>
                <a:gd name="T5" fmla="*/ 8 h 16"/>
                <a:gd name="T6" fmla="*/ 8 w 48"/>
                <a:gd name="T7" fmla="*/ 16 h 16"/>
                <a:gd name="T8" fmla="*/ 40 w 48"/>
                <a:gd name="T9" fmla="*/ 16 h 16"/>
                <a:gd name="T10" fmla="*/ 48 w 48"/>
                <a:gd name="T11" fmla="*/ 8 h 16"/>
                <a:gd name="T12" fmla="*/ 40 w 48"/>
                <a:gd name="T13" fmla="*/ 0 h 16"/>
                <a:gd name="T14" fmla="*/ 40 w 48"/>
                <a:gd name="T15" fmla="*/ 0 h 16"/>
                <a:gd name="T16" fmla="*/ 40 w 48"/>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6">
                  <a:moveTo>
                    <a:pt x="40" y="0"/>
                  </a:moveTo>
                  <a:cubicBezTo>
                    <a:pt x="8" y="0"/>
                    <a:pt x="8" y="0"/>
                    <a:pt x="8" y="0"/>
                  </a:cubicBezTo>
                  <a:cubicBezTo>
                    <a:pt x="3" y="0"/>
                    <a:pt x="0" y="3"/>
                    <a:pt x="0" y="8"/>
                  </a:cubicBezTo>
                  <a:cubicBezTo>
                    <a:pt x="0" y="12"/>
                    <a:pt x="3" y="16"/>
                    <a:pt x="8" y="16"/>
                  </a:cubicBezTo>
                  <a:cubicBezTo>
                    <a:pt x="40" y="16"/>
                    <a:pt x="40" y="16"/>
                    <a:pt x="40" y="16"/>
                  </a:cubicBezTo>
                  <a:cubicBezTo>
                    <a:pt x="44" y="16"/>
                    <a:pt x="48" y="12"/>
                    <a:pt x="48" y="8"/>
                  </a:cubicBezTo>
                  <a:cubicBezTo>
                    <a:pt x="48" y="3"/>
                    <a:pt x="44" y="0"/>
                    <a:pt x="40" y="0"/>
                  </a:cubicBezTo>
                  <a:close/>
                  <a:moveTo>
                    <a:pt x="40" y="0"/>
                  </a:moveTo>
                  <a:cubicBezTo>
                    <a:pt x="40"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grpSp>
      <p:grpSp>
        <p:nvGrpSpPr>
          <p:cNvPr id="32" name="Group 16">
            <a:extLst>
              <a:ext uri="{FF2B5EF4-FFF2-40B4-BE49-F238E27FC236}">
                <a16:creationId xmlns:a16="http://schemas.microsoft.com/office/drawing/2014/main" id="{3A2A6A25-4073-4DF0-A4FE-880ED86FCF88}"/>
              </a:ext>
            </a:extLst>
          </p:cNvPr>
          <p:cNvGrpSpPr>
            <a:grpSpLocks noChangeAspect="1"/>
          </p:cNvGrpSpPr>
          <p:nvPr/>
        </p:nvGrpSpPr>
        <p:grpSpPr bwMode="auto">
          <a:xfrm>
            <a:off x="4745018" y="3462877"/>
            <a:ext cx="469332" cy="454959"/>
            <a:chOff x="3736" y="4411"/>
            <a:chExt cx="1143" cy="1108"/>
          </a:xfrm>
          <a:solidFill>
            <a:srgbClr val="00A3E0"/>
          </a:solidFill>
        </p:grpSpPr>
        <p:sp>
          <p:nvSpPr>
            <p:cNvPr id="34" name="Freeform 17">
              <a:extLst>
                <a:ext uri="{FF2B5EF4-FFF2-40B4-BE49-F238E27FC236}">
                  <a16:creationId xmlns:a16="http://schemas.microsoft.com/office/drawing/2014/main" id="{D908A833-A126-4135-9E07-FDF0A6ACDF1E}"/>
                </a:ext>
              </a:extLst>
            </p:cNvPr>
            <p:cNvSpPr>
              <a:spLocks noEditPoints="1"/>
            </p:cNvSpPr>
            <p:nvPr/>
          </p:nvSpPr>
          <p:spPr bwMode="auto">
            <a:xfrm>
              <a:off x="3736" y="4558"/>
              <a:ext cx="741" cy="961"/>
            </a:xfrm>
            <a:custGeom>
              <a:avLst/>
              <a:gdLst>
                <a:gd name="T0" fmla="*/ 290 w 332"/>
                <a:gd name="T1" fmla="*/ 341 h 444"/>
                <a:gd name="T2" fmla="*/ 256 w 332"/>
                <a:gd name="T3" fmla="*/ 307 h 444"/>
                <a:gd name="T4" fmla="*/ 256 w 332"/>
                <a:gd name="T5" fmla="*/ 265 h 444"/>
                <a:gd name="T6" fmla="*/ 273 w 332"/>
                <a:gd name="T7" fmla="*/ 204 h 444"/>
                <a:gd name="T8" fmla="*/ 273 w 332"/>
                <a:gd name="T9" fmla="*/ 128 h 444"/>
                <a:gd name="T10" fmla="*/ 136 w 332"/>
                <a:gd name="T11" fmla="*/ 0 h 444"/>
                <a:gd name="T12" fmla="*/ 0 w 332"/>
                <a:gd name="T13" fmla="*/ 128 h 444"/>
                <a:gd name="T14" fmla="*/ 0 w 332"/>
                <a:gd name="T15" fmla="*/ 204 h 444"/>
                <a:gd name="T16" fmla="*/ 69 w 332"/>
                <a:gd name="T17" fmla="*/ 315 h 444"/>
                <a:gd name="T18" fmla="*/ 77 w 332"/>
                <a:gd name="T19" fmla="*/ 300 h 444"/>
                <a:gd name="T20" fmla="*/ 17 w 332"/>
                <a:gd name="T21" fmla="*/ 204 h 444"/>
                <a:gd name="T22" fmla="*/ 17 w 332"/>
                <a:gd name="T23" fmla="*/ 128 h 444"/>
                <a:gd name="T24" fmla="*/ 136 w 332"/>
                <a:gd name="T25" fmla="*/ 17 h 444"/>
                <a:gd name="T26" fmla="*/ 256 w 332"/>
                <a:gd name="T27" fmla="*/ 128 h 444"/>
                <a:gd name="T28" fmla="*/ 256 w 332"/>
                <a:gd name="T29" fmla="*/ 204 h 444"/>
                <a:gd name="T30" fmla="*/ 196 w 332"/>
                <a:gd name="T31" fmla="*/ 300 h 444"/>
                <a:gd name="T32" fmla="*/ 155 w 332"/>
                <a:gd name="T33" fmla="*/ 322 h 444"/>
                <a:gd name="T34" fmla="*/ 118 w 332"/>
                <a:gd name="T35" fmla="*/ 322 h 444"/>
                <a:gd name="T36" fmla="*/ 109 w 332"/>
                <a:gd name="T37" fmla="*/ 337 h 444"/>
                <a:gd name="T38" fmla="*/ 163 w 332"/>
                <a:gd name="T39" fmla="*/ 337 h 444"/>
                <a:gd name="T40" fmla="*/ 170 w 332"/>
                <a:gd name="T41" fmla="*/ 333 h 444"/>
                <a:gd name="T42" fmla="*/ 170 w 332"/>
                <a:gd name="T43" fmla="*/ 375 h 444"/>
                <a:gd name="T44" fmla="*/ 178 w 332"/>
                <a:gd name="T45" fmla="*/ 384 h 444"/>
                <a:gd name="T46" fmla="*/ 240 w 332"/>
                <a:gd name="T47" fmla="*/ 390 h 444"/>
                <a:gd name="T48" fmla="*/ 256 w 332"/>
                <a:gd name="T49" fmla="*/ 407 h 444"/>
                <a:gd name="T50" fmla="*/ 256 w 332"/>
                <a:gd name="T51" fmla="*/ 444 h 444"/>
                <a:gd name="T52" fmla="*/ 273 w 332"/>
                <a:gd name="T53" fmla="*/ 444 h 444"/>
                <a:gd name="T54" fmla="*/ 273 w 332"/>
                <a:gd name="T55" fmla="*/ 407 h 444"/>
                <a:gd name="T56" fmla="*/ 242 w 332"/>
                <a:gd name="T57" fmla="*/ 373 h 444"/>
                <a:gd name="T58" fmla="*/ 187 w 332"/>
                <a:gd name="T59" fmla="*/ 368 h 444"/>
                <a:gd name="T60" fmla="*/ 187 w 332"/>
                <a:gd name="T61" fmla="*/ 324 h 444"/>
                <a:gd name="T62" fmla="*/ 204 w 332"/>
                <a:gd name="T63" fmla="*/ 315 h 444"/>
                <a:gd name="T64" fmla="*/ 239 w 332"/>
                <a:gd name="T65" fmla="*/ 288 h 444"/>
                <a:gd name="T66" fmla="*/ 239 w 332"/>
                <a:gd name="T67" fmla="*/ 307 h 444"/>
                <a:gd name="T68" fmla="*/ 290 w 332"/>
                <a:gd name="T69" fmla="*/ 358 h 444"/>
                <a:gd name="T70" fmla="*/ 332 w 332"/>
                <a:gd name="T71" fmla="*/ 358 h 444"/>
                <a:gd name="T72" fmla="*/ 332 w 332"/>
                <a:gd name="T73" fmla="*/ 341 h 444"/>
                <a:gd name="T74" fmla="*/ 290 w 332"/>
                <a:gd name="T75" fmla="*/ 341 h 444"/>
                <a:gd name="T76" fmla="*/ 290 w 332"/>
                <a:gd name="T77" fmla="*/ 341 h 444"/>
                <a:gd name="T78" fmla="*/ 290 w 332"/>
                <a:gd name="T79" fmla="*/ 341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2" h="444">
                  <a:moveTo>
                    <a:pt x="290" y="341"/>
                  </a:moveTo>
                  <a:cubicBezTo>
                    <a:pt x="271" y="341"/>
                    <a:pt x="256" y="326"/>
                    <a:pt x="256" y="307"/>
                  </a:cubicBezTo>
                  <a:cubicBezTo>
                    <a:pt x="256" y="265"/>
                    <a:pt x="256" y="265"/>
                    <a:pt x="256" y="265"/>
                  </a:cubicBezTo>
                  <a:cubicBezTo>
                    <a:pt x="267" y="247"/>
                    <a:pt x="273" y="225"/>
                    <a:pt x="273" y="204"/>
                  </a:cubicBezTo>
                  <a:cubicBezTo>
                    <a:pt x="273" y="128"/>
                    <a:pt x="273" y="128"/>
                    <a:pt x="273" y="128"/>
                  </a:cubicBezTo>
                  <a:cubicBezTo>
                    <a:pt x="273" y="57"/>
                    <a:pt x="211" y="0"/>
                    <a:pt x="136" y="0"/>
                  </a:cubicBezTo>
                  <a:cubicBezTo>
                    <a:pt x="61" y="0"/>
                    <a:pt x="0" y="57"/>
                    <a:pt x="0" y="128"/>
                  </a:cubicBezTo>
                  <a:cubicBezTo>
                    <a:pt x="0" y="204"/>
                    <a:pt x="0" y="204"/>
                    <a:pt x="0" y="204"/>
                  </a:cubicBezTo>
                  <a:cubicBezTo>
                    <a:pt x="0" y="251"/>
                    <a:pt x="27" y="293"/>
                    <a:pt x="69" y="315"/>
                  </a:cubicBezTo>
                  <a:cubicBezTo>
                    <a:pt x="77" y="300"/>
                    <a:pt x="77" y="300"/>
                    <a:pt x="77" y="300"/>
                  </a:cubicBezTo>
                  <a:cubicBezTo>
                    <a:pt x="40" y="281"/>
                    <a:pt x="17" y="244"/>
                    <a:pt x="17" y="204"/>
                  </a:cubicBezTo>
                  <a:cubicBezTo>
                    <a:pt x="17" y="128"/>
                    <a:pt x="17" y="128"/>
                    <a:pt x="17" y="128"/>
                  </a:cubicBezTo>
                  <a:cubicBezTo>
                    <a:pt x="17" y="67"/>
                    <a:pt x="70" y="17"/>
                    <a:pt x="136" y="17"/>
                  </a:cubicBezTo>
                  <a:cubicBezTo>
                    <a:pt x="202" y="17"/>
                    <a:pt x="256" y="67"/>
                    <a:pt x="256" y="128"/>
                  </a:cubicBezTo>
                  <a:cubicBezTo>
                    <a:pt x="256" y="204"/>
                    <a:pt x="256" y="204"/>
                    <a:pt x="256" y="204"/>
                  </a:cubicBezTo>
                  <a:cubicBezTo>
                    <a:pt x="255" y="244"/>
                    <a:pt x="232" y="281"/>
                    <a:pt x="196" y="300"/>
                  </a:cubicBezTo>
                  <a:cubicBezTo>
                    <a:pt x="155" y="322"/>
                    <a:pt x="155" y="322"/>
                    <a:pt x="155" y="322"/>
                  </a:cubicBezTo>
                  <a:cubicBezTo>
                    <a:pt x="143" y="328"/>
                    <a:pt x="129" y="328"/>
                    <a:pt x="118" y="322"/>
                  </a:cubicBezTo>
                  <a:cubicBezTo>
                    <a:pt x="109" y="337"/>
                    <a:pt x="109" y="337"/>
                    <a:pt x="109" y="337"/>
                  </a:cubicBezTo>
                  <a:cubicBezTo>
                    <a:pt x="126" y="345"/>
                    <a:pt x="146" y="345"/>
                    <a:pt x="163" y="337"/>
                  </a:cubicBezTo>
                  <a:cubicBezTo>
                    <a:pt x="170" y="333"/>
                    <a:pt x="170" y="333"/>
                    <a:pt x="170" y="333"/>
                  </a:cubicBezTo>
                  <a:cubicBezTo>
                    <a:pt x="170" y="375"/>
                    <a:pt x="170" y="375"/>
                    <a:pt x="170" y="375"/>
                  </a:cubicBezTo>
                  <a:cubicBezTo>
                    <a:pt x="170" y="380"/>
                    <a:pt x="174" y="383"/>
                    <a:pt x="178" y="384"/>
                  </a:cubicBezTo>
                  <a:cubicBezTo>
                    <a:pt x="240" y="390"/>
                    <a:pt x="240" y="390"/>
                    <a:pt x="240" y="390"/>
                  </a:cubicBezTo>
                  <a:cubicBezTo>
                    <a:pt x="249" y="391"/>
                    <a:pt x="256" y="398"/>
                    <a:pt x="256" y="407"/>
                  </a:cubicBezTo>
                  <a:cubicBezTo>
                    <a:pt x="256" y="444"/>
                    <a:pt x="256" y="444"/>
                    <a:pt x="256" y="444"/>
                  </a:cubicBezTo>
                  <a:cubicBezTo>
                    <a:pt x="273" y="444"/>
                    <a:pt x="273" y="444"/>
                    <a:pt x="273" y="444"/>
                  </a:cubicBezTo>
                  <a:cubicBezTo>
                    <a:pt x="273" y="407"/>
                    <a:pt x="273" y="407"/>
                    <a:pt x="273" y="407"/>
                  </a:cubicBezTo>
                  <a:cubicBezTo>
                    <a:pt x="273" y="390"/>
                    <a:pt x="259" y="375"/>
                    <a:pt x="242" y="373"/>
                  </a:cubicBezTo>
                  <a:cubicBezTo>
                    <a:pt x="187" y="368"/>
                    <a:pt x="187" y="368"/>
                    <a:pt x="187" y="368"/>
                  </a:cubicBezTo>
                  <a:cubicBezTo>
                    <a:pt x="187" y="324"/>
                    <a:pt x="187" y="324"/>
                    <a:pt x="187" y="324"/>
                  </a:cubicBezTo>
                  <a:cubicBezTo>
                    <a:pt x="204" y="315"/>
                    <a:pt x="204" y="315"/>
                    <a:pt x="204" y="315"/>
                  </a:cubicBezTo>
                  <a:cubicBezTo>
                    <a:pt x="217" y="308"/>
                    <a:pt x="229" y="299"/>
                    <a:pt x="239" y="288"/>
                  </a:cubicBezTo>
                  <a:cubicBezTo>
                    <a:pt x="239" y="307"/>
                    <a:pt x="239" y="307"/>
                    <a:pt x="239" y="307"/>
                  </a:cubicBezTo>
                  <a:cubicBezTo>
                    <a:pt x="239" y="335"/>
                    <a:pt x="262" y="358"/>
                    <a:pt x="290" y="358"/>
                  </a:cubicBezTo>
                  <a:cubicBezTo>
                    <a:pt x="332" y="358"/>
                    <a:pt x="332" y="358"/>
                    <a:pt x="332" y="358"/>
                  </a:cubicBezTo>
                  <a:cubicBezTo>
                    <a:pt x="332" y="341"/>
                    <a:pt x="332" y="341"/>
                    <a:pt x="332" y="341"/>
                  </a:cubicBezTo>
                  <a:lnTo>
                    <a:pt x="290" y="341"/>
                  </a:lnTo>
                  <a:close/>
                  <a:moveTo>
                    <a:pt x="290" y="341"/>
                  </a:moveTo>
                  <a:cubicBezTo>
                    <a:pt x="290" y="341"/>
                    <a:pt x="290" y="341"/>
                    <a:pt x="290" y="3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38" name="Freeform 18">
              <a:extLst>
                <a:ext uri="{FF2B5EF4-FFF2-40B4-BE49-F238E27FC236}">
                  <a16:creationId xmlns:a16="http://schemas.microsoft.com/office/drawing/2014/main" id="{26F215D8-9AB4-42E1-98DF-DC8F3D13D851}"/>
                </a:ext>
              </a:extLst>
            </p:cNvPr>
            <p:cNvSpPr>
              <a:spLocks noEditPoints="1"/>
            </p:cNvSpPr>
            <p:nvPr/>
          </p:nvSpPr>
          <p:spPr bwMode="auto">
            <a:xfrm>
              <a:off x="3736" y="5244"/>
              <a:ext cx="228" cy="275"/>
            </a:xfrm>
            <a:custGeom>
              <a:avLst/>
              <a:gdLst>
                <a:gd name="T0" fmla="*/ 85 w 102"/>
                <a:gd name="T1" fmla="*/ 0 h 127"/>
                <a:gd name="T2" fmla="*/ 85 w 102"/>
                <a:gd name="T3" fmla="*/ 51 h 127"/>
                <a:gd name="T4" fmla="*/ 30 w 102"/>
                <a:gd name="T5" fmla="*/ 56 h 127"/>
                <a:gd name="T6" fmla="*/ 0 w 102"/>
                <a:gd name="T7" fmla="*/ 90 h 127"/>
                <a:gd name="T8" fmla="*/ 0 w 102"/>
                <a:gd name="T9" fmla="*/ 127 h 127"/>
                <a:gd name="T10" fmla="*/ 17 w 102"/>
                <a:gd name="T11" fmla="*/ 127 h 127"/>
                <a:gd name="T12" fmla="*/ 17 w 102"/>
                <a:gd name="T13" fmla="*/ 90 h 127"/>
                <a:gd name="T14" fmla="*/ 32 w 102"/>
                <a:gd name="T15" fmla="*/ 73 h 127"/>
                <a:gd name="T16" fmla="*/ 94 w 102"/>
                <a:gd name="T17" fmla="*/ 67 h 127"/>
                <a:gd name="T18" fmla="*/ 102 w 102"/>
                <a:gd name="T19" fmla="*/ 58 h 127"/>
                <a:gd name="T20" fmla="*/ 102 w 102"/>
                <a:gd name="T21" fmla="*/ 0 h 127"/>
                <a:gd name="T22" fmla="*/ 85 w 102"/>
                <a:gd name="T23" fmla="*/ 0 h 127"/>
                <a:gd name="T24" fmla="*/ 85 w 102"/>
                <a:gd name="T25" fmla="*/ 0 h 127"/>
                <a:gd name="T26" fmla="*/ 85 w 102"/>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 h="127">
                  <a:moveTo>
                    <a:pt x="85" y="0"/>
                  </a:moveTo>
                  <a:cubicBezTo>
                    <a:pt x="85" y="51"/>
                    <a:pt x="85" y="51"/>
                    <a:pt x="85" y="51"/>
                  </a:cubicBezTo>
                  <a:cubicBezTo>
                    <a:pt x="30" y="56"/>
                    <a:pt x="30" y="56"/>
                    <a:pt x="30" y="56"/>
                  </a:cubicBezTo>
                  <a:cubicBezTo>
                    <a:pt x="13" y="58"/>
                    <a:pt x="0" y="73"/>
                    <a:pt x="0" y="90"/>
                  </a:cubicBezTo>
                  <a:cubicBezTo>
                    <a:pt x="0" y="127"/>
                    <a:pt x="0" y="127"/>
                    <a:pt x="0" y="127"/>
                  </a:cubicBezTo>
                  <a:cubicBezTo>
                    <a:pt x="17" y="127"/>
                    <a:pt x="17" y="127"/>
                    <a:pt x="17" y="127"/>
                  </a:cubicBezTo>
                  <a:cubicBezTo>
                    <a:pt x="17" y="90"/>
                    <a:pt x="17" y="90"/>
                    <a:pt x="17" y="90"/>
                  </a:cubicBezTo>
                  <a:cubicBezTo>
                    <a:pt x="17" y="81"/>
                    <a:pt x="23" y="74"/>
                    <a:pt x="32" y="73"/>
                  </a:cubicBezTo>
                  <a:cubicBezTo>
                    <a:pt x="94" y="67"/>
                    <a:pt x="94" y="67"/>
                    <a:pt x="94" y="67"/>
                  </a:cubicBezTo>
                  <a:cubicBezTo>
                    <a:pt x="99" y="66"/>
                    <a:pt x="102" y="63"/>
                    <a:pt x="102" y="58"/>
                  </a:cubicBezTo>
                  <a:cubicBezTo>
                    <a:pt x="102" y="0"/>
                    <a:pt x="102" y="0"/>
                    <a:pt x="102" y="0"/>
                  </a:cubicBezTo>
                  <a:lnTo>
                    <a:pt x="85" y="0"/>
                  </a:lnTo>
                  <a:close/>
                  <a:moveTo>
                    <a:pt x="85" y="0"/>
                  </a:moveTo>
                  <a:cubicBezTo>
                    <a:pt x="85" y="0"/>
                    <a:pt x="85" y="0"/>
                    <a:pt x="8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40" name="Freeform 19">
              <a:extLst>
                <a:ext uri="{FF2B5EF4-FFF2-40B4-BE49-F238E27FC236}">
                  <a16:creationId xmlns:a16="http://schemas.microsoft.com/office/drawing/2014/main" id="{564207AA-79ED-4395-A53D-85E86834F042}"/>
                </a:ext>
              </a:extLst>
            </p:cNvPr>
            <p:cNvSpPr>
              <a:spLocks noEditPoints="1"/>
            </p:cNvSpPr>
            <p:nvPr/>
          </p:nvSpPr>
          <p:spPr bwMode="auto">
            <a:xfrm>
              <a:off x="3812" y="4669"/>
              <a:ext cx="458" cy="443"/>
            </a:xfrm>
            <a:custGeom>
              <a:avLst/>
              <a:gdLst>
                <a:gd name="T0" fmla="*/ 173 w 205"/>
                <a:gd name="T1" fmla="*/ 73 h 205"/>
                <a:gd name="T2" fmla="*/ 186 w 205"/>
                <a:gd name="T3" fmla="*/ 42 h 205"/>
                <a:gd name="T4" fmla="*/ 152 w 205"/>
                <a:gd name="T5" fmla="*/ 17 h 205"/>
                <a:gd name="T6" fmla="*/ 126 w 205"/>
                <a:gd name="T7" fmla="*/ 7 h 205"/>
                <a:gd name="T8" fmla="*/ 87 w 205"/>
                <a:gd name="T9" fmla="*/ 0 h 205"/>
                <a:gd name="T10" fmla="*/ 73 w 205"/>
                <a:gd name="T11" fmla="*/ 32 h 205"/>
                <a:gd name="T12" fmla="*/ 41 w 205"/>
                <a:gd name="T13" fmla="*/ 18 h 205"/>
                <a:gd name="T14" fmla="*/ 17 w 205"/>
                <a:gd name="T15" fmla="*/ 53 h 205"/>
                <a:gd name="T16" fmla="*/ 7 w 205"/>
                <a:gd name="T17" fmla="*/ 79 h 205"/>
                <a:gd name="T18" fmla="*/ 0 w 205"/>
                <a:gd name="T19" fmla="*/ 118 h 205"/>
                <a:gd name="T20" fmla="*/ 31 w 205"/>
                <a:gd name="T21" fmla="*/ 132 h 205"/>
                <a:gd name="T22" fmla="*/ 18 w 205"/>
                <a:gd name="T23" fmla="*/ 163 h 205"/>
                <a:gd name="T24" fmla="*/ 52 w 205"/>
                <a:gd name="T25" fmla="*/ 188 h 205"/>
                <a:gd name="T26" fmla="*/ 78 w 205"/>
                <a:gd name="T27" fmla="*/ 198 h 205"/>
                <a:gd name="T28" fmla="*/ 118 w 205"/>
                <a:gd name="T29" fmla="*/ 205 h 205"/>
                <a:gd name="T30" fmla="*/ 131 w 205"/>
                <a:gd name="T31" fmla="*/ 173 h 205"/>
                <a:gd name="T32" fmla="*/ 163 w 205"/>
                <a:gd name="T33" fmla="*/ 187 h 205"/>
                <a:gd name="T34" fmla="*/ 187 w 205"/>
                <a:gd name="T35" fmla="*/ 152 h 205"/>
                <a:gd name="T36" fmla="*/ 198 w 205"/>
                <a:gd name="T37" fmla="*/ 127 h 205"/>
                <a:gd name="T38" fmla="*/ 205 w 205"/>
                <a:gd name="T39" fmla="*/ 87 h 205"/>
                <a:gd name="T40" fmla="*/ 188 w 205"/>
                <a:gd name="T41" fmla="*/ 111 h 205"/>
                <a:gd name="T42" fmla="*/ 156 w 205"/>
                <a:gd name="T43" fmla="*/ 135 h 205"/>
                <a:gd name="T44" fmla="*/ 169 w 205"/>
                <a:gd name="T45" fmla="*/ 156 h 205"/>
                <a:gd name="T46" fmla="*/ 140 w 205"/>
                <a:gd name="T47" fmla="*/ 159 h 205"/>
                <a:gd name="T48" fmla="*/ 115 w 205"/>
                <a:gd name="T49" fmla="*/ 169 h 205"/>
                <a:gd name="T50" fmla="*/ 93 w 205"/>
                <a:gd name="T51" fmla="*/ 188 h 205"/>
                <a:gd name="T52" fmla="*/ 70 w 205"/>
                <a:gd name="T53" fmla="*/ 156 h 205"/>
                <a:gd name="T54" fmla="*/ 48 w 205"/>
                <a:gd name="T55" fmla="*/ 170 h 205"/>
                <a:gd name="T56" fmla="*/ 46 w 205"/>
                <a:gd name="T57" fmla="*/ 141 h 205"/>
                <a:gd name="T58" fmla="*/ 36 w 205"/>
                <a:gd name="T59" fmla="*/ 115 h 205"/>
                <a:gd name="T60" fmla="*/ 17 w 205"/>
                <a:gd name="T61" fmla="*/ 94 h 205"/>
                <a:gd name="T62" fmla="*/ 48 w 205"/>
                <a:gd name="T63" fmla="*/ 70 h 205"/>
                <a:gd name="T64" fmla="*/ 35 w 205"/>
                <a:gd name="T65" fmla="*/ 49 h 205"/>
                <a:gd name="T66" fmla="*/ 64 w 205"/>
                <a:gd name="T67" fmla="*/ 46 h 205"/>
                <a:gd name="T68" fmla="*/ 89 w 205"/>
                <a:gd name="T69" fmla="*/ 36 h 205"/>
                <a:gd name="T70" fmla="*/ 111 w 205"/>
                <a:gd name="T71" fmla="*/ 17 h 205"/>
                <a:gd name="T72" fmla="*/ 134 w 205"/>
                <a:gd name="T73" fmla="*/ 49 h 205"/>
                <a:gd name="T74" fmla="*/ 156 w 205"/>
                <a:gd name="T75" fmla="*/ 35 h 205"/>
                <a:gd name="T76" fmla="*/ 159 w 205"/>
                <a:gd name="T77" fmla="*/ 65 h 205"/>
                <a:gd name="T78" fmla="*/ 169 w 205"/>
                <a:gd name="T79" fmla="*/ 90 h 205"/>
                <a:gd name="T80" fmla="*/ 188 w 205"/>
                <a:gd name="T81" fmla="*/ 111 h 205"/>
                <a:gd name="T82" fmla="*/ 188 w 205"/>
                <a:gd name="T83" fmla="*/ 111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5" h="205">
                  <a:moveTo>
                    <a:pt x="198" y="79"/>
                  </a:moveTo>
                  <a:cubicBezTo>
                    <a:pt x="173" y="73"/>
                    <a:pt x="173" y="73"/>
                    <a:pt x="173" y="73"/>
                  </a:cubicBezTo>
                  <a:cubicBezTo>
                    <a:pt x="187" y="53"/>
                    <a:pt x="187" y="53"/>
                    <a:pt x="187" y="53"/>
                  </a:cubicBezTo>
                  <a:cubicBezTo>
                    <a:pt x="190" y="49"/>
                    <a:pt x="189" y="45"/>
                    <a:pt x="186" y="42"/>
                  </a:cubicBezTo>
                  <a:cubicBezTo>
                    <a:pt x="163" y="18"/>
                    <a:pt x="163" y="18"/>
                    <a:pt x="163" y="18"/>
                  </a:cubicBezTo>
                  <a:cubicBezTo>
                    <a:pt x="160" y="15"/>
                    <a:pt x="156" y="15"/>
                    <a:pt x="152" y="17"/>
                  </a:cubicBezTo>
                  <a:cubicBezTo>
                    <a:pt x="131" y="32"/>
                    <a:pt x="131" y="32"/>
                    <a:pt x="131" y="32"/>
                  </a:cubicBezTo>
                  <a:cubicBezTo>
                    <a:pt x="126" y="7"/>
                    <a:pt x="126" y="7"/>
                    <a:pt x="126" y="7"/>
                  </a:cubicBezTo>
                  <a:cubicBezTo>
                    <a:pt x="125" y="3"/>
                    <a:pt x="122" y="0"/>
                    <a:pt x="118" y="0"/>
                  </a:cubicBezTo>
                  <a:cubicBezTo>
                    <a:pt x="87" y="0"/>
                    <a:pt x="87" y="0"/>
                    <a:pt x="87" y="0"/>
                  </a:cubicBezTo>
                  <a:cubicBezTo>
                    <a:pt x="83" y="0"/>
                    <a:pt x="79" y="3"/>
                    <a:pt x="78" y="7"/>
                  </a:cubicBezTo>
                  <a:cubicBezTo>
                    <a:pt x="73" y="32"/>
                    <a:pt x="73" y="32"/>
                    <a:pt x="73" y="32"/>
                  </a:cubicBezTo>
                  <a:cubicBezTo>
                    <a:pt x="52" y="17"/>
                    <a:pt x="52" y="17"/>
                    <a:pt x="52" y="17"/>
                  </a:cubicBezTo>
                  <a:cubicBezTo>
                    <a:pt x="49" y="15"/>
                    <a:pt x="44" y="15"/>
                    <a:pt x="41" y="18"/>
                  </a:cubicBezTo>
                  <a:cubicBezTo>
                    <a:pt x="18" y="42"/>
                    <a:pt x="18" y="42"/>
                    <a:pt x="18" y="42"/>
                  </a:cubicBezTo>
                  <a:cubicBezTo>
                    <a:pt x="15" y="45"/>
                    <a:pt x="15" y="49"/>
                    <a:pt x="17" y="53"/>
                  </a:cubicBezTo>
                  <a:cubicBezTo>
                    <a:pt x="31" y="73"/>
                    <a:pt x="31" y="73"/>
                    <a:pt x="31" y="73"/>
                  </a:cubicBezTo>
                  <a:cubicBezTo>
                    <a:pt x="7" y="79"/>
                    <a:pt x="7" y="79"/>
                    <a:pt x="7" y="79"/>
                  </a:cubicBezTo>
                  <a:cubicBezTo>
                    <a:pt x="3" y="79"/>
                    <a:pt x="0" y="83"/>
                    <a:pt x="0" y="87"/>
                  </a:cubicBezTo>
                  <a:cubicBezTo>
                    <a:pt x="0" y="118"/>
                    <a:pt x="0" y="118"/>
                    <a:pt x="0" y="118"/>
                  </a:cubicBezTo>
                  <a:cubicBezTo>
                    <a:pt x="0" y="122"/>
                    <a:pt x="3" y="126"/>
                    <a:pt x="7" y="127"/>
                  </a:cubicBezTo>
                  <a:cubicBezTo>
                    <a:pt x="31" y="132"/>
                    <a:pt x="31" y="132"/>
                    <a:pt x="31" y="132"/>
                  </a:cubicBezTo>
                  <a:cubicBezTo>
                    <a:pt x="17" y="152"/>
                    <a:pt x="17" y="152"/>
                    <a:pt x="17" y="152"/>
                  </a:cubicBezTo>
                  <a:cubicBezTo>
                    <a:pt x="15" y="156"/>
                    <a:pt x="15" y="160"/>
                    <a:pt x="18" y="163"/>
                  </a:cubicBezTo>
                  <a:cubicBezTo>
                    <a:pt x="41" y="187"/>
                    <a:pt x="41" y="187"/>
                    <a:pt x="41" y="187"/>
                  </a:cubicBezTo>
                  <a:cubicBezTo>
                    <a:pt x="44" y="190"/>
                    <a:pt x="49" y="190"/>
                    <a:pt x="52" y="188"/>
                  </a:cubicBezTo>
                  <a:cubicBezTo>
                    <a:pt x="73" y="173"/>
                    <a:pt x="73" y="173"/>
                    <a:pt x="73" y="173"/>
                  </a:cubicBezTo>
                  <a:cubicBezTo>
                    <a:pt x="78" y="198"/>
                    <a:pt x="78" y="198"/>
                    <a:pt x="78" y="198"/>
                  </a:cubicBezTo>
                  <a:cubicBezTo>
                    <a:pt x="79" y="202"/>
                    <a:pt x="83" y="205"/>
                    <a:pt x="87" y="205"/>
                  </a:cubicBezTo>
                  <a:cubicBezTo>
                    <a:pt x="118" y="205"/>
                    <a:pt x="118" y="205"/>
                    <a:pt x="118" y="205"/>
                  </a:cubicBezTo>
                  <a:cubicBezTo>
                    <a:pt x="122" y="205"/>
                    <a:pt x="125" y="202"/>
                    <a:pt x="126" y="198"/>
                  </a:cubicBezTo>
                  <a:cubicBezTo>
                    <a:pt x="131" y="173"/>
                    <a:pt x="131" y="173"/>
                    <a:pt x="131" y="173"/>
                  </a:cubicBezTo>
                  <a:cubicBezTo>
                    <a:pt x="152" y="188"/>
                    <a:pt x="152" y="188"/>
                    <a:pt x="152" y="188"/>
                  </a:cubicBezTo>
                  <a:cubicBezTo>
                    <a:pt x="156" y="190"/>
                    <a:pt x="160" y="190"/>
                    <a:pt x="163" y="187"/>
                  </a:cubicBezTo>
                  <a:cubicBezTo>
                    <a:pt x="186" y="163"/>
                    <a:pt x="186" y="163"/>
                    <a:pt x="186" y="163"/>
                  </a:cubicBezTo>
                  <a:cubicBezTo>
                    <a:pt x="189" y="160"/>
                    <a:pt x="190" y="156"/>
                    <a:pt x="187" y="152"/>
                  </a:cubicBezTo>
                  <a:cubicBezTo>
                    <a:pt x="173" y="132"/>
                    <a:pt x="173" y="132"/>
                    <a:pt x="173" y="132"/>
                  </a:cubicBezTo>
                  <a:cubicBezTo>
                    <a:pt x="198" y="127"/>
                    <a:pt x="198" y="127"/>
                    <a:pt x="198" y="127"/>
                  </a:cubicBezTo>
                  <a:cubicBezTo>
                    <a:pt x="202" y="126"/>
                    <a:pt x="205" y="122"/>
                    <a:pt x="205" y="118"/>
                  </a:cubicBezTo>
                  <a:cubicBezTo>
                    <a:pt x="205" y="87"/>
                    <a:pt x="205" y="87"/>
                    <a:pt x="205" y="87"/>
                  </a:cubicBezTo>
                  <a:cubicBezTo>
                    <a:pt x="205" y="83"/>
                    <a:pt x="202" y="79"/>
                    <a:pt x="198" y="79"/>
                  </a:cubicBezTo>
                  <a:close/>
                  <a:moveTo>
                    <a:pt x="188" y="111"/>
                  </a:moveTo>
                  <a:cubicBezTo>
                    <a:pt x="169" y="115"/>
                    <a:pt x="169" y="115"/>
                    <a:pt x="169" y="115"/>
                  </a:cubicBezTo>
                  <a:cubicBezTo>
                    <a:pt x="160" y="117"/>
                    <a:pt x="154" y="126"/>
                    <a:pt x="156" y="135"/>
                  </a:cubicBezTo>
                  <a:cubicBezTo>
                    <a:pt x="156" y="137"/>
                    <a:pt x="157" y="139"/>
                    <a:pt x="159" y="141"/>
                  </a:cubicBezTo>
                  <a:cubicBezTo>
                    <a:pt x="169" y="156"/>
                    <a:pt x="169" y="156"/>
                    <a:pt x="169" y="156"/>
                  </a:cubicBezTo>
                  <a:cubicBezTo>
                    <a:pt x="156" y="170"/>
                    <a:pt x="156" y="170"/>
                    <a:pt x="156" y="170"/>
                  </a:cubicBezTo>
                  <a:cubicBezTo>
                    <a:pt x="140" y="159"/>
                    <a:pt x="140" y="159"/>
                    <a:pt x="140" y="159"/>
                  </a:cubicBezTo>
                  <a:cubicBezTo>
                    <a:pt x="133" y="154"/>
                    <a:pt x="123" y="156"/>
                    <a:pt x="117" y="163"/>
                  </a:cubicBezTo>
                  <a:cubicBezTo>
                    <a:pt x="116" y="165"/>
                    <a:pt x="115" y="167"/>
                    <a:pt x="115" y="169"/>
                  </a:cubicBezTo>
                  <a:cubicBezTo>
                    <a:pt x="111" y="188"/>
                    <a:pt x="111" y="188"/>
                    <a:pt x="111" y="188"/>
                  </a:cubicBezTo>
                  <a:cubicBezTo>
                    <a:pt x="93" y="188"/>
                    <a:pt x="93" y="188"/>
                    <a:pt x="93" y="188"/>
                  </a:cubicBezTo>
                  <a:cubicBezTo>
                    <a:pt x="89" y="169"/>
                    <a:pt x="89" y="169"/>
                    <a:pt x="89" y="169"/>
                  </a:cubicBezTo>
                  <a:cubicBezTo>
                    <a:pt x="88" y="160"/>
                    <a:pt x="79" y="154"/>
                    <a:pt x="70" y="156"/>
                  </a:cubicBezTo>
                  <a:cubicBezTo>
                    <a:pt x="68" y="157"/>
                    <a:pt x="66" y="158"/>
                    <a:pt x="64" y="159"/>
                  </a:cubicBezTo>
                  <a:cubicBezTo>
                    <a:pt x="48" y="170"/>
                    <a:pt x="48" y="170"/>
                    <a:pt x="48" y="170"/>
                  </a:cubicBezTo>
                  <a:cubicBezTo>
                    <a:pt x="35" y="156"/>
                    <a:pt x="35" y="156"/>
                    <a:pt x="35" y="156"/>
                  </a:cubicBezTo>
                  <a:cubicBezTo>
                    <a:pt x="46" y="141"/>
                    <a:pt x="46" y="141"/>
                    <a:pt x="46" y="141"/>
                  </a:cubicBezTo>
                  <a:cubicBezTo>
                    <a:pt x="51" y="133"/>
                    <a:pt x="49" y="123"/>
                    <a:pt x="42" y="118"/>
                  </a:cubicBezTo>
                  <a:cubicBezTo>
                    <a:pt x="40" y="117"/>
                    <a:pt x="38" y="116"/>
                    <a:pt x="36" y="115"/>
                  </a:cubicBezTo>
                  <a:cubicBezTo>
                    <a:pt x="17" y="111"/>
                    <a:pt x="17" y="111"/>
                    <a:pt x="17" y="111"/>
                  </a:cubicBezTo>
                  <a:cubicBezTo>
                    <a:pt x="17" y="94"/>
                    <a:pt x="17" y="94"/>
                    <a:pt x="17" y="94"/>
                  </a:cubicBezTo>
                  <a:cubicBezTo>
                    <a:pt x="36" y="90"/>
                    <a:pt x="36" y="90"/>
                    <a:pt x="36" y="90"/>
                  </a:cubicBezTo>
                  <a:cubicBezTo>
                    <a:pt x="45" y="88"/>
                    <a:pt x="50" y="79"/>
                    <a:pt x="48" y="70"/>
                  </a:cubicBezTo>
                  <a:cubicBezTo>
                    <a:pt x="48" y="68"/>
                    <a:pt x="47" y="66"/>
                    <a:pt x="46" y="65"/>
                  </a:cubicBezTo>
                  <a:cubicBezTo>
                    <a:pt x="35" y="49"/>
                    <a:pt x="35" y="49"/>
                    <a:pt x="35" y="49"/>
                  </a:cubicBezTo>
                  <a:cubicBezTo>
                    <a:pt x="48" y="35"/>
                    <a:pt x="48" y="35"/>
                    <a:pt x="48" y="35"/>
                  </a:cubicBezTo>
                  <a:cubicBezTo>
                    <a:pt x="64" y="46"/>
                    <a:pt x="64" y="46"/>
                    <a:pt x="64" y="46"/>
                  </a:cubicBezTo>
                  <a:cubicBezTo>
                    <a:pt x="72" y="51"/>
                    <a:pt x="82" y="49"/>
                    <a:pt x="87" y="42"/>
                  </a:cubicBezTo>
                  <a:cubicBezTo>
                    <a:pt x="88" y="40"/>
                    <a:pt x="89" y="38"/>
                    <a:pt x="89" y="36"/>
                  </a:cubicBezTo>
                  <a:cubicBezTo>
                    <a:pt x="93" y="17"/>
                    <a:pt x="93" y="17"/>
                    <a:pt x="93" y="17"/>
                  </a:cubicBezTo>
                  <a:cubicBezTo>
                    <a:pt x="111" y="17"/>
                    <a:pt x="111" y="17"/>
                    <a:pt x="111" y="17"/>
                  </a:cubicBezTo>
                  <a:cubicBezTo>
                    <a:pt x="115" y="36"/>
                    <a:pt x="115" y="36"/>
                    <a:pt x="115" y="36"/>
                  </a:cubicBezTo>
                  <a:cubicBezTo>
                    <a:pt x="117" y="45"/>
                    <a:pt x="125" y="51"/>
                    <a:pt x="134" y="49"/>
                  </a:cubicBezTo>
                  <a:cubicBezTo>
                    <a:pt x="136" y="48"/>
                    <a:pt x="138" y="47"/>
                    <a:pt x="140" y="46"/>
                  </a:cubicBezTo>
                  <a:cubicBezTo>
                    <a:pt x="156" y="35"/>
                    <a:pt x="156" y="35"/>
                    <a:pt x="156" y="35"/>
                  </a:cubicBezTo>
                  <a:cubicBezTo>
                    <a:pt x="169" y="49"/>
                    <a:pt x="169" y="49"/>
                    <a:pt x="169" y="49"/>
                  </a:cubicBezTo>
                  <a:cubicBezTo>
                    <a:pt x="159" y="65"/>
                    <a:pt x="159" y="65"/>
                    <a:pt x="159" y="65"/>
                  </a:cubicBezTo>
                  <a:cubicBezTo>
                    <a:pt x="153" y="72"/>
                    <a:pt x="155" y="82"/>
                    <a:pt x="163" y="87"/>
                  </a:cubicBezTo>
                  <a:cubicBezTo>
                    <a:pt x="164" y="89"/>
                    <a:pt x="167" y="89"/>
                    <a:pt x="169" y="90"/>
                  </a:cubicBezTo>
                  <a:cubicBezTo>
                    <a:pt x="188" y="94"/>
                    <a:pt x="188" y="94"/>
                    <a:pt x="188" y="94"/>
                  </a:cubicBezTo>
                  <a:lnTo>
                    <a:pt x="188" y="111"/>
                  </a:lnTo>
                  <a:close/>
                  <a:moveTo>
                    <a:pt x="188" y="111"/>
                  </a:moveTo>
                  <a:cubicBezTo>
                    <a:pt x="188" y="111"/>
                    <a:pt x="188" y="111"/>
                    <a:pt x="188" y="1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45" name="Freeform 20">
              <a:extLst>
                <a:ext uri="{FF2B5EF4-FFF2-40B4-BE49-F238E27FC236}">
                  <a16:creationId xmlns:a16="http://schemas.microsoft.com/office/drawing/2014/main" id="{442B09A2-1D72-4B5F-A05B-06CBC5D39131}"/>
                </a:ext>
              </a:extLst>
            </p:cNvPr>
            <p:cNvSpPr>
              <a:spLocks noEditPoints="1"/>
            </p:cNvSpPr>
            <p:nvPr/>
          </p:nvSpPr>
          <p:spPr bwMode="auto">
            <a:xfrm>
              <a:off x="3946" y="4798"/>
              <a:ext cx="190" cy="184"/>
            </a:xfrm>
            <a:custGeom>
              <a:avLst/>
              <a:gdLst>
                <a:gd name="T0" fmla="*/ 42 w 85"/>
                <a:gd name="T1" fmla="*/ 0 h 85"/>
                <a:gd name="T2" fmla="*/ 0 w 85"/>
                <a:gd name="T3" fmla="*/ 43 h 85"/>
                <a:gd name="T4" fmla="*/ 42 w 85"/>
                <a:gd name="T5" fmla="*/ 85 h 85"/>
                <a:gd name="T6" fmla="*/ 85 w 85"/>
                <a:gd name="T7" fmla="*/ 43 h 85"/>
                <a:gd name="T8" fmla="*/ 42 w 85"/>
                <a:gd name="T9" fmla="*/ 0 h 85"/>
                <a:gd name="T10" fmla="*/ 42 w 85"/>
                <a:gd name="T11" fmla="*/ 68 h 85"/>
                <a:gd name="T12" fmla="*/ 17 w 85"/>
                <a:gd name="T13" fmla="*/ 43 h 85"/>
                <a:gd name="T14" fmla="*/ 42 w 85"/>
                <a:gd name="T15" fmla="*/ 17 h 85"/>
                <a:gd name="T16" fmla="*/ 68 w 85"/>
                <a:gd name="T17" fmla="*/ 43 h 85"/>
                <a:gd name="T18" fmla="*/ 42 w 85"/>
                <a:gd name="T19" fmla="*/ 68 h 85"/>
                <a:gd name="T20" fmla="*/ 42 w 85"/>
                <a:gd name="T21" fmla="*/ 68 h 85"/>
                <a:gd name="T22" fmla="*/ 42 w 85"/>
                <a:gd name="T23" fmla="*/ 6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85">
                  <a:moveTo>
                    <a:pt x="42" y="0"/>
                  </a:moveTo>
                  <a:cubicBezTo>
                    <a:pt x="19" y="0"/>
                    <a:pt x="0" y="19"/>
                    <a:pt x="0" y="43"/>
                  </a:cubicBezTo>
                  <a:cubicBezTo>
                    <a:pt x="0" y="66"/>
                    <a:pt x="19" y="85"/>
                    <a:pt x="42" y="85"/>
                  </a:cubicBezTo>
                  <a:cubicBezTo>
                    <a:pt x="66" y="85"/>
                    <a:pt x="85" y="66"/>
                    <a:pt x="85" y="43"/>
                  </a:cubicBezTo>
                  <a:cubicBezTo>
                    <a:pt x="85" y="19"/>
                    <a:pt x="66" y="0"/>
                    <a:pt x="42" y="0"/>
                  </a:cubicBezTo>
                  <a:close/>
                  <a:moveTo>
                    <a:pt x="42" y="68"/>
                  </a:moveTo>
                  <a:cubicBezTo>
                    <a:pt x="28" y="68"/>
                    <a:pt x="17" y="57"/>
                    <a:pt x="17" y="43"/>
                  </a:cubicBezTo>
                  <a:cubicBezTo>
                    <a:pt x="17" y="28"/>
                    <a:pt x="28" y="17"/>
                    <a:pt x="42" y="17"/>
                  </a:cubicBezTo>
                  <a:cubicBezTo>
                    <a:pt x="56" y="17"/>
                    <a:pt x="68" y="28"/>
                    <a:pt x="68" y="43"/>
                  </a:cubicBezTo>
                  <a:cubicBezTo>
                    <a:pt x="68" y="57"/>
                    <a:pt x="56" y="68"/>
                    <a:pt x="42" y="68"/>
                  </a:cubicBezTo>
                  <a:close/>
                  <a:moveTo>
                    <a:pt x="42" y="68"/>
                  </a:moveTo>
                  <a:cubicBezTo>
                    <a:pt x="42" y="68"/>
                    <a:pt x="42" y="68"/>
                    <a:pt x="42" y="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46" name="Freeform 21">
              <a:extLst>
                <a:ext uri="{FF2B5EF4-FFF2-40B4-BE49-F238E27FC236}">
                  <a16:creationId xmlns:a16="http://schemas.microsoft.com/office/drawing/2014/main" id="{574B09E6-17F0-4F29-9432-A5B433E5D450}"/>
                </a:ext>
              </a:extLst>
            </p:cNvPr>
            <p:cNvSpPr>
              <a:spLocks noEditPoints="1"/>
            </p:cNvSpPr>
            <p:nvPr/>
          </p:nvSpPr>
          <p:spPr bwMode="auto">
            <a:xfrm>
              <a:off x="4383" y="4502"/>
              <a:ext cx="478" cy="407"/>
            </a:xfrm>
            <a:custGeom>
              <a:avLst/>
              <a:gdLst>
                <a:gd name="T0" fmla="*/ 187 w 214"/>
                <a:gd name="T1" fmla="*/ 0 h 188"/>
                <a:gd name="T2" fmla="*/ 162 w 214"/>
                <a:gd name="T3" fmla="*/ 26 h 188"/>
                <a:gd name="T4" fmla="*/ 172 w 214"/>
                <a:gd name="T5" fmla="*/ 46 h 188"/>
                <a:gd name="T6" fmla="*/ 153 w 214"/>
                <a:gd name="T7" fmla="*/ 103 h 188"/>
                <a:gd name="T8" fmla="*/ 137 w 214"/>
                <a:gd name="T9" fmla="*/ 109 h 188"/>
                <a:gd name="T10" fmla="*/ 102 w 214"/>
                <a:gd name="T11" fmla="*/ 90 h 188"/>
                <a:gd name="T12" fmla="*/ 82 w 214"/>
                <a:gd name="T13" fmla="*/ 61 h 188"/>
                <a:gd name="T14" fmla="*/ 77 w 214"/>
                <a:gd name="T15" fmla="*/ 60 h 188"/>
                <a:gd name="T16" fmla="*/ 51 w 214"/>
                <a:gd name="T17" fmla="*/ 86 h 188"/>
                <a:gd name="T18" fmla="*/ 56 w 214"/>
                <a:gd name="T19" fmla="*/ 101 h 188"/>
                <a:gd name="T20" fmla="*/ 32 w 214"/>
                <a:gd name="T21" fmla="*/ 138 h 188"/>
                <a:gd name="T22" fmla="*/ 25 w 214"/>
                <a:gd name="T23" fmla="*/ 137 h 188"/>
                <a:gd name="T24" fmla="*/ 0 w 214"/>
                <a:gd name="T25" fmla="*/ 162 h 188"/>
                <a:gd name="T26" fmla="*/ 25 w 214"/>
                <a:gd name="T27" fmla="*/ 188 h 188"/>
                <a:gd name="T28" fmla="*/ 51 w 214"/>
                <a:gd name="T29" fmla="*/ 162 h 188"/>
                <a:gd name="T30" fmla="*/ 46 w 214"/>
                <a:gd name="T31" fmla="*/ 147 h 188"/>
                <a:gd name="T32" fmla="*/ 70 w 214"/>
                <a:gd name="T33" fmla="*/ 110 h 188"/>
                <a:gd name="T34" fmla="*/ 77 w 214"/>
                <a:gd name="T35" fmla="*/ 111 h 188"/>
                <a:gd name="T36" fmla="*/ 93 w 214"/>
                <a:gd name="T37" fmla="*/ 105 h 188"/>
                <a:gd name="T38" fmla="*/ 128 w 214"/>
                <a:gd name="T39" fmla="*/ 124 h 188"/>
                <a:gd name="T40" fmla="*/ 149 w 214"/>
                <a:gd name="T41" fmla="*/ 154 h 188"/>
                <a:gd name="T42" fmla="*/ 179 w 214"/>
                <a:gd name="T43" fmla="*/ 133 h 188"/>
                <a:gd name="T44" fmla="*/ 169 w 214"/>
                <a:gd name="T45" fmla="*/ 108 h 188"/>
                <a:gd name="T46" fmla="*/ 188 w 214"/>
                <a:gd name="T47" fmla="*/ 51 h 188"/>
                <a:gd name="T48" fmla="*/ 213 w 214"/>
                <a:gd name="T49" fmla="*/ 25 h 188"/>
                <a:gd name="T50" fmla="*/ 187 w 214"/>
                <a:gd name="T51" fmla="*/ 0 h 188"/>
                <a:gd name="T52" fmla="*/ 25 w 214"/>
                <a:gd name="T53" fmla="*/ 171 h 188"/>
                <a:gd name="T54" fmla="*/ 17 w 214"/>
                <a:gd name="T55" fmla="*/ 162 h 188"/>
                <a:gd name="T56" fmla="*/ 25 w 214"/>
                <a:gd name="T57" fmla="*/ 154 h 188"/>
                <a:gd name="T58" fmla="*/ 34 w 214"/>
                <a:gd name="T59" fmla="*/ 162 h 188"/>
                <a:gd name="T60" fmla="*/ 25 w 214"/>
                <a:gd name="T61" fmla="*/ 171 h 188"/>
                <a:gd name="T62" fmla="*/ 77 w 214"/>
                <a:gd name="T63" fmla="*/ 94 h 188"/>
                <a:gd name="T64" fmla="*/ 68 w 214"/>
                <a:gd name="T65" fmla="*/ 86 h 188"/>
                <a:gd name="T66" fmla="*/ 77 w 214"/>
                <a:gd name="T67" fmla="*/ 77 h 188"/>
                <a:gd name="T68" fmla="*/ 85 w 214"/>
                <a:gd name="T69" fmla="*/ 86 h 188"/>
                <a:gd name="T70" fmla="*/ 77 w 214"/>
                <a:gd name="T71" fmla="*/ 94 h 188"/>
                <a:gd name="T72" fmla="*/ 153 w 214"/>
                <a:gd name="T73" fmla="*/ 137 h 188"/>
                <a:gd name="T74" fmla="*/ 145 w 214"/>
                <a:gd name="T75" fmla="*/ 128 h 188"/>
                <a:gd name="T76" fmla="*/ 153 w 214"/>
                <a:gd name="T77" fmla="*/ 120 h 188"/>
                <a:gd name="T78" fmla="*/ 162 w 214"/>
                <a:gd name="T79" fmla="*/ 128 h 188"/>
                <a:gd name="T80" fmla="*/ 153 w 214"/>
                <a:gd name="T81" fmla="*/ 137 h 188"/>
                <a:gd name="T82" fmla="*/ 188 w 214"/>
                <a:gd name="T83" fmla="*/ 34 h 188"/>
                <a:gd name="T84" fmla="*/ 179 w 214"/>
                <a:gd name="T85" fmla="*/ 26 h 188"/>
                <a:gd name="T86" fmla="*/ 188 w 214"/>
                <a:gd name="T87" fmla="*/ 17 h 188"/>
                <a:gd name="T88" fmla="*/ 196 w 214"/>
                <a:gd name="T89" fmla="*/ 26 h 188"/>
                <a:gd name="T90" fmla="*/ 188 w 214"/>
                <a:gd name="T91" fmla="*/ 34 h 188"/>
                <a:gd name="T92" fmla="*/ 188 w 214"/>
                <a:gd name="T93" fmla="*/ 34 h 188"/>
                <a:gd name="T94" fmla="*/ 188 w 214"/>
                <a:gd name="T95" fmla="*/ 3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188">
                  <a:moveTo>
                    <a:pt x="187" y="0"/>
                  </a:moveTo>
                  <a:cubicBezTo>
                    <a:pt x="173" y="0"/>
                    <a:pt x="162" y="12"/>
                    <a:pt x="162" y="26"/>
                  </a:cubicBezTo>
                  <a:cubicBezTo>
                    <a:pt x="162" y="34"/>
                    <a:pt x="166" y="41"/>
                    <a:pt x="172" y="46"/>
                  </a:cubicBezTo>
                  <a:cubicBezTo>
                    <a:pt x="153" y="103"/>
                    <a:pt x="153" y="103"/>
                    <a:pt x="153" y="103"/>
                  </a:cubicBezTo>
                  <a:cubicBezTo>
                    <a:pt x="147" y="103"/>
                    <a:pt x="141" y="105"/>
                    <a:pt x="137" y="109"/>
                  </a:cubicBezTo>
                  <a:cubicBezTo>
                    <a:pt x="102" y="90"/>
                    <a:pt x="102" y="90"/>
                    <a:pt x="102" y="90"/>
                  </a:cubicBezTo>
                  <a:cubicBezTo>
                    <a:pt x="104" y="76"/>
                    <a:pt x="95" y="63"/>
                    <a:pt x="82" y="61"/>
                  </a:cubicBezTo>
                  <a:cubicBezTo>
                    <a:pt x="80" y="60"/>
                    <a:pt x="78" y="60"/>
                    <a:pt x="77" y="60"/>
                  </a:cubicBezTo>
                  <a:cubicBezTo>
                    <a:pt x="62" y="60"/>
                    <a:pt x="51" y="72"/>
                    <a:pt x="51" y="86"/>
                  </a:cubicBezTo>
                  <a:cubicBezTo>
                    <a:pt x="51" y="91"/>
                    <a:pt x="53" y="97"/>
                    <a:pt x="56" y="101"/>
                  </a:cubicBezTo>
                  <a:cubicBezTo>
                    <a:pt x="32" y="138"/>
                    <a:pt x="32" y="138"/>
                    <a:pt x="32" y="138"/>
                  </a:cubicBezTo>
                  <a:cubicBezTo>
                    <a:pt x="30" y="137"/>
                    <a:pt x="28" y="137"/>
                    <a:pt x="25" y="137"/>
                  </a:cubicBezTo>
                  <a:cubicBezTo>
                    <a:pt x="11" y="137"/>
                    <a:pt x="0" y="148"/>
                    <a:pt x="0" y="162"/>
                  </a:cubicBezTo>
                  <a:cubicBezTo>
                    <a:pt x="0" y="177"/>
                    <a:pt x="11" y="188"/>
                    <a:pt x="25" y="188"/>
                  </a:cubicBezTo>
                  <a:cubicBezTo>
                    <a:pt x="40" y="188"/>
                    <a:pt x="51" y="177"/>
                    <a:pt x="51" y="162"/>
                  </a:cubicBezTo>
                  <a:cubicBezTo>
                    <a:pt x="51" y="157"/>
                    <a:pt x="49" y="152"/>
                    <a:pt x="46" y="147"/>
                  </a:cubicBezTo>
                  <a:cubicBezTo>
                    <a:pt x="70" y="110"/>
                    <a:pt x="70" y="110"/>
                    <a:pt x="70" y="110"/>
                  </a:cubicBezTo>
                  <a:cubicBezTo>
                    <a:pt x="72" y="111"/>
                    <a:pt x="74" y="111"/>
                    <a:pt x="77" y="111"/>
                  </a:cubicBezTo>
                  <a:cubicBezTo>
                    <a:pt x="83" y="111"/>
                    <a:pt x="89" y="109"/>
                    <a:pt x="93" y="105"/>
                  </a:cubicBezTo>
                  <a:cubicBezTo>
                    <a:pt x="128" y="124"/>
                    <a:pt x="128" y="124"/>
                    <a:pt x="128" y="124"/>
                  </a:cubicBezTo>
                  <a:cubicBezTo>
                    <a:pt x="126" y="138"/>
                    <a:pt x="135" y="151"/>
                    <a:pt x="149" y="154"/>
                  </a:cubicBezTo>
                  <a:cubicBezTo>
                    <a:pt x="163" y="156"/>
                    <a:pt x="176" y="147"/>
                    <a:pt x="179" y="133"/>
                  </a:cubicBezTo>
                  <a:cubicBezTo>
                    <a:pt x="180" y="124"/>
                    <a:pt x="177" y="114"/>
                    <a:pt x="169" y="108"/>
                  </a:cubicBezTo>
                  <a:cubicBezTo>
                    <a:pt x="188" y="51"/>
                    <a:pt x="188" y="51"/>
                    <a:pt x="188" y="51"/>
                  </a:cubicBezTo>
                  <a:cubicBezTo>
                    <a:pt x="202" y="51"/>
                    <a:pt x="214" y="40"/>
                    <a:pt x="213" y="25"/>
                  </a:cubicBezTo>
                  <a:cubicBezTo>
                    <a:pt x="213" y="11"/>
                    <a:pt x="202" y="0"/>
                    <a:pt x="187" y="0"/>
                  </a:cubicBezTo>
                  <a:close/>
                  <a:moveTo>
                    <a:pt x="25" y="171"/>
                  </a:moveTo>
                  <a:cubicBezTo>
                    <a:pt x="21" y="171"/>
                    <a:pt x="17" y="167"/>
                    <a:pt x="17" y="162"/>
                  </a:cubicBezTo>
                  <a:cubicBezTo>
                    <a:pt x="17" y="158"/>
                    <a:pt x="21" y="154"/>
                    <a:pt x="25" y="154"/>
                  </a:cubicBezTo>
                  <a:cubicBezTo>
                    <a:pt x="30" y="154"/>
                    <a:pt x="34" y="158"/>
                    <a:pt x="34" y="162"/>
                  </a:cubicBezTo>
                  <a:cubicBezTo>
                    <a:pt x="34" y="167"/>
                    <a:pt x="30" y="171"/>
                    <a:pt x="25" y="171"/>
                  </a:cubicBezTo>
                  <a:close/>
                  <a:moveTo>
                    <a:pt x="77" y="94"/>
                  </a:moveTo>
                  <a:cubicBezTo>
                    <a:pt x="72" y="94"/>
                    <a:pt x="68" y="90"/>
                    <a:pt x="68" y="86"/>
                  </a:cubicBezTo>
                  <a:cubicBezTo>
                    <a:pt x="68" y="81"/>
                    <a:pt x="72" y="77"/>
                    <a:pt x="77" y="77"/>
                  </a:cubicBezTo>
                  <a:cubicBezTo>
                    <a:pt x="81" y="77"/>
                    <a:pt x="85" y="81"/>
                    <a:pt x="85" y="86"/>
                  </a:cubicBezTo>
                  <a:cubicBezTo>
                    <a:pt x="85" y="90"/>
                    <a:pt x="81" y="94"/>
                    <a:pt x="77" y="94"/>
                  </a:cubicBezTo>
                  <a:close/>
                  <a:moveTo>
                    <a:pt x="153" y="137"/>
                  </a:moveTo>
                  <a:cubicBezTo>
                    <a:pt x="149" y="137"/>
                    <a:pt x="145" y="133"/>
                    <a:pt x="145" y="128"/>
                  </a:cubicBezTo>
                  <a:cubicBezTo>
                    <a:pt x="145" y="124"/>
                    <a:pt x="149" y="120"/>
                    <a:pt x="153" y="120"/>
                  </a:cubicBezTo>
                  <a:cubicBezTo>
                    <a:pt x="158" y="120"/>
                    <a:pt x="162" y="124"/>
                    <a:pt x="162" y="128"/>
                  </a:cubicBezTo>
                  <a:cubicBezTo>
                    <a:pt x="162" y="133"/>
                    <a:pt x="158" y="137"/>
                    <a:pt x="153" y="137"/>
                  </a:cubicBezTo>
                  <a:close/>
                  <a:moveTo>
                    <a:pt x="188" y="34"/>
                  </a:moveTo>
                  <a:cubicBezTo>
                    <a:pt x="183" y="34"/>
                    <a:pt x="179" y="31"/>
                    <a:pt x="179" y="26"/>
                  </a:cubicBezTo>
                  <a:cubicBezTo>
                    <a:pt x="179" y="21"/>
                    <a:pt x="183" y="17"/>
                    <a:pt x="188" y="17"/>
                  </a:cubicBezTo>
                  <a:cubicBezTo>
                    <a:pt x="192" y="17"/>
                    <a:pt x="196" y="21"/>
                    <a:pt x="196" y="26"/>
                  </a:cubicBezTo>
                  <a:cubicBezTo>
                    <a:pt x="196" y="31"/>
                    <a:pt x="192" y="34"/>
                    <a:pt x="188" y="34"/>
                  </a:cubicBezTo>
                  <a:close/>
                  <a:moveTo>
                    <a:pt x="188" y="34"/>
                  </a:moveTo>
                  <a:cubicBezTo>
                    <a:pt x="188" y="34"/>
                    <a:pt x="188" y="34"/>
                    <a:pt x="188"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48" name="Freeform 22">
              <a:extLst>
                <a:ext uri="{FF2B5EF4-FFF2-40B4-BE49-F238E27FC236}">
                  <a16:creationId xmlns:a16="http://schemas.microsoft.com/office/drawing/2014/main" id="{69894D07-6656-4D45-9ACE-DF249B30779E}"/>
                </a:ext>
              </a:extLst>
            </p:cNvPr>
            <p:cNvSpPr>
              <a:spLocks noEditPoints="1"/>
            </p:cNvSpPr>
            <p:nvPr/>
          </p:nvSpPr>
          <p:spPr bwMode="auto">
            <a:xfrm>
              <a:off x="4401" y="4798"/>
              <a:ext cx="458" cy="444"/>
            </a:xfrm>
            <a:custGeom>
              <a:avLst/>
              <a:gdLst>
                <a:gd name="T0" fmla="*/ 420 w 458"/>
                <a:gd name="T1" fmla="*/ 0 h 444"/>
                <a:gd name="T2" fmla="*/ 420 w 458"/>
                <a:gd name="T3" fmla="*/ 407 h 444"/>
                <a:gd name="T4" fmla="*/ 382 w 458"/>
                <a:gd name="T5" fmla="*/ 407 h 444"/>
                <a:gd name="T6" fmla="*/ 382 w 458"/>
                <a:gd name="T7" fmla="*/ 295 h 444"/>
                <a:gd name="T8" fmla="*/ 344 w 458"/>
                <a:gd name="T9" fmla="*/ 295 h 444"/>
                <a:gd name="T10" fmla="*/ 344 w 458"/>
                <a:gd name="T11" fmla="*/ 407 h 444"/>
                <a:gd name="T12" fmla="*/ 306 w 458"/>
                <a:gd name="T13" fmla="*/ 407 h 444"/>
                <a:gd name="T14" fmla="*/ 306 w 458"/>
                <a:gd name="T15" fmla="*/ 277 h 444"/>
                <a:gd name="T16" fmla="*/ 268 w 458"/>
                <a:gd name="T17" fmla="*/ 277 h 444"/>
                <a:gd name="T18" fmla="*/ 268 w 458"/>
                <a:gd name="T19" fmla="*/ 407 h 444"/>
                <a:gd name="T20" fmla="*/ 230 w 458"/>
                <a:gd name="T21" fmla="*/ 407 h 444"/>
                <a:gd name="T22" fmla="*/ 230 w 458"/>
                <a:gd name="T23" fmla="*/ 221 h 444"/>
                <a:gd name="T24" fmla="*/ 192 w 458"/>
                <a:gd name="T25" fmla="*/ 221 h 444"/>
                <a:gd name="T26" fmla="*/ 192 w 458"/>
                <a:gd name="T27" fmla="*/ 407 h 444"/>
                <a:gd name="T28" fmla="*/ 154 w 458"/>
                <a:gd name="T29" fmla="*/ 407 h 444"/>
                <a:gd name="T30" fmla="*/ 154 w 458"/>
                <a:gd name="T31" fmla="*/ 111 h 444"/>
                <a:gd name="T32" fmla="*/ 116 w 458"/>
                <a:gd name="T33" fmla="*/ 111 h 444"/>
                <a:gd name="T34" fmla="*/ 116 w 458"/>
                <a:gd name="T35" fmla="*/ 407 h 444"/>
                <a:gd name="T36" fmla="*/ 76 w 458"/>
                <a:gd name="T37" fmla="*/ 407 h 444"/>
                <a:gd name="T38" fmla="*/ 76 w 458"/>
                <a:gd name="T39" fmla="*/ 331 h 444"/>
                <a:gd name="T40" fmla="*/ 38 w 458"/>
                <a:gd name="T41" fmla="*/ 331 h 444"/>
                <a:gd name="T42" fmla="*/ 38 w 458"/>
                <a:gd name="T43" fmla="*/ 407 h 444"/>
                <a:gd name="T44" fmla="*/ 0 w 458"/>
                <a:gd name="T45" fmla="*/ 407 h 444"/>
                <a:gd name="T46" fmla="*/ 0 w 458"/>
                <a:gd name="T47" fmla="*/ 444 h 444"/>
                <a:gd name="T48" fmla="*/ 458 w 458"/>
                <a:gd name="T49" fmla="*/ 444 h 444"/>
                <a:gd name="T50" fmla="*/ 458 w 458"/>
                <a:gd name="T51" fmla="*/ 0 h 444"/>
                <a:gd name="T52" fmla="*/ 420 w 458"/>
                <a:gd name="T53" fmla="*/ 0 h 444"/>
                <a:gd name="T54" fmla="*/ 420 w 458"/>
                <a:gd name="T55" fmla="*/ 0 h 444"/>
                <a:gd name="T56" fmla="*/ 420 w 458"/>
                <a:gd name="T5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8" h="444">
                  <a:moveTo>
                    <a:pt x="420" y="0"/>
                  </a:moveTo>
                  <a:lnTo>
                    <a:pt x="420" y="407"/>
                  </a:lnTo>
                  <a:lnTo>
                    <a:pt x="382" y="407"/>
                  </a:lnTo>
                  <a:lnTo>
                    <a:pt x="382" y="295"/>
                  </a:lnTo>
                  <a:lnTo>
                    <a:pt x="344" y="295"/>
                  </a:lnTo>
                  <a:lnTo>
                    <a:pt x="344" y="407"/>
                  </a:lnTo>
                  <a:lnTo>
                    <a:pt x="306" y="407"/>
                  </a:lnTo>
                  <a:lnTo>
                    <a:pt x="306" y="277"/>
                  </a:lnTo>
                  <a:lnTo>
                    <a:pt x="268" y="277"/>
                  </a:lnTo>
                  <a:lnTo>
                    <a:pt x="268" y="407"/>
                  </a:lnTo>
                  <a:lnTo>
                    <a:pt x="230" y="407"/>
                  </a:lnTo>
                  <a:lnTo>
                    <a:pt x="230" y="221"/>
                  </a:lnTo>
                  <a:lnTo>
                    <a:pt x="192" y="221"/>
                  </a:lnTo>
                  <a:lnTo>
                    <a:pt x="192" y="407"/>
                  </a:lnTo>
                  <a:lnTo>
                    <a:pt x="154" y="407"/>
                  </a:lnTo>
                  <a:lnTo>
                    <a:pt x="154" y="111"/>
                  </a:lnTo>
                  <a:lnTo>
                    <a:pt x="116" y="111"/>
                  </a:lnTo>
                  <a:lnTo>
                    <a:pt x="116" y="407"/>
                  </a:lnTo>
                  <a:lnTo>
                    <a:pt x="76" y="407"/>
                  </a:lnTo>
                  <a:lnTo>
                    <a:pt x="76" y="331"/>
                  </a:lnTo>
                  <a:lnTo>
                    <a:pt x="38" y="331"/>
                  </a:lnTo>
                  <a:lnTo>
                    <a:pt x="38" y="407"/>
                  </a:lnTo>
                  <a:lnTo>
                    <a:pt x="0" y="407"/>
                  </a:lnTo>
                  <a:lnTo>
                    <a:pt x="0" y="444"/>
                  </a:lnTo>
                  <a:lnTo>
                    <a:pt x="458" y="444"/>
                  </a:lnTo>
                  <a:lnTo>
                    <a:pt x="458" y="0"/>
                  </a:lnTo>
                  <a:lnTo>
                    <a:pt x="420" y="0"/>
                  </a:lnTo>
                  <a:close/>
                  <a:moveTo>
                    <a:pt x="420" y="0"/>
                  </a:moveTo>
                  <a:lnTo>
                    <a:pt x="4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53" name="Freeform 23">
              <a:extLst>
                <a:ext uri="{FF2B5EF4-FFF2-40B4-BE49-F238E27FC236}">
                  <a16:creationId xmlns:a16="http://schemas.microsoft.com/office/drawing/2014/main" id="{61B6CBC3-FD79-4662-A0EF-E3742BD83F50}"/>
                </a:ext>
              </a:extLst>
            </p:cNvPr>
            <p:cNvSpPr>
              <a:spLocks noEditPoints="1"/>
            </p:cNvSpPr>
            <p:nvPr/>
          </p:nvSpPr>
          <p:spPr bwMode="auto">
            <a:xfrm>
              <a:off x="4401" y="4798"/>
              <a:ext cx="458" cy="444"/>
            </a:xfrm>
            <a:custGeom>
              <a:avLst/>
              <a:gdLst>
                <a:gd name="T0" fmla="*/ 420 w 458"/>
                <a:gd name="T1" fmla="*/ 0 h 444"/>
                <a:gd name="T2" fmla="*/ 420 w 458"/>
                <a:gd name="T3" fmla="*/ 407 h 444"/>
                <a:gd name="T4" fmla="*/ 382 w 458"/>
                <a:gd name="T5" fmla="*/ 407 h 444"/>
                <a:gd name="T6" fmla="*/ 382 w 458"/>
                <a:gd name="T7" fmla="*/ 295 h 444"/>
                <a:gd name="T8" fmla="*/ 344 w 458"/>
                <a:gd name="T9" fmla="*/ 295 h 444"/>
                <a:gd name="T10" fmla="*/ 344 w 458"/>
                <a:gd name="T11" fmla="*/ 407 h 444"/>
                <a:gd name="T12" fmla="*/ 306 w 458"/>
                <a:gd name="T13" fmla="*/ 407 h 444"/>
                <a:gd name="T14" fmla="*/ 306 w 458"/>
                <a:gd name="T15" fmla="*/ 277 h 444"/>
                <a:gd name="T16" fmla="*/ 268 w 458"/>
                <a:gd name="T17" fmla="*/ 277 h 444"/>
                <a:gd name="T18" fmla="*/ 268 w 458"/>
                <a:gd name="T19" fmla="*/ 407 h 444"/>
                <a:gd name="T20" fmla="*/ 230 w 458"/>
                <a:gd name="T21" fmla="*/ 407 h 444"/>
                <a:gd name="T22" fmla="*/ 230 w 458"/>
                <a:gd name="T23" fmla="*/ 221 h 444"/>
                <a:gd name="T24" fmla="*/ 192 w 458"/>
                <a:gd name="T25" fmla="*/ 221 h 444"/>
                <a:gd name="T26" fmla="*/ 192 w 458"/>
                <a:gd name="T27" fmla="*/ 407 h 444"/>
                <a:gd name="T28" fmla="*/ 154 w 458"/>
                <a:gd name="T29" fmla="*/ 407 h 444"/>
                <a:gd name="T30" fmla="*/ 154 w 458"/>
                <a:gd name="T31" fmla="*/ 111 h 444"/>
                <a:gd name="T32" fmla="*/ 116 w 458"/>
                <a:gd name="T33" fmla="*/ 111 h 444"/>
                <a:gd name="T34" fmla="*/ 116 w 458"/>
                <a:gd name="T35" fmla="*/ 407 h 444"/>
                <a:gd name="T36" fmla="*/ 76 w 458"/>
                <a:gd name="T37" fmla="*/ 407 h 444"/>
                <a:gd name="T38" fmla="*/ 76 w 458"/>
                <a:gd name="T39" fmla="*/ 331 h 444"/>
                <a:gd name="T40" fmla="*/ 38 w 458"/>
                <a:gd name="T41" fmla="*/ 331 h 444"/>
                <a:gd name="T42" fmla="*/ 38 w 458"/>
                <a:gd name="T43" fmla="*/ 407 h 444"/>
                <a:gd name="T44" fmla="*/ 0 w 458"/>
                <a:gd name="T45" fmla="*/ 407 h 444"/>
                <a:gd name="T46" fmla="*/ 0 w 458"/>
                <a:gd name="T47" fmla="*/ 444 h 444"/>
                <a:gd name="T48" fmla="*/ 458 w 458"/>
                <a:gd name="T49" fmla="*/ 444 h 444"/>
                <a:gd name="T50" fmla="*/ 458 w 458"/>
                <a:gd name="T51" fmla="*/ 0 h 444"/>
                <a:gd name="T52" fmla="*/ 420 w 458"/>
                <a:gd name="T53" fmla="*/ 0 h 444"/>
                <a:gd name="T54" fmla="*/ 420 w 458"/>
                <a:gd name="T55" fmla="*/ 0 h 444"/>
                <a:gd name="T56" fmla="*/ 420 w 458"/>
                <a:gd name="T5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8" h="444">
                  <a:moveTo>
                    <a:pt x="420" y="0"/>
                  </a:moveTo>
                  <a:lnTo>
                    <a:pt x="420" y="407"/>
                  </a:lnTo>
                  <a:lnTo>
                    <a:pt x="382" y="407"/>
                  </a:lnTo>
                  <a:lnTo>
                    <a:pt x="382" y="295"/>
                  </a:lnTo>
                  <a:lnTo>
                    <a:pt x="344" y="295"/>
                  </a:lnTo>
                  <a:lnTo>
                    <a:pt x="344" y="407"/>
                  </a:lnTo>
                  <a:lnTo>
                    <a:pt x="306" y="407"/>
                  </a:lnTo>
                  <a:lnTo>
                    <a:pt x="306" y="277"/>
                  </a:lnTo>
                  <a:lnTo>
                    <a:pt x="268" y="277"/>
                  </a:lnTo>
                  <a:lnTo>
                    <a:pt x="268" y="407"/>
                  </a:lnTo>
                  <a:lnTo>
                    <a:pt x="230" y="407"/>
                  </a:lnTo>
                  <a:lnTo>
                    <a:pt x="230" y="221"/>
                  </a:lnTo>
                  <a:lnTo>
                    <a:pt x="192" y="221"/>
                  </a:lnTo>
                  <a:lnTo>
                    <a:pt x="192" y="407"/>
                  </a:lnTo>
                  <a:lnTo>
                    <a:pt x="154" y="407"/>
                  </a:lnTo>
                  <a:lnTo>
                    <a:pt x="154" y="111"/>
                  </a:lnTo>
                  <a:lnTo>
                    <a:pt x="116" y="111"/>
                  </a:lnTo>
                  <a:lnTo>
                    <a:pt x="116" y="407"/>
                  </a:lnTo>
                  <a:lnTo>
                    <a:pt x="76" y="407"/>
                  </a:lnTo>
                  <a:lnTo>
                    <a:pt x="76" y="331"/>
                  </a:lnTo>
                  <a:lnTo>
                    <a:pt x="38" y="331"/>
                  </a:lnTo>
                  <a:lnTo>
                    <a:pt x="38" y="407"/>
                  </a:lnTo>
                  <a:lnTo>
                    <a:pt x="0" y="407"/>
                  </a:lnTo>
                  <a:lnTo>
                    <a:pt x="0" y="444"/>
                  </a:lnTo>
                  <a:lnTo>
                    <a:pt x="458" y="444"/>
                  </a:lnTo>
                  <a:lnTo>
                    <a:pt x="458" y="0"/>
                  </a:lnTo>
                  <a:lnTo>
                    <a:pt x="420" y="0"/>
                  </a:lnTo>
                  <a:moveTo>
                    <a:pt x="420" y="0"/>
                  </a:moveTo>
                  <a:lnTo>
                    <a:pt x="4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54" name="Freeform 24">
              <a:extLst>
                <a:ext uri="{FF2B5EF4-FFF2-40B4-BE49-F238E27FC236}">
                  <a16:creationId xmlns:a16="http://schemas.microsoft.com/office/drawing/2014/main" id="{9BF7259B-36AE-42F2-BDB6-CA3915945DAE}"/>
                </a:ext>
              </a:extLst>
            </p:cNvPr>
            <p:cNvSpPr>
              <a:spLocks noEditPoints="1"/>
            </p:cNvSpPr>
            <p:nvPr/>
          </p:nvSpPr>
          <p:spPr bwMode="auto">
            <a:xfrm>
              <a:off x="4270" y="4411"/>
              <a:ext cx="207" cy="203"/>
            </a:xfrm>
            <a:custGeom>
              <a:avLst/>
              <a:gdLst>
                <a:gd name="T0" fmla="*/ 51 w 93"/>
                <a:gd name="T1" fmla="*/ 0 h 94"/>
                <a:gd name="T2" fmla="*/ 0 w 93"/>
                <a:gd name="T3" fmla="*/ 51 h 94"/>
                <a:gd name="T4" fmla="*/ 0 w 93"/>
                <a:gd name="T5" fmla="*/ 94 h 94"/>
                <a:gd name="T6" fmla="*/ 17 w 93"/>
                <a:gd name="T7" fmla="*/ 94 h 94"/>
                <a:gd name="T8" fmla="*/ 17 w 93"/>
                <a:gd name="T9" fmla="*/ 51 h 94"/>
                <a:gd name="T10" fmla="*/ 51 w 93"/>
                <a:gd name="T11" fmla="*/ 17 h 94"/>
                <a:gd name="T12" fmla="*/ 93 w 93"/>
                <a:gd name="T13" fmla="*/ 17 h 94"/>
                <a:gd name="T14" fmla="*/ 93 w 93"/>
                <a:gd name="T15" fmla="*/ 0 h 94"/>
                <a:gd name="T16" fmla="*/ 51 w 93"/>
                <a:gd name="T17" fmla="*/ 0 h 94"/>
                <a:gd name="T18" fmla="*/ 51 w 93"/>
                <a:gd name="T19" fmla="*/ 0 h 94"/>
                <a:gd name="T20" fmla="*/ 51 w 93"/>
                <a:gd name="T2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94">
                  <a:moveTo>
                    <a:pt x="51" y="0"/>
                  </a:moveTo>
                  <a:cubicBezTo>
                    <a:pt x="23" y="0"/>
                    <a:pt x="0" y="23"/>
                    <a:pt x="0" y="51"/>
                  </a:cubicBezTo>
                  <a:cubicBezTo>
                    <a:pt x="0" y="94"/>
                    <a:pt x="0" y="94"/>
                    <a:pt x="0" y="94"/>
                  </a:cubicBezTo>
                  <a:cubicBezTo>
                    <a:pt x="17" y="94"/>
                    <a:pt x="17" y="94"/>
                    <a:pt x="17" y="94"/>
                  </a:cubicBezTo>
                  <a:cubicBezTo>
                    <a:pt x="17" y="51"/>
                    <a:pt x="17" y="51"/>
                    <a:pt x="17" y="51"/>
                  </a:cubicBezTo>
                  <a:cubicBezTo>
                    <a:pt x="17" y="32"/>
                    <a:pt x="32" y="17"/>
                    <a:pt x="51" y="17"/>
                  </a:cubicBezTo>
                  <a:cubicBezTo>
                    <a:pt x="93" y="17"/>
                    <a:pt x="93" y="17"/>
                    <a:pt x="93" y="17"/>
                  </a:cubicBezTo>
                  <a:cubicBezTo>
                    <a:pt x="93" y="0"/>
                    <a:pt x="93" y="0"/>
                    <a:pt x="93" y="0"/>
                  </a:cubicBezTo>
                  <a:lnTo>
                    <a:pt x="51" y="0"/>
                  </a:lnTo>
                  <a:close/>
                  <a:moveTo>
                    <a:pt x="51" y="0"/>
                  </a:move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55" name="Rectangle 25">
              <a:extLst>
                <a:ext uri="{FF2B5EF4-FFF2-40B4-BE49-F238E27FC236}">
                  <a16:creationId xmlns:a16="http://schemas.microsoft.com/office/drawing/2014/main" id="{627B8248-1954-4EA8-A86D-21DAF30DFD00}"/>
                </a:ext>
              </a:extLst>
            </p:cNvPr>
            <p:cNvSpPr>
              <a:spLocks noChangeArrowheads="1"/>
            </p:cNvSpPr>
            <p:nvPr/>
          </p:nvSpPr>
          <p:spPr bwMode="auto">
            <a:xfrm>
              <a:off x="4517" y="5296"/>
              <a:ext cx="38"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56" name="Rectangle 26">
              <a:extLst>
                <a:ext uri="{FF2B5EF4-FFF2-40B4-BE49-F238E27FC236}">
                  <a16:creationId xmlns:a16="http://schemas.microsoft.com/office/drawing/2014/main" id="{322A6646-FE05-4528-BFE7-94F0DB6DAC12}"/>
                </a:ext>
              </a:extLst>
            </p:cNvPr>
            <p:cNvSpPr>
              <a:spLocks noChangeArrowheads="1"/>
            </p:cNvSpPr>
            <p:nvPr/>
          </p:nvSpPr>
          <p:spPr bwMode="auto">
            <a:xfrm>
              <a:off x="4593" y="5296"/>
              <a:ext cx="286"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sp>
          <p:nvSpPr>
            <p:cNvPr id="57" name="Rectangle 27">
              <a:extLst>
                <a:ext uri="{FF2B5EF4-FFF2-40B4-BE49-F238E27FC236}">
                  <a16:creationId xmlns:a16="http://schemas.microsoft.com/office/drawing/2014/main" id="{6A8315B0-9051-4D19-A909-7F9D6697D0EF}"/>
                </a:ext>
              </a:extLst>
            </p:cNvPr>
            <p:cNvSpPr>
              <a:spLocks noChangeArrowheads="1"/>
            </p:cNvSpPr>
            <p:nvPr/>
          </p:nvSpPr>
          <p:spPr bwMode="auto">
            <a:xfrm>
              <a:off x="4535" y="4411"/>
              <a:ext cx="344" cy="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74295" tIns="37148" rIns="74295" bIns="37148" numCol="1" anchor="t" anchorCtr="0" compatLnSpc="1">
              <a:prstTxWarp prst="textNoShape">
                <a:avLst/>
              </a:prstTxWarp>
            </a:bodyPr>
            <a:lstStyle/>
            <a:p>
              <a:endParaRPr lang="en-US" sz="1463"/>
            </a:p>
          </p:txBody>
        </p:sp>
      </p:grpSp>
      <p:sp>
        <p:nvSpPr>
          <p:cNvPr id="58" name="Oval 57">
            <a:extLst>
              <a:ext uri="{FF2B5EF4-FFF2-40B4-BE49-F238E27FC236}">
                <a16:creationId xmlns:a16="http://schemas.microsoft.com/office/drawing/2014/main" id="{FCBD7454-7927-4CED-8B22-0E89345F3F2D}"/>
              </a:ext>
            </a:extLst>
          </p:cNvPr>
          <p:cNvSpPr/>
          <p:nvPr/>
        </p:nvSpPr>
        <p:spPr bwMode="gray">
          <a:xfrm>
            <a:off x="3318255" y="2563132"/>
            <a:ext cx="184776" cy="184776"/>
          </a:xfrm>
          <a:prstGeom prst="ellipse">
            <a:avLst/>
          </a:prstGeom>
          <a:solidFill>
            <a:srgbClr val="00A3E0">
              <a:alpha val="34000"/>
            </a:srgbClr>
          </a:solidFill>
          <a:ln w="19050" algn="ctr">
            <a:solidFill>
              <a:srgbClr val="00A3E0"/>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grpSp>
        <p:nvGrpSpPr>
          <p:cNvPr id="62" name="Group 61">
            <a:extLst>
              <a:ext uri="{FF2B5EF4-FFF2-40B4-BE49-F238E27FC236}">
                <a16:creationId xmlns:a16="http://schemas.microsoft.com/office/drawing/2014/main" id="{25CEE592-BD4E-4107-807E-5C39A3317EFB}"/>
              </a:ext>
            </a:extLst>
          </p:cNvPr>
          <p:cNvGrpSpPr/>
          <p:nvPr/>
        </p:nvGrpSpPr>
        <p:grpSpPr>
          <a:xfrm>
            <a:off x="3418228" y="2087473"/>
            <a:ext cx="1086759" cy="564195"/>
            <a:chOff x="4207048" y="2110398"/>
            <a:chExt cx="1337549" cy="694394"/>
          </a:xfrm>
        </p:grpSpPr>
        <p:cxnSp>
          <p:nvCxnSpPr>
            <p:cNvPr id="3" name="Straight Connector 2">
              <a:extLst>
                <a:ext uri="{FF2B5EF4-FFF2-40B4-BE49-F238E27FC236}">
                  <a16:creationId xmlns:a16="http://schemas.microsoft.com/office/drawing/2014/main" id="{50635576-2736-4706-AEFF-548320266983}"/>
                </a:ext>
              </a:extLst>
            </p:cNvPr>
            <p:cNvCxnSpPr>
              <a:cxnSpLocks/>
            </p:cNvCxnSpPr>
            <p:nvPr/>
          </p:nvCxnSpPr>
          <p:spPr>
            <a:xfrm>
              <a:off x="4922598" y="2110398"/>
              <a:ext cx="621999" cy="0"/>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7D45BDA-C4FC-49AB-A250-FCD6A639F145}"/>
                </a:ext>
              </a:extLst>
            </p:cNvPr>
            <p:cNvCxnSpPr>
              <a:cxnSpLocks/>
            </p:cNvCxnSpPr>
            <p:nvPr/>
          </p:nvCxnSpPr>
          <p:spPr>
            <a:xfrm flipH="1">
              <a:off x="4207048" y="2129350"/>
              <a:ext cx="696600" cy="675442"/>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88" name="Oval 87">
            <a:extLst>
              <a:ext uri="{FF2B5EF4-FFF2-40B4-BE49-F238E27FC236}">
                <a16:creationId xmlns:a16="http://schemas.microsoft.com/office/drawing/2014/main" id="{FF0C98C5-4079-4685-8258-420B338C93D7}"/>
              </a:ext>
            </a:extLst>
          </p:cNvPr>
          <p:cNvSpPr/>
          <p:nvPr/>
        </p:nvSpPr>
        <p:spPr bwMode="gray">
          <a:xfrm>
            <a:off x="3575429" y="3085006"/>
            <a:ext cx="184776" cy="184776"/>
          </a:xfrm>
          <a:prstGeom prst="ellipse">
            <a:avLst/>
          </a:prstGeom>
          <a:solidFill>
            <a:srgbClr val="00A3E0">
              <a:alpha val="34000"/>
            </a:srgbClr>
          </a:solidFill>
          <a:ln w="19050" algn="ctr">
            <a:solidFill>
              <a:srgbClr val="00A3E0"/>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89" name="Oval 88">
            <a:extLst>
              <a:ext uri="{FF2B5EF4-FFF2-40B4-BE49-F238E27FC236}">
                <a16:creationId xmlns:a16="http://schemas.microsoft.com/office/drawing/2014/main" id="{CFF3E96F-FFC3-4145-A97A-A11D1F86F6D6}"/>
              </a:ext>
            </a:extLst>
          </p:cNvPr>
          <p:cNvSpPr/>
          <p:nvPr/>
        </p:nvSpPr>
        <p:spPr bwMode="gray">
          <a:xfrm>
            <a:off x="3628121" y="3602402"/>
            <a:ext cx="184776" cy="184776"/>
          </a:xfrm>
          <a:prstGeom prst="ellipse">
            <a:avLst/>
          </a:prstGeom>
          <a:solidFill>
            <a:srgbClr val="00A3E0">
              <a:alpha val="34000"/>
            </a:srgbClr>
          </a:solidFill>
          <a:ln w="19050" algn="ctr">
            <a:solidFill>
              <a:srgbClr val="00A3E0"/>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90" name="Oval 89">
            <a:extLst>
              <a:ext uri="{FF2B5EF4-FFF2-40B4-BE49-F238E27FC236}">
                <a16:creationId xmlns:a16="http://schemas.microsoft.com/office/drawing/2014/main" id="{69F160FB-5739-4BDF-9C32-AD8264318671}"/>
              </a:ext>
            </a:extLst>
          </p:cNvPr>
          <p:cNvSpPr/>
          <p:nvPr/>
        </p:nvSpPr>
        <p:spPr bwMode="gray">
          <a:xfrm>
            <a:off x="3554107" y="4046789"/>
            <a:ext cx="184776" cy="184776"/>
          </a:xfrm>
          <a:prstGeom prst="ellipse">
            <a:avLst/>
          </a:prstGeom>
          <a:solidFill>
            <a:srgbClr val="00A3E0">
              <a:alpha val="34000"/>
            </a:srgbClr>
          </a:solidFill>
          <a:ln w="19050" algn="ctr">
            <a:solidFill>
              <a:srgbClr val="00A3E0"/>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91" name="Oval 90">
            <a:extLst>
              <a:ext uri="{FF2B5EF4-FFF2-40B4-BE49-F238E27FC236}">
                <a16:creationId xmlns:a16="http://schemas.microsoft.com/office/drawing/2014/main" id="{CBD2B340-FC41-44E2-964B-C4F6EC7AFF73}"/>
              </a:ext>
            </a:extLst>
          </p:cNvPr>
          <p:cNvSpPr/>
          <p:nvPr/>
        </p:nvSpPr>
        <p:spPr bwMode="gray">
          <a:xfrm>
            <a:off x="3329143" y="4504094"/>
            <a:ext cx="184776" cy="184776"/>
          </a:xfrm>
          <a:prstGeom prst="ellipse">
            <a:avLst/>
          </a:prstGeom>
          <a:solidFill>
            <a:srgbClr val="00A3E0">
              <a:alpha val="34000"/>
            </a:srgbClr>
          </a:solidFill>
          <a:ln w="19050" algn="ctr">
            <a:solidFill>
              <a:srgbClr val="00A3E0"/>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cxnSp>
        <p:nvCxnSpPr>
          <p:cNvPr id="71" name="Straight Connector 70">
            <a:extLst>
              <a:ext uri="{FF2B5EF4-FFF2-40B4-BE49-F238E27FC236}">
                <a16:creationId xmlns:a16="http://schemas.microsoft.com/office/drawing/2014/main" id="{986955B4-D4A9-417A-8BEC-27F9F1DD2A74}"/>
              </a:ext>
            </a:extLst>
          </p:cNvPr>
          <p:cNvCxnSpPr>
            <a:cxnSpLocks/>
          </p:cNvCxnSpPr>
          <p:nvPr/>
        </p:nvCxnSpPr>
        <p:spPr>
          <a:xfrm>
            <a:off x="3720783" y="3697336"/>
            <a:ext cx="784202" cy="0"/>
          </a:xfrm>
          <a:prstGeom prst="line">
            <a:avLst/>
          </a:prstGeom>
          <a:ln w="15875" cap="rnd">
            <a:solidFill>
              <a:schemeClr val="bg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7DE936E2-FA1B-4399-B0B4-1CFB8CBB4A47}"/>
              </a:ext>
            </a:extLst>
          </p:cNvPr>
          <p:cNvGrpSpPr/>
          <p:nvPr/>
        </p:nvGrpSpPr>
        <p:grpSpPr>
          <a:xfrm>
            <a:off x="3418230" y="4596480"/>
            <a:ext cx="1131880" cy="607219"/>
            <a:chOff x="4207049" y="5198407"/>
            <a:chExt cx="1393083" cy="747346"/>
          </a:xfrm>
        </p:grpSpPr>
        <p:cxnSp>
          <p:nvCxnSpPr>
            <p:cNvPr id="73" name="Straight Connector 72">
              <a:extLst>
                <a:ext uri="{FF2B5EF4-FFF2-40B4-BE49-F238E27FC236}">
                  <a16:creationId xmlns:a16="http://schemas.microsoft.com/office/drawing/2014/main" id="{484233C2-410A-4807-9DB7-D138878EBD1C}"/>
                </a:ext>
              </a:extLst>
            </p:cNvPr>
            <p:cNvCxnSpPr>
              <a:cxnSpLocks/>
            </p:cNvCxnSpPr>
            <p:nvPr/>
          </p:nvCxnSpPr>
          <p:spPr>
            <a:xfrm>
              <a:off x="4978133" y="5945753"/>
              <a:ext cx="621999" cy="0"/>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D61D5B3F-FDD2-4EF1-9FF4-AE088EE5C264}"/>
                </a:ext>
              </a:extLst>
            </p:cNvPr>
            <p:cNvCxnSpPr>
              <a:cxnSpLocks/>
            </p:cNvCxnSpPr>
            <p:nvPr/>
          </p:nvCxnSpPr>
          <p:spPr>
            <a:xfrm flipH="1" flipV="1">
              <a:off x="4207049" y="5198407"/>
              <a:ext cx="741652" cy="747345"/>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224B5A01-297A-4FC1-BEB5-25C05A791FA0}"/>
              </a:ext>
            </a:extLst>
          </p:cNvPr>
          <p:cNvGrpSpPr/>
          <p:nvPr/>
        </p:nvGrpSpPr>
        <p:grpSpPr>
          <a:xfrm>
            <a:off x="3675254" y="2933132"/>
            <a:ext cx="829734" cy="244263"/>
            <a:chOff x="4523386" y="3151206"/>
            <a:chExt cx="1021211" cy="300631"/>
          </a:xfrm>
        </p:grpSpPr>
        <p:cxnSp>
          <p:nvCxnSpPr>
            <p:cNvPr id="70" name="Straight Connector 69">
              <a:extLst>
                <a:ext uri="{FF2B5EF4-FFF2-40B4-BE49-F238E27FC236}">
                  <a16:creationId xmlns:a16="http://schemas.microsoft.com/office/drawing/2014/main" id="{7EF48578-389D-4BEF-A45B-3191CBB81511}"/>
                </a:ext>
              </a:extLst>
            </p:cNvPr>
            <p:cNvCxnSpPr>
              <a:cxnSpLocks/>
            </p:cNvCxnSpPr>
            <p:nvPr/>
          </p:nvCxnSpPr>
          <p:spPr>
            <a:xfrm>
              <a:off x="4922598" y="3151712"/>
              <a:ext cx="621999" cy="0"/>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E5EAD347-F34C-4205-9D7A-4A30576A4C03}"/>
                </a:ext>
              </a:extLst>
            </p:cNvPr>
            <p:cNvCxnSpPr>
              <a:cxnSpLocks/>
            </p:cNvCxnSpPr>
            <p:nvPr/>
          </p:nvCxnSpPr>
          <p:spPr>
            <a:xfrm flipH="1">
              <a:off x="4523386" y="3151206"/>
              <a:ext cx="371734" cy="300631"/>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C1609B99-BFF8-432F-8542-96EC62EFB6AD}"/>
              </a:ext>
            </a:extLst>
          </p:cNvPr>
          <p:cNvGrpSpPr/>
          <p:nvPr/>
        </p:nvGrpSpPr>
        <p:grpSpPr>
          <a:xfrm>
            <a:off x="3646493" y="4138559"/>
            <a:ext cx="858492" cy="318014"/>
            <a:chOff x="4487991" y="4634811"/>
            <a:chExt cx="1056606" cy="391402"/>
          </a:xfrm>
        </p:grpSpPr>
        <p:cxnSp>
          <p:nvCxnSpPr>
            <p:cNvPr id="72" name="Straight Connector 71">
              <a:extLst>
                <a:ext uri="{FF2B5EF4-FFF2-40B4-BE49-F238E27FC236}">
                  <a16:creationId xmlns:a16="http://schemas.microsoft.com/office/drawing/2014/main" id="{20032D42-15B0-420F-A943-9DB4F968FA5B}"/>
                </a:ext>
              </a:extLst>
            </p:cNvPr>
            <p:cNvCxnSpPr>
              <a:cxnSpLocks/>
            </p:cNvCxnSpPr>
            <p:nvPr/>
          </p:nvCxnSpPr>
          <p:spPr>
            <a:xfrm>
              <a:off x="4922598" y="5026213"/>
              <a:ext cx="621999" cy="0"/>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F6138207-8AFD-4292-830F-23D35667751B}"/>
                </a:ext>
              </a:extLst>
            </p:cNvPr>
            <p:cNvCxnSpPr>
              <a:cxnSpLocks/>
            </p:cNvCxnSpPr>
            <p:nvPr/>
          </p:nvCxnSpPr>
          <p:spPr>
            <a:xfrm flipH="1" flipV="1">
              <a:off x="4487991" y="4634811"/>
              <a:ext cx="419702" cy="391183"/>
            </a:xfrm>
            <a:prstGeom prst="line">
              <a:avLst/>
            </a:prstGeom>
            <a:ln w="15875" cap="rnd">
              <a:solidFill>
                <a:schemeClr val="bg1"/>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22" name="Title 21">
            <a:extLst>
              <a:ext uri="{FF2B5EF4-FFF2-40B4-BE49-F238E27FC236}">
                <a16:creationId xmlns:a16="http://schemas.microsoft.com/office/drawing/2014/main" id="{717367B2-7FA5-4AFE-A869-462452B82076}"/>
              </a:ext>
            </a:extLst>
          </p:cNvPr>
          <p:cNvSpPr>
            <a:spLocks noGrp="1"/>
          </p:cNvSpPr>
          <p:nvPr>
            <p:ph type="title"/>
          </p:nvPr>
        </p:nvSpPr>
        <p:spPr/>
        <p:txBody>
          <a:bodyPr/>
          <a:lstStyle/>
          <a:p>
            <a:r>
              <a:rPr lang="en-US" dirty="0"/>
              <a:t>Title</a:t>
            </a:r>
          </a:p>
        </p:txBody>
      </p:sp>
    </p:spTree>
    <p:extLst>
      <p:ext uri="{BB962C8B-B14F-4D97-AF65-F5344CB8AC3E}">
        <p14:creationId xmlns:p14="http://schemas.microsoft.com/office/powerpoint/2010/main" val="3826794418"/>
      </p:ext>
    </p:extLst>
  </p:cSld>
  <p:clrMapOvr>
    <a:masterClrMapping/>
  </p:clrMapOvr>
  <p:transition>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up)">
                                          <p:cBhvr>
                                            <p:cTn id="12" dur="500"/>
                                            <p:tgtEl>
                                              <p:spTgt spid="36"/>
                                            </p:tgtEl>
                                          </p:cBhvr>
                                        </p:animEffect>
                                      </p:childTnLst>
                                    </p:cTn>
                                  </p:par>
                                  <p:par>
                                    <p:cTn id="13" presetID="22" presetClass="entr" presetSubtype="4"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wipe(down)">
                                          <p:cBhvr>
                                            <p:cTn id="15" dur="500"/>
                                            <p:tgtEl>
                                              <p:spTgt spid="37"/>
                                            </p:tgtEl>
                                          </p:cBhvr>
                                        </p:animEffect>
                                      </p:childTnLst>
                                    </p:cTn>
                                  </p:par>
                                </p:childTnLst>
                              </p:cTn>
                            </p:par>
                            <p:par>
                              <p:cTn id="16" fill="hold">
                                <p:stCondLst>
                                  <p:cond delay="500"/>
                                </p:stCondLst>
                                <p:childTnLst>
                                  <p:par>
                                    <p:cTn id="17" presetID="53" presetClass="entr" presetSubtype="16"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fltVal val="0"/>
                                              </p:val>
                                            </p:tav>
                                            <p:tav tm="100000">
                                              <p:val>
                                                <p:strVal val="#ppt_w"/>
                                              </p:val>
                                            </p:tav>
                                          </p:tavLst>
                                        </p:anim>
                                        <p:anim calcmode="lin" valueType="num">
                                          <p:cBhvr>
                                            <p:cTn id="20" dur="500" fill="hold"/>
                                            <p:tgtEl>
                                              <p:spTgt spid="14"/>
                                            </p:tgtEl>
                                            <p:attrNameLst>
                                              <p:attrName>ppt_h</p:attrName>
                                            </p:attrNameLst>
                                          </p:cBhvr>
                                          <p:tavLst>
                                            <p:tav tm="0">
                                              <p:val>
                                                <p:fltVal val="0"/>
                                              </p:val>
                                            </p:tav>
                                            <p:tav tm="100000">
                                              <p:val>
                                                <p:strVal val="#ppt_h"/>
                                              </p:val>
                                            </p:tav>
                                          </p:tavLst>
                                        </p:anim>
                                        <p:animEffect transition="in" filter="fade">
                                          <p:cBhvr>
                                            <p:cTn id="21" dur="500"/>
                                            <p:tgtEl>
                                              <p:spTgt spid="14"/>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 calcmode="lin" valueType="num">
                                          <p:cBhvr>
                                            <p:cTn id="24" dur="750" fill="hold"/>
                                            <p:tgtEl>
                                              <p:spTgt spid="6"/>
                                            </p:tgtEl>
                                            <p:attrNameLst>
                                              <p:attrName>ppt_w</p:attrName>
                                            </p:attrNameLst>
                                          </p:cBhvr>
                                          <p:tavLst>
                                            <p:tav tm="0">
                                              <p:val>
                                                <p:fltVal val="0"/>
                                              </p:val>
                                            </p:tav>
                                            <p:tav tm="100000">
                                              <p:val>
                                                <p:strVal val="#ppt_w"/>
                                              </p:val>
                                            </p:tav>
                                          </p:tavLst>
                                        </p:anim>
                                        <p:anim calcmode="lin" valueType="num">
                                          <p:cBhvr>
                                            <p:cTn id="25" dur="750" fill="hold"/>
                                            <p:tgtEl>
                                              <p:spTgt spid="6"/>
                                            </p:tgtEl>
                                            <p:attrNameLst>
                                              <p:attrName>ppt_h</p:attrName>
                                            </p:attrNameLst>
                                          </p:cBhvr>
                                          <p:tavLst>
                                            <p:tav tm="0">
                                              <p:val>
                                                <p:fltVal val="0"/>
                                              </p:val>
                                            </p:tav>
                                            <p:tav tm="100000">
                                              <p:val>
                                                <p:strVal val="#ppt_h"/>
                                              </p:val>
                                            </p:tav>
                                          </p:tavLst>
                                        </p:anim>
                                        <p:animEffect transition="in" filter="fade">
                                          <p:cBhvr>
                                            <p:cTn id="26" dur="750"/>
                                            <p:tgtEl>
                                              <p:spTgt spid="6"/>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p:cTn id="29" dur="1000" fill="hold"/>
                                            <p:tgtEl>
                                              <p:spTgt spid="12"/>
                                            </p:tgtEl>
                                            <p:attrNameLst>
                                              <p:attrName>ppt_w</p:attrName>
                                            </p:attrNameLst>
                                          </p:cBhvr>
                                          <p:tavLst>
                                            <p:tav tm="0">
                                              <p:val>
                                                <p:fltVal val="0"/>
                                              </p:val>
                                            </p:tav>
                                            <p:tav tm="100000">
                                              <p:val>
                                                <p:strVal val="#ppt_w"/>
                                              </p:val>
                                            </p:tav>
                                          </p:tavLst>
                                        </p:anim>
                                        <p:anim calcmode="lin" valueType="num">
                                          <p:cBhvr>
                                            <p:cTn id="30" dur="1000" fill="hold"/>
                                            <p:tgtEl>
                                              <p:spTgt spid="12"/>
                                            </p:tgtEl>
                                            <p:attrNameLst>
                                              <p:attrName>ppt_h</p:attrName>
                                            </p:attrNameLst>
                                          </p:cBhvr>
                                          <p:tavLst>
                                            <p:tav tm="0">
                                              <p:val>
                                                <p:fltVal val="0"/>
                                              </p:val>
                                            </p:tav>
                                            <p:tav tm="100000">
                                              <p:val>
                                                <p:strVal val="#ppt_h"/>
                                              </p:val>
                                            </p:tav>
                                          </p:tavLst>
                                        </p:anim>
                                        <p:animEffect transition="in" filter="fade">
                                          <p:cBhvr>
                                            <p:cTn id="31" dur="1000"/>
                                            <p:tgtEl>
                                              <p:spTgt spid="12"/>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1250" fill="hold"/>
                                            <p:tgtEl>
                                              <p:spTgt spid="7"/>
                                            </p:tgtEl>
                                            <p:attrNameLst>
                                              <p:attrName>ppt_w</p:attrName>
                                            </p:attrNameLst>
                                          </p:cBhvr>
                                          <p:tavLst>
                                            <p:tav tm="0">
                                              <p:val>
                                                <p:fltVal val="0"/>
                                              </p:val>
                                            </p:tav>
                                            <p:tav tm="100000">
                                              <p:val>
                                                <p:strVal val="#ppt_w"/>
                                              </p:val>
                                            </p:tav>
                                          </p:tavLst>
                                        </p:anim>
                                        <p:anim calcmode="lin" valueType="num">
                                          <p:cBhvr>
                                            <p:cTn id="35" dur="1250" fill="hold"/>
                                            <p:tgtEl>
                                              <p:spTgt spid="7"/>
                                            </p:tgtEl>
                                            <p:attrNameLst>
                                              <p:attrName>ppt_h</p:attrName>
                                            </p:attrNameLst>
                                          </p:cBhvr>
                                          <p:tavLst>
                                            <p:tav tm="0">
                                              <p:val>
                                                <p:fltVal val="0"/>
                                              </p:val>
                                            </p:tav>
                                            <p:tav tm="100000">
                                              <p:val>
                                                <p:strVal val="#ppt_h"/>
                                              </p:val>
                                            </p:tav>
                                          </p:tavLst>
                                        </p:anim>
                                        <p:animEffect transition="in" filter="fade">
                                          <p:cBhvr>
                                            <p:cTn id="36" dur="1250"/>
                                            <p:tgtEl>
                                              <p:spTgt spid="7"/>
                                            </p:tgtEl>
                                          </p:cBhvr>
                                        </p:animEffect>
                                      </p:childTnLst>
                                    </p:cTn>
                                  </p:par>
                                  <p:par>
                                    <p:cTn id="37" presetID="53" presetClass="entr" presetSubtype="16" fill="hold" nodeType="with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p:cTn id="39" dur="500" fill="hold"/>
                                            <p:tgtEl>
                                              <p:spTgt spid="44"/>
                                            </p:tgtEl>
                                            <p:attrNameLst>
                                              <p:attrName>ppt_w</p:attrName>
                                            </p:attrNameLst>
                                          </p:cBhvr>
                                          <p:tavLst>
                                            <p:tav tm="0">
                                              <p:val>
                                                <p:fltVal val="0"/>
                                              </p:val>
                                            </p:tav>
                                            <p:tav tm="100000">
                                              <p:val>
                                                <p:strVal val="#ppt_w"/>
                                              </p:val>
                                            </p:tav>
                                          </p:tavLst>
                                        </p:anim>
                                        <p:anim calcmode="lin" valueType="num">
                                          <p:cBhvr>
                                            <p:cTn id="40" dur="500" fill="hold"/>
                                            <p:tgtEl>
                                              <p:spTgt spid="44"/>
                                            </p:tgtEl>
                                            <p:attrNameLst>
                                              <p:attrName>ppt_h</p:attrName>
                                            </p:attrNameLst>
                                          </p:cBhvr>
                                          <p:tavLst>
                                            <p:tav tm="0">
                                              <p:val>
                                                <p:fltVal val="0"/>
                                              </p:val>
                                            </p:tav>
                                            <p:tav tm="100000">
                                              <p:val>
                                                <p:strVal val="#ppt_h"/>
                                              </p:val>
                                            </p:tav>
                                          </p:tavLst>
                                        </p:anim>
                                        <p:animEffect transition="in" filter="fade">
                                          <p:cBhvr>
                                            <p:cTn id="41" dur="500"/>
                                            <p:tgtEl>
                                              <p:spTgt spid="44"/>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58"/>
                                            </p:tgtEl>
                                            <p:attrNameLst>
                                              <p:attrName>style.visibility</p:attrName>
                                            </p:attrNameLst>
                                          </p:cBhvr>
                                          <p:to>
                                            <p:strVal val="visible"/>
                                          </p:to>
                                        </p:set>
                                        <p:anim calcmode="lin" valueType="num">
                                          <p:cBhvr>
                                            <p:cTn id="46" dur="250" fill="hold"/>
                                            <p:tgtEl>
                                              <p:spTgt spid="58"/>
                                            </p:tgtEl>
                                            <p:attrNameLst>
                                              <p:attrName>ppt_w</p:attrName>
                                            </p:attrNameLst>
                                          </p:cBhvr>
                                          <p:tavLst>
                                            <p:tav tm="0">
                                              <p:val>
                                                <p:fltVal val="0"/>
                                              </p:val>
                                            </p:tav>
                                            <p:tav tm="100000">
                                              <p:val>
                                                <p:strVal val="#ppt_w"/>
                                              </p:val>
                                            </p:tav>
                                          </p:tavLst>
                                        </p:anim>
                                        <p:anim calcmode="lin" valueType="num">
                                          <p:cBhvr>
                                            <p:cTn id="47" dur="250" fill="hold"/>
                                            <p:tgtEl>
                                              <p:spTgt spid="58"/>
                                            </p:tgtEl>
                                            <p:attrNameLst>
                                              <p:attrName>ppt_h</p:attrName>
                                            </p:attrNameLst>
                                          </p:cBhvr>
                                          <p:tavLst>
                                            <p:tav tm="0">
                                              <p:val>
                                                <p:fltVal val="0"/>
                                              </p:val>
                                            </p:tav>
                                            <p:tav tm="100000">
                                              <p:val>
                                                <p:strVal val="#ppt_h"/>
                                              </p:val>
                                            </p:tav>
                                          </p:tavLst>
                                        </p:anim>
                                        <p:animEffect transition="in" filter="fade">
                                          <p:cBhvr>
                                            <p:cTn id="48" dur="250"/>
                                            <p:tgtEl>
                                              <p:spTgt spid="58"/>
                                            </p:tgtEl>
                                          </p:cBhvr>
                                        </p:animEffect>
                                      </p:childTnLst>
                                    </p:cTn>
                                  </p:par>
                                  <p:par>
                                    <p:cTn id="49" presetID="22" presetClass="entr" presetSubtype="8" fill="hold" nodeType="withEffect">
                                      <p:stCondLst>
                                        <p:cond delay="0"/>
                                      </p:stCondLst>
                                      <p:childTnLst>
                                        <p:set>
                                          <p:cBhvr>
                                            <p:cTn id="50" dur="1" fill="hold">
                                              <p:stCondLst>
                                                <p:cond delay="0"/>
                                              </p:stCondLst>
                                            </p:cTn>
                                            <p:tgtEl>
                                              <p:spTgt spid="62"/>
                                            </p:tgtEl>
                                            <p:attrNameLst>
                                              <p:attrName>style.visibility</p:attrName>
                                            </p:attrNameLst>
                                          </p:cBhvr>
                                          <p:to>
                                            <p:strVal val="visible"/>
                                          </p:to>
                                        </p:set>
                                        <p:animEffect transition="in" filter="wipe(left)">
                                          <p:cBhvr>
                                            <p:cTn id="51" dur="500"/>
                                            <p:tgtEl>
                                              <p:spTgt spid="62"/>
                                            </p:tgtEl>
                                          </p:cBhvr>
                                        </p:animEffect>
                                      </p:childTnLst>
                                    </p:cTn>
                                  </p:par>
                                </p:childTnLst>
                              </p:cTn>
                            </p:par>
                            <p:par>
                              <p:cTn id="52" fill="hold">
                                <p:stCondLst>
                                  <p:cond delay="500"/>
                                </p:stCondLst>
                                <p:childTnLst>
                                  <p:par>
                                    <p:cTn id="53" presetID="2" presetClass="entr" presetSubtype="2" fill="hold" nodeType="afterEffect" p14:presetBounceEnd="60000">
                                      <p:stCondLst>
                                        <p:cond delay="0"/>
                                      </p:stCondLst>
                                      <p:childTnLst>
                                        <p:set>
                                          <p:cBhvr>
                                            <p:cTn id="54" dur="1" fill="hold">
                                              <p:stCondLst>
                                                <p:cond delay="0"/>
                                              </p:stCondLst>
                                            </p:cTn>
                                            <p:tgtEl>
                                              <p:spTgt spid="4"/>
                                            </p:tgtEl>
                                            <p:attrNameLst>
                                              <p:attrName>style.visibility</p:attrName>
                                            </p:attrNameLst>
                                          </p:cBhvr>
                                          <p:to>
                                            <p:strVal val="visible"/>
                                          </p:to>
                                        </p:set>
                                        <p:anim calcmode="lin" valueType="num" p14:bounceEnd="60000">
                                          <p:cBhvr additive="base">
                                            <p:cTn id="55" dur="500" fill="hold"/>
                                            <p:tgtEl>
                                              <p:spTgt spid="4"/>
                                            </p:tgtEl>
                                            <p:attrNameLst>
                                              <p:attrName>ppt_x</p:attrName>
                                            </p:attrNameLst>
                                          </p:cBhvr>
                                          <p:tavLst>
                                            <p:tav tm="0">
                                              <p:val>
                                                <p:strVal val="1+#ppt_w/2"/>
                                              </p:val>
                                            </p:tav>
                                            <p:tav tm="100000">
                                              <p:val>
                                                <p:strVal val="#ppt_x"/>
                                              </p:val>
                                            </p:tav>
                                          </p:tavLst>
                                        </p:anim>
                                        <p:anim calcmode="lin" valueType="num" p14:bounceEnd="60000">
                                          <p:cBhvr additive="base">
                                            <p:cTn id="56" dur="500" fill="hold"/>
                                            <p:tgtEl>
                                              <p:spTgt spid="4"/>
                                            </p:tgtEl>
                                            <p:attrNameLst>
                                              <p:attrName>ppt_y</p:attrName>
                                            </p:attrNameLst>
                                          </p:cBhvr>
                                          <p:tavLst>
                                            <p:tav tm="0">
                                              <p:val>
                                                <p:strVal val="#ppt_y"/>
                                              </p:val>
                                            </p:tav>
                                            <p:tav tm="100000">
                                              <p:val>
                                                <p:strVal val="#ppt_y"/>
                                              </p:val>
                                            </p:tav>
                                          </p:tavLst>
                                        </p:anim>
                                      </p:childTnLst>
                                    </p:cTn>
                                  </p:par>
                                  <p:par>
                                    <p:cTn id="57" presetID="22" presetClass="entr" presetSubtype="8" fill="hold" grpId="0" nodeType="withEffect">
                                      <p:stCondLst>
                                        <p:cond delay="0"/>
                                      </p:stCondLst>
                                      <p:childTnLst>
                                        <p:set>
                                          <p:cBhvr>
                                            <p:cTn id="58" dur="1" fill="hold">
                                              <p:stCondLst>
                                                <p:cond delay="0"/>
                                              </p:stCondLst>
                                            </p:cTn>
                                            <p:tgtEl>
                                              <p:spTgt spid="19"/>
                                            </p:tgtEl>
                                            <p:attrNameLst>
                                              <p:attrName>style.visibility</p:attrName>
                                            </p:attrNameLst>
                                          </p:cBhvr>
                                          <p:to>
                                            <p:strVal val="visible"/>
                                          </p:to>
                                        </p:set>
                                        <p:animEffect transition="in" filter="wipe(left)">
                                          <p:cBhvr>
                                            <p:cTn id="59" dur="500"/>
                                            <p:tgtEl>
                                              <p:spTgt spid="19"/>
                                            </p:tgtEl>
                                          </p:cBhvr>
                                        </p:animEffect>
                                      </p:childTnLst>
                                    </p:cTn>
                                  </p:par>
                                  <p:par>
                                    <p:cTn id="60" presetID="10" presetClass="entr" presetSubtype="0" fill="hold" nodeType="withEffect">
                                      <p:stCondLst>
                                        <p:cond delay="0"/>
                                      </p:stCondLst>
                                      <p:childTnLst>
                                        <p:set>
                                          <p:cBhvr>
                                            <p:cTn id="61" dur="1" fill="hold">
                                              <p:stCondLst>
                                                <p:cond delay="0"/>
                                              </p:stCondLst>
                                            </p:cTn>
                                            <p:tgtEl>
                                              <p:spTgt spid="39"/>
                                            </p:tgtEl>
                                            <p:attrNameLst>
                                              <p:attrName>style.visibility</p:attrName>
                                            </p:attrNameLst>
                                          </p:cBhvr>
                                          <p:to>
                                            <p:strVal val="visible"/>
                                          </p:to>
                                        </p:set>
                                        <p:animEffect transition="in" filter="fade">
                                          <p:cBhvr>
                                            <p:cTn id="62" dur="500"/>
                                            <p:tgtEl>
                                              <p:spTgt spid="39"/>
                                            </p:tgtEl>
                                          </p:cBhvr>
                                        </p:animEffect>
                                      </p:childTnLst>
                                    </p:cTn>
                                  </p:par>
                                </p:childTnLst>
                              </p:cTn>
                            </p:par>
                          </p:childTnLst>
                        </p:cTn>
                      </p:par>
                      <p:par>
                        <p:cTn id="63" fill="hold">
                          <p:stCondLst>
                            <p:cond delay="indefinite"/>
                          </p:stCondLst>
                          <p:childTnLst>
                            <p:par>
                              <p:cTn id="64" fill="hold">
                                <p:stCondLst>
                                  <p:cond delay="0"/>
                                </p:stCondLst>
                                <p:childTnLst>
                                  <p:par>
                                    <p:cTn id="65" presetID="53" presetClass="entr" presetSubtype="16" fill="hold" grpId="0" nodeType="clickEffect">
                                      <p:stCondLst>
                                        <p:cond delay="0"/>
                                      </p:stCondLst>
                                      <p:childTnLst>
                                        <p:set>
                                          <p:cBhvr>
                                            <p:cTn id="66" dur="1" fill="hold">
                                              <p:stCondLst>
                                                <p:cond delay="0"/>
                                              </p:stCondLst>
                                            </p:cTn>
                                            <p:tgtEl>
                                              <p:spTgt spid="88"/>
                                            </p:tgtEl>
                                            <p:attrNameLst>
                                              <p:attrName>style.visibility</p:attrName>
                                            </p:attrNameLst>
                                          </p:cBhvr>
                                          <p:to>
                                            <p:strVal val="visible"/>
                                          </p:to>
                                        </p:set>
                                        <p:anim calcmode="lin" valueType="num">
                                          <p:cBhvr>
                                            <p:cTn id="67" dur="250" fill="hold"/>
                                            <p:tgtEl>
                                              <p:spTgt spid="88"/>
                                            </p:tgtEl>
                                            <p:attrNameLst>
                                              <p:attrName>ppt_w</p:attrName>
                                            </p:attrNameLst>
                                          </p:cBhvr>
                                          <p:tavLst>
                                            <p:tav tm="0">
                                              <p:val>
                                                <p:fltVal val="0"/>
                                              </p:val>
                                            </p:tav>
                                            <p:tav tm="100000">
                                              <p:val>
                                                <p:strVal val="#ppt_w"/>
                                              </p:val>
                                            </p:tav>
                                          </p:tavLst>
                                        </p:anim>
                                        <p:anim calcmode="lin" valueType="num">
                                          <p:cBhvr>
                                            <p:cTn id="68" dur="250" fill="hold"/>
                                            <p:tgtEl>
                                              <p:spTgt spid="88"/>
                                            </p:tgtEl>
                                            <p:attrNameLst>
                                              <p:attrName>ppt_h</p:attrName>
                                            </p:attrNameLst>
                                          </p:cBhvr>
                                          <p:tavLst>
                                            <p:tav tm="0">
                                              <p:val>
                                                <p:fltVal val="0"/>
                                              </p:val>
                                            </p:tav>
                                            <p:tav tm="100000">
                                              <p:val>
                                                <p:strVal val="#ppt_h"/>
                                              </p:val>
                                            </p:tav>
                                          </p:tavLst>
                                        </p:anim>
                                        <p:animEffect transition="in" filter="fade">
                                          <p:cBhvr>
                                            <p:cTn id="69" dur="250"/>
                                            <p:tgtEl>
                                              <p:spTgt spid="88"/>
                                            </p:tgtEl>
                                          </p:cBhvr>
                                        </p:animEffect>
                                      </p:childTnLst>
                                    </p:cTn>
                                  </p:par>
                                  <p:par>
                                    <p:cTn id="70" presetID="22" presetClass="entr" presetSubtype="8" fill="hold" nodeType="with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wipe(left)">
                                          <p:cBhvr>
                                            <p:cTn id="72" dur="500"/>
                                            <p:tgtEl>
                                              <p:spTgt spid="63"/>
                                            </p:tgtEl>
                                          </p:cBhvr>
                                        </p:animEffect>
                                      </p:childTnLst>
                                    </p:cTn>
                                  </p:par>
                                </p:childTnLst>
                              </p:cTn>
                            </p:par>
                            <p:par>
                              <p:cTn id="73" fill="hold">
                                <p:stCondLst>
                                  <p:cond delay="500"/>
                                </p:stCondLst>
                                <p:childTnLst>
                                  <p:par>
                                    <p:cTn id="74" presetID="2" presetClass="entr" presetSubtype="2" fill="hold" nodeType="afterEffect" p14:presetBounceEnd="60000">
                                      <p:stCondLst>
                                        <p:cond delay="0"/>
                                      </p:stCondLst>
                                      <p:childTnLst>
                                        <p:set>
                                          <p:cBhvr>
                                            <p:cTn id="75" dur="1" fill="hold">
                                              <p:stCondLst>
                                                <p:cond delay="0"/>
                                              </p:stCondLst>
                                            </p:cTn>
                                            <p:tgtEl>
                                              <p:spTgt spid="142"/>
                                            </p:tgtEl>
                                            <p:attrNameLst>
                                              <p:attrName>style.visibility</p:attrName>
                                            </p:attrNameLst>
                                          </p:cBhvr>
                                          <p:to>
                                            <p:strVal val="visible"/>
                                          </p:to>
                                        </p:set>
                                        <p:anim calcmode="lin" valueType="num" p14:bounceEnd="60000">
                                          <p:cBhvr additive="base">
                                            <p:cTn id="76" dur="500" fill="hold"/>
                                            <p:tgtEl>
                                              <p:spTgt spid="142"/>
                                            </p:tgtEl>
                                            <p:attrNameLst>
                                              <p:attrName>ppt_x</p:attrName>
                                            </p:attrNameLst>
                                          </p:cBhvr>
                                          <p:tavLst>
                                            <p:tav tm="0">
                                              <p:val>
                                                <p:strVal val="1+#ppt_w/2"/>
                                              </p:val>
                                            </p:tav>
                                            <p:tav tm="100000">
                                              <p:val>
                                                <p:strVal val="#ppt_x"/>
                                              </p:val>
                                            </p:tav>
                                          </p:tavLst>
                                        </p:anim>
                                        <p:anim calcmode="lin" valueType="num" p14:bounceEnd="60000">
                                          <p:cBhvr additive="base">
                                            <p:cTn id="77" dur="500" fill="hold"/>
                                            <p:tgtEl>
                                              <p:spTgt spid="142"/>
                                            </p:tgtEl>
                                            <p:attrNameLst>
                                              <p:attrName>ppt_y</p:attrName>
                                            </p:attrNameLst>
                                          </p:cBhvr>
                                          <p:tavLst>
                                            <p:tav tm="0">
                                              <p:val>
                                                <p:strVal val="#ppt_y"/>
                                              </p:val>
                                            </p:tav>
                                            <p:tav tm="100000">
                                              <p:val>
                                                <p:strVal val="#ppt_y"/>
                                              </p:val>
                                            </p:tav>
                                          </p:tavLst>
                                        </p:anim>
                                      </p:childTnLst>
                                    </p:cTn>
                                  </p:par>
                                  <p:par>
                                    <p:cTn id="78" presetID="22" presetClass="entr" presetSubtype="8" fill="hold" grpId="0" nodeType="withEffect">
                                      <p:stCondLst>
                                        <p:cond delay="250"/>
                                      </p:stCondLst>
                                      <p:childTnLst>
                                        <p:set>
                                          <p:cBhvr>
                                            <p:cTn id="79" dur="1" fill="hold">
                                              <p:stCondLst>
                                                <p:cond delay="0"/>
                                              </p:stCondLst>
                                            </p:cTn>
                                            <p:tgtEl>
                                              <p:spTgt spid="31"/>
                                            </p:tgtEl>
                                            <p:attrNameLst>
                                              <p:attrName>style.visibility</p:attrName>
                                            </p:attrNameLst>
                                          </p:cBhvr>
                                          <p:to>
                                            <p:strVal val="visible"/>
                                          </p:to>
                                        </p:set>
                                        <p:animEffect transition="in" filter="wipe(left)">
                                          <p:cBhvr>
                                            <p:cTn id="80" dur="500"/>
                                            <p:tgtEl>
                                              <p:spTgt spid="31"/>
                                            </p:tgtEl>
                                          </p:cBhvr>
                                        </p:animEffect>
                                      </p:childTnLst>
                                    </p:cTn>
                                  </p:par>
                                  <p:par>
                                    <p:cTn id="81" presetID="10" presetClass="entr" presetSubtype="0" fill="hold" nodeType="withEffect">
                                      <p:stCondLst>
                                        <p:cond delay="0"/>
                                      </p:stCondLst>
                                      <p:childTnLst>
                                        <p:set>
                                          <p:cBhvr>
                                            <p:cTn id="82" dur="1" fill="hold">
                                              <p:stCondLst>
                                                <p:cond delay="0"/>
                                              </p:stCondLst>
                                            </p:cTn>
                                            <p:tgtEl>
                                              <p:spTgt spid="41"/>
                                            </p:tgtEl>
                                            <p:attrNameLst>
                                              <p:attrName>style.visibility</p:attrName>
                                            </p:attrNameLst>
                                          </p:cBhvr>
                                          <p:to>
                                            <p:strVal val="visible"/>
                                          </p:to>
                                        </p:set>
                                        <p:animEffect transition="in" filter="fade">
                                          <p:cBhvr>
                                            <p:cTn id="83" dur="500"/>
                                            <p:tgtEl>
                                              <p:spTgt spid="41"/>
                                            </p:tgtEl>
                                          </p:cBhvr>
                                        </p:animEffect>
                                      </p:childTnLst>
                                    </p:cTn>
                                  </p:par>
                                </p:childTnLst>
                              </p:cTn>
                            </p:par>
                          </p:childTnLst>
                        </p:cTn>
                      </p:par>
                      <p:par>
                        <p:cTn id="84" fill="hold">
                          <p:stCondLst>
                            <p:cond delay="indefinite"/>
                          </p:stCondLst>
                          <p:childTnLst>
                            <p:par>
                              <p:cTn id="85" fill="hold">
                                <p:stCondLst>
                                  <p:cond delay="0"/>
                                </p:stCondLst>
                                <p:childTnLst>
                                  <p:par>
                                    <p:cTn id="86" presetID="53" presetClass="entr" presetSubtype="16" fill="hold" grpId="0" nodeType="clickEffect">
                                      <p:stCondLst>
                                        <p:cond delay="0"/>
                                      </p:stCondLst>
                                      <p:childTnLst>
                                        <p:set>
                                          <p:cBhvr>
                                            <p:cTn id="87" dur="1" fill="hold">
                                              <p:stCondLst>
                                                <p:cond delay="0"/>
                                              </p:stCondLst>
                                            </p:cTn>
                                            <p:tgtEl>
                                              <p:spTgt spid="89"/>
                                            </p:tgtEl>
                                            <p:attrNameLst>
                                              <p:attrName>style.visibility</p:attrName>
                                            </p:attrNameLst>
                                          </p:cBhvr>
                                          <p:to>
                                            <p:strVal val="visible"/>
                                          </p:to>
                                        </p:set>
                                        <p:anim calcmode="lin" valueType="num">
                                          <p:cBhvr>
                                            <p:cTn id="88" dur="250" fill="hold"/>
                                            <p:tgtEl>
                                              <p:spTgt spid="89"/>
                                            </p:tgtEl>
                                            <p:attrNameLst>
                                              <p:attrName>ppt_w</p:attrName>
                                            </p:attrNameLst>
                                          </p:cBhvr>
                                          <p:tavLst>
                                            <p:tav tm="0">
                                              <p:val>
                                                <p:fltVal val="0"/>
                                              </p:val>
                                            </p:tav>
                                            <p:tav tm="100000">
                                              <p:val>
                                                <p:strVal val="#ppt_w"/>
                                              </p:val>
                                            </p:tav>
                                          </p:tavLst>
                                        </p:anim>
                                        <p:anim calcmode="lin" valueType="num">
                                          <p:cBhvr>
                                            <p:cTn id="89" dur="250" fill="hold"/>
                                            <p:tgtEl>
                                              <p:spTgt spid="89"/>
                                            </p:tgtEl>
                                            <p:attrNameLst>
                                              <p:attrName>ppt_h</p:attrName>
                                            </p:attrNameLst>
                                          </p:cBhvr>
                                          <p:tavLst>
                                            <p:tav tm="0">
                                              <p:val>
                                                <p:fltVal val="0"/>
                                              </p:val>
                                            </p:tav>
                                            <p:tav tm="100000">
                                              <p:val>
                                                <p:strVal val="#ppt_h"/>
                                              </p:val>
                                            </p:tav>
                                          </p:tavLst>
                                        </p:anim>
                                        <p:animEffect transition="in" filter="fade">
                                          <p:cBhvr>
                                            <p:cTn id="90" dur="250"/>
                                            <p:tgtEl>
                                              <p:spTgt spid="89"/>
                                            </p:tgtEl>
                                          </p:cBhvr>
                                        </p:animEffect>
                                      </p:childTnLst>
                                    </p:cTn>
                                  </p:par>
                                  <p:par>
                                    <p:cTn id="91" presetID="22" presetClass="entr" presetSubtype="8" fill="hold" nodeType="withEffect">
                                      <p:stCondLst>
                                        <p:cond delay="0"/>
                                      </p:stCondLst>
                                      <p:childTnLst>
                                        <p:set>
                                          <p:cBhvr>
                                            <p:cTn id="92" dur="1" fill="hold">
                                              <p:stCondLst>
                                                <p:cond delay="0"/>
                                              </p:stCondLst>
                                            </p:cTn>
                                            <p:tgtEl>
                                              <p:spTgt spid="71"/>
                                            </p:tgtEl>
                                            <p:attrNameLst>
                                              <p:attrName>style.visibility</p:attrName>
                                            </p:attrNameLst>
                                          </p:cBhvr>
                                          <p:to>
                                            <p:strVal val="visible"/>
                                          </p:to>
                                        </p:set>
                                        <p:animEffect transition="in" filter="wipe(left)">
                                          <p:cBhvr>
                                            <p:cTn id="93" dur="500"/>
                                            <p:tgtEl>
                                              <p:spTgt spid="71"/>
                                            </p:tgtEl>
                                          </p:cBhvr>
                                        </p:animEffect>
                                      </p:childTnLst>
                                    </p:cTn>
                                  </p:par>
                                </p:childTnLst>
                              </p:cTn>
                            </p:par>
                            <p:par>
                              <p:cTn id="94" fill="hold">
                                <p:stCondLst>
                                  <p:cond delay="500"/>
                                </p:stCondLst>
                                <p:childTnLst>
                                  <p:par>
                                    <p:cTn id="95" presetID="2" presetClass="entr" presetSubtype="2" fill="hold" nodeType="afterEffect" p14:presetBounceEnd="60000">
                                      <p:stCondLst>
                                        <p:cond delay="0"/>
                                      </p:stCondLst>
                                      <p:childTnLst>
                                        <p:set>
                                          <p:cBhvr>
                                            <p:cTn id="96" dur="1" fill="hold">
                                              <p:stCondLst>
                                                <p:cond delay="0"/>
                                              </p:stCondLst>
                                            </p:cTn>
                                            <p:tgtEl>
                                              <p:spTgt spid="32"/>
                                            </p:tgtEl>
                                            <p:attrNameLst>
                                              <p:attrName>style.visibility</p:attrName>
                                            </p:attrNameLst>
                                          </p:cBhvr>
                                          <p:to>
                                            <p:strVal val="visible"/>
                                          </p:to>
                                        </p:set>
                                        <p:anim calcmode="lin" valueType="num" p14:bounceEnd="60000">
                                          <p:cBhvr additive="base">
                                            <p:cTn id="97" dur="500" fill="hold"/>
                                            <p:tgtEl>
                                              <p:spTgt spid="32"/>
                                            </p:tgtEl>
                                            <p:attrNameLst>
                                              <p:attrName>ppt_x</p:attrName>
                                            </p:attrNameLst>
                                          </p:cBhvr>
                                          <p:tavLst>
                                            <p:tav tm="0">
                                              <p:val>
                                                <p:strVal val="1+#ppt_w/2"/>
                                              </p:val>
                                            </p:tav>
                                            <p:tav tm="100000">
                                              <p:val>
                                                <p:strVal val="#ppt_x"/>
                                              </p:val>
                                            </p:tav>
                                          </p:tavLst>
                                        </p:anim>
                                        <p:anim calcmode="lin" valueType="num" p14:bounceEnd="60000">
                                          <p:cBhvr additive="base">
                                            <p:cTn id="98" dur="500" fill="hold"/>
                                            <p:tgtEl>
                                              <p:spTgt spid="32"/>
                                            </p:tgtEl>
                                            <p:attrNameLst>
                                              <p:attrName>ppt_y</p:attrName>
                                            </p:attrNameLst>
                                          </p:cBhvr>
                                          <p:tavLst>
                                            <p:tav tm="0">
                                              <p:val>
                                                <p:strVal val="#ppt_y"/>
                                              </p:val>
                                            </p:tav>
                                            <p:tav tm="100000">
                                              <p:val>
                                                <p:strVal val="#ppt_y"/>
                                              </p:val>
                                            </p:tav>
                                          </p:tavLst>
                                        </p:anim>
                                      </p:childTnLst>
                                    </p:cTn>
                                  </p:par>
                                  <p:par>
                                    <p:cTn id="99" presetID="22" presetClass="entr" presetSubtype="8" fill="hold" grpId="0" nodeType="withEffect">
                                      <p:stCondLst>
                                        <p:cond delay="250"/>
                                      </p:stCondLst>
                                      <p:childTnLst>
                                        <p:set>
                                          <p:cBhvr>
                                            <p:cTn id="100" dur="1" fill="hold">
                                              <p:stCondLst>
                                                <p:cond delay="0"/>
                                              </p:stCondLst>
                                            </p:cTn>
                                            <p:tgtEl>
                                              <p:spTgt spid="35"/>
                                            </p:tgtEl>
                                            <p:attrNameLst>
                                              <p:attrName>style.visibility</p:attrName>
                                            </p:attrNameLst>
                                          </p:cBhvr>
                                          <p:to>
                                            <p:strVal val="visible"/>
                                          </p:to>
                                        </p:set>
                                        <p:animEffect transition="in" filter="wipe(left)">
                                          <p:cBhvr>
                                            <p:cTn id="101" dur="500"/>
                                            <p:tgtEl>
                                              <p:spTgt spid="35"/>
                                            </p:tgtEl>
                                          </p:cBhvr>
                                        </p:animEffect>
                                      </p:childTnLst>
                                    </p:cTn>
                                  </p:par>
                                  <p:par>
                                    <p:cTn id="102" presetID="10" presetClass="entr" presetSubtype="0" fill="hold" nodeType="withEffect">
                                      <p:stCondLst>
                                        <p:cond delay="0"/>
                                      </p:stCondLst>
                                      <p:childTnLst>
                                        <p:set>
                                          <p:cBhvr>
                                            <p:cTn id="103" dur="1" fill="hold">
                                              <p:stCondLst>
                                                <p:cond delay="0"/>
                                              </p:stCondLst>
                                            </p:cTn>
                                            <p:tgtEl>
                                              <p:spTgt spid="42"/>
                                            </p:tgtEl>
                                            <p:attrNameLst>
                                              <p:attrName>style.visibility</p:attrName>
                                            </p:attrNameLst>
                                          </p:cBhvr>
                                          <p:to>
                                            <p:strVal val="visible"/>
                                          </p:to>
                                        </p:set>
                                        <p:animEffect transition="in" filter="fade">
                                          <p:cBhvr>
                                            <p:cTn id="104" dur="500"/>
                                            <p:tgtEl>
                                              <p:spTgt spid="42"/>
                                            </p:tgtEl>
                                          </p:cBhvr>
                                        </p:animEffect>
                                      </p:childTnLst>
                                    </p:cTn>
                                  </p:par>
                                </p:childTnLst>
                              </p:cTn>
                            </p:par>
                          </p:childTnLst>
                        </p:cTn>
                      </p:par>
                      <p:par>
                        <p:cTn id="105" fill="hold">
                          <p:stCondLst>
                            <p:cond delay="indefinite"/>
                          </p:stCondLst>
                          <p:childTnLst>
                            <p:par>
                              <p:cTn id="106" fill="hold">
                                <p:stCondLst>
                                  <p:cond delay="0"/>
                                </p:stCondLst>
                                <p:childTnLst>
                                  <p:par>
                                    <p:cTn id="107" presetID="53" presetClass="entr" presetSubtype="16" fill="hold" grpId="0" nodeType="clickEffect">
                                      <p:stCondLst>
                                        <p:cond delay="0"/>
                                      </p:stCondLst>
                                      <p:childTnLst>
                                        <p:set>
                                          <p:cBhvr>
                                            <p:cTn id="108" dur="1" fill="hold">
                                              <p:stCondLst>
                                                <p:cond delay="0"/>
                                              </p:stCondLst>
                                            </p:cTn>
                                            <p:tgtEl>
                                              <p:spTgt spid="90"/>
                                            </p:tgtEl>
                                            <p:attrNameLst>
                                              <p:attrName>style.visibility</p:attrName>
                                            </p:attrNameLst>
                                          </p:cBhvr>
                                          <p:to>
                                            <p:strVal val="visible"/>
                                          </p:to>
                                        </p:set>
                                        <p:anim calcmode="lin" valueType="num">
                                          <p:cBhvr>
                                            <p:cTn id="109" dur="250" fill="hold"/>
                                            <p:tgtEl>
                                              <p:spTgt spid="90"/>
                                            </p:tgtEl>
                                            <p:attrNameLst>
                                              <p:attrName>ppt_w</p:attrName>
                                            </p:attrNameLst>
                                          </p:cBhvr>
                                          <p:tavLst>
                                            <p:tav tm="0">
                                              <p:val>
                                                <p:fltVal val="0"/>
                                              </p:val>
                                            </p:tav>
                                            <p:tav tm="100000">
                                              <p:val>
                                                <p:strVal val="#ppt_w"/>
                                              </p:val>
                                            </p:tav>
                                          </p:tavLst>
                                        </p:anim>
                                        <p:anim calcmode="lin" valueType="num">
                                          <p:cBhvr>
                                            <p:cTn id="110" dur="250" fill="hold"/>
                                            <p:tgtEl>
                                              <p:spTgt spid="90"/>
                                            </p:tgtEl>
                                            <p:attrNameLst>
                                              <p:attrName>ppt_h</p:attrName>
                                            </p:attrNameLst>
                                          </p:cBhvr>
                                          <p:tavLst>
                                            <p:tav tm="0">
                                              <p:val>
                                                <p:fltVal val="0"/>
                                              </p:val>
                                            </p:tav>
                                            <p:tav tm="100000">
                                              <p:val>
                                                <p:strVal val="#ppt_h"/>
                                              </p:val>
                                            </p:tav>
                                          </p:tavLst>
                                        </p:anim>
                                        <p:animEffect transition="in" filter="fade">
                                          <p:cBhvr>
                                            <p:cTn id="111" dur="250"/>
                                            <p:tgtEl>
                                              <p:spTgt spid="90"/>
                                            </p:tgtEl>
                                          </p:cBhvr>
                                        </p:animEffect>
                                      </p:childTnLst>
                                    </p:cTn>
                                  </p:par>
                                  <p:par>
                                    <p:cTn id="112" presetID="22" presetClass="entr" presetSubtype="8" fill="hold" nodeType="withEffect">
                                      <p:stCondLst>
                                        <p:cond delay="0"/>
                                      </p:stCondLst>
                                      <p:childTnLst>
                                        <p:set>
                                          <p:cBhvr>
                                            <p:cTn id="113" dur="1" fill="hold">
                                              <p:stCondLst>
                                                <p:cond delay="0"/>
                                              </p:stCondLst>
                                            </p:cTn>
                                            <p:tgtEl>
                                              <p:spTgt spid="64"/>
                                            </p:tgtEl>
                                            <p:attrNameLst>
                                              <p:attrName>style.visibility</p:attrName>
                                            </p:attrNameLst>
                                          </p:cBhvr>
                                          <p:to>
                                            <p:strVal val="visible"/>
                                          </p:to>
                                        </p:set>
                                        <p:animEffect transition="in" filter="wipe(left)">
                                          <p:cBhvr>
                                            <p:cTn id="114" dur="500"/>
                                            <p:tgtEl>
                                              <p:spTgt spid="64"/>
                                            </p:tgtEl>
                                          </p:cBhvr>
                                        </p:animEffect>
                                      </p:childTnLst>
                                    </p:cTn>
                                  </p:par>
                                </p:childTnLst>
                              </p:cTn>
                            </p:par>
                            <p:par>
                              <p:cTn id="115" fill="hold">
                                <p:stCondLst>
                                  <p:cond delay="500"/>
                                </p:stCondLst>
                                <p:childTnLst>
                                  <p:par>
                                    <p:cTn id="116" presetID="2" presetClass="entr" presetSubtype="2" fill="hold" nodeType="afterEffect" p14:presetBounceEnd="60000">
                                      <p:stCondLst>
                                        <p:cond delay="0"/>
                                      </p:stCondLst>
                                      <p:childTnLst>
                                        <p:set>
                                          <p:cBhvr>
                                            <p:cTn id="117" dur="1" fill="hold">
                                              <p:stCondLst>
                                                <p:cond delay="0"/>
                                              </p:stCondLst>
                                            </p:cTn>
                                            <p:tgtEl>
                                              <p:spTgt spid="21"/>
                                            </p:tgtEl>
                                            <p:attrNameLst>
                                              <p:attrName>style.visibility</p:attrName>
                                            </p:attrNameLst>
                                          </p:cBhvr>
                                          <p:to>
                                            <p:strVal val="visible"/>
                                          </p:to>
                                        </p:set>
                                        <p:anim calcmode="lin" valueType="num" p14:bounceEnd="60000">
                                          <p:cBhvr additive="base">
                                            <p:cTn id="118" dur="500" fill="hold"/>
                                            <p:tgtEl>
                                              <p:spTgt spid="21"/>
                                            </p:tgtEl>
                                            <p:attrNameLst>
                                              <p:attrName>ppt_x</p:attrName>
                                            </p:attrNameLst>
                                          </p:cBhvr>
                                          <p:tavLst>
                                            <p:tav tm="0">
                                              <p:val>
                                                <p:strVal val="1+#ppt_w/2"/>
                                              </p:val>
                                            </p:tav>
                                            <p:tav tm="100000">
                                              <p:val>
                                                <p:strVal val="#ppt_x"/>
                                              </p:val>
                                            </p:tav>
                                          </p:tavLst>
                                        </p:anim>
                                        <p:anim calcmode="lin" valueType="num" p14:bounceEnd="60000">
                                          <p:cBhvr additive="base">
                                            <p:cTn id="119" dur="500" fill="hold"/>
                                            <p:tgtEl>
                                              <p:spTgt spid="21"/>
                                            </p:tgtEl>
                                            <p:attrNameLst>
                                              <p:attrName>ppt_y</p:attrName>
                                            </p:attrNameLst>
                                          </p:cBhvr>
                                          <p:tavLst>
                                            <p:tav tm="0">
                                              <p:val>
                                                <p:strVal val="#ppt_y"/>
                                              </p:val>
                                            </p:tav>
                                            <p:tav tm="100000">
                                              <p:val>
                                                <p:strVal val="#ppt_y"/>
                                              </p:val>
                                            </p:tav>
                                          </p:tavLst>
                                        </p:anim>
                                      </p:childTnLst>
                                    </p:cTn>
                                  </p:par>
                                  <p:par>
                                    <p:cTn id="120" presetID="22" presetClass="entr" presetSubtype="8" fill="hold" grpId="0" nodeType="withEffect">
                                      <p:stCondLst>
                                        <p:cond delay="250"/>
                                      </p:stCondLst>
                                      <p:childTnLst>
                                        <p:set>
                                          <p:cBhvr>
                                            <p:cTn id="121" dur="1" fill="hold">
                                              <p:stCondLst>
                                                <p:cond delay="0"/>
                                              </p:stCondLst>
                                            </p:cTn>
                                            <p:tgtEl>
                                              <p:spTgt spid="27"/>
                                            </p:tgtEl>
                                            <p:attrNameLst>
                                              <p:attrName>style.visibility</p:attrName>
                                            </p:attrNameLst>
                                          </p:cBhvr>
                                          <p:to>
                                            <p:strVal val="visible"/>
                                          </p:to>
                                        </p:set>
                                        <p:animEffect transition="in" filter="wipe(left)">
                                          <p:cBhvr>
                                            <p:cTn id="122" dur="500"/>
                                            <p:tgtEl>
                                              <p:spTgt spid="27"/>
                                            </p:tgtEl>
                                          </p:cBhvr>
                                        </p:animEffect>
                                      </p:childTnLst>
                                    </p:cTn>
                                  </p:par>
                                  <p:par>
                                    <p:cTn id="123" presetID="10" presetClass="entr" presetSubtype="0" fill="hold" nodeType="withEffect">
                                      <p:stCondLst>
                                        <p:cond delay="0"/>
                                      </p:stCondLst>
                                      <p:childTnLst>
                                        <p:set>
                                          <p:cBhvr>
                                            <p:cTn id="124" dur="1" fill="hold">
                                              <p:stCondLst>
                                                <p:cond delay="0"/>
                                              </p:stCondLst>
                                            </p:cTn>
                                            <p:tgtEl>
                                              <p:spTgt spid="43"/>
                                            </p:tgtEl>
                                            <p:attrNameLst>
                                              <p:attrName>style.visibility</p:attrName>
                                            </p:attrNameLst>
                                          </p:cBhvr>
                                          <p:to>
                                            <p:strVal val="visible"/>
                                          </p:to>
                                        </p:set>
                                        <p:animEffect transition="in" filter="fade">
                                          <p:cBhvr>
                                            <p:cTn id="125" dur="500"/>
                                            <p:tgtEl>
                                              <p:spTgt spid="43"/>
                                            </p:tgtEl>
                                          </p:cBhvr>
                                        </p:animEffect>
                                      </p:childTnLst>
                                    </p:cTn>
                                  </p:par>
                                </p:childTnLst>
                              </p:cTn>
                            </p:par>
                          </p:childTnLst>
                        </p:cTn>
                      </p:par>
                      <p:par>
                        <p:cTn id="126" fill="hold">
                          <p:stCondLst>
                            <p:cond delay="indefinite"/>
                          </p:stCondLst>
                          <p:childTnLst>
                            <p:par>
                              <p:cTn id="127" fill="hold">
                                <p:stCondLst>
                                  <p:cond delay="0"/>
                                </p:stCondLst>
                                <p:childTnLst>
                                  <p:par>
                                    <p:cTn id="128" presetID="53" presetClass="entr" presetSubtype="16" fill="hold" grpId="0" nodeType="clickEffect">
                                      <p:stCondLst>
                                        <p:cond delay="0"/>
                                      </p:stCondLst>
                                      <p:childTnLst>
                                        <p:set>
                                          <p:cBhvr>
                                            <p:cTn id="129" dur="1" fill="hold">
                                              <p:stCondLst>
                                                <p:cond delay="0"/>
                                              </p:stCondLst>
                                            </p:cTn>
                                            <p:tgtEl>
                                              <p:spTgt spid="91"/>
                                            </p:tgtEl>
                                            <p:attrNameLst>
                                              <p:attrName>style.visibility</p:attrName>
                                            </p:attrNameLst>
                                          </p:cBhvr>
                                          <p:to>
                                            <p:strVal val="visible"/>
                                          </p:to>
                                        </p:set>
                                        <p:anim calcmode="lin" valueType="num">
                                          <p:cBhvr>
                                            <p:cTn id="130" dur="250" fill="hold"/>
                                            <p:tgtEl>
                                              <p:spTgt spid="91"/>
                                            </p:tgtEl>
                                            <p:attrNameLst>
                                              <p:attrName>ppt_w</p:attrName>
                                            </p:attrNameLst>
                                          </p:cBhvr>
                                          <p:tavLst>
                                            <p:tav tm="0">
                                              <p:val>
                                                <p:fltVal val="0"/>
                                              </p:val>
                                            </p:tav>
                                            <p:tav tm="100000">
                                              <p:val>
                                                <p:strVal val="#ppt_w"/>
                                              </p:val>
                                            </p:tav>
                                          </p:tavLst>
                                        </p:anim>
                                        <p:anim calcmode="lin" valueType="num">
                                          <p:cBhvr>
                                            <p:cTn id="131" dur="250" fill="hold"/>
                                            <p:tgtEl>
                                              <p:spTgt spid="91"/>
                                            </p:tgtEl>
                                            <p:attrNameLst>
                                              <p:attrName>ppt_h</p:attrName>
                                            </p:attrNameLst>
                                          </p:cBhvr>
                                          <p:tavLst>
                                            <p:tav tm="0">
                                              <p:val>
                                                <p:fltVal val="0"/>
                                              </p:val>
                                            </p:tav>
                                            <p:tav tm="100000">
                                              <p:val>
                                                <p:strVal val="#ppt_h"/>
                                              </p:val>
                                            </p:tav>
                                          </p:tavLst>
                                        </p:anim>
                                        <p:animEffect transition="in" filter="fade">
                                          <p:cBhvr>
                                            <p:cTn id="132" dur="250"/>
                                            <p:tgtEl>
                                              <p:spTgt spid="91"/>
                                            </p:tgtEl>
                                          </p:cBhvr>
                                        </p:animEffect>
                                      </p:childTnLst>
                                    </p:cTn>
                                  </p:par>
                                  <p:par>
                                    <p:cTn id="133" presetID="22" presetClass="entr" presetSubtype="8" fill="hold" nodeType="withEffect">
                                      <p:stCondLst>
                                        <p:cond delay="0"/>
                                      </p:stCondLst>
                                      <p:childTnLst>
                                        <p:set>
                                          <p:cBhvr>
                                            <p:cTn id="134" dur="1" fill="hold">
                                              <p:stCondLst>
                                                <p:cond delay="0"/>
                                              </p:stCondLst>
                                            </p:cTn>
                                            <p:tgtEl>
                                              <p:spTgt spid="65"/>
                                            </p:tgtEl>
                                            <p:attrNameLst>
                                              <p:attrName>style.visibility</p:attrName>
                                            </p:attrNameLst>
                                          </p:cBhvr>
                                          <p:to>
                                            <p:strVal val="visible"/>
                                          </p:to>
                                        </p:set>
                                        <p:animEffect transition="in" filter="wipe(left)">
                                          <p:cBhvr>
                                            <p:cTn id="135" dur="500"/>
                                            <p:tgtEl>
                                              <p:spTgt spid="65"/>
                                            </p:tgtEl>
                                          </p:cBhvr>
                                        </p:animEffect>
                                      </p:childTnLst>
                                    </p:cTn>
                                  </p:par>
                                </p:childTnLst>
                              </p:cTn>
                            </p:par>
                            <p:par>
                              <p:cTn id="136" fill="hold">
                                <p:stCondLst>
                                  <p:cond delay="500"/>
                                </p:stCondLst>
                                <p:childTnLst>
                                  <p:par>
                                    <p:cTn id="137" presetID="2" presetClass="entr" presetSubtype="2" fill="hold" nodeType="afterEffect" p14:presetBounceEnd="60000">
                                      <p:stCondLst>
                                        <p:cond delay="0"/>
                                      </p:stCondLst>
                                      <p:childTnLst>
                                        <p:set>
                                          <p:cBhvr>
                                            <p:cTn id="138" dur="1" fill="hold">
                                              <p:stCondLst>
                                                <p:cond delay="0"/>
                                              </p:stCondLst>
                                            </p:cTn>
                                            <p:tgtEl>
                                              <p:spTgt spid="211"/>
                                            </p:tgtEl>
                                            <p:attrNameLst>
                                              <p:attrName>style.visibility</p:attrName>
                                            </p:attrNameLst>
                                          </p:cBhvr>
                                          <p:to>
                                            <p:strVal val="visible"/>
                                          </p:to>
                                        </p:set>
                                        <p:anim calcmode="lin" valueType="num" p14:bounceEnd="60000">
                                          <p:cBhvr additive="base">
                                            <p:cTn id="139" dur="500" fill="hold"/>
                                            <p:tgtEl>
                                              <p:spTgt spid="211"/>
                                            </p:tgtEl>
                                            <p:attrNameLst>
                                              <p:attrName>ppt_x</p:attrName>
                                            </p:attrNameLst>
                                          </p:cBhvr>
                                          <p:tavLst>
                                            <p:tav tm="0">
                                              <p:val>
                                                <p:strVal val="1+#ppt_w/2"/>
                                              </p:val>
                                            </p:tav>
                                            <p:tav tm="100000">
                                              <p:val>
                                                <p:strVal val="#ppt_x"/>
                                              </p:val>
                                            </p:tav>
                                          </p:tavLst>
                                        </p:anim>
                                        <p:anim calcmode="lin" valueType="num" p14:bounceEnd="60000">
                                          <p:cBhvr additive="base">
                                            <p:cTn id="140" dur="500" fill="hold"/>
                                            <p:tgtEl>
                                              <p:spTgt spid="211"/>
                                            </p:tgtEl>
                                            <p:attrNameLst>
                                              <p:attrName>ppt_y</p:attrName>
                                            </p:attrNameLst>
                                          </p:cBhvr>
                                          <p:tavLst>
                                            <p:tav tm="0">
                                              <p:val>
                                                <p:strVal val="#ppt_y"/>
                                              </p:val>
                                            </p:tav>
                                            <p:tav tm="100000">
                                              <p:val>
                                                <p:strVal val="#ppt_y"/>
                                              </p:val>
                                            </p:tav>
                                          </p:tavLst>
                                        </p:anim>
                                      </p:childTnLst>
                                    </p:cTn>
                                  </p:par>
                                  <p:par>
                                    <p:cTn id="141" presetID="22" presetClass="entr" presetSubtype="8" fill="hold" grpId="0" nodeType="withEffect">
                                      <p:stCondLst>
                                        <p:cond delay="0"/>
                                      </p:stCondLst>
                                      <p:childTnLst>
                                        <p:set>
                                          <p:cBhvr>
                                            <p:cTn id="142" dur="1" fill="hold">
                                              <p:stCondLst>
                                                <p:cond delay="0"/>
                                              </p:stCondLst>
                                            </p:cTn>
                                            <p:tgtEl>
                                              <p:spTgt spid="23"/>
                                            </p:tgtEl>
                                            <p:attrNameLst>
                                              <p:attrName>style.visibility</p:attrName>
                                            </p:attrNameLst>
                                          </p:cBhvr>
                                          <p:to>
                                            <p:strVal val="visible"/>
                                          </p:to>
                                        </p:set>
                                        <p:animEffect transition="in" filter="wipe(left)">
                                          <p:cBhvr>
                                            <p:cTn id="143" dur="500"/>
                                            <p:tgtEl>
                                              <p:spTgt spid="23"/>
                                            </p:tgtEl>
                                          </p:cBhvr>
                                        </p:animEffect>
                                      </p:childTnLst>
                                    </p:cTn>
                                  </p:par>
                                  <p:par>
                                    <p:cTn id="144" presetID="10" presetClass="entr" presetSubtype="0" fill="hold" nodeType="withEffect">
                                      <p:stCondLst>
                                        <p:cond delay="250"/>
                                      </p:stCondLst>
                                      <p:childTnLst>
                                        <p:set>
                                          <p:cBhvr>
                                            <p:cTn id="145" dur="1" fill="hold">
                                              <p:stCondLst>
                                                <p:cond delay="0"/>
                                              </p:stCondLst>
                                            </p:cTn>
                                            <p:tgtEl>
                                              <p:spTgt spid="86"/>
                                            </p:tgtEl>
                                            <p:attrNameLst>
                                              <p:attrName>style.visibility</p:attrName>
                                            </p:attrNameLst>
                                          </p:cBhvr>
                                          <p:to>
                                            <p:strVal val="visible"/>
                                          </p:to>
                                        </p:set>
                                        <p:animEffect transition="in" filter="fade">
                                          <p:cBhvr>
                                            <p:cTn id="146"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14" grpId="0" animBg="1"/>
          <p:bldP spid="6" grpId="0" animBg="1"/>
          <p:bldP spid="12" grpId="0" animBg="1"/>
          <p:bldP spid="7" grpId="0" animBg="1"/>
          <p:bldP spid="19" grpId="0"/>
          <p:bldP spid="23" grpId="0"/>
          <p:bldP spid="27" grpId="0"/>
          <p:bldP spid="31" grpId="0"/>
          <p:bldP spid="35" grpId="0"/>
          <p:bldP spid="58" grpId="0" animBg="1"/>
          <p:bldP spid="88" grpId="0" animBg="1"/>
          <p:bldP spid="89" grpId="0" animBg="1"/>
          <p:bldP spid="90" grpId="0" animBg="1"/>
          <p:bldP spid="91" grpId="0" animBg="1"/>
          <p:bldP spid="2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grpId="0" nodeType="clickEffect">
                                      <p:stCondLst>
                                        <p:cond delay="0"/>
                                      </p:stCondLst>
                                      <p:childTnLst>
                                        <p:set>
                                          <p:cBhvr>
                                            <p:cTn id="15" dur="1" fill="hold">
                                              <p:stCondLst>
                                                <p:cond delay="0"/>
                                              </p:stCondLst>
                                            </p:cTn>
                                            <p:tgtEl>
                                              <p:spTgt spid="36"/>
                                            </p:tgtEl>
                                            <p:attrNameLst>
                                              <p:attrName>style.visibility</p:attrName>
                                            </p:attrNameLst>
                                          </p:cBhvr>
                                          <p:to>
                                            <p:strVal val="visible"/>
                                          </p:to>
                                        </p:set>
                                        <p:animEffect transition="in" filter="wipe(up)">
                                          <p:cBhvr>
                                            <p:cTn id="16" dur="500"/>
                                            <p:tgtEl>
                                              <p:spTgt spid="36"/>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animEffect transition="in" filter="wipe(down)">
                                          <p:cBhvr>
                                            <p:cTn id="19" dur="500"/>
                                            <p:tgtEl>
                                              <p:spTgt spid="37"/>
                                            </p:tgtEl>
                                          </p:cBhvr>
                                        </p:animEffect>
                                      </p:childTnLst>
                                    </p:cTn>
                                  </p:par>
                                </p:childTnLst>
                              </p:cTn>
                            </p:par>
                            <p:par>
                              <p:cTn id="20" fill="hold">
                                <p:stCondLst>
                                  <p:cond delay="500"/>
                                </p:stCondLst>
                                <p:childTnLst>
                                  <p:par>
                                    <p:cTn id="21" presetID="53" presetClass="entr" presetSubtype="16" fill="hold" grpId="0" nodeType="after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p:cTn id="23" dur="500" fill="hold"/>
                                            <p:tgtEl>
                                              <p:spTgt spid="14"/>
                                            </p:tgtEl>
                                            <p:attrNameLst>
                                              <p:attrName>ppt_w</p:attrName>
                                            </p:attrNameLst>
                                          </p:cBhvr>
                                          <p:tavLst>
                                            <p:tav tm="0">
                                              <p:val>
                                                <p:fltVal val="0"/>
                                              </p:val>
                                            </p:tav>
                                            <p:tav tm="100000">
                                              <p:val>
                                                <p:strVal val="#ppt_w"/>
                                              </p:val>
                                            </p:tav>
                                          </p:tavLst>
                                        </p:anim>
                                        <p:anim calcmode="lin" valueType="num">
                                          <p:cBhvr>
                                            <p:cTn id="24" dur="500" fill="hold"/>
                                            <p:tgtEl>
                                              <p:spTgt spid="14"/>
                                            </p:tgtEl>
                                            <p:attrNameLst>
                                              <p:attrName>ppt_h</p:attrName>
                                            </p:attrNameLst>
                                          </p:cBhvr>
                                          <p:tavLst>
                                            <p:tav tm="0">
                                              <p:val>
                                                <p:fltVal val="0"/>
                                              </p:val>
                                            </p:tav>
                                            <p:tav tm="100000">
                                              <p:val>
                                                <p:strVal val="#ppt_h"/>
                                              </p:val>
                                            </p:tav>
                                          </p:tavLst>
                                        </p:anim>
                                        <p:animEffect transition="in" filter="fade">
                                          <p:cBhvr>
                                            <p:cTn id="25" dur="500"/>
                                            <p:tgtEl>
                                              <p:spTgt spid="14"/>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750" fill="hold"/>
                                            <p:tgtEl>
                                              <p:spTgt spid="6"/>
                                            </p:tgtEl>
                                            <p:attrNameLst>
                                              <p:attrName>ppt_w</p:attrName>
                                            </p:attrNameLst>
                                          </p:cBhvr>
                                          <p:tavLst>
                                            <p:tav tm="0">
                                              <p:val>
                                                <p:fltVal val="0"/>
                                              </p:val>
                                            </p:tav>
                                            <p:tav tm="100000">
                                              <p:val>
                                                <p:strVal val="#ppt_w"/>
                                              </p:val>
                                            </p:tav>
                                          </p:tavLst>
                                        </p:anim>
                                        <p:anim calcmode="lin" valueType="num">
                                          <p:cBhvr>
                                            <p:cTn id="29" dur="750" fill="hold"/>
                                            <p:tgtEl>
                                              <p:spTgt spid="6"/>
                                            </p:tgtEl>
                                            <p:attrNameLst>
                                              <p:attrName>ppt_h</p:attrName>
                                            </p:attrNameLst>
                                          </p:cBhvr>
                                          <p:tavLst>
                                            <p:tav tm="0">
                                              <p:val>
                                                <p:fltVal val="0"/>
                                              </p:val>
                                            </p:tav>
                                            <p:tav tm="100000">
                                              <p:val>
                                                <p:strVal val="#ppt_h"/>
                                              </p:val>
                                            </p:tav>
                                          </p:tavLst>
                                        </p:anim>
                                        <p:animEffect transition="in" filter="fade">
                                          <p:cBhvr>
                                            <p:cTn id="30" dur="750"/>
                                            <p:tgtEl>
                                              <p:spTgt spid="6"/>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12"/>
                                            </p:tgtEl>
                                            <p:attrNameLst>
                                              <p:attrName>style.visibility</p:attrName>
                                            </p:attrNameLst>
                                          </p:cBhvr>
                                          <p:to>
                                            <p:strVal val="visible"/>
                                          </p:to>
                                        </p:set>
                                        <p:anim calcmode="lin" valueType="num">
                                          <p:cBhvr>
                                            <p:cTn id="33" dur="1000" fill="hold"/>
                                            <p:tgtEl>
                                              <p:spTgt spid="12"/>
                                            </p:tgtEl>
                                            <p:attrNameLst>
                                              <p:attrName>ppt_w</p:attrName>
                                            </p:attrNameLst>
                                          </p:cBhvr>
                                          <p:tavLst>
                                            <p:tav tm="0">
                                              <p:val>
                                                <p:fltVal val="0"/>
                                              </p:val>
                                            </p:tav>
                                            <p:tav tm="100000">
                                              <p:val>
                                                <p:strVal val="#ppt_w"/>
                                              </p:val>
                                            </p:tav>
                                          </p:tavLst>
                                        </p:anim>
                                        <p:anim calcmode="lin" valueType="num">
                                          <p:cBhvr>
                                            <p:cTn id="34" dur="1000" fill="hold"/>
                                            <p:tgtEl>
                                              <p:spTgt spid="12"/>
                                            </p:tgtEl>
                                            <p:attrNameLst>
                                              <p:attrName>ppt_h</p:attrName>
                                            </p:attrNameLst>
                                          </p:cBhvr>
                                          <p:tavLst>
                                            <p:tav tm="0">
                                              <p:val>
                                                <p:fltVal val="0"/>
                                              </p:val>
                                            </p:tav>
                                            <p:tav tm="100000">
                                              <p:val>
                                                <p:strVal val="#ppt_h"/>
                                              </p:val>
                                            </p:tav>
                                          </p:tavLst>
                                        </p:anim>
                                        <p:animEffect transition="in" filter="fade">
                                          <p:cBhvr>
                                            <p:cTn id="35" dur="1000"/>
                                            <p:tgtEl>
                                              <p:spTgt spid="12"/>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7"/>
                                            </p:tgtEl>
                                            <p:attrNameLst>
                                              <p:attrName>style.visibility</p:attrName>
                                            </p:attrNameLst>
                                          </p:cBhvr>
                                          <p:to>
                                            <p:strVal val="visible"/>
                                          </p:to>
                                        </p:set>
                                        <p:anim calcmode="lin" valueType="num">
                                          <p:cBhvr>
                                            <p:cTn id="38" dur="1250" fill="hold"/>
                                            <p:tgtEl>
                                              <p:spTgt spid="7"/>
                                            </p:tgtEl>
                                            <p:attrNameLst>
                                              <p:attrName>ppt_w</p:attrName>
                                            </p:attrNameLst>
                                          </p:cBhvr>
                                          <p:tavLst>
                                            <p:tav tm="0">
                                              <p:val>
                                                <p:fltVal val="0"/>
                                              </p:val>
                                            </p:tav>
                                            <p:tav tm="100000">
                                              <p:val>
                                                <p:strVal val="#ppt_w"/>
                                              </p:val>
                                            </p:tav>
                                          </p:tavLst>
                                        </p:anim>
                                        <p:anim calcmode="lin" valueType="num">
                                          <p:cBhvr>
                                            <p:cTn id="39" dur="1250" fill="hold"/>
                                            <p:tgtEl>
                                              <p:spTgt spid="7"/>
                                            </p:tgtEl>
                                            <p:attrNameLst>
                                              <p:attrName>ppt_h</p:attrName>
                                            </p:attrNameLst>
                                          </p:cBhvr>
                                          <p:tavLst>
                                            <p:tav tm="0">
                                              <p:val>
                                                <p:fltVal val="0"/>
                                              </p:val>
                                            </p:tav>
                                            <p:tav tm="100000">
                                              <p:val>
                                                <p:strVal val="#ppt_h"/>
                                              </p:val>
                                            </p:tav>
                                          </p:tavLst>
                                        </p:anim>
                                        <p:animEffect transition="in" filter="fade">
                                          <p:cBhvr>
                                            <p:cTn id="40" dur="1250"/>
                                            <p:tgtEl>
                                              <p:spTgt spid="7"/>
                                            </p:tgtEl>
                                          </p:cBhvr>
                                        </p:animEffect>
                                      </p:childTnLst>
                                    </p:cTn>
                                  </p:par>
                                  <p:par>
                                    <p:cTn id="41" presetID="53" presetClass="entr" presetSubtype="16" fill="hold" nodeType="withEffect">
                                      <p:stCondLst>
                                        <p:cond delay="0"/>
                                      </p:stCondLst>
                                      <p:childTnLst>
                                        <p:set>
                                          <p:cBhvr>
                                            <p:cTn id="42" dur="1" fill="hold">
                                              <p:stCondLst>
                                                <p:cond delay="0"/>
                                              </p:stCondLst>
                                            </p:cTn>
                                            <p:tgtEl>
                                              <p:spTgt spid="44"/>
                                            </p:tgtEl>
                                            <p:attrNameLst>
                                              <p:attrName>style.visibility</p:attrName>
                                            </p:attrNameLst>
                                          </p:cBhvr>
                                          <p:to>
                                            <p:strVal val="visible"/>
                                          </p:to>
                                        </p:set>
                                        <p:anim calcmode="lin" valueType="num">
                                          <p:cBhvr>
                                            <p:cTn id="43" dur="500" fill="hold"/>
                                            <p:tgtEl>
                                              <p:spTgt spid="44"/>
                                            </p:tgtEl>
                                            <p:attrNameLst>
                                              <p:attrName>ppt_w</p:attrName>
                                            </p:attrNameLst>
                                          </p:cBhvr>
                                          <p:tavLst>
                                            <p:tav tm="0">
                                              <p:val>
                                                <p:fltVal val="0"/>
                                              </p:val>
                                            </p:tav>
                                            <p:tav tm="100000">
                                              <p:val>
                                                <p:strVal val="#ppt_w"/>
                                              </p:val>
                                            </p:tav>
                                          </p:tavLst>
                                        </p:anim>
                                        <p:anim calcmode="lin" valueType="num">
                                          <p:cBhvr>
                                            <p:cTn id="44" dur="500" fill="hold"/>
                                            <p:tgtEl>
                                              <p:spTgt spid="44"/>
                                            </p:tgtEl>
                                            <p:attrNameLst>
                                              <p:attrName>ppt_h</p:attrName>
                                            </p:attrNameLst>
                                          </p:cBhvr>
                                          <p:tavLst>
                                            <p:tav tm="0">
                                              <p:val>
                                                <p:fltVal val="0"/>
                                              </p:val>
                                            </p:tav>
                                            <p:tav tm="100000">
                                              <p:val>
                                                <p:strVal val="#ppt_h"/>
                                              </p:val>
                                            </p:tav>
                                          </p:tavLst>
                                        </p:anim>
                                        <p:animEffect transition="in" filter="fade">
                                          <p:cBhvr>
                                            <p:cTn id="45" dur="500"/>
                                            <p:tgtEl>
                                              <p:spTgt spid="44"/>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grpId="0" nodeType="clickEffect">
                                      <p:stCondLst>
                                        <p:cond delay="0"/>
                                      </p:stCondLst>
                                      <p:childTnLst>
                                        <p:set>
                                          <p:cBhvr>
                                            <p:cTn id="49" dur="1" fill="hold">
                                              <p:stCondLst>
                                                <p:cond delay="0"/>
                                              </p:stCondLst>
                                            </p:cTn>
                                            <p:tgtEl>
                                              <p:spTgt spid="58"/>
                                            </p:tgtEl>
                                            <p:attrNameLst>
                                              <p:attrName>style.visibility</p:attrName>
                                            </p:attrNameLst>
                                          </p:cBhvr>
                                          <p:to>
                                            <p:strVal val="visible"/>
                                          </p:to>
                                        </p:set>
                                        <p:anim calcmode="lin" valueType="num">
                                          <p:cBhvr>
                                            <p:cTn id="50" dur="250" fill="hold"/>
                                            <p:tgtEl>
                                              <p:spTgt spid="58"/>
                                            </p:tgtEl>
                                            <p:attrNameLst>
                                              <p:attrName>ppt_w</p:attrName>
                                            </p:attrNameLst>
                                          </p:cBhvr>
                                          <p:tavLst>
                                            <p:tav tm="0">
                                              <p:val>
                                                <p:fltVal val="0"/>
                                              </p:val>
                                            </p:tav>
                                            <p:tav tm="100000">
                                              <p:val>
                                                <p:strVal val="#ppt_w"/>
                                              </p:val>
                                            </p:tav>
                                          </p:tavLst>
                                        </p:anim>
                                        <p:anim calcmode="lin" valueType="num">
                                          <p:cBhvr>
                                            <p:cTn id="51" dur="250" fill="hold"/>
                                            <p:tgtEl>
                                              <p:spTgt spid="58"/>
                                            </p:tgtEl>
                                            <p:attrNameLst>
                                              <p:attrName>ppt_h</p:attrName>
                                            </p:attrNameLst>
                                          </p:cBhvr>
                                          <p:tavLst>
                                            <p:tav tm="0">
                                              <p:val>
                                                <p:fltVal val="0"/>
                                              </p:val>
                                            </p:tav>
                                            <p:tav tm="100000">
                                              <p:val>
                                                <p:strVal val="#ppt_h"/>
                                              </p:val>
                                            </p:tav>
                                          </p:tavLst>
                                        </p:anim>
                                        <p:animEffect transition="in" filter="fade">
                                          <p:cBhvr>
                                            <p:cTn id="52" dur="250"/>
                                            <p:tgtEl>
                                              <p:spTgt spid="58"/>
                                            </p:tgtEl>
                                          </p:cBhvr>
                                        </p:animEffect>
                                      </p:childTnLst>
                                    </p:cTn>
                                  </p:par>
                                  <p:par>
                                    <p:cTn id="53" presetID="22" presetClass="entr" presetSubtype="8" fill="hold" nodeType="withEffect">
                                      <p:stCondLst>
                                        <p:cond delay="0"/>
                                      </p:stCondLst>
                                      <p:childTnLst>
                                        <p:set>
                                          <p:cBhvr>
                                            <p:cTn id="54" dur="1" fill="hold">
                                              <p:stCondLst>
                                                <p:cond delay="0"/>
                                              </p:stCondLst>
                                            </p:cTn>
                                            <p:tgtEl>
                                              <p:spTgt spid="62"/>
                                            </p:tgtEl>
                                            <p:attrNameLst>
                                              <p:attrName>style.visibility</p:attrName>
                                            </p:attrNameLst>
                                          </p:cBhvr>
                                          <p:to>
                                            <p:strVal val="visible"/>
                                          </p:to>
                                        </p:set>
                                        <p:animEffect transition="in" filter="wipe(left)">
                                          <p:cBhvr>
                                            <p:cTn id="55" dur="500"/>
                                            <p:tgtEl>
                                              <p:spTgt spid="62"/>
                                            </p:tgtEl>
                                          </p:cBhvr>
                                        </p:animEffect>
                                      </p:childTnLst>
                                    </p:cTn>
                                  </p:par>
                                </p:childTnLst>
                              </p:cTn>
                            </p:par>
                            <p:par>
                              <p:cTn id="56" fill="hold">
                                <p:stCondLst>
                                  <p:cond delay="500"/>
                                </p:stCondLst>
                                <p:childTnLst>
                                  <p:par>
                                    <p:cTn id="57" presetID="2" presetClass="entr" presetSubtype="2" fill="hold" nodeType="after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additive="base">
                                            <p:cTn id="59" dur="500" fill="hold"/>
                                            <p:tgtEl>
                                              <p:spTgt spid="4"/>
                                            </p:tgtEl>
                                            <p:attrNameLst>
                                              <p:attrName>ppt_x</p:attrName>
                                            </p:attrNameLst>
                                          </p:cBhvr>
                                          <p:tavLst>
                                            <p:tav tm="0">
                                              <p:val>
                                                <p:strVal val="1+#ppt_w/2"/>
                                              </p:val>
                                            </p:tav>
                                            <p:tav tm="100000">
                                              <p:val>
                                                <p:strVal val="#ppt_x"/>
                                              </p:val>
                                            </p:tav>
                                          </p:tavLst>
                                        </p:anim>
                                        <p:anim calcmode="lin" valueType="num">
                                          <p:cBhvr additive="base">
                                            <p:cTn id="60" dur="500" fill="hold"/>
                                            <p:tgtEl>
                                              <p:spTgt spid="4"/>
                                            </p:tgtEl>
                                            <p:attrNameLst>
                                              <p:attrName>ppt_y</p:attrName>
                                            </p:attrNameLst>
                                          </p:cBhvr>
                                          <p:tavLst>
                                            <p:tav tm="0">
                                              <p:val>
                                                <p:strVal val="#ppt_y"/>
                                              </p:val>
                                            </p:tav>
                                            <p:tav tm="100000">
                                              <p:val>
                                                <p:strVal val="#ppt_y"/>
                                              </p:val>
                                            </p:tav>
                                          </p:tavLst>
                                        </p:anim>
                                      </p:childTnLst>
                                    </p:cTn>
                                  </p:par>
                                  <p:par>
                                    <p:cTn id="61" presetID="22" presetClass="entr" presetSubtype="8" fill="hold" grpId="0" nodeType="withEffect">
                                      <p:stCondLst>
                                        <p:cond delay="0"/>
                                      </p:stCondLst>
                                      <p:childTnLst>
                                        <p:set>
                                          <p:cBhvr>
                                            <p:cTn id="62" dur="1" fill="hold">
                                              <p:stCondLst>
                                                <p:cond delay="0"/>
                                              </p:stCondLst>
                                            </p:cTn>
                                            <p:tgtEl>
                                              <p:spTgt spid="19"/>
                                            </p:tgtEl>
                                            <p:attrNameLst>
                                              <p:attrName>style.visibility</p:attrName>
                                            </p:attrNameLst>
                                          </p:cBhvr>
                                          <p:to>
                                            <p:strVal val="visible"/>
                                          </p:to>
                                        </p:set>
                                        <p:animEffect transition="in" filter="wipe(left)">
                                          <p:cBhvr>
                                            <p:cTn id="63" dur="500"/>
                                            <p:tgtEl>
                                              <p:spTgt spid="19"/>
                                            </p:tgtEl>
                                          </p:cBhvr>
                                        </p:animEffect>
                                      </p:childTnLst>
                                    </p:cTn>
                                  </p:par>
                                  <p:par>
                                    <p:cTn id="64" presetID="10" presetClass="entr" presetSubtype="0" fill="hold" nodeType="withEffect">
                                      <p:stCondLst>
                                        <p:cond delay="0"/>
                                      </p:stCondLst>
                                      <p:childTnLst>
                                        <p:set>
                                          <p:cBhvr>
                                            <p:cTn id="65" dur="1" fill="hold">
                                              <p:stCondLst>
                                                <p:cond delay="0"/>
                                              </p:stCondLst>
                                            </p:cTn>
                                            <p:tgtEl>
                                              <p:spTgt spid="39"/>
                                            </p:tgtEl>
                                            <p:attrNameLst>
                                              <p:attrName>style.visibility</p:attrName>
                                            </p:attrNameLst>
                                          </p:cBhvr>
                                          <p:to>
                                            <p:strVal val="visible"/>
                                          </p:to>
                                        </p:set>
                                        <p:animEffect transition="in" filter="fade">
                                          <p:cBhvr>
                                            <p:cTn id="66" dur="500"/>
                                            <p:tgtEl>
                                              <p:spTgt spid="39"/>
                                            </p:tgtEl>
                                          </p:cBhvr>
                                        </p:animEffect>
                                      </p:childTnLst>
                                    </p:cTn>
                                  </p:par>
                                </p:childTnLst>
                              </p:cTn>
                            </p:par>
                          </p:childTnLst>
                        </p:cTn>
                      </p:par>
                      <p:par>
                        <p:cTn id="67" fill="hold">
                          <p:stCondLst>
                            <p:cond delay="indefinite"/>
                          </p:stCondLst>
                          <p:childTnLst>
                            <p:par>
                              <p:cTn id="68" fill="hold">
                                <p:stCondLst>
                                  <p:cond delay="0"/>
                                </p:stCondLst>
                                <p:childTnLst>
                                  <p:par>
                                    <p:cTn id="69" presetID="53" presetClass="entr" presetSubtype="16" fill="hold" grpId="0" nodeType="clickEffect">
                                      <p:stCondLst>
                                        <p:cond delay="0"/>
                                      </p:stCondLst>
                                      <p:childTnLst>
                                        <p:set>
                                          <p:cBhvr>
                                            <p:cTn id="70" dur="1" fill="hold">
                                              <p:stCondLst>
                                                <p:cond delay="0"/>
                                              </p:stCondLst>
                                            </p:cTn>
                                            <p:tgtEl>
                                              <p:spTgt spid="88"/>
                                            </p:tgtEl>
                                            <p:attrNameLst>
                                              <p:attrName>style.visibility</p:attrName>
                                            </p:attrNameLst>
                                          </p:cBhvr>
                                          <p:to>
                                            <p:strVal val="visible"/>
                                          </p:to>
                                        </p:set>
                                        <p:anim calcmode="lin" valueType="num">
                                          <p:cBhvr>
                                            <p:cTn id="71" dur="250" fill="hold"/>
                                            <p:tgtEl>
                                              <p:spTgt spid="88"/>
                                            </p:tgtEl>
                                            <p:attrNameLst>
                                              <p:attrName>ppt_w</p:attrName>
                                            </p:attrNameLst>
                                          </p:cBhvr>
                                          <p:tavLst>
                                            <p:tav tm="0">
                                              <p:val>
                                                <p:fltVal val="0"/>
                                              </p:val>
                                            </p:tav>
                                            <p:tav tm="100000">
                                              <p:val>
                                                <p:strVal val="#ppt_w"/>
                                              </p:val>
                                            </p:tav>
                                          </p:tavLst>
                                        </p:anim>
                                        <p:anim calcmode="lin" valueType="num">
                                          <p:cBhvr>
                                            <p:cTn id="72" dur="250" fill="hold"/>
                                            <p:tgtEl>
                                              <p:spTgt spid="88"/>
                                            </p:tgtEl>
                                            <p:attrNameLst>
                                              <p:attrName>ppt_h</p:attrName>
                                            </p:attrNameLst>
                                          </p:cBhvr>
                                          <p:tavLst>
                                            <p:tav tm="0">
                                              <p:val>
                                                <p:fltVal val="0"/>
                                              </p:val>
                                            </p:tav>
                                            <p:tav tm="100000">
                                              <p:val>
                                                <p:strVal val="#ppt_h"/>
                                              </p:val>
                                            </p:tav>
                                          </p:tavLst>
                                        </p:anim>
                                        <p:animEffect transition="in" filter="fade">
                                          <p:cBhvr>
                                            <p:cTn id="73" dur="250"/>
                                            <p:tgtEl>
                                              <p:spTgt spid="88"/>
                                            </p:tgtEl>
                                          </p:cBhvr>
                                        </p:animEffect>
                                      </p:childTnLst>
                                    </p:cTn>
                                  </p:par>
                                  <p:par>
                                    <p:cTn id="74" presetID="22" presetClass="entr" presetSubtype="8" fill="hold" nodeType="withEffect">
                                      <p:stCondLst>
                                        <p:cond delay="0"/>
                                      </p:stCondLst>
                                      <p:childTnLst>
                                        <p:set>
                                          <p:cBhvr>
                                            <p:cTn id="75" dur="1" fill="hold">
                                              <p:stCondLst>
                                                <p:cond delay="0"/>
                                              </p:stCondLst>
                                            </p:cTn>
                                            <p:tgtEl>
                                              <p:spTgt spid="63"/>
                                            </p:tgtEl>
                                            <p:attrNameLst>
                                              <p:attrName>style.visibility</p:attrName>
                                            </p:attrNameLst>
                                          </p:cBhvr>
                                          <p:to>
                                            <p:strVal val="visible"/>
                                          </p:to>
                                        </p:set>
                                        <p:animEffect transition="in" filter="wipe(left)">
                                          <p:cBhvr>
                                            <p:cTn id="76" dur="500"/>
                                            <p:tgtEl>
                                              <p:spTgt spid="63"/>
                                            </p:tgtEl>
                                          </p:cBhvr>
                                        </p:animEffect>
                                      </p:childTnLst>
                                    </p:cTn>
                                  </p:par>
                                </p:childTnLst>
                              </p:cTn>
                            </p:par>
                            <p:par>
                              <p:cTn id="77" fill="hold">
                                <p:stCondLst>
                                  <p:cond delay="500"/>
                                </p:stCondLst>
                                <p:childTnLst>
                                  <p:par>
                                    <p:cTn id="78" presetID="2" presetClass="entr" presetSubtype="2" fill="hold" nodeType="afterEffect">
                                      <p:stCondLst>
                                        <p:cond delay="0"/>
                                      </p:stCondLst>
                                      <p:childTnLst>
                                        <p:set>
                                          <p:cBhvr>
                                            <p:cTn id="79" dur="1" fill="hold">
                                              <p:stCondLst>
                                                <p:cond delay="0"/>
                                              </p:stCondLst>
                                            </p:cTn>
                                            <p:tgtEl>
                                              <p:spTgt spid="142"/>
                                            </p:tgtEl>
                                            <p:attrNameLst>
                                              <p:attrName>style.visibility</p:attrName>
                                            </p:attrNameLst>
                                          </p:cBhvr>
                                          <p:to>
                                            <p:strVal val="visible"/>
                                          </p:to>
                                        </p:set>
                                        <p:anim calcmode="lin" valueType="num">
                                          <p:cBhvr additive="base">
                                            <p:cTn id="80" dur="500" fill="hold"/>
                                            <p:tgtEl>
                                              <p:spTgt spid="142"/>
                                            </p:tgtEl>
                                            <p:attrNameLst>
                                              <p:attrName>ppt_x</p:attrName>
                                            </p:attrNameLst>
                                          </p:cBhvr>
                                          <p:tavLst>
                                            <p:tav tm="0">
                                              <p:val>
                                                <p:strVal val="1+#ppt_w/2"/>
                                              </p:val>
                                            </p:tav>
                                            <p:tav tm="100000">
                                              <p:val>
                                                <p:strVal val="#ppt_x"/>
                                              </p:val>
                                            </p:tav>
                                          </p:tavLst>
                                        </p:anim>
                                        <p:anim calcmode="lin" valueType="num">
                                          <p:cBhvr additive="base">
                                            <p:cTn id="81" dur="500" fill="hold"/>
                                            <p:tgtEl>
                                              <p:spTgt spid="142"/>
                                            </p:tgtEl>
                                            <p:attrNameLst>
                                              <p:attrName>ppt_y</p:attrName>
                                            </p:attrNameLst>
                                          </p:cBhvr>
                                          <p:tavLst>
                                            <p:tav tm="0">
                                              <p:val>
                                                <p:strVal val="#ppt_y"/>
                                              </p:val>
                                            </p:tav>
                                            <p:tav tm="100000">
                                              <p:val>
                                                <p:strVal val="#ppt_y"/>
                                              </p:val>
                                            </p:tav>
                                          </p:tavLst>
                                        </p:anim>
                                      </p:childTnLst>
                                    </p:cTn>
                                  </p:par>
                                  <p:par>
                                    <p:cTn id="82" presetID="22" presetClass="entr" presetSubtype="8" fill="hold" grpId="0" nodeType="withEffect">
                                      <p:stCondLst>
                                        <p:cond delay="250"/>
                                      </p:stCondLst>
                                      <p:childTnLst>
                                        <p:set>
                                          <p:cBhvr>
                                            <p:cTn id="83" dur="1" fill="hold">
                                              <p:stCondLst>
                                                <p:cond delay="0"/>
                                              </p:stCondLst>
                                            </p:cTn>
                                            <p:tgtEl>
                                              <p:spTgt spid="31"/>
                                            </p:tgtEl>
                                            <p:attrNameLst>
                                              <p:attrName>style.visibility</p:attrName>
                                            </p:attrNameLst>
                                          </p:cBhvr>
                                          <p:to>
                                            <p:strVal val="visible"/>
                                          </p:to>
                                        </p:set>
                                        <p:animEffect transition="in" filter="wipe(left)">
                                          <p:cBhvr>
                                            <p:cTn id="84" dur="500"/>
                                            <p:tgtEl>
                                              <p:spTgt spid="31"/>
                                            </p:tgtEl>
                                          </p:cBhvr>
                                        </p:animEffect>
                                      </p:childTnLst>
                                    </p:cTn>
                                  </p:par>
                                  <p:par>
                                    <p:cTn id="85" presetID="10" presetClass="entr" presetSubtype="0" fill="hold" nodeType="withEffect">
                                      <p:stCondLst>
                                        <p:cond delay="0"/>
                                      </p:stCondLst>
                                      <p:childTnLst>
                                        <p:set>
                                          <p:cBhvr>
                                            <p:cTn id="86" dur="1" fill="hold">
                                              <p:stCondLst>
                                                <p:cond delay="0"/>
                                              </p:stCondLst>
                                            </p:cTn>
                                            <p:tgtEl>
                                              <p:spTgt spid="41"/>
                                            </p:tgtEl>
                                            <p:attrNameLst>
                                              <p:attrName>style.visibility</p:attrName>
                                            </p:attrNameLst>
                                          </p:cBhvr>
                                          <p:to>
                                            <p:strVal val="visible"/>
                                          </p:to>
                                        </p:set>
                                        <p:animEffect transition="in" filter="fade">
                                          <p:cBhvr>
                                            <p:cTn id="87" dur="500"/>
                                            <p:tgtEl>
                                              <p:spTgt spid="41"/>
                                            </p:tgtEl>
                                          </p:cBhvr>
                                        </p:animEffect>
                                      </p:childTnLst>
                                    </p:cTn>
                                  </p:par>
                                </p:childTnLst>
                              </p:cTn>
                            </p:par>
                          </p:childTnLst>
                        </p:cTn>
                      </p:par>
                      <p:par>
                        <p:cTn id="88" fill="hold">
                          <p:stCondLst>
                            <p:cond delay="indefinite"/>
                          </p:stCondLst>
                          <p:childTnLst>
                            <p:par>
                              <p:cTn id="89" fill="hold">
                                <p:stCondLst>
                                  <p:cond delay="0"/>
                                </p:stCondLst>
                                <p:childTnLst>
                                  <p:par>
                                    <p:cTn id="90" presetID="53" presetClass="entr" presetSubtype="16" fill="hold" grpId="0" nodeType="clickEffect">
                                      <p:stCondLst>
                                        <p:cond delay="0"/>
                                      </p:stCondLst>
                                      <p:childTnLst>
                                        <p:set>
                                          <p:cBhvr>
                                            <p:cTn id="91" dur="1" fill="hold">
                                              <p:stCondLst>
                                                <p:cond delay="0"/>
                                              </p:stCondLst>
                                            </p:cTn>
                                            <p:tgtEl>
                                              <p:spTgt spid="89"/>
                                            </p:tgtEl>
                                            <p:attrNameLst>
                                              <p:attrName>style.visibility</p:attrName>
                                            </p:attrNameLst>
                                          </p:cBhvr>
                                          <p:to>
                                            <p:strVal val="visible"/>
                                          </p:to>
                                        </p:set>
                                        <p:anim calcmode="lin" valueType="num">
                                          <p:cBhvr>
                                            <p:cTn id="92" dur="250" fill="hold"/>
                                            <p:tgtEl>
                                              <p:spTgt spid="89"/>
                                            </p:tgtEl>
                                            <p:attrNameLst>
                                              <p:attrName>ppt_w</p:attrName>
                                            </p:attrNameLst>
                                          </p:cBhvr>
                                          <p:tavLst>
                                            <p:tav tm="0">
                                              <p:val>
                                                <p:fltVal val="0"/>
                                              </p:val>
                                            </p:tav>
                                            <p:tav tm="100000">
                                              <p:val>
                                                <p:strVal val="#ppt_w"/>
                                              </p:val>
                                            </p:tav>
                                          </p:tavLst>
                                        </p:anim>
                                        <p:anim calcmode="lin" valueType="num">
                                          <p:cBhvr>
                                            <p:cTn id="93" dur="250" fill="hold"/>
                                            <p:tgtEl>
                                              <p:spTgt spid="89"/>
                                            </p:tgtEl>
                                            <p:attrNameLst>
                                              <p:attrName>ppt_h</p:attrName>
                                            </p:attrNameLst>
                                          </p:cBhvr>
                                          <p:tavLst>
                                            <p:tav tm="0">
                                              <p:val>
                                                <p:fltVal val="0"/>
                                              </p:val>
                                            </p:tav>
                                            <p:tav tm="100000">
                                              <p:val>
                                                <p:strVal val="#ppt_h"/>
                                              </p:val>
                                            </p:tav>
                                          </p:tavLst>
                                        </p:anim>
                                        <p:animEffect transition="in" filter="fade">
                                          <p:cBhvr>
                                            <p:cTn id="94" dur="250"/>
                                            <p:tgtEl>
                                              <p:spTgt spid="89"/>
                                            </p:tgtEl>
                                          </p:cBhvr>
                                        </p:animEffect>
                                      </p:childTnLst>
                                    </p:cTn>
                                  </p:par>
                                  <p:par>
                                    <p:cTn id="95" presetID="22" presetClass="entr" presetSubtype="8" fill="hold" nodeType="withEffect">
                                      <p:stCondLst>
                                        <p:cond delay="0"/>
                                      </p:stCondLst>
                                      <p:childTnLst>
                                        <p:set>
                                          <p:cBhvr>
                                            <p:cTn id="96" dur="1" fill="hold">
                                              <p:stCondLst>
                                                <p:cond delay="0"/>
                                              </p:stCondLst>
                                            </p:cTn>
                                            <p:tgtEl>
                                              <p:spTgt spid="71"/>
                                            </p:tgtEl>
                                            <p:attrNameLst>
                                              <p:attrName>style.visibility</p:attrName>
                                            </p:attrNameLst>
                                          </p:cBhvr>
                                          <p:to>
                                            <p:strVal val="visible"/>
                                          </p:to>
                                        </p:set>
                                        <p:animEffect transition="in" filter="wipe(left)">
                                          <p:cBhvr>
                                            <p:cTn id="97" dur="500"/>
                                            <p:tgtEl>
                                              <p:spTgt spid="71"/>
                                            </p:tgtEl>
                                          </p:cBhvr>
                                        </p:animEffect>
                                      </p:childTnLst>
                                    </p:cTn>
                                  </p:par>
                                </p:childTnLst>
                              </p:cTn>
                            </p:par>
                            <p:par>
                              <p:cTn id="98" fill="hold">
                                <p:stCondLst>
                                  <p:cond delay="500"/>
                                </p:stCondLst>
                                <p:childTnLst>
                                  <p:par>
                                    <p:cTn id="99" presetID="2" presetClass="entr" presetSubtype="2" fill="hold" nodeType="afterEffect">
                                      <p:stCondLst>
                                        <p:cond delay="0"/>
                                      </p:stCondLst>
                                      <p:childTnLst>
                                        <p:set>
                                          <p:cBhvr>
                                            <p:cTn id="100" dur="1" fill="hold">
                                              <p:stCondLst>
                                                <p:cond delay="0"/>
                                              </p:stCondLst>
                                            </p:cTn>
                                            <p:tgtEl>
                                              <p:spTgt spid="32"/>
                                            </p:tgtEl>
                                            <p:attrNameLst>
                                              <p:attrName>style.visibility</p:attrName>
                                            </p:attrNameLst>
                                          </p:cBhvr>
                                          <p:to>
                                            <p:strVal val="visible"/>
                                          </p:to>
                                        </p:set>
                                        <p:anim calcmode="lin" valueType="num">
                                          <p:cBhvr additive="base">
                                            <p:cTn id="101" dur="500" fill="hold"/>
                                            <p:tgtEl>
                                              <p:spTgt spid="32"/>
                                            </p:tgtEl>
                                            <p:attrNameLst>
                                              <p:attrName>ppt_x</p:attrName>
                                            </p:attrNameLst>
                                          </p:cBhvr>
                                          <p:tavLst>
                                            <p:tav tm="0">
                                              <p:val>
                                                <p:strVal val="1+#ppt_w/2"/>
                                              </p:val>
                                            </p:tav>
                                            <p:tav tm="100000">
                                              <p:val>
                                                <p:strVal val="#ppt_x"/>
                                              </p:val>
                                            </p:tav>
                                          </p:tavLst>
                                        </p:anim>
                                        <p:anim calcmode="lin" valueType="num">
                                          <p:cBhvr additive="base">
                                            <p:cTn id="102" dur="500" fill="hold"/>
                                            <p:tgtEl>
                                              <p:spTgt spid="32"/>
                                            </p:tgtEl>
                                            <p:attrNameLst>
                                              <p:attrName>ppt_y</p:attrName>
                                            </p:attrNameLst>
                                          </p:cBhvr>
                                          <p:tavLst>
                                            <p:tav tm="0">
                                              <p:val>
                                                <p:strVal val="#ppt_y"/>
                                              </p:val>
                                            </p:tav>
                                            <p:tav tm="100000">
                                              <p:val>
                                                <p:strVal val="#ppt_y"/>
                                              </p:val>
                                            </p:tav>
                                          </p:tavLst>
                                        </p:anim>
                                      </p:childTnLst>
                                    </p:cTn>
                                  </p:par>
                                  <p:par>
                                    <p:cTn id="103" presetID="22" presetClass="entr" presetSubtype="8" fill="hold" grpId="0" nodeType="withEffect">
                                      <p:stCondLst>
                                        <p:cond delay="250"/>
                                      </p:stCondLst>
                                      <p:childTnLst>
                                        <p:set>
                                          <p:cBhvr>
                                            <p:cTn id="104" dur="1" fill="hold">
                                              <p:stCondLst>
                                                <p:cond delay="0"/>
                                              </p:stCondLst>
                                            </p:cTn>
                                            <p:tgtEl>
                                              <p:spTgt spid="35"/>
                                            </p:tgtEl>
                                            <p:attrNameLst>
                                              <p:attrName>style.visibility</p:attrName>
                                            </p:attrNameLst>
                                          </p:cBhvr>
                                          <p:to>
                                            <p:strVal val="visible"/>
                                          </p:to>
                                        </p:set>
                                        <p:animEffect transition="in" filter="wipe(left)">
                                          <p:cBhvr>
                                            <p:cTn id="105" dur="500"/>
                                            <p:tgtEl>
                                              <p:spTgt spid="35"/>
                                            </p:tgtEl>
                                          </p:cBhvr>
                                        </p:animEffect>
                                      </p:childTnLst>
                                    </p:cTn>
                                  </p:par>
                                  <p:par>
                                    <p:cTn id="106" presetID="10" presetClass="entr" presetSubtype="0" fill="hold" nodeType="withEffect">
                                      <p:stCondLst>
                                        <p:cond delay="0"/>
                                      </p:stCondLst>
                                      <p:childTnLst>
                                        <p:set>
                                          <p:cBhvr>
                                            <p:cTn id="107" dur="1" fill="hold">
                                              <p:stCondLst>
                                                <p:cond delay="0"/>
                                              </p:stCondLst>
                                            </p:cTn>
                                            <p:tgtEl>
                                              <p:spTgt spid="42"/>
                                            </p:tgtEl>
                                            <p:attrNameLst>
                                              <p:attrName>style.visibility</p:attrName>
                                            </p:attrNameLst>
                                          </p:cBhvr>
                                          <p:to>
                                            <p:strVal val="visible"/>
                                          </p:to>
                                        </p:set>
                                        <p:animEffect transition="in" filter="fade">
                                          <p:cBhvr>
                                            <p:cTn id="108" dur="500"/>
                                            <p:tgtEl>
                                              <p:spTgt spid="42"/>
                                            </p:tgtEl>
                                          </p:cBhvr>
                                        </p:animEffect>
                                      </p:childTnLst>
                                    </p:cTn>
                                  </p:par>
                                </p:childTnLst>
                              </p:cTn>
                            </p:par>
                          </p:childTnLst>
                        </p:cTn>
                      </p:par>
                      <p:par>
                        <p:cTn id="109" fill="hold">
                          <p:stCondLst>
                            <p:cond delay="indefinite"/>
                          </p:stCondLst>
                          <p:childTnLst>
                            <p:par>
                              <p:cTn id="110" fill="hold">
                                <p:stCondLst>
                                  <p:cond delay="0"/>
                                </p:stCondLst>
                                <p:childTnLst>
                                  <p:par>
                                    <p:cTn id="111" presetID="53" presetClass="entr" presetSubtype="16" fill="hold" grpId="0" nodeType="clickEffect">
                                      <p:stCondLst>
                                        <p:cond delay="0"/>
                                      </p:stCondLst>
                                      <p:childTnLst>
                                        <p:set>
                                          <p:cBhvr>
                                            <p:cTn id="112" dur="1" fill="hold">
                                              <p:stCondLst>
                                                <p:cond delay="0"/>
                                              </p:stCondLst>
                                            </p:cTn>
                                            <p:tgtEl>
                                              <p:spTgt spid="90"/>
                                            </p:tgtEl>
                                            <p:attrNameLst>
                                              <p:attrName>style.visibility</p:attrName>
                                            </p:attrNameLst>
                                          </p:cBhvr>
                                          <p:to>
                                            <p:strVal val="visible"/>
                                          </p:to>
                                        </p:set>
                                        <p:anim calcmode="lin" valueType="num">
                                          <p:cBhvr>
                                            <p:cTn id="113" dur="250" fill="hold"/>
                                            <p:tgtEl>
                                              <p:spTgt spid="90"/>
                                            </p:tgtEl>
                                            <p:attrNameLst>
                                              <p:attrName>ppt_w</p:attrName>
                                            </p:attrNameLst>
                                          </p:cBhvr>
                                          <p:tavLst>
                                            <p:tav tm="0">
                                              <p:val>
                                                <p:fltVal val="0"/>
                                              </p:val>
                                            </p:tav>
                                            <p:tav tm="100000">
                                              <p:val>
                                                <p:strVal val="#ppt_w"/>
                                              </p:val>
                                            </p:tav>
                                          </p:tavLst>
                                        </p:anim>
                                        <p:anim calcmode="lin" valueType="num">
                                          <p:cBhvr>
                                            <p:cTn id="114" dur="250" fill="hold"/>
                                            <p:tgtEl>
                                              <p:spTgt spid="90"/>
                                            </p:tgtEl>
                                            <p:attrNameLst>
                                              <p:attrName>ppt_h</p:attrName>
                                            </p:attrNameLst>
                                          </p:cBhvr>
                                          <p:tavLst>
                                            <p:tav tm="0">
                                              <p:val>
                                                <p:fltVal val="0"/>
                                              </p:val>
                                            </p:tav>
                                            <p:tav tm="100000">
                                              <p:val>
                                                <p:strVal val="#ppt_h"/>
                                              </p:val>
                                            </p:tav>
                                          </p:tavLst>
                                        </p:anim>
                                        <p:animEffect transition="in" filter="fade">
                                          <p:cBhvr>
                                            <p:cTn id="115" dur="250"/>
                                            <p:tgtEl>
                                              <p:spTgt spid="90"/>
                                            </p:tgtEl>
                                          </p:cBhvr>
                                        </p:animEffect>
                                      </p:childTnLst>
                                    </p:cTn>
                                  </p:par>
                                  <p:par>
                                    <p:cTn id="116" presetID="22" presetClass="entr" presetSubtype="8" fill="hold" nodeType="withEffect">
                                      <p:stCondLst>
                                        <p:cond delay="0"/>
                                      </p:stCondLst>
                                      <p:childTnLst>
                                        <p:set>
                                          <p:cBhvr>
                                            <p:cTn id="117" dur="1" fill="hold">
                                              <p:stCondLst>
                                                <p:cond delay="0"/>
                                              </p:stCondLst>
                                            </p:cTn>
                                            <p:tgtEl>
                                              <p:spTgt spid="64"/>
                                            </p:tgtEl>
                                            <p:attrNameLst>
                                              <p:attrName>style.visibility</p:attrName>
                                            </p:attrNameLst>
                                          </p:cBhvr>
                                          <p:to>
                                            <p:strVal val="visible"/>
                                          </p:to>
                                        </p:set>
                                        <p:animEffect transition="in" filter="wipe(left)">
                                          <p:cBhvr>
                                            <p:cTn id="118" dur="500"/>
                                            <p:tgtEl>
                                              <p:spTgt spid="64"/>
                                            </p:tgtEl>
                                          </p:cBhvr>
                                        </p:animEffect>
                                      </p:childTnLst>
                                    </p:cTn>
                                  </p:par>
                                </p:childTnLst>
                              </p:cTn>
                            </p:par>
                            <p:par>
                              <p:cTn id="119" fill="hold">
                                <p:stCondLst>
                                  <p:cond delay="500"/>
                                </p:stCondLst>
                                <p:childTnLst>
                                  <p:par>
                                    <p:cTn id="120" presetID="2" presetClass="entr" presetSubtype="2" fill="hold" nodeType="afterEffect">
                                      <p:stCondLst>
                                        <p:cond delay="0"/>
                                      </p:stCondLst>
                                      <p:childTnLst>
                                        <p:set>
                                          <p:cBhvr>
                                            <p:cTn id="121" dur="1" fill="hold">
                                              <p:stCondLst>
                                                <p:cond delay="0"/>
                                              </p:stCondLst>
                                            </p:cTn>
                                            <p:tgtEl>
                                              <p:spTgt spid="21"/>
                                            </p:tgtEl>
                                            <p:attrNameLst>
                                              <p:attrName>style.visibility</p:attrName>
                                            </p:attrNameLst>
                                          </p:cBhvr>
                                          <p:to>
                                            <p:strVal val="visible"/>
                                          </p:to>
                                        </p:set>
                                        <p:anim calcmode="lin" valueType="num">
                                          <p:cBhvr additive="base">
                                            <p:cTn id="122" dur="500" fill="hold"/>
                                            <p:tgtEl>
                                              <p:spTgt spid="21"/>
                                            </p:tgtEl>
                                            <p:attrNameLst>
                                              <p:attrName>ppt_x</p:attrName>
                                            </p:attrNameLst>
                                          </p:cBhvr>
                                          <p:tavLst>
                                            <p:tav tm="0">
                                              <p:val>
                                                <p:strVal val="1+#ppt_w/2"/>
                                              </p:val>
                                            </p:tav>
                                            <p:tav tm="100000">
                                              <p:val>
                                                <p:strVal val="#ppt_x"/>
                                              </p:val>
                                            </p:tav>
                                          </p:tavLst>
                                        </p:anim>
                                        <p:anim calcmode="lin" valueType="num">
                                          <p:cBhvr additive="base">
                                            <p:cTn id="123" dur="500" fill="hold"/>
                                            <p:tgtEl>
                                              <p:spTgt spid="21"/>
                                            </p:tgtEl>
                                            <p:attrNameLst>
                                              <p:attrName>ppt_y</p:attrName>
                                            </p:attrNameLst>
                                          </p:cBhvr>
                                          <p:tavLst>
                                            <p:tav tm="0">
                                              <p:val>
                                                <p:strVal val="#ppt_y"/>
                                              </p:val>
                                            </p:tav>
                                            <p:tav tm="100000">
                                              <p:val>
                                                <p:strVal val="#ppt_y"/>
                                              </p:val>
                                            </p:tav>
                                          </p:tavLst>
                                        </p:anim>
                                      </p:childTnLst>
                                    </p:cTn>
                                  </p:par>
                                  <p:par>
                                    <p:cTn id="124" presetID="22" presetClass="entr" presetSubtype="8" fill="hold" grpId="0" nodeType="withEffect">
                                      <p:stCondLst>
                                        <p:cond delay="250"/>
                                      </p:stCondLst>
                                      <p:childTnLst>
                                        <p:set>
                                          <p:cBhvr>
                                            <p:cTn id="125" dur="1" fill="hold">
                                              <p:stCondLst>
                                                <p:cond delay="0"/>
                                              </p:stCondLst>
                                            </p:cTn>
                                            <p:tgtEl>
                                              <p:spTgt spid="27"/>
                                            </p:tgtEl>
                                            <p:attrNameLst>
                                              <p:attrName>style.visibility</p:attrName>
                                            </p:attrNameLst>
                                          </p:cBhvr>
                                          <p:to>
                                            <p:strVal val="visible"/>
                                          </p:to>
                                        </p:set>
                                        <p:animEffect transition="in" filter="wipe(left)">
                                          <p:cBhvr>
                                            <p:cTn id="126" dur="500"/>
                                            <p:tgtEl>
                                              <p:spTgt spid="27"/>
                                            </p:tgtEl>
                                          </p:cBhvr>
                                        </p:animEffect>
                                      </p:childTnLst>
                                    </p:cTn>
                                  </p:par>
                                  <p:par>
                                    <p:cTn id="127" presetID="10" presetClass="entr" presetSubtype="0" fill="hold" nodeType="withEffect">
                                      <p:stCondLst>
                                        <p:cond delay="0"/>
                                      </p:stCondLst>
                                      <p:childTnLst>
                                        <p:set>
                                          <p:cBhvr>
                                            <p:cTn id="128" dur="1" fill="hold">
                                              <p:stCondLst>
                                                <p:cond delay="0"/>
                                              </p:stCondLst>
                                            </p:cTn>
                                            <p:tgtEl>
                                              <p:spTgt spid="43"/>
                                            </p:tgtEl>
                                            <p:attrNameLst>
                                              <p:attrName>style.visibility</p:attrName>
                                            </p:attrNameLst>
                                          </p:cBhvr>
                                          <p:to>
                                            <p:strVal val="visible"/>
                                          </p:to>
                                        </p:set>
                                        <p:animEffect transition="in" filter="fade">
                                          <p:cBhvr>
                                            <p:cTn id="129" dur="500"/>
                                            <p:tgtEl>
                                              <p:spTgt spid="43"/>
                                            </p:tgtEl>
                                          </p:cBhvr>
                                        </p:animEffect>
                                      </p:childTnLst>
                                    </p:cTn>
                                  </p:par>
                                </p:childTnLst>
                              </p:cTn>
                            </p:par>
                          </p:childTnLst>
                        </p:cTn>
                      </p:par>
                      <p:par>
                        <p:cTn id="130" fill="hold">
                          <p:stCondLst>
                            <p:cond delay="indefinite"/>
                          </p:stCondLst>
                          <p:childTnLst>
                            <p:par>
                              <p:cTn id="131" fill="hold">
                                <p:stCondLst>
                                  <p:cond delay="0"/>
                                </p:stCondLst>
                                <p:childTnLst>
                                  <p:par>
                                    <p:cTn id="132" presetID="53" presetClass="entr" presetSubtype="16" fill="hold" grpId="0" nodeType="clickEffect">
                                      <p:stCondLst>
                                        <p:cond delay="0"/>
                                      </p:stCondLst>
                                      <p:childTnLst>
                                        <p:set>
                                          <p:cBhvr>
                                            <p:cTn id="133" dur="1" fill="hold">
                                              <p:stCondLst>
                                                <p:cond delay="0"/>
                                              </p:stCondLst>
                                            </p:cTn>
                                            <p:tgtEl>
                                              <p:spTgt spid="91"/>
                                            </p:tgtEl>
                                            <p:attrNameLst>
                                              <p:attrName>style.visibility</p:attrName>
                                            </p:attrNameLst>
                                          </p:cBhvr>
                                          <p:to>
                                            <p:strVal val="visible"/>
                                          </p:to>
                                        </p:set>
                                        <p:anim calcmode="lin" valueType="num">
                                          <p:cBhvr>
                                            <p:cTn id="134" dur="250" fill="hold"/>
                                            <p:tgtEl>
                                              <p:spTgt spid="91"/>
                                            </p:tgtEl>
                                            <p:attrNameLst>
                                              <p:attrName>ppt_w</p:attrName>
                                            </p:attrNameLst>
                                          </p:cBhvr>
                                          <p:tavLst>
                                            <p:tav tm="0">
                                              <p:val>
                                                <p:fltVal val="0"/>
                                              </p:val>
                                            </p:tav>
                                            <p:tav tm="100000">
                                              <p:val>
                                                <p:strVal val="#ppt_w"/>
                                              </p:val>
                                            </p:tav>
                                          </p:tavLst>
                                        </p:anim>
                                        <p:anim calcmode="lin" valueType="num">
                                          <p:cBhvr>
                                            <p:cTn id="135" dur="250" fill="hold"/>
                                            <p:tgtEl>
                                              <p:spTgt spid="91"/>
                                            </p:tgtEl>
                                            <p:attrNameLst>
                                              <p:attrName>ppt_h</p:attrName>
                                            </p:attrNameLst>
                                          </p:cBhvr>
                                          <p:tavLst>
                                            <p:tav tm="0">
                                              <p:val>
                                                <p:fltVal val="0"/>
                                              </p:val>
                                            </p:tav>
                                            <p:tav tm="100000">
                                              <p:val>
                                                <p:strVal val="#ppt_h"/>
                                              </p:val>
                                            </p:tav>
                                          </p:tavLst>
                                        </p:anim>
                                        <p:animEffect transition="in" filter="fade">
                                          <p:cBhvr>
                                            <p:cTn id="136" dur="250"/>
                                            <p:tgtEl>
                                              <p:spTgt spid="91"/>
                                            </p:tgtEl>
                                          </p:cBhvr>
                                        </p:animEffect>
                                      </p:childTnLst>
                                    </p:cTn>
                                  </p:par>
                                  <p:par>
                                    <p:cTn id="137" presetID="22" presetClass="entr" presetSubtype="8" fill="hold" nodeType="withEffect">
                                      <p:stCondLst>
                                        <p:cond delay="0"/>
                                      </p:stCondLst>
                                      <p:childTnLst>
                                        <p:set>
                                          <p:cBhvr>
                                            <p:cTn id="138" dur="1" fill="hold">
                                              <p:stCondLst>
                                                <p:cond delay="0"/>
                                              </p:stCondLst>
                                            </p:cTn>
                                            <p:tgtEl>
                                              <p:spTgt spid="65"/>
                                            </p:tgtEl>
                                            <p:attrNameLst>
                                              <p:attrName>style.visibility</p:attrName>
                                            </p:attrNameLst>
                                          </p:cBhvr>
                                          <p:to>
                                            <p:strVal val="visible"/>
                                          </p:to>
                                        </p:set>
                                        <p:animEffect transition="in" filter="wipe(left)">
                                          <p:cBhvr>
                                            <p:cTn id="139" dur="500"/>
                                            <p:tgtEl>
                                              <p:spTgt spid="65"/>
                                            </p:tgtEl>
                                          </p:cBhvr>
                                        </p:animEffect>
                                      </p:childTnLst>
                                    </p:cTn>
                                  </p:par>
                                </p:childTnLst>
                              </p:cTn>
                            </p:par>
                            <p:par>
                              <p:cTn id="140" fill="hold">
                                <p:stCondLst>
                                  <p:cond delay="500"/>
                                </p:stCondLst>
                                <p:childTnLst>
                                  <p:par>
                                    <p:cTn id="141" presetID="2" presetClass="entr" presetSubtype="2" fill="hold" nodeType="afterEffect">
                                      <p:stCondLst>
                                        <p:cond delay="0"/>
                                      </p:stCondLst>
                                      <p:childTnLst>
                                        <p:set>
                                          <p:cBhvr>
                                            <p:cTn id="142" dur="1" fill="hold">
                                              <p:stCondLst>
                                                <p:cond delay="0"/>
                                              </p:stCondLst>
                                            </p:cTn>
                                            <p:tgtEl>
                                              <p:spTgt spid="211"/>
                                            </p:tgtEl>
                                            <p:attrNameLst>
                                              <p:attrName>style.visibility</p:attrName>
                                            </p:attrNameLst>
                                          </p:cBhvr>
                                          <p:to>
                                            <p:strVal val="visible"/>
                                          </p:to>
                                        </p:set>
                                        <p:anim calcmode="lin" valueType="num">
                                          <p:cBhvr additive="base">
                                            <p:cTn id="143" dur="500" fill="hold"/>
                                            <p:tgtEl>
                                              <p:spTgt spid="211"/>
                                            </p:tgtEl>
                                            <p:attrNameLst>
                                              <p:attrName>ppt_x</p:attrName>
                                            </p:attrNameLst>
                                          </p:cBhvr>
                                          <p:tavLst>
                                            <p:tav tm="0">
                                              <p:val>
                                                <p:strVal val="1+#ppt_w/2"/>
                                              </p:val>
                                            </p:tav>
                                            <p:tav tm="100000">
                                              <p:val>
                                                <p:strVal val="#ppt_x"/>
                                              </p:val>
                                            </p:tav>
                                          </p:tavLst>
                                        </p:anim>
                                        <p:anim calcmode="lin" valueType="num">
                                          <p:cBhvr additive="base">
                                            <p:cTn id="144" dur="500" fill="hold"/>
                                            <p:tgtEl>
                                              <p:spTgt spid="211"/>
                                            </p:tgtEl>
                                            <p:attrNameLst>
                                              <p:attrName>ppt_y</p:attrName>
                                            </p:attrNameLst>
                                          </p:cBhvr>
                                          <p:tavLst>
                                            <p:tav tm="0">
                                              <p:val>
                                                <p:strVal val="#ppt_y"/>
                                              </p:val>
                                            </p:tav>
                                            <p:tav tm="100000">
                                              <p:val>
                                                <p:strVal val="#ppt_y"/>
                                              </p:val>
                                            </p:tav>
                                          </p:tavLst>
                                        </p:anim>
                                      </p:childTnLst>
                                    </p:cTn>
                                  </p:par>
                                  <p:par>
                                    <p:cTn id="145" presetID="22" presetClass="entr" presetSubtype="8" fill="hold" grpId="0" nodeType="withEffect">
                                      <p:stCondLst>
                                        <p:cond delay="0"/>
                                      </p:stCondLst>
                                      <p:childTnLst>
                                        <p:set>
                                          <p:cBhvr>
                                            <p:cTn id="146" dur="1" fill="hold">
                                              <p:stCondLst>
                                                <p:cond delay="0"/>
                                              </p:stCondLst>
                                            </p:cTn>
                                            <p:tgtEl>
                                              <p:spTgt spid="23"/>
                                            </p:tgtEl>
                                            <p:attrNameLst>
                                              <p:attrName>style.visibility</p:attrName>
                                            </p:attrNameLst>
                                          </p:cBhvr>
                                          <p:to>
                                            <p:strVal val="visible"/>
                                          </p:to>
                                        </p:set>
                                        <p:animEffect transition="in" filter="wipe(left)">
                                          <p:cBhvr>
                                            <p:cTn id="147" dur="500"/>
                                            <p:tgtEl>
                                              <p:spTgt spid="23"/>
                                            </p:tgtEl>
                                          </p:cBhvr>
                                        </p:animEffect>
                                      </p:childTnLst>
                                    </p:cTn>
                                  </p:par>
                                  <p:par>
                                    <p:cTn id="148" presetID="10" presetClass="entr" presetSubtype="0" fill="hold" nodeType="withEffect">
                                      <p:stCondLst>
                                        <p:cond delay="250"/>
                                      </p:stCondLst>
                                      <p:childTnLst>
                                        <p:set>
                                          <p:cBhvr>
                                            <p:cTn id="149" dur="1" fill="hold">
                                              <p:stCondLst>
                                                <p:cond delay="0"/>
                                              </p:stCondLst>
                                            </p:cTn>
                                            <p:tgtEl>
                                              <p:spTgt spid="86"/>
                                            </p:tgtEl>
                                            <p:attrNameLst>
                                              <p:attrName>style.visibility</p:attrName>
                                            </p:attrNameLst>
                                          </p:cBhvr>
                                          <p:to>
                                            <p:strVal val="visible"/>
                                          </p:to>
                                        </p:set>
                                        <p:animEffect transition="in" filter="fade">
                                          <p:cBhvr>
                                            <p:cTn id="150"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14" grpId="0" animBg="1"/>
          <p:bldP spid="6" grpId="0" animBg="1"/>
          <p:bldP spid="12" grpId="0" animBg="1"/>
          <p:bldP spid="7" grpId="0" animBg="1"/>
          <p:bldP spid="19" grpId="0"/>
          <p:bldP spid="23" grpId="0"/>
          <p:bldP spid="27" grpId="0"/>
          <p:bldP spid="31" grpId="0"/>
          <p:bldP spid="35" grpId="0"/>
          <p:bldP spid="58" grpId="0" animBg="1"/>
          <p:bldP spid="88" grpId="0" animBg="1"/>
          <p:bldP spid="89" grpId="0" animBg="1"/>
          <p:bldP spid="90" grpId="0" animBg="1"/>
          <p:bldP spid="91" grpId="0" animBg="1"/>
          <p:bldP spid="22" grpId="0"/>
          <p:bldP spid="29" grpId="0"/>
        </p:bldLst>
      </p:timing>
    </mc:Fallback>
  </mc:AlternateContent>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a:extLst>
              <a:ext uri="{FF2B5EF4-FFF2-40B4-BE49-F238E27FC236}">
                <a16:creationId xmlns:a16="http://schemas.microsoft.com/office/drawing/2014/main" id="{7F6FB77A-14ED-4D9E-8A54-2B8241F121E4}"/>
              </a:ext>
            </a:extLst>
          </p:cNvPr>
          <p:cNvGraphicFramePr>
            <a:graphicFrameLocks noGrp="1"/>
          </p:cNvGraphicFramePr>
          <p:nvPr>
            <p:extLst>
              <p:ext uri="{D42A27DB-BD31-4B8C-83A1-F6EECF244321}">
                <p14:modId xmlns:p14="http://schemas.microsoft.com/office/powerpoint/2010/main" val="4051267070"/>
              </p:ext>
            </p:extLst>
          </p:nvPr>
        </p:nvGraphicFramePr>
        <p:xfrm>
          <a:off x="397855" y="1846661"/>
          <a:ext cx="9126336" cy="3724416"/>
        </p:xfrm>
        <a:graphic>
          <a:graphicData uri="http://schemas.openxmlformats.org/drawingml/2006/table">
            <a:tbl>
              <a:tblPr>
                <a:tableStyleId>{2D5ABB26-0587-4C30-8999-92F81FD0307C}</a:tableStyleId>
              </a:tblPr>
              <a:tblGrid>
                <a:gridCol w="190132">
                  <a:extLst>
                    <a:ext uri="{9D8B030D-6E8A-4147-A177-3AD203B41FA5}">
                      <a16:colId xmlns:a16="http://schemas.microsoft.com/office/drawing/2014/main" val="1709883861"/>
                    </a:ext>
                  </a:extLst>
                </a:gridCol>
                <a:gridCol w="190132">
                  <a:extLst>
                    <a:ext uri="{9D8B030D-6E8A-4147-A177-3AD203B41FA5}">
                      <a16:colId xmlns:a16="http://schemas.microsoft.com/office/drawing/2014/main" val="433716459"/>
                    </a:ext>
                  </a:extLst>
                </a:gridCol>
                <a:gridCol w="190132">
                  <a:extLst>
                    <a:ext uri="{9D8B030D-6E8A-4147-A177-3AD203B41FA5}">
                      <a16:colId xmlns:a16="http://schemas.microsoft.com/office/drawing/2014/main" val="2424862753"/>
                    </a:ext>
                  </a:extLst>
                </a:gridCol>
                <a:gridCol w="190132">
                  <a:extLst>
                    <a:ext uri="{9D8B030D-6E8A-4147-A177-3AD203B41FA5}">
                      <a16:colId xmlns:a16="http://schemas.microsoft.com/office/drawing/2014/main" val="4020511308"/>
                    </a:ext>
                  </a:extLst>
                </a:gridCol>
                <a:gridCol w="190132">
                  <a:extLst>
                    <a:ext uri="{9D8B030D-6E8A-4147-A177-3AD203B41FA5}">
                      <a16:colId xmlns:a16="http://schemas.microsoft.com/office/drawing/2014/main" val="1775886053"/>
                    </a:ext>
                  </a:extLst>
                </a:gridCol>
                <a:gridCol w="190132">
                  <a:extLst>
                    <a:ext uri="{9D8B030D-6E8A-4147-A177-3AD203B41FA5}">
                      <a16:colId xmlns:a16="http://schemas.microsoft.com/office/drawing/2014/main" val="900400475"/>
                    </a:ext>
                  </a:extLst>
                </a:gridCol>
                <a:gridCol w="190132">
                  <a:extLst>
                    <a:ext uri="{9D8B030D-6E8A-4147-A177-3AD203B41FA5}">
                      <a16:colId xmlns:a16="http://schemas.microsoft.com/office/drawing/2014/main" val="2874725450"/>
                    </a:ext>
                  </a:extLst>
                </a:gridCol>
                <a:gridCol w="190132">
                  <a:extLst>
                    <a:ext uri="{9D8B030D-6E8A-4147-A177-3AD203B41FA5}">
                      <a16:colId xmlns:a16="http://schemas.microsoft.com/office/drawing/2014/main" val="1856228797"/>
                    </a:ext>
                  </a:extLst>
                </a:gridCol>
                <a:gridCol w="190132">
                  <a:extLst>
                    <a:ext uri="{9D8B030D-6E8A-4147-A177-3AD203B41FA5}">
                      <a16:colId xmlns:a16="http://schemas.microsoft.com/office/drawing/2014/main" val="1037052264"/>
                    </a:ext>
                  </a:extLst>
                </a:gridCol>
                <a:gridCol w="190132">
                  <a:extLst>
                    <a:ext uri="{9D8B030D-6E8A-4147-A177-3AD203B41FA5}">
                      <a16:colId xmlns:a16="http://schemas.microsoft.com/office/drawing/2014/main" val="804155934"/>
                    </a:ext>
                  </a:extLst>
                </a:gridCol>
                <a:gridCol w="190132">
                  <a:extLst>
                    <a:ext uri="{9D8B030D-6E8A-4147-A177-3AD203B41FA5}">
                      <a16:colId xmlns:a16="http://schemas.microsoft.com/office/drawing/2014/main" val="2139958500"/>
                    </a:ext>
                  </a:extLst>
                </a:gridCol>
                <a:gridCol w="190132">
                  <a:extLst>
                    <a:ext uri="{9D8B030D-6E8A-4147-A177-3AD203B41FA5}">
                      <a16:colId xmlns:a16="http://schemas.microsoft.com/office/drawing/2014/main" val="215890965"/>
                    </a:ext>
                  </a:extLst>
                </a:gridCol>
                <a:gridCol w="190132">
                  <a:extLst>
                    <a:ext uri="{9D8B030D-6E8A-4147-A177-3AD203B41FA5}">
                      <a16:colId xmlns:a16="http://schemas.microsoft.com/office/drawing/2014/main" val="1815560249"/>
                    </a:ext>
                  </a:extLst>
                </a:gridCol>
                <a:gridCol w="190132">
                  <a:extLst>
                    <a:ext uri="{9D8B030D-6E8A-4147-A177-3AD203B41FA5}">
                      <a16:colId xmlns:a16="http://schemas.microsoft.com/office/drawing/2014/main" val="3629657463"/>
                    </a:ext>
                  </a:extLst>
                </a:gridCol>
                <a:gridCol w="190132">
                  <a:extLst>
                    <a:ext uri="{9D8B030D-6E8A-4147-A177-3AD203B41FA5}">
                      <a16:colId xmlns:a16="http://schemas.microsoft.com/office/drawing/2014/main" val="3672804444"/>
                    </a:ext>
                  </a:extLst>
                </a:gridCol>
                <a:gridCol w="190132">
                  <a:extLst>
                    <a:ext uri="{9D8B030D-6E8A-4147-A177-3AD203B41FA5}">
                      <a16:colId xmlns:a16="http://schemas.microsoft.com/office/drawing/2014/main" val="853953684"/>
                    </a:ext>
                  </a:extLst>
                </a:gridCol>
                <a:gridCol w="190132">
                  <a:extLst>
                    <a:ext uri="{9D8B030D-6E8A-4147-A177-3AD203B41FA5}">
                      <a16:colId xmlns:a16="http://schemas.microsoft.com/office/drawing/2014/main" val="3467066365"/>
                    </a:ext>
                  </a:extLst>
                </a:gridCol>
                <a:gridCol w="190132">
                  <a:extLst>
                    <a:ext uri="{9D8B030D-6E8A-4147-A177-3AD203B41FA5}">
                      <a16:colId xmlns:a16="http://schemas.microsoft.com/office/drawing/2014/main" val="4167917408"/>
                    </a:ext>
                  </a:extLst>
                </a:gridCol>
                <a:gridCol w="190132">
                  <a:extLst>
                    <a:ext uri="{9D8B030D-6E8A-4147-A177-3AD203B41FA5}">
                      <a16:colId xmlns:a16="http://schemas.microsoft.com/office/drawing/2014/main" val="1631711737"/>
                    </a:ext>
                  </a:extLst>
                </a:gridCol>
                <a:gridCol w="190132">
                  <a:extLst>
                    <a:ext uri="{9D8B030D-6E8A-4147-A177-3AD203B41FA5}">
                      <a16:colId xmlns:a16="http://schemas.microsoft.com/office/drawing/2014/main" val="414670127"/>
                    </a:ext>
                  </a:extLst>
                </a:gridCol>
                <a:gridCol w="190132">
                  <a:extLst>
                    <a:ext uri="{9D8B030D-6E8A-4147-A177-3AD203B41FA5}">
                      <a16:colId xmlns:a16="http://schemas.microsoft.com/office/drawing/2014/main" val="2324865041"/>
                    </a:ext>
                  </a:extLst>
                </a:gridCol>
                <a:gridCol w="190132">
                  <a:extLst>
                    <a:ext uri="{9D8B030D-6E8A-4147-A177-3AD203B41FA5}">
                      <a16:colId xmlns:a16="http://schemas.microsoft.com/office/drawing/2014/main" val="2633970131"/>
                    </a:ext>
                  </a:extLst>
                </a:gridCol>
                <a:gridCol w="190132">
                  <a:extLst>
                    <a:ext uri="{9D8B030D-6E8A-4147-A177-3AD203B41FA5}">
                      <a16:colId xmlns:a16="http://schemas.microsoft.com/office/drawing/2014/main" val="3564431213"/>
                    </a:ext>
                  </a:extLst>
                </a:gridCol>
                <a:gridCol w="190132">
                  <a:extLst>
                    <a:ext uri="{9D8B030D-6E8A-4147-A177-3AD203B41FA5}">
                      <a16:colId xmlns:a16="http://schemas.microsoft.com/office/drawing/2014/main" val="548289072"/>
                    </a:ext>
                  </a:extLst>
                </a:gridCol>
                <a:gridCol w="190132">
                  <a:extLst>
                    <a:ext uri="{9D8B030D-6E8A-4147-A177-3AD203B41FA5}">
                      <a16:colId xmlns:a16="http://schemas.microsoft.com/office/drawing/2014/main" val="329293690"/>
                    </a:ext>
                  </a:extLst>
                </a:gridCol>
                <a:gridCol w="190132">
                  <a:extLst>
                    <a:ext uri="{9D8B030D-6E8A-4147-A177-3AD203B41FA5}">
                      <a16:colId xmlns:a16="http://schemas.microsoft.com/office/drawing/2014/main" val="3280779935"/>
                    </a:ext>
                  </a:extLst>
                </a:gridCol>
                <a:gridCol w="190132">
                  <a:extLst>
                    <a:ext uri="{9D8B030D-6E8A-4147-A177-3AD203B41FA5}">
                      <a16:colId xmlns:a16="http://schemas.microsoft.com/office/drawing/2014/main" val="3116916016"/>
                    </a:ext>
                  </a:extLst>
                </a:gridCol>
                <a:gridCol w="190132">
                  <a:extLst>
                    <a:ext uri="{9D8B030D-6E8A-4147-A177-3AD203B41FA5}">
                      <a16:colId xmlns:a16="http://schemas.microsoft.com/office/drawing/2014/main" val="3454252327"/>
                    </a:ext>
                  </a:extLst>
                </a:gridCol>
                <a:gridCol w="190132">
                  <a:extLst>
                    <a:ext uri="{9D8B030D-6E8A-4147-A177-3AD203B41FA5}">
                      <a16:colId xmlns:a16="http://schemas.microsoft.com/office/drawing/2014/main" val="4232621731"/>
                    </a:ext>
                  </a:extLst>
                </a:gridCol>
                <a:gridCol w="190132">
                  <a:extLst>
                    <a:ext uri="{9D8B030D-6E8A-4147-A177-3AD203B41FA5}">
                      <a16:colId xmlns:a16="http://schemas.microsoft.com/office/drawing/2014/main" val="1658513422"/>
                    </a:ext>
                  </a:extLst>
                </a:gridCol>
                <a:gridCol w="190132">
                  <a:extLst>
                    <a:ext uri="{9D8B030D-6E8A-4147-A177-3AD203B41FA5}">
                      <a16:colId xmlns:a16="http://schemas.microsoft.com/office/drawing/2014/main" val="444182424"/>
                    </a:ext>
                  </a:extLst>
                </a:gridCol>
                <a:gridCol w="190132">
                  <a:extLst>
                    <a:ext uri="{9D8B030D-6E8A-4147-A177-3AD203B41FA5}">
                      <a16:colId xmlns:a16="http://schemas.microsoft.com/office/drawing/2014/main" val="2848555835"/>
                    </a:ext>
                  </a:extLst>
                </a:gridCol>
                <a:gridCol w="190132">
                  <a:extLst>
                    <a:ext uri="{9D8B030D-6E8A-4147-A177-3AD203B41FA5}">
                      <a16:colId xmlns:a16="http://schemas.microsoft.com/office/drawing/2014/main" val="3001850140"/>
                    </a:ext>
                  </a:extLst>
                </a:gridCol>
                <a:gridCol w="190132">
                  <a:extLst>
                    <a:ext uri="{9D8B030D-6E8A-4147-A177-3AD203B41FA5}">
                      <a16:colId xmlns:a16="http://schemas.microsoft.com/office/drawing/2014/main" val="3686350746"/>
                    </a:ext>
                  </a:extLst>
                </a:gridCol>
                <a:gridCol w="190132">
                  <a:extLst>
                    <a:ext uri="{9D8B030D-6E8A-4147-A177-3AD203B41FA5}">
                      <a16:colId xmlns:a16="http://schemas.microsoft.com/office/drawing/2014/main" val="1233797675"/>
                    </a:ext>
                  </a:extLst>
                </a:gridCol>
                <a:gridCol w="190132">
                  <a:extLst>
                    <a:ext uri="{9D8B030D-6E8A-4147-A177-3AD203B41FA5}">
                      <a16:colId xmlns:a16="http://schemas.microsoft.com/office/drawing/2014/main" val="3727426290"/>
                    </a:ext>
                  </a:extLst>
                </a:gridCol>
                <a:gridCol w="190132">
                  <a:extLst>
                    <a:ext uri="{9D8B030D-6E8A-4147-A177-3AD203B41FA5}">
                      <a16:colId xmlns:a16="http://schemas.microsoft.com/office/drawing/2014/main" val="2940305275"/>
                    </a:ext>
                  </a:extLst>
                </a:gridCol>
                <a:gridCol w="190132">
                  <a:extLst>
                    <a:ext uri="{9D8B030D-6E8A-4147-A177-3AD203B41FA5}">
                      <a16:colId xmlns:a16="http://schemas.microsoft.com/office/drawing/2014/main" val="3338491537"/>
                    </a:ext>
                  </a:extLst>
                </a:gridCol>
                <a:gridCol w="190132">
                  <a:extLst>
                    <a:ext uri="{9D8B030D-6E8A-4147-A177-3AD203B41FA5}">
                      <a16:colId xmlns:a16="http://schemas.microsoft.com/office/drawing/2014/main" val="1056302364"/>
                    </a:ext>
                  </a:extLst>
                </a:gridCol>
                <a:gridCol w="190132">
                  <a:extLst>
                    <a:ext uri="{9D8B030D-6E8A-4147-A177-3AD203B41FA5}">
                      <a16:colId xmlns:a16="http://schemas.microsoft.com/office/drawing/2014/main" val="1931447853"/>
                    </a:ext>
                  </a:extLst>
                </a:gridCol>
                <a:gridCol w="190132">
                  <a:extLst>
                    <a:ext uri="{9D8B030D-6E8A-4147-A177-3AD203B41FA5}">
                      <a16:colId xmlns:a16="http://schemas.microsoft.com/office/drawing/2014/main" val="3055045251"/>
                    </a:ext>
                  </a:extLst>
                </a:gridCol>
                <a:gridCol w="190132">
                  <a:extLst>
                    <a:ext uri="{9D8B030D-6E8A-4147-A177-3AD203B41FA5}">
                      <a16:colId xmlns:a16="http://schemas.microsoft.com/office/drawing/2014/main" val="3365658400"/>
                    </a:ext>
                  </a:extLst>
                </a:gridCol>
                <a:gridCol w="190132">
                  <a:extLst>
                    <a:ext uri="{9D8B030D-6E8A-4147-A177-3AD203B41FA5}">
                      <a16:colId xmlns:a16="http://schemas.microsoft.com/office/drawing/2014/main" val="3431771834"/>
                    </a:ext>
                  </a:extLst>
                </a:gridCol>
                <a:gridCol w="190132">
                  <a:extLst>
                    <a:ext uri="{9D8B030D-6E8A-4147-A177-3AD203B41FA5}">
                      <a16:colId xmlns:a16="http://schemas.microsoft.com/office/drawing/2014/main" val="966111470"/>
                    </a:ext>
                  </a:extLst>
                </a:gridCol>
                <a:gridCol w="190132">
                  <a:extLst>
                    <a:ext uri="{9D8B030D-6E8A-4147-A177-3AD203B41FA5}">
                      <a16:colId xmlns:a16="http://schemas.microsoft.com/office/drawing/2014/main" val="1905236473"/>
                    </a:ext>
                  </a:extLst>
                </a:gridCol>
                <a:gridCol w="190132">
                  <a:extLst>
                    <a:ext uri="{9D8B030D-6E8A-4147-A177-3AD203B41FA5}">
                      <a16:colId xmlns:a16="http://schemas.microsoft.com/office/drawing/2014/main" val="3860129490"/>
                    </a:ext>
                  </a:extLst>
                </a:gridCol>
                <a:gridCol w="190132">
                  <a:extLst>
                    <a:ext uri="{9D8B030D-6E8A-4147-A177-3AD203B41FA5}">
                      <a16:colId xmlns:a16="http://schemas.microsoft.com/office/drawing/2014/main" val="4213972779"/>
                    </a:ext>
                  </a:extLst>
                </a:gridCol>
                <a:gridCol w="190132">
                  <a:extLst>
                    <a:ext uri="{9D8B030D-6E8A-4147-A177-3AD203B41FA5}">
                      <a16:colId xmlns:a16="http://schemas.microsoft.com/office/drawing/2014/main" val="2091426823"/>
                    </a:ext>
                  </a:extLst>
                </a:gridCol>
              </a:tblGrid>
              <a:tr h="232776">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391683038"/>
                  </a:ext>
                </a:extLst>
              </a:tr>
              <a:tr h="232776">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2453825175"/>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3897350182"/>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3602852515"/>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3456826886"/>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3412538031"/>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2266391612"/>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47744979"/>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764006729"/>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0105661"/>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2219614140"/>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3873915727"/>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3496439179"/>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458022701"/>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38996425"/>
                  </a:ext>
                </a:extLst>
              </a:tr>
              <a:tr h="232776">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tc>
                  <a:txBody>
                    <a:bodyPr/>
                    <a:lstStyle/>
                    <a:p>
                      <a:endParaRPr lang="en-US" sz="200" dirty="0"/>
                    </a:p>
                  </a:txBody>
                  <a:tcPr marL="0" marR="0" marT="0" marB="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2833714287"/>
                  </a:ext>
                </a:extLst>
              </a:tr>
            </a:tbl>
          </a:graphicData>
        </a:graphic>
      </p:graphicFrame>
      <p:sp>
        <p:nvSpPr>
          <p:cNvPr id="151" name="Freeform: Shape 150">
            <a:extLst>
              <a:ext uri="{FF2B5EF4-FFF2-40B4-BE49-F238E27FC236}">
                <a16:creationId xmlns:a16="http://schemas.microsoft.com/office/drawing/2014/main" id="{0D6EF5AD-C369-46A4-91D2-2C31C6D1D672}"/>
              </a:ext>
            </a:extLst>
          </p:cNvPr>
          <p:cNvSpPr/>
          <p:nvPr/>
        </p:nvSpPr>
        <p:spPr bwMode="gray">
          <a:xfrm>
            <a:off x="438548" y="1951348"/>
            <a:ext cx="8889603" cy="3389709"/>
          </a:xfrm>
          <a:custGeom>
            <a:avLst/>
            <a:gdLst>
              <a:gd name="connsiteX0" fmla="*/ 0 w 10941050"/>
              <a:gd name="connsiteY0" fmla="*/ 4171950 h 4171950"/>
              <a:gd name="connsiteX1" fmla="*/ 1041400 w 10941050"/>
              <a:gd name="connsiteY1" fmla="*/ 2921000 h 4171950"/>
              <a:gd name="connsiteX2" fmla="*/ 2286000 w 10941050"/>
              <a:gd name="connsiteY2" fmla="*/ 3733800 h 4171950"/>
              <a:gd name="connsiteX3" fmla="*/ 3975100 w 10941050"/>
              <a:gd name="connsiteY3" fmla="*/ 1936750 h 4171950"/>
              <a:gd name="connsiteX4" fmla="*/ 5581650 w 10941050"/>
              <a:gd name="connsiteY4" fmla="*/ 3028950 h 4171950"/>
              <a:gd name="connsiteX5" fmla="*/ 7493000 w 10941050"/>
              <a:gd name="connsiteY5" fmla="*/ 793750 h 4171950"/>
              <a:gd name="connsiteX6" fmla="*/ 8909050 w 10941050"/>
              <a:gd name="connsiteY6" fmla="*/ 1778000 h 4171950"/>
              <a:gd name="connsiteX7" fmla="*/ 10941050 w 10941050"/>
              <a:gd name="connsiteY7" fmla="*/ 0 h 4171950"/>
              <a:gd name="connsiteX0" fmla="*/ 0 w 10941050"/>
              <a:gd name="connsiteY0" fmla="*/ 4171950 h 4171950"/>
              <a:gd name="connsiteX1" fmla="*/ 1041400 w 10941050"/>
              <a:gd name="connsiteY1" fmla="*/ 2921000 h 4171950"/>
              <a:gd name="connsiteX2" fmla="*/ 2286000 w 10941050"/>
              <a:gd name="connsiteY2" fmla="*/ 3733800 h 4171950"/>
              <a:gd name="connsiteX3" fmla="*/ 3975100 w 10941050"/>
              <a:gd name="connsiteY3" fmla="*/ 1936750 h 4171950"/>
              <a:gd name="connsiteX4" fmla="*/ 5581650 w 10941050"/>
              <a:gd name="connsiteY4" fmla="*/ 3028950 h 4171950"/>
              <a:gd name="connsiteX5" fmla="*/ 7426960 w 10941050"/>
              <a:gd name="connsiteY5" fmla="*/ 1002030 h 4171950"/>
              <a:gd name="connsiteX6" fmla="*/ 8909050 w 10941050"/>
              <a:gd name="connsiteY6" fmla="*/ 1778000 h 4171950"/>
              <a:gd name="connsiteX7" fmla="*/ 10941050 w 10941050"/>
              <a:gd name="connsiteY7" fmla="*/ 0 h 4171950"/>
              <a:gd name="connsiteX0" fmla="*/ 0 w 10941050"/>
              <a:gd name="connsiteY0" fmla="*/ 4171950 h 4171950"/>
              <a:gd name="connsiteX1" fmla="*/ 1041400 w 10941050"/>
              <a:gd name="connsiteY1" fmla="*/ 2921000 h 4171950"/>
              <a:gd name="connsiteX2" fmla="*/ 2286000 w 10941050"/>
              <a:gd name="connsiteY2" fmla="*/ 3733800 h 4171950"/>
              <a:gd name="connsiteX3" fmla="*/ 3949700 w 10941050"/>
              <a:gd name="connsiteY3" fmla="*/ 2119630 h 4171950"/>
              <a:gd name="connsiteX4" fmla="*/ 5581650 w 10941050"/>
              <a:gd name="connsiteY4" fmla="*/ 3028950 h 4171950"/>
              <a:gd name="connsiteX5" fmla="*/ 7426960 w 10941050"/>
              <a:gd name="connsiteY5" fmla="*/ 1002030 h 4171950"/>
              <a:gd name="connsiteX6" fmla="*/ 8909050 w 10941050"/>
              <a:gd name="connsiteY6" fmla="*/ 1778000 h 4171950"/>
              <a:gd name="connsiteX7" fmla="*/ 10941050 w 10941050"/>
              <a:gd name="connsiteY7" fmla="*/ 0 h 4171950"/>
              <a:gd name="connsiteX0" fmla="*/ 0 w 10941050"/>
              <a:gd name="connsiteY0" fmla="*/ 4171950 h 4171950"/>
              <a:gd name="connsiteX1" fmla="*/ 1117600 w 10941050"/>
              <a:gd name="connsiteY1" fmla="*/ 3037840 h 4171950"/>
              <a:gd name="connsiteX2" fmla="*/ 2286000 w 10941050"/>
              <a:gd name="connsiteY2" fmla="*/ 3733800 h 4171950"/>
              <a:gd name="connsiteX3" fmla="*/ 3949700 w 10941050"/>
              <a:gd name="connsiteY3" fmla="*/ 2119630 h 4171950"/>
              <a:gd name="connsiteX4" fmla="*/ 5581650 w 10941050"/>
              <a:gd name="connsiteY4" fmla="*/ 3028950 h 4171950"/>
              <a:gd name="connsiteX5" fmla="*/ 7426960 w 10941050"/>
              <a:gd name="connsiteY5" fmla="*/ 1002030 h 4171950"/>
              <a:gd name="connsiteX6" fmla="*/ 8909050 w 10941050"/>
              <a:gd name="connsiteY6" fmla="*/ 1778000 h 4171950"/>
              <a:gd name="connsiteX7" fmla="*/ 10941050 w 10941050"/>
              <a:gd name="connsiteY7" fmla="*/ 0 h 417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41050" h="4171950">
                <a:moveTo>
                  <a:pt x="0" y="4171950"/>
                </a:moveTo>
                <a:lnTo>
                  <a:pt x="1117600" y="3037840"/>
                </a:lnTo>
                <a:lnTo>
                  <a:pt x="2286000" y="3733800"/>
                </a:lnTo>
                <a:lnTo>
                  <a:pt x="3949700" y="2119630"/>
                </a:lnTo>
                <a:lnTo>
                  <a:pt x="5581650" y="3028950"/>
                </a:lnTo>
                <a:lnTo>
                  <a:pt x="7426960" y="1002030"/>
                </a:lnTo>
                <a:lnTo>
                  <a:pt x="8909050" y="1778000"/>
                </a:lnTo>
                <a:lnTo>
                  <a:pt x="10941050" y="0"/>
                </a:lnTo>
              </a:path>
            </a:pathLst>
          </a:custGeom>
          <a:noFill/>
          <a:ln w="127000" algn="ctr">
            <a:solidFill>
              <a:schemeClr val="accent3">
                <a:lumMod val="20000"/>
                <a:lumOff val="80000"/>
                <a:alpha val="10000"/>
              </a:schemeClr>
            </a:solidFill>
            <a:miter lim="800000"/>
            <a:headEnd/>
            <a:tailEnd type="triangle"/>
          </a:ln>
        </p:spPr>
        <p:txBody>
          <a:bodyPr rtlCol="0" anchor="ctr"/>
          <a:lstStyle/>
          <a:p>
            <a:pPr algn="ctr"/>
            <a:endParaRPr lang="en-US" sz="1463"/>
          </a:p>
        </p:txBody>
      </p:sp>
      <p:sp>
        <p:nvSpPr>
          <p:cNvPr id="16" name="Rectangle 15">
            <a:extLst>
              <a:ext uri="{FF2B5EF4-FFF2-40B4-BE49-F238E27FC236}">
                <a16:creationId xmlns:a16="http://schemas.microsoft.com/office/drawing/2014/main" id="{BFB9B1D0-33C2-4E12-9128-CCC23A72CE4A}"/>
              </a:ext>
            </a:extLst>
          </p:cNvPr>
          <p:cNvSpPr/>
          <p:nvPr/>
        </p:nvSpPr>
        <p:spPr bwMode="gray">
          <a:xfrm>
            <a:off x="1960712" y="2541119"/>
            <a:ext cx="2255569" cy="868886"/>
          </a:xfrm>
          <a:prstGeom prst="rect">
            <a:avLst/>
          </a:prstGeom>
          <a:solidFill>
            <a:srgbClr val="00A3E0">
              <a:alpha val="18000"/>
            </a:srgb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88" name="Rectangle 87">
            <a:extLst>
              <a:ext uri="{FF2B5EF4-FFF2-40B4-BE49-F238E27FC236}">
                <a16:creationId xmlns:a16="http://schemas.microsoft.com/office/drawing/2014/main" id="{FDBB4803-3FDA-4BD7-B31C-C02F6F7C0306}"/>
              </a:ext>
            </a:extLst>
          </p:cNvPr>
          <p:cNvSpPr/>
          <p:nvPr/>
        </p:nvSpPr>
        <p:spPr>
          <a:xfrm>
            <a:off x="2292639" y="2510186"/>
            <a:ext cx="963725" cy="769441"/>
          </a:xfrm>
          <a:prstGeom prst="rect">
            <a:avLst/>
          </a:prstGeom>
        </p:spPr>
        <p:txBody>
          <a:bodyPr wrap="none">
            <a:spAutoFit/>
          </a:bodyPr>
          <a:lstStyle/>
          <a:p>
            <a:r>
              <a:rPr lang="en-US" sz="3000" b="1" dirty="0">
                <a:ln>
                  <a:solidFill>
                    <a:srgbClr val="00A3E0"/>
                  </a:solidFill>
                </a:ln>
                <a:solidFill>
                  <a:sysClr val="windowText" lastClr="000000"/>
                </a:solidFill>
                <a:latin typeface="Aptos" panose="020B0004020202020204" pitchFamily="34" charset="0"/>
              </a:rPr>
              <a:t>XX</a:t>
            </a:r>
            <a:r>
              <a:rPr lang="en-US" sz="3000" dirty="0">
                <a:ln>
                  <a:solidFill>
                    <a:srgbClr val="00A3E0"/>
                  </a:solidFill>
                </a:ln>
                <a:solidFill>
                  <a:sysClr val="windowText" lastClr="000000"/>
                </a:solidFill>
                <a:latin typeface="Aptos" panose="020B0004020202020204" pitchFamily="34" charset="0"/>
              </a:rPr>
              <a:t>%</a:t>
            </a:r>
            <a:br>
              <a:rPr lang="en-US" sz="1400" dirty="0">
                <a:solidFill>
                  <a:schemeClr val="accent3">
                    <a:lumMod val="40000"/>
                    <a:lumOff val="60000"/>
                  </a:schemeClr>
                </a:solidFill>
                <a:latin typeface="Aptos" panose="020B0004020202020204" pitchFamily="34" charset="0"/>
              </a:rPr>
            </a:br>
            <a:r>
              <a:rPr lang="en-US" sz="1400" dirty="0">
                <a:solidFill>
                  <a:schemeClr val="accent2"/>
                </a:solidFill>
                <a:latin typeface="Aptos" panose="020B0004020202020204" pitchFamily="34" charset="0"/>
              </a:rPr>
              <a:t>Lower</a:t>
            </a:r>
          </a:p>
        </p:txBody>
      </p:sp>
      <p:sp>
        <p:nvSpPr>
          <p:cNvPr id="89" name="Rectangle 88">
            <a:extLst>
              <a:ext uri="{FF2B5EF4-FFF2-40B4-BE49-F238E27FC236}">
                <a16:creationId xmlns:a16="http://schemas.microsoft.com/office/drawing/2014/main" id="{E8668355-CFD1-406D-968D-B9CBA75A1F65}"/>
              </a:ext>
            </a:extLst>
          </p:cNvPr>
          <p:cNvSpPr/>
          <p:nvPr/>
        </p:nvSpPr>
        <p:spPr>
          <a:xfrm>
            <a:off x="7739707" y="3114683"/>
            <a:ext cx="970137" cy="553998"/>
          </a:xfrm>
          <a:prstGeom prst="rect">
            <a:avLst/>
          </a:prstGeom>
        </p:spPr>
        <p:txBody>
          <a:bodyPr wrap="none">
            <a:spAutoFit/>
          </a:bodyPr>
          <a:lstStyle/>
          <a:p>
            <a:r>
              <a:rPr lang="en-US" sz="3000" b="1" dirty="0">
                <a:ln>
                  <a:solidFill>
                    <a:srgbClr val="00A3E0"/>
                  </a:solidFill>
                </a:ln>
                <a:solidFill>
                  <a:sysClr val="windowText" lastClr="000000"/>
                </a:solidFill>
                <a:latin typeface="Aptos" panose="020B0004020202020204" pitchFamily="34" charset="0"/>
              </a:rPr>
              <a:t>XX%</a:t>
            </a:r>
          </a:p>
        </p:txBody>
      </p:sp>
      <p:sp>
        <p:nvSpPr>
          <p:cNvPr id="90" name="Rectangle 89">
            <a:extLst>
              <a:ext uri="{FF2B5EF4-FFF2-40B4-BE49-F238E27FC236}">
                <a16:creationId xmlns:a16="http://schemas.microsoft.com/office/drawing/2014/main" id="{2A2055EB-256A-43BE-8AE1-130A936D3B71}"/>
              </a:ext>
            </a:extLst>
          </p:cNvPr>
          <p:cNvSpPr/>
          <p:nvPr/>
        </p:nvSpPr>
        <p:spPr>
          <a:xfrm>
            <a:off x="6480727" y="4785712"/>
            <a:ext cx="872355" cy="542456"/>
          </a:xfrm>
          <a:prstGeom prst="rect">
            <a:avLst/>
          </a:prstGeom>
        </p:spPr>
        <p:txBody>
          <a:bodyPr wrap="none">
            <a:spAutoFit/>
          </a:bodyPr>
          <a:lstStyle/>
          <a:p>
            <a:r>
              <a:rPr lang="en-US" sz="2925" b="1" dirty="0">
                <a:ln>
                  <a:solidFill>
                    <a:srgbClr val="00A3E0"/>
                  </a:solidFill>
                </a:ln>
                <a:solidFill>
                  <a:sysClr val="windowText" lastClr="000000"/>
                </a:solidFill>
              </a:rPr>
              <a:t>XX%</a:t>
            </a:r>
          </a:p>
        </p:txBody>
      </p:sp>
      <p:sp>
        <p:nvSpPr>
          <p:cNvPr id="91" name="Rectangle 90">
            <a:extLst>
              <a:ext uri="{FF2B5EF4-FFF2-40B4-BE49-F238E27FC236}">
                <a16:creationId xmlns:a16="http://schemas.microsoft.com/office/drawing/2014/main" id="{278A70E6-0FD0-4AA6-BAB0-7BE784377BA8}"/>
              </a:ext>
            </a:extLst>
          </p:cNvPr>
          <p:cNvSpPr/>
          <p:nvPr/>
        </p:nvSpPr>
        <p:spPr>
          <a:xfrm>
            <a:off x="397233" y="1842547"/>
            <a:ext cx="4172500" cy="507255"/>
          </a:xfrm>
          <a:prstGeom prst="rect">
            <a:avLst/>
          </a:prstGeom>
          <a:solidFill>
            <a:schemeClr val="accent3">
              <a:lumMod val="50000"/>
              <a:alpha val="10000"/>
            </a:schemeClr>
          </a:solidFill>
          <a:ln w="9525" cap="rnd">
            <a:solidFill>
              <a:srgbClr val="00A3E0"/>
            </a:solidFill>
          </a:ln>
        </p:spPr>
        <p:txBody>
          <a:bodyPr wrap="square">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86" name="Rectangle 85">
            <a:extLst>
              <a:ext uri="{FF2B5EF4-FFF2-40B4-BE49-F238E27FC236}">
                <a16:creationId xmlns:a16="http://schemas.microsoft.com/office/drawing/2014/main" id="{71F92105-DC68-4A75-82C6-90193C274CE2}"/>
              </a:ext>
            </a:extLst>
          </p:cNvPr>
          <p:cNvSpPr/>
          <p:nvPr/>
        </p:nvSpPr>
        <p:spPr>
          <a:xfrm>
            <a:off x="4953001" y="1842549"/>
            <a:ext cx="4571205" cy="507255"/>
          </a:xfrm>
          <a:prstGeom prst="rect">
            <a:avLst/>
          </a:prstGeom>
          <a:solidFill>
            <a:schemeClr val="accent3">
              <a:lumMod val="50000"/>
              <a:alpha val="10000"/>
            </a:schemeClr>
          </a:solidFill>
          <a:ln w="9525" cap="rnd">
            <a:solidFill>
              <a:srgbClr val="00A3E0"/>
            </a:solidFill>
          </a:ln>
        </p:spPr>
        <p:txBody>
          <a:bodyPr wrap="square">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grpSp>
        <p:nvGrpSpPr>
          <p:cNvPr id="7" name="Group 6">
            <a:extLst>
              <a:ext uri="{FF2B5EF4-FFF2-40B4-BE49-F238E27FC236}">
                <a16:creationId xmlns:a16="http://schemas.microsoft.com/office/drawing/2014/main" id="{76BD707B-9C1C-46BD-BB66-8677302E0EBB}"/>
              </a:ext>
            </a:extLst>
          </p:cNvPr>
          <p:cNvGrpSpPr/>
          <p:nvPr/>
        </p:nvGrpSpPr>
        <p:grpSpPr>
          <a:xfrm>
            <a:off x="1538548" y="2498396"/>
            <a:ext cx="422162" cy="1197619"/>
            <a:chOff x="2356052" y="1680907"/>
            <a:chExt cx="237918" cy="674943"/>
          </a:xfrm>
        </p:grpSpPr>
        <p:sp>
          <p:nvSpPr>
            <p:cNvPr id="3" name="Oval 2">
              <a:extLst>
                <a:ext uri="{FF2B5EF4-FFF2-40B4-BE49-F238E27FC236}">
                  <a16:creationId xmlns:a16="http://schemas.microsoft.com/office/drawing/2014/main" id="{6DC1B4A4-AFA1-4CDD-9406-3D7DC920D4E6}"/>
                </a:ext>
              </a:extLst>
            </p:cNvPr>
            <p:cNvSpPr/>
            <p:nvPr/>
          </p:nvSpPr>
          <p:spPr bwMode="gray">
            <a:xfrm>
              <a:off x="2356052" y="22905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76" name="Oval 75">
              <a:extLst>
                <a:ext uri="{FF2B5EF4-FFF2-40B4-BE49-F238E27FC236}">
                  <a16:creationId xmlns:a16="http://schemas.microsoft.com/office/drawing/2014/main" id="{E61C2642-5C63-4349-9BF5-8045DA66CD26}"/>
                </a:ext>
              </a:extLst>
            </p:cNvPr>
            <p:cNvSpPr/>
            <p:nvPr/>
          </p:nvSpPr>
          <p:spPr bwMode="gray">
            <a:xfrm>
              <a:off x="2356052" y="22524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77" name="Oval 76">
              <a:extLst>
                <a:ext uri="{FF2B5EF4-FFF2-40B4-BE49-F238E27FC236}">
                  <a16:creationId xmlns:a16="http://schemas.microsoft.com/office/drawing/2014/main" id="{F66E0FC4-2F16-43D1-A658-27B7868498B2}"/>
                </a:ext>
              </a:extLst>
            </p:cNvPr>
            <p:cNvSpPr/>
            <p:nvPr/>
          </p:nvSpPr>
          <p:spPr bwMode="gray">
            <a:xfrm>
              <a:off x="2356052" y="22143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83" name="Oval 82">
              <a:extLst>
                <a:ext uri="{FF2B5EF4-FFF2-40B4-BE49-F238E27FC236}">
                  <a16:creationId xmlns:a16="http://schemas.microsoft.com/office/drawing/2014/main" id="{952FDAFD-E0C7-4EEB-A730-FD813303232C}"/>
                </a:ext>
              </a:extLst>
            </p:cNvPr>
            <p:cNvSpPr/>
            <p:nvPr/>
          </p:nvSpPr>
          <p:spPr bwMode="gray">
            <a:xfrm>
              <a:off x="2356052" y="21762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84" name="Oval 83">
              <a:extLst>
                <a:ext uri="{FF2B5EF4-FFF2-40B4-BE49-F238E27FC236}">
                  <a16:creationId xmlns:a16="http://schemas.microsoft.com/office/drawing/2014/main" id="{3CAA1B8D-FF5A-4C14-BF85-3E05BF117781}"/>
                </a:ext>
              </a:extLst>
            </p:cNvPr>
            <p:cNvSpPr/>
            <p:nvPr/>
          </p:nvSpPr>
          <p:spPr bwMode="gray">
            <a:xfrm>
              <a:off x="2356052" y="21381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85" name="Oval 84">
              <a:extLst>
                <a:ext uri="{FF2B5EF4-FFF2-40B4-BE49-F238E27FC236}">
                  <a16:creationId xmlns:a16="http://schemas.microsoft.com/office/drawing/2014/main" id="{5E8CF07B-5361-4C17-B5BE-6AD7D23ABE23}"/>
                </a:ext>
              </a:extLst>
            </p:cNvPr>
            <p:cNvSpPr/>
            <p:nvPr/>
          </p:nvSpPr>
          <p:spPr bwMode="gray">
            <a:xfrm>
              <a:off x="2356052" y="21000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87" name="Oval 86">
              <a:extLst>
                <a:ext uri="{FF2B5EF4-FFF2-40B4-BE49-F238E27FC236}">
                  <a16:creationId xmlns:a16="http://schemas.microsoft.com/office/drawing/2014/main" id="{201653A7-44B7-4C20-8787-D9F29B31BE32}"/>
                </a:ext>
              </a:extLst>
            </p:cNvPr>
            <p:cNvSpPr/>
            <p:nvPr/>
          </p:nvSpPr>
          <p:spPr bwMode="gray">
            <a:xfrm>
              <a:off x="2356052" y="20619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92" name="Oval 91">
              <a:extLst>
                <a:ext uri="{FF2B5EF4-FFF2-40B4-BE49-F238E27FC236}">
                  <a16:creationId xmlns:a16="http://schemas.microsoft.com/office/drawing/2014/main" id="{10CBF191-7575-488C-897A-67AC79D7B9E3}"/>
                </a:ext>
              </a:extLst>
            </p:cNvPr>
            <p:cNvSpPr/>
            <p:nvPr/>
          </p:nvSpPr>
          <p:spPr bwMode="gray">
            <a:xfrm>
              <a:off x="2356052" y="20238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94" name="Oval 93">
              <a:extLst>
                <a:ext uri="{FF2B5EF4-FFF2-40B4-BE49-F238E27FC236}">
                  <a16:creationId xmlns:a16="http://schemas.microsoft.com/office/drawing/2014/main" id="{D4A64D5A-1399-4489-8808-F4F94254F208}"/>
                </a:ext>
              </a:extLst>
            </p:cNvPr>
            <p:cNvSpPr/>
            <p:nvPr/>
          </p:nvSpPr>
          <p:spPr bwMode="gray">
            <a:xfrm>
              <a:off x="2356052" y="19857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95" name="Oval 94">
              <a:extLst>
                <a:ext uri="{FF2B5EF4-FFF2-40B4-BE49-F238E27FC236}">
                  <a16:creationId xmlns:a16="http://schemas.microsoft.com/office/drawing/2014/main" id="{F39A6022-690D-4D96-A267-D22863EDBA22}"/>
                </a:ext>
              </a:extLst>
            </p:cNvPr>
            <p:cNvSpPr/>
            <p:nvPr/>
          </p:nvSpPr>
          <p:spPr bwMode="gray">
            <a:xfrm>
              <a:off x="2356052" y="19476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96" name="Oval 95">
              <a:extLst>
                <a:ext uri="{FF2B5EF4-FFF2-40B4-BE49-F238E27FC236}">
                  <a16:creationId xmlns:a16="http://schemas.microsoft.com/office/drawing/2014/main" id="{0BD4F925-0123-4464-8283-39577D8951EE}"/>
                </a:ext>
              </a:extLst>
            </p:cNvPr>
            <p:cNvSpPr/>
            <p:nvPr/>
          </p:nvSpPr>
          <p:spPr bwMode="gray">
            <a:xfrm>
              <a:off x="2356052" y="19095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97" name="Oval 96">
              <a:extLst>
                <a:ext uri="{FF2B5EF4-FFF2-40B4-BE49-F238E27FC236}">
                  <a16:creationId xmlns:a16="http://schemas.microsoft.com/office/drawing/2014/main" id="{D945A4A1-9A0A-45BD-9623-9E3A55986ED0}"/>
                </a:ext>
              </a:extLst>
            </p:cNvPr>
            <p:cNvSpPr/>
            <p:nvPr/>
          </p:nvSpPr>
          <p:spPr bwMode="gray">
            <a:xfrm>
              <a:off x="2356052" y="18714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98" name="Oval 97">
              <a:extLst>
                <a:ext uri="{FF2B5EF4-FFF2-40B4-BE49-F238E27FC236}">
                  <a16:creationId xmlns:a16="http://schemas.microsoft.com/office/drawing/2014/main" id="{106EEA8E-DDD8-4DC6-8175-E881B7006DFD}"/>
                </a:ext>
              </a:extLst>
            </p:cNvPr>
            <p:cNvSpPr/>
            <p:nvPr/>
          </p:nvSpPr>
          <p:spPr bwMode="gray">
            <a:xfrm>
              <a:off x="2356052" y="18333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00" name="Oval 99">
              <a:extLst>
                <a:ext uri="{FF2B5EF4-FFF2-40B4-BE49-F238E27FC236}">
                  <a16:creationId xmlns:a16="http://schemas.microsoft.com/office/drawing/2014/main" id="{777D49F7-7C67-42EB-9EBA-380E4FD18533}"/>
                </a:ext>
              </a:extLst>
            </p:cNvPr>
            <p:cNvSpPr/>
            <p:nvPr/>
          </p:nvSpPr>
          <p:spPr bwMode="gray">
            <a:xfrm>
              <a:off x="2356052" y="17952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01" name="Oval 100">
              <a:extLst>
                <a:ext uri="{FF2B5EF4-FFF2-40B4-BE49-F238E27FC236}">
                  <a16:creationId xmlns:a16="http://schemas.microsoft.com/office/drawing/2014/main" id="{C2EE00E2-8C74-4723-9407-3BE3C2E63868}"/>
                </a:ext>
              </a:extLst>
            </p:cNvPr>
            <p:cNvSpPr/>
            <p:nvPr/>
          </p:nvSpPr>
          <p:spPr bwMode="gray">
            <a:xfrm>
              <a:off x="2356052" y="17571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02" name="Oval 101">
              <a:extLst>
                <a:ext uri="{FF2B5EF4-FFF2-40B4-BE49-F238E27FC236}">
                  <a16:creationId xmlns:a16="http://schemas.microsoft.com/office/drawing/2014/main" id="{35244A6C-32D2-4373-8E37-7FA77C30ECEB}"/>
                </a:ext>
              </a:extLst>
            </p:cNvPr>
            <p:cNvSpPr/>
            <p:nvPr/>
          </p:nvSpPr>
          <p:spPr bwMode="gray">
            <a:xfrm>
              <a:off x="2356052" y="17190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03" name="Oval 102">
              <a:extLst>
                <a:ext uri="{FF2B5EF4-FFF2-40B4-BE49-F238E27FC236}">
                  <a16:creationId xmlns:a16="http://schemas.microsoft.com/office/drawing/2014/main" id="{902A1864-2DA9-43BD-AD95-8B54B106FD68}"/>
                </a:ext>
              </a:extLst>
            </p:cNvPr>
            <p:cNvSpPr/>
            <p:nvPr/>
          </p:nvSpPr>
          <p:spPr bwMode="gray">
            <a:xfrm>
              <a:off x="2356052" y="16809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grpSp>
      <p:sp>
        <p:nvSpPr>
          <p:cNvPr id="106" name="TextBox 105">
            <a:extLst>
              <a:ext uri="{FF2B5EF4-FFF2-40B4-BE49-F238E27FC236}">
                <a16:creationId xmlns:a16="http://schemas.microsoft.com/office/drawing/2014/main" id="{1B92A75B-5A16-4F44-B657-F8727D89C760}"/>
              </a:ext>
            </a:extLst>
          </p:cNvPr>
          <p:cNvSpPr txBox="1"/>
          <p:nvPr/>
        </p:nvSpPr>
        <p:spPr>
          <a:xfrm flipH="1">
            <a:off x="324672" y="2620103"/>
            <a:ext cx="1123376" cy="553998"/>
          </a:xfrm>
          <a:prstGeom prst="rect">
            <a:avLst/>
          </a:prstGeom>
          <a:noFill/>
        </p:spPr>
        <p:txBody>
          <a:bodyPr wrap="square" rtlCol="0">
            <a:spAutoFit/>
          </a:bodyPr>
          <a:lstStyle/>
          <a:p>
            <a:pPr algn="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a:t>
            </a:r>
            <a:endParaRPr lang="en-US" sz="1000" b="1" dirty="0">
              <a:solidFill>
                <a:schemeClr val="bg1"/>
              </a:solidFill>
              <a:latin typeface="Aptos" panose="020B0004020202020204" pitchFamily="34" charset="0"/>
            </a:endParaRPr>
          </a:p>
        </p:txBody>
      </p:sp>
      <p:sp>
        <p:nvSpPr>
          <p:cNvPr id="107" name="TextBox 106">
            <a:extLst>
              <a:ext uri="{FF2B5EF4-FFF2-40B4-BE49-F238E27FC236}">
                <a16:creationId xmlns:a16="http://schemas.microsoft.com/office/drawing/2014/main" id="{669DE8AF-EBB3-44ED-8410-2F35FC299E1B}"/>
              </a:ext>
            </a:extLst>
          </p:cNvPr>
          <p:cNvSpPr txBox="1"/>
          <p:nvPr/>
        </p:nvSpPr>
        <p:spPr>
          <a:xfrm flipH="1">
            <a:off x="2836416" y="3401475"/>
            <a:ext cx="1317995" cy="553998"/>
          </a:xfrm>
          <a:prstGeom prst="rect">
            <a:avLst/>
          </a:prstGeom>
          <a:noFill/>
        </p:spPr>
        <p:txBody>
          <a:bodyPr wrap="square" rtlCol="0">
            <a:spAutoFit/>
          </a:bodyPr>
          <a:lstStyle/>
          <a:p>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a:t>
            </a:r>
            <a:endParaRPr lang="en-US" sz="1000" b="1" dirty="0">
              <a:solidFill>
                <a:schemeClr val="accent3">
                  <a:lumMod val="75000"/>
                </a:schemeClr>
              </a:solidFill>
              <a:latin typeface="Aptos" panose="020B0004020202020204" pitchFamily="34" charset="0"/>
            </a:endParaRPr>
          </a:p>
        </p:txBody>
      </p:sp>
      <p:cxnSp>
        <p:nvCxnSpPr>
          <p:cNvPr id="14" name="Straight Connector 13">
            <a:extLst>
              <a:ext uri="{FF2B5EF4-FFF2-40B4-BE49-F238E27FC236}">
                <a16:creationId xmlns:a16="http://schemas.microsoft.com/office/drawing/2014/main" id="{575EEF1C-731F-4838-A7A1-3E5E9C5EFAE7}"/>
              </a:ext>
            </a:extLst>
          </p:cNvPr>
          <p:cNvCxnSpPr>
            <a:cxnSpLocks/>
          </p:cNvCxnSpPr>
          <p:nvPr/>
        </p:nvCxnSpPr>
        <p:spPr>
          <a:xfrm>
            <a:off x="1960712" y="2541118"/>
            <a:ext cx="2255569" cy="0"/>
          </a:xfrm>
          <a:prstGeom prst="line">
            <a:avLst/>
          </a:prstGeom>
          <a:ln w="6350" cap="rnd">
            <a:solidFill>
              <a:srgbClr val="00A3E0"/>
            </a:solidFill>
            <a:prstDash val="solid"/>
          </a:ln>
        </p:spPr>
        <p:style>
          <a:lnRef idx="1">
            <a:schemeClr val="accent1"/>
          </a:lnRef>
          <a:fillRef idx="0">
            <a:schemeClr val="accent1"/>
          </a:fillRef>
          <a:effectRef idx="0">
            <a:schemeClr val="accent1"/>
          </a:effectRef>
          <a:fontRef idx="minor">
            <a:schemeClr val="tx1"/>
          </a:fontRef>
        </p:style>
      </p:cxnSp>
      <p:sp>
        <p:nvSpPr>
          <p:cNvPr id="116" name="Freeform 6">
            <a:extLst>
              <a:ext uri="{FF2B5EF4-FFF2-40B4-BE49-F238E27FC236}">
                <a16:creationId xmlns:a16="http://schemas.microsoft.com/office/drawing/2014/main" id="{A43A9D99-2266-436E-8A37-0909BAF1FB2B}"/>
              </a:ext>
            </a:extLst>
          </p:cNvPr>
          <p:cNvSpPr>
            <a:spLocks noEditPoints="1"/>
          </p:cNvSpPr>
          <p:nvPr/>
        </p:nvSpPr>
        <p:spPr bwMode="auto">
          <a:xfrm>
            <a:off x="1691859" y="2519870"/>
            <a:ext cx="115545" cy="66938"/>
          </a:xfrm>
          <a:custGeom>
            <a:avLst/>
            <a:gdLst>
              <a:gd name="T0" fmla="*/ 50 w 113"/>
              <a:gd name="T1" fmla="*/ 209 h 233"/>
              <a:gd name="T2" fmla="*/ 50 w 113"/>
              <a:gd name="T3" fmla="*/ 223 h 233"/>
              <a:gd name="T4" fmla="*/ 60 w 113"/>
              <a:gd name="T5" fmla="*/ 233 h 233"/>
              <a:gd name="T6" fmla="*/ 70 w 113"/>
              <a:gd name="T7" fmla="*/ 223 h 233"/>
              <a:gd name="T8" fmla="*/ 70 w 113"/>
              <a:gd name="T9" fmla="*/ 208 h 233"/>
              <a:gd name="T10" fmla="*/ 100 w 113"/>
              <a:gd name="T11" fmla="*/ 193 h 233"/>
              <a:gd name="T12" fmla="*/ 113 w 113"/>
              <a:gd name="T13" fmla="*/ 156 h 233"/>
              <a:gd name="T14" fmla="*/ 100 w 113"/>
              <a:gd name="T15" fmla="*/ 120 h 233"/>
              <a:gd name="T16" fmla="*/ 70 w 113"/>
              <a:gd name="T17" fmla="*/ 102 h 233"/>
              <a:gd name="T18" fmla="*/ 70 w 113"/>
              <a:gd name="T19" fmla="*/ 43 h 233"/>
              <a:gd name="T20" fmla="*/ 91 w 113"/>
              <a:gd name="T21" fmla="*/ 50 h 233"/>
              <a:gd name="T22" fmla="*/ 99 w 113"/>
              <a:gd name="T23" fmla="*/ 52 h 233"/>
              <a:gd name="T24" fmla="*/ 108 w 113"/>
              <a:gd name="T25" fmla="*/ 40 h 233"/>
              <a:gd name="T26" fmla="*/ 94 w 113"/>
              <a:gd name="T27" fmla="*/ 27 h 233"/>
              <a:gd name="T28" fmla="*/ 70 w 113"/>
              <a:gd name="T29" fmla="*/ 23 h 233"/>
              <a:gd name="T30" fmla="*/ 70 w 113"/>
              <a:gd name="T31" fmla="*/ 10 h 233"/>
              <a:gd name="T32" fmla="*/ 60 w 113"/>
              <a:gd name="T33" fmla="*/ 0 h 233"/>
              <a:gd name="T34" fmla="*/ 50 w 113"/>
              <a:gd name="T35" fmla="*/ 10 h 233"/>
              <a:gd name="T36" fmla="*/ 50 w 113"/>
              <a:gd name="T37" fmla="*/ 23 h 233"/>
              <a:gd name="T38" fmla="*/ 20 w 113"/>
              <a:gd name="T39" fmla="*/ 35 h 233"/>
              <a:gd name="T40" fmla="*/ 5 w 113"/>
              <a:gd name="T41" fmla="*/ 70 h 233"/>
              <a:gd name="T42" fmla="*/ 20 w 113"/>
              <a:gd name="T43" fmla="*/ 104 h 233"/>
              <a:gd name="T44" fmla="*/ 50 w 113"/>
              <a:gd name="T45" fmla="*/ 119 h 233"/>
              <a:gd name="T46" fmla="*/ 50 w 113"/>
              <a:gd name="T47" fmla="*/ 188 h 233"/>
              <a:gd name="T48" fmla="*/ 18 w 113"/>
              <a:gd name="T49" fmla="*/ 173 h 233"/>
              <a:gd name="T50" fmla="*/ 10 w 113"/>
              <a:gd name="T51" fmla="*/ 167 h 233"/>
              <a:gd name="T52" fmla="*/ 0 w 113"/>
              <a:gd name="T53" fmla="*/ 180 h 233"/>
              <a:gd name="T54" fmla="*/ 50 w 113"/>
              <a:gd name="T55" fmla="*/ 209 h 233"/>
              <a:gd name="T56" fmla="*/ 27 w 113"/>
              <a:gd name="T57" fmla="*/ 67 h 233"/>
              <a:gd name="T58" fmla="*/ 34 w 113"/>
              <a:gd name="T59" fmla="*/ 50 h 233"/>
              <a:gd name="T60" fmla="*/ 50 w 113"/>
              <a:gd name="T61" fmla="*/ 44 h 233"/>
              <a:gd name="T62" fmla="*/ 50 w 113"/>
              <a:gd name="T63" fmla="*/ 95 h 233"/>
              <a:gd name="T64" fmla="*/ 27 w 113"/>
              <a:gd name="T65" fmla="*/ 67 h 233"/>
              <a:gd name="T66" fmla="*/ 84 w 113"/>
              <a:gd name="T67" fmla="*/ 136 h 233"/>
              <a:gd name="T68" fmla="*/ 91 w 113"/>
              <a:gd name="T69" fmla="*/ 158 h 233"/>
              <a:gd name="T70" fmla="*/ 85 w 113"/>
              <a:gd name="T71" fmla="*/ 178 h 233"/>
              <a:gd name="T72" fmla="*/ 70 w 113"/>
              <a:gd name="T73" fmla="*/ 187 h 233"/>
              <a:gd name="T74" fmla="*/ 70 w 113"/>
              <a:gd name="T75" fmla="*/ 127 h 233"/>
              <a:gd name="T76" fmla="*/ 84 w 113"/>
              <a:gd name="T77" fmla="*/ 136 h 233"/>
              <a:gd name="T78" fmla="*/ 84 w 113"/>
              <a:gd name="T79" fmla="*/ 136 h 233"/>
              <a:gd name="T80" fmla="*/ 84 w 113"/>
              <a:gd name="T81" fmla="*/ 136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 h="233">
                <a:moveTo>
                  <a:pt x="50" y="209"/>
                </a:moveTo>
                <a:cubicBezTo>
                  <a:pt x="50" y="223"/>
                  <a:pt x="50" y="223"/>
                  <a:pt x="50" y="223"/>
                </a:cubicBezTo>
                <a:cubicBezTo>
                  <a:pt x="50" y="229"/>
                  <a:pt x="54" y="233"/>
                  <a:pt x="60" y="233"/>
                </a:cubicBezTo>
                <a:cubicBezTo>
                  <a:pt x="66" y="233"/>
                  <a:pt x="70" y="229"/>
                  <a:pt x="70" y="223"/>
                </a:cubicBezTo>
                <a:cubicBezTo>
                  <a:pt x="70" y="208"/>
                  <a:pt x="70" y="208"/>
                  <a:pt x="70" y="208"/>
                </a:cubicBezTo>
                <a:cubicBezTo>
                  <a:pt x="83" y="206"/>
                  <a:pt x="93" y="201"/>
                  <a:pt x="100" y="193"/>
                </a:cubicBezTo>
                <a:cubicBezTo>
                  <a:pt x="109" y="184"/>
                  <a:pt x="113" y="171"/>
                  <a:pt x="113" y="156"/>
                </a:cubicBezTo>
                <a:cubicBezTo>
                  <a:pt x="113" y="141"/>
                  <a:pt x="109" y="129"/>
                  <a:pt x="100" y="120"/>
                </a:cubicBezTo>
                <a:cubicBezTo>
                  <a:pt x="92" y="111"/>
                  <a:pt x="80" y="106"/>
                  <a:pt x="70" y="102"/>
                </a:cubicBezTo>
                <a:cubicBezTo>
                  <a:pt x="70" y="43"/>
                  <a:pt x="70" y="43"/>
                  <a:pt x="70" y="43"/>
                </a:cubicBezTo>
                <a:cubicBezTo>
                  <a:pt x="80" y="44"/>
                  <a:pt x="87" y="47"/>
                  <a:pt x="91" y="50"/>
                </a:cubicBezTo>
                <a:cubicBezTo>
                  <a:pt x="94" y="51"/>
                  <a:pt x="97" y="52"/>
                  <a:pt x="99" y="52"/>
                </a:cubicBezTo>
                <a:cubicBezTo>
                  <a:pt x="105" y="52"/>
                  <a:pt x="108" y="44"/>
                  <a:pt x="108" y="40"/>
                </a:cubicBezTo>
                <a:cubicBezTo>
                  <a:pt x="108" y="35"/>
                  <a:pt x="103" y="31"/>
                  <a:pt x="94" y="27"/>
                </a:cubicBezTo>
                <a:cubicBezTo>
                  <a:pt x="88" y="25"/>
                  <a:pt x="79" y="23"/>
                  <a:pt x="70" y="23"/>
                </a:cubicBezTo>
                <a:cubicBezTo>
                  <a:pt x="70" y="10"/>
                  <a:pt x="70" y="10"/>
                  <a:pt x="70" y="10"/>
                </a:cubicBezTo>
                <a:cubicBezTo>
                  <a:pt x="70" y="4"/>
                  <a:pt x="66" y="0"/>
                  <a:pt x="60" y="0"/>
                </a:cubicBezTo>
                <a:cubicBezTo>
                  <a:pt x="54" y="0"/>
                  <a:pt x="50" y="4"/>
                  <a:pt x="50" y="10"/>
                </a:cubicBezTo>
                <a:cubicBezTo>
                  <a:pt x="50" y="23"/>
                  <a:pt x="50" y="23"/>
                  <a:pt x="50" y="23"/>
                </a:cubicBezTo>
                <a:cubicBezTo>
                  <a:pt x="42" y="25"/>
                  <a:pt x="30" y="27"/>
                  <a:pt x="20" y="35"/>
                </a:cubicBezTo>
                <a:cubicBezTo>
                  <a:pt x="10" y="43"/>
                  <a:pt x="5" y="55"/>
                  <a:pt x="5" y="70"/>
                </a:cubicBezTo>
                <a:cubicBezTo>
                  <a:pt x="5" y="84"/>
                  <a:pt x="10" y="96"/>
                  <a:pt x="20" y="104"/>
                </a:cubicBezTo>
                <a:cubicBezTo>
                  <a:pt x="29" y="111"/>
                  <a:pt x="39" y="115"/>
                  <a:pt x="50" y="119"/>
                </a:cubicBezTo>
                <a:cubicBezTo>
                  <a:pt x="50" y="188"/>
                  <a:pt x="50" y="188"/>
                  <a:pt x="50" y="188"/>
                </a:cubicBezTo>
                <a:cubicBezTo>
                  <a:pt x="33" y="186"/>
                  <a:pt x="24" y="178"/>
                  <a:pt x="18" y="173"/>
                </a:cubicBezTo>
                <a:cubicBezTo>
                  <a:pt x="15" y="170"/>
                  <a:pt x="13" y="167"/>
                  <a:pt x="10" y="167"/>
                </a:cubicBezTo>
                <a:cubicBezTo>
                  <a:pt x="5" y="167"/>
                  <a:pt x="0" y="174"/>
                  <a:pt x="0" y="180"/>
                </a:cubicBezTo>
                <a:cubicBezTo>
                  <a:pt x="0" y="191"/>
                  <a:pt x="20" y="207"/>
                  <a:pt x="50" y="209"/>
                </a:cubicBezTo>
                <a:close/>
                <a:moveTo>
                  <a:pt x="27" y="67"/>
                </a:moveTo>
                <a:cubicBezTo>
                  <a:pt x="27" y="60"/>
                  <a:pt x="29" y="54"/>
                  <a:pt x="34" y="50"/>
                </a:cubicBezTo>
                <a:cubicBezTo>
                  <a:pt x="38" y="47"/>
                  <a:pt x="43" y="45"/>
                  <a:pt x="50" y="44"/>
                </a:cubicBezTo>
                <a:cubicBezTo>
                  <a:pt x="50" y="95"/>
                  <a:pt x="50" y="95"/>
                  <a:pt x="50" y="95"/>
                </a:cubicBezTo>
                <a:cubicBezTo>
                  <a:pt x="35" y="89"/>
                  <a:pt x="27" y="82"/>
                  <a:pt x="27" y="67"/>
                </a:cubicBezTo>
                <a:close/>
                <a:moveTo>
                  <a:pt x="84" y="136"/>
                </a:moveTo>
                <a:cubicBezTo>
                  <a:pt x="89" y="142"/>
                  <a:pt x="91" y="149"/>
                  <a:pt x="91" y="158"/>
                </a:cubicBezTo>
                <a:cubicBezTo>
                  <a:pt x="91" y="166"/>
                  <a:pt x="89" y="173"/>
                  <a:pt x="85" y="178"/>
                </a:cubicBezTo>
                <a:cubicBezTo>
                  <a:pt x="81" y="182"/>
                  <a:pt x="76" y="185"/>
                  <a:pt x="70" y="187"/>
                </a:cubicBezTo>
                <a:cubicBezTo>
                  <a:pt x="70" y="127"/>
                  <a:pt x="70" y="127"/>
                  <a:pt x="70" y="127"/>
                </a:cubicBezTo>
                <a:cubicBezTo>
                  <a:pt x="76" y="130"/>
                  <a:pt x="81" y="133"/>
                  <a:pt x="84" y="136"/>
                </a:cubicBezTo>
                <a:close/>
                <a:moveTo>
                  <a:pt x="84" y="136"/>
                </a:moveTo>
                <a:cubicBezTo>
                  <a:pt x="84" y="136"/>
                  <a:pt x="84" y="136"/>
                  <a:pt x="84" y="136"/>
                </a:cubicBezTo>
              </a:path>
            </a:pathLst>
          </a:custGeom>
          <a:solidFill>
            <a:schemeClr val="tx1">
              <a:lumMod val="65000"/>
              <a:lumOff val="35000"/>
            </a:schemeClr>
          </a:solidFill>
          <a:ln>
            <a:noFill/>
          </a:ln>
        </p:spPr>
        <p:txBody>
          <a:bodyPr vert="horz" wrap="square" lIns="74295" tIns="37148" rIns="74295" bIns="37148" numCol="1" anchor="t" anchorCtr="0" compatLnSpc="1">
            <a:prstTxWarp prst="textNoShape">
              <a:avLst/>
            </a:prstTxWarp>
          </a:bodyPr>
          <a:lstStyle/>
          <a:p>
            <a:endParaRPr lang="en-US" sz="1463"/>
          </a:p>
        </p:txBody>
      </p:sp>
      <p:sp>
        <p:nvSpPr>
          <p:cNvPr id="19" name="Isosceles Triangle 18">
            <a:extLst>
              <a:ext uri="{FF2B5EF4-FFF2-40B4-BE49-F238E27FC236}">
                <a16:creationId xmlns:a16="http://schemas.microsoft.com/office/drawing/2014/main" id="{ED8C7C62-A684-42BF-BD4A-3578D8BB1970}"/>
              </a:ext>
            </a:extLst>
          </p:cNvPr>
          <p:cNvSpPr/>
          <p:nvPr/>
        </p:nvSpPr>
        <p:spPr bwMode="gray">
          <a:xfrm rot="5400000">
            <a:off x="1275443" y="2857206"/>
            <a:ext cx="369978" cy="50934"/>
          </a:xfrm>
          <a:prstGeom prst="triangle">
            <a:avLst/>
          </a:prstGeom>
          <a:solidFill>
            <a:schemeClr val="bg1">
              <a:lumMod val="9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18" name="Isosceles Triangle 117">
            <a:extLst>
              <a:ext uri="{FF2B5EF4-FFF2-40B4-BE49-F238E27FC236}">
                <a16:creationId xmlns:a16="http://schemas.microsoft.com/office/drawing/2014/main" id="{D01F92FD-D70C-43DF-A437-D7B27EEBC11F}"/>
              </a:ext>
            </a:extLst>
          </p:cNvPr>
          <p:cNvSpPr/>
          <p:nvPr/>
        </p:nvSpPr>
        <p:spPr bwMode="gray">
          <a:xfrm rot="16200000" flipH="1">
            <a:off x="2718797" y="3565872"/>
            <a:ext cx="252700" cy="46304"/>
          </a:xfrm>
          <a:prstGeom prst="triangle">
            <a:avLst/>
          </a:prstGeom>
          <a:solidFill>
            <a:schemeClr val="bg1">
              <a:lumMod val="95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cxnSp>
        <p:nvCxnSpPr>
          <p:cNvPr id="119" name="Straight Connector 118">
            <a:extLst>
              <a:ext uri="{FF2B5EF4-FFF2-40B4-BE49-F238E27FC236}">
                <a16:creationId xmlns:a16="http://schemas.microsoft.com/office/drawing/2014/main" id="{B4BC2A67-2A85-48A6-A575-811F7F34155A}"/>
              </a:ext>
            </a:extLst>
          </p:cNvPr>
          <p:cNvCxnSpPr>
            <a:cxnSpLocks/>
          </p:cNvCxnSpPr>
          <p:nvPr/>
        </p:nvCxnSpPr>
        <p:spPr>
          <a:xfrm>
            <a:off x="1960712" y="3410110"/>
            <a:ext cx="2255569" cy="0"/>
          </a:xfrm>
          <a:prstGeom prst="line">
            <a:avLst/>
          </a:prstGeom>
          <a:ln w="6350" cap="rnd">
            <a:solidFill>
              <a:srgbClr val="00A3E0"/>
            </a:solidFill>
            <a:prstDash val="solid"/>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4E9B252C-E997-4070-B060-19C84928DBAA}"/>
              </a:ext>
            </a:extLst>
          </p:cNvPr>
          <p:cNvGrpSpPr/>
          <p:nvPr/>
        </p:nvGrpSpPr>
        <p:grpSpPr>
          <a:xfrm>
            <a:off x="2309956" y="3444860"/>
            <a:ext cx="422162" cy="251154"/>
            <a:chOff x="2828274" y="4052618"/>
            <a:chExt cx="519584" cy="309112"/>
          </a:xfrm>
        </p:grpSpPr>
        <p:grpSp>
          <p:nvGrpSpPr>
            <p:cNvPr id="21" name="Group 20">
              <a:extLst>
                <a:ext uri="{FF2B5EF4-FFF2-40B4-BE49-F238E27FC236}">
                  <a16:creationId xmlns:a16="http://schemas.microsoft.com/office/drawing/2014/main" id="{68577EC1-C1E7-440D-A04C-3B38A9F2FFB6}"/>
                </a:ext>
              </a:extLst>
            </p:cNvPr>
            <p:cNvGrpSpPr/>
            <p:nvPr/>
          </p:nvGrpSpPr>
          <p:grpSpPr>
            <a:xfrm>
              <a:off x="2828274" y="4052618"/>
              <a:ext cx="519584" cy="309112"/>
              <a:chOff x="2828274" y="4052618"/>
              <a:chExt cx="519584" cy="309112"/>
            </a:xfrm>
          </p:grpSpPr>
          <p:sp>
            <p:nvSpPr>
              <p:cNvPr id="120" name="Oval 119">
                <a:extLst>
                  <a:ext uri="{FF2B5EF4-FFF2-40B4-BE49-F238E27FC236}">
                    <a16:creationId xmlns:a16="http://schemas.microsoft.com/office/drawing/2014/main" id="{2F9A806F-D8FC-43B1-98A0-A8E31993F60C}"/>
                  </a:ext>
                </a:extLst>
              </p:cNvPr>
              <p:cNvSpPr/>
              <p:nvPr/>
            </p:nvSpPr>
            <p:spPr bwMode="gray">
              <a:xfrm>
                <a:off x="2828274" y="4219029"/>
                <a:ext cx="519584" cy="142701"/>
              </a:xfrm>
              <a:prstGeom prst="ellipse">
                <a:avLst/>
              </a:prstGeom>
              <a:solidFill>
                <a:schemeClr val="tx1"/>
              </a:solidFill>
              <a:ln w="19050" algn="ctr">
                <a:solidFill>
                  <a:srgbClr val="00A3E0"/>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21" name="Oval 120">
                <a:extLst>
                  <a:ext uri="{FF2B5EF4-FFF2-40B4-BE49-F238E27FC236}">
                    <a16:creationId xmlns:a16="http://schemas.microsoft.com/office/drawing/2014/main" id="{D3E22A2C-7E03-43B0-87AF-A63E672C8F17}"/>
                  </a:ext>
                </a:extLst>
              </p:cNvPr>
              <p:cNvSpPr/>
              <p:nvPr/>
            </p:nvSpPr>
            <p:spPr bwMode="gray">
              <a:xfrm>
                <a:off x="2828274" y="4135823"/>
                <a:ext cx="519584" cy="142701"/>
              </a:xfrm>
              <a:prstGeom prst="ellipse">
                <a:avLst/>
              </a:prstGeom>
              <a:solidFill>
                <a:schemeClr val="tx1"/>
              </a:solidFill>
              <a:ln w="19050" algn="ctr">
                <a:solidFill>
                  <a:srgbClr val="00A3E0"/>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sp>
            <p:nvSpPr>
              <p:cNvPr id="122" name="Oval 121">
                <a:extLst>
                  <a:ext uri="{FF2B5EF4-FFF2-40B4-BE49-F238E27FC236}">
                    <a16:creationId xmlns:a16="http://schemas.microsoft.com/office/drawing/2014/main" id="{FDB2DBC5-5303-4A5C-AA5B-7B9398450042}"/>
                  </a:ext>
                </a:extLst>
              </p:cNvPr>
              <p:cNvSpPr/>
              <p:nvPr/>
            </p:nvSpPr>
            <p:spPr bwMode="gray">
              <a:xfrm>
                <a:off x="2828274" y="4052618"/>
                <a:ext cx="519584" cy="142701"/>
              </a:xfrm>
              <a:prstGeom prst="ellipse">
                <a:avLst/>
              </a:prstGeom>
              <a:solidFill>
                <a:schemeClr val="tx1"/>
              </a:solidFill>
              <a:ln w="19050" algn="ctr">
                <a:solidFill>
                  <a:srgbClr val="00A3E0"/>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grpSp>
        <p:sp>
          <p:nvSpPr>
            <p:cNvPr id="117" name="Freeform 6">
              <a:extLst>
                <a:ext uri="{FF2B5EF4-FFF2-40B4-BE49-F238E27FC236}">
                  <a16:creationId xmlns:a16="http://schemas.microsoft.com/office/drawing/2014/main" id="{D7876C52-B882-4958-86BC-B8186ED6FD4C}"/>
                </a:ext>
              </a:extLst>
            </p:cNvPr>
            <p:cNvSpPr>
              <a:spLocks noEditPoints="1"/>
            </p:cNvSpPr>
            <p:nvPr/>
          </p:nvSpPr>
          <p:spPr bwMode="auto">
            <a:xfrm>
              <a:off x="3016962" y="4074864"/>
              <a:ext cx="142209" cy="82385"/>
            </a:xfrm>
            <a:custGeom>
              <a:avLst/>
              <a:gdLst>
                <a:gd name="T0" fmla="*/ 50 w 113"/>
                <a:gd name="T1" fmla="*/ 209 h 233"/>
                <a:gd name="T2" fmla="*/ 50 w 113"/>
                <a:gd name="T3" fmla="*/ 223 h 233"/>
                <a:gd name="T4" fmla="*/ 60 w 113"/>
                <a:gd name="T5" fmla="*/ 233 h 233"/>
                <a:gd name="T6" fmla="*/ 70 w 113"/>
                <a:gd name="T7" fmla="*/ 223 h 233"/>
                <a:gd name="T8" fmla="*/ 70 w 113"/>
                <a:gd name="T9" fmla="*/ 208 h 233"/>
                <a:gd name="T10" fmla="*/ 100 w 113"/>
                <a:gd name="T11" fmla="*/ 193 h 233"/>
                <a:gd name="T12" fmla="*/ 113 w 113"/>
                <a:gd name="T13" fmla="*/ 156 h 233"/>
                <a:gd name="T14" fmla="*/ 100 w 113"/>
                <a:gd name="T15" fmla="*/ 120 h 233"/>
                <a:gd name="T16" fmla="*/ 70 w 113"/>
                <a:gd name="T17" fmla="*/ 102 h 233"/>
                <a:gd name="T18" fmla="*/ 70 w 113"/>
                <a:gd name="T19" fmla="*/ 43 h 233"/>
                <a:gd name="T20" fmla="*/ 91 w 113"/>
                <a:gd name="T21" fmla="*/ 50 h 233"/>
                <a:gd name="T22" fmla="*/ 99 w 113"/>
                <a:gd name="T23" fmla="*/ 52 h 233"/>
                <a:gd name="T24" fmla="*/ 108 w 113"/>
                <a:gd name="T25" fmla="*/ 40 h 233"/>
                <a:gd name="T26" fmla="*/ 94 w 113"/>
                <a:gd name="T27" fmla="*/ 27 h 233"/>
                <a:gd name="T28" fmla="*/ 70 w 113"/>
                <a:gd name="T29" fmla="*/ 23 h 233"/>
                <a:gd name="T30" fmla="*/ 70 w 113"/>
                <a:gd name="T31" fmla="*/ 10 h 233"/>
                <a:gd name="T32" fmla="*/ 60 w 113"/>
                <a:gd name="T33" fmla="*/ 0 h 233"/>
                <a:gd name="T34" fmla="*/ 50 w 113"/>
                <a:gd name="T35" fmla="*/ 10 h 233"/>
                <a:gd name="T36" fmla="*/ 50 w 113"/>
                <a:gd name="T37" fmla="*/ 23 h 233"/>
                <a:gd name="T38" fmla="*/ 20 w 113"/>
                <a:gd name="T39" fmla="*/ 35 h 233"/>
                <a:gd name="T40" fmla="*/ 5 w 113"/>
                <a:gd name="T41" fmla="*/ 70 h 233"/>
                <a:gd name="T42" fmla="*/ 20 w 113"/>
                <a:gd name="T43" fmla="*/ 104 h 233"/>
                <a:gd name="T44" fmla="*/ 50 w 113"/>
                <a:gd name="T45" fmla="*/ 119 h 233"/>
                <a:gd name="T46" fmla="*/ 50 w 113"/>
                <a:gd name="T47" fmla="*/ 188 h 233"/>
                <a:gd name="T48" fmla="*/ 18 w 113"/>
                <a:gd name="T49" fmla="*/ 173 h 233"/>
                <a:gd name="T50" fmla="*/ 10 w 113"/>
                <a:gd name="T51" fmla="*/ 167 h 233"/>
                <a:gd name="T52" fmla="*/ 0 w 113"/>
                <a:gd name="T53" fmla="*/ 180 h 233"/>
                <a:gd name="T54" fmla="*/ 50 w 113"/>
                <a:gd name="T55" fmla="*/ 209 h 233"/>
                <a:gd name="T56" fmla="*/ 27 w 113"/>
                <a:gd name="T57" fmla="*/ 67 h 233"/>
                <a:gd name="T58" fmla="*/ 34 w 113"/>
                <a:gd name="T59" fmla="*/ 50 h 233"/>
                <a:gd name="T60" fmla="*/ 50 w 113"/>
                <a:gd name="T61" fmla="*/ 44 h 233"/>
                <a:gd name="T62" fmla="*/ 50 w 113"/>
                <a:gd name="T63" fmla="*/ 95 h 233"/>
                <a:gd name="T64" fmla="*/ 27 w 113"/>
                <a:gd name="T65" fmla="*/ 67 h 233"/>
                <a:gd name="T66" fmla="*/ 84 w 113"/>
                <a:gd name="T67" fmla="*/ 136 h 233"/>
                <a:gd name="T68" fmla="*/ 91 w 113"/>
                <a:gd name="T69" fmla="*/ 158 h 233"/>
                <a:gd name="T70" fmla="*/ 85 w 113"/>
                <a:gd name="T71" fmla="*/ 178 h 233"/>
                <a:gd name="T72" fmla="*/ 70 w 113"/>
                <a:gd name="T73" fmla="*/ 187 h 233"/>
                <a:gd name="T74" fmla="*/ 70 w 113"/>
                <a:gd name="T75" fmla="*/ 127 h 233"/>
                <a:gd name="T76" fmla="*/ 84 w 113"/>
                <a:gd name="T77" fmla="*/ 136 h 233"/>
                <a:gd name="T78" fmla="*/ 84 w 113"/>
                <a:gd name="T79" fmla="*/ 136 h 233"/>
                <a:gd name="T80" fmla="*/ 84 w 113"/>
                <a:gd name="T81" fmla="*/ 136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 h="233">
                  <a:moveTo>
                    <a:pt x="50" y="209"/>
                  </a:moveTo>
                  <a:cubicBezTo>
                    <a:pt x="50" y="223"/>
                    <a:pt x="50" y="223"/>
                    <a:pt x="50" y="223"/>
                  </a:cubicBezTo>
                  <a:cubicBezTo>
                    <a:pt x="50" y="229"/>
                    <a:pt x="54" y="233"/>
                    <a:pt x="60" y="233"/>
                  </a:cubicBezTo>
                  <a:cubicBezTo>
                    <a:pt x="66" y="233"/>
                    <a:pt x="70" y="229"/>
                    <a:pt x="70" y="223"/>
                  </a:cubicBezTo>
                  <a:cubicBezTo>
                    <a:pt x="70" y="208"/>
                    <a:pt x="70" y="208"/>
                    <a:pt x="70" y="208"/>
                  </a:cubicBezTo>
                  <a:cubicBezTo>
                    <a:pt x="83" y="206"/>
                    <a:pt x="93" y="201"/>
                    <a:pt x="100" y="193"/>
                  </a:cubicBezTo>
                  <a:cubicBezTo>
                    <a:pt x="109" y="184"/>
                    <a:pt x="113" y="171"/>
                    <a:pt x="113" y="156"/>
                  </a:cubicBezTo>
                  <a:cubicBezTo>
                    <a:pt x="113" y="141"/>
                    <a:pt x="109" y="129"/>
                    <a:pt x="100" y="120"/>
                  </a:cubicBezTo>
                  <a:cubicBezTo>
                    <a:pt x="92" y="111"/>
                    <a:pt x="80" y="106"/>
                    <a:pt x="70" y="102"/>
                  </a:cubicBezTo>
                  <a:cubicBezTo>
                    <a:pt x="70" y="43"/>
                    <a:pt x="70" y="43"/>
                    <a:pt x="70" y="43"/>
                  </a:cubicBezTo>
                  <a:cubicBezTo>
                    <a:pt x="80" y="44"/>
                    <a:pt x="87" y="47"/>
                    <a:pt x="91" y="50"/>
                  </a:cubicBezTo>
                  <a:cubicBezTo>
                    <a:pt x="94" y="51"/>
                    <a:pt x="97" y="52"/>
                    <a:pt x="99" y="52"/>
                  </a:cubicBezTo>
                  <a:cubicBezTo>
                    <a:pt x="105" y="52"/>
                    <a:pt x="108" y="44"/>
                    <a:pt x="108" y="40"/>
                  </a:cubicBezTo>
                  <a:cubicBezTo>
                    <a:pt x="108" y="35"/>
                    <a:pt x="103" y="31"/>
                    <a:pt x="94" y="27"/>
                  </a:cubicBezTo>
                  <a:cubicBezTo>
                    <a:pt x="88" y="25"/>
                    <a:pt x="79" y="23"/>
                    <a:pt x="70" y="23"/>
                  </a:cubicBezTo>
                  <a:cubicBezTo>
                    <a:pt x="70" y="10"/>
                    <a:pt x="70" y="10"/>
                    <a:pt x="70" y="10"/>
                  </a:cubicBezTo>
                  <a:cubicBezTo>
                    <a:pt x="70" y="4"/>
                    <a:pt x="66" y="0"/>
                    <a:pt x="60" y="0"/>
                  </a:cubicBezTo>
                  <a:cubicBezTo>
                    <a:pt x="54" y="0"/>
                    <a:pt x="50" y="4"/>
                    <a:pt x="50" y="10"/>
                  </a:cubicBezTo>
                  <a:cubicBezTo>
                    <a:pt x="50" y="23"/>
                    <a:pt x="50" y="23"/>
                    <a:pt x="50" y="23"/>
                  </a:cubicBezTo>
                  <a:cubicBezTo>
                    <a:pt x="42" y="25"/>
                    <a:pt x="30" y="27"/>
                    <a:pt x="20" y="35"/>
                  </a:cubicBezTo>
                  <a:cubicBezTo>
                    <a:pt x="10" y="43"/>
                    <a:pt x="5" y="55"/>
                    <a:pt x="5" y="70"/>
                  </a:cubicBezTo>
                  <a:cubicBezTo>
                    <a:pt x="5" y="84"/>
                    <a:pt x="10" y="96"/>
                    <a:pt x="20" y="104"/>
                  </a:cubicBezTo>
                  <a:cubicBezTo>
                    <a:pt x="29" y="111"/>
                    <a:pt x="39" y="115"/>
                    <a:pt x="50" y="119"/>
                  </a:cubicBezTo>
                  <a:cubicBezTo>
                    <a:pt x="50" y="188"/>
                    <a:pt x="50" y="188"/>
                    <a:pt x="50" y="188"/>
                  </a:cubicBezTo>
                  <a:cubicBezTo>
                    <a:pt x="33" y="186"/>
                    <a:pt x="24" y="178"/>
                    <a:pt x="18" y="173"/>
                  </a:cubicBezTo>
                  <a:cubicBezTo>
                    <a:pt x="15" y="170"/>
                    <a:pt x="13" y="167"/>
                    <a:pt x="10" y="167"/>
                  </a:cubicBezTo>
                  <a:cubicBezTo>
                    <a:pt x="5" y="167"/>
                    <a:pt x="0" y="174"/>
                    <a:pt x="0" y="180"/>
                  </a:cubicBezTo>
                  <a:cubicBezTo>
                    <a:pt x="0" y="191"/>
                    <a:pt x="20" y="207"/>
                    <a:pt x="50" y="209"/>
                  </a:cubicBezTo>
                  <a:close/>
                  <a:moveTo>
                    <a:pt x="27" y="67"/>
                  </a:moveTo>
                  <a:cubicBezTo>
                    <a:pt x="27" y="60"/>
                    <a:pt x="29" y="54"/>
                    <a:pt x="34" y="50"/>
                  </a:cubicBezTo>
                  <a:cubicBezTo>
                    <a:pt x="38" y="47"/>
                    <a:pt x="43" y="45"/>
                    <a:pt x="50" y="44"/>
                  </a:cubicBezTo>
                  <a:cubicBezTo>
                    <a:pt x="50" y="95"/>
                    <a:pt x="50" y="95"/>
                    <a:pt x="50" y="95"/>
                  </a:cubicBezTo>
                  <a:cubicBezTo>
                    <a:pt x="35" y="89"/>
                    <a:pt x="27" y="82"/>
                    <a:pt x="27" y="67"/>
                  </a:cubicBezTo>
                  <a:close/>
                  <a:moveTo>
                    <a:pt x="84" y="136"/>
                  </a:moveTo>
                  <a:cubicBezTo>
                    <a:pt x="89" y="142"/>
                    <a:pt x="91" y="149"/>
                    <a:pt x="91" y="158"/>
                  </a:cubicBezTo>
                  <a:cubicBezTo>
                    <a:pt x="91" y="166"/>
                    <a:pt x="89" y="173"/>
                    <a:pt x="85" y="178"/>
                  </a:cubicBezTo>
                  <a:cubicBezTo>
                    <a:pt x="81" y="182"/>
                    <a:pt x="76" y="185"/>
                    <a:pt x="70" y="187"/>
                  </a:cubicBezTo>
                  <a:cubicBezTo>
                    <a:pt x="70" y="127"/>
                    <a:pt x="70" y="127"/>
                    <a:pt x="70" y="127"/>
                  </a:cubicBezTo>
                  <a:cubicBezTo>
                    <a:pt x="76" y="130"/>
                    <a:pt x="81" y="133"/>
                    <a:pt x="84" y="136"/>
                  </a:cubicBezTo>
                  <a:close/>
                  <a:moveTo>
                    <a:pt x="84" y="136"/>
                  </a:moveTo>
                  <a:cubicBezTo>
                    <a:pt x="84" y="136"/>
                    <a:pt x="84" y="136"/>
                    <a:pt x="84" y="136"/>
                  </a:cubicBezTo>
                </a:path>
              </a:pathLst>
            </a:custGeom>
            <a:solidFill>
              <a:srgbClr val="00A3E0"/>
            </a:solidFill>
            <a:ln>
              <a:noFill/>
            </a:ln>
          </p:spPr>
          <p:txBody>
            <a:bodyPr vert="horz" wrap="square" lIns="74295" tIns="37148" rIns="74295" bIns="37148" numCol="1" anchor="t" anchorCtr="0" compatLnSpc="1">
              <a:prstTxWarp prst="textNoShape">
                <a:avLst/>
              </a:prstTxWarp>
            </a:bodyPr>
            <a:lstStyle/>
            <a:p>
              <a:endParaRPr lang="en-US" sz="1463"/>
            </a:p>
          </p:txBody>
        </p:sp>
      </p:grpSp>
      <p:sp>
        <p:nvSpPr>
          <p:cNvPr id="41" name="Rectangle 40">
            <a:extLst>
              <a:ext uri="{FF2B5EF4-FFF2-40B4-BE49-F238E27FC236}">
                <a16:creationId xmlns:a16="http://schemas.microsoft.com/office/drawing/2014/main" id="{FCA1A0BC-DE84-47D4-95B2-D4A0A615F43F}"/>
              </a:ext>
            </a:extLst>
          </p:cNvPr>
          <p:cNvSpPr/>
          <p:nvPr/>
        </p:nvSpPr>
        <p:spPr>
          <a:xfrm>
            <a:off x="4953002" y="2568194"/>
            <a:ext cx="1790184" cy="292388"/>
          </a:xfrm>
          <a:prstGeom prst="rect">
            <a:avLst/>
          </a:prstGeom>
        </p:spPr>
        <p:txBody>
          <a:bodyPr wrap="square">
            <a:spAutoFit/>
          </a:bodyPr>
          <a:lstStyle/>
          <a:p>
            <a:r>
              <a:rPr lang="en-US" sz="1300" b="1" dirty="0">
                <a:solidFill>
                  <a:schemeClr val="bg1"/>
                </a:solidFill>
              </a:rPr>
              <a:t>16 hours</a:t>
            </a:r>
            <a:r>
              <a:rPr lang="en-US" sz="1300" dirty="0">
                <a:solidFill>
                  <a:schemeClr val="bg1"/>
                </a:solidFill>
              </a:rPr>
              <a:t>/ VM/month</a:t>
            </a:r>
          </a:p>
        </p:txBody>
      </p:sp>
      <p:sp>
        <p:nvSpPr>
          <p:cNvPr id="124" name="TextBox 123">
            <a:extLst>
              <a:ext uri="{FF2B5EF4-FFF2-40B4-BE49-F238E27FC236}">
                <a16:creationId xmlns:a16="http://schemas.microsoft.com/office/drawing/2014/main" id="{3B7A7C63-DF43-4360-830C-008DEAEDBF73}"/>
              </a:ext>
            </a:extLst>
          </p:cNvPr>
          <p:cNvSpPr txBox="1"/>
          <p:nvPr/>
        </p:nvSpPr>
        <p:spPr>
          <a:xfrm flipH="1">
            <a:off x="7839944" y="2568196"/>
            <a:ext cx="1745174" cy="492443"/>
          </a:xfrm>
          <a:prstGeom prst="rect">
            <a:avLst/>
          </a:prstGeom>
          <a:noFill/>
        </p:spPr>
        <p:txBody>
          <a:bodyPr wrap="square" rtlCol="0">
            <a:spAutoFit/>
          </a:bodyPr>
          <a:lstStyle/>
          <a:p>
            <a:r>
              <a:rPr lang="en-US" sz="1300" kern="0" dirty="0">
                <a:solidFill>
                  <a:prstClr val="white"/>
                </a:solidFill>
                <a:latin typeface="Aptos" panose="020B0004020202020204" pitchFamily="34" charset="0"/>
                <a:ea typeface="ヒラギノ角ゴ ProN W3" charset="0"/>
                <a:sym typeface="Gotham Book" charset="0"/>
              </a:rPr>
              <a:t>This is dummy text it is not here to be read.</a:t>
            </a:r>
            <a:endParaRPr lang="en-US" sz="1300" dirty="0">
              <a:solidFill>
                <a:schemeClr val="accent3">
                  <a:lumMod val="75000"/>
                </a:schemeClr>
              </a:solidFill>
              <a:latin typeface="Aptos" panose="020B0004020202020204" pitchFamily="34" charset="0"/>
            </a:endParaRPr>
          </a:p>
        </p:txBody>
      </p:sp>
      <p:grpSp>
        <p:nvGrpSpPr>
          <p:cNvPr id="65" name="Group 11">
            <a:extLst>
              <a:ext uri="{FF2B5EF4-FFF2-40B4-BE49-F238E27FC236}">
                <a16:creationId xmlns:a16="http://schemas.microsoft.com/office/drawing/2014/main" id="{E731E757-3223-4F05-ACFE-2A54EBAF37D0}"/>
              </a:ext>
            </a:extLst>
          </p:cNvPr>
          <p:cNvGrpSpPr>
            <a:grpSpLocks noChangeAspect="1"/>
          </p:cNvGrpSpPr>
          <p:nvPr/>
        </p:nvGrpSpPr>
        <p:grpSpPr bwMode="auto">
          <a:xfrm>
            <a:off x="6647999" y="2740915"/>
            <a:ext cx="732901" cy="711242"/>
            <a:chOff x="3149" y="4687"/>
            <a:chExt cx="1218" cy="1182"/>
          </a:xfrm>
          <a:solidFill>
            <a:srgbClr val="00A3E0"/>
          </a:solidFill>
        </p:grpSpPr>
        <p:sp>
          <p:nvSpPr>
            <p:cNvPr id="126" name="Freeform 12">
              <a:extLst>
                <a:ext uri="{FF2B5EF4-FFF2-40B4-BE49-F238E27FC236}">
                  <a16:creationId xmlns:a16="http://schemas.microsoft.com/office/drawing/2014/main" id="{22028B75-67FE-45A8-AE24-599A416C641F}"/>
                </a:ext>
              </a:extLst>
            </p:cNvPr>
            <p:cNvSpPr>
              <a:spLocks noEditPoints="1"/>
            </p:cNvSpPr>
            <p:nvPr/>
          </p:nvSpPr>
          <p:spPr bwMode="auto">
            <a:xfrm>
              <a:off x="3149" y="4789"/>
              <a:ext cx="1115" cy="1080"/>
            </a:xfrm>
            <a:custGeom>
              <a:avLst/>
              <a:gdLst>
                <a:gd name="T0" fmla="*/ 201 w 500"/>
                <a:gd name="T1" fmla="*/ 150 h 499"/>
                <a:gd name="T2" fmla="*/ 160 w 500"/>
                <a:gd name="T3" fmla="*/ 152 h 499"/>
                <a:gd name="T4" fmla="*/ 84 w 500"/>
                <a:gd name="T5" fmla="*/ 272 h 499"/>
                <a:gd name="T6" fmla="*/ 96 w 500"/>
                <a:gd name="T7" fmla="*/ 327 h 499"/>
                <a:gd name="T8" fmla="*/ 0 w 500"/>
                <a:gd name="T9" fmla="*/ 489 h 499"/>
                <a:gd name="T10" fmla="*/ 310 w 500"/>
                <a:gd name="T11" fmla="*/ 499 h 499"/>
                <a:gd name="T12" fmla="*/ 320 w 500"/>
                <a:gd name="T13" fmla="*/ 423 h 499"/>
                <a:gd name="T14" fmla="*/ 213 w 500"/>
                <a:gd name="T15" fmla="*/ 327 h 499"/>
                <a:gd name="T16" fmla="*/ 237 w 500"/>
                <a:gd name="T17" fmla="*/ 247 h 499"/>
                <a:gd name="T18" fmla="*/ 500 w 500"/>
                <a:gd name="T19" fmla="*/ 150 h 499"/>
                <a:gd name="T20" fmla="*/ 105 w 500"/>
                <a:gd name="T21" fmla="*/ 231 h 499"/>
                <a:gd name="T22" fmla="*/ 160 w 500"/>
                <a:gd name="T23" fmla="*/ 173 h 499"/>
                <a:gd name="T24" fmla="*/ 187 w 500"/>
                <a:gd name="T25" fmla="*/ 209 h 499"/>
                <a:gd name="T26" fmla="*/ 127 w 500"/>
                <a:gd name="T27" fmla="*/ 233 h 499"/>
                <a:gd name="T28" fmla="*/ 105 w 500"/>
                <a:gd name="T29" fmla="*/ 231 h 499"/>
                <a:gd name="T30" fmla="*/ 219 w 500"/>
                <a:gd name="T31" fmla="*/ 405 h 499"/>
                <a:gd name="T32" fmla="*/ 225 w 500"/>
                <a:gd name="T33" fmla="*/ 351 h 499"/>
                <a:gd name="T34" fmla="*/ 225 w 500"/>
                <a:gd name="T35" fmla="*/ 348 h 499"/>
                <a:gd name="T36" fmla="*/ 299 w 500"/>
                <a:gd name="T37" fmla="*/ 478 h 499"/>
                <a:gd name="T38" fmla="*/ 22 w 500"/>
                <a:gd name="T39" fmla="*/ 423 h 499"/>
                <a:gd name="T40" fmla="*/ 96 w 500"/>
                <a:gd name="T41" fmla="*/ 348 h 499"/>
                <a:gd name="T42" fmla="*/ 102 w 500"/>
                <a:gd name="T43" fmla="*/ 405 h 499"/>
                <a:gd name="T44" fmla="*/ 150 w 500"/>
                <a:gd name="T45" fmla="*/ 380 h 499"/>
                <a:gd name="T46" fmla="*/ 160 w 500"/>
                <a:gd name="T47" fmla="*/ 414 h 499"/>
                <a:gd name="T48" fmla="*/ 171 w 500"/>
                <a:gd name="T49" fmla="*/ 380 h 499"/>
                <a:gd name="T50" fmla="*/ 214 w 500"/>
                <a:gd name="T51" fmla="*/ 406 h 499"/>
                <a:gd name="T52" fmla="*/ 117 w 500"/>
                <a:gd name="T53" fmla="*/ 348 h 499"/>
                <a:gd name="T54" fmla="*/ 203 w 500"/>
                <a:gd name="T55" fmla="*/ 351 h 499"/>
                <a:gd name="T56" fmla="*/ 166 w 500"/>
                <a:gd name="T57" fmla="*/ 352 h 499"/>
                <a:gd name="T58" fmla="*/ 117 w 500"/>
                <a:gd name="T59" fmla="*/ 376 h 499"/>
                <a:gd name="T60" fmla="*/ 160 w 500"/>
                <a:gd name="T61" fmla="*/ 327 h 499"/>
                <a:gd name="T62" fmla="*/ 105 w 500"/>
                <a:gd name="T63" fmla="*/ 255 h 499"/>
                <a:gd name="T64" fmla="*/ 184 w 500"/>
                <a:gd name="T65" fmla="*/ 232 h 499"/>
                <a:gd name="T66" fmla="*/ 215 w 500"/>
                <a:gd name="T67" fmla="*/ 272 h 499"/>
                <a:gd name="T68" fmla="*/ 222 w 500"/>
                <a:gd name="T69" fmla="*/ 150 h 499"/>
                <a:gd name="T70" fmla="*/ 478 w 500"/>
                <a:gd name="T71" fmla="*/ 150 h 499"/>
                <a:gd name="T72" fmla="*/ 350 w 500"/>
                <a:gd name="T73" fmla="*/ 278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0" h="499">
                  <a:moveTo>
                    <a:pt x="350" y="0"/>
                  </a:moveTo>
                  <a:cubicBezTo>
                    <a:pt x="268" y="0"/>
                    <a:pt x="201" y="67"/>
                    <a:pt x="201" y="150"/>
                  </a:cubicBezTo>
                  <a:cubicBezTo>
                    <a:pt x="201" y="154"/>
                    <a:pt x="201" y="159"/>
                    <a:pt x="202" y="164"/>
                  </a:cubicBezTo>
                  <a:cubicBezTo>
                    <a:pt x="190" y="156"/>
                    <a:pt x="176" y="152"/>
                    <a:pt x="160" y="152"/>
                  </a:cubicBezTo>
                  <a:cubicBezTo>
                    <a:pt x="118" y="152"/>
                    <a:pt x="84" y="186"/>
                    <a:pt x="84" y="228"/>
                  </a:cubicBezTo>
                  <a:cubicBezTo>
                    <a:pt x="84" y="272"/>
                    <a:pt x="84" y="272"/>
                    <a:pt x="84" y="272"/>
                  </a:cubicBezTo>
                  <a:cubicBezTo>
                    <a:pt x="84" y="294"/>
                    <a:pt x="93" y="313"/>
                    <a:pt x="107" y="327"/>
                  </a:cubicBezTo>
                  <a:cubicBezTo>
                    <a:pt x="96" y="327"/>
                    <a:pt x="96" y="327"/>
                    <a:pt x="96" y="327"/>
                  </a:cubicBezTo>
                  <a:cubicBezTo>
                    <a:pt x="43" y="327"/>
                    <a:pt x="0" y="370"/>
                    <a:pt x="0" y="423"/>
                  </a:cubicBezTo>
                  <a:cubicBezTo>
                    <a:pt x="0" y="489"/>
                    <a:pt x="0" y="489"/>
                    <a:pt x="0" y="489"/>
                  </a:cubicBezTo>
                  <a:cubicBezTo>
                    <a:pt x="0" y="495"/>
                    <a:pt x="5" y="499"/>
                    <a:pt x="11" y="499"/>
                  </a:cubicBezTo>
                  <a:cubicBezTo>
                    <a:pt x="310" y="499"/>
                    <a:pt x="310" y="499"/>
                    <a:pt x="310" y="499"/>
                  </a:cubicBezTo>
                  <a:cubicBezTo>
                    <a:pt x="316" y="499"/>
                    <a:pt x="320" y="495"/>
                    <a:pt x="320" y="489"/>
                  </a:cubicBezTo>
                  <a:cubicBezTo>
                    <a:pt x="320" y="423"/>
                    <a:pt x="320" y="423"/>
                    <a:pt x="320" y="423"/>
                  </a:cubicBezTo>
                  <a:cubicBezTo>
                    <a:pt x="320" y="370"/>
                    <a:pt x="277" y="327"/>
                    <a:pt x="225" y="327"/>
                  </a:cubicBezTo>
                  <a:cubicBezTo>
                    <a:pt x="213" y="327"/>
                    <a:pt x="213" y="327"/>
                    <a:pt x="213" y="327"/>
                  </a:cubicBezTo>
                  <a:cubicBezTo>
                    <a:pt x="228" y="313"/>
                    <a:pt x="237" y="294"/>
                    <a:pt x="237" y="272"/>
                  </a:cubicBezTo>
                  <a:cubicBezTo>
                    <a:pt x="237" y="247"/>
                    <a:pt x="237" y="247"/>
                    <a:pt x="237" y="247"/>
                  </a:cubicBezTo>
                  <a:cubicBezTo>
                    <a:pt x="264" y="279"/>
                    <a:pt x="305" y="299"/>
                    <a:pt x="350" y="299"/>
                  </a:cubicBezTo>
                  <a:cubicBezTo>
                    <a:pt x="433" y="299"/>
                    <a:pt x="500" y="232"/>
                    <a:pt x="500" y="150"/>
                  </a:cubicBezTo>
                  <a:cubicBezTo>
                    <a:pt x="500" y="67"/>
                    <a:pt x="433" y="0"/>
                    <a:pt x="350" y="0"/>
                  </a:cubicBezTo>
                  <a:close/>
                  <a:moveTo>
                    <a:pt x="105" y="231"/>
                  </a:moveTo>
                  <a:cubicBezTo>
                    <a:pt x="105" y="228"/>
                    <a:pt x="105" y="228"/>
                    <a:pt x="105" y="228"/>
                  </a:cubicBezTo>
                  <a:cubicBezTo>
                    <a:pt x="105" y="198"/>
                    <a:pt x="130" y="173"/>
                    <a:pt x="160" y="173"/>
                  </a:cubicBezTo>
                  <a:cubicBezTo>
                    <a:pt x="190" y="173"/>
                    <a:pt x="214" y="196"/>
                    <a:pt x="215" y="225"/>
                  </a:cubicBezTo>
                  <a:cubicBezTo>
                    <a:pt x="187" y="209"/>
                    <a:pt x="187" y="209"/>
                    <a:pt x="187" y="209"/>
                  </a:cubicBezTo>
                  <a:cubicBezTo>
                    <a:pt x="183" y="206"/>
                    <a:pt x="177" y="207"/>
                    <a:pt x="174" y="211"/>
                  </a:cubicBezTo>
                  <a:cubicBezTo>
                    <a:pt x="162" y="225"/>
                    <a:pt x="145" y="233"/>
                    <a:pt x="127" y="233"/>
                  </a:cubicBezTo>
                  <a:cubicBezTo>
                    <a:pt x="105" y="233"/>
                    <a:pt x="105" y="233"/>
                    <a:pt x="105" y="233"/>
                  </a:cubicBezTo>
                  <a:lnTo>
                    <a:pt x="105" y="231"/>
                  </a:lnTo>
                  <a:close/>
                  <a:moveTo>
                    <a:pt x="214" y="406"/>
                  </a:moveTo>
                  <a:cubicBezTo>
                    <a:pt x="216" y="406"/>
                    <a:pt x="217" y="406"/>
                    <a:pt x="219" y="405"/>
                  </a:cubicBezTo>
                  <a:cubicBezTo>
                    <a:pt x="222" y="403"/>
                    <a:pt x="225" y="399"/>
                    <a:pt x="225" y="395"/>
                  </a:cubicBezTo>
                  <a:cubicBezTo>
                    <a:pt x="225" y="351"/>
                    <a:pt x="225" y="351"/>
                    <a:pt x="225" y="351"/>
                  </a:cubicBezTo>
                  <a:cubicBezTo>
                    <a:pt x="225" y="350"/>
                    <a:pt x="225" y="349"/>
                    <a:pt x="224" y="348"/>
                  </a:cubicBezTo>
                  <a:cubicBezTo>
                    <a:pt x="225" y="348"/>
                    <a:pt x="225" y="348"/>
                    <a:pt x="225" y="348"/>
                  </a:cubicBezTo>
                  <a:cubicBezTo>
                    <a:pt x="266" y="348"/>
                    <a:pt x="299" y="382"/>
                    <a:pt x="299" y="423"/>
                  </a:cubicBezTo>
                  <a:cubicBezTo>
                    <a:pt x="299" y="478"/>
                    <a:pt x="299" y="478"/>
                    <a:pt x="299" y="478"/>
                  </a:cubicBezTo>
                  <a:cubicBezTo>
                    <a:pt x="22" y="478"/>
                    <a:pt x="22" y="478"/>
                    <a:pt x="22" y="478"/>
                  </a:cubicBezTo>
                  <a:cubicBezTo>
                    <a:pt x="22" y="423"/>
                    <a:pt x="22" y="423"/>
                    <a:pt x="22" y="423"/>
                  </a:cubicBezTo>
                  <a:cubicBezTo>
                    <a:pt x="22" y="382"/>
                    <a:pt x="55" y="348"/>
                    <a:pt x="96" y="348"/>
                  </a:cubicBezTo>
                  <a:cubicBezTo>
                    <a:pt x="96" y="348"/>
                    <a:pt x="96" y="348"/>
                    <a:pt x="96" y="348"/>
                  </a:cubicBezTo>
                  <a:cubicBezTo>
                    <a:pt x="96" y="395"/>
                    <a:pt x="96" y="395"/>
                    <a:pt x="96" y="395"/>
                  </a:cubicBezTo>
                  <a:cubicBezTo>
                    <a:pt x="96" y="399"/>
                    <a:pt x="98" y="403"/>
                    <a:pt x="102" y="405"/>
                  </a:cubicBezTo>
                  <a:cubicBezTo>
                    <a:pt x="105" y="407"/>
                    <a:pt x="109" y="406"/>
                    <a:pt x="112" y="404"/>
                  </a:cubicBezTo>
                  <a:cubicBezTo>
                    <a:pt x="150" y="380"/>
                    <a:pt x="150" y="380"/>
                    <a:pt x="150" y="380"/>
                  </a:cubicBezTo>
                  <a:cubicBezTo>
                    <a:pt x="150" y="404"/>
                    <a:pt x="150" y="404"/>
                    <a:pt x="150" y="404"/>
                  </a:cubicBezTo>
                  <a:cubicBezTo>
                    <a:pt x="150" y="409"/>
                    <a:pt x="154" y="414"/>
                    <a:pt x="160" y="414"/>
                  </a:cubicBezTo>
                  <a:cubicBezTo>
                    <a:pt x="166" y="414"/>
                    <a:pt x="171" y="409"/>
                    <a:pt x="171" y="404"/>
                  </a:cubicBezTo>
                  <a:cubicBezTo>
                    <a:pt x="171" y="380"/>
                    <a:pt x="171" y="380"/>
                    <a:pt x="171" y="380"/>
                  </a:cubicBezTo>
                  <a:cubicBezTo>
                    <a:pt x="208" y="404"/>
                    <a:pt x="208" y="404"/>
                    <a:pt x="208" y="404"/>
                  </a:cubicBezTo>
                  <a:cubicBezTo>
                    <a:pt x="210" y="405"/>
                    <a:pt x="212" y="406"/>
                    <a:pt x="214" y="406"/>
                  </a:cubicBezTo>
                  <a:close/>
                  <a:moveTo>
                    <a:pt x="117" y="376"/>
                  </a:moveTo>
                  <a:cubicBezTo>
                    <a:pt x="117" y="348"/>
                    <a:pt x="117" y="348"/>
                    <a:pt x="117" y="348"/>
                  </a:cubicBezTo>
                  <a:cubicBezTo>
                    <a:pt x="204" y="348"/>
                    <a:pt x="204" y="348"/>
                    <a:pt x="204" y="348"/>
                  </a:cubicBezTo>
                  <a:cubicBezTo>
                    <a:pt x="203" y="349"/>
                    <a:pt x="203" y="350"/>
                    <a:pt x="203" y="351"/>
                  </a:cubicBezTo>
                  <a:cubicBezTo>
                    <a:pt x="203" y="376"/>
                    <a:pt x="203" y="376"/>
                    <a:pt x="203" y="376"/>
                  </a:cubicBezTo>
                  <a:cubicBezTo>
                    <a:pt x="166" y="352"/>
                    <a:pt x="166" y="352"/>
                    <a:pt x="166" y="352"/>
                  </a:cubicBezTo>
                  <a:cubicBezTo>
                    <a:pt x="163" y="350"/>
                    <a:pt x="158" y="350"/>
                    <a:pt x="155" y="352"/>
                  </a:cubicBezTo>
                  <a:lnTo>
                    <a:pt x="117" y="376"/>
                  </a:lnTo>
                  <a:close/>
                  <a:moveTo>
                    <a:pt x="215" y="272"/>
                  </a:moveTo>
                  <a:cubicBezTo>
                    <a:pt x="215" y="302"/>
                    <a:pt x="191" y="327"/>
                    <a:pt x="160" y="327"/>
                  </a:cubicBezTo>
                  <a:cubicBezTo>
                    <a:pt x="130" y="327"/>
                    <a:pt x="105" y="302"/>
                    <a:pt x="105" y="272"/>
                  </a:cubicBezTo>
                  <a:cubicBezTo>
                    <a:pt x="105" y="255"/>
                    <a:pt x="105" y="255"/>
                    <a:pt x="105" y="255"/>
                  </a:cubicBezTo>
                  <a:cubicBezTo>
                    <a:pt x="127" y="255"/>
                    <a:pt x="127" y="255"/>
                    <a:pt x="127" y="255"/>
                  </a:cubicBezTo>
                  <a:cubicBezTo>
                    <a:pt x="148" y="255"/>
                    <a:pt x="169" y="246"/>
                    <a:pt x="184" y="232"/>
                  </a:cubicBezTo>
                  <a:cubicBezTo>
                    <a:pt x="215" y="250"/>
                    <a:pt x="215" y="250"/>
                    <a:pt x="215" y="250"/>
                  </a:cubicBezTo>
                  <a:lnTo>
                    <a:pt x="215" y="272"/>
                  </a:lnTo>
                  <a:close/>
                  <a:moveTo>
                    <a:pt x="350" y="278"/>
                  </a:moveTo>
                  <a:cubicBezTo>
                    <a:pt x="280" y="278"/>
                    <a:pt x="222" y="220"/>
                    <a:pt x="222" y="150"/>
                  </a:cubicBezTo>
                  <a:cubicBezTo>
                    <a:pt x="222" y="79"/>
                    <a:pt x="280" y="22"/>
                    <a:pt x="350" y="22"/>
                  </a:cubicBezTo>
                  <a:cubicBezTo>
                    <a:pt x="421" y="22"/>
                    <a:pt x="478" y="79"/>
                    <a:pt x="478" y="150"/>
                  </a:cubicBezTo>
                  <a:cubicBezTo>
                    <a:pt x="478" y="220"/>
                    <a:pt x="421" y="278"/>
                    <a:pt x="350" y="278"/>
                  </a:cubicBezTo>
                  <a:close/>
                  <a:moveTo>
                    <a:pt x="350" y="278"/>
                  </a:moveTo>
                  <a:cubicBezTo>
                    <a:pt x="350" y="278"/>
                    <a:pt x="350" y="278"/>
                    <a:pt x="350" y="278"/>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27" name="Freeform 13">
              <a:extLst>
                <a:ext uri="{FF2B5EF4-FFF2-40B4-BE49-F238E27FC236}">
                  <a16:creationId xmlns:a16="http://schemas.microsoft.com/office/drawing/2014/main" id="{4BE7C381-FC75-428F-84BF-E8F8F1986D8A}"/>
                </a:ext>
              </a:extLst>
            </p:cNvPr>
            <p:cNvSpPr>
              <a:spLocks noEditPoints="1"/>
            </p:cNvSpPr>
            <p:nvPr/>
          </p:nvSpPr>
          <p:spPr bwMode="auto">
            <a:xfrm>
              <a:off x="3484" y="5724"/>
              <a:ext cx="47" cy="45"/>
            </a:xfrm>
            <a:custGeom>
              <a:avLst/>
              <a:gdLst>
                <a:gd name="T0" fmla="*/ 18 w 21"/>
                <a:gd name="T1" fmla="*/ 3 h 21"/>
                <a:gd name="T2" fmla="*/ 10 w 21"/>
                <a:gd name="T3" fmla="*/ 0 h 21"/>
                <a:gd name="T4" fmla="*/ 3 w 21"/>
                <a:gd name="T5" fmla="*/ 3 h 21"/>
                <a:gd name="T6" fmla="*/ 0 w 21"/>
                <a:gd name="T7" fmla="*/ 10 h 21"/>
                <a:gd name="T8" fmla="*/ 3 w 21"/>
                <a:gd name="T9" fmla="*/ 18 h 21"/>
                <a:gd name="T10" fmla="*/ 10 w 21"/>
                <a:gd name="T11" fmla="*/ 21 h 21"/>
                <a:gd name="T12" fmla="*/ 18 w 21"/>
                <a:gd name="T13" fmla="*/ 18 h 21"/>
                <a:gd name="T14" fmla="*/ 21 w 21"/>
                <a:gd name="T15" fmla="*/ 10 h 21"/>
                <a:gd name="T16" fmla="*/ 18 w 21"/>
                <a:gd name="T17" fmla="*/ 3 h 21"/>
                <a:gd name="T18" fmla="*/ 18 w 21"/>
                <a:gd name="T19" fmla="*/ 3 h 21"/>
                <a:gd name="T20" fmla="*/ 18 w 21"/>
                <a:gd name="T2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1">
                  <a:moveTo>
                    <a:pt x="18" y="3"/>
                  </a:moveTo>
                  <a:cubicBezTo>
                    <a:pt x="16" y="1"/>
                    <a:pt x="13" y="0"/>
                    <a:pt x="10" y="0"/>
                  </a:cubicBezTo>
                  <a:cubicBezTo>
                    <a:pt x="8" y="0"/>
                    <a:pt x="5" y="1"/>
                    <a:pt x="3" y="3"/>
                  </a:cubicBezTo>
                  <a:cubicBezTo>
                    <a:pt x="1" y="5"/>
                    <a:pt x="0" y="8"/>
                    <a:pt x="0" y="10"/>
                  </a:cubicBezTo>
                  <a:cubicBezTo>
                    <a:pt x="0" y="13"/>
                    <a:pt x="1" y="16"/>
                    <a:pt x="3" y="18"/>
                  </a:cubicBezTo>
                  <a:cubicBezTo>
                    <a:pt x="5" y="20"/>
                    <a:pt x="8" y="21"/>
                    <a:pt x="10" y="21"/>
                  </a:cubicBezTo>
                  <a:cubicBezTo>
                    <a:pt x="13" y="21"/>
                    <a:pt x="16" y="20"/>
                    <a:pt x="18" y="18"/>
                  </a:cubicBezTo>
                  <a:cubicBezTo>
                    <a:pt x="20" y="16"/>
                    <a:pt x="21" y="13"/>
                    <a:pt x="21" y="10"/>
                  </a:cubicBezTo>
                  <a:cubicBezTo>
                    <a:pt x="21" y="8"/>
                    <a:pt x="20" y="5"/>
                    <a:pt x="18" y="3"/>
                  </a:cubicBezTo>
                  <a:close/>
                  <a:moveTo>
                    <a:pt x="18" y="3"/>
                  </a:moveTo>
                  <a:cubicBezTo>
                    <a:pt x="18" y="3"/>
                    <a:pt x="18" y="3"/>
                    <a:pt x="18" y="3"/>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28" name="Freeform 14">
              <a:extLst>
                <a:ext uri="{FF2B5EF4-FFF2-40B4-BE49-F238E27FC236}">
                  <a16:creationId xmlns:a16="http://schemas.microsoft.com/office/drawing/2014/main" id="{0F9DADDA-54E9-4970-8D52-95EA9BED5E17}"/>
                </a:ext>
              </a:extLst>
            </p:cNvPr>
            <p:cNvSpPr>
              <a:spLocks noEditPoints="1"/>
            </p:cNvSpPr>
            <p:nvPr/>
          </p:nvSpPr>
          <p:spPr bwMode="auto">
            <a:xfrm>
              <a:off x="3613" y="5700"/>
              <a:ext cx="154" cy="46"/>
            </a:xfrm>
            <a:custGeom>
              <a:avLst/>
              <a:gdLst>
                <a:gd name="T0" fmla="*/ 58 w 69"/>
                <a:gd name="T1" fmla="*/ 0 h 21"/>
                <a:gd name="T2" fmla="*/ 10 w 69"/>
                <a:gd name="T3" fmla="*/ 0 h 21"/>
                <a:gd name="T4" fmla="*/ 0 w 69"/>
                <a:gd name="T5" fmla="*/ 10 h 21"/>
                <a:gd name="T6" fmla="*/ 10 w 69"/>
                <a:gd name="T7" fmla="*/ 21 h 21"/>
                <a:gd name="T8" fmla="*/ 58 w 69"/>
                <a:gd name="T9" fmla="*/ 21 h 21"/>
                <a:gd name="T10" fmla="*/ 69 w 69"/>
                <a:gd name="T11" fmla="*/ 10 h 21"/>
                <a:gd name="T12" fmla="*/ 58 w 69"/>
                <a:gd name="T13" fmla="*/ 0 h 21"/>
                <a:gd name="T14" fmla="*/ 58 w 69"/>
                <a:gd name="T15" fmla="*/ 0 h 21"/>
                <a:gd name="T16" fmla="*/ 58 w 6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21">
                  <a:moveTo>
                    <a:pt x="58" y="0"/>
                  </a:moveTo>
                  <a:cubicBezTo>
                    <a:pt x="10" y="0"/>
                    <a:pt x="10" y="0"/>
                    <a:pt x="10" y="0"/>
                  </a:cubicBezTo>
                  <a:cubicBezTo>
                    <a:pt x="5" y="0"/>
                    <a:pt x="0" y="4"/>
                    <a:pt x="0" y="10"/>
                  </a:cubicBezTo>
                  <a:cubicBezTo>
                    <a:pt x="0" y="16"/>
                    <a:pt x="5" y="21"/>
                    <a:pt x="10" y="21"/>
                  </a:cubicBezTo>
                  <a:cubicBezTo>
                    <a:pt x="58" y="21"/>
                    <a:pt x="58" y="21"/>
                    <a:pt x="58" y="21"/>
                  </a:cubicBezTo>
                  <a:cubicBezTo>
                    <a:pt x="64" y="21"/>
                    <a:pt x="69" y="16"/>
                    <a:pt x="69" y="10"/>
                  </a:cubicBezTo>
                  <a:cubicBezTo>
                    <a:pt x="69" y="4"/>
                    <a:pt x="64" y="0"/>
                    <a:pt x="58" y="0"/>
                  </a:cubicBezTo>
                  <a:close/>
                  <a:moveTo>
                    <a:pt x="58" y="0"/>
                  </a:moveTo>
                  <a:cubicBezTo>
                    <a:pt x="58" y="0"/>
                    <a:pt x="58" y="0"/>
                    <a:pt x="58" y="0"/>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29" name="Freeform 15">
              <a:extLst>
                <a:ext uri="{FF2B5EF4-FFF2-40B4-BE49-F238E27FC236}">
                  <a16:creationId xmlns:a16="http://schemas.microsoft.com/office/drawing/2014/main" id="{801A87AA-79B5-4BE7-BE5D-97DDEFF45931}"/>
                </a:ext>
              </a:extLst>
            </p:cNvPr>
            <p:cNvSpPr>
              <a:spLocks noEditPoints="1"/>
            </p:cNvSpPr>
            <p:nvPr/>
          </p:nvSpPr>
          <p:spPr bwMode="auto">
            <a:xfrm>
              <a:off x="3497" y="4687"/>
              <a:ext cx="870" cy="851"/>
            </a:xfrm>
            <a:custGeom>
              <a:avLst/>
              <a:gdLst>
                <a:gd name="T0" fmla="*/ 194 w 390"/>
                <a:gd name="T1" fmla="*/ 0 h 393"/>
                <a:gd name="T2" fmla="*/ 67 w 390"/>
                <a:gd name="T3" fmla="*/ 47 h 393"/>
                <a:gd name="T4" fmla="*/ 1 w 390"/>
                <a:gd name="T5" fmla="*/ 164 h 393"/>
                <a:gd name="T6" fmla="*/ 9 w 390"/>
                <a:gd name="T7" fmla="*/ 177 h 393"/>
                <a:gd name="T8" fmla="*/ 22 w 390"/>
                <a:gd name="T9" fmla="*/ 168 h 393"/>
                <a:gd name="T10" fmla="*/ 194 w 390"/>
                <a:gd name="T11" fmla="*/ 22 h 393"/>
                <a:gd name="T12" fmla="*/ 369 w 390"/>
                <a:gd name="T13" fmla="*/ 197 h 393"/>
                <a:gd name="T14" fmla="*/ 194 w 390"/>
                <a:gd name="T15" fmla="*/ 372 h 393"/>
                <a:gd name="T16" fmla="*/ 184 w 390"/>
                <a:gd name="T17" fmla="*/ 382 h 393"/>
                <a:gd name="T18" fmla="*/ 194 w 390"/>
                <a:gd name="T19" fmla="*/ 393 h 393"/>
                <a:gd name="T20" fmla="*/ 390 w 390"/>
                <a:gd name="T21" fmla="*/ 197 h 393"/>
                <a:gd name="T22" fmla="*/ 194 w 390"/>
                <a:gd name="T23" fmla="*/ 0 h 393"/>
                <a:gd name="T24" fmla="*/ 194 w 390"/>
                <a:gd name="T25" fmla="*/ 0 h 393"/>
                <a:gd name="T26" fmla="*/ 194 w 390"/>
                <a:gd name="T27" fmla="*/ 0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0" h="393">
                  <a:moveTo>
                    <a:pt x="194" y="0"/>
                  </a:moveTo>
                  <a:cubicBezTo>
                    <a:pt x="147" y="0"/>
                    <a:pt x="102" y="17"/>
                    <a:pt x="67" y="47"/>
                  </a:cubicBezTo>
                  <a:cubicBezTo>
                    <a:pt x="32" y="77"/>
                    <a:pt x="8" y="119"/>
                    <a:pt x="1" y="164"/>
                  </a:cubicBezTo>
                  <a:cubicBezTo>
                    <a:pt x="0" y="170"/>
                    <a:pt x="4" y="176"/>
                    <a:pt x="9" y="177"/>
                  </a:cubicBezTo>
                  <a:cubicBezTo>
                    <a:pt x="15" y="178"/>
                    <a:pt x="21" y="174"/>
                    <a:pt x="22" y="168"/>
                  </a:cubicBezTo>
                  <a:cubicBezTo>
                    <a:pt x="36" y="83"/>
                    <a:pt x="108" y="22"/>
                    <a:pt x="194" y="22"/>
                  </a:cubicBezTo>
                  <a:cubicBezTo>
                    <a:pt x="291" y="22"/>
                    <a:pt x="369" y="100"/>
                    <a:pt x="369" y="197"/>
                  </a:cubicBezTo>
                  <a:cubicBezTo>
                    <a:pt x="369" y="293"/>
                    <a:pt x="291" y="372"/>
                    <a:pt x="194" y="372"/>
                  </a:cubicBezTo>
                  <a:cubicBezTo>
                    <a:pt x="188" y="372"/>
                    <a:pt x="184" y="376"/>
                    <a:pt x="184" y="382"/>
                  </a:cubicBezTo>
                  <a:cubicBezTo>
                    <a:pt x="184" y="388"/>
                    <a:pt x="188" y="393"/>
                    <a:pt x="194" y="393"/>
                  </a:cubicBezTo>
                  <a:cubicBezTo>
                    <a:pt x="302" y="393"/>
                    <a:pt x="390" y="305"/>
                    <a:pt x="390" y="197"/>
                  </a:cubicBezTo>
                  <a:cubicBezTo>
                    <a:pt x="390" y="88"/>
                    <a:pt x="302" y="0"/>
                    <a:pt x="194" y="0"/>
                  </a:cubicBezTo>
                  <a:close/>
                  <a:moveTo>
                    <a:pt x="194" y="0"/>
                  </a:moveTo>
                  <a:cubicBezTo>
                    <a:pt x="194" y="0"/>
                    <a:pt x="194" y="0"/>
                    <a:pt x="194" y="0"/>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30" name="Freeform 16">
              <a:extLst>
                <a:ext uri="{FF2B5EF4-FFF2-40B4-BE49-F238E27FC236}">
                  <a16:creationId xmlns:a16="http://schemas.microsoft.com/office/drawing/2014/main" id="{AB4EE5A0-9E06-450A-B2EA-E1C2DF0AFDFA}"/>
                </a:ext>
              </a:extLst>
            </p:cNvPr>
            <p:cNvSpPr>
              <a:spLocks noEditPoints="1"/>
            </p:cNvSpPr>
            <p:nvPr/>
          </p:nvSpPr>
          <p:spPr bwMode="auto">
            <a:xfrm>
              <a:off x="3827" y="5482"/>
              <a:ext cx="51" cy="49"/>
            </a:xfrm>
            <a:custGeom>
              <a:avLst/>
              <a:gdLst>
                <a:gd name="T0" fmla="*/ 13 w 23"/>
                <a:gd name="T1" fmla="*/ 1 h 23"/>
                <a:gd name="T2" fmla="*/ 13 w 23"/>
                <a:gd name="T3" fmla="*/ 1 h 23"/>
                <a:gd name="T4" fmla="*/ 1 w 23"/>
                <a:gd name="T5" fmla="*/ 10 h 23"/>
                <a:gd name="T6" fmla="*/ 9 w 23"/>
                <a:gd name="T7" fmla="*/ 22 h 23"/>
                <a:gd name="T8" fmla="*/ 11 w 23"/>
                <a:gd name="T9" fmla="*/ 23 h 23"/>
                <a:gd name="T10" fmla="*/ 22 w 23"/>
                <a:gd name="T11" fmla="*/ 14 h 23"/>
                <a:gd name="T12" fmla="*/ 13 w 23"/>
                <a:gd name="T13" fmla="*/ 1 h 23"/>
                <a:gd name="T14" fmla="*/ 13 w 23"/>
                <a:gd name="T15" fmla="*/ 1 h 23"/>
                <a:gd name="T16" fmla="*/ 13 w 23"/>
                <a:gd name="T17"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13" y="1"/>
                  </a:moveTo>
                  <a:cubicBezTo>
                    <a:pt x="13" y="1"/>
                    <a:pt x="13" y="1"/>
                    <a:pt x="13" y="1"/>
                  </a:cubicBezTo>
                  <a:cubicBezTo>
                    <a:pt x="7" y="0"/>
                    <a:pt x="2" y="4"/>
                    <a:pt x="1" y="10"/>
                  </a:cubicBezTo>
                  <a:cubicBezTo>
                    <a:pt x="0" y="16"/>
                    <a:pt x="3" y="21"/>
                    <a:pt x="9" y="22"/>
                  </a:cubicBezTo>
                  <a:cubicBezTo>
                    <a:pt x="10" y="23"/>
                    <a:pt x="10" y="23"/>
                    <a:pt x="11" y="23"/>
                  </a:cubicBezTo>
                  <a:cubicBezTo>
                    <a:pt x="16" y="23"/>
                    <a:pt x="21" y="19"/>
                    <a:pt x="22" y="14"/>
                  </a:cubicBezTo>
                  <a:cubicBezTo>
                    <a:pt x="23" y="8"/>
                    <a:pt x="19" y="3"/>
                    <a:pt x="13" y="1"/>
                  </a:cubicBezTo>
                  <a:close/>
                  <a:moveTo>
                    <a:pt x="13" y="1"/>
                  </a:moveTo>
                  <a:cubicBezTo>
                    <a:pt x="13" y="1"/>
                    <a:pt x="13" y="1"/>
                    <a:pt x="13" y="1"/>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31" name="Freeform 17">
              <a:extLst>
                <a:ext uri="{FF2B5EF4-FFF2-40B4-BE49-F238E27FC236}">
                  <a16:creationId xmlns:a16="http://schemas.microsoft.com/office/drawing/2014/main" id="{E0AE35F7-DC77-43C6-BF04-B9C519E63CD8}"/>
                </a:ext>
              </a:extLst>
            </p:cNvPr>
            <p:cNvSpPr>
              <a:spLocks noEditPoints="1"/>
            </p:cNvSpPr>
            <p:nvPr/>
          </p:nvSpPr>
          <p:spPr bwMode="auto">
            <a:xfrm>
              <a:off x="3838" y="4979"/>
              <a:ext cx="230" cy="156"/>
            </a:xfrm>
            <a:custGeom>
              <a:avLst/>
              <a:gdLst>
                <a:gd name="T0" fmla="*/ 99 w 103"/>
                <a:gd name="T1" fmla="*/ 4 h 72"/>
                <a:gd name="T2" fmla="*/ 84 w 103"/>
                <a:gd name="T3" fmla="*/ 4 h 72"/>
                <a:gd name="T4" fmla="*/ 41 w 103"/>
                <a:gd name="T5" fmla="*/ 47 h 72"/>
                <a:gd name="T6" fmla="*/ 19 w 103"/>
                <a:gd name="T7" fmla="*/ 24 h 72"/>
                <a:gd name="T8" fmla="*/ 4 w 103"/>
                <a:gd name="T9" fmla="*/ 24 h 72"/>
                <a:gd name="T10" fmla="*/ 4 w 103"/>
                <a:gd name="T11" fmla="*/ 39 h 72"/>
                <a:gd name="T12" fmla="*/ 34 w 103"/>
                <a:gd name="T13" fmla="*/ 69 h 72"/>
                <a:gd name="T14" fmla="*/ 41 w 103"/>
                <a:gd name="T15" fmla="*/ 72 h 72"/>
                <a:gd name="T16" fmla="*/ 49 w 103"/>
                <a:gd name="T17" fmla="*/ 69 h 72"/>
                <a:gd name="T18" fmla="*/ 99 w 103"/>
                <a:gd name="T19" fmla="*/ 19 h 72"/>
                <a:gd name="T20" fmla="*/ 99 w 103"/>
                <a:gd name="T21" fmla="*/ 4 h 72"/>
                <a:gd name="T22" fmla="*/ 99 w 103"/>
                <a:gd name="T23" fmla="*/ 4 h 72"/>
                <a:gd name="T24" fmla="*/ 99 w 103"/>
                <a:gd name="T25" fmla="*/ 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72">
                  <a:moveTo>
                    <a:pt x="99" y="4"/>
                  </a:moveTo>
                  <a:cubicBezTo>
                    <a:pt x="95" y="0"/>
                    <a:pt x="88" y="0"/>
                    <a:pt x="84" y="4"/>
                  </a:cubicBezTo>
                  <a:cubicBezTo>
                    <a:pt x="41" y="47"/>
                    <a:pt x="41" y="47"/>
                    <a:pt x="41" y="47"/>
                  </a:cubicBezTo>
                  <a:cubicBezTo>
                    <a:pt x="19" y="24"/>
                    <a:pt x="19" y="24"/>
                    <a:pt x="19" y="24"/>
                  </a:cubicBezTo>
                  <a:cubicBezTo>
                    <a:pt x="15" y="20"/>
                    <a:pt x="8" y="20"/>
                    <a:pt x="4" y="24"/>
                  </a:cubicBezTo>
                  <a:cubicBezTo>
                    <a:pt x="0" y="28"/>
                    <a:pt x="0" y="35"/>
                    <a:pt x="4" y="39"/>
                  </a:cubicBezTo>
                  <a:cubicBezTo>
                    <a:pt x="34" y="69"/>
                    <a:pt x="34" y="69"/>
                    <a:pt x="34" y="69"/>
                  </a:cubicBezTo>
                  <a:cubicBezTo>
                    <a:pt x="36" y="71"/>
                    <a:pt x="39" y="72"/>
                    <a:pt x="41" y="72"/>
                  </a:cubicBezTo>
                  <a:cubicBezTo>
                    <a:pt x="44" y="72"/>
                    <a:pt x="47" y="71"/>
                    <a:pt x="49" y="69"/>
                  </a:cubicBezTo>
                  <a:cubicBezTo>
                    <a:pt x="99" y="19"/>
                    <a:pt x="99" y="19"/>
                    <a:pt x="99" y="19"/>
                  </a:cubicBezTo>
                  <a:cubicBezTo>
                    <a:pt x="103" y="15"/>
                    <a:pt x="103" y="8"/>
                    <a:pt x="99" y="4"/>
                  </a:cubicBezTo>
                  <a:close/>
                  <a:moveTo>
                    <a:pt x="99" y="4"/>
                  </a:moveTo>
                  <a:cubicBezTo>
                    <a:pt x="99" y="4"/>
                    <a:pt x="99" y="4"/>
                    <a:pt x="99" y="4"/>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32" name="Freeform 18">
              <a:extLst>
                <a:ext uri="{FF2B5EF4-FFF2-40B4-BE49-F238E27FC236}">
                  <a16:creationId xmlns:a16="http://schemas.microsoft.com/office/drawing/2014/main" id="{1C23B321-E604-4774-BD8A-3938EBE161EE}"/>
                </a:ext>
              </a:extLst>
            </p:cNvPr>
            <p:cNvSpPr>
              <a:spLocks noEditPoints="1"/>
            </p:cNvSpPr>
            <p:nvPr/>
          </p:nvSpPr>
          <p:spPr bwMode="auto">
            <a:xfrm>
              <a:off x="3907" y="4862"/>
              <a:ext cx="47" cy="63"/>
            </a:xfrm>
            <a:custGeom>
              <a:avLst/>
              <a:gdLst>
                <a:gd name="T0" fmla="*/ 10 w 21"/>
                <a:gd name="T1" fmla="*/ 0 h 29"/>
                <a:gd name="T2" fmla="*/ 0 w 21"/>
                <a:gd name="T3" fmla="*/ 11 h 29"/>
                <a:gd name="T4" fmla="*/ 0 w 21"/>
                <a:gd name="T5" fmla="*/ 19 h 29"/>
                <a:gd name="T6" fmla="*/ 10 w 21"/>
                <a:gd name="T7" fmla="*/ 29 h 29"/>
                <a:gd name="T8" fmla="*/ 21 w 21"/>
                <a:gd name="T9" fmla="*/ 19 h 29"/>
                <a:gd name="T10" fmla="*/ 21 w 21"/>
                <a:gd name="T11" fmla="*/ 11 h 29"/>
                <a:gd name="T12" fmla="*/ 10 w 21"/>
                <a:gd name="T13" fmla="*/ 0 h 29"/>
                <a:gd name="T14" fmla="*/ 10 w 21"/>
                <a:gd name="T15" fmla="*/ 0 h 29"/>
                <a:gd name="T16" fmla="*/ 10 w 2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9">
                  <a:moveTo>
                    <a:pt x="10" y="0"/>
                  </a:moveTo>
                  <a:cubicBezTo>
                    <a:pt x="4" y="0"/>
                    <a:pt x="0" y="5"/>
                    <a:pt x="0" y="11"/>
                  </a:cubicBezTo>
                  <a:cubicBezTo>
                    <a:pt x="0" y="19"/>
                    <a:pt x="0" y="19"/>
                    <a:pt x="0" y="19"/>
                  </a:cubicBezTo>
                  <a:cubicBezTo>
                    <a:pt x="0" y="25"/>
                    <a:pt x="4" y="29"/>
                    <a:pt x="10" y="29"/>
                  </a:cubicBezTo>
                  <a:cubicBezTo>
                    <a:pt x="16" y="29"/>
                    <a:pt x="21" y="25"/>
                    <a:pt x="21" y="19"/>
                  </a:cubicBezTo>
                  <a:cubicBezTo>
                    <a:pt x="21" y="11"/>
                    <a:pt x="21" y="11"/>
                    <a:pt x="21" y="11"/>
                  </a:cubicBezTo>
                  <a:cubicBezTo>
                    <a:pt x="21" y="5"/>
                    <a:pt x="16" y="0"/>
                    <a:pt x="10" y="0"/>
                  </a:cubicBezTo>
                  <a:close/>
                  <a:moveTo>
                    <a:pt x="10" y="0"/>
                  </a:moveTo>
                  <a:cubicBezTo>
                    <a:pt x="10" y="0"/>
                    <a:pt x="10" y="0"/>
                    <a:pt x="10" y="0"/>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33" name="Freeform 19">
              <a:extLst>
                <a:ext uri="{FF2B5EF4-FFF2-40B4-BE49-F238E27FC236}">
                  <a16:creationId xmlns:a16="http://schemas.microsoft.com/office/drawing/2014/main" id="{0229DE89-5581-49F1-8D6A-7FC60FD9A072}"/>
                </a:ext>
              </a:extLst>
            </p:cNvPr>
            <p:cNvSpPr>
              <a:spLocks noEditPoints="1"/>
            </p:cNvSpPr>
            <p:nvPr/>
          </p:nvSpPr>
          <p:spPr bwMode="auto">
            <a:xfrm>
              <a:off x="3907" y="5300"/>
              <a:ext cx="47" cy="62"/>
            </a:xfrm>
            <a:custGeom>
              <a:avLst/>
              <a:gdLst>
                <a:gd name="T0" fmla="*/ 10 w 21"/>
                <a:gd name="T1" fmla="*/ 0 h 29"/>
                <a:gd name="T2" fmla="*/ 0 w 21"/>
                <a:gd name="T3" fmla="*/ 10 h 29"/>
                <a:gd name="T4" fmla="*/ 0 w 21"/>
                <a:gd name="T5" fmla="*/ 18 h 29"/>
                <a:gd name="T6" fmla="*/ 10 w 21"/>
                <a:gd name="T7" fmla="*/ 29 h 29"/>
                <a:gd name="T8" fmla="*/ 21 w 21"/>
                <a:gd name="T9" fmla="*/ 18 h 29"/>
                <a:gd name="T10" fmla="*/ 21 w 21"/>
                <a:gd name="T11" fmla="*/ 10 h 29"/>
                <a:gd name="T12" fmla="*/ 10 w 21"/>
                <a:gd name="T13" fmla="*/ 0 h 29"/>
                <a:gd name="T14" fmla="*/ 10 w 21"/>
                <a:gd name="T15" fmla="*/ 0 h 29"/>
                <a:gd name="T16" fmla="*/ 10 w 2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9">
                  <a:moveTo>
                    <a:pt x="10" y="0"/>
                  </a:moveTo>
                  <a:cubicBezTo>
                    <a:pt x="4" y="0"/>
                    <a:pt x="0" y="5"/>
                    <a:pt x="0" y="10"/>
                  </a:cubicBezTo>
                  <a:cubicBezTo>
                    <a:pt x="0" y="18"/>
                    <a:pt x="0" y="18"/>
                    <a:pt x="0" y="18"/>
                  </a:cubicBezTo>
                  <a:cubicBezTo>
                    <a:pt x="0" y="24"/>
                    <a:pt x="4" y="29"/>
                    <a:pt x="10" y="29"/>
                  </a:cubicBezTo>
                  <a:cubicBezTo>
                    <a:pt x="16" y="29"/>
                    <a:pt x="21" y="24"/>
                    <a:pt x="21" y="18"/>
                  </a:cubicBezTo>
                  <a:cubicBezTo>
                    <a:pt x="21" y="10"/>
                    <a:pt x="21" y="10"/>
                    <a:pt x="21" y="10"/>
                  </a:cubicBezTo>
                  <a:cubicBezTo>
                    <a:pt x="21" y="5"/>
                    <a:pt x="16" y="0"/>
                    <a:pt x="10" y="0"/>
                  </a:cubicBezTo>
                  <a:close/>
                  <a:moveTo>
                    <a:pt x="10" y="0"/>
                  </a:moveTo>
                  <a:cubicBezTo>
                    <a:pt x="10" y="0"/>
                    <a:pt x="10" y="0"/>
                    <a:pt x="10" y="0"/>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34" name="Freeform 20">
              <a:extLst>
                <a:ext uri="{FF2B5EF4-FFF2-40B4-BE49-F238E27FC236}">
                  <a16:creationId xmlns:a16="http://schemas.microsoft.com/office/drawing/2014/main" id="{47B1A234-B306-434A-A074-879DFAB5CFED}"/>
                </a:ext>
              </a:extLst>
            </p:cNvPr>
            <p:cNvSpPr>
              <a:spLocks noEditPoints="1"/>
            </p:cNvSpPr>
            <p:nvPr/>
          </p:nvSpPr>
          <p:spPr bwMode="auto">
            <a:xfrm>
              <a:off x="4122" y="5090"/>
              <a:ext cx="64" cy="45"/>
            </a:xfrm>
            <a:custGeom>
              <a:avLst/>
              <a:gdLst>
                <a:gd name="T0" fmla="*/ 19 w 29"/>
                <a:gd name="T1" fmla="*/ 0 h 21"/>
                <a:gd name="T2" fmla="*/ 11 w 29"/>
                <a:gd name="T3" fmla="*/ 0 h 21"/>
                <a:gd name="T4" fmla="*/ 0 w 29"/>
                <a:gd name="T5" fmla="*/ 11 h 21"/>
                <a:gd name="T6" fmla="*/ 11 w 29"/>
                <a:gd name="T7" fmla="*/ 21 h 21"/>
                <a:gd name="T8" fmla="*/ 19 w 29"/>
                <a:gd name="T9" fmla="*/ 21 h 21"/>
                <a:gd name="T10" fmla="*/ 29 w 29"/>
                <a:gd name="T11" fmla="*/ 11 h 21"/>
                <a:gd name="T12" fmla="*/ 19 w 29"/>
                <a:gd name="T13" fmla="*/ 0 h 21"/>
                <a:gd name="T14" fmla="*/ 19 w 29"/>
                <a:gd name="T15" fmla="*/ 0 h 21"/>
                <a:gd name="T16" fmla="*/ 19 w 2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1">
                  <a:moveTo>
                    <a:pt x="19" y="0"/>
                  </a:moveTo>
                  <a:cubicBezTo>
                    <a:pt x="11" y="0"/>
                    <a:pt x="11" y="0"/>
                    <a:pt x="11" y="0"/>
                  </a:cubicBezTo>
                  <a:cubicBezTo>
                    <a:pt x="5" y="0"/>
                    <a:pt x="0" y="5"/>
                    <a:pt x="0" y="11"/>
                  </a:cubicBezTo>
                  <a:cubicBezTo>
                    <a:pt x="0" y="16"/>
                    <a:pt x="5" y="21"/>
                    <a:pt x="11" y="21"/>
                  </a:cubicBezTo>
                  <a:cubicBezTo>
                    <a:pt x="19" y="21"/>
                    <a:pt x="19" y="21"/>
                    <a:pt x="19" y="21"/>
                  </a:cubicBezTo>
                  <a:cubicBezTo>
                    <a:pt x="25" y="21"/>
                    <a:pt x="29" y="16"/>
                    <a:pt x="29" y="11"/>
                  </a:cubicBezTo>
                  <a:cubicBezTo>
                    <a:pt x="29" y="5"/>
                    <a:pt x="25" y="0"/>
                    <a:pt x="19" y="0"/>
                  </a:cubicBezTo>
                  <a:close/>
                  <a:moveTo>
                    <a:pt x="19" y="0"/>
                  </a:moveTo>
                  <a:cubicBezTo>
                    <a:pt x="19" y="0"/>
                    <a:pt x="19" y="0"/>
                    <a:pt x="19" y="0"/>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35" name="Freeform 21">
              <a:extLst>
                <a:ext uri="{FF2B5EF4-FFF2-40B4-BE49-F238E27FC236}">
                  <a16:creationId xmlns:a16="http://schemas.microsoft.com/office/drawing/2014/main" id="{61A8DB13-736F-4C7C-B3F7-26714D813716}"/>
                </a:ext>
              </a:extLst>
            </p:cNvPr>
            <p:cNvSpPr>
              <a:spLocks noEditPoints="1"/>
            </p:cNvSpPr>
            <p:nvPr/>
          </p:nvSpPr>
          <p:spPr bwMode="auto">
            <a:xfrm>
              <a:off x="3673" y="5090"/>
              <a:ext cx="65" cy="45"/>
            </a:xfrm>
            <a:custGeom>
              <a:avLst/>
              <a:gdLst>
                <a:gd name="T0" fmla="*/ 18 w 29"/>
                <a:gd name="T1" fmla="*/ 0 h 21"/>
                <a:gd name="T2" fmla="*/ 11 w 29"/>
                <a:gd name="T3" fmla="*/ 0 h 21"/>
                <a:gd name="T4" fmla="*/ 0 w 29"/>
                <a:gd name="T5" fmla="*/ 11 h 21"/>
                <a:gd name="T6" fmla="*/ 11 w 29"/>
                <a:gd name="T7" fmla="*/ 21 h 21"/>
                <a:gd name="T8" fmla="*/ 18 w 29"/>
                <a:gd name="T9" fmla="*/ 21 h 21"/>
                <a:gd name="T10" fmla="*/ 29 w 29"/>
                <a:gd name="T11" fmla="*/ 11 h 21"/>
                <a:gd name="T12" fmla="*/ 18 w 29"/>
                <a:gd name="T13" fmla="*/ 0 h 21"/>
                <a:gd name="T14" fmla="*/ 18 w 29"/>
                <a:gd name="T15" fmla="*/ 0 h 21"/>
                <a:gd name="T16" fmla="*/ 18 w 2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1">
                  <a:moveTo>
                    <a:pt x="18" y="0"/>
                  </a:moveTo>
                  <a:cubicBezTo>
                    <a:pt x="11" y="0"/>
                    <a:pt x="11" y="0"/>
                    <a:pt x="11" y="0"/>
                  </a:cubicBezTo>
                  <a:cubicBezTo>
                    <a:pt x="5" y="0"/>
                    <a:pt x="0" y="5"/>
                    <a:pt x="0" y="11"/>
                  </a:cubicBezTo>
                  <a:cubicBezTo>
                    <a:pt x="0" y="16"/>
                    <a:pt x="5" y="21"/>
                    <a:pt x="11" y="21"/>
                  </a:cubicBezTo>
                  <a:cubicBezTo>
                    <a:pt x="18" y="21"/>
                    <a:pt x="18" y="21"/>
                    <a:pt x="18" y="21"/>
                  </a:cubicBezTo>
                  <a:cubicBezTo>
                    <a:pt x="24" y="21"/>
                    <a:pt x="29" y="16"/>
                    <a:pt x="29" y="11"/>
                  </a:cubicBezTo>
                  <a:cubicBezTo>
                    <a:pt x="29" y="5"/>
                    <a:pt x="24" y="0"/>
                    <a:pt x="18" y="0"/>
                  </a:cubicBezTo>
                  <a:close/>
                  <a:moveTo>
                    <a:pt x="18" y="0"/>
                  </a:moveTo>
                  <a:cubicBezTo>
                    <a:pt x="18" y="0"/>
                    <a:pt x="18" y="0"/>
                    <a:pt x="18" y="0"/>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grpSp>
      <p:grpSp>
        <p:nvGrpSpPr>
          <p:cNvPr id="136" name="Group 135">
            <a:extLst>
              <a:ext uri="{FF2B5EF4-FFF2-40B4-BE49-F238E27FC236}">
                <a16:creationId xmlns:a16="http://schemas.microsoft.com/office/drawing/2014/main" id="{D4794C0C-DFB4-46E0-AD58-18DC79DBCEE7}"/>
              </a:ext>
            </a:extLst>
          </p:cNvPr>
          <p:cNvGrpSpPr/>
          <p:nvPr/>
        </p:nvGrpSpPr>
        <p:grpSpPr>
          <a:xfrm>
            <a:off x="6352357" y="2505730"/>
            <a:ext cx="1261006" cy="1258931"/>
            <a:chOff x="8343900" y="6959600"/>
            <a:chExt cx="1933575" cy="1874838"/>
          </a:xfrm>
          <a:solidFill>
            <a:schemeClr val="tx1">
              <a:lumMod val="65000"/>
              <a:lumOff val="35000"/>
            </a:schemeClr>
          </a:solidFill>
        </p:grpSpPr>
        <p:sp>
          <p:nvSpPr>
            <p:cNvPr id="137" name="Freeform 7">
              <a:extLst>
                <a:ext uri="{FF2B5EF4-FFF2-40B4-BE49-F238E27FC236}">
                  <a16:creationId xmlns:a16="http://schemas.microsoft.com/office/drawing/2014/main" id="{F5D18317-1EB3-4F73-A151-AF65C437840A}"/>
                </a:ext>
              </a:extLst>
            </p:cNvPr>
            <p:cNvSpPr>
              <a:spLocks noEditPoints="1"/>
            </p:cNvSpPr>
            <p:nvPr/>
          </p:nvSpPr>
          <p:spPr bwMode="auto">
            <a:xfrm>
              <a:off x="9350375" y="7927975"/>
              <a:ext cx="927100" cy="906463"/>
            </a:xfrm>
            <a:custGeom>
              <a:avLst/>
              <a:gdLst>
                <a:gd name="T0" fmla="*/ 254 w 262"/>
                <a:gd name="T1" fmla="*/ 0 h 264"/>
                <a:gd name="T2" fmla="*/ 246 w 262"/>
                <a:gd name="T3" fmla="*/ 8 h 264"/>
                <a:gd name="T4" fmla="*/ 246 w 262"/>
                <a:gd name="T5" fmla="*/ 26 h 264"/>
                <a:gd name="T6" fmla="*/ 246 w 262"/>
                <a:gd name="T7" fmla="*/ 26 h 264"/>
                <a:gd name="T8" fmla="*/ 209 w 262"/>
                <a:gd name="T9" fmla="*/ 26 h 264"/>
                <a:gd name="T10" fmla="*/ 201 w 262"/>
                <a:gd name="T11" fmla="*/ 33 h 264"/>
                <a:gd name="T12" fmla="*/ 168 w 262"/>
                <a:gd name="T13" fmla="*/ 112 h 264"/>
                <a:gd name="T14" fmla="*/ 169 w 262"/>
                <a:gd name="T15" fmla="*/ 122 h 264"/>
                <a:gd name="T16" fmla="*/ 196 w 262"/>
                <a:gd name="T17" fmla="*/ 148 h 264"/>
                <a:gd name="T18" fmla="*/ 196 w 262"/>
                <a:gd name="T19" fmla="*/ 149 h 264"/>
                <a:gd name="T20" fmla="*/ 147 w 262"/>
                <a:gd name="T21" fmla="*/ 198 h 264"/>
                <a:gd name="T22" fmla="*/ 146 w 262"/>
                <a:gd name="T23" fmla="*/ 198 h 264"/>
                <a:gd name="T24" fmla="*/ 120 w 262"/>
                <a:gd name="T25" fmla="*/ 171 h 264"/>
                <a:gd name="T26" fmla="*/ 110 w 262"/>
                <a:gd name="T27" fmla="*/ 170 h 264"/>
                <a:gd name="T28" fmla="*/ 31 w 262"/>
                <a:gd name="T29" fmla="*/ 203 h 264"/>
                <a:gd name="T30" fmla="*/ 24 w 262"/>
                <a:gd name="T31" fmla="*/ 211 h 264"/>
                <a:gd name="T32" fmla="*/ 24 w 262"/>
                <a:gd name="T33" fmla="*/ 248 h 264"/>
                <a:gd name="T34" fmla="*/ 24 w 262"/>
                <a:gd name="T35" fmla="*/ 248 h 264"/>
                <a:gd name="T36" fmla="*/ 8 w 262"/>
                <a:gd name="T37" fmla="*/ 248 h 264"/>
                <a:gd name="T38" fmla="*/ 0 w 262"/>
                <a:gd name="T39" fmla="*/ 256 h 264"/>
                <a:gd name="T40" fmla="*/ 8 w 262"/>
                <a:gd name="T41" fmla="*/ 264 h 264"/>
                <a:gd name="T42" fmla="*/ 24 w 262"/>
                <a:gd name="T43" fmla="*/ 264 h 264"/>
                <a:gd name="T44" fmla="*/ 40 w 262"/>
                <a:gd name="T45" fmla="*/ 248 h 264"/>
                <a:gd name="T46" fmla="*/ 40 w 262"/>
                <a:gd name="T47" fmla="*/ 217 h 264"/>
                <a:gd name="T48" fmla="*/ 113 w 262"/>
                <a:gd name="T49" fmla="*/ 187 h 264"/>
                <a:gd name="T50" fmla="*/ 135 w 262"/>
                <a:gd name="T51" fmla="*/ 209 h 264"/>
                <a:gd name="T52" fmla="*/ 158 w 262"/>
                <a:gd name="T53" fmla="*/ 209 h 264"/>
                <a:gd name="T54" fmla="*/ 207 w 262"/>
                <a:gd name="T55" fmla="*/ 160 h 264"/>
                <a:gd name="T56" fmla="*/ 207 w 262"/>
                <a:gd name="T57" fmla="*/ 137 h 264"/>
                <a:gd name="T58" fmla="*/ 185 w 262"/>
                <a:gd name="T59" fmla="*/ 115 h 264"/>
                <a:gd name="T60" fmla="*/ 215 w 262"/>
                <a:gd name="T61" fmla="*/ 42 h 264"/>
                <a:gd name="T62" fmla="*/ 246 w 262"/>
                <a:gd name="T63" fmla="*/ 42 h 264"/>
                <a:gd name="T64" fmla="*/ 262 w 262"/>
                <a:gd name="T65" fmla="*/ 26 h 264"/>
                <a:gd name="T66" fmla="*/ 262 w 262"/>
                <a:gd name="T67" fmla="*/ 8 h 264"/>
                <a:gd name="T68" fmla="*/ 254 w 262"/>
                <a:gd name="T69" fmla="*/ 0 h 264"/>
                <a:gd name="T70" fmla="*/ 254 w 262"/>
                <a:gd name="T71" fmla="*/ 0 h 264"/>
                <a:gd name="T72" fmla="*/ 254 w 262"/>
                <a:gd name="T73"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2" h="264">
                  <a:moveTo>
                    <a:pt x="254" y="0"/>
                  </a:moveTo>
                  <a:cubicBezTo>
                    <a:pt x="250" y="0"/>
                    <a:pt x="246" y="3"/>
                    <a:pt x="246" y="8"/>
                  </a:cubicBezTo>
                  <a:cubicBezTo>
                    <a:pt x="246" y="26"/>
                    <a:pt x="246" y="26"/>
                    <a:pt x="246" y="26"/>
                  </a:cubicBezTo>
                  <a:cubicBezTo>
                    <a:pt x="246" y="26"/>
                    <a:pt x="246" y="26"/>
                    <a:pt x="246" y="26"/>
                  </a:cubicBezTo>
                  <a:cubicBezTo>
                    <a:pt x="209" y="26"/>
                    <a:pt x="209" y="26"/>
                    <a:pt x="209" y="26"/>
                  </a:cubicBezTo>
                  <a:cubicBezTo>
                    <a:pt x="205" y="26"/>
                    <a:pt x="202" y="29"/>
                    <a:pt x="201" y="33"/>
                  </a:cubicBezTo>
                  <a:cubicBezTo>
                    <a:pt x="195" y="61"/>
                    <a:pt x="184" y="88"/>
                    <a:pt x="168" y="112"/>
                  </a:cubicBezTo>
                  <a:cubicBezTo>
                    <a:pt x="166" y="115"/>
                    <a:pt x="167" y="119"/>
                    <a:pt x="169" y="122"/>
                  </a:cubicBezTo>
                  <a:cubicBezTo>
                    <a:pt x="196" y="148"/>
                    <a:pt x="196" y="148"/>
                    <a:pt x="196" y="148"/>
                  </a:cubicBezTo>
                  <a:cubicBezTo>
                    <a:pt x="196" y="148"/>
                    <a:pt x="196" y="149"/>
                    <a:pt x="196" y="149"/>
                  </a:cubicBezTo>
                  <a:cubicBezTo>
                    <a:pt x="147" y="198"/>
                    <a:pt x="147" y="198"/>
                    <a:pt x="147" y="198"/>
                  </a:cubicBezTo>
                  <a:cubicBezTo>
                    <a:pt x="147" y="198"/>
                    <a:pt x="146" y="198"/>
                    <a:pt x="146" y="198"/>
                  </a:cubicBezTo>
                  <a:cubicBezTo>
                    <a:pt x="120" y="171"/>
                    <a:pt x="120" y="171"/>
                    <a:pt x="120" y="171"/>
                  </a:cubicBezTo>
                  <a:cubicBezTo>
                    <a:pt x="117" y="169"/>
                    <a:pt x="113" y="168"/>
                    <a:pt x="110" y="170"/>
                  </a:cubicBezTo>
                  <a:cubicBezTo>
                    <a:pt x="86" y="186"/>
                    <a:pt x="59" y="197"/>
                    <a:pt x="31" y="203"/>
                  </a:cubicBezTo>
                  <a:cubicBezTo>
                    <a:pt x="27" y="204"/>
                    <a:pt x="24" y="207"/>
                    <a:pt x="24" y="211"/>
                  </a:cubicBezTo>
                  <a:cubicBezTo>
                    <a:pt x="24" y="248"/>
                    <a:pt x="24" y="248"/>
                    <a:pt x="24" y="248"/>
                  </a:cubicBezTo>
                  <a:cubicBezTo>
                    <a:pt x="24" y="248"/>
                    <a:pt x="24" y="248"/>
                    <a:pt x="24" y="248"/>
                  </a:cubicBezTo>
                  <a:cubicBezTo>
                    <a:pt x="8" y="248"/>
                    <a:pt x="8" y="248"/>
                    <a:pt x="8" y="248"/>
                  </a:cubicBezTo>
                  <a:cubicBezTo>
                    <a:pt x="4" y="248"/>
                    <a:pt x="0" y="252"/>
                    <a:pt x="0" y="256"/>
                  </a:cubicBezTo>
                  <a:cubicBezTo>
                    <a:pt x="0" y="261"/>
                    <a:pt x="4" y="264"/>
                    <a:pt x="8" y="264"/>
                  </a:cubicBezTo>
                  <a:cubicBezTo>
                    <a:pt x="24" y="264"/>
                    <a:pt x="24" y="264"/>
                    <a:pt x="24" y="264"/>
                  </a:cubicBezTo>
                  <a:cubicBezTo>
                    <a:pt x="33" y="264"/>
                    <a:pt x="40" y="257"/>
                    <a:pt x="40" y="248"/>
                  </a:cubicBezTo>
                  <a:cubicBezTo>
                    <a:pt x="40" y="217"/>
                    <a:pt x="40" y="217"/>
                    <a:pt x="40" y="217"/>
                  </a:cubicBezTo>
                  <a:cubicBezTo>
                    <a:pt x="66" y="212"/>
                    <a:pt x="91" y="201"/>
                    <a:pt x="113" y="187"/>
                  </a:cubicBezTo>
                  <a:cubicBezTo>
                    <a:pt x="135" y="209"/>
                    <a:pt x="135" y="209"/>
                    <a:pt x="135" y="209"/>
                  </a:cubicBezTo>
                  <a:cubicBezTo>
                    <a:pt x="141" y="215"/>
                    <a:pt x="152" y="215"/>
                    <a:pt x="158" y="209"/>
                  </a:cubicBezTo>
                  <a:cubicBezTo>
                    <a:pt x="207" y="160"/>
                    <a:pt x="207" y="160"/>
                    <a:pt x="207" y="160"/>
                  </a:cubicBezTo>
                  <a:cubicBezTo>
                    <a:pt x="213" y="154"/>
                    <a:pt x="213" y="143"/>
                    <a:pt x="207" y="137"/>
                  </a:cubicBezTo>
                  <a:cubicBezTo>
                    <a:pt x="185" y="115"/>
                    <a:pt x="185" y="115"/>
                    <a:pt x="185" y="115"/>
                  </a:cubicBezTo>
                  <a:cubicBezTo>
                    <a:pt x="199" y="93"/>
                    <a:pt x="210" y="68"/>
                    <a:pt x="215" y="42"/>
                  </a:cubicBezTo>
                  <a:cubicBezTo>
                    <a:pt x="246" y="42"/>
                    <a:pt x="246" y="42"/>
                    <a:pt x="246" y="42"/>
                  </a:cubicBezTo>
                  <a:cubicBezTo>
                    <a:pt x="255" y="42"/>
                    <a:pt x="262" y="35"/>
                    <a:pt x="262" y="26"/>
                  </a:cubicBezTo>
                  <a:cubicBezTo>
                    <a:pt x="262" y="8"/>
                    <a:pt x="262" y="8"/>
                    <a:pt x="262" y="8"/>
                  </a:cubicBezTo>
                  <a:cubicBezTo>
                    <a:pt x="262" y="3"/>
                    <a:pt x="259" y="0"/>
                    <a:pt x="254" y="0"/>
                  </a:cubicBezTo>
                  <a:close/>
                  <a:moveTo>
                    <a:pt x="254" y="0"/>
                  </a:moveTo>
                  <a:cubicBezTo>
                    <a:pt x="254" y="0"/>
                    <a:pt x="254" y="0"/>
                    <a:pt x="254" y="0"/>
                  </a:cubicBezTo>
                </a:path>
              </a:pathLst>
            </a:custGeom>
            <a:grpFill/>
            <a:ln w="22225">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38" name="Freeform 8">
              <a:extLst>
                <a:ext uri="{FF2B5EF4-FFF2-40B4-BE49-F238E27FC236}">
                  <a16:creationId xmlns:a16="http://schemas.microsoft.com/office/drawing/2014/main" id="{24F7A4A2-E671-4589-B26F-F4F59AE2C5B2}"/>
                </a:ext>
              </a:extLst>
            </p:cNvPr>
            <p:cNvSpPr>
              <a:spLocks noEditPoints="1"/>
            </p:cNvSpPr>
            <p:nvPr/>
          </p:nvSpPr>
          <p:spPr bwMode="auto">
            <a:xfrm>
              <a:off x="8343900" y="6959600"/>
              <a:ext cx="1933575" cy="1874838"/>
            </a:xfrm>
            <a:custGeom>
              <a:avLst/>
              <a:gdLst>
                <a:gd name="T0" fmla="*/ 499 w 546"/>
                <a:gd name="T1" fmla="*/ 222 h 546"/>
                <a:gd name="T2" fmla="*/ 491 w 546"/>
                <a:gd name="T3" fmla="*/ 128 h 546"/>
                <a:gd name="T4" fmla="*/ 491 w 546"/>
                <a:gd name="T5" fmla="*/ 105 h 546"/>
                <a:gd name="T6" fmla="*/ 419 w 546"/>
                <a:gd name="T7" fmla="*/ 56 h 546"/>
                <a:gd name="T8" fmla="*/ 324 w 546"/>
                <a:gd name="T9" fmla="*/ 47 h 546"/>
                <a:gd name="T10" fmla="*/ 308 w 546"/>
                <a:gd name="T11" fmla="*/ 0 h 546"/>
                <a:gd name="T12" fmla="*/ 222 w 546"/>
                <a:gd name="T13" fmla="*/ 16 h 546"/>
                <a:gd name="T14" fmla="*/ 150 w 546"/>
                <a:gd name="T15" fmla="*/ 78 h 546"/>
                <a:gd name="T16" fmla="*/ 105 w 546"/>
                <a:gd name="T17" fmla="*/ 56 h 546"/>
                <a:gd name="T18" fmla="*/ 56 w 546"/>
                <a:gd name="T19" fmla="*/ 128 h 546"/>
                <a:gd name="T20" fmla="*/ 47 w 546"/>
                <a:gd name="T21" fmla="*/ 222 h 546"/>
                <a:gd name="T22" fmla="*/ 0 w 546"/>
                <a:gd name="T23" fmla="*/ 239 h 546"/>
                <a:gd name="T24" fmla="*/ 16 w 546"/>
                <a:gd name="T25" fmla="*/ 324 h 546"/>
                <a:gd name="T26" fmla="*/ 78 w 546"/>
                <a:gd name="T27" fmla="*/ 397 h 546"/>
                <a:gd name="T28" fmla="*/ 56 w 546"/>
                <a:gd name="T29" fmla="*/ 442 h 546"/>
                <a:gd name="T30" fmla="*/ 128 w 546"/>
                <a:gd name="T31" fmla="*/ 491 h 546"/>
                <a:gd name="T32" fmla="*/ 222 w 546"/>
                <a:gd name="T33" fmla="*/ 499 h 546"/>
                <a:gd name="T34" fmla="*/ 239 w 546"/>
                <a:gd name="T35" fmla="*/ 546 h 546"/>
                <a:gd name="T36" fmla="*/ 263 w 546"/>
                <a:gd name="T37" fmla="*/ 538 h 546"/>
                <a:gd name="T38" fmla="*/ 239 w 546"/>
                <a:gd name="T39" fmla="*/ 530 h 546"/>
                <a:gd name="T40" fmla="*/ 238 w 546"/>
                <a:gd name="T41" fmla="*/ 493 h 546"/>
                <a:gd name="T42" fmla="*/ 153 w 546"/>
                <a:gd name="T43" fmla="*/ 452 h 546"/>
                <a:gd name="T44" fmla="*/ 116 w 546"/>
                <a:gd name="T45" fmla="*/ 480 h 546"/>
                <a:gd name="T46" fmla="*/ 67 w 546"/>
                <a:gd name="T47" fmla="*/ 431 h 546"/>
                <a:gd name="T48" fmla="*/ 94 w 546"/>
                <a:gd name="T49" fmla="*/ 404 h 546"/>
                <a:gd name="T50" fmla="*/ 62 w 546"/>
                <a:gd name="T51" fmla="*/ 315 h 546"/>
                <a:gd name="T52" fmla="*/ 16 w 546"/>
                <a:gd name="T53" fmla="*/ 308 h 546"/>
                <a:gd name="T54" fmla="*/ 16 w 546"/>
                <a:gd name="T55" fmla="*/ 239 h 546"/>
                <a:gd name="T56" fmla="*/ 54 w 546"/>
                <a:gd name="T57" fmla="*/ 238 h 546"/>
                <a:gd name="T58" fmla="*/ 95 w 546"/>
                <a:gd name="T59" fmla="*/ 153 h 546"/>
                <a:gd name="T60" fmla="*/ 67 w 546"/>
                <a:gd name="T61" fmla="*/ 116 h 546"/>
                <a:gd name="T62" fmla="*/ 116 w 546"/>
                <a:gd name="T63" fmla="*/ 67 h 546"/>
                <a:gd name="T64" fmla="*/ 143 w 546"/>
                <a:gd name="T65" fmla="*/ 94 h 546"/>
                <a:gd name="T66" fmla="*/ 232 w 546"/>
                <a:gd name="T67" fmla="*/ 62 h 546"/>
                <a:gd name="T68" fmla="*/ 238 w 546"/>
                <a:gd name="T69" fmla="*/ 16 h 546"/>
                <a:gd name="T70" fmla="*/ 308 w 546"/>
                <a:gd name="T71" fmla="*/ 16 h 546"/>
                <a:gd name="T72" fmla="*/ 308 w 546"/>
                <a:gd name="T73" fmla="*/ 54 h 546"/>
                <a:gd name="T74" fmla="*/ 394 w 546"/>
                <a:gd name="T75" fmla="*/ 95 h 546"/>
                <a:gd name="T76" fmla="*/ 430 w 546"/>
                <a:gd name="T77" fmla="*/ 67 h 546"/>
                <a:gd name="T78" fmla="*/ 480 w 546"/>
                <a:gd name="T79" fmla="*/ 116 h 546"/>
                <a:gd name="T80" fmla="*/ 453 w 546"/>
                <a:gd name="T81" fmla="*/ 143 h 546"/>
                <a:gd name="T82" fmla="*/ 485 w 546"/>
                <a:gd name="T83" fmla="*/ 232 h 546"/>
                <a:gd name="T84" fmla="*/ 530 w 546"/>
                <a:gd name="T85" fmla="*/ 238 h 546"/>
                <a:gd name="T86" fmla="*/ 530 w 546"/>
                <a:gd name="T87" fmla="*/ 253 h 546"/>
                <a:gd name="T88" fmla="*/ 546 w 546"/>
                <a:gd name="T89" fmla="*/ 253 h 546"/>
                <a:gd name="T90" fmla="*/ 530 w 546"/>
                <a:gd name="T91" fmla="*/ 222 h 546"/>
                <a:gd name="T92" fmla="*/ 530 w 546"/>
                <a:gd name="T93" fmla="*/ 222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46" h="546">
                  <a:moveTo>
                    <a:pt x="530" y="222"/>
                  </a:moveTo>
                  <a:cubicBezTo>
                    <a:pt x="499" y="222"/>
                    <a:pt x="499" y="222"/>
                    <a:pt x="499" y="222"/>
                  </a:cubicBezTo>
                  <a:cubicBezTo>
                    <a:pt x="494" y="197"/>
                    <a:pt x="483" y="172"/>
                    <a:pt x="469" y="150"/>
                  </a:cubicBezTo>
                  <a:cubicBezTo>
                    <a:pt x="491" y="128"/>
                    <a:pt x="491" y="128"/>
                    <a:pt x="491" y="128"/>
                  </a:cubicBezTo>
                  <a:cubicBezTo>
                    <a:pt x="494" y="125"/>
                    <a:pt x="496" y="121"/>
                    <a:pt x="496" y="116"/>
                  </a:cubicBezTo>
                  <a:cubicBezTo>
                    <a:pt x="496" y="112"/>
                    <a:pt x="494" y="108"/>
                    <a:pt x="491" y="105"/>
                  </a:cubicBezTo>
                  <a:cubicBezTo>
                    <a:pt x="442" y="56"/>
                    <a:pt x="442" y="56"/>
                    <a:pt x="442" y="56"/>
                  </a:cubicBezTo>
                  <a:cubicBezTo>
                    <a:pt x="436" y="49"/>
                    <a:pt x="425" y="49"/>
                    <a:pt x="419" y="56"/>
                  </a:cubicBezTo>
                  <a:cubicBezTo>
                    <a:pt x="397" y="78"/>
                    <a:pt x="397" y="78"/>
                    <a:pt x="397" y="78"/>
                  </a:cubicBezTo>
                  <a:cubicBezTo>
                    <a:pt x="375" y="63"/>
                    <a:pt x="350" y="53"/>
                    <a:pt x="324" y="47"/>
                  </a:cubicBezTo>
                  <a:cubicBezTo>
                    <a:pt x="324" y="16"/>
                    <a:pt x="324" y="16"/>
                    <a:pt x="324" y="16"/>
                  </a:cubicBezTo>
                  <a:cubicBezTo>
                    <a:pt x="324" y="8"/>
                    <a:pt x="317" y="0"/>
                    <a:pt x="308" y="0"/>
                  </a:cubicBezTo>
                  <a:cubicBezTo>
                    <a:pt x="239" y="0"/>
                    <a:pt x="239" y="0"/>
                    <a:pt x="239" y="0"/>
                  </a:cubicBezTo>
                  <a:cubicBezTo>
                    <a:pt x="230" y="0"/>
                    <a:pt x="222" y="8"/>
                    <a:pt x="222" y="16"/>
                  </a:cubicBezTo>
                  <a:cubicBezTo>
                    <a:pt x="222" y="47"/>
                    <a:pt x="222" y="47"/>
                    <a:pt x="222" y="47"/>
                  </a:cubicBezTo>
                  <a:cubicBezTo>
                    <a:pt x="197" y="53"/>
                    <a:pt x="172" y="63"/>
                    <a:pt x="150" y="78"/>
                  </a:cubicBezTo>
                  <a:cubicBezTo>
                    <a:pt x="128" y="56"/>
                    <a:pt x="128" y="56"/>
                    <a:pt x="128" y="56"/>
                  </a:cubicBezTo>
                  <a:cubicBezTo>
                    <a:pt x="121" y="49"/>
                    <a:pt x="111" y="49"/>
                    <a:pt x="105" y="56"/>
                  </a:cubicBezTo>
                  <a:cubicBezTo>
                    <a:pt x="56" y="105"/>
                    <a:pt x="56" y="105"/>
                    <a:pt x="56" y="105"/>
                  </a:cubicBezTo>
                  <a:cubicBezTo>
                    <a:pt x="49" y="111"/>
                    <a:pt x="49" y="121"/>
                    <a:pt x="56" y="128"/>
                  </a:cubicBezTo>
                  <a:cubicBezTo>
                    <a:pt x="78" y="150"/>
                    <a:pt x="78" y="150"/>
                    <a:pt x="78" y="150"/>
                  </a:cubicBezTo>
                  <a:cubicBezTo>
                    <a:pt x="63" y="172"/>
                    <a:pt x="53" y="197"/>
                    <a:pt x="47" y="222"/>
                  </a:cubicBezTo>
                  <a:cubicBezTo>
                    <a:pt x="16" y="222"/>
                    <a:pt x="16" y="222"/>
                    <a:pt x="16" y="222"/>
                  </a:cubicBezTo>
                  <a:cubicBezTo>
                    <a:pt x="8" y="222"/>
                    <a:pt x="0" y="230"/>
                    <a:pt x="0" y="239"/>
                  </a:cubicBezTo>
                  <a:cubicBezTo>
                    <a:pt x="0" y="308"/>
                    <a:pt x="0" y="308"/>
                    <a:pt x="0" y="308"/>
                  </a:cubicBezTo>
                  <a:cubicBezTo>
                    <a:pt x="0" y="317"/>
                    <a:pt x="8" y="324"/>
                    <a:pt x="16" y="324"/>
                  </a:cubicBezTo>
                  <a:cubicBezTo>
                    <a:pt x="47" y="324"/>
                    <a:pt x="47" y="324"/>
                    <a:pt x="47" y="324"/>
                  </a:cubicBezTo>
                  <a:cubicBezTo>
                    <a:pt x="53" y="350"/>
                    <a:pt x="63" y="375"/>
                    <a:pt x="78" y="397"/>
                  </a:cubicBezTo>
                  <a:cubicBezTo>
                    <a:pt x="56" y="419"/>
                    <a:pt x="56" y="419"/>
                    <a:pt x="56" y="419"/>
                  </a:cubicBezTo>
                  <a:cubicBezTo>
                    <a:pt x="49" y="425"/>
                    <a:pt x="49" y="436"/>
                    <a:pt x="56" y="442"/>
                  </a:cubicBezTo>
                  <a:cubicBezTo>
                    <a:pt x="105" y="491"/>
                    <a:pt x="105" y="491"/>
                    <a:pt x="105" y="491"/>
                  </a:cubicBezTo>
                  <a:cubicBezTo>
                    <a:pt x="111" y="497"/>
                    <a:pt x="121" y="497"/>
                    <a:pt x="128" y="491"/>
                  </a:cubicBezTo>
                  <a:cubicBezTo>
                    <a:pt x="150" y="469"/>
                    <a:pt x="150" y="469"/>
                    <a:pt x="150" y="469"/>
                  </a:cubicBezTo>
                  <a:cubicBezTo>
                    <a:pt x="172" y="483"/>
                    <a:pt x="197" y="494"/>
                    <a:pt x="222" y="499"/>
                  </a:cubicBezTo>
                  <a:cubicBezTo>
                    <a:pt x="222" y="530"/>
                    <a:pt x="222" y="530"/>
                    <a:pt x="222" y="530"/>
                  </a:cubicBezTo>
                  <a:cubicBezTo>
                    <a:pt x="222" y="539"/>
                    <a:pt x="230" y="546"/>
                    <a:pt x="239" y="546"/>
                  </a:cubicBezTo>
                  <a:cubicBezTo>
                    <a:pt x="255" y="546"/>
                    <a:pt x="255" y="546"/>
                    <a:pt x="255" y="546"/>
                  </a:cubicBezTo>
                  <a:cubicBezTo>
                    <a:pt x="260" y="546"/>
                    <a:pt x="263" y="543"/>
                    <a:pt x="263" y="538"/>
                  </a:cubicBezTo>
                  <a:cubicBezTo>
                    <a:pt x="263" y="534"/>
                    <a:pt x="260" y="530"/>
                    <a:pt x="255" y="530"/>
                  </a:cubicBezTo>
                  <a:cubicBezTo>
                    <a:pt x="239" y="530"/>
                    <a:pt x="239" y="530"/>
                    <a:pt x="239" y="530"/>
                  </a:cubicBezTo>
                  <a:cubicBezTo>
                    <a:pt x="239" y="530"/>
                    <a:pt x="238" y="530"/>
                    <a:pt x="238" y="530"/>
                  </a:cubicBezTo>
                  <a:cubicBezTo>
                    <a:pt x="238" y="493"/>
                    <a:pt x="238" y="493"/>
                    <a:pt x="238" y="493"/>
                  </a:cubicBezTo>
                  <a:cubicBezTo>
                    <a:pt x="238" y="489"/>
                    <a:pt x="236" y="486"/>
                    <a:pt x="232" y="485"/>
                  </a:cubicBezTo>
                  <a:cubicBezTo>
                    <a:pt x="204" y="479"/>
                    <a:pt x="177" y="468"/>
                    <a:pt x="153" y="452"/>
                  </a:cubicBezTo>
                  <a:cubicBezTo>
                    <a:pt x="150" y="450"/>
                    <a:pt x="146" y="451"/>
                    <a:pt x="143" y="453"/>
                  </a:cubicBezTo>
                  <a:cubicBezTo>
                    <a:pt x="116" y="480"/>
                    <a:pt x="116" y="480"/>
                    <a:pt x="116" y="480"/>
                  </a:cubicBezTo>
                  <a:cubicBezTo>
                    <a:pt x="116" y="480"/>
                    <a:pt x="116" y="480"/>
                    <a:pt x="116" y="480"/>
                  </a:cubicBezTo>
                  <a:cubicBezTo>
                    <a:pt x="67" y="431"/>
                    <a:pt x="67" y="431"/>
                    <a:pt x="67" y="431"/>
                  </a:cubicBezTo>
                  <a:cubicBezTo>
                    <a:pt x="67" y="431"/>
                    <a:pt x="67" y="430"/>
                    <a:pt x="67" y="430"/>
                  </a:cubicBezTo>
                  <a:cubicBezTo>
                    <a:pt x="94" y="404"/>
                    <a:pt x="94" y="404"/>
                    <a:pt x="94" y="404"/>
                  </a:cubicBezTo>
                  <a:cubicBezTo>
                    <a:pt x="96" y="401"/>
                    <a:pt x="97" y="397"/>
                    <a:pt x="95" y="394"/>
                  </a:cubicBezTo>
                  <a:cubicBezTo>
                    <a:pt x="78" y="370"/>
                    <a:pt x="67" y="343"/>
                    <a:pt x="62" y="315"/>
                  </a:cubicBezTo>
                  <a:cubicBezTo>
                    <a:pt x="61" y="311"/>
                    <a:pt x="58" y="308"/>
                    <a:pt x="54" y="308"/>
                  </a:cubicBezTo>
                  <a:cubicBezTo>
                    <a:pt x="16" y="308"/>
                    <a:pt x="16" y="308"/>
                    <a:pt x="16" y="308"/>
                  </a:cubicBezTo>
                  <a:cubicBezTo>
                    <a:pt x="16" y="308"/>
                    <a:pt x="16" y="308"/>
                    <a:pt x="16" y="308"/>
                  </a:cubicBezTo>
                  <a:cubicBezTo>
                    <a:pt x="16" y="239"/>
                    <a:pt x="16" y="239"/>
                    <a:pt x="16" y="239"/>
                  </a:cubicBezTo>
                  <a:cubicBezTo>
                    <a:pt x="16" y="239"/>
                    <a:pt x="16" y="238"/>
                    <a:pt x="16" y="238"/>
                  </a:cubicBezTo>
                  <a:cubicBezTo>
                    <a:pt x="54" y="238"/>
                    <a:pt x="54" y="238"/>
                    <a:pt x="54" y="238"/>
                  </a:cubicBezTo>
                  <a:cubicBezTo>
                    <a:pt x="58" y="238"/>
                    <a:pt x="61" y="236"/>
                    <a:pt x="62" y="232"/>
                  </a:cubicBezTo>
                  <a:cubicBezTo>
                    <a:pt x="67" y="204"/>
                    <a:pt x="78" y="177"/>
                    <a:pt x="95" y="153"/>
                  </a:cubicBezTo>
                  <a:cubicBezTo>
                    <a:pt x="97" y="150"/>
                    <a:pt x="96" y="146"/>
                    <a:pt x="94" y="143"/>
                  </a:cubicBezTo>
                  <a:cubicBezTo>
                    <a:pt x="67" y="116"/>
                    <a:pt x="67" y="116"/>
                    <a:pt x="67" y="116"/>
                  </a:cubicBezTo>
                  <a:cubicBezTo>
                    <a:pt x="67" y="116"/>
                    <a:pt x="67" y="116"/>
                    <a:pt x="67" y="116"/>
                  </a:cubicBezTo>
                  <a:cubicBezTo>
                    <a:pt x="116" y="67"/>
                    <a:pt x="116" y="67"/>
                    <a:pt x="116" y="67"/>
                  </a:cubicBezTo>
                  <a:cubicBezTo>
                    <a:pt x="116" y="67"/>
                    <a:pt x="116" y="67"/>
                    <a:pt x="116" y="67"/>
                  </a:cubicBezTo>
                  <a:cubicBezTo>
                    <a:pt x="143" y="94"/>
                    <a:pt x="143" y="94"/>
                    <a:pt x="143" y="94"/>
                  </a:cubicBezTo>
                  <a:cubicBezTo>
                    <a:pt x="146" y="96"/>
                    <a:pt x="150" y="97"/>
                    <a:pt x="153" y="95"/>
                  </a:cubicBezTo>
                  <a:cubicBezTo>
                    <a:pt x="177" y="78"/>
                    <a:pt x="204" y="67"/>
                    <a:pt x="232" y="62"/>
                  </a:cubicBezTo>
                  <a:cubicBezTo>
                    <a:pt x="236" y="61"/>
                    <a:pt x="238" y="58"/>
                    <a:pt x="238" y="54"/>
                  </a:cubicBezTo>
                  <a:cubicBezTo>
                    <a:pt x="238" y="16"/>
                    <a:pt x="238" y="16"/>
                    <a:pt x="238" y="16"/>
                  </a:cubicBezTo>
                  <a:cubicBezTo>
                    <a:pt x="238" y="16"/>
                    <a:pt x="239" y="16"/>
                    <a:pt x="239" y="16"/>
                  </a:cubicBezTo>
                  <a:cubicBezTo>
                    <a:pt x="308" y="16"/>
                    <a:pt x="308" y="16"/>
                    <a:pt x="308" y="16"/>
                  </a:cubicBezTo>
                  <a:cubicBezTo>
                    <a:pt x="308" y="16"/>
                    <a:pt x="308" y="16"/>
                    <a:pt x="308" y="16"/>
                  </a:cubicBezTo>
                  <a:cubicBezTo>
                    <a:pt x="308" y="54"/>
                    <a:pt x="308" y="54"/>
                    <a:pt x="308" y="54"/>
                  </a:cubicBezTo>
                  <a:cubicBezTo>
                    <a:pt x="308" y="58"/>
                    <a:pt x="311" y="61"/>
                    <a:pt x="315" y="62"/>
                  </a:cubicBezTo>
                  <a:cubicBezTo>
                    <a:pt x="343" y="67"/>
                    <a:pt x="370" y="78"/>
                    <a:pt x="394" y="95"/>
                  </a:cubicBezTo>
                  <a:cubicBezTo>
                    <a:pt x="397" y="97"/>
                    <a:pt x="401" y="96"/>
                    <a:pt x="404" y="94"/>
                  </a:cubicBezTo>
                  <a:cubicBezTo>
                    <a:pt x="430" y="67"/>
                    <a:pt x="430" y="67"/>
                    <a:pt x="430" y="67"/>
                  </a:cubicBezTo>
                  <a:cubicBezTo>
                    <a:pt x="430" y="67"/>
                    <a:pt x="431" y="67"/>
                    <a:pt x="431" y="67"/>
                  </a:cubicBezTo>
                  <a:cubicBezTo>
                    <a:pt x="480" y="116"/>
                    <a:pt x="480" y="116"/>
                    <a:pt x="480" y="116"/>
                  </a:cubicBezTo>
                  <a:cubicBezTo>
                    <a:pt x="480" y="116"/>
                    <a:pt x="480" y="116"/>
                    <a:pt x="480" y="116"/>
                  </a:cubicBezTo>
                  <a:cubicBezTo>
                    <a:pt x="453" y="143"/>
                    <a:pt x="453" y="143"/>
                    <a:pt x="453" y="143"/>
                  </a:cubicBezTo>
                  <a:cubicBezTo>
                    <a:pt x="451" y="146"/>
                    <a:pt x="450" y="150"/>
                    <a:pt x="452" y="153"/>
                  </a:cubicBezTo>
                  <a:cubicBezTo>
                    <a:pt x="468" y="177"/>
                    <a:pt x="479" y="204"/>
                    <a:pt x="485" y="232"/>
                  </a:cubicBezTo>
                  <a:cubicBezTo>
                    <a:pt x="486" y="236"/>
                    <a:pt x="489" y="238"/>
                    <a:pt x="493" y="238"/>
                  </a:cubicBezTo>
                  <a:cubicBezTo>
                    <a:pt x="530" y="238"/>
                    <a:pt x="530" y="238"/>
                    <a:pt x="530" y="238"/>
                  </a:cubicBezTo>
                  <a:cubicBezTo>
                    <a:pt x="530" y="238"/>
                    <a:pt x="530" y="239"/>
                    <a:pt x="530" y="239"/>
                  </a:cubicBezTo>
                  <a:cubicBezTo>
                    <a:pt x="530" y="253"/>
                    <a:pt x="530" y="253"/>
                    <a:pt x="530" y="253"/>
                  </a:cubicBezTo>
                  <a:cubicBezTo>
                    <a:pt x="530" y="257"/>
                    <a:pt x="534" y="261"/>
                    <a:pt x="538" y="261"/>
                  </a:cubicBezTo>
                  <a:cubicBezTo>
                    <a:pt x="543" y="261"/>
                    <a:pt x="546" y="257"/>
                    <a:pt x="546" y="253"/>
                  </a:cubicBezTo>
                  <a:cubicBezTo>
                    <a:pt x="546" y="239"/>
                    <a:pt x="546" y="239"/>
                    <a:pt x="546" y="239"/>
                  </a:cubicBezTo>
                  <a:cubicBezTo>
                    <a:pt x="546" y="230"/>
                    <a:pt x="539" y="222"/>
                    <a:pt x="530" y="222"/>
                  </a:cubicBezTo>
                  <a:close/>
                  <a:moveTo>
                    <a:pt x="530" y="222"/>
                  </a:moveTo>
                  <a:cubicBezTo>
                    <a:pt x="530" y="222"/>
                    <a:pt x="530" y="222"/>
                    <a:pt x="530" y="222"/>
                  </a:cubicBezTo>
                </a:path>
              </a:pathLst>
            </a:custGeom>
            <a:grpFill/>
            <a:ln w="22225">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grpSp>
      <p:sp>
        <p:nvSpPr>
          <p:cNvPr id="149" name="Rectangle 148">
            <a:extLst>
              <a:ext uri="{FF2B5EF4-FFF2-40B4-BE49-F238E27FC236}">
                <a16:creationId xmlns:a16="http://schemas.microsoft.com/office/drawing/2014/main" id="{1A13330C-0CE2-4401-B5E3-504A785CFF7C}"/>
              </a:ext>
            </a:extLst>
          </p:cNvPr>
          <p:cNvSpPr/>
          <p:nvPr/>
        </p:nvSpPr>
        <p:spPr>
          <a:xfrm>
            <a:off x="397233" y="3942118"/>
            <a:ext cx="4172500" cy="507255"/>
          </a:xfrm>
          <a:prstGeom prst="rect">
            <a:avLst/>
          </a:prstGeom>
          <a:solidFill>
            <a:schemeClr val="accent3">
              <a:lumMod val="50000"/>
              <a:alpha val="10000"/>
            </a:schemeClr>
          </a:solidFill>
          <a:ln w="9525" cap="rnd">
            <a:solidFill>
              <a:srgbClr val="00A3E0"/>
            </a:solidFill>
          </a:ln>
        </p:spPr>
        <p:txBody>
          <a:bodyPr wrap="square">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150" name="Rectangle 149">
            <a:extLst>
              <a:ext uri="{FF2B5EF4-FFF2-40B4-BE49-F238E27FC236}">
                <a16:creationId xmlns:a16="http://schemas.microsoft.com/office/drawing/2014/main" id="{A6FE7136-F9D7-43E9-A6F4-BCA991D41DE2}"/>
              </a:ext>
            </a:extLst>
          </p:cNvPr>
          <p:cNvSpPr/>
          <p:nvPr/>
        </p:nvSpPr>
        <p:spPr>
          <a:xfrm>
            <a:off x="4953001" y="3942120"/>
            <a:ext cx="4571205" cy="507255"/>
          </a:xfrm>
          <a:prstGeom prst="rect">
            <a:avLst/>
          </a:prstGeom>
          <a:solidFill>
            <a:schemeClr val="accent3">
              <a:lumMod val="50000"/>
              <a:alpha val="10000"/>
            </a:schemeClr>
          </a:solidFill>
          <a:ln w="9525" cap="rnd">
            <a:solidFill>
              <a:srgbClr val="00A3E0"/>
            </a:solidFill>
          </a:ln>
        </p:spPr>
        <p:txBody>
          <a:bodyPr wrap="square">
            <a:spAutoFit/>
          </a:bodyPr>
          <a:lstStyle/>
          <a:p>
            <a:pPr>
              <a:spcAft>
                <a:spcPts val="244"/>
              </a:spcAft>
            </a:pPr>
            <a:r>
              <a:rPr lang="en-US" sz="1000" b="1" dirty="0">
                <a:solidFill>
                  <a:srgbClr val="00A3E0"/>
                </a:solidFill>
                <a:latin typeface="Aptos" panose="020B0004020202020204" pitchFamily="34" charset="0"/>
              </a:rPr>
              <a:t>Title</a:t>
            </a:r>
          </a:p>
          <a:p>
            <a:pPr defTabSz="928393">
              <a:spcBef>
                <a:spcPts val="457"/>
              </a:spcBef>
              <a:buSzPct val="100000"/>
              <a:defRPr/>
            </a:pPr>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 The is just text to show.</a:t>
            </a:r>
          </a:p>
        </p:txBody>
      </p:sp>
      <p:sp>
        <p:nvSpPr>
          <p:cNvPr id="152" name="TextBox 151">
            <a:extLst>
              <a:ext uri="{FF2B5EF4-FFF2-40B4-BE49-F238E27FC236}">
                <a16:creationId xmlns:a16="http://schemas.microsoft.com/office/drawing/2014/main" id="{BDB22C61-35BA-4861-A6C6-27A8D520301C}"/>
              </a:ext>
            </a:extLst>
          </p:cNvPr>
          <p:cNvSpPr txBox="1"/>
          <p:nvPr/>
        </p:nvSpPr>
        <p:spPr>
          <a:xfrm flipH="1">
            <a:off x="4868731" y="5181626"/>
            <a:ext cx="1480819" cy="400110"/>
          </a:xfrm>
          <a:prstGeom prst="rect">
            <a:avLst/>
          </a:prstGeom>
          <a:noFill/>
        </p:spPr>
        <p:txBody>
          <a:bodyPr wrap="square" rtlCol="0">
            <a:spAutoFit/>
          </a:bodyPr>
          <a:lstStyle/>
          <a:p>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a:t>
            </a:r>
            <a:endParaRPr lang="en-US" sz="1000" dirty="0">
              <a:solidFill>
                <a:schemeClr val="bg1"/>
              </a:solidFill>
              <a:latin typeface="Aptos" panose="020B0004020202020204" pitchFamily="34" charset="0"/>
            </a:endParaRPr>
          </a:p>
        </p:txBody>
      </p:sp>
      <p:sp>
        <p:nvSpPr>
          <p:cNvPr id="153" name="TextBox 152">
            <a:extLst>
              <a:ext uri="{FF2B5EF4-FFF2-40B4-BE49-F238E27FC236}">
                <a16:creationId xmlns:a16="http://schemas.microsoft.com/office/drawing/2014/main" id="{3E6D2B32-C237-4D16-BD70-DF4BF1C4FC2F}"/>
              </a:ext>
            </a:extLst>
          </p:cNvPr>
          <p:cNvSpPr txBox="1"/>
          <p:nvPr/>
        </p:nvSpPr>
        <p:spPr>
          <a:xfrm flipH="1">
            <a:off x="7921092" y="5181626"/>
            <a:ext cx="1694716" cy="400110"/>
          </a:xfrm>
          <a:prstGeom prst="rect">
            <a:avLst/>
          </a:prstGeom>
          <a:noFill/>
        </p:spPr>
        <p:txBody>
          <a:bodyPr wrap="square" rtlCol="0">
            <a:spAutoFit/>
          </a:bodyPr>
          <a:lstStyle/>
          <a:p>
            <a:r>
              <a:rPr lang="en-US" sz="1000" kern="0" dirty="0">
                <a:solidFill>
                  <a:prstClr val="white"/>
                </a:solidFill>
                <a:latin typeface="Aptos" panose="020B0004020202020204" pitchFamily="34" charset="0"/>
                <a:ea typeface="ヒラギノ角ゴ ProN W3" charset="0"/>
                <a:sym typeface="Gotham Book" charset="0"/>
              </a:rPr>
              <a:t>This is dummy text it is not here to be read.</a:t>
            </a:r>
            <a:endParaRPr lang="en-US" sz="1000" dirty="0">
              <a:solidFill>
                <a:schemeClr val="accent3">
                  <a:lumMod val="75000"/>
                </a:schemeClr>
              </a:solidFill>
              <a:latin typeface="Aptos" panose="020B0004020202020204" pitchFamily="34" charset="0"/>
            </a:endParaRPr>
          </a:p>
        </p:txBody>
      </p:sp>
      <p:grpSp>
        <p:nvGrpSpPr>
          <p:cNvPr id="156" name="Group 24">
            <a:extLst>
              <a:ext uri="{FF2B5EF4-FFF2-40B4-BE49-F238E27FC236}">
                <a16:creationId xmlns:a16="http://schemas.microsoft.com/office/drawing/2014/main" id="{D08BA1FC-450B-434C-B5C9-2AAE0D22FDB8}"/>
              </a:ext>
            </a:extLst>
          </p:cNvPr>
          <p:cNvGrpSpPr>
            <a:grpSpLocks noChangeAspect="1"/>
          </p:cNvGrpSpPr>
          <p:nvPr/>
        </p:nvGrpSpPr>
        <p:grpSpPr bwMode="auto">
          <a:xfrm>
            <a:off x="985004" y="4587046"/>
            <a:ext cx="950860" cy="922476"/>
            <a:chOff x="2500" y="4290"/>
            <a:chExt cx="1474" cy="1430"/>
          </a:xfrm>
          <a:solidFill>
            <a:srgbClr val="00A3E0"/>
          </a:solidFill>
        </p:grpSpPr>
        <p:sp>
          <p:nvSpPr>
            <p:cNvPr id="158" name="Freeform 25">
              <a:extLst>
                <a:ext uri="{FF2B5EF4-FFF2-40B4-BE49-F238E27FC236}">
                  <a16:creationId xmlns:a16="http://schemas.microsoft.com/office/drawing/2014/main" id="{6E7C051F-DEC1-4948-9022-A815A409E9D8}"/>
                </a:ext>
              </a:extLst>
            </p:cNvPr>
            <p:cNvSpPr>
              <a:spLocks noEditPoints="1"/>
            </p:cNvSpPr>
            <p:nvPr/>
          </p:nvSpPr>
          <p:spPr bwMode="auto">
            <a:xfrm>
              <a:off x="2785" y="4290"/>
              <a:ext cx="1189" cy="1430"/>
            </a:xfrm>
            <a:custGeom>
              <a:avLst/>
              <a:gdLst>
                <a:gd name="T0" fmla="*/ 432 w 533"/>
                <a:gd name="T1" fmla="*/ 405 h 661"/>
                <a:gd name="T2" fmla="*/ 395 w 533"/>
                <a:gd name="T3" fmla="*/ 357 h 661"/>
                <a:gd name="T4" fmla="*/ 171 w 533"/>
                <a:gd name="T5" fmla="*/ 181 h 661"/>
                <a:gd name="T6" fmla="*/ 298 w 533"/>
                <a:gd name="T7" fmla="*/ 384 h 661"/>
                <a:gd name="T8" fmla="*/ 193 w 533"/>
                <a:gd name="T9" fmla="*/ 427 h 661"/>
                <a:gd name="T10" fmla="*/ 0 w 533"/>
                <a:gd name="T11" fmla="*/ 405 h 661"/>
                <a:gd name="T12" fmla="*/ 75 w 533"/>
                <a:gd name="T13" fmla="*/ 501 h 661"/>
                <a:gd name="T14" fmla="*/ 117 w 533"/>
                <a:gd name="T15" fmla="*/ 427 h 661"/>
                <a:gd name="T16" fmla="*/ 96 w 533"/>
                <a:gd name="T17" fmla="*/ 523 h 661"/>
                <a:gd name="T18" fmla="*/ 0 w 533"/>
                <a:gd name="T19" fmla="*/ 597 h 661"/>
                <a:gd name="T20" fmla="*/ 139 w 533"/>
                <a:gd name="T21" fmla="*/ 597 h 661"/>
                <a:gd name="T22" fmla="*/ 253 w 533"/>
                <a:gd name="T23" fmla="*/ 624 h 661"/>
                <a:gd name="T24" fmla="*/ 309 w 533"/>
                <a:gd name="T25" fmla="*/ 661 h 661"/>
                <a:gd name="T26" fmla="*/ 459 w 533"/>
                <a:gd name="T27" fmla="*/ 629 h 661"/>
                <a:gd name="T28" fmla="*/ 491 w 533"/>
                <a:gd name="T29" fmla="*/ 555 h 661"/>
                <a:gd name="T30" fmla="*/ 482 w 533"/>
                <a:gd name="T31" fmla="*/ 491 h 661"/>
                <a:gd name="T32" fmla="*/ 469 w 533"/>
                <a:gd name="T33" fmla="*/ 469 h 661"/>
                <a:gd name="T34" fmla="*/ 373 w 533"/>
                <a:gd name="T35" fmla="*/ 469 h 661"/>
                <a:gd name="T36" fmla="*/ 469 w 533"/>
                <a:gd name="T37" fmla="*/ 469 h 661"/>
                <a:gd name="T38" fmla="*/ 384 w 533"/>
                <a:gd name="T39" fmla="*/ 523 h 661"/>
                <a:gd name="T40" fmla="*/ 459 w 533"/>
                <a:gd name="T41" fmla="*/ 501 h 661"/>
                <a:gd name="T42" fmla="*/ 459 w 533"/>
                <a:gd name="T43" fmla="*/ 565 h 661"/>
                <a:gd name="T44" fmla="*/ 384 w 533"/>
                <a:gd name="T45" fmla="*/ 544 h 661"/>
                <a:gd name="T46" fmla="*/ 192 w 533"/>
                <a:gd name="T47" fmla="*/ 181 h 661"/>
                <a:gd name="T48" fmla="*/ 352 w 533"/>
                <a:gd name="T49" fmla="*/ 341 h 661"/>
                <a:gd name="T50" fmla="*/ 352 w 533"/>
                <a:gd name="T51" fmla="*/ 363 h 661"/>
                <a:gd name="T52" fmla="*/ 331 w 533"/>
                <a:gd name="T53" fmla="*/ 384 h 661"/>
                <a:gd name="T54" fmla="*/ 262 w 533"/>
                <a:gd name="T55" fmla="*/ 605 h 661"/>
                <a:gd name="T56" fmla="*/ 139 w 533"/>
                <a:gd name="T57" fmla="*/ 576 h 661"/>
                <a:gd name="T58" fmla="*/ 216 w 533"/>
                <a:gd name="T59" fmla="*/ 442 h 661"/>
                <a:gd name="T60" fmla="*/ 411 w 533"/>
                <a:gd name="T61" fmla="*/ 405 h 661"/>
                <a:gd name="T62" fmla="*/ 282 w 533"/>
                <a:gd name="T63" fmla="*/ 485 h 661"/>
                <a:gd name="T64" fmla="*/ 192 w 533"/>
                <a:gd name="T65" fmla="*/ 523 h 661"/>
                <a:gd name="T66" fmla="*/ 260 w 533"/>
                <a:gd name="T67" fmla="*/ 533 h 661"/>
                <a:gd name="T68" fmla="*/ 309 w 533"/>
                <a:gd name="T69" fmla="*/ 608 h 661"/>
                <a:gd name="T70" fmla="*/ 331 w 533"/>
                <a:gd name="T71" fmla="*/ 459 h 661"/>
                <a:gd name="T72" fmla="*/ 360 w 533"/>
                <a:gd name="T73" fmla="*/ 491 h 661"/>
                <a:gd name="T74" fmla="*/ 352 w 533"/>
                <a:gd name="T75" fmla="*/ 555 h 661"/>
                <a:gd name="T76" fmla="*/ 373 w 533"/>
                <a:gd name="T77" fmla="*/ 627 h 661"/>
                <a:gd name="T78" fmla="*/ 459 w 533"/>
                <a:gd name="T79" fmla="*/ 608 h 661"/>
                <a:gd name="T80" fmla="*/ 384 w 533"/>
                <a:gd name="T81" fmla="*/ 587 h 661"/>
                <a:gd name="T82" fmla="*/ 459 w 533"/>
                <a:gd name="T83" fmla="*/ 608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3" h="661">
                  <a:moveTo>
                    <a:pt x="459" y="437"/>
                  </a:moveTo>
                  <a:cubicBezTo>
                    <a:pt x="421" y="437"/>
                    <a:pt x="421" y="437"/>
                    <a:pt x="421" y="437"/>
                  </a:cubicBezTo>
                  <a:cubicBezTo>
                    <a:pt x="428" y="428"/>
                    <a:pt x="432" y="417"/>
                    <a:pt x="432" y="405"/>
                  </a:cubicBezTo>
                  <a:cubicBezTo>
                    <a:pt x="432" y="394"/>
                    <a:pt x="422" y="384"/>
                    <a:pt x="411" y="384"/>
                  </a:cubicBezTo>
                  <a:cubicBezTo>
                    <a:pt x="395" y="384"/>
                    <a:pt x="395" y="384"/>
                    <a:pt x="395" y="384"/>
                  </a:cubicBezTo>
                  <a:cubicBezTo>
                    <a:pt x="395" y="357"/>
                    <a:pt x="395" y="357"/>
                    <a:pt x="395" y="357"/>
                  </a:cubicBezTo>
                  <a:cubicBezTo>
                    <a:pt x="474" y="338"/>
                    <a:pt x="533" y="267"/>
                    <a:pt x="533" y="181"/>
                  </a:cubicBezTo>
                  <a:cubicBezTo>
                    <a:pt x="533" y="81"/>
                    <a:pt x="452" y="0"/>
                    <a:pt x="352" y="0"/>
                  </a:cubicBezTo>
                  <a:cubicBezTo>
                    <a:pt x="252" y="0"/>
                    <a:pt x="171" y="81"/>
                    <a:pt x="171" y="181"/>
                  </a:cubicBezTo>
                  <a:cubicBezTo>
                    <a:pt x="171" y="267"/>
                    <a:pt x="230" y="338"/>
                    <a:pt x="309" y="357"/>
                  </a:cubicBezTo>
                  <a:cubicBezTo>
                    <a:pt x="309" y="384"/>
                    <a:pt x="309" y="384"/>
                    <a:pt x="309" y="384"/>
                  </a:cubicBezTo>
                  <a:cubicBezTo>
                    <a:pt x="298" y="384"/>
                    <a:pt x="298" y="384"/>
                    <a:pt x="298" y="384"/>
                  </a:cubicBezTo>
                  <a:cubicBezTo>
                    <a:pt x="290" y="384"/>
                    <a:pt x="282" y="386"/>
                    <a:pt x="274" y="390"/>
                  </a:cubicBezTo>
                  <a:cubicBezTo>
                    <a:pt x="207" y="423"/>
                    <a:pt x="207" y="423"/>
                    <a:pt x="207" y="423"/>
                  </a:cubicBezTo>
                  <a:cubicBezTo>
                    <a:pt x="202" y="426"/>
                    <a:pt x="198" y="427"/>
                    <a:pt x="193" y="427"/>
                  </a:cubicBezTo>
                  <a:cubicBezTo>
                    <a:pt x="139" y="427"/>
                    <a:pt x="139" y="427"/>
                    <a:pt x="139" y="427"/>
                  </a:cubicBezTo>
                  <a:cubicBezTo>
                    <a:pt x="139" y="405"/>
                    <a:pt x="139" y="405"/>
                    <a:pt x="139" y="405"/>
                  </a:cubicBezTo>
                  <a:cubicBezTo>
                    <a:pt x="0" y="405"/>
                    <a:pt x="0" y="405"/>
                    <a:pt x="0" y="405"/>
                  </a:cubicBezTo>
                  <a:cubicBezTo>
                    <a:pt x="0" y="427"/>
                    <a:pt x="0" y="427"/>
                    <a:pt x="0" y="427"/>
                  </a:cubicBezTo>
                  <a:cubicBezTo>
                    <a:pt x="75" y="427"/>
                    <a:pt x="75" y="427"/>
                    <a:pt x="75" y="427"/>
                  </a:cubicBezTo>
                  <a:cubicBezTo>
                    <a:pt x="75" y="501"/>
                    <a:pt x="75" y="501"/>
                    <a:pt x="75" y="501"/>
                  </a:cubicBezTo>
                  <a:cubicBezTo>
                    <a:pt x="96" y="501"/>
                    <a:pt x="96" y="501"/>
                    <a:pt x="96" y="501"/>
                  </a:cubicBezTo>
                  <a:cubicBezTo>
                    <a:pt x="96" y="427"/>
                    <a:pt x="96" y="427"/>
                    <a:pt x="96" y="427"/>
                  </a:cubicBezTo>
                  <a:cubicBezTo>
                    <a:pt x="117" y="427"/>
                    <a:pt x="117" y="427"/>
                    <a:pt x="117" y="427"/>
                  </a:cubicBezTo>
                  <a:cubicBezTo>
                    <a:pt x="117" y="597"/>
                    <a:pt x="117" y="597"/>
                    <a:pt x="117" y="597"/>
                  </a:cubicBezTo>
                  <a:cubicBezTo>
                    <a:pt x="96" y="597"/>
                    <a:pt x="96" y="597"/>
                    <a:pt x="96" y="597"/>
                  </a:cubicBezTo>
                  <a:cubicBezTo>
                    <a:pt x="96" y="523"/>
                    <a:pt x="96" y="523"/>
                    <a:pt x="96" y="523"/>
                  </a:cubicBezTo>
                  <a:cubicBezTo>
                    <a:pt x="75" y="523"/>
                    <a:pt x="75" y="523"/>
                    <a:pt x="75" y="523"/>
                  </a:cubicBezTo>
                  <a:cubicBezTo>
                    <a:pt x="75" y="597"/>
                    <a:pt x="75" y="597"/>
                    <a:pt x="75" y="597"/>
                  </a:cubicBezTo>
                  <a:cubicBezTo>
                    <a:pt x="0" y="597"/>
                    <a:pt x="0" y="597"/>
                    <a:pt x="0" y="597"/>
                  </a:cubicBezTo>
                  <a:cubicBezTo>
                    <a:pt x="0" y="619"/>
                    <a:pt x="0" y="619"/>
                    <a:pt x="0" y="619"/>
                  </a:cubicBezTo>
                  <a:cubicBezTo>
                    <a:pt x="139" y="619"/>
                    <a:pt x="139" y="619"/>
                    <a:pt x="139" y="619"/>
                  </a:cubicBezTo>
                  <a:cubicBezTo>
                    <a:pt x="139" y="597"/>
                    <a:pt x="139" y="597"/>
                    <a:pt x="139" y="597"/>
                  </a:cubicBezTo>
                  <a:cubicBezTo>
                    <a:pt x="193" y="597"/>
                    <a:pt x="193" y="597"/>
                    <a:pt x="193" y="597"/>
                  </a:cubicBezTo>
                  <a:cubicBezTo>
                    <a:pt x="198" y="597"/>
                    <a:pt x="202" y="598"/>
                    <a:pt x="207" y="601"/>
                  </a:cubicBezTo>
                  <a:cubicBezTo>
                    <a:pt x="253" y="624"/>
                    <a:pt x="253" y="624"/>
                    <a:pt x="253" y="624"/>
                  </a:cubicBezTo>
                  <a:cubicBezTo>
                    <a:pt x="260" y="627"/>
                    <a:pt x="269" y="629"/>
                    <a:pt x="277" y="629"/>
                  </a:cubicBezTo>
                  <a:cubicBezTo>
                    <a:pt x="309" y="629"/>
                    <a:pt x="309" y="629"/>
                    <a:pt x="309" y="629"/>
                  </a:cubicBezTo>
                  <a:cubicBezTo>
                    <a:pt x="309" y="661"/>
                    <a:pt x="309" y="661"/>
                    <a:pt x="309" y="661"/>
                  </a:cubicBezTo>
                  <a:cubicBezTo>
                    <a:pt x="395" y="661"/>
                    <a:pt x="395" y="661"/>
                    <a:pt x="395" y="661"/>
                  </a:cubicBezTo>
                  <a:cubicBezTo>
                    <a:pt x="395" y="629"/>
                    <a:pt x="395" y="629"/>
                    <a:pt x="395" y="629"/>
                  </a:cubicBezTo>
                  <a:cubicBezTo>
                    <a:pt x="459" y="629"/>
                    <a:pt x="459" y="629"/>
                    <a:pt x="459" y="629"/>
                  </a:cubicBezTo>
                  <a:cubicBezTo>
                    <a:pt x="476" y="629"/>
                    <a:pt x="491" y="615"/>
                    <a:pt x="491" y="597"/>
                  </a:cubicBezTo>
                  <a:cubicBezTo>
                    <a:pt x="491" y="589"/>
                    <a:pt x="487" y="582"/>
                    <a:pt x="482" y="576"/>
                  </a:cubicBezTo>
                  <a:cubicBezTo>
                    <a:pt x="487" y="570"/>
                    <a:pt x="491" y="563"/>
                    <a:pt x="491" y="555"/>
                  </a:cubicBezTo>
                  <a:cubicBezTo>
                    <a:pt x="491" y="546"/>
                    <a:pt x="487" y="539"/>
                    <a:pt x="482" y="533"/>
                  </a:cubicBezTo>
                  <a:cubicBezTo>
                    <a:pt x="487" y="528"/>
                    <a:pt x="491" y="520"/>
                    <a:pt x="491" y="512"/>
                  </a:cubicBezTo>
                  <a:cubicBezTo>
                    <a:pt x="491" y="504"/>
                    <a:pt x="487" y="496"/>
                    <a:pt x="482" y="491"/>
                  </a:cubicBezTo>
                  <a:cubicBezTo>
                    <a:pt x="487" y="485"/>
                    <a:pt x="491" y="478"/>
                    <a:pt x="491" y="469"/>
                  </a:cubicBezTo>
                  <a:cubicBezTo>
                    <a:pt x="491" y="452"/>
                    <a:pt x="476" y="437"/>
                    <a:pt x="459" y="437"/>
                  </a:cubicBezTo>
                  <a:close/>
                  <a:moveTo>
                    <a:pt x="469" y="469"/>
                  </a:moveTo>
                  <a:cubicBezTo>
                    <a:pt x="469" y="475"/>
                    <a:pt x="465" y="480"/>
                    <a:pt x="459" y="480"/>
                  </a:cubicBezTo>
                  <a:cubicBezTo>
                    <a:pt x="384" y="480"/>
                    <a:pt x="384" y="480"/>
                    <a:pt x="384" y="480"/>
                  </a:cubicBezTo>
                  <a:cubicBezTo>
                    <a:pt x="378" y="480"/>
                    <a:pt x="373" y="475"/>
                    <a:pt x="373" y="469"/>
                  </a:cubicBezTo>
                  <a:cubicBezTo>
                    <a:pt x="373" y="463"/>
                    <a:pt x="378" y="459"/>
                    <a:pt x="384" y="459"/>
                  </a:cubicBezTo>
                  <a:cubicBezTo>
                    <a:pt x="459" y="459"/>
                    <a:pt x="459" y="459"/>
                    <a:pt x="459" y="459"/>
                  </a:cubicBezTo>
                  <a:cubicBezTo>
                    <a:pt x="465" y="459"/>
                    <a:pt x="469" y="463"/>
                    <a:pt x="469" y="469"/>
                  </a:cubicBezTo>
                  <a:close/>
                  <a:moveTo>
                    <a:pt x="469" y="512"/>
                  </a:moveTo>
                  <a:cubicBezTo>
                    <a:pt x="469" y="518"/>
                    <a:pt x="465" y="523"/>
                    <a:pt x="459" y="523"/>
                  </a:cubicBezTo>
                  <a:cubicBezTo>
                    <a:pt x="384" y="523"/>
                    <a:pt x="384" y="523"/>
                    <a:pt x="384" y="523"/>
                  </a:cubicBezTo>
                  <a:cubicBezTo>
                    <a:pt x="378" y="523"/>
                    <a:pt x="373" y="518"/>
                    <a:pt x="373" y="512"/>
                  </a:cubicBezTo>
                  <a:cubicBezTo>
                    <a:pt x="373" y="506"/>
                    <a:pt x="378" y="501"/>
                    <a:pt x="384" y="501"/>
                  </a:cubicBezTo>
                  <a:cubicBezTo>
                    <a:pt x="459" y="501"/>
                    <a:pt x="459" y="501"/>
                    <a:pt x="459" y="501"/>
                  </a:cubicBezTo>
                  <a:cubicBezTo>
                    <a:pt x="465" y="501"/>
                    <a:pt x="469" y="506"/>
                    <a:pt x="469" y="512"/>
                  </a:cubicBezTo>
                  <a:close/>
                  <a:moveTo>
                    <a:pt x="469" y="555"/>
                  </a:moveTo>
                  <a:cubicBezTo>
                    <a:pt x="469" y="561"/>
                    <a:pt x="465" y="565"/>
                    <a:pt x="459" y="565"/>
                  </a:cubicBezTo>
                  <a:cubicBezTo>
                    <a:pt x="384" y="565"/>
                    <a:pt x="384" y="565"/>
                    <a:pt x="384" y="565"/>
                  </a:cubicBezTo>
                  <a:cubicBezTo>
                    <a:pt x="378" y="565"/>
                    <a:pt x="373" y="561"/>
                    <a:pt x="373" y="555"/>
                  </a:cubicBezTo>
                  <a:cubicBezTo>
                    <a:pt x="373" y="549"/>
                    <a:pt x="378" y="544"/>
                    <a:pt x="384" y="544"/>
                  </a:cubicBezTo>
                  <a:cubicBezTo>
                    <a:pt x="459" y="544"/>
                    <a:pt x="459" y="544"/>
                    <a:pt x="459" y="544"/>
                  </a:cubicBezTo>
                  <a:cubicBezTo>
                    <a:pt x="465" y="544"/>
                    <a:pt x="469" y="549"/>
                    <a:pt x="469" y="555"/>
                  </a:cubicBezTo>
                  <a:close/>
                  <a:moveTo>
                    <a:pt x="192" y="181"/>
                  </a:moveTo>
                  <a:cubicBezTo>
                    <a:pt x="192" y="93"/>
                    <a:pt x="264" y="21"/>
                    <a:pt x="352" y="21"/>
                  </a:cubicBezTo>
                  <a:cubicBezTo>
                    <a:pt x="440" y="21"/>
                    <a:pt x="512" y="93"/>
                    <a:pt x="512" y="181"/>
                  </a:cubicBezTo>
                  <a:cubicBezTo>
                    <a:pt x="512" y="270"/>
                    <a:pt x="440" y="341"/>
                    <a:pt x="352" y="341"/>
                  </a:cubicBezTo>
                  <a:cubicBezTo>
                    <a:pt x="264" y="341"/>
                    <a:pt x="192" y="270"/>
                    <a:pt x="192" y="181"/>
                  </a:cubicBezTo>
                  <a:close/>
                  <a:moveTo>
                    <a:pt x="331" y="361"/>
                  </a:moveTo>
                  <a:cubicBezTo>
                    <a:pt x="338" y="362"/>
                    <a:pt x="345" y="363"/>
                    <a:pt x="352" y="363"/>
                  </a:cubicBezTo>
                  <a:cubicBezTo>
                    <a:pt x="359" y="363"/>
                    <a:pt x="366" y="362"/>
                    <a:pt x="373" y="361"/>
                  </a:cubicBezTo>
                  <a:cubicBezTo>
                    <a:pt x="373" y="384"/>
                    <a:pt x="373" y="384"/>
                    <a:pt x="373" y="384"/>
                  </a:cubicBezTo>
                  <a:cubicBezTo>
                    <a:pt x="331" y="384"/>
                    <a:pt x="331" y="384"/>
                    <a:pt x="331" y="384"/>
                  </a:cubicBezTo>
                  <a:lnTo>
                    <a:pt x="331" y="361"/>
                  </a:lnTo>
                  <a:close/>
                  <a:moveTo>
                    <a:pt x="277" y="608"/>
                  </a:moveTo>
                  <a:cubicBezTo>
                    <a:pt x="272" y="608"/>
                    <a:pt x="267" y="607"/>
                    <a:pt x="262" y="605"/>
                  </a:cubicBezTo>
                  <a:cubicBezTo>
                    <a:pt x="216" y="582"/>
                    <a:pt x="216" y="582"/>
                    <a:pt x="216" y="582"/>
                  </a:cubicBezTo>
                  <a:cubicBezTo>
                    <a:pt x="209" y="578"/>
                    <a:pt x="201" y="576"/>
                    <a:pt x="193" y="576"/>
                  </a:cubicBezTo>
                  <a:cubicBezTo>
                    <a:pt x="139" y="576"/>
                    <a:pt x="139" y="576"/>
                    <a:pt x="139" y="576"/>
                  </a:cubicBezTo>
                  <a:cubicBezTo>
                    <a:pt x="139" y="448"/>
                    <a:pt x="139" y="448"/>
                    <a:pt x="139" y="448"/>
                  </a:cubicBezTo>
                  <a:cubicBezTo>
                    <a:pt x="193" y="448"/>
                    <a:pt x="193" y="448"/>
                    <a:pt x="193" y="448"/>
                  </a:cubicBezTo>
                  <a:cubicBezTo>
                    <a:pt x="201" y="448"/>
                    <a:pt x="209" y="446"/>
                    <a:pt x="216" y="442"/>
                  </a:cubicBezTo>
                  <a:cubicBezTo>
                    <a:pt x="284" y="409"/>
                    <a:pt x="284" y="409"/>
                    <a:pt x="284" y="409"/>
                  </a:cubicBezTo>
                  <a:cubicBezTo>
                    <a:pt x="288" y="406"/>
                    <a:pt x="293" y="405"/>
                    <a:pt x="298" y="405"/>
                  </a:cubicBezTo>
                  <a:cubicBezTo>
                    <a:pt x="411" y="405"/>
                    <a:pt x="411" y="405"/>
                    <a:pt x="411" y="405"/>
                  </a:cubicBezTo>
                  <a:cubicBezTo>
                    <a:pt x="411" y="423"/>
                    <a:pt x="396" y="437"/>
                    <a:pt x="379" y="437"/>
                  </a:cubicBezTo>
                  <a:cubicBezTo>
                    <a:pt x="314" y="437"/>
                    <a:pt x="314" y="437"/>
                    <a:pt x="314" y="437"/>
                  </a:cubicBezTo>
                  <a:cubicBezTo>
                    <a:pt x="282" y="485"/>
                    <a:pt x="282" y="485"/>
                    <a:pt x="282" y="485"/>
                  </a:cubicBezTo>
                  <a:cubicBezTo>
                    <a:pt x="274" y="497"/>
                    <a:pt x="263" y="507"/>
                    <a:pt x="250" y="514"/>
                  </a:cubicBezTo>
                  <a:cubicBezTo>
                    <a:pt x="238" y="520"/>
                    <a:pt x="225" y="523"/>
                    <a:pt x="212" y="523"/>
                  </a:cubicBezTo>
                  <a:cubicBezTo>
                    <a:pt x="192" y="523"/>
                    <a:pt x="192" y="523"/>
                    <a:pt x="192" y="523"/>
                  </a:cubicBezTo>
                  <a:cubicBezTo>
                    <a:pt x="192" y="544"/>
                    <a:pt x="192" y="544"/>
                    <a:pt x="192" y="544"/>
                  </a:cubicBezTo>
                  <a:cubicBezTo>
                    <a:pt x="212" y="544"/>
                    <a:pt x="212" y="544"/>
                    <a:pt x="212" y="544"/>
                  </a:cubicBezTo>
                  <a:cubicBezTo>
                    <a:pt x="229" y="544"/>
                    <a:pt x="245" y="540"/>
                    <a:pt x="260" y="533"/>
                  </a:cubicBezTo>
                  <a:cubicBezTo>
                    <a:pt x="276" y="525"/>
                    <a:pt x="290" y="512"/>
                    <a:pt x="300" y="497"/>
                  </a:cubicBezTo>
                  <a:cubicBezTo>
                    <a:pt x="309" y="483"/>
                    <a:pt x="309" y="483"/>
                    <a:pt x="309" y="483"/>
                  </a:cubicBezTo>
                  <a:cubicBezTo>
                    <a:pt x="309" y="608"/>
                    <a:pt x="309" y="608"/>
                    <a:pt x="309" y="608"/>
                  </a:cubicBezTo>
                  <a:lnTo>
                    <a:pt x="277" y="608"/>
                  </a:lnTo>
                  <a:close/>
                  <a:moveTo>
                    <a:pt x="331" y="640"/>
                  </a:moveTo>
                  <a:cubicBezTo>
                    <a:pt x="331" y="459"/>
                    <a:pt x="331" y="459"/>
                    <a:pt x="331" y="459"/>
                  </a:cubicBezTo>
                  <a:cubicBezTo>
                    <a:pt x="354" y="459"/>
                    <a:pt x="354" y="459"/>
                    <a:pt x="354" y="459"/>
                  </a:cubicBezTo>
                  <a:cubicBezTo>
                    <a:pt x="353" y="462"/>
                    <a:pt x="352" y="466"/>
                    <a:pt x="352" y="469"/>
                  </a:cubicBezTo>
                  <a:cubicBezTo>
                    <a:pt x="352" y="478"/>
                    <a:pt x="355" y="485"/>
                    <a:pt x="360" y="491"/>
                  </a:cubicBezTo>
                  <a:cubicBezTo>
                    <a:pt x="355" y="496"/>
                    <a:pt x="352" y="504"/>
                    <a:pt x="352" y="512"/>
                  </a:cubicBezTo>
                  <a:cubicBezTo>
                    <a:pt x="352" y="520"/>
                    <a:pt x="355" y="528"/>
                    <a:pt x="360" y="533"/>
                  </a:cubicBezTo>
                  <a:cubicBezTo>
                    <a:pt x="355" y="539"/>
                    <a:pt x="352" y="546"/>
                    <a:pt x="352" y="555"/>
                  </a:cubicBezTo>
                  <a:cubicBezTo>
                    <a:pt x="352" y="563"/>
                    <a:pt x="355" y="570"/>
                    <a:pt x="360" y="576"/>
                  </a:cubicBezTo>
                  <a:cubicBezTo>
                    <a:pt x="355" y="582"/>
                    <a:pt x="352" y="589"/>
                    <a:pt x="352" y="597"/>
                  </a:cubicBezTo>
                  <a:cubicBezTo>
                    <a:pt x="352" y="611"/>
                    <a:pt x="361" y="623"/>
                    <a:pt x="373" y="627"/>
                  </a:cubicBezTo>
                  <a:cubicBezTo>
                    <a:pt x="373" y="640"/>
                    <a:pt x="373" y="640"/>
                    <a:pt x="373" y="640"/>
                  </a:cubicBezTo>
                  <a:lnTo>
                    <a:pt x="331" y="640"/>
                  </a:lnTo>
                  <a:close/>
                  <a:moveTo>
                    <a:pt x="459" y="608"/>
                  </a:moveTo>
                  <a:cubicBezTo>
                    <a:pt x="384" y="608"/>
                    <a:pt x="384" y="608"/>
                    <a:pt x="384" y="608"/>
                  </a:cubicBezTo>
                  <a:cubicBezTo>
                    <a:pt x="378" y="608"/>
                    <a:pt x="373" y="603"/>
                    <a:pt x="373" y="597"/>
                  </a:cubicBezTo>
                  <a:cubicBezTo>
                    <a:pt x="373" y="591"/>
                    <a:pt x="378" y="587"/>
                    <a:pt x="384" y="587"/>
                  </a:cubicBezTo>
                  <a:cubicBezTo>
                    <a:pt x="459" y="587"/>
                    <a:pt x="459" y="587"/>
                    <a:pt x="459" y="587"/>
                  </a:cubicBezTo>
                  <a:cubicBezTo>
                    <a:pt x="465" y="587"/>
                    <a:pt x="469" y="591"/>
                    <a:pt x="469" y="597"/>
                  </a:cubicBezTo>
                  <a:cubicBezTo>
                    <a:pt x="469" y="603"/>
                    <a:pt x="465" y="608"/>
                    <a:pt x="459" y="608"/>
                  </a:cubicBezTo>
                  <a:close/>
                  <a:moveTo>
                    <a:pt x="459" y="608"/>
                  </a:moveTo>
                  <a:cubicBezTo>
                    <a:pt x="459" y="608"/>
                    <a:pt x="459" y="608"/>
                    <a:pt x="459" y="608"/>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59" name="Freeform 26">
              <a:extLst>
                <a:ext uri="{FF2B5EF4-FFF2-40B4-BE49-F238E27FC236}">
                  <a16:creationId xmlns:a16="http://schemas.microsoft.com/office/drawing/2014/main" id="{E00528B6-9F37-4776-BF6B-EC5B3A9DB14A}"/>
                </a:ext>
              </a:extLst>
            </p:cNvPr>
            <p:cNvSpPr>
              <a:spLocks noEditPoints="1"/>
            </p:cNvSpPr>
            <p:nvPr/>
          </p:nvSpPr>
          <p:spPr bwMode="auto">
            <a:xfrm>
              <a:off x="3651" y="4500"/>
              <a:ext cx="133" cy="182"/>
            </a:xfrm>
            <a:custGeom>
              <a:avLst/>
              <a:gdLst>
                <a:gd name="T0" fmla="*/ 11 w 60"/>
                <a:gd name="T1" fmla="*/ 0 h 84"/>
                <a:gd name="T2" fmla="*/ 0 w 60"/>
                <a:gd name="T3" fmla="*/ 19 h 84"/>
                <a:gd name="T4" fmla="*/ 39 w 60"/>
                <a:gd name="T5" fmla="*/ 84 h 84"/>
                <a:gd name="T6" fmla="*/ 60 w 60"/>
                <a:gd name="T7" fmla="*/ 84 h 84"/>
                <a:gd name="T8" fmla="*/ 11 w 60"/>
                <a:gd name="T9" fmla="*/ 0 h 84"/>
                <a:gd name="T10" fmla="*/ 11 w 60"/>
                <a:gd name="T11" fmla="*/ 0 h 84"/>
                <a:gd name="T12" fmla="*/ 11 w 60"/>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60" h="84">
                  <a:moveTo>
                    <a:pt x="11" y="0"/>
                  </a:moveTo>
                  <a:cubicBezTo>
                    <a:pt x="0" y="19"/>
                    <a:pt x="0" y="19"/>
                    <a:pt x="0" y="19"/>
                  </a:cubicBezTo>
                  <a:cubicBezTo>
                    <a:pt x="24" y="32"/>
                    <a:pt x="39" y="57"/>
                    <a:pt x="39" y="84"/>
                  </a:cubicBezTo>
                  <a:cubicBezTo>
                    <a:pt x="60" y="84"/>
                    <a:pt x="60" y="84"/>
                    <a:pt x="60" y="84"/>
                  </a:cubicBezTo>
                  <a:cubicBezTo>
                    <a:pt x="60" y="49"/>
                    <a:pt x="41" y="17"/>
                    <a:pt x="11" y="0"/>
                  </a:cubicBezTo>
                  <a:close/>
                  <a:moveTo>
                    <a:pt x="11" y="0"/>
                  </a:moveTo>
                  <a:cubicBezTo>
                    <a:pt x="11" y="0"/>
                    <a:pt x="11" y="0"/>
                    <a:pt x="11" y="0"/>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60" name="Freeform 27">
              <a:extLst>
                <a:ext uri="{FF2B5EF4-FFF2-40B4-BE49-F238E27FC236}">
                  <a16:creationId xmlns:a16="http://schemas.microsoft.com/office/drawing/2014/main" id="{481CBBA8-07FB-4464-9263-7949B603FEE3}"/>
                </a:ext>
              </a:extLst>
            </p:cNvPr>
            <p:cNvSpPr>
              <a:spLocks noEditPoints="1"/>
            </p:cNvSpPr>
            <p:nvPr/>
          </p:nvSpPr>
          <p:spPr bwMode="auto">
            <a:xfrm>
              <a:off x="3570" y="4474"/>
              <a:ext cx="54" cy="52"/>
            </a:xfrm>
            <a:custGeom>
              <a:avLst/>
              <a:gdLst>
                <a:gd name="T0" fmla="*/ 0 w 24"/>
                <a:gd name="T1" fmla="*/ 22 h 24"/>
                <a:gd name="T2" fmla="*/ 19 w 24"/>
                <a:gd name="T3" fmla="*/ 24 h 24"/>
                <a:gd name="T4" fmla="*/ 24 w 24"/>
                <a:gd name="T5" fmla="*/ 3 h 24"/>
                <a:gd name="T6" fmla="*/ 0 w 24"/>
                <a:gd name="T7" fmla="*/ 0 h 24"/>
                <a:gd name="T8" fmla="*/ 0 w 24"/>
                <a:gd name="T9" fmla="*/ 22 h 24"/>
                <a:gd name="T10" fmla="*/ 0 w 24"/>
                <a:gd name="T11" fmla="*/ 22 h 24"/>
                <a:gd name="T12" fmla="*/ 0 w 24"/>
                <a:gd name="T13" fmla="*/ 22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0" y="22"/>
                  </a:moveTo>
                  <a:cubicBezTo>
                    <a:pt x="6" y="22"/>
                    <a:pt x="13" y="22"/>
                    <a:pt x="19" y="24"/>
                  </a:cubicBezTo>
                  <a:cubicBezTo>
                    <a:pt x="24" y="3"/>
                    <a:pt x="24" y="3"/>
                    <a:pt x="24" y="3"/>
                  </a:cubicBezTo>
                  <a:cubicBezTo>
                    <a:pt x="16" y="1"/>
                    <a:pt x="8" y="0"/>
                    <a:pt x="0" y="0"/>
                  </a:cubicBezTo>
                  <a:lnTo>
                    <a:pt x="0" y="22"/>
                  </a:lnTo>
                  <a:close/>
                  <a:moveTo>
                    <a:pt x="0" y="22"/>
                  </a:moveTo>
                  <a:cubicBezTo>
                    <a:pt x="0" y="22"/>
                    <a:pt x="0" y="22"/>
                    <a:pt x="0" y="22"/>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61" name="Freeform 28">
              <a:extLst>
                <a:ext uri="{FF2B5EF4-FFF2-40B4-BE49-F238E27FC236}">
                  <a16:creationId xmlns:a16="http://schemas.microsoft.com/office/drawing/2014/main" id="{0BD648F3-AA2A-46A5-9845-FF3D9806A409}"/>
                </a:ext>
              </a:extLst>
            </p:cNvPr>
            <p:cNvSpPr>
              <a:spLocks noEditPoints="1"/>
            </p:cNvSpPr>
            <p:nvPr/>
          </p:nvSpPr>
          <p:spPr bwMode="auto">
            <a:xfrm>
              <a:off x="3370" y="4383"/>
              <a:ext cx="510" cy="493"/>
            </a:xfrm>
            <a:custGeom>
              <a:avLst/>
              <a:gdLst>
                <a:gd name="T0" fmla="*/ 90 w 229"/>
                <a:gd name="T1" fmla="*/ 21 h 228"/>
                <a:gd name="T2" fmla="*/ 207 w 229"/>
                <a:gd name="T3" fmla="*/ 138 h 228"/>
                <a:gd name="T4" fmla="*/ 180 w 229"/>
                <a:gd name="T5" fmla="*/ 214 h 228"/>
                <a:gd name="T6" fmla="*/ 196 w 229"/>
                <a:gd name="T7" fmla="*/ 228 h 228"/>
                <a:gd name="T8" fmla="*/ 229 w 229"/>
                <a:gd name="T9" fmla="*/ 138 h 228"/>
                <a:gd name="T10" fmla="*/ 90 w 229"/>
                <a:gd name="T11" fmla="*/ 0 h 228"/>
                <a:gd name="T12" fmla="*/ 0 w 229"/>
                <a:gd name="T13" fmla="*/ 33 h 228"/>
                <a:gd name="T14" fmla="*/ 14 w 229"/>
                <a:gd name="T15" fmla="*/ 49 h 228"/>
                <a:gd name="T16" fmla="*/ 90 w 229"/>
                <a:gd name="T17" fmla="*/ 21 h 228"/>
                <a:gd name="T18" fmla="*/ 90 w 229"/>
                <a:gd name="T19" fmla="*/ 21 h 228"/>
                <a:gd name="T20" fmla="*/ 90 w 229"/>
                <a:gd name="T21" fmla="*/ 2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 h="228">
                  <a:moveTo>
                    <a:pt x="90" y="21"/>
                  </a:moveTo>
                  <a:cubicBezTo>
                    <a:pt x="155" y="21"/>
                    <a:pt x="207" y="74"/>
                    <a:pt x="207" y="138"/>
                  </a:cubicBezTo>
                  <a:cubicBezTo>
                    <a:pt x="207" y="166"/>
                    <a:pt x="197" y="193"/>
                    <a:pt x="180" y="214"/>
                  </a:cubicBezTo>
                  <a:cubicBezTo>
                    <a:pt x="196" y="228"/>
                    <a:pt x="196" y="228"/>
                    <a:pt x="196" y="228"/>
                  </a:cubicBezTo>
                  <a:cubicBezTo>
                    <a:pt x="217" y="203"/>
                    <a:pt x="229" y="171"/>
                    <a:pt x="229" y="138"/>
                  </a:cubicBezTo>
                  <a:cubicBezTo>
                    <a:pt x="229" y="62"/>
                    <a:pt x="166" y="0"/>
                    <a:pt x="90" y="0"/>
                  </a:cubicBezTo>
                  <a:cubicBezTo>
                    <a:pt x="57" y="0"/>
                    <a:pt x="26" y="11"/>
                    <a:pt x="0" y="33"/>
                  </a:cubicBezTo>
                  <a:cubicBezTo>
                    <a:pt x="14" y="49"/>
                    <a:pt x="14" y="49"/>
                    <a:pt x="14" y="49"/>
                  </a:cubicBezTo>
                  <a:cubicBezTo>
                    <a:pt x="35" y="31"/>
                    <a:pt x="62" y="21"/>
                    <a:pt x="90" y="21"/>
                  </a:cubicBezTo>
                  <a:close/>
                  <a:moveTo>
                    <a:pt x="90" y="21"/>
                  </a:moveTo>
                  <a:cubicBezTo>
                    <a:pt x="90" y="21"/>
                    <a:pt x="90" y="21"/>
                    <a:pt x="90" y="21"/>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62" name="Freeform 29">
              <a:extLst>
                <a:ext uri="{FF2B5EF4-FFF2-40B4-BE49-F238E27FC236}">
                  <a16:creationId xmlns:a16="http://schemas.microsoft.com/office/drawing/2014/main" id="{DAC15AC0-43B1-4700-B07A-2CED27EBC9E7}"/>
                </a:ext>
              </a:extLst>
            </p:cNvPr>
            <p:cNvSpPr>
              <a:spLocks noEditPoints="1"/>
            </p:cNvSpPr>
            <p:nvPr/>
          </p:nvSpPr>
          <p:spPr bwMode="auto">
            <a:xfrm>
              <a:off x="3260" y="4489"/>
              <a:ext cx="511" cy="493"/>
            </a:xfrm>
            <a:custGeom>
              <a:avLst/>
              <a:gdLst>
                <a:gd name="T0" fmla="*/ 229 w 229"/>
                <a:gd name="T1" fmla="*/ 195 h 228"/>
                <a:gd name="T2" fmla="*/ 215 w 229"/>
                <a:gd name="T3" fmla="*/ 179 h 228"/>
                <a:gd name="T4" fmla="*/ 139 w 229"/>
                <a:gd name="T5" fmla="*/ 207 h 228"/>
                <a:gd name="T6" fmla="*/ 22 w 229"/>
                <a:gd name="T7" fmla="*/ 89 h 228"/>
                <a:gd name="T8" fmla="*/ 49 w 229"/>
                <a:gd name="T9" fmla="*/ 14 h 228"/>
                <a:gd name="T10" fmla="*/ 33 w 229"/>
                <a:gd name="T11" fmla="*/ 0 h 228"/>
                <a:gd name="T12" fmla="*/ 0 w 229"/>
                <a:gd name="T13" fmla="*/ 89 h 228"/>
                <a:gd name="T14" fmla="*/ 139 w 229"/>
                <a:gd name="T15" fmla="*/ 228 h 228"/>
                <a:gd name="T16" fmla="*/ 229 w 229"/>
                <a:gd name="T17" fmla="*/ 195 h 228"/>
                <a:gd name="T18" fmla="*/ 229 w 229"/>
                <a:gd name="T19" fmla="*/ 195 h 228"/>
                <a:gd name="T20" fmla="*/ 229 w 229"/>
                <a:gd name="T21" fmla="*/ 19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 h="228">
                  <a:moveTo>
                    <a:pt x="229" y="195"/>
                  </a:moveTo>
                  <a:cubicBezTo>
                    <a:pt x="215" y="179"/>
                    <a:pt x="215" y="179"/>
                    <a:pt x="215" y="179"/>
                  </a:cubicBezTo>
                  <a:cubicBezTo>
                    <a:pt x="194" y="197"/>
                    <a:pt x="167" y="207"/>
                    <a:pt x="139" y="207"/>
                  </a:cubicBezTo>
                  <a:cubicBezTo>
                    <a:pt x="74" y="207"/>
                    <a:pt x="22" y="154"/>
                    <a:pt x="22" y="89"/>
                  </a:cubicBezTo>
                  <a:cubicBezTo>
                    <a:pt x="22" y="62"/>
                    <a:pt x="32" y="35"/>
                    <a:pt x="49" y="14"/>
                  </a:cubicBezTo>
                  <a:cubicBezTo>
                    <a:pt x="33" y="0"/>
                    <a:pt x="33" y="0"/>
                    <a:pt x="33" y="0"/>
                  </a:cubicBezTo>
                  <a:cubicBezTo>
                    <a:pt x="12" y="25"/>
                    <a:pt x="0" y="57"/>
                    <a:pt x="0" y="89"/>
                  </a:cubicBezTo>
                  <a:cubicBezTo>
                    <a:pt x="0" y="166"/>
                    <a:pt x="63" y="228"/>
                    <a:pt x="139" y="228"/>
                  </a:cubicBezTo>
                  <a:cubicBezTo>
                    <a:pt x="172" y="228"/>
                    <a:pt x="203" y="216"/>
                    <a:pt x="229" y="195"/>
                  </a:cubicBezTo>
                  <a:close/>
                  <a:moveTo>
                    <a:pt x="229" y="195"/>
                  </a:moveTo>
                  <a:cubicBezTo>
                    <a:pt x="229" y="195"/>
                    <a:pt x="229" y="195"/>
                    <a:pt x="229" y="195"/>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63" name="Freeform 30">
              <a:extLst>
                <a:ext uri="{FF2B5EF4-FFF2-40B4-BE49-F238E27FC236}">
                  <a16:creationId xmlns:a16="http://schemas.microsoft.com/office/drawing/2014/main" id="{8273DD90-D6E1-41CC-B929-709B9035F887}"/>
                </a:ext>
              </a:extLst>
            </p:cNvPr>
            <p:cNvSpPr>
              <a:spLocks noEditPoints="1"/>
            </p:cNvSpPr>
            <p:nvPr/>
          </p:nvSpPr>
          <p:spPr bwMode="auto">
            <a:xfrm>
              <a:off x="2596" y="4383"/>
              <a:ext cx="428" cy="415"/>
            </a:xfrm>
            <a:custGeom>
              <a:avLst/>
              <a:gdLst>
                <a:gd name="T0" fmla="*/ 138 w 192"/>
                <a:gd name="T1" fmla="*/ 170 h 192"/>
                <a:gd name="T2" fmla="*/ 177 w 192"/>
                <a:gd name="T3" fmla="*/ 151 h 192"/>
                <a:gd name="T4" fmla="*/ 178 w 192"/>
                <a:gd name="T5" fmla="*/ 119 h 192"/>
                <a:gd name="T6" fmla="*/ 192 w 192"/>
                <a:gd name="T7" fmla="*/ 77 h 192"/>
                <a:gd name="T8" fmla="*/ 170 w 192"/>
                <a:gd name="T9" fmla="*/ 54 h 192"/>
                <a:gd name="T10" fmla="*/ 151 w 192"/>
                <a:gd name="T11" fmla="*/ 15 h 192"/>
                <a:gd name="T12" fmla="*/ 119 w 192"/>
                <a:gd name="T13" fmla="*/ 13 h 192"/>
                <a:gd name="T14" fmla="*/ 77 w 192"/>
                <a:gd name="T15" fmla="*/ 0 h 192"/>
                <a:gd name="T16" fmla="*/ 54 w 192"/>
                <a:gd name="T17" fmla="*/ 21 h 192"/>
                <a:gd name="T18" fmla="*/ 15 w 192"/>
                <a:gd name="T19" fmla="*/ 41 h 192"/>
                <a:gd name="T20" fmla="*/ 13 w 192"/>
                <a:gd name="T21" fmla="*/ 73 h 192"/>
                <a:gd name="T22" fmla="*/ 0 w 192"/>
                <a:gd name="T23" fmla="*/ 114 h 192"/>
                <a:gd name="T24" fmla="*/ 21 w 192"/>
                <a:gd name="T25" fmla="*/ 138 h 192"/>
                <a:gd name="T26" fmla="*/ 41 w 192"/>
                <a:gd name="T27" fmla="*/ 177 h 192"/>
                <a:gd name="T28" fmla="*/ 73 w 192"/>
                <a:gd name="T29" fmla="*/ 178 h 192"/>
                <a:gd name="T30" fmla="*/ 114 w 192"/>
                <a:gd name="T31" fmla="*/ 192 h 192"/>
                <a:gd name="T32" fmla="*/ 102 w 192"/>
                <a:gd name="T33" fmla="*/ 160 h 192"/>
                <a:gd name="T34" fmla="*/ 93 w 192"/>
                <a:gd name="T35" fmla="*/ 170 h 192"/>
                <a:gd name="T36" fmla="*/ 83 w 192"/>
                <a:gd name="T37" fmla="*/ 158 h 192"/>
                <a:gd name="T38" fmla="*/ 55 w 192"/>
                <a:gd name="T39" fmla="*/ 146 h 192"/>
                <a:gd name="T40" fmla="*/ 41 w 192"/>
                <a:gd name="T41" fmla="*/ 146 h 192"/>
                <a:gd name="T42" fmla="*/ 42 w 192"/>
                <a:gd name="T43" fmla="*/ 131 h 192"/>
                <a:gd name="T44" fmla="*/ 32 w 192"/>
                <a:gd name="T45" fmla="*/ 102 h 192"/>
                <a:gd name="T46" fmla="*/ 21 w 192"/>
                <a:gd name="T47" fmla="*/ 93 h 192"/>
                <a:gd name="T48" fmla="*/ 33 w 192"/>
                <a:gd name="T49" fmla="*/ 83 h 192"/>
                <a:gd name="T50" fmla="*/ 46 w 192"/>
                <a:gd name="T51" fmla="*/ 55 h 192"/>
                <a:gd name="T52" fmla="*/ 45 w 192"/>
                <a:gd name="T53" fmla="*/ 41 h 192"/>
                <a:gd name="T54" fmla="*/ 60 w 192"/>
                <a:gd name="T55" fmla="*/ 42 h 192"/>
                <a:gd name="T56" fmla="*/ 89 w 192"/>
                <a:gd name="T57" fmla="*/ 32 h 192"/>
                <a:gd name="T58" fmla="*/ 99 w 192"/>
                <a:gd name="T59" fmla="*/ 21 h 192"/>
                <a:gd name="T60" fmla="*/ 108 w 192"/>
                <a:gd name="T61" fmla="*/ 33 h 192"/>
                <a:gd name="T62" fmla="*/ 136 w 192"/>
                <a:gd name="T63" fmla="*/ 46 h 192"/>
                <a:gd name="T64" fmla="*/ 151 w 192"/>
                <a:gd name="T65" fmla="*/ 45 h 192"/>
                <a:gd name="T66" fmla="*/ 149 w 192"/>
                <a:gd name="T67" fmla="*/ 60 h 192"/>
                <a:gd name="T68" fmla="*/ 160 w 192"/>
                <a:gd name="T69" fmla="*/ 89 h 192"/>
                <a:gd name="T70" fmla="*/ 170 w 192"/>
                <a:gd name="T71" fmla="*/ 99 h 192"/>
                <a:gd name="T72" fmla="*/ 158 w 192"/>
                <a:gd name="T73" fmla="*/ 108 h 192"/>
                <a:gd name="T74" fmla="*/ 146 w 192"/>
                <a:gd name="T75" fmla="*/ 136 h 192"/>
                <a:gd name="T76" fmla="*/ 146 w 192"/>
                <a:gd name="T77" fmla="*/ 151 h 192"/>
                <a:gd name="T78" fmla="*/ 131 w 192"/>
                <a:gd name="T79" fmla="*/ 149 h 192"/>
                <a:gd name="T80" fmla="*/ 102 w 192"/>
                <a:gd name="T81" fmla="*/ 160 h 192"/>
                <a:gd name="T82" fmla="*/ 102 w 192"/>
                <a:gd name="T83" fmla="*/ 16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2" h="192">
                  <a:moveTo>
                    <a:pt x="119" y="178"/>
                  </a:moveTo>
                  <a:cubicBezTo>
                    <a:pt x="125" y="176"/>
                    <a:pt x="132" y="173"/>
                    <a:pt x="138" y="170"/>
                  </a:cubicBezTo>
                  <a:cubicBezTo>
                    <a:pt x="151" y="177"/>
                    <a:pt x="151" y="177"/>
                    <a:pt x="151" y="177"/>
                  </a:cubicBezTo>
                  <a:cubicBezTo>
                    <a:pt x="177" y="151"/>
                    <a:pt x="177" y="151"/>
                    <a:pt x="177" y="151"/>
                  </a:cubicBezTo>
                  <a:cubicBezTo>
                    <a:pt x="170" y="138"/>
                    <a:pt x="170" y="138"/>
                    <a:pt x="170" y="138"/>
                  </a:cubicBezTo>
                  <a:cubicBezTo>
                    <a:pt x="173" y="132"/>
                    <a:pt x="176" y="125"/>
                    <a:pt x="178" y="119"/>
                  </a:cubicBezTo>
                  <a:cubicBezTo>
                    <a:pt x="192" y="114"/>
                    <a:pt x="192" y="114"/>
                    <a:pt x="192" y="114"/>
                  </a:cubicBezTo>
                  <a:cubicBezTo>
                    <a:pt x="192" y="77"/>
                    <a:pt x="192" y="77"/>
                    <a:pt x="192" y="77"/>
                  </a:cubicBezTo>
                  <a:cubicBezTo>
                    <a:pt x="178" y="73"/>
                    <a:pt x="178" y="73"/>
                    <a:pt x="178" y="73"/>
                  </a:cubicBezTo>
                  <a:cubicBezTo>
                    <a:pt x="176" y="66"/>
                    <a:pt x="173" y="60"/>
                    <a:pt x="170" y="54"/>
                  </a:cubicBezTo>
                  <a:cubicBezTo>
                    <a:pt x="177" y="41"/>
                    <a:pt x="177" y="41"/>
                    <a:pt x="177" y="41"/>
                  </a:cubicBezTo>
                  <a:cubicBezTo>
                    <a:pt x="151" y="15"/>
                    <a:pt x="151" y="15"/>
                    <a:pt x="151" y="15"/>
                  </a:cubicBezTo>
                  <a:cubicBezTo>
                    <a:pt x="138" y="21"/>
                    <a:pt x="138" y="21"/>
                    <a:pt x="138" y="21"/>
                  </a:cubicBezTo>
                  <a:cubicBezTo>
                    <a:pt x="132" y="18"/>
                    <a:pt x="125" y="15"/>
                    <a:pt x="119" y="13"/>
                  </a:cubicBezTo>
                  <a:cubicBezTo>
                    <a:pt x="114" y="0"/>
                    <a:pt x="114" y="0"/>
                    <a:pt x="114" y="0"/>
                  </a:cubicBezTo>
                  <a:cubicBezTo>
                    <a:pt x="77" y="0"/>
                    <a:pt x="77" y="0"/>
                    <a:pt x="77" y="0"/>
                  </a:cubicBezTo>
                  <a:cubicBezTo>
                    <a:pt x="73" y="13"/>
                    <a:pt x="73" y="13"/>
                    <a:pt x="73" y="13"/>
                  </a:cubicBezTo>
                  <a:cubicBezTo>
                    <a:pt x="66" y="15"/>
                    <a:pt x="60" y="18"/>
                    <a:pt x="54" y="21"/>
                  </a:cubicBezTo>
                  <a:cubicBezTo>
                    <a:pt x="41" y="15"/>
                    <a:pt x="41" y="15"/>
                    <a:pt x="41" y="15"/>
                  </a:cubicBezTo>
                  <a:cubicBezTo>
                    <a:pt x="15" y="41"/>
                    <a:pt x="15" y="41"/>
                    <a:pt x="15" y="41"/>
                  </a:cubicBezTo>
                  <a:cubicBezTo>
                    <a:pt x="21" y="54"/>
                    <a:pt x="21" y="54"/>
                    <a:pt x="21" y="54"/>
                  </a:cubicBezTo>
                  <a:cubicBezTo>
                    <a:pt x="18" y="60"/>
                    <a:pt x="15" y="66"/>
                    <a:pt x="13" y="73"/>
                  </a:cubicBezTo>
                  <a:cubicBezTo>
                    <a:pt x="0" y="77"/>
                    <a:pt x="0" y="77"/>
                    <a:pt x="0" y="77"/>
                  </a:cubicBezTo>
                  <a:cubicBezTo>
                    <a:pt x="0" y="114"/>
                    <a:pt x="0" y="114"/>
                    <a:pt x="0" y="114"/>
                  </a:cubicBezTo>
                  <a:cubicBezTo>
                    <a:pt x="13" y="119"/>
                    <a:pt x="13" y="119"/>
                    <a:pt x="13" y="119"/>
                  </a:cubicBezTo>
                  <a:cubicBezTo>
                    <a:pt x="15" y="125"/>
                    <a:pt x="18" y="132"/>
                    <a:pt x="21" y="138"/>
                  </a:cubicBezTo>
                  <a:cubicBezTo>
                    <a:pt x="15" y="151"/>
                    <a:pt x="15" y="151"/>
                    <a:pt x="15" y="151"/>
                  </a:cubicBezTo>
                  <a:cubicBezTo>
                    <a:pt x="41" y="177"/>
                    <a:pt x="41" y="177"/>
                    <a:pt x="41" y="177"/>
                  </a:cubicBezTo>
                  <a:cubicBezTo>
                    <a:pt x="54" y="170"/>
                    <a:pt x="54" y="170"/>
                    <a:pt x="54" y="170"/>
                  </a:cubicBezTo>
                  <a:cubicBezTo>
                    <a:pt x="60" y="173"/>
                    <a:pt x="66" y="176"/>
                    <a:pt x="73" y="178"/>
                  </a:cubicBezTo>
                  <a:cubicBezTo>
                    <a:pt x="77" y="192"/>
                    <a:pt x="77" y="192"/>
                    <a:pt x="77" y="192"/>
                  </a:cubicBezTo>
                  <a:cubicBezTo>
                    <a:pt x="114" y="192"/>
                    <a:pt x="114" y="192"/>
                    <a:pt x="114" y="192"/>
                  </a:cubicBezTo>
                  <a:lnTo>
                    <a:pt x="119" y="178"/>
                  </a:lnTo>
                  <a:close/>
                  <a:moveTo>
                    <a:pt x="102" y="160"/>
                  </a:moveTo>
                  <a:cubicBezTo>
                    <a:pt x="99" y="170"/>
                    <a:pt x="99" y="170"/>
                    <a:pt x="99" y="170"/>
                  </a:cubicBezTo>
                  <a:cubicBezTo>
                    <a:pt x="93" y="170"/>
                    <a:pt x="93" y="170"/>
                    <a:pt x="93" y="170"/>
                  </a:cubicBezTo>
                  <a:cubicBezTo>
                    <a:pt x="89" y="160"/>
                    <a:pt x="89" y="160"/>
                    <a:pt x="89" y="160"/>
                  </a:cubicBezTo>
                  <a:cubicBezTo>
                    <a:pt x="83" y="158"/>
                    <a:pt x="83" y="158"/>
                    <a:pt x="83" y="158"/>
                  </a:cubicBezTo>
                  <a:cubicBezTo>
                    <a:pt x="75" y="157"/>
                    <a:pt x="67" y="154"/>
                    <a:pt x="60" y="149"/>
                  </a:cubicBezTo>
                  <a:cubicBezTo>
                    <a:pt x="55" y="146"/>
                    <a:pt x="55" y="146"/>
                    <a:pt x="55" y="146"/>
                  </a:cubicBezTo>
                  <a:cubicBezTo>
                    <a:pt x="45" y="151"/>
                    <a:pt x="45" y="151"/>
                    <a:pt x="45" y="151"/>
                  </a:cubicBezTo>
                  <a:cubicBezTo>
                    <a:pt x="41" y="146"/>
                    <a:pt x="41" y="146"/>
                    <a:pt x="41" y="146"/>
                  </a:cubicBezTo>
                  <a:cubicBezTo>
                    <a:pt x="46" y="136"/>
                    <a:pt x="46" y="136"/>
                    <a:pt x="46" y="136"/>
                  </a:cubicBezTo>
                  <a:cubicBezTo>
                    <a:pt x="42" y="131"/>
                    <a:pt x="42" y="131"/>
                    <a:pt x="42" y="131"/>
                  </a:cubicBezTo>
                  <a:cubicBezTo>
                    <a:pt x="38" y="124"/>
                    <a:pt x="35" y="116"/>
                    <a:pt x="33" y="108"/>
                  </a:cubicBezTo>
                  <a:cubicBezTo>
                    <a:pt x="32" y="102"/>
                    <a:pt x="32" y="102"/>
                    <a:pt x="32" y="102"/>
                  </a:cubicBezTo>
                  <a:cubicBezTo>
                    <a:pt x="21" y="99"/>
                    <a:pt x="21" y="99"/>
                    <a:pt x="21" y="99"/>
                  </a:cubicBezTo>
                  <a:cubicBezTo>
                    <a:pt x="21" y="93"/>
                    <a:pt x="21" y="93"/>
                    <a:pt x="21" y="93"/>
                  </a:cubicBezTo>
                  <a:cubicBezTo>
                    <a:pt x="32" y="89"/>
                    <a:pt x="32" y="89"/>
                    <a:pt x="32" y="89"/>
                  </a:cubicBezTo>
                  <a:cubicBezTo>
                    <a:pt x="33" y="83"/>
                    <a:pt x="33" y="83"/>
                    <a:pt x="33" y="83"/>
                  </a:cubicBezTo>
                  <a:cubicBezTo>
                    <a:pt x="35" y="75"/>
                    <a:pt x="38" y="67"/>
                    <a:pt x="42" y="60"/>
                  </a:cubicBezTo>
                  <a:cubicBezTo>
                    <a:pt x="46" y="55"/>
                    <a:pt x="46" y="55"/>
                    <a:pt x="46" y="55"/>
                  </a:cubicBezTo>
                  <a:cubicBezTo>
                    <a:pt x="41" y="45"/>
                    <a:pt x="41" y="45"/>
                    <a:pt x="41" y="45"/>
                  </a:cubicBezTo>
                  <a:cubicBezTo>
                    <a:pt x="45" y="41"/>
                    <a:pt x="45" y="41"/>
                    <a:pt x="45" y="41"/>
                  </a:cubicBezTo>
                  <a:cubicBezTo>
                    <a:pt x="55" y="46"/>
                    <a:pt x="55" y="46"/>
                    <a:pt x="55" y="46"/>
                  </a:cubicBezTo>
                  <a:cubicBezTo>
                    <a:pt x="60" y="42"/>
                    <a:pt x="60" y="42"/>
                    <a:pt x="60" y="42"/>
                  </a:cubicBezTo>
                  <a:cubicBezTo>
                    <a:pt x="67" y="38"/>
                    <a:pt x="75" y="35"/>
                    <a:pt x="83" y="33"/>
                  </a:cubicBezTo>
                  <a:cubicBezTo>
                    <a:pt x="89" y="32"/>
                    <a:pt x="89" y="32"/>
                    <a:pt x="89" y="32"/>
                  </a:cubicBezTo>
                  <a:cubicBezTo>
                    <a:pt x="93" y="21"/>
                    <a:pt x="93" y="21"/>
                    <a:pt x="93" y="21"/>
                  </a:cubicBezTo>
                  <a:cubicBezTo>
                    <a:pt x="99" y="21"/>
                    <a:pt x="99" y="21"/>
                    <a:pt x="99" y="21"/>
                  </a:cubicBezTo>
                  <a:cubicBezTo>
                    <a:pt x="102" y="32"/>
                    <a:pt x="102" y="32"/>
                    <a:pt x="102" y="32"/>
                  </a:cubicBezTo>
                  <a:cubicBezTo>
                    <a:pt x="108" y="33"/>
                    <a:pt x="108" y="33"/>
                    <a:pt x="108" y="33"/>
                  </a:cubicBezTo>
                  <a:cubicBezTo>
                    <a:pt x="116" y="35"/>
                    <a:pt x="124" y="38"/>
                    <a:pt x="131" y="42"/>
                  </a:cubicBezTo>
                  <a:cubicBezTo>
                    <a:pt x="136" y="46"/>
                    <a:pt x="136" y="46"/>
                    <a:pt x="136" y="46"/>
                  </a:cubicBezTo>
                  <a:cubicBezTo>
                    <a:pt x="146" y="41"/>
                    <a:pt x="146" y="41"/>
                    <a:pt x="146" y="41"/>
                  </a:cubicBezTo>
                  <a:cubicBezTo>
                    <a:pt x="151" y="45"/>
                    <a:pt x="151" y="45"/>
                    <a:pt x="151" y="45"/>
                  </a:cubicBezTo>
                  <a:cubicBezTo>
                    <a:pt x="146" y="55"/>
                    <a:pt x="146" y="55"/>
                    <a:pt x="146" y="55"/>
                  </a:cubicBezTo>
                  <a:cubicBezTo>
                    <a:pt x="149" y="60"/>
                    <a:pt x="149" y="60"/>
                    <a:pt x="149" y="60"/>
                  </a:cubicBezTo>
                  <a:cubicBezTo>
                    <a:pt x="154" y="67"/>
                    <a:pt x="157" y="75"/>
                    <a:pt x="158" y="83"/>
                  </a:cubicBezTo>
                  <a:cubicBezTo>
                    <a:pt x="160" y="89"/>
                    <a:pt x="160" y="89"/>
                    <a:pt x="160" y="89"/>
                  </a:cubicBezTo>
                  <a:cubicBezTo>
                    <a:pt x="170" y="93"/>
                    <a:pt x="170" y="93"/>
                    <a:pt x="170" y="93"/>
                  </a:cubicBezTo>
                  <a:cubicBezTo>
                    <a:pt x="170" y="99"/>
                    <a:pt x="170" y="99"/>
                    <a:pt x="170" y="99"/>
                  </a:cubicBezTo>
                  <a:cubicBezTo>
                    <a:pt x="160" y="102"/>
                    <a:pt x="160" y="102"/>
                    <a:pt x="160" y="102"/>
                  </a:cubicBezTo>
                  <a:cubicBezTo>
                    <a:pt x="158" y="108"/>
                    <a:pt x="158" y="108"/>
                    <a:pt x="158" y="108"/>
                  </a:cubicBezTo>
                  <a:cubicBezTo>
                    <a:pt x="157" y="116"/>
                    <a:pt x="154" y="124"/>
                    <a:pt x="149" y="131"/>
                  </a:cubicBezTo>
                  <a:cubicBezTo>
                    <a:pt x="146" y="136"/>
                    <a:pt x="146" y="136"/>
                    <a:pt x="146" y="136"/>
                  </a:cubicBezTo>
                  <a:cubicBezTo>
                    <a:pt x="151" y="146"/>
                    <a:pt x="151" y="146"/>
                    <a:pt x="151" y="146"/>
                  </a:cubicBezTo>
                  <a:cubicBezTo>
                    <a:pt x="146" y="151"/>
                    <a:pt x="146" y="151"/>
                    <a:pt x="146" y="151"/>
                  </a:cubicBezTo>
                  <a:cubicBezTo>
                    <a:pt x="136" y="146"/>
                    <a:pt x="136" y="146"/>
                    <a:pt x="136" y="146"/>
                  </a:cubicBezTo>
                  <a:cubicBezTo>
                    <a:pt x="131" y="149"/>
                    <a:pt x="131" y="149"/>
                    <a:pt x="131" y="149"/>
                  </a:cubicBezTo>
                  <a:cubicBezTo>
                    <a:pt x="124" y="154"/>
                    <a:pt x="116" y="157"/>
                    <a:pt x="108" y="158"/>
                  </a:cubicBezTo>
                  <a:lnTo>
                    <a:pt x="102" y="160"/>
                  </a:lnTo>
                  <a:close/>
                  <a:moveTo>
                    <a:pt x="102" y="160"/>
                  </a:moveTo>
                  <a:cubicBezTo>
                    <a:pt x="102" y="160"/>
                    <a:pt x="102" y="160"/>
                    <a:pt x="102" y="160"/>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64" name="Freeform 31">
              <a:extLst>
                <a:ext uri="{FF2B5EF4-FFF2-40B4-BE49-F238E27FC236}">
                  <a16:creationId xmlns:a16="http://schemas.microsoft.com/office/drawing/2014/main" id="{C9D71B44-732A-4B58-A209-27D49016F9A0}"/>
                </a:ext>
              </a:extLst>
            </p:cNvPr>
            <p:cNvSpPr>
              <a:spLocks noEditPoints="1"/>
            </p:cNvSpPr>
            <p:nvPr/>
          </p:nvSpPr>
          <p:spPr bwMode="auto">
            <a:xfrm>
              <a:off x="2714" y="4498"/>
              <a:ext cx="190" cy="184"/>
            </a:xfrm>
            <a:custGeom>
              <a:avLst/>
              <a:gdLst>
                <a:gd name="T0" fmla="*/ 43 w 85"/>
                <a:gd name="T1" fmla="*/ 0 h 85"/>
                <a:gd name="T2" fmla="*/ 0 w 85"/>
                <a:gd name="T3" fmla="*/ 43 h 85"/>
                <a:gd name="T4" fmla="*/ 43 w 85"/>
                <a:gd name="T5" fmla="*/ 85 h 85"/>
                <a:gd name="T6" fmla="*/ 85 w 85"/>
                <a:gd name="T7" fmla="*/ 43 h 85"/>
                <a:gd name="T8" fmla="*/ 43 w 85"/>
                <a:gd name="T9" fmla="*/ 0 h 85"/>
                <a:gd name="T10" fmla="*/ 43 w 85"/>
                <a:gd name="T11" fmla="*/ 64 h 85"/>
                <a:gd name="T12" fmla="*/ 21 w 85"/>
                <a:gd name="T13" fmla="*/ 43 h 85"/>
                <a:gd name="T14" fmla="*/ 43 w 85"/>
                <a:gd name="T15" fmla="*/ 21 h 85"/>
                <a:gd name="T16" fmla="*/ 64 w 85"/>
                <a:gd name="T17" fmla="*/ 43 h 85"/>
                <a:gd name="T18" fmla="*/ 43 w 85"/>
                <a:gd name="T19" fmla="*/ 64 h 85"/>
                <a:gd name="T20" fmla="*/ 43 w 85"/>
                <a:gd name="T21" fmla="*/ 64 h 85"/>
                <a:gd name="T22" fmla="*/ 43 w 85"/>
                <a:gd name="T23" fmla="*/ 6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85">
                  <a:moveTo>
                    <a:pt x="43" y="0"/>
                  </a:moveTo>
                  <a:cubicBezTo>
                    <a:pt x="19" y="0"/>
                    <a:pt x="0" y="19"/>
                    <a:pt x="0" y="43"/>
                  </a:cubicBezTo>
                  <a:cubicBezTo>
                    <a:pt x="0" y="66"/>
                    <a:pt x="19" y="85"/>
                    <a:pt x="43" y="85"/>
                  </a:cubicBezTo>
                  <a:cubicBezTo>
                    <a:pt x="66" y="85"/>
                    <a:pt x="85" y="66"/>
                    <a:pt x="85" y="43"/>
                  </a:cubicBezTo>
                  <a:cubicBezTo>
                    <a:pt x="85" y="19"/>
                    <a:pt x="66" y="0"/>
                    <a:pt x="43" y="0"/>
                  </a:cubicBezTo>
                  <a:close/>
                  <a:moveTo>
                    <a:pt x="43" y="64"/>
                  </a:moveTo>
                  <a:cubicBezTo>
                    <a:pt x="31" y="64"/>
                    <a:pt x="21" y="54"/>
                    <a:pt x="21" y="43"/>
                  </a:cubicBezTo>
                  <a:cubicBezTo>
                    <a:pt x="21" y="31"/>
                    <a:pt x="31" y="21"/>
                    <a:pt x="43" y="21"/>
                  </a:cubicBezTo>
                  <a:cubicBezTo>
                    <a:pt x="54" y="21"/>
                    <a:pt x="64" y="31"/>
                    <a:pt x="64" y="43"/>
                  </a:cubicBezTo>
                  <a:cubicBezTo>
                    <a:pt x="64" y="54"/>
                    <a:pt x="54" y="64"/>
                    <a:pt x="43" y="64"/>
                  </a:cubicBezTo>
                  <a:close/>
                  <a:moveTo>
                    <a:pt x="43" y="64"/>
                  </a:moveTo>
                  <a:cubicBezTo>
                    <a:pt x="43" y="64"/>
                    <a:pt x="43" y="64"/>
                    <a:pt x="43" y="64"/>
                  </a:cubicBez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65" name="Freeform 32">
              <a:extLst>
                <a:ext uri="{FF2B5EF4-FFF2-40B4-BE49-F238E27FC236}">
                  <a16:creationId xmlns:a16="http://schemas.microsoft.com/office/drawing/2014/main" id="{ADCAD21C-5833-4AEB-8DC0-D20AF4CE4FB3}"/>
                </a:ext>
              </a:extLst>
            </p:cNvPr>
            <p:cNvSpPr>
              <a:spLocks noEditPoints="1"/>
            </p:cNvSpPr>
            <p:nvPr/>
          </p:nvSpPr>
          <p:spPr bwMode="auto">
            <a:xfrm>
              <a:off x="2500" y="4290"/>
              <a:ext cx="618" cy="716"/>
            </a:xfrm>
            <a:custGeom>
              <a:avLst/>
              <a:gdLst>
                <a:gd name="T0" fmla="*/ 475 w 618"/>
                <a:gd name="T1" fmla="*/ 716 h 716"/>
                <a:gd name="T2" fmla="*/ 475 w 618"/>
                <a:gd name="T3" fmla="*/ 599 h 716"/>
                <a:gd name="T4" fmla="*/ 618 w 618"/>
                <a:gd name="T5" fmla="*/ 599 h 716"/>
                <a:gd name="T6" fmla="*/ 618 w 618"/>
                <a:gd name="T7" fmla="*/ 0 h 716"/>
                <a:gd name="T8" fmla="*/ 0 w 618"/>
                <a:gd name="T9" fmla="*/ 0 h 716"/>
                <a:gd name="T10" fmla="*/ 0 w 618"/>
                <a:gd name="T11" fmla="*/ 599 h 716"/>
                <a:gd name="T12" fmla="*/ 317 w 618"/>
                <a:gd name="T13" fmla="*/ 599 h 716"/>
                <a:gd name="T14" fmla="*/ 475 w 618"/>
                <a:gd name="T15" fmla="*/ 716 h 716"/>
                <a:gd name="T16" fmla="*/ 47 w 618"/>
                <a:gd name="T17" fmla="*/ 46 h 716"/>
                <a:gd name="T18" fmla="*/ 571 w 618"/>
                <a:gd name="T19" fmla="*/ 46 h 716"/>
                <a:gd name="T20" fmla="*/ 571 w 618"/>
                <a:gd name="T21" fmla="*/ 554 h 716"/>
                <a:gd name="T22" fmla="*/ 428 w 618"/>
                <a:gd name="T23" fmla="*/ 554 h 716"/>
                <a:gd name="T24" fmla="*/ 428 w 618"/>
                <a:gd name="T25" fmla="*/ 623 h 716"/>
                <a:gd name="T26" fmla="*/ 332 w 618"/>
                <a:gd name="T27" fmla="*/ 554 h 716"/>
                <a:gd name="T28" fmla="*/ 47 w 618"/>
                <a:gd name="T29" fmla="*/ 554 h 716"/>
                <a:gd name="T30" fmla="*/ 47 w 618"/>
                <a:gd name="T31" fmla="*/ 46 h 716"/>
                <a:gd name="T32" fmla="*/ 47 w 618"/>
                <a:gd name="T33" fmla="*/ 46 h 716"/>
                <a:gd name="T34" fmla="*/ 47 w 618"/>
                <a:gd name="T35" fmla="*/ 4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8" h="716">
                  <a:moveTo>
                    <a:pt x="475" y="716"/>
                  </a:moveTo>
                  <a:lnTo>
                    <a:pt x="475" y="599"/>
                  </a:lnTo>
                  <a:lnTo>
                    <a:pt x="618" y="599"/>
                  </a:lnTo>
                  <a:lnTo>
                    <a:pt x="618" y="0"/>
                  </a:lnTo>
                  <a:lnTo>
                    <a:pt x="0" y="0"/>
                  </a:lnTo>
                  <a:lnTo>
                    <a:pt x="0" y="599"/>
                  </a:lnTo>
                  <a:lnTo>
                    <a:pt x="317" y="599"/>
                  </a:lnTo>
                  <a:lnTo>
                    <a:pt x="475" y="716"/>
                  </a:lnTo>
                  <a:close/>
                  <a:moveTo>
                    <a:pt x="47" y="46"/>
                  </a:moveTo>
                  <a:lnTo>
                    <a:pt x="571" y="46"/>
                  </a:lnTo>
                  <a:lnTo>
                    <a:pt x="571" y="554"/>
                  </a:lnTo>
                  <a:lnTo>
                    <a:pt x="428" y="554"/>
                  </a:lnTo>
                  <a:lnTo>
                    <a:pt x="428" y="623"/>
                  </a:lnTo>
                  <a:lnTo>
                    <a:pt x="332" y="554"/>
                  </a:lnTo>
                  <a:lnTo>
                    <a:pt x="47" y="554"/>
                  </a:lnTo>
                  <a:lnTo>
                    <a:pt x="47" y="46"/>
                  </a:lnTo>
                  <a:close/>
                  <a:moveTo>
                    <a:pt x="47" y="46"/>
                  </a:moveTo>
                  <a:lnTo>
                    <a:pt x="47" y="46"/>
                  </a:lnTo>
                  <a:close/>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66" name="Freeform 33">
              <a:extLst>
                <a:ext uri="{FF2B5EF4-FFF2-40B4-BE49-F238E27FC236}">
                  <a16:creationId xmlns:a16="http://schemas.microsoft.com/office/drawing/2014/main" id="{831503EE-E400-4FA1-A381-5436775A8FF0}"/>
                </a:ext>
              </a:extLst>
            </p:cNvPr>
            <p:cNvSpPr>
              <a:spLocks noEditPoints="1"/>
            </p:cNvSpPr>
            <p:nvPr/>
          </p:nvSpPr>
          <p:spPr bwMode="auto">
            <a:xfrm>
              <a:off x="2500" y="4290"/>
              <a:ext cx="618" cy="716"/>
            </a:xfrm>
            <a:custGeom>
              <a:avLst/>
              <a:gdLst>
                <a:gd name="T0" fmla="*/ 475 w 618"/>
                <a:gd name="T1" fmla="*/ 716 h 716"/>
                <a:gd name="T2" fmla="*/ 475 w 618"/>
                <a:gd name="T3" fmla="*/ 599 h 716"/>
                <a:gd name="T4" fmla="*/ 618 w 618"/>
                <a:gd name="T5" fmla="*/ 599 h 716"/>
                <a:gd name="T6" fmla="*/ 618 w 618"/>
                <a:gd name="T7" fmla="*/ 0 h 716"/>
                <a:gd name="T8" fmla="*/ 0 w 618"/>
                <a:gd name="T9" fmla="*/ 0 h 716"/>
                <a:gd name="T10" fmla="*/ 0 w 618"/>
                <a:gd name="T11" fmla="*/ 599 h 716"/>
                <a:gd name="T12" fmla="*/ 317 w 618"/>
                <a:gd name="T13" fmla="*/ 599 h 716"/>
                <a:gd name="T14" fmla="*/ 475 w 618"/>
                <a:gd name="T15" fmla="*/ 716 h 716"/>
                <a:gd name="T16" fmla="*/ 47 w 618"/>
                <a:gd name="T17" fmla="*/ 46 h 716"/>
                <a:gd name="T18" fmla="*/ 571 w 618"/>
                <a:gd name="T19" fmla="*/ 46 h 716"/>
                <a:gd name="T20" fmla="*/ 571 w 618"/>
                <a:gd name="T21" fmla="*/ 554 h 716"/>
                <a:gd name="T22" fmla="*/ 428 w 618"/>
                <a:gd name="T23" fmla="*/ 554 h 716"/>
                <a:gd name="T24" fmla="*/ 428 w 618"/>
                <a:gd name="T25" fmla="*/ 623 h 716"/>
                <a:gd name="T26" fmla="*/ 332 w 618"/>
                <a:gd name="T27" fmla="*/ 554 h 716"/>
                <a:gd name="T28" fmla="*/ 47 w 618"/>
                <a:gd name="T29" fmla="*/ 554 h 716"/>
                <a:gd name="T30" fmla="*/ 47 w 618"/>
                <a:gd name="T31" fmla="*/ 46 h 716"/>
                <a:gd name="T32" fmla="*/ 47 w 618"/>
                <a:gd name="T33" fmla="*/ 46 h 716"/>
                <a:gd name="T34" fmla="*/ 47 w 618"/>
                <a:gd name="T35" fmla="*/ 4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8" h="716">
                  <a:moveTo>
                    <a:pt x="475" y="716"/>
                  </a:moveTo>
                  <a:lnTo>
                    <a:pt x="475" y="599"/>
                  </a:lnTo>
                  <a:lnTo>
                    <a:pt x="618" y="599"/>
                  </a:lnTo>
                  <a:lnTo>
                    <a:pt x="618" y="0"/>
                  </a:lnTo>
                  <a:lnTo>
                    <a:pt x="0" y="0"/>
                  </a:lnTo>
                  <a:lnTo>
                    <a:pt x="0" y="599"/>
                  </a:lnTo>
                  <a:lnTo>
                    <a:pt x="317" y="599"/>
                  </a:lnTo>
                  <a:lnTo>
                    <a:pt x="475" y="716"/>
                  </a:lnTo>
                  <a:moveTo>
                    <a:pt x="47" y="46"/>
                  </a:moveTo>
                  <a:lnTo>
                    <a:pt x="571" y="46"/>
                  </a:lnTo>
                  <a:lnTo>
                    <a:pt x="571" y="554"/>
                  </a:lnTo>
                  <a:lnTo>
                    <a:pt x="428" y="554"/>
                  </a:lnTo>
                  <a:lnTo>
                    <a:pt x="428" y="623"/>
                  </a:lnTo>
                  <a:lnTo>
                    <a:pt x="332" y="554"/>
                  </a:lnTo>
                  <a:lnTo>
                    <a:pt x="47" y="554"/>
                  </a:lnTo>
                  <a:lnTo>
                    <a:pt x="47" y="46"/>
                  </a:lnTo>
                  <a:moveTo>
                    <a:pt x="47" y="46"/>
                  </a:moveTo>
                  <a:lnTo>
                    <a:pt x="47" y="46"/>
                  </a:lnTo>
                </a:path>
              </a:pathLst>
            </a:custGeom>
            <a:grpFill/>
            <a:ln w="1270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67" name="Rectangle 34">
              <a:extLst>
                <a:ext uri="{FF2B5EF4-FFF2-40B4-BE49-F238E27FC236}">
                  <a16:creationId xmlns:a16="http://schemas.microsoft.com/office/drawing/2014/main" id="{87C3C029-FF1C-4C90-ACEB-965E28162D24}"/>
                </a:ext>
              </a:extLst>
            </p:cNvPr>
            <p:cNvSpPr>
              <a:spLocks noChangeArrowheads="1"/>
            </p:cNvSpPr>
            <p:nvPr/>
          </p:nvSpPr>
          <p:spPr bwMode="auto">
            <a:xfrm>
              <a:off x="2500" y="5075"/>
              <a:ext cx="47" cy="46"/>
            </a:xfrm>
            <a:prstGeom prst="rect">
              <a:avLst/>
            </a:prstGeom>
            <a:grpFill/>
            <a:ln w="1270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sp>
          <p:nvSpPr>
            <p:cNvPr id="168" name="Rectangle 35">
              <a:extLst>
                <a:ext uri="{FF2B5EF4-FFF2-40B4-BE49-F238E27FC236}">
                  <a16:creationId xmlns:a16="http://schemas.microsoft.com/office/drawing/2014/main" id="{9F773C92-8241-4460-9BC2-DAEEE374CA81}"/>
                </a:ext>
              </a:extLst>
            </p:cNvPr>
            <p:cNvSpPr>
              <a:spLocks noChangeArrowheads="1"/>
            </p:cNvSpPr>
            <p:nvPr/>
          </p:nvSpPr>
          <p:spPr bwMode="auto">
            <a:xfrm>
              <a:off x="2596" y="5075"/>
              <a:ext cx="47" cy="46"/>
            </a:xfrm>
            <a:prstGeom prst="rect">
              <a:avLst/>
            </a:prstGeom>
            <a:grpFill/>
            <a:ln w="1270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sp>
          <p:nvSpPr>
            <p:cNvPr id="169" name="Rectangle 36">
              <a:extLst>
                <a:ext uri="{FF2B5EF4-FFF2-40B4-BE49-F238E27FC236}">
                  <a16:creationId xmlns:a16="http://schemas.microsoft.com/office/drawing/2014/main" id="{04BC0771-A84E-4A24-A705-CF6BB80C1F2E}"/>
                </a:ext>
              </a:extLst>
            </p:cNvPr>
            <p:cNvSpPr>
              <a:spLocks noChangeArrowheads="1"/>
            </p:cNvSpPr>
            <p:nvPr/>
          </p:nvSpPr>
          <p:spPr bwMode="auto">
            <a:xfrm>
              <a:off x="2690" y="5075"/>
              <a:ext cx="49" cy="46"/>
            </a:xfrm>
            <a:prstGeom prst="rect">
              <a:avLst/>
            </a:prstGeom>
            <a:grpFill/>
            <a:ln w="1270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sp>
          <p:nvSpPr>
            <p:cNvPr id="170" name="Rectangle 37">
              <a:extLst>
                <a:ext uri="{FF2B5EF4-FFF2-40B4-BE49-F238E27FC236}">
                  <a16:creationId xmlns:a16="http://schemas.microsoft.com/office/drawing/2014/main" id="{0D144C72-67F3-44A4-AEBE-88473F646EE7}"/>
                </a:ext>
              </a:extLst>
            </p:cNvPr>
            <p:cNvSpPr>
              <a:spLocks noChangeArrowheads="1"/>
            </p:cNvSpPr>
            <p:nvPr/>
          </p:nvSpPr>
          <p:spPr bwMode="auto">
            <a:xfrm>
              <a:off x="2596" y="5166"/>
              <a:ext cx="47" cy="48"/>
            </a:xfrm>
            <a:prstGeom prst="rect">
              <a:avLst/>
            </a:prstGeom>
            <a:grpFill/>
            <a:ln w="1270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sp>
          <p:nvSpPr>
            <p:cNvPr id="171" name="Rectangle 38">
              <a:extLst>
                <a:ext uri="{FF2B5EF4-FFF2-40B4-BE49-F238E27FC236}">
                  <a16:creationId xmlns:a16="http://schemas.microsoft.com/office/drawing/2014/main" id="{CD99323A-9C4B-45D2-A33E-AEA8B9604025}"/>
                </a:ext>
              </a:extLst>
            </p:cNvPr>
            <p:cNvSpPr>
              <a:spLocks noChangeArrowheads="1"/>
            </p:cNvSpPr>
            <p:nvPr/>
          </p:nvSpPr>
          <p:spPr bwMode="auto">
            <a:xfrm>
              <a:off x="2690" y="5166"/>
              <a:ext cx="49" cy="48"/>
            </a:xfrm>
            <a:prstGeom prst="rect">
              <a:avLst/>
            </a:prstGeom>
            <a:grpFill/>
            <a:ln w="1270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sp>
          <p:nvSpPr>
            <p:cNvPr id="172" name="Rectangle 39">
              <a:extLst>
                <a:ext uri="{FF2B5EF4-FFF2-40B4-BE49-F238E27FC236}">
                  <a16:creationId xmlns:a16="http://schemas.microsoft.com/office/drawing/2014/main" id="{0E55EAF2-3E0C-430A-AEEA-E84649FB8AC7}"/>
                </a:ext>
              </a:extLst>
            </p:cNvPr>
            <p:cNvSpPr>
              <a:spLocks noChangeArrowheads="1"/>
            </p:cNvSpPr>
            <p:nvPr/>
          </p:nvSpPr>
          <p:spPr bwMode="auto">
            <a:xfrm>
              <a:off x="2500" y="5675"/>
              <a:ext cx="47" cy="45"/>
            </a:xfrm>
            <a:prstGeom prst="rect">
              <a:avLst/>
            </a:prstGeom>
            <a:grpFill/>
            <a:ln w="1270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sp>
          <p:nvSpPr>
            <p:cNvPr id="173" name="Rectangle 40">
              <a:extLst>
                <a:ext uri="{FF2B5EF4-FFF2-40B4-BE49-F238E27FC236}">
                  <a16:creationId xmlns:a16="http://schemas.microsoft.com/office/drawing/2014/main" id="{B6AB1E2A-D0EE-499A-8086-EA905F34663B}"/>
                </a:ext>
              </a:extLst>
            </p:cNvPr>
            <p:cNvSpPr>
              <a:spLocks noChangeArrowheads="1"/>
            </p:cNvSpPr>
            <p:nvPr/>
          </p:nvSpPr>
          <p:spPr bwMode="auto">
            <a:xfrm>
              <a:off x="2596" y="5675"/>
              <a:ext cx="47" cy="45"/>
            </a:xfrm>
            <a:prstGeom prst="rect">
              <a:avLst/>
            </a:prstGeom>
            <a:grpFill/>
            <a:ln w="1270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sp>
          <p:nvSpPr>
            <p:cNvPr id="174" name="Rectangle 41">
              <a:extLst>
                <a:ext uri="{FF2B5EF4-FFF2-40B4-BE49-F238E27FC236}">
                  <a16:creationId xmlns:a16="http://schemas.microsoft.com/office/drawing/2014/main" id="{7FFA8CF3-8FAF-419D-9DE7-86DD12977D3E}"/>
                </a:ext>
              </a:extLst>
            </p:cNvPr>
            <p:cNvSpPr>
              <a:spLocks noChangeArrowheads="1"/>
            </p:cNvSpPr>
            <p:nvPr/>
          </p:nvSpPr>
          <p:spPr bwMode="auto">
            <a:xfrm>
              <a:off x="2690" y="5675"/>
              <a:ext cx="49" cy="45"/>
            </a:xfrm>
            <a:prstGeom prst="rect">
              <a:avLst/>
            </a:prstGeom>
            <a:grpFill/>
            <a:ln w="1270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sp>
          <p:nvSpPr>
            <p:cNvPr id="175" name="Rectangle 42">
              <a:extLst>
                <a:ext uri="{FF2B5EF4-FFF2-40B4-BE49-F238E27FC236}">
                  <a16:creationId xmlns:a16="http://schemas.microsoft.com/office/drawing/2014/main" id="{2DABF01B-A15F-4697-BDD4-150E3345C506}"/>
                </a:ext>
              </a:extLst>
            </p:cNvPr>
            <p:cNvSpPr>
              <a:spLocks noChangeArrowheads="1"/>
            </p:cNvSpPr>
            <p:nvPr/>
          </p:nvSpPr>
          <p:spPr bwMode="auto">
            <a:xfrm>
              <a:off x="2596" y="5582"/>
              <a:ext cx="47" cy="47"/>
            </a:xfrm>
            <a:prstGeom prst="rect">
              <a:avLst/>
            </a:prstGeom>
            <a:grpFill/>
            <a:ln w="1270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sp>
          <p:nvSpPr>
            <p:cNvPr id="176" name="Rectangle 43">
              <a:extLst>
                <a:ext uri="{FF2B5EF4-FFF2-40B4-BE49-F238E27FC236}">
                  <a16:creationId xmlns:a16="http://schemas.microsoft.com/office/drawing/2014/main" id="{F94D8564-CF68-4D60-8F03-2F396029F125}"/>
                </a:ext>
              </a:extLst>
            </p:cNvPr>
            <p:cNvSpPr>
              <a:spLocks noChangeArrowheads="1"/>
            </p:cNvSpPr>
            <p:nvPr/>
          </p:nvSpPr>
          <p:spPr bwMode="auto">
            <a:xfrm>
              <a:off x="2690" y="5582"/>
              <a:ext cx="49" cy="47"/>
            </a:xfrm>
            <a:prstGeom prst="rect">
              <a:avLst/>
            </a:prstGeom>
            <a:grpFill/>
            <a:ln w="1270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grpSp>
      <p:sp>
        <p:nvSpPr>
          <p:cNvPr id="28" name="Arrow: Down 27">
            <a:extLst>
              <a:ext uri="{FF2B5EF4-FFF2-40B4-BE49-F238E27FC236}">
                <a16:creationId xmlns:a16="http://schemas.microsoft.com/office/drawing/2014/main" id="{09CE92DB-F457-418F-BD89-762717A6ADD2}"/>
              </a:ext>
            </a:extLst>
          </p:cNvPr>
          <p:cNvSpPr/>
          <p:nvPr/>
        </p:nvSpPr>
        <p:spPr bwMode="gray">
          <a:xfrm>
            <a:off x="3771197" y="2716934"/>
            <a:ext cx="304519" cy="507149"/>
          </a:xfrm>
          <a:prstGeom prst="downArrow">
            <a:avLst/>
          </a:prstGeom>
          <a:noFill/>
          <a:ln w="9525" algn="ctr">
            <a:solidFill>
              <a:schemeClr val="accent2"/>
            </a:solid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grpSp>
        <p:nvGrpSpPr>
          <p:cNvPr id="177" name="Group 844">
            <a:extLst>
              <a:ext uri="{FF2B5EF4-FFF2-40B4-BE49-F238E27FC236}">
                <a16:creationId xmlns:a16="http://schemas.microsoft.com/office/drawing/2014/main" id="{1DE7DC88-9808-4242-A3FF-1D8A39A50352}"/>
              </a:ext>
            </a:extLst>
          </p:cNvPr>
          <p:cNvGrpSpPr>
            <a:grpSpLocks noChangeAspect="1"/>
          </p:cNvGrpSpPr>
          <p:nvPr/>
        </p:nvGrpSpPr>
        <p:grpSpPr bwMode="auto">
          <a:xfrm>
            <a:off x="4972393" y="4839864"/>
            <a:ext cx="298157" cy="296659"/>
            <a:chOff x="4371" y="3110"/>
            <a:chExt cx="199" cy="198"/>
          </a:xfrm>
          <a:solidFill>
            <a:schemeClr val="accent3"/>
          </a:solidFill>
        </p:grpSpPr>
        <p:sp>
          <p:nvSpPr>
            <p:cNvPr id="178" name="Freeform 845">
              <a:extLst>
                <a:ext uri="{FF2B5EF4-FFF2-40B4-BE49-F238E27FC236}">
                  <a16:creationId xmlns:a16="http://schemas.microsoft.com/office/drawing/2014/main" id="{7DE7B9EE-31EE-4994-A518-477A1EFC1B4D}"/>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79" name="Freeform 846">
              <a:extLst>
                <a:ext uri="{FF2B5EF4-FFF2-40B4-BE49-F238E27FC236}">
                  <a16:creationId xmlns:a16="http://schemas.microsoft.com/office/drawing/2014/main" id="{02868522-4CBC-4081-9A69-930BF975514E}"/>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80" name="Freeform 847">
              <a:extLst>
                <a:ext uri="{FF2B5EF4-FFF2-40B4-BE49-F238E27FC236}">
                  <a16:creationId xmlns:a16="http://schemas.microsoft.com/office/drawing/2014/main" id="{FD2E8583-9AD8-4EA2-903F-6B0D8A529AAE}"/>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81" name="Freeform 848">
              <a:extLst>
                <a:ext uri="{FF2B5EF4-FFF2-40B4-BE49-F238E27FC236}">
                  <a16:creationId xmlns:a16="http://schemas.microsoft.com/office/drawing/2014/main" id="{6A171736-77DF-4FE0-9712-A86F97AEF473}"/>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82" name="Freeform 849">
              <a:extLst>
                <a:ext uri="{FF2B5EF4-FFF2-40B4-BE49-F238E27FC236}">
                  <a16:creationId xmlns:a16="http://schemas.microsoft.com/office/drawing/2014/main" id="{53EE28FE-7BD2-4074-823C-54BA9A7A817E}"/>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83" name="Freeform 850">
              <a:extLst>
                <a:ext uri="{FF2B5EF4-FFF2-40B4-BE49-F238E27FC236}">
                  <a16:creationId xmlns:a16="http://schemas.microsoft.com/office/drawing/2014/main" id="{E17C6BBF-88FA-45BB-91DF-64B70D99F7E9}"/>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185" name="Group 844">
            <a:extLst>
              <a:ext uri="{FF2B5EF4-FFF2-40B4-BE49-F238E27FC236}">
                <a16:creationId xmlns:a16="http://schemas.microsoft.com/office/drawing/2014/main" id="{C3949A4F-5F0F-4E7F-BAC1-A311FC1F3B56}"/>
              </a:ext>
            </a:extLst>
          </p:cNvPr>
          <p:cNvGrpSpPr>
            <a:grpSpLocks noChangeAspect="1"/>
          </p:cNvGrpSpPr>
          <p:nvPr/>
        </p:nvGrpSpPr>
        <p:grpSpPr bwMode="auto">
          <a:xfrm>
            <a:off x="5317083" y="4839864"/>
            <a:ext cx="298157" cy="296659"/>
            <a:chOff x="4371" y="3110"/>
            <a:chExt cx="199" cy="198"/>
          </a:xfrm>
          <a:solidFill>
            <a:schemeClr val="accent3"/>
          </a:solidFill>
        </p:grpSpPr>
        <p:sp>
          <p:nvSpPr>
            <p:cNvPr id="186" name="Freeform 845">
              <a:extLst>
                <a:ext uri="{FF2B5EF4-FFF2-40B4-BE49-F238E27FC236}">
                  <a16:creationId xmlns:a16="http://schemas.microsoft.com/office/drawing/2014/main" id="{C10C26FA-B5FC-44FF-91F5-92F05F4EC41F}"/>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87" name="Freeform 846">
              <a:extLst>
                <a:ext uri="{FF2B5EF4-FFF2-40B4-BE49-F238E27FC236}">
                  <a16:creationId xmlns:a16="http://schemas.microsoft.com/office/drawing/2014/main" id="{CAC88939-9B5A-4366-88BE-CC1531729689}"/>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88" name="Freeform 847">
              <a:extLst>
                <a:ext uri="{FF2B5EF4-FFF2-40B4-BE49-F238E27FC236}">
                  <a16:creationId xmlns:a16="http://schemas.microsoft.com/office/drawing/2014/main" id="{A15CFA93-3DE6-454F-855E-CECBE68BE79F}"/>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89" name="Freeform 848">
              <a:extLst>
                <a:ext uri="{FF2B5EF4-FFF2-40B4-BE49-F238E27FC236}">
                  <a16:creationId xmlns:a16="http://schemas.microsoft.com/office/drawing/2014/main" id="{53409A72-A398-457A-AD34-C8C6826E1401}"/>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90" name="Freeform 849">
              <a:extLst>
                <a:ext uri="{FF2B5EF4-FFF2-40B4-BE49-F238E27FC236}">
                  <a16:creationId xmlns:a16="http://schemas.microsoft.com/office/drawing/2014/main" id="{3D9ED42A-A0B1-470E-B5F4-F107EEB5DA76}"/>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91" name="Freeform 850">
              <a:extLst>
                <a:ext uri="{FF2B5EF4-FFF2-40B4-BE49-F238E27FC236}">
                  <a16:creationId xmlns:a16="http://schemas.microsoft.com/office/drawing/2014/main" id="{B3FB21D8-53E8-46D1-A9DB-2E5989301C5A}"/>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192" name="Group 844">
            <a:extLst>
              <a:ext uri="{FF2B5EF4-FFF2-40B4-BE49-F238E27FC236}">
                <a16:creationId xmlns:a16="http://schemas.microsoft.com/office/drawing/2014/main" id="{19794308-CF84-4530-98CC-F6E55D23DA14}"/>
              </a:ext>
            </a:extLst>
          </p:cNvPr>
          <p:cNvGrpSpPr>
            <a:grpSpLocks noChangeAspect="1"/>
          </p:cNvGrpSpPr>
          <p:nvPr/>
        </p:nvGrpSpPr>
        <p:grpSpPr bwMode="auto">
          <a:xfrm>
            <a:off x="5665480" y="4839864"/>
            <a:ext cx="298157" cy="296659"/>
            <a:chOff x="4371" y="3110"/>
            <a:chExt cx="199" cy="198"/>
          </a:xfrm>
          <a:solidFill>
            <a:schemeClr val="accent3"/>
          </a:solidFill>
        </p:grpSpPr>
        <p:sp>
          <p:nvSpPr>
            <p:cNvPr id="193" name="Freeform 845">
              <a:extLst>
                <a:ext uri="{FF2B5EF4-FFF2-40B4-BE49-F238E27FC236}">
                  <a16:creationId xmlns:a16="http://schemas.microsoft.com/office/drawing/2014/main" id="{0EECC40E-D973-48CA-826A-0C6044F478C2}"/>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94" name="Freeform 846">
              <a:extLst>
                <a:ext uri="{FF2B5EF4-FFF2-40B4-BE49-F238E27FC236}">
                  <a16:creationId xmlns:a16="http://schemas.microsoft.com/office/drawing/2014/main" id="{234D0025-EC20-456D-95DC-C825D8165452}"/>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95" name="Freeform 847">
              <a:extLst>
                <a:ext uri="{FF2B5EF4-FFF2-40B4-BE49-F238E27FC236}">
                  <a16:creationId xmlns:a16="http://schemas.microsoft.com/office/drawing/2014/main" id="{634B2E30-2393-48FA-A732-17CCB7911CEF}"/>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96" name="Freeform 848">
              <a:extLst>
                <a:ext uri="{FF2B5EF4-FFF2-40B4-BE49-F238E27FC236}">
                  <a16:creationId xmlns:a16="http://schemas.microsoft.com/office/drawing/2014/main" id="{1A7215A0-24CE-4B0C-80BE-AEC46B3AE5B6}"/>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97" name="Freeform 849">
              <a:extLst>
                <a:ext uri="{FF2B5EF4-FFF2-40B4-BE49-F238E27FC236}">
                  <a16:creationId xmlns:a16="http://schemas.microsoft.com/office/drawing/2014/main" id="{D7BE5640-DE37-4B2D-BAFC-F49003B60F8B}"/>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198" name="Freeform 850">
              <a:extLst>
                <a:ext uri="{FF2B5EF4-FFF2-40B4-BE49-F238E27FC236}">
                  <a16:creationId xmlns:a16="http://schemas.microsoft.com/office/drawing/2014/main" id="{3D6D160C-7ED6-4A87-8E22-9971455D83B2}"/>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199" name="Group 844">
            <a:extLst>
              <a:ext uri="{FF2B5EF4-FFF2-40B4-BE49-F238E27FC236}">
                <a16:creationId xmlns:a16="http://schemas.microsoft.com/office/drawing/2014/main" id="{B8660E52-101B-4F06-A92C-F398B10F358F}"/>
              </a:ext>
            </a:extLst>
          </p:cNvPr>
          <p:cNvGrpSpPr>
            <a:grpSpLocks noChangeAspect="1"/>
          </p:cNvGrpSpPr>
          <p:nvPr/>
        </p:nvGrpSpPr>
        <p:grpSpPr bwMode="auto">
          <a:xfrm>
            <a:off x="6010170" y="4839864"/>
            <a:ext cx="298157" cy="296659"/>
            <a:chOff x="4371" y="3110"/>
            <a:chExt cx="199" cy="198"/>
          </a:xfrm>
          <a:solidFill>
            <a:schemeClr val="accent3"/>
          </a:solidFill>
        </p:grpSpPr>
        <p:sp>
          <p:nvSpPr>
            <p:cNvPr id="200" name="Freeform 845">
              <a:extLst>
                <a:ext uri="{FF2B5EF4-FFF2-40B4-BE49-F238E27FC236}">
                  <a16:creationId xmlns:a16="http://schemas.microsoft.com/office/drawing/2014/main" id="{0CFBBC89-208B-4C16-907C-72F0C507713D}"/>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01" name="Freeform 846">
              <a:extLst>
                <a:ext uri="{FF2B5EF4-FFF2-40B4-BE49-F238E27FC236}">
                  <a16:creationId xmlns:a16="http://schemas.microsoft.com/office/drawing/2014/main" id="{3F54B557-6591-4640-982F-4BBB95963E25}"/>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02" name="Freeform 847">
              <a:extLst>
                <a:ext uri="{FF2B5EF4-FFF2-40B4-BE49-F238E27FC236}">
                  <a16:creationId xmlns:a16="http://schemas.microsoft.com/office/drawing/2014/main" id="{0715FDD5-171D-4B69-BDBA-7C2DD7DF86AA}"/>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03" name="Freeform 848">
              <a:extLst>
                <a:ext uri="{FF2B5EF4-FFF2-40B4-BE49-F238E27FC236}">
                  <a16:creationId xmlns:a16="http://schemas.microsoft.com/office/drawing/2014/main" id="{4024755A-0763-4AFB-8A2D-3B9124B20AC7}"/>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04" name="Freeform 849">
              <a:extLst>
                <a:ext uri="{FF2B5EF4-FFF2-40B4-BE49-F238E27FC236}">
                  <a16:creationId xmlns:a16="http://schemas.microsoft.com/office/drawing/2014/main" id="{3C83B633-ACFE-431B-80EF-4847209A248A}"/>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05" name="Freeform 850">
              <a:extLst>
                <a:ext uri="{FF2B5EF4-FFF2-40B4-BE49-F238E27FC236}">
                  <a16:creationId xmlns:a16="http://schemas.microsoft.com/office/drawing/2014/main" id="{B0C3D48A-3535-4E42-BE9D-DB461F502C53}"/>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206" name="Group 844">
            <a:extLst>
              <a:ext uri="{FF2B5EF4-FFF2-40B4-BE49-F238E27FC236}">
                <a16:creationId xmlns:a16="http://schemas.microsoft.com/office/drawing/2014/main" id="{9E1FC628-44C9-4DD9-8D47-A7C0CFED0B7E}"/>
              </a:ext>
            </a:extLst>
          </p:cNvPr>
          <p:cNvGrpSpPr>
            <a:grpSpLocks noChangeAspect="1"/>
          </p:cNvGrpSpPr>
          <p:nvPr/>
        </p:nvGrpSpPr>
        <p:grpSpPr bwMode="auto">
          <a:xfrm>
            <a:off x="5137380" y="4511108"/>
            <a:ext cx="298157" cy="296659"/>
            <a:chOff x="4371" y="3110"/>
            <a:chExt cx="199" cy="198"/>
          </a:xfrm>
          <a:solidFill>
            <a:schemeClr val="accent3"/>
          </a:solidFill>
        </p:grpSpPr>
        <p:sp>
          <p:nvSpPr>
            <p:cNvPr id="207" name="Freeform 845">
              <a:extLst>
                <a:ext uri="{FF2B5EF4-FFF2-40B4-BE49-F238E27FC236}">
                  <a16:creationId xmlns:a16="http://schemas.microsoft.com/office/drawing/2014/main" id="{D9E84B39-9628-4CD3-A07E-32DBA13EB044}"/>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08" name="Freeform 846">
              <a:extLst>
                <a:ext uri="{FF2B5EF4-FFF2-40B4-BE49-F238E27FC236}">
                  <a16:creationId xmlns:a16="http://schemas.microsoft.com/office/drawing/2014/main" id="{ECABA6DD-F5ED-4F6F-8B93-6BF5FBA8EBE0}"/>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09" name="Freeform 847">
              <a:extLst>
                <a:ext uri="{FF2B5EF4-FFF2-40B4-BE49-F238E27FC236}">
                  <a16:creationId xmlns:a16="http://schemas.microsoft.com/office/drawing/2014/main" id="{7748F1D0-1CBF-47B7-9E6A-C0BF7E027C69}"/>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10" name="Freeform 848">
              <a:extLst>
                <a:ext uri="{FF2B5EF4-FFF2-40B4-BE49-F238E27FC236}">
                  <a16:creationId xmlns:a16="http://schemas.microsoft.com/office/drawing/2014/main" id="{ED8B2D9B-96E6-4A84-8CE6-477E270C842A}"/>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11" name="Freeform 849">
              <a:extLst>
                <a:ext uri="{FF2B5EF4-FFF2-40B4-BE49-F238E27FC236}">
                  <a16:creationId xmlns:a16="http://schemas.microsoft.com/office/drawing/2014/main" id="{DA120131-1F1B-4AE2-941C-91159559397D}"/>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12" name="Freeform 850">
              <a:extLst>
                <a:ext uri="{FF2B5EF4-FFF2-40B4-BE49-F238E27FC236}">
                  <a16:creationId xmlns:a16="http://schemas.microsoft.com/office/drawing/2014/main" id="{89BFB90F-5694-455E-8EBD-2DD0FE2CAFDC}"/>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213" name="Group 844">
            <a:extLst>
              <a:ext uri="{FF2B5EF4-FFF2-40B4-BE49-F238E27FC236}">
                <a16:creationId xmlns:a16="http://schemas.microsoft.com/office/drawing/2014/main" id="{26B0F611-DC1D-446A-9556-D19A62332D27}"/>
              </a:ext>
            </a:extLst>
          </p:cNvPr>
          <p:cNvGrpSpPr>
            <a:grpSpLocks noChangeAspect="1"/>
          </p:cNvGrpSpPr>
          <p:nvPr/>
        </p:nvGrpSpPr>
        <p:grpSpPr bwMode="auto">
          <a:xfrm>
            <a:off x="5482071" y="4511108"/>
            <a:ext cx="298157" cy="296659"/>
            <a:chOff x="4371" y="3110"/>
            <a:chExt cx="199" cy="198"/>
          </a:xfrm>
          <a:solidFill>
            <a:schemeClr val="accent3"/>
          </a:solidFill>
        </p:grpSpPr>
        <p:sp>
          <p:nvSpPr>
            <p:cNvPr id="214" name="Freeform 845">
              <a:extLst>
                <a:ext uri="{FF2B5EF4-FFF2-40B4-BE49-F238E27FC236}">
                  <a16:creationId xmlns:a16="http://schemas.microsoft.com/office/drawing/2014/main" id="{95D5EFBF-6BDC-4E19-B145-C929DF1C1663}"/>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15" name="Freeform 846">
              <a:extLst>
                <a:ext uri="{FF2B5EF4-FFF2-40B4-BE49-F238E27FC236}">
                  <a16:creationId xmlns:a16="http://schemas.microsoft.com/office/drawing/2014/main" id="{450CD42D-13C2-44C6-9CF1-E518055926EC}"/>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16" name="Freeform 847">
              <a:extLst>
                <a:ext uri="{FF2B5EF4-FFF2-40B4-BE49-F238E27FC236}">
                  <a16:creationId xmlns:a16="http://schemas.microsoft.com/office/drawing/2014/main" id="{886C9DD9-DB81-4803-A3BF-DE579A6A0D9A}"/>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17" name="Freeform 848">
              <a:extLst>
                <a:ext uri="{FF2B5EF4-FFF2-40B4-BE49-F238E27FC236}">
                  <a16:creationId xmlns:a16="http://schemas.microsoft.com/office/drawing/2014/main" id="{7D93F06A-3FDC-4ADE-B757-054434A61936}"/>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18" name="Freeform 849">
              <a:extLst>
                <a:ext uri="{FF2B5EF4-FFF2-40B4-BE49-F238E27FC236}">
                  <a16:creationId xmlns:a16="http://schemas.microsoft.com/office/drawing/2014/main" id="{4FCF4770-7E18-4C57-A0A9-D376114B3E43}"/>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19" name="Freeform 850">
              <a:extLst>
                <a:ext uri="{FF2B5EF4-FFF2-40B4-BE49-F238E27FC236}">
                  <a16:creationId xmlns:a16="http://schemas.microsoft.com/office/drawing/2014/main" id="{7C0730FB-105D-47CE-B8FC-4918BECB3FF3}"/>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220" name="Group 844">
            <a:extLst>
              <a:ext uri="{FF2B5EF4-FFF2-40B4-BE49-F238E27FC236}">
                <a16:creationId xmlns:a16="http://schemas.microsoft.com/office/drawing/2014/main" id="{9CF23813-4E8B-45BB-80B7-5BE2E2E2175A}"/>
              </a:ext>
            </a:extLst>
          </p:cNvPr>
          <p:cNvGrpSpPr>
            <a:grpSpLocks noChangeAspect="1"/>
          </p:cNvGrpSpPr>
          <p:nvPr/>
        </p:nvGrpSpPr>
        <p:grpSpPr bwMode="auto">
          <a:xfrm>
            <a:off x="5830468" y="4511108"/>
            <a:ext cx="298157" cy="296659"/>
            <a:chOff x="4371" y="3110"/>
            <a:chExt cx="199" cy="198"/>
          </a:xfrm>
          <a:solidFill>
            <a:schemeClr val="accent3"/>
          </a:solidFill>
        </p:grpSpPr>
        <p:sp>
          <p:nvSpPr>
            <p:cNvPr id="221" name="Freeform 845">
              <a:extLst>
                <a:ext uri="{FF2B5EF4-FFF2-40B4-BE49-F238E27FC236}">
                  <a16:creationId xmlns:a16="http://schemas.microsoft.com/office/drawing/2014/main" id="{1DD79EA0-4E08-42A4-BEBE-A31BC4C0EA4F}"/>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22" name="Freeform 846">
              <a:extLst>
                <a:ext uri="{FF2B5EF4-FFF2-40B4-BE49-F238E27FC236}">
                  <a16:creationId xmlns:a16="http://schemas.microsoft.com/office/drawing/2014/main" id="{0497B94D-63CB-4A8A-9D49-A56D28EF22EF}"/>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23" name="Freeform 847">
              <a:extLst>
                <a:ext uri="{FF2B5EF4-FFF2-40B4-BE49-F238E27FC236}">
                  <a16:creationId xmlns:a16="http://schemas.microsoft.com/office/drawing/2014/main" id="{4941683E-354D-443D-8B65-4684B1F1296D}"/>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24" name="Freeform 848">
              <a:extLst>
                <a:ext uri="{FF2B5EF4-FFF2-40B4-BE49-F238E27FC236}">
                  <a16:creationId xmlns:a16="http://schemas.microsoft.com/office/drawing/2014/main" id="{45F2C366-8EE7-4363-BBBE-9F714F17C5B8}"/>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25" name="Freeform 849">
              <a:extLst>
                <a:ext uri="{FF2B5EF4-FFF2-40B4-BE49-F238E27FC236}">
                  <a16:creationId xmlns:a16="http://schemas.microsoft.com/office/drawing/2014/main" id="{731F7568-897F-4C33-A0F7-674A0A9A7AD3}"/>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26" name="Freeform 850">
              <a:extLst>
                <a:ext uri="{FF2B5EF4-FFF2-40B4-BE49-F238E27FC236}">
                  <a16:creationId xmlns:a16="http://schemas.microsoft.com/office/drawing/2014/main" id="{C2F3482E-6E25-499B-9074-9191651E0457}"/>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sp>
        <p:nvSpPr>
          <p:cNvPr id="283" name="TextBox 282">
            <a:extLst>
              <a:ext uri="{FF2B5EF4-FFF2-40B4-BE49-F238E27FC236}">
                <a16:creationId xmlns:a16="http://schemas.microsoft.com/office/drawing/2014/main" id="{A55AE46F-E218-4842-BFCC-D848772F4182}"/>
              </a:ext>
            </a:extLst>
          </p:cNvPr>
          <p:cNvSpPr txBox="1"/>
          <p:nvPr/>
        </p:nvSpPr>
        <p:spPr>
          <a:xfrm flipH="1">
            <a:off x="8716022" y="4456916"/>
            <a:ext cx="915452" cy="317459"/>
          </a:xfrm>
          <a:prstGeom prst="rect">
            <a:avLst/>
          </a:prstGeom>
          <a:noFill/>
        </p:spPr>
        <p:txBody>
          <a:bodyPr wrap="square" rtlCol="0">
            <a:spAutoFit/>
          </a:bodyPr>
          <a:lstStyle/>
          <a:p>
            <a:r>
              <a:rPr lang="en-US" sz="1463" b="1" dirty="0">
                <a:solidFill>
                  <a:schemeClr val="accent3">
                    <a:lumMod val="75000"/>
                  </a:schemeClr>
                </a:solidFill>
              </a:rPr>
              <a:t>+100</a:t>
            </a:r>
          </a:p>
        </p:txBody>
      </p:sp>
      <p:grpSp>
        <p:nvGrpSpPr>
          <p:cNvPr id="290" name="Group 844">
            <a:extLst>
              <a:ext uri="{FF2B5EF4-FFF2-40B4-BE49-F238E27FC236}">
                <a16:creationId xmlns:a16="http://schemas.microsoft.com/office/drawing/2014/main" id="{B77EA253-5E51-4379-AFEF-198546D207B5}"/>
              </a:ext>
            </a:extLst>
          </p:cNvPr>
          <p:cNvGrpSpPr>
            <a:grpSpLocks noChangeAspect="1"/>
          </p:cNvGrpSpPr>
          <p:nvPr/>
        </p:nvGrpSpPr>
        <p:grpSpPr bwMode="auto">
          <a:xfrm>
            <a:off x="7944193" y="4839864"/>
            <a:ext cx="298157" cy="296659"/>
            <a:chOff x="4371" y="3110"/>
            <a:chExt cx="199" cy="198"/>
          </a:xfrm>
          <a:solidFill>
            <a:schemeClr val="accent3"/>
          </a:solidFill>
        </p:grpSpPr>
        <p:sp>
          <p:nvSpPr>
            <p:cNvPr id="291" name="Freeform 845">
              <a:extLst>
                <a:ext uri="{FF2B5EF4-FFF2-40B4-BE49-F238E27FC236}">
                  <a16:creationId xmlns:a16="http://schemas.microsoft.com/office/drawing/2014/main" id="{A6F5C1F6-8831-4BBD-8652-3D1B7B14A24D}"/>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92" name="Freeform 846">
              <a:extLst>
                <a:ext uri="{FF2B5EF4-FFF2-40B4-BE49-F238E27FC236}">
                  <a16:creationId xmlns:a16="http://schemas.microsoft.com/office/drawing/2014/main" id="{94A6B741-4CAC-4666-A7A5-34140AC13B70}"/>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93" name="Freeform 847">
              <a:extLst>
                <a:ext uri="{FF2B5EF4-FFF2-40B4-BE49-F238E27FC236}">
                  <a16:creationId xmlns:a16="http://schemas.microsoft.com/office/drawing/2014/main" id="{57C8FCB9-0683-46D9-A17B-069330A59369}"/>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94" name="Freeform 848">
              <a:extLst>
                <a:ext uri="{FF2B5EF4-FFF2-40B4-BE49-F238E27FC236}">
                  <a16:creationId xmlns:a16="http://schemas.microsoft.com/office/drawing/2014/main" id="{66527B86-5910-4182-A828-CB6FAB41A6FC}"/>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95" name="Freeform 849">
              <a:extLst>
                <a:ext uri="{FF2B5EF4-FFF2-40B4-BE49-F238E27FC236}">
                  <a16:creationId xmlns:a16="http://schemas.microsoft.com/office/drawing/2014/main" id="{38ABC072-0C86-4FCA-8FF4-7E15AFD66C08}"/>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96" name="Freeform 850">
              <a:extLst>
                <a:ext uri="{FF2B5EF4-FFF2-40B4-BE49-F238E27FC236}">
                  <a16:creationId xmlns:a16="http://schemas.microsoft.com/office/drawing/2014/main" id="{E5A14695-B227-42FD-A0F1-E5663F740C9C}"/>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297" name="Group 844">
            <a:extLst>
              <a:ext uri="{FF2B5EF4-FFF2-40B4-BE49-F238E27FC236}">
                <a16:creationId xmlns:a16="http://schemas.microsoft.com/office/drawing/2014/main" id="{A5E13FE7-F24A-4A6B-A685-16AB8A40C865}"/>
              </a:ext>
            </a:extLst>
          </p:cNvPr>
          <p:cNvGrpSpPr>
            <a:grpSpLocks noChangeAspect="1"/>
          </p:cNvGrpSpPr>
          <p:nvPr/>
        </p:nvGrpSpPr>
        <p:grpSpPr bwMode="auto">
          <a:xfrm>
            <a:off x="8288883" y="4839864"/>
            <a:ext cx="298157" cy="296659"/>
            <a:chOff x="4371" y="3110"/>
            <a:chExt cx="199" cy="198"/>
          </a:xfrm>
          <a:solidFill>
            <a:schemeClr val="accent3"/>
          </a:solidFill>
        </p:grpSpPr>
        <p:sp>
          <p:nvSpPr>
            <p:cNvPr id="298" name="Freeform 845">
              <a:extLst>
                <a:ext uri="{FF2B5EF4-FFF2-40B4-BE49-F238E27FC236}">
                  <a16:creationId xmlns:a16="http://schemas.microsoft.com/office/drawing/2014/main" id="{61EA677A-83C2-45CB-8F26-01AB4D7E8759}"/>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299" name="Freeform 846">
              <a:extLst>
                <a:ext uri="{FF2B5EF4-FFF2-40B4-BE49-F238E27FC236}">
                  <a16:creationId xmlns:a16="http://schemas.microsoft.com/office/drawing/2014/main" id="{4F799061-DB50-41A1-967A-8A2680CC0922}"/>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00" name="Freeform 847">
              <a:extLst>
                <a:ext uri="{FF2B5EF4-FFF2-40B4-BE49-F238E27FC236}">
                  <a16:creationId xmlns:a16="http://schemas.microsoft.com/office/drawing/2014/main" id="{AF0328AF-7C79-410E-B639-CE6A0B15E2C9}"/>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01" name="Freeform 848">
              <a:extLst>
                <a:ext uri="{FF2B5EF4-FFF2-40B4-BE49-F238E27FC236}">
                  <a16:creationId xmlns:a16="http://schemas.microsoft.com/office/drawing/2014/main" id="{4B0F4581-0EC4-4F27-8656-292BDBB53686}"/>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02" name="Freeform 849">
              <a:extLst>
                <a:ext uri="{FF2B5EF4-FFF2-40B4-BE49-F238E27FC236}">
                  <a16:creationId xmlns:a16="http://schemas.microsoft.com/office/drawing/2014/main" id="{296746B7-5C6D-4D28-8D92-4FCBA3B4F666}"/>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03" name="Freeform 850">
              <a:extLst>
                <a:ext uri="{FF2B5EF4-FFF2-40B4-BE49-F238E27FC236}">
                  <a16:creationId xmlns:a16="http://schemas.microsoft.com/office/drawing/2014/main" id="{BBFC01F1-ADDD-4051-8F86-75551F998C18}"/>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304" name="Group 844">
            <a:extLst>
              <a:ext uri="{FF2B5EF4-FFF2-40B4-BE49-F238E27FC236}">
                <a16:creationId xmlns:a16="http://schemas.microsoft.com/office/drawing/2014/main" id="{1F61F91C-D963-43F5-8038-F289F671549F}"/>
              </a:ext>
            </a:extLst>
          </p:cNvPr>
          <p:cNvGrpSpPr>
            <a:grpSpLocks noChangeAspect="1"/>
          </p:cNvGrpSpPr>
          <p:nvPr/>
        </p:nvGrpSpPr>
        <p:grpSpPr bwMode="auto">
          <a:xfrm>
            <a:off x="8637280" y="4839864"/>
            <a:ext cx="298157" cy="296659"/>
            <a:chOff x="4371" y="3110"/>
            <a:chExt cx="199" cy="198"/>
          </a:xfrm>
          <a:solidFill>
            <a:schemeClr val="accent3"/>
          </a:solidFill>
        </p:grpSpPr>
        <p:sp>
          <p:nvSpPr>
            <p:cNvPr id="305" name="Freeform 845">
              <a:extLst>
                <a:ext uri="{FF2B5EF4-FFF2-40B4-BE49-F238E27FC236}">
                  <a16:creationId xmlns:a16="http://schemas.microsoft.com/office/drawing/2014/main" id="{85327D62-0DBE-412D-8FC3-2D6BAE34B609}"/>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06" name="Freeform 846">
              <a:extLst>
                <a:ext uri="{FF2B5EF4-FFF2-40B4-BE49-F238E27FC236}">
                  <a16:creationId xmlns:a16="http://schemas.microsoft.com/office/drawing/2014/main" id="{818F2975-3D83-404F-9E55-8E8FB4D4E885}"/>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07" name="Freeform 847">
              <a:extLst>
                <a:ext uri="{FF2B5EF4-FFF2-40B4-BE49-F238E27FC236}">
                  <a16:creationId xmlns:a16="http://schemas.microsoft.com/office/drawing/2014/main" id="{EA21159E-E877-4003-8794-8630943EAB03}"/>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08" name="Freeform 848">
              <a:extLst>
                <a:ext uri="{FF2B5EF4-FFF2-40B4-BE49-F238E27FC236}">
                  <a16:creationId xmlns:a16="http://schemas.microsoft.com/office/drawing/2014/main" id="{3A36A992-EBCB-48A3-9692-2BFB73CA942C}"/>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09" name="Freeform 849">
              <a:extLst>
                <a:ext uri="{FF2B5EF4-FFF2-40B4-BE49-F238E27FC236}">
                  <a16:creationId xmlns:a16="http://schemas.microsoft.com/office/drawing/2014/main" id="{CB11EDF7-48B7-49B7-A21C-DA6B72769D57}"/>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10" name="Freeform 850">
              <a:extLst>
                <a:ext uri="{FF2B5EF4-FFF2-40B4-BE49-F238E27FC236}">
                  <a16:creationId xmlns:a16="http://schemas.microsoft.com/office/drawing/2014/main" id="{933E5A5D-D9CE-4F38-8C82-97EE58BDA711}"/>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311" name="Group 844">
            <a:extLst>
              <a:ext uri="{FF2B5EF4-FFF2-40B4-BE49-F238E27FC236}">
                <a16:creationId xmlns:a16="http://schemas.microsoft.com/office/drawing/2014/main" id="{765FB01B-0FFC-43EA-9F97-6D97C0BD426B}"/>
              </a:ext>
            </a:extLst>
          </p:cNvPr>
          <p:cNvGrpSpPr>
            <a:grpSpLocks noChangeAspect="1"/>
          </p:cNvGrpSpPr>
          <p:nvPr/>
        </p:nvGrpSpPr>
        <p:grpSpPr bwMode="auto">
          <a:xfrm>
            <a:off x="8981970" y="4839862"/>
            <a:ext cx="298157" cy="296659"/>
            <a:chOff x="4371" y="3110"/>
            <a:chExt cx="199" cy="198"/>
          </a:xfrm>
          <a:solidFill>
            <a:schemeClr val="accent3"/>
          </a:solidFill>
        </p:grpSpPr>
        <p:sp>
          <p:nvSpPr>
            <p:cNvPr id="312" name="Freeform 845">
              <a:extLst>
                <a:ext uri="{FF2B5EF4-FFF2-40B4-BE49-F238E27FC236}">
                  <a16:creationId xmlns:a16="http://schemas.microsoft.com/office/drawing/2014/main" id="{9F3C28EA-91A1-4C7D-820F-B77AB8F93452}"/>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13" name="Freeform 846">
              <a:extLst>
                <a:ext uri="{FF2B5EF4-FFF2-40B4-BE49-F238E27FC236}">
                  <a16:creationId xmlns:a16="http://schemas.microsoft.com/office/drawing/2014/main" id="{F0647DBF-073E-4DB7-8D30-99576CC4ACCE}"/>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14" name="Freeform 847">
              <a:extLst>
                <a:ext uri="{FF2B5EF4-FFF2-40B4-BE49-F238E27FC236}">
                  <a16:creationId xmlns:a16="http://schemas.microsoft.com/office/drawing/2014/main" id="{22249B6A-0E52-4C0D-908F-871AD5CCDF62}"/>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15" name="Freeform 848">
              <a:extLst>
                <a:ext uri="{FF2B5EF4-FFF2-40B4-BE49-F238E27FC236}">
                  <a16:creationId xmlns:a16="http://schemas.microsoft.com/office/drawing/2014/main" id="{1E1ED4B3-C402-49EC-A158-52306FF2D662}"/>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16" name="Freeform 849">
              <a:extLst>
                <a:ext uri="{FF2B5EF4-FFF2-40B4-BE49-F238E27FC236}">
                  <a16:creationId xmlns:a16="http://schemas.microsoft.com/office/drawing/2014/main" id="{BC784B6B-FCC6-45B5-B7B8-F1B638301DC4}"/>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17" name="Freeform 850">
              <a:extLst>
                <a:ext uri="{FF2B5EF4-FFF2-40B4-BE49-F238E27FC236}">
                  <a16:creationId xmlns:a16="http://schemas.microsoft.com/office/drawing/2014/main" id="{D723D877-32C1-4252-9344-8A403F3A83E1}"/>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318" name="Group 844">
            <a:extLst>
              <a:ext uri="{FF2B5EF4-FFF2-40B4-BE49-F238E27FC236}">
                <a16:creationId xmlns:a16="http://schemas.microsoft.com/office/drawing/2014/main" id="{79AE9BE6-5BF7-45C3-BC63-6B7BE7CE886A}"/>
              </a:ext>
            </a:extLst>
          </p:cNvPr>
          <p:cNvGrpSpPr>
            <a:grpSpLocks noChangeAspect="1"/>
          </p:cNvGrpSpPr>
          <p:nvPr/>
        </p:nvGrpSpPr>
        <p:grpSpPr bwMode="auto">
          <a:xfrm>
            <a:off x="8109180" y="4511108"/>
            <a:ext cx="298157" cy="296659"/>
            <a:chOff x="4371" y="3110"/>
            <a:chExt cx="199" cy="198"/>
          </a:xfrm>
          <a:solidFill>
            <a:schemeClr val="accent3"/>
          </a:solidFill>
        </p:grpSpPr>
        <p:sp>
          <p:nvSpPr>
            <p:cNvPr id="319" name="Freeform 845">
              <a:extLst>
                <a:ext uri="{FF2B5EF4-FFF2-40B4-BE49-F238E27FC236}">
                  <a16:creationId xmlns:a16="http://schemas.microsoft.com/office/drawing/2014/main" id="{F80650BD-99B5-48DE-AB57-5230A57FE75C}"/>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20" name="Freeform 846">
              <a:extLst>
                <a:ext uri="{FF2B5EF4-FFF2-40B4-BE49-F238E27FC236}">
                  <a16:creationId xmlns:a16="http://schemas.microsoft.com/office/drawing/2014/main" id="{8F1344D0-17BB-4AF1-AFC8-5AEBB0216FA6}"/>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21" name="Freeform 847">
              <a:extLst>
                <a:ext uri="{FF2B5EF4-FFF2-40B4-BE49-F238E27FC236}">
                  <a16:creationId xmlns:a16="http://schemas.microsoft.com/office/drawing/2014/main" id="{04139ABB-F315-49ED-8077-75C769969CC8}"/>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22" name="Freeform 848">
              <a:extLst>
                <a:ext uri="{FF2B5EF4-FFF2-40B4-BE49-F238E27FC236}">
                  <a16:creationId xmlns:a16="http://schemas.microsoft.com/office/drawing/2014/main" id="{31951A4F-4625-4D73-9D75-2681EEDDF928}"/>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23" name="Freeform 849">
              <a:extLst>
                <a:ext uri="{FF2B5EF4-FFF2-40B4-BE49-F238E27FC236}">
                  <a16:creationId xmlns:a16="http://schemas.microsoft.com/office/drawing/2014/main" id="{0538E0D6-6D8E-4BB0-ADBB-B70996A8DCCF}"/>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24" name="Freeform 850">
              <a:extLst>
                <a:ext uri="{FF2B5EF4-FFF2-40B4-BE49-F238E27FC236}">
                  <a16:creationId xmlns:a16="http://schemas.microsoft.com/office/drawing/2014/main" id="{5019BBE4-BF83-49D0-94A3-6E38B718D10D}"/>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grpSp>
        <p:nvGrpSpPr>
          <p:cNvPr id="325" name="Group 844">
            <a:extLst>
              <a:ext uri="{FF2B5EF4-FFF2-40B4-BE49-F238E27FC236}">
                <a16:creationId xmlns:a16="http://schemas.microsoft.com/office/drawing/2014/main" id="{CB53A9D8-6B4D-4701-AB2F-878D27F2B61C}"/>
              </a:ext>
            </a:extLst>
          </p:cNvPr>
          <p:cNvGrpSpPr>
            <a:grpSpLocks noChangeAspect="1"/>
          </p:cNvGrpSpPr>
          <p:nvPr/>
        </p:nvGrpSpPr>
        <p:grpSpPr bwMode="auto">
          <a:xfrm>
            <a:off x="8453871" y="4511108"/>
            <a:ext cx="298157" cy="296659"/>
            <a:chOff x="4371" y="3110"/>
            <a:chExt cx="199" cy="198"/>
          </a:xfrm>
          <a:solidFill>
            <a:schemeClr val="accent3"/>
          </a:solidFill>
        </p:grpSpPr>
        <p:sp>
          <p:nvSpPr>
            <p:cNvPr id="326" name="Freeform 845">
              <a:extLst>
                <a:ext uri="{FF2B5EF4-FFF2-40B4-BE49-F238E27FC236}">
                  <a16:creationId xmlns:a16="http://schemas.microsoft.com/office/drawing/2014/main" id="{902FCB7C-753D-4536-A442-75CF0D62F6D3}"/>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27" name="Freeform 846">
              <a:extLst>
                <a:ext uri="{FF2B5EF4-FFF2-40B4-BE49-F238E27FC236}">
                  <a16:creationId xmlns:a16="http://schemas.microsoft.com/office/drawing/2014/main" id="{0FB97BAD-3031-47CA-821B-F906872C8F3E}"/>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28" name="Freeform 847">
              <a:extLst>
                <a:ext uri="{FF2B5EF4-FFF2-40B4-BE49-F238E27FC236}">
                  <a16:creationId xmlns:a16="http://schemas.microsoft.com/office/drawing/2014/main" id="{69377D62-3545-45CF-8F3E-90D6DFB10C11}"/>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29" name="Freeform 848">
              <a:extLst>
                <a:ext uri="{FF2B5EF4-FFF2-40B4-BE49-F238E27FC236}">
                  <a16:creationId xmlns:a16="http://schemas.microsoft.com/office/drawing/2014/main" id="{8C8C738A-41BF-4586-A73E-F7F7BED89CAA}"/>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30" name="Freeform 849">
              <a:extLst>
                <a:ext uri="{FF2B5EF4-FFF2-40B4-BE49-F238E27FC236}">
                  <a16:creationId xmlns:a16="http://schemas.microsoft.com/office/drawing/2014/main" id="{8F63E87C-AC74-4398-94A3-90A9EE2A234B}"/>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sp>
          <p:nvSpPr>
            <p:cNvPr id="331" name="Freeform 850">
              <a:extLst>
                <a:ext uri="{FF2B5EF4-FFF2-40B4-BE49-F238E27FC236}">
                  <a16:creationId xmlns:a16="http://schemas.microsoft.com/office/drawing/2014/main" id="{47CFF963-9877-4F5D-BFD2-FA5D8E4E0E9C}"/>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en-GB" sz="1463"/>
            </a:p>
          </p:txBody>
        </p:sp>
      </p:grpSp>
      <p:sp>
        <p:nvSpPr>
          <p:cNvPr id="4" name="Isosceles Triangle 3">
            <a:extLst>
              <a:ext uri="{FF2B5EF4-FFF2-40B4-BE49-F238E27FC236}">
                <a16:creationId xmlns:a16="http://schemas.microsoft.com/office/drawing/2014/main" id="{6D381143-2C63-4C7F-AFA6-182B383519C6}"/>
              </a:ext>
            </a:extLst>
          </p:cNvPr>
          <p:cNvSpPr/>
          <p:nvPr/>
        </p:nvSpPr>
        <p:spPr bwMode="gray">
          <a:xfrm rot="16200000">
            <a:off x="2244146" y="4333491"/>
            <a:ext cx="494640" cy="1141034"/>
          </a:xfrm>
          <a:custGeom>
            <a:avLst/>
            <a:gdLst>
              <a:gd name="connsiteX0" fmla="*/ 0 w 456623"/>
              <a:gd name="connsiteY0" fmla="*/ 1444827 h 1444827"/>
              <a:gd name="connsiteX1" fmla="*/ 228312 w 456623"/>
              <a:gd name="connsiteY1" fmla="*/ 0 h 1444827"/>
              <a:gd name="connsiteX2" fmla="*/ 456623 w 456623"/>
              <a:gd name="connsiteY2" fmla="*/ 1444827 h 1444827"/>
              <a:gd name="connsiteX3" fmla="*/ 0 w 456623"/>
              <a:gd name="connsiteY3" fmla="*/ 1444827 h 1444827"/>
              <a:gd name="connsiteX0" fmla="*/ 0 w 611170"/>
              <a:gd name="connsiteY0" fmla="*/ 1425509 h 1444827"/>
              <a:gd name="connsiteX1" fmla="*/ 382859 w 611170"/>
              <a:gd name="connsiteY1" fmla="*/ 0 h 1444827"/>
              <a:gd name="connsiteX2" fmla="*/ 611170 w 611170"/>
              <a:gd name="connsiteY2" fmla="*/ 1444827 h 1444827"/>
              <a:gd name="connsiteX3" fmla="*/ 0 w 611170"/>
              <a:gd name="connsiteY3" fmla="*/ 1425509 h 1444827"/>
              <a:gd name="connsiteX0" fmla="*/ 0 w 613554"/>
              <a:gd name="connsiteY0" fmla="*/ 1394556 h 1444827"/>
              <a:gd name="connsiteX1" fmla="*/ 385243 w 613554"/>
              <a:gd name="connsiteY1" fmla="*/ 0 h 1444827"/>
              <a:gd name="connsiteX2" fmla="*/ 613554 w 613554"/>
              <a:gd name="connsiteY2" fmla="*/ 1444827 h 1444827"/>
              <a:gd name="connsiteX3" fmla="*/ 0 w 613554"/>
              <a:gd name="connsiteY3" fmla="*/ 1394556 h 1444827"/>
              <a:gd name="connsiteX0" fmla="*/ 0 w 613551"/>
              <a:gd name="connsiteY0" fmla="*/ 1394556 h 1404349"/>
              <a:gd name="connsiteX1" fmla="*/ 385243 w 613551"/>
              <a:gd name="connsiteY1" fmla="*/ 0 h 1404349"/>
              <a:gd name="connsiteX2" fmla="*/ 613551 w 613551"/>
              <a:gd name="connsiteY2" fmla="*/ 1404349 h 1404349"/>
              <a:gd name="connsiteX3" fmla="*/ 0 w 613551"/>
              <a:gd name="connsiteY3" fmla="*/ 1394556 h 1404349"/>
              <a:gd name="connsiteX0" fmla="*/ 0 w 608788"/>
              <a:gd name="connsiteY0" fmla="*/ 1401700 h 1404349"/>
              <a:gd name="connsiteX1" fmla="*/ 380480 w 608788"/>
              <a:gd name="connsiteY1" fmla="*/ 0 h 1404349"/>
              <a:gd name="connsiteX2" fmla="*/ 608788 w 608788"/>
              <a:gd name="connsiteY2" fmla="*/ 1404349 h 1404349"/>
              <a:gd name="connsiteX3" fmla="*/ 0 w 608788"/>
              <a:gd name="connsiteY3" fmla="*/ 1401700 h 1404349"/>
            </a:gdLst>
            <a:ahLst/>
            <a:cxnLst>
              <a:cxn ang="0">
                <a:pos x="connsiteX0" y="connsiteY0"/>
              </a:cxn>
              <a:cxn ang="0">
                <a:pos x="connsiteX1" y="connsiteY1"/>
              </a:cxn>
              <a:cxn ang="0">
                <a:pos x="connsiteX2" y="connsiteY2"/>
              </a:cxn>
              <a:cxn ang="0">
                <a:pos x="connsiteX3" y="connsiteY3"/>
              </a:cxn>
            </a:cxnLst>
            <a:rect l="l" t="t" r="r" b="b"/>
            <a:pathLst>
              <a:path w="608788" h="1404349">
                <a:moveTo>
                  <a:pt x="0" y="1401700"/>
                </a:moveTo>
                <a:lnTo>
                  <a:pt x="380480" y="0"/>
                </a:lnTo>
                <a:lnTo>
                  <a:pt x="608788" y="1404349"/>
                </a:lnTo>
                <a:lnTo>
                  <a:pt x="0" y="1401700"/>
                </a:lnTo>
                <a:close/>
              </a:path>
            </a:pathLst>
          </a:custGeom>
          <a:solidFill>
            <a:schemeClr val="accent3">
              <a:lumMod val="20000"/>
              <a:lumOff val="80000"/>
              <a:alpha val="43000"/>
            </a:schemeClr>
          </a:solidFill>
          <a:ln w="19050" algn="ctr">
            <a:noFill/>
            <a:miter lim="800000"/>
            <a:headEnd/>
            <a:tailEnd/>
          </a:ln>
        </p:spPr>
        <p:txBody>
          <a:bodyPr wrap="square" lIns="72231" tIns="72231" rIns="72231" bIns="72231" rtlCol="0" anchor="ctr"/>
          <a:lstStyle/>
          <a:p>
            <a:pPr algn="ctr">
              <a:lnSpc>
                <a:spcPct val="106000"/>
              </a:lnSpc>
              <a:buFont typeface="Wingdings 2" pitchFamily="18" charset="2"/>
              <a:buNone/>
            </a:pPr>
            <a:endParaRPr lang="en-US" sz="1300" b="1" dirty="0">
              <a:solidFill>
                <a:schemeClr val="bg1"/>
              </a:solidFill>
            </a:endParaRPr>
          </a:p>
        </p:txBody>
      </p:sp>
      <p:grpSp>
        <p:nvGrpSpPr>
          <p:cNvPr id="9" name="Group 4">
            <a:extLst>
              <a:ext uri="{FF2B5EF4-FFF2-40B4-BE49-F238E27FC236}">
                <a16:creationId xmlns:a16="http://schemas.microsoft.com/office/drawing/2014/main" id="{205E986D-B2DF-4576-BFEE-6EE9685D2A34}"/>
              </a:ext>
            </a:extLst>
          </p:cNvPr>
          <p:cNvGrpSpPr>
            <a:grpSpLocks noChangeAspect="1"/>
          </p:cNvGrpSpPr>
          <p:nvPr/>
        </p:nvGrpSpPr>
        <p:grpSpPr bwMode="auto">
          <a:xfrm>
            <a:off x="3174876" y="4557883"/>
            <a:ext cx="686300" cy="665620"/>
            <a:chOff x="1501" y="4738"/>
            <a:chExt cx="1427" cy="1384"/>
          </a:xfrm>
          <a:solidFill>
            <a:srgbClr val="00A3E0"/>
          </a:solidFill>
        </p:grpSpPr>
        <p:sp>
          <p:nvSpPr>
            <p:cNvPr id="11" name="Freeform 5">
              <a:extLst>
                <a:ext uri="{FF2B5EF4-FFF2-40B4-BE49-F238E27FC236}">
                  <a16:creationId xmlns:a16="http://schemas.microsoft.com/office/drawing/2014/main" id="{B6A44E17-8255-4E37-AE43-082E0D23AA0E}"/>
                </a:ext>
              </a:extLst>
            </p:cNvPr>
            <p:cNvSpPr>
              <a:spLocks noEditPoints="1"/>
            </p:cNvSpPr>
            <p:nvPr/>
          </p:nvSpPr>
          <p:spPr bwMode="auto">
            <a:xfrm>
              <a:off x="2072" y="5222"/>
              <a:ext cx="856" cy="900"/>
            </a:xfrm>
            <a:custGeom>
              <a:avLst/>
              <a:gdLst>
                <a:gd name="T0" fmla="*/ 324 w 384"/>
                <a:gd name="T1" fmla="*/ 85 h 416"/>
                <a:gd name="T2" fmla="*/ 341 w 384"/>
                <a:gd name="T3" fmla="*/ 48 h 416"/>
                <a:gd name="T4" fmla="*/ 258 w 384"/>
                <a:gd name="T5" fmla="*/ 14 h 416"/>
                <a:gd name="T6" fmla="*/ 125 w 384"/>
                <a:gd name="T7" fmla="*/ 14 h 416"/>
                <a:gd name="T8" fmla="*/ 42 w 384"/>
                <a:gd name="T9" fmla="*/ 48 h 416"/>
                <a:gd name="T10" fmla="*/ 59 w 384"/>
                <a:gd name="T11" fmla="*/ 85 h 416"/>
                <a:gd name="T12" fmla="*/ 0 w 384"/>
                <a:gd name="T13" fmla="*/ 96 h 416"/>
                <a:gd name="T14" fmla="*/ 10 w 384"/>
                <a:gd name="T15" fmla="*/ 416 h 416"/>
                <a:gd name="T16" fmla="*/ 384 w 384"/>
                <a:gd name="T17" fmla="*/ 405 h 416"/>
                <a:gd name="T18" fmla="*/ 373 w 384"/>
                <a:gd name="T19" fmla="*/ 85 h 416"/>
                <a:gd name="T20" fmla="*/ 234 w 384"/>
                <a:gd name="T21" fmla="*/ 149 h 416"/>
                <a:gd name="T22" fmla="*/ 362 w 384"/>
                <a:gd name="T23" fmla="*/ 106 h 416"/>
                <a:gd name="T24" fmla="*/ 170 w 384"/>
                <a:gd name="T25" fmla="*/ 149 h 416"/>
                <a:gd name="T26" fmla="*/ 213 w 384"/>
                <a:gd name="T27" fmla="*/ 106 h 416"/>
                <a:gd name="T28" fmla="*/ 170 w 384"/>
                <a:gd name="T29" fmla="*/ 149 h 416"/>
                <a:gd name="T30" fmla="*/ 213 w 384"/>
                <a:gd name="T31" fmla="*/ 394 h 416"/>
                <a:gd name="T32" fmla="*/ 170 w 384"/>
                <a:gd name="T33" fmla="*/ 170 h 416"/>
                <a:gd name="T34" fmla="*/ 274 w 384"/>
                <a:gd name="T35" fmla="*/ 29 h 416"/>
                <a:gd name="T36" fmla="*/ 320 w 384"/>
                <a:gd name="T37" fmla="*/ 48 h 416"/>
                <a:gd name="T38" fmla="*/ 294 w 384"/>
                <a:gd name="T39" fmla="*/ 85 h 416"/>
                <a:gd name="T40" fmla="*/ 274 w 384"/>
                <a:gd name="T41" fmla="*/ 29 h 416"/>
                <a:gd name="T42" fmla="*/ 64 w 384"/>
                <a:gd name="T43" fmla="*/ 48 h 416"/>
                <a:gd name="T44" fmla="*/ 110 w 384"/>
                <a:gd name="T45" fmla="*/ 29 h 416"/>
                <a:gd name="T46" fmla="*/ 89 w 384"/>
                <a:gd name="T47" fmla="*/ 85 h 416"/>
                <a:gd name="T48" fmla="*/ 149 w 384"/>
                <a:gd name="T49" fmla="*/ 106 h 416"/>
                <a:gd name="T50" fmla="*/ 21 w 384"/>
                <a:gd name="T51" fmla="*/ 149 h 416"/>
                <a:gd name="T52" fmla="*/ 149 w 384"/>
                <a:gd name="T53" fmla="*/ 106 h 416"/>
                <a:gd name="T54" fmla="*/ 149 w 384"/>
                <a:gd name="T55" fmla="*/ 170 h 416"/>
                <a:gd name="T56" fmla="*/ 21 w 384"/>
                <a:gd name="T57" fmla="*/ 394 h 416"/>
                <a:gd name="T58" fmla="*/ 362 w 384"/>
                <a:gd name="T59" fmla="*/ 394 h 416"/>
                <a:gd name="T60" fmla="*/ 234 w 384"/>
                <a:gd name="T61" fmla="*/ 170 h 416"/>
                <a:gd name="T62" fmla="*/ 362 w 384"/>
                <a:gd name="T63" fmla="*/ 394 h 416"/>
                <a:gd name="T64" fmla="*/ 362 w 384"/>
                <a:gd name="T65" fmla="*/ 394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4" h="416">
                  <a:moveTo>
                    <a:pt x="373" y="85"/>
                  </a:moveTo>
                  <a:cubicBezTo>
                    <a:pt x="324" y="85"/>
                    <a:pt x="324" y="85"/>
                    <a:pt x="324" y="85"/>
                  </a:cubicBezTo>
                  <a:cubicBezTo>
                    <a:pt x="327" y="82"/>
                    <a:pt x="327" y="82"/>
                    <a:pt x="327" y="82"/>
                  </a:cubicBezTo>
                  <a:cubicBezTo>
                    <a:pt x="336" y="73"/>
                    <a:pt x="341" y="61"/>
                    <a:pt x="341" y="48"/>
                  </a:cubicBezTo>
                  <a:cubicBezTo>
                    <a:pt x="341" y="21"/>
                    <a:pt x="319" y="0"/>
                    <a:pt x="293" y="0"/>
                  </a:cubicBezTo>
                  <a:cubicBezTo>
                    <a:pt x="280" y="0"/>
                    <a:pt x="268" y="5"/>
                    <a:pt x="258" y="14"/>
                  </a:cubicBezTo>
                  <a:cubicBezTo>
                    <a:pt x="192" y="81"/>
                    <a:pt x="192" y="81"/>
                    <a:pt x="192" y="81"/>
                  </a:cubicBezTo>
                  <a:cubicBezTo>
                    <a:pt x="125" y="14"/>
                    <a:pt x="125" y="14"/>
                    <a:pt x="125" y="14"/>
                  </a:cubicBezTo>
                  <a:cubicBezTo>
                    <a:pt x="116" y="5"/>
                    <a:pt x="104" y="0"/>
                    <a:pt x="91" y="0"/>
                  </a:cubicBezTo>
                  <a:cubicBezTo>
                    <a:pt x="64" y="0"/>
                    <a:pt x="42" y="21"/>
                    <a:pt x="42" y="48"/>
                  </a:cubicBezTo>
                  <a:cubicBezTo>
                    <a:pt x="42" y="61"/>
                    <a:pt x="47" y="73"/>
                    <a:pt x="56" y="82"/>
                  </a:cubicBezTo>
                  <a:cubicBezTo>
                    <a:pt x="59" y="85"/>
                    <a:pt x="59" y="85"/>
                    <a:pt x="59" y="85"/>
                  </a:cubicBezTo>
                  <a:cubicBezTo>
                    <a:pt x="10" y="85"/>
                    <a:pt x="10" y="85"/>
                    <a:pt x="10" y="85"/>
                  </a:cubicBezTo>
                  <a:cubicBezTo>
                    <a:pt x="4" y="85"/>
                    <a:pt x="0" y="90"/>
                    <a:pt x="0" y="96"/>
                  </a:cubicBezTo>
                  <a:cubicBezTo>
                    <a:pt x="0" y="405"/>
                    <a:pt x="0" y="405"/>
                    <a:pt x="0" y="405"/>
                  </a:cubicBezTo>
                  <a:cubicBezTo>
                    <a:pt x="0" y="411"/>
                    <a:pt x="4" y="416"/>
                    <a:pt x="10" y="416"/>
                  </a:cubicBezTo>
                  <a:cubicBezTo>
                    <a:pt x="373" y="416"/>
                    <a:pt x="373" y="416"/>
                    <a:pt x="373" y="416"/>
                  </a:cubicBezTo>
                  <a:cubicBezTo>
                    <a:pt x="379" y="416"/>
                    <a:pt x="384" y="411"/>
                    <a:pt x="384" y="405"/>
                  </a:cubicBezTo>
                  <a:cubicBezTo>
                    <a:pt x="384" y="96"/>
                    <a:pt x="384" y="96"/>
                    <a:pt x="384" y="96"/>
                  </a:cubicBezTo>
                  <a:cubicBezTo>
                    <a:pt x="384" y="90"/>
                    <a:pt x="379" y="85"/>
                    <a:pt x="373" y="85"/>
                  </a:cubicBezTo>
                  <a:close/>
                  <a:moveTo>
                    <a:pt x="362" y="149"/>
                  </a:moveTo>
                  <a:cubicBezTo>
                    <a:pt x="234" y="149"/>
                    <a:pt x="234" y="149"/>
                    <a:pt x="234" y="149"/>
                  </a:cubicBezTo>
                  <a:cubicBezTo>
                    <a:pt x="234" y="106"/>
                    <a:pt x="234" y="106"/>
                    <a:pt x="234" y="106"/>
                  </a:cubicBezTo>
                  <a:cubicBezTo>
                    <a:pt x="362" y="106"/>
                    <a:pt x="362" y="106"/>
                    <a:pt x="362" y="106"/>
                  </a:cubicBezTo>
                  <a:lnTo>
                    <a:pt x="362" y="149"/>
                  </a:lnTo>
                  <a:close/>
                  <a:moveTo>
                    <a:pt x="170" y="149"/>
                  </a:moveTo>
                  <a:cubicBezTo>
                    <a:pt x="170" y="106"/>
                    <a:pt x="170" y="106"/>
                    <a:pt x="170" y="106"/>
                  </a:cubicBezTo>
                  <a:cubicBezTo>
                    <a:pt x="213" y="106"/>
                    <a:pt x="213" y="106"/>
                    <a:pt x="213" y="106"/>
                  </a:cubicBezTo>
                  <a:cubicBezTo>
                    <a:pt x="213" y="149"/>
                    <a:pt x="213" y="149"/>
                    <a:pt x="213" y="149"/>
                  </a:cubicBezTo>
                  <a:lnTo>
                    <a:pt x="170" y="149"/>
                  </a:lnTo>
                  <a:close/>
                  <a:moveTo>
                    <a:pt x="213" y="170"/>
                  </a:moveTo>
                  <a:cubicBezTo>
                    <a:pt x="213" y="394"/>
                    <a:pt x="213" y="394"/>
                    <a:pt x="213" y="394"/>
                  </a:cubicBezTo>
                  <a:cubicBezTo>
                    <a:pt x="170" y="394"/>
                    <a:pt x="170" y="394"/>
                    <a:pt x="170" y="394"/>
                  </a:cubicBezTo>
                  <a:cubicBezTo>
                    <a:pt x="170" y="170"/>
                    <a:pt x="170" y="170"/>
                    <a:pt x="170" y="170"/>
                  </a:cubicBezTo>
                  <a:lnTo>
                    <a:pt x="213" y="170"/>
                  </a:lnTo>
                  <a:close/>
                  <a:moveTo>
                    <a:pt x="274" y="29"/>
                  </a:moveTo>
                  <a:cubicBezTo>
                    <a:pt x="279" y="24"/>
                    <a:pt x="285" y="21"/>
                    <a:pt x="293" y="21"/>
                  </a:cubicBezTo>
                  <a:cubicBezTo>
                    <a:pt x="308" y="21"/>
                    <a:pt x="320" y="33"/>
                    <a:pt x="320" y="48"/>
                  </a:cubicBezTo>
                  <a:cubicBezTo>
                    <a:pt x="320" y="55"/>
                    <a:pt x="317" y="62"/>
                    <a:pt x="312" y="67"/>
                  </a:cubicBezTo>
                  <a:cubicBezTo>
                    <a:pt x="294" y="85"/>
                    <a:pt x="294" y="85"/>
                    <a:pt x="294" y="85"/>
                  </a:cubicBezTo>
                  <a:cubicBezTo>
                    <a:pt x="217" y="85"/>
                    <a:pt x="217" y="85"/>
                    <a:pt x="217" y="85"/>
                  </a:cubicBezTo>
                  <a:lnTo>
                    <a:pt x="274" y="29"/>
                  </a:lnTo>
                  <a:close/>
                  <a:moveTo>
                    <a:pt x="72" y="67"/>
                  </a:moveTo>
                  <a:cubicBezTo>
                    <a:pt x="66" y="62"/>
                    <a:pt x="64" y="55"/>
                    <a:pt x="64" y="48"/>
                  </a:cubicBezTo>
                  <a:cubicBezTo>
                    <a:pt x="64" y="33"/>
                    <a:pt x="76" y="21"/>
                    <a:pt x="91" y="21"/>
                  </a:cubicBezTo>
                  <a:cubicBezTo>
                    <a:pt x="98" y="21"/>
                    <a:pt x="105" y="24"/>
                    <a:pt x="110" y="29"/>
                  </a:cubicBezTo>
                  <a:cubicBezTo>
                    <a:pt x="166" y="85"/>
                    <a:pt x="166" y="85"/>
                    <a:pt x="166" y="85"/>
                  </a:cubicBezTo>
                  <a:cubicBezTo>
                    <a:pt x="89" y="85"/>
                    <a:pt x="89" y="85"/>
                    <a:pt x="89" y="85"/>
                  </a:cubicBezTo>
                  <a:lnTo>
                    <a:pt x="72" y="67"/>
                  </a:lnTo>
                  <a:close/>
                  <a:moveTo>
                    <a:pt x="149" y="106"/>
                  </a:moveTo>
                  <a:cubicBezTo>
                    <a:pt x="149" y="149"/>
                    <a:pt x="149" y="149"/>
                    <a:pt x="149" y="149"/>
                  </a:cubicBezTo>
                  <a:cubicBezTo>
                    <a:pt x="21" y="149"/>
                    <a:pt x="21" y="149"/>
                    <a:pt x="21" y="149"/>
                  </a:cubicBezTo>
                  <a:cubicBezTo>
                    <a:pt x="21" y="106"/>
                    <a:pt x="21" y="106"/>
                    <a:pt x="21" y="106"/>
                  </a:cubicBezTo>
                  <a:lnTo>
                    <a:pt x="149" y="106"/>
                  </a:lnTo>
                  <a:close/>
                  <a:moveTo>
                    <a:pt x="21" y="170"/>
                  </a:moveTo>
                  <a:cubicBezTo>
                    <a:pt x="149" y="170"/>
                    <a:pt x="149" y="170"/>
                    <a:pt x="149" y="170"/>
                  </a:cubicBezTo>
                  <a:cubicBezTo>
                    <a:pt x="149" y="394"/>
                    <a:pt x="149" y="394"/>
                    <a:pt x="149" y="394"/>
                  </a:cubicBezTo>
                  <a:cubicBezTo>
                    <a:pt x="21" y="394"/>
                    <a:pt x="21" y="394"/>
                    <a:pt x="21" y="394"/>
                  </a:cubicBezTo>
                  <a:lnTo>
                    <a:pt x="21" y="170"/>
                  </a:lnTo>
                  <a:close/>
                  <a:moveTo>
                    <a:pt x="362" y="394"/>
                  </a:moveTo>
                  <a:cubicBezTo>
                    <a:pt x="234" y="394"/>
                    <a:pt x="234" y="394"/>
                    <a:pt x="234" y="394"/>
                  </a:cubicBezTo>
                  <a:cubicBezTo>
                    <a:pt x="234" y="170"/>
                    <a:pt x="234" y="170"/>
                    <a:pt x="234" y="170"/>
                  </a:cubicBezTo>
                  <a:cubicBezTo>
                    <a:pt x="362" y="170"/>
                    <a:pt x="362" y="170"/>
                    <a:pt x="362" y="170"/>
                  </a:cubicBezTo>
                  <a:lnTo>
                    <a:pt x="362" y="394"/>
                  </a:lnTo>
                  <a:close/>
                  <a:moveTo>
                    <a:pt x="362" y="394"/>
                  </a:moveTo>
                  <a:cubicBezTo>
                    <a:pt x="362" y="394"/>
                    <a:pt x="362" y="394"/>
                    <a:pt x="362" y="394"/>
                  </a:cubicBezTo>
                </a:path>
              </a:pathLst>
            </a:custGeom>
            <a:grpFill/>
            <a:ln w="635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2" name="Freeform 6">
              <a:extLst>
                <a:ext uri="{FF2B5EF4-FFF2-40B4-BE49-F238E27FC236}">
                  <a16:creationId xmlns:a16="http://schemas.microsoft.com/office/drawing/2014/main" id="{1AD5F549-4C0A-494D-9CD8-65E24A6727D6}"/>
                </a:ext>
              </a:extLst>
            </p:cNvPr>
            <p:cNvSpPr>
              <a:spLocks noEditPoints="1"/>
            </p:cNvSpPr>
            <p:nvPr/>
          </p:nvSpPr>
          <p:spPr bwMode="auto">
            <a:xfrm>
              <a:off x="1501" y="4738"/>
              <a:ext cx="1086" cy="644"/>
            </a:xfrm>
            <a:custGeom>
              <a:avLst/>
              <a:gdLst>
                <a:gd name="T0" fmla="*/ 448 w 487"/>
                <a:gd name="T1" fmla="*/ 138 h 298"/>
                <a:gd name="T2" fmla="*/ 298 w 487"/>
                <a:gd name="T3" fmla="*/ 138 h 298"/>
                <a:gd name="T4" fmla="*/ 149 w 487"/>
                <a:gd name="T5" fmla="*/ 0 h 298"/>
                <a:gd name="T6" fmla="*/ 0 w 487"/>
                <a:gd name="T7" fmla="*/ 149 h 298"/>
                <a:gd name="T8" fmla="*/ 149 w 487"/>
                <a:gd name="T9" fmla="*/ 298 h 298"/>
                <a:gd name="T10" fmla="*/ 298 w 487"/>
                <a:gd name="T11" fmla="*/ 160 h 298"/>
                <a:gd name="T12" fmla="*/ 437 w 487"/>
                <a:gd name="T13" fmla="*/ 160 h 298"/>
                <a:gd name="T14" fmla="*/ 437 w 487"/>
                <a:gd name="T15" fmla="*/ 230 h 298"/>
                <a:gd name="T16" fmla="*/ 423 w 487"/>
                <a:gd name="T17" fmla="*/ 216 h 298"/>
                <a:gd name="T18" fmla="*/ 408 w 487"/>
                <a:gd name="T19" fmla="*/ 231 h 298"/>
                <a:gd name="T20" fmla="*/ 440 w 487"/>
                <a:gd name="T21" fmla="*/ 263 h 298"/>
                <a:gd name="T22" fmla="*/ 448 w 487"/>
                <a:gd name="T23" fmla="*/ 266 h 298"/>
                <a:gd name="T24" fmla="*/ 455 w 487"/>
                <a:gd name="T25" fmla="*/ 263 h 298"/>
                <a:gd name="T26" fmla="*/ 487 w 487"/>
                <a:gd name="T27" fmla="*/ 231 h 298"/>
                <a:gd name="T28" fmla="*/ 472 w 487"/>
                <a:gd name="T29" fmla="*/ 216 h 298"/>
                <a:gd name="T30" fmla="*/ 458 w 487"/>
                <a:gd name="T31" fmla="*/ 230 h 298"/>
                <a:gd name="T32" fmla="*/ 458 w 487"/>
                <a:gd name="T33" fmla="*/ 149 h 298"/>
                <a:gd name="T34" fmla="*/ 448 w 487"/>
                <a:gd name="T35" fmla="*/ 138 h 298"/>
                <a:gd name="T36" fmla="*/ 149 w 487"/>
                <a:gd name="T37" fmla="*/ 277 h 298"/>
                <a:gd name="T38" fmla="*/ 21 w 487"/>
                <a:gd name="T39" fmla="*/ 149 h 298"/>
                <a:gd name="T40" fmla="*/ 149 w 487"/>
                <a:gd name="T41" fmla="*/ 21 h 298"/>
                <a:gd name="T42" fmla="*/ 277 w 487"/>
                <a:gd name="T43" fmla="*/ 149 h 298"/>
                <a:gd name="T44" fmla="*/ 149 w 487"/>
                <a:gd name="T45" fmla="*/ 277 h 298"/>
                <a:gd name="T46" fmla="*/ 149 w 487"/>
                <a:gd name="T47" fmla="*/ 277 h 298"/>
                <a:gd name="T48" fmla="*/ 149 w 487"/>
                <a:gd name="T49" fmla="*/ 27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7" h="298">
                  <a:moveTo>
                    <a:pt x="448" y="138"/>
                  </a:moveTo>
                  <a:cubicBezTo>
                    <a:pt x="298" y="138"/>
                    <a:pt x="298" y="138"/>
                    <a:pt x="298" y="138"/>
                  </a:cubicBezTo>
                  <a:cubicBezTo>
                    <a:pt x="292" y="61"/>
                    <a:pt x="228" y="0"/>
                    <a:pt x="149" y="0"/>
                  </a:cubicBezTo>
                  <a:cubicBezTo>
                    <a:pt x="67" y="0"/>
                    <a:pt x="0" y="67"/>
                    <a:pt x="0" y="149"/>
                  </a:cubicBezTo>
                  <a:cubicBezTo>
                    <a:pt x="0" y="231"/>
                    <a:pt x="67" y="298"/>
                    <a:pt x="149" y="298"/>
                  </a:cubicBezTo>
                  <a:cubicBezTo>
                    <a:pt x="228" y="298"/>
                    <a:pt x="292" y="237"/>
                    <a:pt x="298" y="160"/>
                  </a:cubicBezTo>
                  <a:cubicBezTo>
                    <a:pt x="437" y="160"/>
                    <a:pt x="437" y="160"/>
                    <a:pt x="437" y="160"/>
                  </a:cubicBezTo>
                  <a:cubicBezTo>
                    <a:pt x="437" y="230"/>
                    <a:pt x="437" y="230"/>
                    <a:pt x="437" y="230"/>
                  </a:cubicBezTo>
                  <a:cubicBezTo>
                    <a:pt x="423" y="216"/>
                    <a:pt x="423" y="216"/>
                    <a:pt x="423" y="216"/>
                  </a:cubicBezTo>
                  <a:cubicBezTo>
                    <a:pt x="408" y="231"/>
                    <a:pt x="408" y="231"/>
                    <a:pt x="408" y="231"/>
                  </a:cubicBezTo>
                  <a:cubicBezTo>
                    <a:pt x="440" y="263"/>
                    <a:pt x="440" y="263"/>
                    <a:pt x="440" y="263"/>
                  </a:cubicBezTo>
                  <a:cubicBezTo>
                    <a:pt x="442" y="265"/>
                    <a:pt x="445" y="266"/>
                    <a:pt x="448" y="266"/>
                  </a:cubicBezTo>
                  <a:cubicBezTo>
                    <a:pt x="450" y="266"/>
                    <a:pt x="453" y="265"/>
                    <a:pt x="455" y="263"/>
                  </a:cubicBezTo>
                  <a:cubicBezTo>
                    <a:pt x="487" y="231"/>
                    <a:pt x="487" y="231"/>
                    <a:pt x="487" y="231"/>
                  </a:cubicBezTo>
                  <a:cubicBezTo>
                    <a:pt x="472" y="216"/>
                    <a:pt x="472" y="216"/>
                    <a:pt x="472" y="216"/>
                  </a:cubicBezTo>
                  <a:cubicBezTo>
                    <a:pt x="458" y="230"/>
                    <a:pt x="458" y="230"/>
                    <a:pt x="458" y="230"/>
                  </a:cubicBezTo>
                  <a:cubicBezTo>
                    <a:pt x="458" y="149"/>
                    <a:pt x="458" y="149"/>
                    <a:pt x="458" y="149"/>
                  </a:cubicBezTo>
                  <a:cubicBezTo>
                    <a:pt x="458" y="143"/>
                    <a:pt x="454" y="138"/>
                    <a:pt x="448" y="138"/>
                  </a:cubicBezTo>
                  <a:close/>
                  <a:moveTo>
                    <a:pt x="149" y="277"/>
                  </a:moveTo>
                  <a:cubicBezTo>
                    <a:pt x="78" y="277"/>
                    <a:pt x="21" y="220"/>
                    <a:pt x="21" y="149"/>
                  </a:cubicBezTo>
                  <a:cubicBezTo>
                    <a:pt x="21" y="78"/>
                    <a:pt x="78" y="21"/>
                    <a:pt x="149" y="21"/>
                  </a:cubicBezTo>
                  <a:cubicBezTo>
                    <a:pt x="220" y="21"/>
                    <a:pt x="277" y="78"/>
                    <a:pt x="277" y="149"/>
                  </a:cubicBezTo>
                  <a:cubicBezTo>
                    <a:pt x="277" y="220"/>
                    <a:pt x="220" y="277"/>
                    <a:pt x="149" y="277"/>
                  </a:cubicBezTo>
                  <a:close/>
                  <a:moveTo>
                    <a:pt x="149" y="277"/>
                  </a:moveTo>
                  <a:cubicBezTo>
                    <a:pt x="149" y="277"/>
                    <a:pt x="149" y="277"/>
                    <a:pt x="149" y="277"/>
                  </a:cubicBezTo>
                </a:path>
              </a:pathLst>
            </a:custGeom>
            <a:grpFill/>
            <a:ln w="635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3" name="Freeform 7">
              <a:extLst>
                <a:ext uri="{FF2B5EF4-FFF2-40B4-BE49-F238E27FC236}">
                  <a16:creationId xmlns:a16="http://schemas.microsoft.com/office/drawing/2014/main" id="{2D3DD32D-6885-47E7-907B-67FB81A12C24}"/>
                </a:ext>
              </a:extLst>
            </p:cNvPr>
            <p:cNvSpPr>
              <a:spLocks noEditPoints="1"/>
            </p:cNvSpPr>
            <p:nvPr/>
          </p:nvSpPr>
          <p:spPr bwMode="auto">
            <a:xfrm>
              <a:off x="1617" y="4851"/>
              <a:ext cx="433" cy="395"/>
            </a:xfrm>
            <a:custGeom>
              <a:avLst/>
              <a:gdLst>
                <a:gd name="T0" fmla="*/ 130 w 194"/>
                <a:gd name="T1" fmla="*/ 55 h 183"/>
                <a:gd name="T2" fmla="*/ 107 w 194"/>
                <a:gd name="T3" fmla="*/ 7 h 183"/>
                <a:gd name="T4" fmla="*/ 87 w 194"/>
                <a:gd name="T5" fmla="*/ 7 h 183"/>
                <a:gd name="T6" fmla="*/ 64 w 194"/>
                <a:gd name="T7" fmla="*/ 55 h 183"/>
                <a:gd name="T8" fmla="*/ 10 w 194"/>
                <a:gd name="T9" fmla="*/ 62 h 183"/>
                <a:gd name="T10" fmla="*/ 2 w 194"/>
                <a:gd name="T11" fmla="*/ 70 h 183"/>
                <a:gd name="T12" fmla="*/ 4 w 194"/>
                <a:gd name="T13" fmla="*/ 80 h 183"/>
                <a:gd name="T14" fmla="*/ 43 w 194"/>
                <a:gd name="T15" fmla="*/ 118 h 183"/>
                <a:gd name="T16" fmla="*/ 34 w 194"/>
                <a:gd name="T17" fmla="*/ 170 h 183"/>
                <a:gd name="T18" fmla="*/ 38 w 194"/>
                <a:gd name="T19" fmla="*/ 180 h 183"/>
                <a:gd name="T20" fmla="*/ 49 w 194"/>
                <a:gd name="T21" fmla="*/ 181 h 183"/>
                <a:gd name="T22" fmla="*/ 97 w 194"/>
                <a:gd name="T23" fmla="*/ 156 h 183"/>
                <a:gd name="T24" fmla="*/ 145 w 194"/>
                <a:gd name="T25" fmla="*/ 181 h 183"/>
                <a:gd name="T26" fmla="*/ 150 w 194"/>
                <a:gd name="T27" fmla="*/ 182 h 183"/>
                <a:gd name="T28" fmla="*/ 156 w 194"/>
                <a:gd name="T29" fmla="*/ 180 h 183"/>
                <a:gd name="T30" fmla="*/ 160 w 194"/>
                <a:gd name="T31" fmla="*/ 170 h 183"/>
                <a:gd name="T32" fmla="*/ 151 w 194"/>
                <a:gd name="T33" fmla="*/ 118 h 183"/>
                <a:gd name="T34" fmla="*/ 190 w 194"/>
                <a:gd name="T35" fmla="*/ 80 h 183"/>
                <a:gd name="T36" fmla="*/ 192 w 194"/>
                <a:gd name="T37" fmla="*/ 70 h 183"/>
                <a:gd name="T38" fmla="*/ 184 w 194"/>
                <a:gd name="T39" fmla="*/ 62 h 183"/>
                <a:gd name="T40" fmla="*/ 130 w 194"/>
                <a:gd name="T41" fmla="*/ 55 h 183"/>
                <a:gd name="T42" fmla="*/ 132 w 194"/>
                <a:gd name="T43" fmla="*/ 106 h 183"/>
                <a:gd name="T44" fmla="*/ 129 w 194"/>
                <a:gd name="T45" fmla="*/ 116 h 183"/>
                <a:gd name="T46" fmla="*/ 136 w 194"/>
                <a:gd name="T47" fmla="*/ 152 h 183"/>
                <a:gd name="T48" fmla="*/ 102 w 194"/>
                <a:gd name="T49" fmla="*/ 135 h 183"/>
                <a:gd name="T50" fmla="*/ 97 w 194"/>
                <a:gd name="T51" fmla="*/ 134 h 183"/>
                <a:gd name="T52" fmla="*/ 92 w 194"/>
                <a:gd name="T53" fmla="*/ 135 h 183"/>
                <a:gd name="T54" fmla="*/ 58 w 194"/>
                <a:gd name="T55" fmla="*/ 152 h 183"/>
                <a:gd name="T56" fmla="*/ 65 w 194"/>
                <a:gd name="T57" fmla="*/ 116 h 183"/>
                <a:gd name="T58" fmla="*/ 62 w 194"/>
                <a:gd name="T59" fmla="*/ 106 h 183"/>
                <a:gd name="T60" fmla="*/ 35 w 194"/>
                <a:gd name="T61" fmla="*/ 80 h 183"/>
                <a:gd name="T62" fmla="*/ 72 w 194"/>
                <a:gd name="T63" fmla="*/ 75 h 183"/>
                <a:gd name="T64" fmla="*/ 80 w 194"/>
                <a:gd name="T65" fmla="*/ 69 h 183"/>
                <a:gd name="T66" fmla="*/ 97 w 194"/>
                <a:gd name="T67" fmla="*/ 35 h 183"/>
                <a:gd name="T68" fmla="*/ 114 w 194"/>
                <a:gd name="T69" fmla="*/ 69 h 183"/>
                <a:gd name="T70" fmla="*/ 122 w 194"/>
                <a:gd name="T71" fmla="*/ 75 h 183"/>
                <a:gd name="T72" fmla="*/ 159 w 194"/>
                <a:gd name="T73" fmla="*/ 80 h 183"/>
                <a:gd name="T74" fmla="*/ 132 w 194"/>
                <a:gd name="T75" fmla="*/ 106 h 183"/>
                <a:gd name="T76" fmla="*/ 132 w 194"/>
                <a:gd name="T77" fmla="*/ 106 h 183"/>
                <a:gd name="T78" fmla="*/ 132 w 194"/>
                <a:gd name="T79" fmla="*/ 10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183">
                  <a:moveTo>
                    <a:pt x="130" y="55"/>
                  </a:moveTo>
                  <a:cubicBezTo>
                    <a:pt x="107" y="7"/>
                    <a:pt x="107" y="7"/>
                    <a:pt x="107" y="7"/>
                  </a:cubicBezTo>
                  <a:cubicBezTo>
                    <a:pt x="103" y="0"/>
                    <a:pt x="91" y="0"/>
                    <a:pt x="87" y="7"/>
                  </a:cubicBezTo>
                  <a:cubicBezTo>
                    <a:pt x="64" y="55"/>
                    <a:pt x="64" y="55"/>
                    <a:pt x="64" y="55"/>
                  </a:cubicBezTo>
                  <a:cubicBezTo>
                    <a:pt x="10" y="62"/>
                    <a:pt x="10" y="62"/>
                    <a:pt x="10" y="62"/>
                  </a:cubicBezTo>
                  <a:cubicBezTo>
                    <a:pt x="6" y="63"/>
                    <a:pt x="3" y="66"/>
                    <a:pt x="2" y="70"/>
                  </a:cubicBezTo>
                  <a:cubicBezTo>
                    <a:pt x="0" y="73"/>
                    <a:pt x="1" y="78"/>
                    <a:pt x="4" y="80"/>
                  </a:cubicBezTo>
                  <a:cubicBezTo>
                    <a:pt x="43" y="118"/>
                    <a:pt x="43" y="118"/>
                    <a:pt x="43" y="118"/>
                  </a:cubicBezTo>
                  <a:cubicBezTo>
                    <a:pt x="34" y="170"/>
                    <a:pt x="34" y="170"/>
                    <a:pt x="34" y="170"/>
                  </a:cubicBezTo>
                  <a:cubicBezTo>
                    <a:pt x="33" y="174"/>
                    <a:pt x="35" y="178"/>
                    <a:pt x="38" y="180"/>
                  </a:cubicBezTo>
                  <a:cubicBezTo>
                    <a:pt x="41" y="183"/>
                    <a:pt x="46" y="183"/>
                    <a:pt x="49" y="181"/>
                  </a:cubicBezTo>
                  <a:cubicBezTo>
                    <a:pt x="97" y="156"/>
                    <a:pt x="97" y="156"/>
                    <a:pt x="97" y="156"/>
                  </a:cubicBezTo>
                  <a:cubicBezTo>
                    <a:pt x="145" y="181"/>
                    <a:pt x="145" y="181"/>
                    <a:pt x="145" y="181"/>
                  </a:cubicBezTo>
                  <a:cubicBezTo>
                    <a:pt x="146" y="182"/>
                    <a:pt x="148" y="182"/>
                    <a:pt x="150" y="182"/>
                  </a:cubicBezTo>
                  <a:cubicBezTo>
                    <a:pt x="152" y="182"/>
                    <a:pt x="154" y="182"/>
                    <a:pt x="156" y="180"/>
                  </a:cubicBezTo>
                  <a:cubicBezTo>
                    <a:pt x="159" y="178"/>
                    <a:pt x="161" y="174"/>
                    <a:pt x="160" y="170"/>
                  </a:cubicBezTo>
                  <a:cubicBezTo>
                    <a:pt x="151" y="118"/>
                    <a:pt x="151" y="118"/>
                    <a:pt x="151" y="118"/>
                  </a:cubicBezTo>
                  <a:cubicBezTo>
                    <a:pt x="190" y="80"/>
                    <a:pt x="190" y="80"/>
                    <a:pt x="190" y="80"/>
                  </a:cubicBezTo>
                  <a:cubicBezTo>
                    <a:pt x="193" y="78"/>
                    <a:pt x="194" y="73"/>
                    <a:pt x="192" y="70"/>
                  </a:cubicBezTo>
                  <a:cubicBezTo>
                    <a:pt x="191" y="66"/>
                    <a:pt x="188" y="63"/>
                    <a:pt x="184" y="62"/>
                  </a:cubicBezTo>
                  <a:lnTo>
                    <a:pt x="130" y="55"/>
                  </a:lnTo>
                  <a:close/>
                  <a:moveTo>
                    <a:pt x="132" y="106"/>
                  </a:moveTo>
                  <a:cubicBezTo>
                    <a:pt x="130" y="109"/>
                    <a:pt x="129" y="112"/>
                    <a:pt x="129" y="116"/>
                  </a:cubicBezTo>
                  <a:cubicBezTo>
                    <a:pt x="136" y="152"/>
                    <a:pt x="136" y="152"/>
                    <a:pt x="136" y="152"/>
                  </a:cubicBezTo>
                  <a:cubicBezTo>
                    <a:pt x="102" y="135"/>
                    <a:pt x="102" y="135"/>
                    <a:pt x="102" y="135"/>
                  </a:cubicBezTo>
                  <a:cubicBezTo>
                    <a:pt x="100" y="134"/>
                    <a:pt x="99" y="134"/>
                    <a:pt x="97" y="134"/>
                  </a:cubicBezTo>
                  <a:cubicBezTo>
                    <a:pt x="95" y="134"/>
                    <a:pt x="94" y="134"/>
                    <a:pt x="92" y="135"/>
                  </a:cubicBezTo>
                  <a:cubicBezTo>
                    <a:pt x="58" y="152"/>
                    <a:pt x="58" y="152"/>
                    <a:pt x="58" y="152"/>
                  </a:cubicBezTo>
                  <a:cubicBezTo>
                    <a:pt x="65" y="116"/>
                    <a:pt x="65" y="116"/>
                    <a:pt x="65" y="116"/>
                  </a:cubicBezTo>
                  <a:cubicBezTo>
                    <a:pt x="65" y="112"/>
                    <a:pt x="64" y="109"/>
                    <a:pt x="62" y="106"/>
                  </a:cubicBezTo>
                  <a:cubicBezTo>
                    <a:pt x="35" y="80"/>
                    <a:pt x="35" y="80"/>
                    <a:pt x="35" y="80"/>
                  </a:cubicBezTo>
                  <a:cubicBezTo>
                    <a:pt x="72" y="75"/>
                    <a:pt x="72" y="75"/>
                    <a:pt x="72" y="75"/>
                  </a:cubicBezTo>
                  <a:cubicBezTo>
                    <a:pt x="76" y="74"/>
                    <a:pt x="79" y="72"/>
                    <a:pt x="80" y="69"/>
                  </a:cubicBezTo>
                  <a:cubicBezTo>
                    <a:pt x="97" y="35"/>
                    <a:pt x="97" y="35"/>
                    <a:pt x="97" y="35"/>
                  </a:cubicBezTo>
                  <a:cubicBezTo>
                    <a:pt x="114" y="69"/>
                    <a:pt x="114" y="69"/>
                    <a:pt x="114" y="69"/>
                  </a:cubicBezTo>
                  <a:cubicBezTo>
                    <a:pt x="115" y="72"/>
                    <a:pt x="118" y="74"/>
                    <a:pt x="122" y="75"/>
                  </a:cubicBezTo>
                  <a:cubicBezTo>
                    <a:pt x="159" y="80"/>
                    <a:pt x="159" y="80"/>
                    <a:pt x="159" y="80"/>
                  </a:cubicBezTo>
                  <a:lnTo>
                    <a:pt x="132" y="106"/>
                  </a:lnTo>
                  <a:close/>
                  <a:moveTo>
                    <a:pt x="132" y="106"/>
                  </a:moveTo>
                  <a:cubicBezTo>
                    <a:pt x="132" y="106"/>
                    <a:pt x="132" y="106"/>
                    <a:pt x="132" y="106"/>
                  </a:cubicBezTo>
                </a:path>
              </a:pathLst>
            </a:custGeom>
            <a:grpFill/>
            <a:ln w="635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5" name="Freeform 8">
              <a:extLst>
                <a:ext uri="{FF2B5EF4-FFF2-40B4-BE49-F238E27FC236}">
                  <a16:creationId xmlns:a16="http://schemas.microsoft.com/office/drawing/2014/main" id="{A660DC91-BA1E-4E5A-93D3-AC532E7CA47F}"/>
                </a:ext>
              </a:extLst>
            </p:cNvPr>
            <p:cNvSpPr>
              <a:spLocks noEditPoints="1"/>
            </p:cNvSpPr>
            <p:nvPr/>
          </p:nvSpPr>
          <p:spPr bwMode="auto">
            <a:xfrm>
              <a:off x="1501" y="5452"/>
              <a:ext cx="379" cy="369"/>
            </a:xfrm>
            <a:custGeom>
              <a:avLst/>
              <a:gdLst>
                <a:gd name="T0" fmla="*/ 19 w 170"/>
                <a:gd name="T1" fmla="*/ 108 h 171"/>
                <a:gd name="T2" fmla="*/ 63 w 170"/>
                <a:gd name="T3" fmla="*/ 152 h 171"/>
                <a:gd name="T4" fmla="*/ 85 w 170"/>
                <a:gd name="T5" fmla="*/ 171 h 171"/>
                <a:gd name="T6" fmla="*/ 107 w 170"/>
                <a:gd name="T7" fmla="*/ 152 h 171"/>
                <a:gd name="T8" fmla="*/ 151 w 170"/>
                <a:gd name="T9" fmla="*/ 108 h 171"/>
                <a:gd name="T10" fmla="*/ 170 w 170"/>
                <a:gd name="T11" fmla="*/ 86 h 171"/>
                <a:gd name="T12" fmla="*/ 151 w 170"/>
                <a:gd name="T13" fmla="*/ 64 h 171"/>
                <a:gd name="T14" fmla="*/ 107 w 170"/>
                <a:gd name="T15" fmla="*/ 19 h 171"/>
                <a:gd name="T16" fmla="*/ 85 w 170"/>
                <a:gd name="T17" fmla="*/ 0 h 171"/>
                <a:gd name="T18" fmla="*/ 63 w 170"/>
                <a:gd name="T19" fmla="*/ 19 h 171"/>
                <a:gd name="T20" fmla="*/ 19 w 170"/>
                <a:gd name="T21" fmla="*/ 64 h 171"/>
                <a:gd name="T22" fmla="*/ 0 w 170"/>
                <a:gd name="T23" fmla="*/ 86 h 171"/>
                <a:gd name="T24" fmla="*/ 19 w 170"/>
                <a:gd name="T25" fmla="*/ 108 h 171"/>
                <a:gd name="T26" fmla="*/ 22 w 170"/>
                <a:gd name="T27" fmla="*/ 85 h 171"/>
                <a:gd name="T28" fmla="*/ 84 w 170"/>
                <a:gd name="T29" fmla="*/ 22 h 171"/>
                <a:gd name="T30" fmla="*/ 85 w 170"/>
                <a:gd name="T31" fmla="*/ 22 h 171"/>
                <a:gd name="T32" fmla="*/ 86 w 170"/>
                <a:gd name="T33" fmla="*/ 22 h 171"/>
                <a:gd name="T34" fmla="*/ 148 w 170"/>
                <a:gd name="T35" fmla="*/ 85 h 171"/>
                <a:gd name="T36" fmla="*/ 149 w 170"/>
                <a:gd name="T37" fmla="*/ 86 h 171"/>
                <a:gd name="T38" fmla="*/ 148 w 170"/>
                <a:gd name="T39" fmla="*/ 87 h 171"/>
                <a:gd name="T40" fmla="*/ 86 w 170"/>
                <a:gd name="T41" fmla="*/ 149 h 171"/>
                <a:gd name="T42" fmla="*/ 84 w 170"/>
                <a:gd name="T43" fmla="*/ 149 h 171"/>
                <a:gd name="T44" fmla="*/ 22 w 170"/>
                <a:gd name="T45" fmla="*/ 87 h 171"/>
                <a:gd name="T46" fmla="*/ 21 w 170"/>
                <a:gd name="T47" fmla="*/ 86 h 171"/>
                <a:gd name="T48" fmla="*/ 22 w 170"/>
                <a:gd name="T49" fmla="*/ 85 h 171"/>
                <a:gd name="T50" fmla="*/ 22 w 170"/>
                <a:gd name="T51" fmla="*/ 85 h 171"/>
                <a:gd name="T52" fmla="*/ 22 w 170"/>
                <a:gd name="T53" fmla="*/ 8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0" h="171">
                  <a:moveTo>
                    <a:pt x="19" y="108"/>
                  </a:moveTo>
                  <a:cubicBezTo>
                    <a:pt x="42" y="111"/>
                    <a:pt x="59" y="129"/>
                    <a:pt x="63" y="152"/>
                  </a:cubicBezTo>
                  <a:cubicBezTo>
                    <a:pt x="65" y="163"/>
                    <a:pt x="74" y="171"/>
                    <a:pt x="85" y="171"/>
                  </a:cubicBezTo>
                  <a:cubicBezTo>
                    <a:pt x="96" y="171"/>
                    <a:pt x="105" y="163"/>
                    <a:pt x="107" y="152"/>
                  </a:cubicBezTo>
                  <a:cubicBezTo>
                    <a:pt x="111" y="129"/>
                    <a:pt x="128" y="111"/>
                    <a:pt x="151" y="108"/>
                  </a:cubicBezTo>
                  <a:cubicBezTo>
                    <a:pt x="162" y="106"/>
                    <a:pt x="170" y="97"/>
                    <a:pt x="170" y="86"/>
                  </a:cubicBezTo>
                  <a:cubicBezTo>
                    <a:pt x="170" y="75"/>
                    <a:pt x="162" y="65"/>
                    <a:pt x="151" y="64"/>
                  </a:cubicBezTo>
                  <a:cubicBezTo>
                    <a:pt x="128" y="60"/>
                    <a:pt x="111" y="42"/>
                    <a:pt x="107" y="19"/>
                  </a:cubicBezTo>
                  <a:cubicBezTo>
                    <a:pt x="105" y="8"/>
                    <a:pt x="96" y="0"/>
                    <a:pt x="85" y="0"/>
                  </a:cubicBezTo>
                  <a:cubicBezTo>
                    <a:pt x="74" y="0"/>
                    <a:pt x="65" y="8"/>
                    <a:pt x="63" y="19"/>
                  </a:cubicBezTo>
                  <a:cubicBezTo>
                    <a:pt x="59" y="42"/>
                    <a:pt x="42" y="60"/>
                    <a:pt x="19" y="64"/>
                  </a:cubicBezTo>
                  <a:cubicBezTo>
                    <a:pt x="8" y="65"/>
                    <a:pt x="0" y="75"/>
                    <a:pt x="0" y="86"/>
                  </a:cubicBezTo>
                  <a:cubicBezTo>
                    <a:pt x="0" y="97"/>
                    <a:pt x="8" y="106"/>
                    <a:pt x="19" y="108"/>
                  </a:cubicBezTo>
                  <a:close/>
                  <a:moveTo>
                    <a:pt x="22" y="85"/>
                  </a:moveTo>
                  <a:cubicBezTo>
                    <a:pt x="54" y="80"/>
                    <a:pt x="79" y="55"/>
                    <a:pt x="84" y="22"/>
                  </a:cubicBezTo>
                  <a:cubicBezTo>
                    <a:pt x="84" y="22"/>
                    <a:pt x="85" y="22"/>
                    <a:pt x="85" y="22"/>
                  </a:cubicBezTo>
                  <a:cubicBezTo>
                    <a:pt x="85" y="22"/>
                    <a:pt x="86" y="22"/>
                    <a:pt x="86" y="22"/>
                  </a:cubicBezTo>
                  <a:cubicBezTo>
                    <a:pt x="91" y="55"/>
                    <a:pt x="116" y="80"/>
                    <a:pt x="148" y="85"/>
                  </a:cubicBezTo>
                  <a:cubicBezTo>
                    <a:pt x="149" y="85"/>
                    <a:pt x="149" y="85"/>
                    <a:pt x="149" y="86"/>
                  </a:cubicBezTo>
                  <a:cubicBezTo>
                    <a:pt x="149" y="86"/>
                    <a:pt x="149" y="86"/>
                    <a:pt x="148" y="87"/>
                  </a:cubicBezTo>
                  <a:cubicBezTo>
                    <a:pt x="116" y="92"/>
                    <a:pt x="91" y="117"/>
                    <a:pt x="86" y="149"/>
                  </a:cubicBezTo>
                  <a:cubicBezTo>
                    <a:pt x="86" y="150"/>
                    <a:pt x="84" y="150"/>
                    <a:pt x="84" y="149"/>
                  </a:cubicBezTo>
                  <a:cubicBezTo>
                    <a:pt x="79" y="117"/>
                    <a:pt x="54" y="92"/>
                    <a:pt x="22" y="87"/>
                  </a:cubicBezTo>
                  <a:cubicBezTo>
                    <a:pt x="21" y="86"/>
                    <a:pt x="21" y="86"/>
                    <a:pt x="21" y="86"/>
                  </a:cubicBezTo>
                  <a:cubicBezTo>
                    <a:pt x="21" y="85"/>
                    <a:pt x="21" y="85"/>
                    <a:pt x="22" y="85"/>
                  </a:cubicBezTo>
                  <a:close/>
                  <a:moveTo>
                    <a:pt x="22" y="85"/>
                  </a:moveTo>
                  <a:cubicBezTo>
                    <a:pt x="22" y="85"/>
                    <a:pt x="22" y="85"/>
                    <a:pt x="22" y="85"/>
                  </a:cubicBezTo>
                </a:path>
              </a:pathLst>
            </a:custGeom>
            <a:grpFill/>
            <a:ln w="6350">
              <a:solidFill>
                <a:srgbClr val="000000"/>
              </a:solidFill>
              <a:round/>
              <a:headEnd/>
              <a:tailEnd/>
            </a:ln>
          </p:spPr>
          <p:txBody>
            <a:bodyPr vert="horz" wrap="square" lIns="74295" tIns="37148" rIns="74295" bIns="37148" numCol="1" anchor="t" anchorCtr="0" compatLnSpc="1">
              <a:prstTxWarp prst="textNoShape">
                <a:avLst/>
              </a:prstTxWarp>
            </a:bodyPr>
            <a:lstStyle/>
            <a:p>
              <a:endParaRPr lang="en-US" sz="1463"/>
            </a:p>
          </p:txBody>
        </p:sp>
        <p:sp>
          <p:nvSpPr>
            <p:cNvPr id="18" name="Rectangle 9">
              <a:extLst>
                <a:ext uri="{FF2B5EF4-FFF2-40B4-BE49-F238E27FC236}">
                  <a16:creationId xmlns:a16="http://schemas.microsoft.com/office/drawing/2014/main" id="{2AEDBC97-D448-4070-B034-EB8689BEF025}"/>
                </a:ext>
              </a:extLst>
            </p:cNvPr>
            <p:cNvSpPr>
              <a:spLocks noChangeArrowheads="1"/>
            </p:cNvSpPr>
            <p:nvPr/>
          </p:nvSpPr>
          <p:spPr bwMode="auto">
            <a:xfrm>
              <a:off x="2785" y="5984"/>
              <a:ext cx="47" cy="45"/>
            </a:xfrm>
            <a:prstGeom prst="rect">
              <a:avLst/>
            </a:prstGeom>
            <a:grpFill/>
            <a:ln w="635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sp>
          <p:nvSpPr>
            <p:cNvPr id="20" name="Rectangle 10">
              <a:extLst>
                <a:ext uri="{FF2B5EF4-FFF2-40B4-BE49-F238E27FC236}">
                  <a16:creationId xmlns:a16="http://schemas.microsoft.com/office/drawing/2014/main" id="{1574F5EA-8BA1-4A6A-B3B1-5DDD9DE24B37}"/>
                </a:ext>
              </a:extLst>
            </p:cNvPr>
            <p:cNvSpPr>
              <a:spLocks noChangeArrowheads="1"/>
            </p:cNvSpPr>
            <p:nvPr/>
          </p:nvSpPr>
          <p:spPr bwMode="auto">
            <a:xfrm>
              <a:off x="2785" y="5891"/>
              <a:ext cx="47" cy="45"/>
            </a:xfrm>
            <a:prstGeom prst="rect">
              <a:avLst/>
            </a:prstGeom>
            <a:grpFill/>
            <a:ln w="635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sp>
          <p:nvSpPr>
            <p:cNvPr id="22" name="Rectangle 11">
              <a:extLst>
                <a:ext uri="{FF2B5EF4-FFF2-40B4-BE49-F238E27FC236}">
                  <a16:creationId xmlns:a16="http://schemas.microsoft.com/office/drawing/2014/main" id="{EBC0ED0E-4BD3-4560-BD3F-480C4E3A76C0}"/>
                </a:ext>
              </a:extLst>
            </p:cNvPr>
            <p:cNvSpPr>
              <a:spLocks noChangeArrowheads="1"/>
            </p:cNvSpPr>
            <p:nvPr/>
          </p:nvSpPr>
          <p:spPr bwMode="auto">
            <a:xfrm>
              <a:off x="2785" y="5798"/>
              <a:ext cx="47" cy="47"/>
            </a:xfrm>
            <a:prstGeom prst="rect">
              <a:avLst/>
            </a:prstGeom>
            <a:grpFill/>
            <a:ln w="6350">
              <a:solidFill>
                <a:srgbClr val="000000"/>
              </a:solidFill>
              <a:miter lim="800000"/>
              <a:headEnd/>
              <a:tailEnd/>
            </a:ln>
          </p:spPr>
          <p:txBody>
            <a:bodyPr vert="horz" wrap="square" lIns="74295" tIns="37148" rIns="74295" bIns="37148" numCol="1" anchor="t" anchorCtr="0" compatLnSpc="1">
              <a:prstTxWarp prst="textNoShape">
                <a:avLst/>
              </a:prstTxWarp>
            </a:bodyPr>
            <a:lstStyle/>
            <a:p>
              <a:endParaRPr lang="en-US" sz="1463"/>
            </a:p>
          </p:txBody>
        </p:sp>
      </p:grpSp>
      <p:sp>
        <p:nvSpPr>
          <p:cNvPr id="5" name="Title 4">
            <a:extLst>
              <a:ext uri="{FF2B5EF4-FFF2-40B4-BE49-F238E27FC236}">
                <a16:creationId xmlns:a16="http://schemas.microsoft.com/office/drawing/2014/main" id="{812E8498-1EAC-4A63-9216-F619640C2DA2}"/>
              </a:ext>
            </a:extLst>
          </p:cNvPr>
          <p:cNvSpPr>
            <a:spLocks noGrp="1"/>
          </p:cNvSpPr>
          <p:nvPr>
            <p:ph type="title"/>
          </p:nvPr>
        </p:nvSpPr>
        <p:spPr/>
        <p:txBody>
          <a:bodyPr/>
          <a:lstStyle/>
          <a:p>
            <a:r>
              <a:rPr lang="en-US" dirty="0"/>
              <a:t>Title</a:t>
            </a:r>
          </a:p>
        </p:txBody>
      </p:sp>
    </p:spTree>
    <p:extLst>
      <p:ext uri="{BB962C8B-B14F-4D97-AF65-F5344CB8AC3E}">
        <p14:creationId xmlns:p14="http://schemas.microsoft.com/office/powerpoint/2010/main" val="2225764258"/>
      </p:ext>
    </p:extLst>
  </p:cSld>
  <p:clrMapOvr>
    <a:masterClrMapping/>
  </p:clrMapOvr>
  <p:transition>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fad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down)">
                                          <p:cBhvr>
                                            <p:cTn id="12" dur="500"/>
                                            <p:tgtEl>
                                              <p:spTgt spid="7"/>
                                            </p:tgtEl>
                                          </p:cBhvr>
                                        </p:animEffect>
                                      </p:childTnLst>
                                    </p:cTn>
                                  </p:par>
                                  <p:par>
                                    <p:cTn id="13" presetID="1" presetClass="entr" presetSubtype="0" fill="hold" grpId="0" nodeType="withEffect">
                                      <p:stCondLst>
                                        <p:cond delay="500"/>
                                      </p:stCondLst>
                                      <p:childTnLst>
                                        <p:set>
                                          <p:cBhvr>
                                            <p:cTn id="14" dur="1" fill="hold">
                                              <p:stCondLst>
                                                <p:cond delay="0"/>
                                              </p:stCondLst>
                                            </p:cTn>
                                            <p:tgtEl>
                                              <p:spTgt spid="116"/>
                                            </p:tgtEl>
                                            <p:attrNameLst>
                                              <p:attrName>style.visibility</p:attrName>
                                            </p:attrNameLst>
                                          </p:cBhvr>
                                          <p:to>
                                            <p:strVal val="visible"/>
                                          </p:to>
                                        </p:set>
                                      </p:childTnLst>
                                    </p:cTn>
                                  </p:par>
                                </p:childTnLst>
                              </p:cTn>
                            </p:par>
                            <p:par>
                              <p:cTn id="15" fill="hold">
                                <p:stCondLst>
                                  <p:cond delay="500"/>
                                </p:stCondLst>
                                <p:childTnLst>
                                  <p:par>
                                    <p:cTn id="16" presetID="10" presetClass="entr" presetSubtype="0"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par>
                                    <p:cTn id="19" presetID="2" presetClass="entr" presetSubtype="8" fill="hold" grpId="0" nodeType="withEffect" p14:presetBounceEnd="60000">
                                      <p:stCondLst>
                                        <p:cond delay="0"/>
                                      </p:stCondLst>
                                      <p:childTnLst>
                                        <p:set>
                                          <p:cBhvr>
                                            <p:cTn id="20" dur="1" fill="hold">
                                              <p:stCondLst>
                                                <p:cond delay="0"/>
                                              </p:stCondLst>
                                            </p:cTn>
                                            <p:tgtEl>
                                              <p:spTgt spid="106"/>
                                            </p:tgtEl>
                                            <p:attrNameLst>
                                              <p:attrName>style.visibility</p:attrName>
                                            </p:attrNameLst>
                                          </p:cBhvr>
                                          <p:to>
                                            <p:strVal val="visible"/>
                                          </p:to>
                                        </p:set>
                                        <p:anim calcmode="lin" valueType="num" p14:bounceEnd="60000">
                                          <p:cBhvr additive="base">
                                            <p:cTn id="21" dur="500" fill="hold"/>
                                            <p:tgtEl>
                                              <p:spTgt spid="106"/>
                                            </p:tgtEl>
                                            <p:attrNameLst>
                                              <p:attrName>ppt_x</p:attrName>
                                            </p:attrNameLst>
                                          </p:cBhvr>
                                          <p:tavLst>
                                            <p:tav tm="0">
                                              <p:val>
                                                <p:strVal val="0-#ppt_w/2"/>
                                              </p:val>
                                            </p:tav>
                                            <p:tav tm="100000">
                                              <p:val>
                                                <p:strVal val="#ppt_x"/>
                                              </p:val>
                                            </p:tav>
                                          </p:tavLst>
                                        </p:anim>
                                        <p:anim calcmode="lin" valueType="num" p14:bounceEnd="60000">
                                          <p:cBhvr additive="base">
                                            <p:cTn id="22" dur="500" fill="hold"/>
                                            <p:tgtEl>
                                              <p:spTgt spid="106"/>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wipe(down)">
                                          <p:cBhvr>
                                            <p:cTn id="27" dur="500"/>
                                            <p:tgtEl>
                                              <p:spTgt spid="2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118"/>
                                            </p:tgtEl>
                                            <p:attrNameLst>
                                              <p:attrName>style.visibility</p:attrName>
                                            </p:attrNameLst>
                                          </p:cBhvr>
                                          <p:to>
                                            <p:strVal val="visible"/>
                                          </p:to>
                                        </p:set>
                                        <p:animEffect transition="in" filter="fade">
                                          <p:cBhvr>
                                            <p:cTn id="31" dur="500"/>
                                            <p:tgtEl>
                                              <p:spTgt spid="118"/>
                                            </p:tgtEl>
                                          </p:cBhvr>
                                        </p:animEffect>
                                      </p:childTnLst>
                                    </p:cTn>
                                  </p:par>
                                  <p:par>
                                    <p:cTn id="32" presetID="2" presetClass="entr" presetSubtype="2" fill="hold" grpId="0" nodeType="withEffect" p14:presetBounceEnd="60000">
                                      <p:stCondLst>
                                        <p:cond delay="0"/>
                                      </p:stCondLst>
                                      <p:childTnLst>
                                        <p:set>
                                          <p:cBhvr>
                                            <p:cTn id="33" dur="1" fill="hold">
                                              <p:stCondLst>
                                                <p:cond delay="0"/>
                                              </p:stCondLst>
                                            </p:cTn>
                                            <p:tgtEl>
                                              <p:spTgt spid="107"/>
                                            </p:tgtEl>
                                            <p:attrNameLst>
                                              <p:attrName>style.visibility</p:attrName>
                                            </p:attrNameLst>
                                          </p:cBhvr>
                                          <p:to>
                                            <p:strVal val="visible"/>
                                          </p:to>
                                        </p:set>
                                        <p:anim calcmode="lin" valueType="num" p14:bounceEnd="60000">
                                          <p:cBhvr additive="base">
                                            <p:cTn id="34" dur="500" fill="hold"/>
                                            <p:tgtEl>
                                              <p:spTgt spid="107"/>
                                            </p:tgtEl>
                                            <p:attrNameLst>
                                              <p:attrName>ppt_x</p:attrName>
                                            </p:attrNameLst>
                                          </p:cBhvr>
                                          <p:tavLst>
                                            <p:tav tm="0">
                                              <p:val>
                                                <p:strVal val="1+#ppt_w/2"/>
                                              </p:val>
                                            </p:tav>
                                            <p:tav tm="100000">
                                              <p:val>
                                                <p:strVal val="#ppt_x"/>
                                              </p:val>
                                            </p:tav>
                                          </p:tavLst>
                                        </p:anim>
                                        <p:anim calcmode="lin" valueType="num" p14:bounceEnd="60000">
                                          <p:cBhvr additive="base">
                                            <p:cTn id="35" dur="500" fill="hold"/>
                                            <p:tgtEl>
                                              <p:spTgt spid="107"/>
                                            </p:tgtEl>
                                            <p:attrNameLst>
                                              <p:attrName>ppt_y</p:attrName>
                                            </p:attrNameLst>
                                          </p:cBhvr>
                                          <p:tavLst>
                                            <p:tav tm="0">
                                              <p:val>
                                                <p:strVal val="#ppt_y"/>
                                              </p:val>
                                            </p:tav>
                                            <p:tav tm="100000">
                                              <p:val>
                                                <p:strVal val="#ppt_y"/>
                                              </p:val>
                                            </p:tav>
                                          </p:tavLst>
                                        </p:anim>
                                      </p:childTnLst>
                                    </p:cTn>
                                  </p:par>
                                </p:childTnLst>
                              </p:cTn>
                            </p:par>
                            <p:par>
                              <p:cTn id="36" fill="hold">
                                <p:stCondLst>
                                  <p:cond delay="1500"/>
                                </p:stCondLst>
                                <p:childTnLst>
                                  <p:par>
                                    <p:cTn id="37" presetID="10" presetClass="entr" presetSubtype="0" fill="hold" nodeType="after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par>
                                    <p:cTn id="40" presetID="10" presetClass="entr" presetSubtype="0" fill="hold" nodeType="withEffect">
                                      <p:stCondLst>
                                        <p:cond delay="0"/>
                                      </p:stCondLst>
                                      <p:childTnLst>
                                        <p:set>
                                          <p:cBhvr>
                                            <p:cTn id="41" dur="1" fill="hold">
                                              <p:stCondLst>
                                                <p:cond delay="0"/>
                                              </p:stCondLst>
                                            </p:cTn>
                                            <p:tgtEl>
                                              <p:spTgt spid="119"/>
                                            </p:tgtEl>
                                            <p:attrNameLst>
                                              <p:attrName>style.visibility</p:attrName>
                                            </p:attrNameLst>
                                          </p:cBhvr>
                                          <p:to>
                                            <p:strVal val="visible"/>
                                          </p:to>
                                        </p:set>
                                        <p:animEffect transition="in" filter="fade">
                                          <p:cBhvr>
                                            <p:cTn id="42" dur="500"/>
                                            <p:tgtEl>
                                              <p:spTgt spid="119"/>
                                            </p:tgtEl>
                                          </p:cBhvr>
                                        </p:animEffect>
                                      </p:childTnLst>
                                    </p:cTn>
                                  </p:par>
                                  <p:par>
                                    <p:cTn id="43" presetID="42" presetClass="path" presetSubtype="0" fill="hold" nodeType="withEffect">
                                      <p:stCondLst>
                                        <p:cond delay="0"/>
                                      </p:stCondLst>
                                      <p:childTnLst>
                                        <p:animMotion origin="layout" path="M -0.00013 -0.15625 L 1.66667E-6 1.48148E-6 " pathEditMode="relative" rAng="0" ptsTypes="AA">
                                          <p:cBhvr>
                                            <p:cTn id="44" dur="2000" fill="hold"/>
                                            <p:tgtEl>
                                              <p:spTgt spid="119"/>
                                            </p:tgtEl>
                                            <p:attrNameLst>
                                              <p:attrName>ppt_x</p:attrName>
                                              <p:attrName>ppt_y</p:attrName>
                                            </p:attrNameLst>
                                          </p:cBhvr>
                                          <p:rCtr x="-13" y="7801"/>
                                        </p:animMotion>
                                      </p:childTnLst>
                                    </p:cTn>
                                  </p:par>
                                  <p:par>
                                    <p:cTn id="45" presetID="17" presetClass="entr" presetSubtype="1"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 calcmode="lin" valueType="num">
                                          <p:cBhvr>
                                            <p:cTn id="47" dur="2000" fill="hold"/>
                                            <p:tgtEl>
                                              <p:spTgt spid="16"/>
                                            </p:tgtEl>
                                            <p:attrNameLst>
                                              <p:attrName>ppt_x</p:attrName>
                                            </p:attrNameLst>
                                          </p:cBhvr>
                                          <p:tavLst>
                                            <p:tav tm="0">
                                              <p:val>
                                                <p:strVal val="#ppt_x"/>
                                              </p:val>
                                            </p:tav>
                                            <p:tav tm="100000">
                                              <p:val>
                                                <p:strVal val="#ppt_x"/>
                                              </p:val>
                                            </p:tav>
                                          </p:tavLst>
                                        </p:anim>
                                        <p:anim calcmode="lin" valueType="num">
                                          <p:cBhvr>
                                            <p:cTn id="48" dur="2000" fill="hold"/>
                                            <p:tgtEl>
                                              <p:spTgt spid="16"/>
                                            </p:tgtEl>
                                            <p:attrNameLst>
                                              <p:attrName>ppt_y</p:attrName>
                                            </p:attrNameLst>
                                          </p:cBhvr>
                                          <p:tavLst>
                                            <p:tav tm="0">
                                              <p:val>
                                                <p:strVal val="#ppt_y-#ppt_h/2"/>
                                              </p:val>
                                            </p:tav>
                                            <p:tav tm="100000">
                                              <p:val>
                                                <p:strVal val="#ppt_y"/>
                                              </p:val>
                                            </p:tav>
                                          </p:tavLst>
                                        </p:anim>
                                        <p:anim calcmode="lin" valueType="num">
                                          <p:cBhvr>
                                            <p:cTn id="49" dur="2000" fill="hold"/>
                                            <p:tgtEl>
                                              <p:spTgt spid="16"/>
                                            </p:tgtEl>
                                            <p:attrNameLst>
                                              <p:attrName>ppt_w</p:attrName>
                                            </p:attrNameLst>
                                          </p:cBhvr>
                                          <p:tavLst>
                                            <p:tav tm="0">
                                              <p:val>
                                                <p:strVal val="#ppt_w"/>
                                              </p:val>
                                            </p:tav>
                                            <p:tav tm="100000">
                                              <p:val>
                                                <p:strVal val="#ppt_w"/>
                                              </p:val>
                                            </p:tav>
                                          </p:tavLst>
                                        </p:anim>
                                        <p:anim calcmode="lin" valueType="num">
                                          <p:cBhvr>
                                            <p:cTn id="50" dur="2000" fill="hold"/>
                                            <p:tgtEl>
                                              <p:spTgt spid="16"/>
                                            </p:tgtEl>
                                            <p:attrNameLst>
                                              <p:attrName>ppt_h</p:attrName>
                                            </p:attrNameLst>
                                          </p:cBhvr>
                                          <p:tavLst>
                                            <p:tav tm="0">
                                              <p:val>
                                                <p:fltVal val="0"/>
                                              </p:val>
                                            </p:tav>
                                            <p:tav tm="100000">
                                              <p:val>
                                                <p:strVal val="#ppt_h"/>
                                              </p:val>
                                            </p:tav>
                                          </p:tavLst>
                                        </p:anim>
                                      </p:childTnLst>
                                    </p:cTn>
                                  </p:par>
                                </p:childTnLst>
                              </p:cTn>
                            </p:par>
                            <p:par>
                              <p:cTn id="51" fill="hold">
                                <p:stCondLst>
                                  <p:cond delay="3500"/>
                                </p:stCondLst>
                                <p:childTnLst>
                                  <p:par>
                                    <p:cTn id="52" presetID="10" presetClass="entr" presetSubtype="0" fill="hold" nodeType="afterEffect">
                                      <p:stCondLst>
                                        <p:cond delay="0"/>
                                      </p:stCondLst>
                                      <p:childTnLst>
                                        <p:set>
                                          <p:cBhvr>
                                            <p:cTn id="53" dur="1" fill="hold">
                                              <p:stCondLst>
                                                <p:cond delay="0"/>
                                              </p:stCondLst>
                                            </p:cTn>
                                            <p:tgtEl>
                                              <p:spTgt spid="88">
                                                <p:txEl>
                                                  <p:pRg st="0" end="0"/>
                                                </p:txEl>
                                              </p:spTgt>
                                            </p:tgtEl>
                                            <p:attrNameLst>
                                              <p:attrName>style.visibility</p:attrName>
                                            </p:attrNameLst>
                                          </p:cBhvr>
                                          <p:to>
                                            <p:strVal val="visible"/>
                                          </p:to>
                                        </p:set>
                                        <p:animEffect transition="in" filter="fade">
                                          <p:cBhvr>
                                            <p:cTn id="54" dur="500"/>
                                            <p:tgtEl>
                                              <p:spTgt spid="88">
                                                <p:txEl>
                                                  <p:pRg st="0" end="0"/>
                                                </p:txEl>
                                              </p:spTgt>
                                            </p:tgtEl>
                                          </p:cBhvr>
                                        </p:animEffect>
                                      </p:childTnLst>
                                    </p:cTn>
                                  </p:par>
                                  <p:par>
                                    <p:cTn id="55" presetID="47" presetClass="entr" presetSubtype="0"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anim calcmode="lin" valueType="num">
                                          <p:cBhvr>
                                            <p:cTn id="58" dur="500" fill="hold"/>
                                            <p:tgtEl>
                                              <p:spTgt spid="28"/>
                                            </p:tgtEl>
                                            <p:attrNameLst>
                                              <p:attrName>ppt_x</p:attrName>
                                            </p:attrNameLst>
                                          </p:cBhvr>
                                          <p:tavLst>
                                            <p:tav tm="0">
                                              <p:val>
                                                <p:strVal val="#ppt_x"/>
                                              </p:val>
                                            </p:tav>
                                            <p:tav tm="100000">
                                              <p:val>
                                                <p:strVal val="#ppt_x"/>
                                              </p:val>
                                            </p:tav>
                                          </p:tavLst>
                                        </p:anim>
                                        <p:anim calcmode="lin" valueType="num">
                                          <p:cBhvr>
                                            <p:cTn id="59" dur="500" fill="hold"/>
                                            <p:tgtEl>
                                              <p:spTgt spid="28"/>
                                            </p:tgtEl>
                                            <p:attrNameLst>
                                              <p:attrName>ppt_y</p:attrName>
                                            </p:attrNameLst>
                                          </p:cBhvr>
                                          <p:tavLst>
                                            <p:tav tm="0">
                                              <p:val>
                                                <p:strVal val="#ppt_y-.1"/>
                                              </p:val>
                                            </p:tav>
                                            <p:tav tm="100000">
                                              <p:val>
                                                <p:strVal val="#ppt_y"/>
                                              </p:val>
                                            </p:tav>
                                          </p:tavLst>
                                        </p:anim>
                                      </p:childTnLst>
                                    </p:cTn>
                                  </p:par>
                                  <p:par>
                                    <p:cTn id="60" presetID="35" presetClass="emph" presetSubtype="0" repeatCount="indefinite" fill="hold" grpId="1" nodeType="withEffect">
                                      <p:stCondLst>
                                        <p:cond delay="0"/>
                                      </p:stCondLst>
                                      <p:childTnLst>
                                        <p:anim calcmode="discrete" valueType="str">
                                          <p:cBhvr>
                                            <p:cTn id="61" dur="15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86"/>
                                            </p:tgtEl>
                                            <p:attrNameLst>
                                              <p:attrName>style.visibility</p:attrName>
                                            </p:attrNameLst>
                                          </p:cBhvr>
                                          <p:to>
                                            <p:strVal val="visible"/>
                                          </p:to>
                                        </p:set>
                                        <p:animEffect transition="in" filter="fade">
                                          <p:cBhvr>
                                            <p:cTn id="66" dur="500"/>
                                            <p:tgtEl>
                                              <p:spTgt spid="86"/>
                                            </p:tgtEl>
                                          </p:cBhvr>
                                        </p:animEffect>
                                      </p:childTnLst>
                                    </p:cTn>
                                  </p:par>
                                </p:childTnLst>
                              </p:cTn>
                            </p:par>
                            <p:par>
                              <p:cTn id="67" fill="hold">
                                <p:stCondLst>
                                  <p:cond delay="500"/>
                                </p:stCondLst>
                                <p:childTnLst>
                                  <p:par>
                                    <p:cTn id="68" presetID="10" presetClass="entr" presetSubtype="0" fill="hold" nodeType="afterEffect">
                                      <p:stCondLst>
                                        <p:cond delay="0"/>
                                      </p:stCondLst>
                                      <p:childTnLst>
                                        <p:set>
                                          <p:cBhvr>
                                            <p:cTn id="69" dur="1" fill="hold">
                                              <p:stCondLst>
                                                <p:cond delay="0"/>
                                              </p:stCondLst>
                                            </p:cTn>
                                            <p:tgtEl>
                                              <p:spTgt spid="65"/>
                                            </p:tgtEl>
                                            <p:attrNameLst>
                                              <p:attrName>style.visibility</p:attrName>
                                            </p:attrNameLst>
                                          </p:cBhvr>
                                          <p:to>
                                            <p:strVal val="visible"/>
                                          </p:to>
                                        </p:set>
                                        <p:animEffect transition="in" filter="fade">
                                          <p:cBhvr>
                                            <p:cTn id="70" dur="500"/>
                                            <p:tgtEl>
                                              <p:spTgt spid="65"/>
                                            </p:tgtEl>
                                          </p:cBhvr>
                                        </p:animEffect>
                                      </p:childTnLst>
                                    </p:cTn>
                                  </p:par>
                                  <p:par>
                                    <p:cTn id="71" presetID="10" presetClass="entr" presetSubtype="0" fill="hold" nodeType="withEffect">
                                      <p:stCondLst>
                                        <p:cond delay="0"/>
                                      </p:stCondLst>
                                      <p:childTnLst>
                                        <p:set>
                                          <p:cBhvr>
                                            <p:cTn id="72" dur="1" fill="hold">
                                              <p:stCondLst>
                                                <p:cond delay="0"/>
                                              </p:stCondLst>
                                            </p:cTn>
                                            <p:tgtEl>
                                              <p:spTgt spid="136"/>
                                            </p:tgtEl>
                                            <p:attrNameLst>
                                              <p:attrName>style.visibility</p:attrName>
                                            </p:attrNameLst>
                                          </p:cBhvr>
                                          <p:to>
                                            <p:strVal val="visible"/>
                                          </p:to>
                                        </p:set>
                                        <p:animEffect transition="in" filter="fade">
                                          <p:cBhvr>
                                            <p:cTn id="73" dur="500"/>
                                            <p:tgtEl>
                                              <p:spTgt spid="136"/>
                                            </p:tgtEl>
                                          </p:cBhvr>
                                        </p:animEffect>
                                      </p:childTnLst>
                                    </p:cTn>
                                  </p:par>
                                  <p:par>
                                    <p:cTn id="74" presetID="8" presetClass="emph" presetSubtype="0" repeatCount="indefinite" fill="hold" nodeType="withEffect">
                                      <p:stCondLst>
                                        <p:cond delay="0"/>
                                      </p:stCondLst>
                                      <p:childTnLst>
                                        <p:animRot by="21600000">
                                          <p:cBhvr>
                                            <p:cTn id="75" dur="20000" fill="hold"/>
                                            <p:tgtEl>
                                              <p:spTgt spid="136"/>
                                            </p:tgtEl>
                                            <p:attrNameLst>
                                              <p:attrName>r</p:attrName>
                                            </p:attrNameLst>
                                          </p:cBhvr>
                                        </p:animRot>
                                      </p:childTnLst>
                                    </p:cTn>
                                  </p:par>
                                  <p:par>
                                    <p:cTn id="76" presetID="10" presetClass="entr" presetSubtype="0" fill="hold" grpId="0" nodeType="withEffect">
                                      <p:stCondLst>
                                        <p:cond delay="1000"/>
                                      </p:stCondLst>
                                      <p:childTnLst>
                                        <p:set>
                                          <p:cBhvr>
                                            <p:cTn id="77" dur="1" fill="hold">
                                              <p:stCondLst>
                                                <p:cond delay="0"/>
                                              </p:stCondLst>
                                            </p:cTn>
                                            <p:tgtEl>
                                              <p:spTgt spid="41"/>
                                            </p:tgtEl>
                                            <p:attrNameLst>
                                              <p:attrName>style.visibility</p:attrName>
                                            </p:attrNameLst>
                                          </p:cBhvr>
                                          <p:to>
                                            <p:strVal val="visible"/>
                                          </p:to>
                                        </p:set>
                                        <p:animEffect transition="in" filter="fade">
                                          <p:cBhvr>
                                            <p:cTn id="78" dur="750"/>
                                            <p:tgtEl>
                                              <p:spTgt spid="41"/>
                                            </p:tgtEl>
                                          </p:cBhvr>
                                        </p:animEffect>
                                      </p:childTnLst>
                                    </p:cTn>
                                  </p:par>
                                  <p:par>
                                    <p:cTn id="79" presetID="10" presetClass="entr" presetSubtype="0" fill="hold" grpId="0" nodeType="withEffect">
                                      <p:stCondLst>
                                        <p:cond delay="1000"/>
                                      </p:stCondLst>
                                      <p:childTnLst>
                                        <p:set>
                                          <p:cBhvr>
                                            <p:cTn id="80" dur="1" fill="hold">
                                              <p:stCondLst>
                                                <p:cond delay="0"/>
                                              </p:stCondLst>
                                            </p:cTn>
                                            <p:tgtEl>
                                              <p:spTgt spid="124"/>
                                            </p:tgtEl>
                                            <p:attrNameLst>
                                              <p:attrName>style.visibility</p:attrName>
                                            </p:attrNameLst>
                                          </p:cBhvr>
                                          <p:to>
                                            <p:strVal val="visible"/>
                                          </p:to>
                                        </p:set>
                                        <p:animEffect transition="in" filter="fade">
                                          <p:cBhvr>
                                            <p:cTn id="81" dur="750"/>
                                            <p:tgtEl>
                                              <p:spTgt spid="124"/>
                                            </p:tgtEl>
                                          </p:cBhvr>
                                        </p:animEffect>
                                      </p:childTnLst>
                                    </p:cTn>
                                  </p:par>
                                  <p:par>
                                    <p:cTn id="82" presetID="53" presetClass="entr" presetSubtype="16" fill="hold" grpId="0" nodeType="withEffect">
                                      <p:stCondLst>
                                        <p:cond delay="1250"/>
                                      </p:stCondLst>
                                      <p:childTnLst>
                                        <p:set>
                                          <p:cBhvr>
                                            <p:cTn id="83" dur="1" fill="hold">
                                              <p:stCondLst>
                                                <p:cond delay="0"/>
                                              </p:stCondLst>
                                            </p:cTn>
                                            <p:tgtEl>
                                              <p:spTgt spid="89"/>
                                            </p:tgtEl>
                                            <p:attrNameLst>
                                              <p:attrName>style.visibility</p:attrName>
                                            </p:attrNameLst>
                                          </p:cBhvr>
                                          <p:to>
                                            <p:strVal val="visible"/>
                                          </p:to>
                                        </p:set>
                                        <p:anim calcmode="lin" valueType="num">
                                          <p:cBhvr>
                                            <p:cTn id="84" dur="750" fill="hold"/>
                                            <p:tgtEl>
                                              <p:spTgt spid="89"/>
                                            </p:tgtEl>
                                            <p:attrNameLst>
                                              <p:attrName>ppt_w</p:attrName>
                                            </p:attrNameLst>
                                          </p:cBhvr>
                                          <p:tavLst>
                                            <p:tav tm="0">
                                              <p:val>
                                                <p:fltVal val="0"/>
                                              </p:val>
                                            </p:tav>
                                            <p:tav tm="100000">
                                              <p:val>
                                                <p:strVal val="#ppt_w"/>
                                              </p:val>
                                            </p:tav>
                                          </p:tavLst>
                                        </p:anim>
                                        <p:anim calcmode="lin" valueType="num">
                                          <p:cBhvr>
                                            <p:cTn id="85" dur="750" fill="hold"/>
                                            <p:tgtEl>
                                              <p:spTgt spid="89"/>
                                            </p:tgtEl>
                                            <p:attrNameLst>
                                              <p:attrName>ppt_h</p:attrName>
                                            </p:attrNameLst>
                                          </p:cBhvr>
                                          <p:tavLst>
                                            <p:tav tm="0">
                                              <p:val>
                                                <p:fltVal val="0"/>
                                              </p:val>
                                            </p:tav>
                                            <p:tav tm="100000">
                                              <p:val>
                                                <p:strVal val="#ppt_h"/>
                                              </p:val>
                                            </p:tav>
                                          </p:tavLst>
                                        </p:anim>
                                        <p:animEffect transition="in" filter="fade">
                                          <p:cBhvr>
                                            <p:cTn id="86" dur="750"/>
                                            <p:tgtEl>
                                              <p:spTgt spid="89"/>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149"/>
                                            </p:tgtEl>
                                            <p:attrNameLst>
                                              <p:attrName>style.visibility</p:attrName>
                                            </p:attrNameLst>
                                          </p:cBhvr>
                                          <p:to>
                                            <p:strVal val="visible"/>
                                          </p:to>
                                        </p:set>
                                        <p:animEffect transition="in" filter="fade">
                                          <p:cBhvr>
                                            <p:cTn id="91" dur="500"/>
                                            <p:tgtEl>
                                              <p:spTgt spid="149"/>
                                            </p:tgtEl>
                                          </p:cBhvr>
                                        </p:animEffect>
                                      </p:childTnLst>
                                    </p:cTn>
                                  </p:par>
                                </p:childTnLst>
                              </p:cTn>
                            </p:par>
                            <p:par>
                              <p:cTn id="92" fill="hold">
                                <p:stCondLst>
                                  <p:cond delay="500"/>
                                </p:stCondLst>
                                <p:childTnLst>
                                  <p:par>
                                    <p:cTn id="93" presetID="47" presetClass="entr" presetSubtype="0" fill="hold" nodeType="afterEffect">
                                      <p:stCondLst>
                                        <p:cond delay="0"/>
                                      </p:stCondLst>
                                      <p:childTnLst>
                                        <p:set>
                                          <p:cBhvr>
                                            <p:cTn id="94" dur="1" fill="hold">
                                              <p:stCondLst>
                                                <p:cond delay="0"/>
                                              </p:stCondLst>
                                            </p:cTn>
                                            <p:tgtEl>
                                              <p:spTgt spid="156"/>
                                            </p:tgtEl>
                                            <p:attrNameLst>
                                              <p:attrName>style.visibility</p:attrName>
                                            </p:attrNameLst>
                                          </p:cBhvr>
                                          <p:to>
                                            <p:strVal val="visible"/>
                                          </p:to>
                                        </p:set>
                                        <p:animEffect transition="in" filter="fade">
                                          <p:cBhvr>
                                            <p:cTn id="95" dur="1000"/>
                                            <p:tgtEl>
                                              <p:spTgt spid="156"/>
                                            </p:tgtEl>
                                          </p:cBhvr>
                                        </p:animEffect>
                                        <p:anim calcmode="lin" valueType="num">
                                          <p:cBhvr>
                                            <p:cTn id="96" dur="1000" fill="hold"/>
                                            <p:tgtEl>
                                              <p:spTgt spid="156"/>
                                            </p:tgtEl>
                                            <p:attrNameLst>
                                              <p:attrName>ppt_x</p:attrName>
                                            </p:attrNameLst>
                                          </p:cBhvr>
                                          <p:tavLst>
                                            <p:tav tm="0">
                                              <p:val>
                                                <p:strVal val="#ppt_x"/>
                                              </p:val>
                                            </p:tav>
                                            <p:tav tm="100000">
                                              <p:val>
                                                <p:strVal val="#ppt_x"/>
                                              </p:val>
                                            </p:tav>
                                          </p:tavLst>
                                        </p:anim>
                                        <p:anim calcmode="lin" valueType="num">
                                          <p:cBhvr>
                                            <p:cTn id="97" dur="1000" fill="hold"/>
                                            <p:tgtEl>
                                              <p:spTgt spid="156"/>
                                            </p:tgtEl>
                                            <p:attrNameLst>
                                              <p:attrName>ppt_y</p:attrName>
                                            </p:attrNameLst>
                                          </p:cBhvr>
                                          <p:tavLst>
                                            <p:tav tm="0">
                                              <p:val>
                                                <p:strVal val="#ppt_y-.1"/>
                                              </p:val>
                                            </p:tav>
                                            <p:tav tm="100000">
                                              <p:val>
                                                <p:strVal val="#ppt_y"/>
                                              </p:val>
                                            </p:tav>
                                          </p:tavLst>
                                        </p:anim>
                                      </p:childTnLst>
                                    </p:cTn>
                                  </p:par>
                                </p:childTnLst>
                              </p:cTn>
                            </p:par>
                            <p:par>
                              <p:cTn id="98" fill="hold">
                                <p:stCondLst>
                                  <p:cond delay="1500"/>
                                </p:stCondLst>
                                <p:childTnLst>
                                  <p:par>
                                    <p:cTn id="99" presetID="22" presetClass="entr" presetSubtype="8" fill="hold" grpId="0" nodeType="afterEffect">
                                      <p:stCondLst>
                                        <p:cond delay="0"/>
                                      </p:stCondLst>
                                      <p:childTnLst>
                                        <p:set>
                                          <p:cBhvr>
                                            <p:cTn id="100" dur="1" fill="hold">
                                              <p:stCondLst>
                                                <p:cond delay="0"/>
                                              </p:stCondLst>
                                            </p:cTn>
                                            <p:tgtEl>
                                              <p:spTgt spid="4"/>
                                            </p:tgtEl>
                                            <p:attrNameLst>
                                              <p:attrName>style.visibility</p:attrName>
                                            </p:attrNameLst>
                                          </p:cBhvr>
                                          <p:to>
                                            <p:strVal val="visible"/>
                                          </p:to>
                                        </p:set>
                                        <p:animEffect transition="in" filter="wipe(left)">
                                          <p:cBhvr>
                                            <p:cTn id="101" dur="500"/>
                                            <p:tgtEl>
                                              <p:spTgt spid="4"/>
                                            </p:tgtEl>
                                          </p:cBhvr>
                                        </p:animEffect>
                                      </p:childTnLst>
                                    </p:cTn>
                                  </p:par>
                                </p:childTnLst>
                              </p:cTn>
                            </p:par>
                            <p:par>
                              <p:cTn id="102" fill="hold">
                                <p:stCondLst>
                                  <p:cond delay="2000"/>
                                </p:stCondLst>
                                <p:childTnLst>
                                  <p:par>
                                    <p:cTn id="103" presetID="22" presetClass="entr" presetSubtype="8" fill="hold" nodeType="afterEffect">
                                      <p:stCondLst>
                                        <p:cond delay="0"/>
                                      </p:stCondLst>
                                      <p:childTnLst>
                                        <p:set>
                                          <p:cBhvr>
                                            <p:cTn id="104" dur="1" fill="hold">
                                              <p:stCondLst>
                                                <p:cond delay="0"/>
                                              </p:stCondLst>
                                            </p:cTn>
                                            <p:tgtEl>
                                              <p:spTgt spid="9"/>
                                            </p:tgtEl>
                                            <p:attrNameLst>
                                              <p:attrName>style.visibility</p:attrName>
                                            </p:attrNameLst>
                                          </p:cBhvr>
                                          <p:to>
                                            <p:strVal val="visible"/>
                                          </p:to>
                                        </p:set>
                                        <p:animEffect transition="in" filter="wipe(left)">
                                          <p:cBhvr>
                                            <p:cTn id="105" dur="500"/>
                                            <p:tgtEl>
                                              <p:spTgt spid="9"/>
                                            </p:tgtEl>
                                          </p:cBhvr>
                                        </p:animEffect>
                                      </p:childTnLst>
                                    </p:cTn>
                                  </p:par>
                                  <p:par>
                                    <p:cTn id="106" presetID="26" presetClass="emph" presetSubtype="0" repeatCount="indefinite" fill="hold" nodeType="withEffect">
                                      <p:stCondLst>
                                        <p:cond delay="0"/>
                                      </p:stCondLst>
                                      <p:childTnLst>
                                        <p:animEffect transition="out" filter="fade">
                                          <p:cBhvr>
                                            <p:cTn id="107" dur="1000" tmFilter="0, 0; .2, .5; .8, .5; 1, 0"/>
                                            <p:tgtEl>
                                              <p:spTgt spid="9"/>
                                            </p:tgtEl>
                                          </p:cBhvr>
                                        </p:animEffect>
                                        <p:animScale>
                                          <p:cBhvr>
                                            <p:cTn id="108" dur="500" autoRev="1" fill="hold"/>
                                            <p:tgtEl>
                                              <p:spTgt spid="9"/>
                                            </p:tgtEl>
                                          </p:cBhvr>
                                          <p:by x="105000" y="105000"/>
                                        </p:animScale>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150"/>
                                            </p:tgtEl>
                                            <p:attrNameLst>
                                              <p:attrName>style.visibility</p:attrName>
                                            </p:attrNameLst>
                                          </p:cBhvr>
                                          <p:to>
                                            <p:strVal val="visible"/>
                                          </p:to>
                                        </p:set>
                                        <p:animEffect transition="in" filter="fade">
                                          <p:cBhvr>
                                            <p:cTn id="113" dur="500"/>
                                            <p:tgtEl>
                                              <p:spTgt spid="150"/>
                                            </p:tgtEl>
                                          </p:cBhvr>
                                        </p:animEffect>
                                      </p:childTnLst>
                                    </p:cTn>
                                  </p:par>
                                </p:childTnLst>
                              </p:cTn>
                            </p:par>
                            <p:par>
                              <p:cTn id="114" fill="hold">
                                <p:stCondLst>
                                  <p:cond delay="500"/>
                                </p:stCondLst>
                                <p:childTnLst>
                                  <p:par>
                                    <p:cTn id="115" presetID="1" presetClass="entr" presetSubtype="0" fill="hold" nodeType="afterEffect">
                                      <p:stCondLst>
                                        <p:cond delay="0"/>
                                      </p:stCondLst>
                                      <p:childTnLst>
                                        <p:set>
                                          <p:cBhvr>
                                            <p:cTn id="116" dur="1" fill="hold">
                                              <p:stCondLst>
                                                <p:cond delay="249"/>
                                              </p:stCondLst>
                                            </p:cTn>
                                            <p:tgtEl>
                                              <p:spTgt spid="206"/>
                                            </p:tgtEl>
                                            <p:attrNameLst>
                                              <p:attrName>style.visibility</p:attrName>
                                            </p:attrNameLst>
                                          </p:cBhvr>
                                          <p:to>
                                            <p:strVal val="visible"/>
                                          </p:to>
                                        </p:set>
                                      </p:childTnLst>
                                    </p:cTn>
                                  </p:par>
                                </p:childTnLst>
                              </p:cTn>
                            </p:par>
                            <p:par>
                              <p:cTn id="117" fill="hold">
                                <p:stCondLst>
                                  <p:cond delay="750"/>
                                </p:stCondLst>
                                <p:childTnLst>
                                  <p:par>
                                    <p:cTn id="118" presetID="1" presetClass="entr" presetSubtype="0" fill="hold" nodeType="afterEffect">
                                      <p:stCondLst>
                                        <p:cond delay="0"/>
                                      </p:stCondLst>
                                      <p:childTnLst>
                                        <p:set>
                                          <p:cBhvr>
                                            <p:cTn id="119" dur="1" fill="hold">
                                              <p:stCondLst>
                                                <p:cond delay="249"/>
                                              </p:stCondLst>
                                            </p:cTn>
                                            <p:tgtEl>
                                              <p:spTgt spid="213"/>
                                            </p:tgtEl>
                                            <p:attrNameLst>
                                              <p:attrName>style.visibility</p:attrName>
                                            </p:attrNameLst>
                                          </p:cBhvr>
                                          <p:to>
                                            <p:strVal val="visible"/>
                                          </p:to>
                                        </p:set>
                                      </p:childTnLst>
                                    </p:cTn>
                                  </p:par>
                                </p:childTnLst>
                              </p:cTn>
                            </p:par>
                            <p:par>
                              <p:cTn id="120" fill="hold">
                                <p:stCondLst>
                                  <p:cond delay="1000"/>
                                </p:stCondLst>
                                <p:childTnLst>
                                  <p:par>
                                    <p:cTn id="121" presetID="1" presetClass="entr" presetSubtype="0" fill="hold" nodeType="afterEffect">
                                      <p:stCondLst>
                                        <p:cond delay="0"/>
                                      </p:stCondLst>
                                      <p:childTnLst>
                                        <p:set>
                                          <p:cBhvr>
                                            <p:cTn id="122" dur="1" fill="hold">
                                              <p:stCondLst>
                                                <p:cond delay="249"/>
                                              </p:stCondLst>
                                            </p:cTn>
                                            <p:tgtEl>
                                              <p:spTgt spid="220"/>
                                            </p:tgtEl>
                                            <p:attrNameLst>
                                              <p:attrName>style.visibility</p:attrName>
                                            </p:attrNameLst>
                                          </p:cBhvr>
                                          <p:to>
                                            <p:strVal val="visible"/>
                                          </p:to>
                                        </p:set>
                                      </p:childTnLst>
                                    </p:cTn>
                                  </p:par>
                                </p:childTnLst>
                              </p:cTn>
                            </p:par>
                            <p:par>
                              <p:cTn id="123" fill="hold">
                                <p:stCondLst>
                                  <p:cond delay="1250"/>
                                </p:stCondLst>
                                <p:childTnLst>
                                  <p:par>
                                    <p:cTn id="124" presetID="1" presetClass="entr" presetSubtype="0" fill="hold" nodeType="afterEffect">
                                      <p:stCondLst>
                                        <p:cond delay="0"/>
                                      </p:stCondLst>
                                      <p:childTnLst>
                                        <p:set>
                                          <p:cBhvr>
                                            <p:cTn id="125" dur="1" fill="hold">
                                              <p:stCondLst>
                                                <p:cond delay="249"/>
                                              </p:stCondLst>
                                            </p:cTn>
                                            <p:tgtEl>
                                              <p:spTgt spid="177"/>
                                            </p:tgtEl>
                                            <p:attrNameLst>
                                              <p:attrName>style.visibility</p:attrName>
                                            </p:attrNameLst>
                                          </p:cBhvr>
                                          <p:to>
                                            <p:strVal val="visible"/>
                                          </p:to>
                                        </p:set>
                                      </p:childTnLst>
                                    </p:cTn>
                                  </p:par>
                                </p:childTnLst>
                              </p:cTn>
                            </p:par>
                            <p:par>
                              <p:cTn id="126" fill="hold">
                                <p:stCondLst>
                                  <p:cond delay="1500"/>
                                </p:stCondLst>
                                <p:childTnLst>
                                  <p:par>
                                    <p:cTn id="127" presetID="1" presetClass="entr" presetSubtype="0" fill="hold" nodeType="afterEffect">
                                      <p:stCondLst>
                                        <p:cond delay="0"/>
                                      </p:stCondLst>
                                      <p:childTnLst>
                                        <p:set>
                                          <p:cBhvr>
                                            <p:cTn id="128" dur="1" fill="hold">
                                              <p:stCondLst>
                                                <p:cond delay="249"/>
                                              </p:stCondLst>
                                            </p:cTn>
                                            <p:tgtEl>
                                              <p:spTgt spid="185"/>
                                            </p:tgtEl>
                                            <p:attrNameLst>
                                              <p:attrName>style.visibility</p:attrName>
                                            </p:attrNameLst>
                                          </p:cBhvr>
                                          <p:to>
                                            <p:strVal val="visible"/>
                                          </p:to>
                                        </p:set>
                                      </p:childTnLst>
                                    </p:cTn>
                                  </p:par>
                                </p:childTnLst>
                              </p:cTn>
                            </p:par>
                            <p:par>
                              <p:cTn id="129" fill="hold">
                                <p:stCondLst>
                                  <p:cond delay="1750"/>
                                </p:stCondLst>
                                <p:childTnLst>
                                  <p:par>
                                    <p:cTn id="130" presetID="1" presetClass="entr" presetSubtype="0" fill="hold" nodeType="afterEffect">
                                      <p:stCondLst>
                                        <p:cond delay="0"/>
                                      </p:stCondLst>
                                      <p:childTnLst>
                                        <p:set>
                                          <p:cBhvr>
                                            <p:cTn id="131" dur="1" fill="hold">
                                              <p:stCondLst>
                                                <p:cond delay="249"/>
                                              </p:stCondLst>
                                            </p:cTn>
                                            <p:tgtEl>
                                              <p:spTgt spid="192"/>
                                            </p:tgtEl>
                                            <p:attrNameLst>
                                              <p:attrName>style.visibility</p:attrName>
                                            </p:attrNameLst>
                                          </p:cBhvr>
                                          <p:to>
                                            <p:strVal val="visible"/>
                                          </p:to>
                                        </p:set>
                                      </p:childTnLst>
                                    </p:cTn>
                                  </p:par>
                                </p:childTnLst>
                              </p:cTn>
                            </p:par>
                            <p:par>
                              <p:cTn id="132" fill="hold">
                                <p:stCondLst>
                                  <p:cond delay="2000"/>
                                </p:stCondLst>
                                <p:childTnLst>
                                  <p:par>
                                    <p:cTn id="133" presetID="1" presetClass="entr" presetSubtype="0" fill="hold" nodeType="afterEffect">
                                      <p:stCondLst>
                                        <p:cond delay="0"/>
                                      </p:stCondLst>
                                      <p:childTnLst>
                                        <p:set>
                                          <p:cBhvr>
                                            <p:cTn id="134" dur="1" fill="hold">
                                              <p:stCondLst>
                                                <p:cond delay="249"/>
                                              </p:stCondLst>
                                            </p:cTn>
                                            <p:tgtEl>
                                              <p:spTgt spid="199"/>
                                            </p:tgtEl>
                                            <p:attrNameLst>
                                              <p:attrName>style.visibility</p:attrName>
                                            </p:attrNameLst>
                                          </p:cBhvr>
                                          <p:to>
                                            <p:strVal val="visible"/>
                                          </p:to>
                                        </p:set>
                                      </p:childTnLst>
                                    </p:cTn>
                                  </p:par>
                                </p:childTnLst>
                              </p:cTn>
                            </p:par>
                            <p:par>
                              <p:cTn id="135" fill="hold">
                                <p:stCondLst>
                                  <p:cond delay="2250"/>
                                </p:stCondLst>
                                <p:childTnLst>
                                  <p:par>
                                    <p:cTn id="136" presetID="10" presetClass="entr" presetSubtype="0" fill="hold" grpId="0" nodeType="afterEffect">
                                      <p:stCondLst>
                                        <p:cond delay="0"/>
                                      </p:stCondLst>
                                      <p:childTnLst>
                                        <p:set>
                                          <p:cBhvr>
                                            <p:cTn id="137" dur="1" fill="hold">
                                              <p:stCondLst>
                                                <p:cond delay="0"/>
                                              </p:stCondLst>
                                            </p:cTn>
                                            <p:tgtEl>
                                              <p:spTgt spid="152"/>
                                            </p:tgtEl>
                                            <p:attrNameLst>
                                              <p:attrName>style.visibility</p:attrName>
                                            </p:attrNameLst>
                                          </p:cBhvr>
                                          <p:to>
                                            <p:strVal val="visible"/>
                                          </p:to>
                                        </p:set>
                                        <p:animEffect transition="in" filter="fade">
                                          <p:cBhvr>
                                            <p:cTn id="138" dur="500"/>
                                            <p:tgtEl>
                                              <p:spTgt spid="152"/>
                                            </p:tgtEl>
                                          </p:cBhvr>
                                        </p:animEffect>
                                      </p:childTnLst>
                                    </p:cTn>
                                  </p:par>
                                </p:childTnLst>
                              </p:cTn>
                            </p:par>
                            <p:par>
                              <p:cTn id="139" fill="hold">
                                <p:stCondLst>
                                  <p:cond delay="2750"/>
                                </p:stCondLst>
                                <p:childTnLst>
                                  <p:par>
                                    <p:cTn id="140" presetID="1" presetClass="entr" presetSubtype="0" fill="hold" nodeType="afterEffect">
                                      <p:stCondLst>
                                        <p:cond delay="0"/>
                                      </p:stCondLst>
                                      <p:childTnLst>
                                        <p:set>
                                          <p:cBhvr>
                                            <p:cTn id="141" dur="1" fill="hold">
                                              <p:stCondLst>
                                                <p:cond delay="249"/>
                                              </p:stCondLst>
                                            </p:cTn>
                                            <p:tgtEl>
                                              <p:spTgt spid="318"/>
                                            </p:tgtEl>
                                            <p:attrNameLst>
                                              <p:attrName>style.visibility</p:attrName>
                                            </p:attrNameLst>
                                          </p:cBhvr>
                                          <p:to>
                                            <p:strVal val="visible"/>
                                          </p:to>
                                        </p:set>
                                      </p:childTnLst>
                                    </p:cTn>
                                  </p:par>
                                </p:childTnLst>
                              </p:cTn>
                            </p:par>
                            <p:par>
                              <p:cTn id="142" fill="hold">
                                <p:stCondLst>
                                  <p:cond delay="3000"/>
                                </p:stCondLst>
                                <p:childTnLst>
                                  <p:par>
                                    <p:cTn id="143" presetID="1" presetClass="entr" presetSubtype="0" fill="hold" nodeType="afterEffect">
                                      <p:stCondLst>
                                        <p:cond delay="0"/>
                                      </p:stCondLst>
                                      <p:childTnLst>
                                        <p:set>
                                          <p:cBhvr>
                                            <p:cTn id="144" dur="1" fill="hold">
                                              <p:stCondLst>
                                                <p:cond delay="249"/>
                                              </p:stCondLst>
                                            </p:cTn>
                                            <p:tgtEl>
                                              <p:spTgt spid="325"/>
                                            </p:tgtEl>
                                            <p:attrNameLst>
                                              <p:attrName>style.visibility</p:attrName>
                                            </p:attrNameLst>
                                          </p:cBhvr>
                                          <p:to>
                                            <p:strVal val="visible"/>
                                          </p:to>
                                        </p:set>
                                      </p:childTnLst>
                                    </p:cTn>
                                  </p:par>
                                </p:childTnLst>
                              </p:cTn>
                            </p:par>
                            <p:par>
                              <p:cTn id="145" fill="hold">
                                <p:stCondLst>
                                  <p:cond delay="3250"/>
                                </p:stCondLst>
                                <p:childTnLst>
                                  <p:par>
                                    <p:cTn id="146" presetID="1" presetClass="entr" presetSubtype="0" fill="hold" nodeType="afterEffect">
                                      <p:stCondLst>
                                        <p:cond delay="0"/>
                                      </p:stCondLst>
                                      <p:childTnLst>
                                        <p:set>
                                          <p:cBhvr>
                                            <p:cTn id="147" dur="1" fill="hold">
                                              <p:stCondLst>
                                                <p:cond delay="249"/>
                                              </p:stCondLst>
                                            </p:cTn>
                                            <p:tgtEl>
                                              <p:spTgt spid="290"/>
                                            </p:tgtEl>
                                            <p:attrNameLst>
                                              <p:attrName>style.visibility</p:attrName>
                                            </p:attrNameLst>
                                          </p:cBhvr>
                                          <p:to>
                                            <p:strVal val="visible"/>
                                          </p:to>
                                        </p:set>
                                      </p:childTnLst>
                                    </p:cTn>
                                  </p:par>
                                </p:childTnLst>
                              </p:cTn>
                            </p:par>
                            <p:par>
                              <p:cTn id="148" fill="hold">
                                <p:stCondLst>
                                  <p:cond delay="3500"/>
                                </p:stCondLst>
                                <p:childTnLst>
                                  <p:par>
                                    <p:cTn id="149" presetID="1" presetClass="entr" presetSubtype="0" fill="hold" nodeType="afterEffect">
                                      <p:stCondLst>
                                        <p:cond delay="0"/>
                                      </p:stCondLst>
                                      <p:childTnLst>
                                        <p:set>
                                          <p:cBhvr>
                                            <p:cTn id="150" dur="1" fill="hold">
                                              <p:stCondLst>
                                                <p:cond delay="249"/>
                                              </p:stCondLst>
                                            </p:cTn>
                                            <p:tgtEl>
                                              <p:spTgt spid="297"/>
                                            </p:tgtEl>
                                            <p:attrNameLst>
                                              <p:attrName>style.visibility</p:attrName>
                                            </p:attrNameLst>
                                          </p:cBhvr>
                                          <p:to>
                                            <p:strVal val="visible"/>
                                          </p:to>
                                        </p:set>
                                      </p:childTnLst>
                                    </p:cTn>
                                  </p:par>
                                </p:childTnLst>
                              </p:cTn>
                            </p:par>
                            <p:par>
                              <p:cTn id="151" fill="hold">
                                <p:stCondLst>
                                  <p:cond delay="3750"/>
                                </p:stCondLst>
                                <p:childTnLst>
                                  <p:par>
                                    <p:cTn id="152" presetID="1" presetClass="entr" presetSubtype="0" fill="hold" nodeType="afterEffect">
                                      <p:stCondLst>
                                        <p:cond delay="0"/>
                                      </p:stCondLst>
                                      <p:childTnLst>
                                        <p:set>
                                          <p:cBhvr>
                                            <p:cTn id="153" dur="1" fill="hold">
                                              <p:stCondLst>
                                                <p:cond delay="249"/>
                                              </p:stCondLst>
                                            </p:cTn>
                                            <p:tgtEl>
                                              <p:spTgt spid="304"/>
                                            </p:tgtEl>
                                            <p:attrNameLst>
                                              <p:attrName>style.visibility</p:attrName>
                                            </p:attrNameLst>
                                          </p:cBhvr>
                                          <p:to>
                                            <p:strVal val="visible"/>
                                          </p:to>
                                        </p:set>
                                      </p:childTnLst>
                                    </p:cTn>
                                  </p:par>
                                </p:childTnLst>
                              </p:cTn>
                            </p:par>
                            <p:par>
                              <p:cTn id="154" fill="hold">
                                <p:stCondLst>
                                  <p:cond delay="4000"/>
                                </p:stCondLst>
                                <p:childTnLst>
                                  <p:par>
                                    <p:cTn id="155" presetID="1" presetClass="entr" presetSubtype="0" fill="hold" nodeType="afterEffect">
                                      <p:stCondLst>
                                        <p:cond delay="0"/>
                                      </p:stCondLst>
                                      <p:childTnLst>
                                        <p:set>
                                          <p:cBhvr>
                                            <p:cTn id="156" dur="1" fill="hold">
                                              <p:stCondLst>
                                                <p:cond delay="249"/>
                                              </p:stCondLst>
                                            </p:cTn>
                                            <p:tgtEl>
                                              <p:spTgt spid="311"/>
                                            </p:tgtEl>
                                            <p:attrNameLst>
                                              <p:attrName>style.visibility</p:attrName>
                                            </p:attrNameLst>
                                          </p:cBhvr>
                                          <p:to>
                                            <p:strVal val="visible"/>
                                          </p:to>
                                        </p:set>
                                      </p:childTnLst>
                                    </p:cTn>
                                  </p:par>
                                </p:childTnLst>
                              </p:cTn>
                            </p:par>
                            <p:par>
                              <p:cTn id="157" fill="hold">
                                <p:stCondLst>
                                  <p:cond delay="4250"/>
                                </p:stCondLst>
                                <p:childTnLst>
                                  <p:par>
                                    <p:cTn id="158" presetID="10" presetClass="entr" presetSubtype="0" fill="hold" grpId="1" nodeType="afterEffect">
                                      <p:stCondLst>
                                        <p:cond delay="0"/>
                                      </p:stCondLst>
                                      <p:childTnLst>
                                        <p:set>
                                          <p:cBhvr>
                                            <p:cTn id="159" dur="1" fill="hold">
                                              <p:stCondLst>
                                                <p:cond delay="0"/>
                                              </p:stCondLst>
                                            </p:cTn>
                                            <p:tgtEl>
                                              <p:spTgt spid="283"/>
                                            </p:tgtEl>
                                            <p:attrNameLst>
                                              <p:attrName>style.visibility</p:attrName>
                                            </p:attrNameLst>
                                          </p:cBhvr>
                                          <p:to>
                                            <p:strVal val="visible"/>
                                          </p:to>
                                        </p:set>
                                        <p:animEffect transition="in" filter="fade">
                                          <p:cBhvr>
                                            <p:cTn id="160" dur="500"/>
                                            <p:tgtEl>
                                              <p:spTgt spid="283"/>
                                            </p:tgtEl>
                                          </p:cBhvr>
                                        </p:animEffect>
                                      </p:childTnLst>
                                    </p:cTn>
                                  </p:par>
                                </p:childTnLst>
                              </p:cTn>
                            </p:par>
                            <p:par>
                              <p:cTn id="161" fill="hold">
                                <p:stCondLst>
                                  <p:cond delay="4750"/>
                                </p:stCondLst>
                                <p:childTnLst>
                                  <p:par>
                                    <p:cTn id="162" presetID="35" presetClass="emph" presetSubtype="0" repeatCount="indefinite" fill="hold" grpId="0" nodeType="afterEffect">
                                      <p:stCondLst>
                                        <p:cond delay="0"/>
                                      </p:stCondLst>
                                      <p:childTnLst>
                                        <p:anim calcmode="discrete" valueType="str">
                                          <p:cBhvr>
                                            <p:cTn id="163" dur="1000" fill="hold"/>
                                            <p:tgtEl>
                                              <p:spTgt spid="283"/>
                                            </p:tgtEl>
                                            <p:attrNameLst>
                                              <p:attrName>style.visibility</p:attrName>
                                            </p:attrNameLst>
                                          </p:cBhvr>
                                          <p:tavLst>
                                            <p:tav tm="0">
                                              <p:val>
                                                <p:strVal val="hidden"/>
                                              </p:val>
                                            </p:tav>
                                            <p:tav tm="50000">
                                              <p:val>
                                                <p:strVal val="visible"/>
                                              </p:val>
                                            </p:tav>
                                          </p:tavLst>
                                        </p:anim>
                                      </p:childTnLst>
                                    </p:cTn>
                                  </p:par>
                                  <p:par>
                                    <p:cTn id="164" presetID="10" presetClass="entr" presetSubtype="0" fill="hold" grpId="0" nodeType="withEffect">
                                      <p:stCondLst>
                                        <p:cond delay="500"/>
                                      </p:stCondLst>
                                      <p:childTnLst>
                                        <p:set>
                                          <p:cBhvr>
                                            <p:cTn id="165" dur="1" fill="hold">
                                              <p:stCondLst>
                                                <p:cond delay="0"/>
                                              </p:stCondLst>
                                            </p:cTn>
                                            <p:tgtEl>
                                              <p:spTgt spid="153"/>
                                            </p:tgtEl>
                                            <p:attrNameLst>
                                              <p:attrName>style.visibility</p:attrName>
                                            </p:attrNameLst>
                                          </p:cBhvr>
                                          <p:to>
                                            <p:strVal val="visible"/>
                                          </p:to>
                                        </p:set>
                                        <p:animEffect transition="in" filter="fade">
                                          <p:cBhvr>
                                            <p:cTn id="166" dur="500"/>
                                            <p:tgtEl>
                                              <p:spTgt spid="153"/>
                                            </p:tgtEl>
                                          </p:cBhvr>
                                        </p:animEffect>
                                      </p:childTnLst>
                                    </p:cTn>
                                  </p:par>
                                </p:childTnLst>
                              </p:cTn>
                            </p:par>
                            <p:par>
                              <p:cTn id="167" fill="hold">
                                <p:stCondLst>
                                  <p:cond delay="5750"/>
                                </p:stCondLst>
                                <p:childTnLst>
                                  <p:par>
                                    <p:cTn id="168" presetID="53" presetClass="entr" presetSubtype="16" fill="hold" grpId="0" nodeType="afterEffect">
                                      <p:stCondLst>
                                        <p:cond delay="0"/>
                                      </p:stCondLst>
                                      <p:childTnLst>
                                        <p:set>
                                          <p:cBhvr>
                                            <p:cTn id="169" dur="1" fill="hold">
                                              <p:stCondLst>
                                                <p:cond delay="0"/>
                                              </p:stCondLst>
                                            </p:cTn>
                                            <p:tgtEl>
                                              <p:spTgt spid="90"/>
                                            </p:tgtEl>
                                            <p:attrNameLst>
                                              <p:attrName>style.visibility</p:attrName>
                                            </p:attrNameLst>
                                          </p:cBhvr>
                                          <p:to>
                                            <p:strVal val="visible"/>
                                          </p:to>
                                        </p:set>
                                        <p:anim calcmode="lin" valueType="num">
                                          <p:cBhvr>
                                            <p:cTn id="170" dur="500" fill="hold"/>
                                            <p:tgtEl>
                                              <p:spTgt spid="90"/>
                                            </p:tgtEl>
                                            <p:attrNameLst>
                                              <p:attrName>ppt_w</p:attrName>
                                            </p:attrNameLst>
                                          </p:cBhvr>
                                          <p:tavLst>
                                            <p:tav tm="0">
                                              <p:val>
                                                <p:fltVal val="0"/>
                                              </p:val>
                                            </p:tav>
                                            <p:tav tm="100000">
                                              <p:val>
                                                <p:strVal val="#ppt_w"/>
                                              </p:val>
                                            </p:tav>
                                          </p:tavLst>
                                        </p:anim>
                                        <p:anim calcmode="lin" valueType="num">
                                          <p:cBhvr>
                                            <p:cTn id="171" dur="500" fill="hold"/>
                                            <p:tgtEl>
                                              <p:spTgt spid="90"/>
                                            </p:tgtEl>
                                            <p:attrNameLst>
                                              <p:attrName>ppt_h</p:attrName>
                                            </p:attrNameLst>
                                          </p:cBhvr>
                                          <p:tavLst>
                                            <p:tav tm="0">
                                              <p:val>
                                                <p:fltVal val="0"/>
                                              </p:val>
                                            </p:tav>
                                            <p:tav tm="100000">
                                              <p:val>
                                                <p:strVal val="#ppt_h"/>
                                              </p:val>
                                            </p:tav>
                                          </p:tavLst>
                                        </p:anim>
                                        <p:animEffect transition="in" filter="fade">
                                          <p:cBhvr>
                                            <p:cTn id="172"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89" grpId="0"/>
          <p:bldP spid="90" grpId="0"/>
          <p:bldP spid="91" grpId="0" animBg="1"/>
          <p:bldP spid="86" grpId="0" animBg="1"/>
          <p:bldP spid="106" grpId="0"/>
          <p:bldP spid="107" grpId="0"/>
          <p:bldP spid="116" grpId="0" animBg="1"/>
          <p:bldP spid="19" grpId="0" animBg="1"/>
          <p:bldP spid="118" grpId="0" animBg="1"/>
          <p:bldP spid="41" grpId="0"/>
          <p:bldP spid="124" grpId="0"/>
          <p:bldP spid="149" grpId="0" animBg="1"/>
          <p:bldP spid="150" grpId="0" animBg="1"/>
          <p:bldP spid="152" grpId="0"/>
          <p:bldP spid="153" grpId="0"/>
          <p:bldP spid="28" grpId="0" animBg="1"/>
          <p:bldP spid="28" grpId="1" animBg="1"/>
          <p:bldP spid="283" grpId="0"/>
          <p:bldP spid="283" grpId="1"/>
          <p:bldP spid="4" grpId="0" animBg="1"/>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fad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down)">
                                          <p:cBhvr>
                                            <p:cTn id="12" dur="500"/>
                                            <p:tgtEl>
                                              <p:spTgt spid="7"/>
                                            </p:tgtEl>
                                          </p:cBhvr>
                                        </p:animEffect>
                                      </p:childTnLst>
                                    </p:cTn>
                                  </p:par>
                                  <p:par>
                                    <p:cTn id="13" presetID="1" presetClass="entr" presetSubtype="0" fill="hold" grpId="0" nodeType="withEffect">
                                      <p:stCondLst>
                                        <p:cond delay="500"/>
                                      </p:stCondLst>
                                      <p:childTnLst>
                                        <p:set>
                                          <p:cBhvr>
                                            <p:cTn id="14" dur="1" fill="hold">
                                              <p:stCondLst>
                                                <p:cond delay="0"/>
                                              </p:stCondLst>
                                            </p:cTn>
                                            <p:tgtEl>
                                              <p:spTgt spid="116"/>
                                            </p:tgtEl>
                                            <p:attrNameLst>
                                              <p:attrName>style.visibility</p:attrName>
                                            </p:attrNameLst>
                                          </p:cBhvr>
                                          <p:to>
                                            <p:strVal val="visible"/>
                                          </p:to>
                                        </p:set>
                                      </p:childTnLst>
                                    </p:cTn>
                                  </p:par>
                                </p:childTnLst>
                              </p:cTn>
                            </p:par>
                            <p:par>
                              <p:cTn id="15" fill="hold">
                                <p:stCondLst>
                                  <p:cond delay="500"/>
                                </p:stCondLst>
                                <p:childTnLst>
                                  <p:par>
                                    <p:cTn id="16" presetID="10" presetClass="entr" presetSubtype="0"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par>
                                    <p:cTn id="19" presetID="2" presetClass="entr" presetSubtype="8" fill="hold" grpId="0" nodeType="withEffect">
                                      <p:stCondLst>
                                        <p:cond delay="0"/>
                                      </p:stCondLst>
                                      <p:childTnLst>
                                        <p:set>
                                          <p:cBhvr>
                                            <p:cTn id="20" dur="1" fill="hold">
                                              <p:stCondLst>
                                                <p:cond delay="0"/>
                                              </p:stCondLst>
                                            </p:cTn>
                                            <p:tgtEl>
                                              <p:spTgt spid="106"/>
                                            </p:tgtEl>
                                            <p:attrNameLst>
                                              <p:attrName>style.visibility</p:attrName>
                                            </p:attrNameLst>
                                          </p:cBhvr>
                                          <p:to>
                                            <p:strVal val="visible"/>
                                          </p:to>
                                        </p:set>
                                        <p:anim calcmode="lin" valueType="num">
                                          <p:cBhvr additive="base">
                                            <p:cTn id="21" dur="500" fill="hold"/>
                                            <p:tgtEl>
                                              <p:spTgt spid="106"/>
                                            </p:tgtEl>
                                            <p:attrNameLst>
                                              <p:attrName>ppt_x</p:attrName>
                                            </p:attrNameLst>
                                          </p:cBhvr>
                                          <p:tavLst>
                                            <p:tav tm="0">
                                              <p:val>
                                                <p:strVal val="0-#ppt_w/2"/>
                                              </p:val>
                                            </p:tav>
                                            <p:tav tm="100000">
                                              <p:val>
                                                <p:strVal val="#ppt_x"/>
                                              </p:val>
                                            </p:tav>
                                          </p:tavLst>
                                        </p:anim>
                                        <p:anim calcmode="lin" valueType="num">
                                          <p:cBhvr additive="base">
                                            <p:cTn id="22" dur="500" fill="hold"/>
                                            <p:tgtEl>
                                              <p:spTgt spid="106"/>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wipe(down)">
                                          <p:cBhvr>
                                            <p:cTn id="27" dur="500"/>
                                            <p:tgtEl>
                                              <p:spTgt spid="2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118"/>
                                            </p:tgtEl>
                                            <p:attrNameLst>
                                              <p:attrName>style.visibility</p:attrName>
                                            </p:attrNameLst>
                                          </p:cBhvr>
                                          <p:to>
                                            <p:strVal val="visible"/>
                                          </p:to>
                                        </p:set>
                                        <p:animEffect transition="in" filter="fade">
                                          <p:cBhvr>
                                            <p:cTn id="31" dur="500"/>
                                            <p:tgtEl>
                                              <p:spTgt spid="118"/>
                                            </p:tgtEl>
                                          </p:cBhvr>
                                        </p:animEffect>
                                      </p:childTnLst>
                                    </p:cTn>
                                  </p:par>
                                  <p:par>
                                    <p:cTn id="32" presetID="2" presetClass="entr" presetSubtype="2" fill="hold" grpId="0" nodeType="withEffect">
                                      <p:stCondLst>
                                        <p:cond delay="0"/>
                                      </p:stCondLst>
                                      <p:childTnLst>
                                        <p:set>
                                          <p:cBhvr>
                                            <p:cTn id="33" dur="1" fill="hold">
                                              <p:stCondLst>
                                                <p:cond delay="0"/>
                                              </p:stCondLst>
                                            </p:cTn>
                                            <p:tgtEl>
                                              <p:spTgt spid="107"/>
                                            </p:tgtEl>
                                            <p:attrNameLst>
                                              <p:attrName>style.visibility</p:attrName>
                                            </p:attrNameLst>
                                          </p:cBhvr>
                                          <p:to>
                                            <p:strVal val="visible"/>
                                          </p:to>
                                        </p:set>
                                        <p:anim calcmode="lin" valueType="num">
                                          <p:cBhvr additive="base">
                                            <p:cTn id="34" dur="500" fill="hold"/>
                                            <p:tgtEl>
                                              <p:spTgt spid="107"/>
                                            </p:tgtEl>
                                            <p:attrNameLst>
                                              <p:attrName>ppt_x</p:attrName>
                                            </p:attrNameLst>
                                          </p:cBhvr>
                                          <p:tavLst>
                                            <p:tav tm="0">
                                              <p:val>
                                                <p:strVal val="1+#ppt_w/2"/>
                                              </p:val>
                                            </p:tav>
                                            <p:tav tm="100000">
                                              <p:val>
                                                <p:strVal val="#ppt_x"/>
                                              </p:val>
                                            </p:tav>
                                          </p:tavLst>
                                        </p:anim>
                                        <p:anim calcmode="lin" valueType="num">
                                          <p:cBhvr additive="base">
                                            <p:cTn id="35" dur="500" fill="hold"/>
                                            <p:tgtEl>
                                              <p:spTgt spid="107"/>
                                            </p:tgtEl>
                                            <p:attrNameLst>
                                              <p:attrName>ppt_y</p:attrName>
                                            </p:attrNameLst>
                                          </p:cBhvr>
                                          <p:tavLst>
                                            <p:tav tm="0">
                                              <p:val>
                                                <p:strVal val="#ppt_y"/>
                                              </p:val>
                                            </p:tav>
                                            <p:tav tm="100000">
                                              <p:val>
                                                <p:strVal val="#ppt_y"/>
                                              </p:val>
                                            </p:tav>
                                          </p:tavLst>
                                        </p:anim>
                                      </p:childTnLst>
                                    </p:cTn>
                                  </p:par>
                                </p:childTnLst>
                              </p:cTn>
                            </p:par>
                            <p:par>
                              <p:cTn id="36" fill="hold">
                                <p:stCondLst>
                                  <p:cond delay="1500"/>
                                </p:stCondLst>
                                <p:childTnLst>
                                  <p:par>
                                    <p:cTn id="37" presetID="10" presetClass="entr" presetSubtype="0" fill="hold" nodeType="after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par>
                                    <p:cTn id="40" presetID="10" presetClass="entr" presetSubtype="0" fill="hold" nodeType="withEffect">
                                      <p:stCondLst>
                                        <p:cond delay="0"/>
                                      </p:stCondLst>
                                      <p:childTnLst>
                                        <p:set>
                                          <p:cBhvr>
                                            <p:cTn id="41" dur="1" fill="hold">
                                              <p:stCondLst>
                                                <p:cond delay="0"/>
                                              </p:stCondLst>
                                            </p:cTn>
                                            <p:tgtEl>
                                              <p:spTgt spid="119"/>
                                            </p:tgtEl>
                                            <p:attrNameLst>
                                              <p:attrName>style.visibility</p:attrName>
                                            </p:attrNameLst>
                                          </p:cBhvr>
                                          <p:to>
                                            <p:strVal val="visible"/>
                                          </p:to>
                                        </p:set>
                                        <p:animEffect transition="in" filter="fade">
                                          <p:cBhvr>
                                            <p:cTn id="42" dur="500"/>
                                            <p:tgtEl>
                                              <p:spTgt spid="119"/>
                                            </p:tgtEl>
                                          </p:cBhvr>
                                        </p:animEffect>
                                      </p:childTnLst>
                                    </p:cTn>
                                  </p:par>
                                  <p:par>
                                    <p:cTn id="43" presetID="42" presetClass="path" presetSubtype="0" fill="hold" nodeType="withEffect">
                                      <p:stCondLst>
                                        <p:cond delay="0"/>
                                      </p:stCondLst>
                                      <p:childTnLst>
                                        <p:animMotion origin="layout" path="M -0.00013 -0.15625 L 1.66667E-6 1.48148E-6 " pathEditMode="relative" rAng="0" ptsTypes="AA">
                                          <p:cBhvr>
                                            <p:cTn id="44" dur="2000" fill="hold"/>
                                            <p:tgtEl>
                                              <p:spTgt spid="119"/>
                                            </p:tgtEl>
                                            <p:attrNameLst>
                                              <p:attrName>ppt_x</p:attrName>
                                              <p:attrName>ppt_y</p:attrName>
                                            </p:attrNameLst>
                                          </p:cBhvr>
                                          <p:rCtr x="-13" y="7801"/>
                                        </p:animMotion>
                                      </p:childTnLst>
                                    </p:cTn>
                                  </p:par>
                                  <p:par>
                                    <p:cTn id="45" presetID="17" presetClass="entr" presetSubtype="1"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 calcmode="lin" valueType="num">
                                          <p:cBhvr>
                                            <p:cTn id="47" dur="2000" fill="hold"/>
                                            <p:tgtEl>
                                              <p:spTgt spid="16"/>
                                            </p:tgtEl>
                                            <p:attrNameLst>
                                              <p:attrName>ppt_x</p:attrName>
                                            </p:attrNameLst>
                                          </p:cBhvr>
                                          <p:tavLst>
                                            <p:tav tm="0">
                                              <p:val>
                                                <p:strVal val="#ppt_x"/>
                                              </p:val>
                                            </p:tav>
                                            <p:tav tm="100000">
                                              <p:val>
                                                <p:strVal val="#ppt_x"/>
                                              </p:val>
                                            </p:tav>
                                          </p:tavLst>
                                        </p:anim>
                                        <p:anim calcmode="lin" valueType="num">
                                          <p:cBhvr>
                                            <p:cTn id="48" dur="2000" fill="hold"/>
                                            <p:tgtEl>
                                              <p:spTgt spid="16"/>
                                            </p:tgtEl>
                                            <p:attrNameLst>
                                              <p:attrName>ppt_y</p:attrName>
                                            </p:attrNameLst>
                                          </p:cBhvr>
                                          <p:tavLst>
                                            <p:tav tm="0">
                                              <p:val>
                                                <p:strVal val="#ppt_y-#ppt_h/2"/>
                                              </p:val>
                                            </p:tav>
                                            <p:tav tm="100000">
                                              <p:val>
                                                <p:strVal val="#ppt_y"/>
                                              </p:val>
                                            </p:tav>
                                          </p:tavLst>
                                        </p:anim>
                                        <p:anim calcmode="lin" valueType="num">
                                          <p:cBhvr>
                                            <p:cTn id="49" dur="2000" fill="hold"/>
                                            <p:tgtEl>
                                              <p:spTgt spid="16"/>
                                            </p:tgtEl>
                                            <p:attrNameLst>
                                              <p:attrName>ppt_w</p:attrName>
                                            </p:attrNameLst>
                                          </p:cBhvr>
                                          <p:tavLst>
                                            <p:tav tm="0">
                                              <p:val>
                                                <p:strVal val="#ppt_w"/>
                                              </p:val>
                                            </p:tav>
                                            <p:tav tm="100000">
                                              <p:val>
                                                <p:strVal val="#ppt_w"/>
                                              </p:val>
                                            </p:tav>
                                          </p:tavLst>
                                        </p:anim>
                                        <p:anim calcmode="lin" valueType="num">
                                          <p:cBhvr>
                                            <p:cTn id="50" dur="2000" fill="hold"/>
                                            <p:tgtEl>
                                              <p:spTgt spid="16"/>
                                            </p:tgtEl>
                                            <p:attrNameLst>
                                              <p:attrName>ppt_h</p:attrName>
                                            </p:attrNameLst>
                                          </p:cBhvr>
                                          <p:tavLst>
                                            <p:tav tm="0">
                                              <p:val>
                                                <p:fltVal val="0"/>
                                              </p:val>
                                            </p:tav>
                                            <p:tav tm="100000">
                                              <p:val>
                                                <p:strVal val="#ppt_h"/>
                                              </p:val>
                                            </p:tav>
                                          </p:tavLst>
                                        </p:anim>
                                      </p:childTnLst>
                                    </p:cTn>
                                  </p:par>
                                </p:childTnLst>
                              </p:cTn>
                            </p:par>
                            <p:par>
                              <p:cTn id="51" fill="hold">
                                <p:stCondLst>
                                  <p:cond delay="3500"/>
                                </p:stCondLst>
                                <p:childTnLst>
                                  <p:par>
                                    <p:cTn id="52" presetID="10" presetClass="entr" presetSubtype="0" fill="hold" nodeType="afterEffect">
                                      <p:stCondLst>
                                        <p:cond delay="0"/>
                                      </p:stCondLst>
                                      <p:childTnLst>
                                        <p:set>
                                          <p:cBhvr>
                                            <p:cTn id="53" dur="1" fill="hold">
                                              <p:stCondLst>
                                                <p:cond delay="0"/>
                                              </p:stCondLst>
                                            </p:cTn>
                                            <p:tgtEl>
                                              <p:spTgt spid="88">
                                                <p:txEl>
                                                  <p:pRg st="0" end="0"/>
                                                </p:txEl>
                                              </p:spTgt>
                                            </p:tgtEl>
                                            <p:attrNameLst>
                                              <p:attrName>style.visibility</p:attrName>
                                            </p:attrNameLst>
                                          </p:cBhvr>
                                          <p:to>
                                            <p:strVal val="visible"/>
                                          </p:to>
                                        </p:set>
                                        <p:animEffect transition="in" filter="fade">
                                          <p:cBhvr>
                                            <p:cTn id="54" dur="500"/>
                                            <p:tgtEl>
                                              <p:spTgt spid="88">
                                                <p:txEl>
                                                  <p:pRg st="0" end="0"/>
                                                </p:txEl>
                                              </p:spTgt>
                                            </p:tgtEl>
                                          </p:cBhvr>
                                        </p:animEffect>
                                      </p:childTnLst>
                                    </p:cTn>
                                  </p:par>
                                  <p:par>
                                    <p:cTn id="55" presetID="47" presetClass="entr" presetSubtype="0"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anim calcmode="lin" valueType="num">
                                          <p:cBhvr>
                                            <p:cTn id="58" dur="500" fill="hold"/>
                                            <p:tgtEl>
                                              <p:spTgt spid="28"/>
                                            </p:tgtEl>
                                            <p:attrNameLst>
                                              <p:attrName>ppt_x</p:attrName>
                                            </p:attrNameLst>
                                          </p:cBhvr>
                                          <p:tavLst>
                                            <p:tav tm="0">
                                              <p:val>
                                                <p:strVal val="#ppt_x"/>
                                              </p:val>
                                            </p:tav>
                                            <p:tav tm="100000">
                                              <p:val>
                                                <p:strVal val="#ppt_x"/>
                                              </p:val>
                                            </p:tav>
                                          </p:tavLst>
                                        </p:anim>
                                        <p:anim calcmode="lin" valueType="num">
                                          <p:cBhvr>
                                            <p:cTn id="59" dur="500" fill="hold"/>
                                            <p:tgtEl>
                                              <p:spTgt spid="28"/>
                                            </p:tgtEl>
                                            <p:attrNameLst>
                                              <p:attrName>ppt_y</p:attrName>
                                            </p:attrNameLst>
                                          </p:cBhvr>
                                          <p:tavLst>
                                            <p:tav tm="0">
                                              <p:val>
                                                <p:strVal val="#ppt_y-.1"/>
                                              </p:val>
                                            </p:tav>
                                            <p:tav tm="100000">
                                              <p:val>
                                                <p:strVal val="#ppt_y"/>
                                              </p:val>
                                            </p:tav>
                                          </p:tavLst>
                                        </p:anim>
                                      </p:childTnLst>
                                    </p:cTn>
                                  </p:par>
                                  <p:par>
                                    <p:cTn id="60" presetID="35" presetClass="emph" presetSubtype="0" repeatCount="indefinite" fill="hold" grpId="1" nodeType="withEffect">
                                      <p:stCondLst>
                                        <p:cond delay="0"/>
                                      </p:stCondLst>
                                      <p:childTnLst>
                                        <p:anim calcmode="discrete" valueType="str">
                                          <p:cBhvr>
                                            <p:cTn id="61" dur="15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86"/>
                                            </p:tgtEl>
                                            <p:attrNameLst>
                                              <p:attrName>style.visibility</p:attrName>
                                            </p:attrNameLst>
                                          </p:cBhvr>
                                          <p:to>
                                            <p:strVal val="visible"/>
                                          </p:to>
                                        </p:set>
                                        <p:animEffect transition="in" filter="fade">
                                          <p:cBhvr>
                                            <p:cTn id="66" dur="500"/>
                                            <p:tgtEl>
                                              <p:spTgt spid="86"/>
                                            </p:tgtEl>
                                          </p:cBhvr>
                                        </p:animEffect>
                                      </p:childTnLst>
                                    </p:cTn>
                                  </p:par>
                                </p:childTnLst>
                              </p:cTn>
                            </p:par>
                            <p:par>
                              <p:cTn id="67" fill="hold">
                                <p:stCondLst>
                                  <p:cond delay="500"/>
                                </p:stCondLst>
                                <p:childTnLst>
                                  <p:par>
                                    <p:cTn id="68" presetID="10" presetClass="entr" presetSubtype="0" fill="hold" nodeType="afterEffect">
                                      <p:stCondLst>
                                        <p:cond delay="0"/>
                                      </p:stCondLst>
                                      <p:childTnLst>
                                        <p:set>
                                          <p:cBhvr>
                                            <p:cTn id="69" dur="1" fill="hold">
                                              <p:stCondLst>
                                                <p:cond delay="0"/>
                                              </p:stCondLst>
                                            </p:cTn>
                                            <p:tgtEl>
                                              <p:spTgt spid="65"/>
                                            </p:tgtEl>
                                            <p:attrNameLst>
                                              <p:attrName>style.visibility</p:attrName>
                                            </p:attrNameLst>
                                          </p:cBhvr>
                                          <p:to>
                                            <p:strVal val="visible"/>
                                          </p:to>
                                        </p:set>
                                        <p:animEffect transition="in" filter="fade">
                                          <p:cBhvr>
                                            <p:cTn id="70" dur="500"/>
                                            <p:tgtEl>
                                              <p:spTgt spid="65"/>
                                            </p:tgtEl>
                                          </p:cBhvr>
                                        </p:animEffect>
                                      </p:childTnLst>
                                    </p:cTn>
                                  </p:par>
                                  <p:par>
                                    <p:cTn id="71" presetID="10" presetClass="entr" presetSubtype="0" fill="hold" nodeType="withEffect">
                                      <p:stCondLst>
                                        <p:cond delay="0"/>
                                      </p:stCondLst>
                                      <p:childTnLst>
                                        <p:set>
                                          <p:cBhvr>
                                            <p:cTn id="72" dur="1" fill="hold">
                                              <p:stCondLst>
                                                <p:cond delay="0"/>
                                              </p:stCondLst>
                                            </p:cTn>
                                            <p:tgtEl>
                                              <p:spTgt spid="136"/>
                                            </p:tgtEl>
                                            <p:attrNameLst>
                                              <p:attrName>style.visibility</p:attrName>
                                            </p:attrNameLst>
                                          </p:cBhvr>
                                          <p:to>
                                            <p:strVal val="visible"/>
                                          </p:to>
                                        </p:set>
                                        <p:animEffect transition="in" filter="fade">
                                          <p:cBhvr>
                                            <p:cTn id="73" dur="500"/>
                                            <p:tgtEl>
                                              <p:spTgt spid="136"/>
                                            </p:tgtEl>
                                          </p:cBhvr>
                                        </p:animEffect>
                                      </p:childTnLst>
                                    </p:cTn>
                                  </p:par>
                                  <p:par>
                                    <p:cTn id="74" presetID="8" presetClass="emph" presetSubtype="0" repeatCount="indefinite" fill="hold" nodeType="withEffect">
                                      <p:stCondLst>
                                        <p:cond delay="0"/>
                                      </p:stCondLst>
                                      <p:childTnLst>
                                        <p:animRot by="21600000">
                                          <p:cBhvr>
                                            <p:cTn id="75" dur="20000" fill="hold"/>
                                            <p:tgtEl>
                                              <p:spTgt spid="136"/>
                                            </p:tgtEl>
                                            <p:attrNameLst>
                                              <p:attrName>r</p:attrName>
                                            </p:attrNameLst>
                                          </p:cBhvr>
                                        </p:animRot>
                                      </p:childTnLst>
                                    </p:cTn>
                                  </p:par>
                                  <p:par>
                                    <p:cTn id="76" presetID="10" presetClass="entr" presetSubtype="0" fill="hold" grpId="0" nodeType="withEffect">
                                      <p:stCondLst>
                                        <p:cond delay="1000"/>
                                      </p:stCondLst>
                                      <p:childTnLst>
                                        <p:set>
                                          <p:cBhvr>
                                            <p:cTn id="77" dur="1" fill="hold">
                                              <p:stCondLst>
                                                <p:cond delay="0"/>
                                              </p:stCondLst>
                                            </p:cTn>
                                            <p:tgtEl>
                                              <p:spTgt spid="41"/>
                                            </p:tgtEl>
                                            <p:attrNameLst>
                                              <p:attrName>style.visibility</p:attrName>
                                            </p:attrNameLst>
                                          </p:cBhvr>
                                          <p:to>
                                            <p:strVal val="visible"/>
                                          </p:to>
                                        </p:set>
                                        <p:animEffect transition="in" filter="fade">
                                          <p:cBhvr>
                                            <p:cTn id="78" dur="750"/>
                                            <p:tgtEl>
                                              <p:spTgt spid="41"/>
                                            </p:tgtEl>
                                          </p:cBhvr>
                                        </p:animEffect>
                                      </p:childTnLst>
                                    </p:cTn>
                                  </p:par>
                                  <p:par>
                                    <p:cTn id="79" presetID="10" presetClass="entr" presetSubtype="0" fill="hold" grpId="0" nodeType="withEffect">
                                      <p:stCondLst>
                                        <p:cond delay="1000"/>
                                      </p:stCondLst>
                                      <p:childTnLst>
                                        <p:set>
                                          <p:cBhvr>
                                            <p:cTn id="80" dur="1" fill="hold">
                                              <p:stCondLst>
                                                <p:cond delay="0"/>
                                              </p:stCondLst>
                                            </p:cTn>
                                            <p:tgtEl>
                                              <p:spTgt spid="124"/>
                                            </p:tgtEl>
                                            <p:attrNameLst>
                                              <p:attrName>style.visibility</p:attrName>
                                            </p:attrNameLst>
                                          </p:cBhvr>
                                          <p:to>
                                            <p:strVal val="visible"/>
                                          </p:to>
                                        </p:set>
                                        <p:animEffect transition="in" filter="fade">
                                          <p:cBhvr>
                                            <p:cTn id="81" dur="750"/>
                                            <p:tgtEl>
                                              <p:spTgt spid="124"/>
                                            </p:tgtEl>
                                          </p:cBhvr>
                                        </p:animEffect>
                                      </p:childTnLst>
                                    </p:cTn>
                                  </p:par>
                                  <p:par>
                                    <p:cTn id="82" presetID="53" presetClass="entr" presetSubtype="16" fill="hold" grpId="0" nodeType="withEffect">
                                      <p:stCondLst>
                                        <p:cond delay="1250"/>
                                      </p:stCondLst>
                                      <p:childTnLst>
                                        <p:set>
                                          <p:cBhvr>
                                            <p:cTn id="83" dur="1" fill="hold">
                                              <p:stCondLst>
                                                <p:cond delay="0"/>
                                              </p:stCondLst>
                                            </p:cTn>
                                            <p:tgtEl>
                                              <p:spTgt spid="89"/>
                                            </p:tgtEl>
                                            <p:attrNameLst>
                                              <p:attrName>style.visibility</p:attrName>
                                            </p:attrNameLst>
                                          </p:cBhvr>
                                          <p:to>
                                            <p:strVal val="visible"/>
                                          </p:to>
                                        </p:set>
                                        <p:anim calcmode="lin" valueType="num">
                                          <p:cBhvr>
                                            <p:cTn id="84" dur="750" fill="hold"/>
                                            <p:tgtEl>
                                              <p:spTgt spid="89"/>
                                            </p:tgtEl>
                                            <p:attrNameLst>
                                              <p:attrName>ppt_w</p:attrName>
                                            </p:attrNameLst>
                                          </p:cBhvr>
                                          <p:tavLst>
                                            <p:tav tm="0">
                                              <p:val>
                                                <p:fltVal val="0"/>
                                              </p:val>
                                            </p:tav>
                                            <p:tav tm="100000">
                                              <p:val>
                                                <p:strVal val="#ppt_w"/>
                                              </p:val>
                                            </p:tav>
                                          </p:tavLst>
                                        </p:anim>
                                        <p:anim calcmode="lin" valueType="num">
                                          <p:cBhvr>
                                            <p:cTn id="85" dur="750" fill="hold"/>
                                            <p:tgtEl>
                                              <p:spTgt spid="89"/>
                                            </p:tgtEl>
                                            <p:attrNameLst>
                                              <p:attrName>ppt_h</p:attrName>
                                            </p:attrNameLst>
                                          </p:cBhvr>
                                          <p:tavLst>
                                            <p:tav tm="0">
                                              <p:val>
                                                <p:fltVal val="0"/>
                                              </p:val>
                                            </p:tav>
                                            <p:tav tm="100000">
                                              <p:val>
                                                <p:strVal val="#ppt_h"/>
                                              </p:val>
                                            </p:tav>
                                          </p:tavLst>
                                        </p:anim>
                                        <p:animEffect transition="in" filter="fade">
                                          <p:cBhvr>
                                            <p:cTn id="86" dur="750"/>
                                            <p:tgtEl>
                                              <p:spTgt spid="89"/>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149"/>
                                            </p:tgtEl>
                                            <p:attrNameLst>
                                              <p:attrName>style.visibility</p:attrName>
                                            </p:attrNameLst>
                                          </p:cBhvr>
                                          <p:to>
                                            <p:strVal val="visible"/>
                                          </p:to>
                                        </p:set>
                                        <p:animEffect transition="in" filter="fade">
                                          <p:cBhvr>
                                            <p:cTn id="91" dur="500"/>
                                            <p:tgtEl>
                                              <p:spTgt spid="149"/>
                                            </p:tgtEl>
                                          </p:cBhvr>
                                        </p:animEffect>
                                      </p:childTnLst>
                                    </p:cTn>
                                  </p:par>
                                </p:childTnLst>
                              </p:cTn>
                            </p:par>
                            <p:par>
                              <p:cTn id="92" fill="hold">
                                <p:stCondLst>
                                  <p:cond delay="500"/>
                                </p:stCondLst>
                                <p:childTnLst>
                                  <p:par>
                                    <p:cTn id="93" presetID="47" presetClass="entr" presetSubtype="0" fill="hold" nodeType="afterEffect">
                                      <p:stCondLst>
                                        <p:cond delay="0"/>
                                      </p:stCondLst>
                                      <p:childTnLst>
                                        <p:set>
                                          <p:cBhvr>
                                            <p:cTn id="94" dur="1" fill="hold">
                                              <p:stCondLst>
                                                <p:cond delay="0"/>
                                              </p:stCondLst>
                                            </p:cTn>
                                            <p:tgtEl>
                                              <p:spTgt spid="156"/>
                                            </p:tgtEl>
                                            <p:attrNameLst>
                                              <p:attrName>style.visibility</p:attrName>
                                            </p:attrNameLst>
                                          </p:cBhvr>
                                          <p:to>
                                            <p:strVal val="visible"/>
                                          </p:to>
                                        </p:set>
                                        <p:animEffect transition="in" filter="fade">
                                          <p:cBhvr>
                                            <p:cTn id="95" dur="1000"/>
                                            <p:tgtEl>
                                              <p:spTgt spid="156"/>
                                            </p:tgtEl>
                                          </p:cBhvr>
                                        </p:animEffect>
                                        <p:anim calcmode="lin" valueType="num">
                                          <p:cBhvr>
                                            <p:cTn id="96" dur="1000" fill="hold"/>
                                            <p:tgtEl>
                                              <p:spTgt spid="156"/>
                                            </p:tgtEl>
                                            <p:attrNameLst>
                                              <p:attrName>ppt_x</p:attrName>
                                            </p:attrNameLst>
                                          </p:cBhvr>
                                          <p:tavLst>
                                            <p:tav tm="0">
                                              <p:val>
                                                <p:strVal val="#ppt_x"/>
                                              </p:val>
                                            </p:tav>
                                            <p:tav tm="100000">
                                              <p:val>
                                                <p:strVal val="#ppt_x"/>
                                              </p:val>
                                            </p:tav>
                                          </p:tavLst>
                                        </p:anim>
                                        <p:anim calcmode="lin" valueType="num">
                                          <p:cBhvr>
                                            <p:cTn id="97" dur="1000" fill="hold"/>
                                            <p:tgtEl>
                                              <p:spTgt spid="156"/>
                                            </p:tgtEl>
                                            <p:attrNameLst>
                                              <p:attrName>ppt_y</p:attrName>
                                            </p:attrNameLst>
                                          </p:cBhvr>
                                          <p:tavLst>
                                            <p:tav tm="0">
                                              <p:val>
                                                <p:strVal val="#ppt_y-.1"/>
                                              </p:val>
                                            </p:tav>
                                            <p:tav tm="100000">
                                              <p:val>
                                                <p:strVal val="#ppt_y"/>
                                              </p:val>
                                            </p:tav>
                                          </p:tavLst>
                                        </p:anim>
                                      </p:childTnLst>
                                    </p:cTn>
                                  </p:par>
                                </p:childTnLst>
                              </p:cTn>
                            </p:par>
                            <p:par>
                              <p:cTn id="98" fill="hold">
                                <p:stCondLst>
                                  <p:cond delay="1500"/>
                                </p:stCondLst>
                                <p:childTnLst>
                                  <p:par>
                                    <p:cTn id="99" presetID="22" presetClass="entr" presetSubtype="8" fill="hold" grpId="0" nodeType="afterEffect">
                                      <p:stCondLst>
                                        <p:cond delay="0"/>
                                      </p:stCondLst>
                                      <p:childTnLst>
                                        <p:set>
                                          <p:cBhvr>
                                            <p:cTn id="100" dur="1" fill="hold">
                                              <p:stCondLst>
                                                <p:cond delay="0"/>
                                              </p:stCondLst>
                                            </p:cTn>
                                            <p:tgtEl>
                                              <p:spTgt spid="4"/>
                                            </p:tgtEl>
                                            <p:attrNameLst>
                                              <p:attrName>style.visibility</p:attrName>
                                            </p:attrNameLst>
                                          </p:cBhvr>
                                          <p:to>
                                            <p:strVal val="visible"/>
                                          </p:to>
                                        </p:set>
                                        <p:animEffect transition="in" filter="wipe(left)">
                                          <p:cBhvr>
                                            <p:cTn id="101" dur="500"/>
                                            <p:tgtEl>
                                              <p:spTgt spid="4"/>
                                            </p:tgtEl>
                                          </p:cBhvr>
                                        </p:animEffect>
                                      </p:childTnLst>
                                    </p:cTn>
                                  </p:par>
                                </p:childTnLst>
                              </p:cTn>
                            </p:par>
                            <p:par>
                              <p:cTn id="102" fill="hold">
                                <p:stCondLst>
                                  <p:cond delay="2000"/>
                                </p:stCondLst>
                                <p:childTnLst>
                                  <p:par>
                                    <p:cTn id="103" presetID="22" presetClass="entr" presetSubtype="8" fill="hold" nodeType="afterEffect">
                                      <p:stCondLst>
                                        <p:cond delay="0"/>
                                      </p:stCondLst>
                                      <p:childTnLst>
                                        <p:set>
                                          <p:cBhvr>
                                            <p:cTn id="104" dur="1" fill="hold">
                                              <p:stCondLst>
                                                <p:cond delay="0"/>
                                              </p:stCondLst>
                                            </p:cTn>
                                            <p:tgtEl>
                                              <p:spTgt spid="9"/>
                                            </p:tgtEl>
                                            <p:attrNameLst>
                                              <p:attrName>style.visibility</p:attrName>
                                            </p:attrNameLst>
                                          </p:cBhvr>
                                          <p:to>
                                            <p:strVal val="visible"/>
                                          </p:to>
                                        </p:set>
                                        <p:animEffect transition="in" filter="wipe(left)">
                                          <p:cBhvr>
                                            <p:cTn id="105" dur="500"/>
                                            <p:tgtEl>
                                              <p:spTgt spid="9"/>
                                            </p:tgtEl>
                                          </p:cBhvr>
                                        </p:animEffect>
                                      </p:childTnLst>
                                    </p:cTn>
                                  </p:par>
                                  <p:par>
                                    <p:cTn id="106" presetID="26" presetClass="emph" presetSubtype="0" repeatCount="indefinite" fill="hold" nodeType="withEffect">
                                      <p:stCondLst>
                                        <p:cond delay="0"/>
                                      </p:stCondLst>
                                      <p:childTnLst>
                                        <p:animEffect transition="out" filter="fade">
                                          <p:cBhvr>
                                            <p:cTn id="107" dur="1000" tmFilter="0, 0; .2, .5; .8, .5; 1, 0"/>
                                            <p:tgtEl>
                                              <p:spTgt spid="9"/>
                                            </p:tgtEl>
                                          </p:cBhvr>
                                        </p:animEffect>
                                        <p:animScale>
                                          <p:cBhvr>
                                            <p:cTn id="108" dur="500" autoRev="1" fill="hold"/>
                                            <p:tgtEl>
                                              <p:spTgt spid="9"/>
                                            </p:tgtEl>
                                          </p:cBhvr>
                                          <p:by x="105000" y="105000"/>
                                        </p:animScale>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150"/>
                                            </p:tgtEl>
                                            <p:attrNameLst>
                                              <p:attrName>style.visibility</p:attrName>
                                            </p:attrNameLst>
                                          </p:cBhvr>
                                          <p:to>
                                            <p:strVal val="visible"/>
                                          </p:to>
                                        </p:set>
                                        <p:animEffect transition="in" filter="fade">
                                          <p:cBhvr>
                                            <p:cTn id="113" dur="500"/>
                                            <p:tgtEl>
                                              <p:spTgt spid="150"/>
                                            </p:tgtEl>
                                          </p:cBhvr>
                                        </p:animEffect>
                                      </p:childTnLst>
                                    </p:cTn>
                                  </p:par>
                                </p:childTnLst>
                              </p:cTn>
                            </p:par>
                            <p:par>
                              <p:cTn id="114" fill="hold">
                                <p:stCondLst>
                                  <p:cond delay="500"/>
                                </p:stCondLst>
                                <p:childTnLst>
                                  <p:par>
                                    <p:cTn id="115" presetID="1" presetClass="entr" presetSubtype="0" fill="hold" nodeType="afterEffect">
                                      <p:stCondLst>
                                        <p:cond delay="0"/>
                                      </p:stCondLst>
                                      <p:childTnLst>
                                        <p:set>
                                          <p:cBhvr>
                                            <p:cTn id="116" dur="1" fill="hold">
                                              <p:stCondLst>
                                                <p:cond delay="249"/>
                                              </p:stCondLst>
                                            </p:cTn>
                                            <p:tgtEl>
                                              <p:spTgt spid="206"/>
                                            </p:tgtEl>
                                            <p:attrNameLst>
                                              <p:attrName>style.visibility</p:attrName>
                                            </p:attrNameLst>
                                          </p:cBhvr>
                                          <p:to>
                                            <p:strVal val="visible"/>
                                          </p:to>
                                        </p:set>
                                      </p:childTnLst>
                                    </p:cTn>
                                  </p:par>
                                </p:childTnLst>
                              </p:cTn>
                            </p:par>
                            <p:par>
                              <p:cTn id="117" fill="hold">
                                <p:stCondLst>
                                  <p:cond delay="750"/>
                                </p:stCondLst>
                                <p:childTnLst>
                                  <p:par>
                                    <p:cTn id="118" presetID="1" presetClass="entr" presetSubtype="0" fill="hold" nodeType="afterEffect">
                                      <p:stCondLst>
                                        <p:cond delay="0"/>
                                      </p:stCondLst>
                                      <p:childTnLst>
                                        <p:set>
                                          <p:cBhvr>
                                            <p:cTn id="119" dur="1" fill="hold">
                                              <p:stCondLst>
                                                <p:cond delay="249"/>
                                              </p:stCondLst>
                                            </p:cTn>
                                            <p:tgtEl>
                                              <p:spTgt spid="213"/>
                                            </p:tgtEl>
                                            <p:attrNameLst>
                                              <p:attrName>style.visibility</p:attrName>
                                            </p:attrNameLst>
                                          </p:cBhvr>
                                          <p:to>
                                            <p:strVal val="visible"/>
                                          </p:to>
                                        </p:set>
                                      </p:childTnLst>
                                    </p:cTn>
                                  </p:par>
                                </p:childTnLst>
                              </p:cTn>
                            </p:par>
                            <p:par>
                              <p:cTn id="120" fill="hold">
                                <p:stCondLst>
                                  <p:cond delay="1000"/>
                                </p:stCondLst>
                                <p:childTnLst>
                                  <p:par>
                                    <p:cTn id="121" presetID="1" presetClass="entr" presetSubtype="0" fill="hold" nodeType="afterEffect">
                                      <p:stCondLst>
                                        <p:cond delay="0"/>
                                      </p:stCondLst>
                                      <p:childTnLst>
                                        <p:set>
                                          <p:cBhvr>
                                            <p:cTn id="122" dur="1" fill="hold">
                                              <p:stCondLst>
                                                <p:cond delay="249"/>
                                              </p:stCondLst>
                                            </p:cTn>
                                            <p:tgtEl>
                                              <p:spTgt spid="220"/>
                                            </p:tgtEl>
                                            <p:attrNameLst>
                                              <p:attrName>style.visibility</p:attrName>
                                            </p:attrNameLst>
                                          </p:cBhvr>
                                          <p:to>
                                            <p:strVal val="visible"/>
                                          </p:to>
                                        </p:set>
                                      </p:childTnLst>
                                    </p:cTn>
                                  </p:par>
                                </p:childTnLst>
                              </p:cTn>
                            </p:par>
                            <p:par>
                              <p:cTn id="123" fill="hold">
                                <p:stCondLst>
                                  <p:cond delay="1250"/>
                                </p:stCondLst>
                                <p:childTnLst>
                                  <p:par>
                                    <p:cTn id="124" presetID="1" presetClass="entr" presetSubtype="0" fill="hold" nodeType="afterEffect">
                                      <p:stCondLst>
                                        <p:cond delay="0"/>
                                      </p:stCondLst>
                                      <p:childTnLst>
                                        <p:set>
                                          <p:cBhvr>
                                            <p:cTn id="125" dur="1" fill="hold">
                                              <p:stCondLst>
                                                <p:cond delay="249"/>
                                              </p:stCondLst>
                                            </p:cTn>
                                            <p:tgtEl>
                                              <p:spTgt spid="177"/>
                                            </p:tgtEl>
                                            <p:attrNameLst>
                                              <p:attrName>style.visibility</p:attrName>
                                            </p:attrNameLst>
                                          </p:cBhvr>
                                          <p:to>
                                            <p:strVal val="visible"/>
                                          </p:to>
                                        </p:set>
                                      </p:childTnLst>
                                    </p:cTn>
                                  </p:par>
                                </p:childTnLst>
                              </p:cTn>
                            </p:par>
                            <p:par>
                              <p:cTn id="126" fill="hold">
                                <p:stCondLst>
                                  <p:cond delay="1500"/>
                                </p:stCondLst>
                                <p:childTnLst>
                                  <p:par>
                                    <p:cTn id="127" presetID="1" presetClass="entr" presetSubtype="0" fill="hold" nodeType="afterEffect">
                                      <p:stCondLst>
                                        <p:cond delay="0"/>
                                      </p:stCondLst>
                                      <p:childTnLst>
                                        <p:set>
                                          <p:cBhvr>
                                            <p:cTn id="128" dur="1" fill="hold">
                                              <p:stCondLst>
                                                <p:cond delay="249"/>
                                              </p:stCondLst>
                                            </p:cTn>
                                            <p:tgtEl>
                                              <p:spTgt spid="185"/>
                                            </p:tgtEl>
                                            <p:attrNameLst>
                                              <p:attrName>style.visibility</p:attrName>
                                            </p:attrNameLst>
                                          </p:cBhvr>
                                          <p:to>
                                            <p:strVal val="visible"/>
                                          </p:to>
                                        </p:set>
                                      </p:childTnLst>
                                    </p:cTn>
                                  </p:par>
                                </p:childTnLst>
                              </p:cTn>
                            </p:par>
                            <p:par>
                              <p:cTn id="129" fill="hold">
                                <p:stCondLst>
                                  <p:cond delay="1750"/>
                                </p:stCondLst>
                                <p:childTnLst>
                                  <p:par>
                                    <p:cTn id="130" presetID="1" presetClass="entr" presetSubtype="0" fill="hold" nodeType="afterEffect">
                                      <p:stCondLst>
                                        <p:cond delay="0"/>
                                      </p:stCondLst>
                                      <p:childTnLst>
                                        <p:set>
                                          <p:cBhvr>
                                            <p:cTn id="131" dur="1" fill="hold">
                                              <p:stCondLst>
                                                <p:cond delay="249"/>
                                              </p:stCondLst>
                                            </p:cTn>
                                            <p:tgtEl>
                                              <p:spTgt spid="192"/>
                                            </p:tgtEl>
                                            <p:attrNameLst>
                                              <p:attrName>style.visibility</p:attrName>
                                            </p:attrNameLst>
                                          </p:cBhvr>
                                          <p:to>
                                            <p:strVal val="visible"/>
                                          </p:to>
                                        </p:set>
                                      </p:childTnLst>
                                    </p:cTn>
                                  </p:par>
                                </p:childTnLst>
                              </p:cTn>
                            </p:par>
                            <p:par>
                              <p:cTn id="132" fill="hold">
                                <p:stCondLst>
                                  <p:cond delay="2000"/>
                                </p:stCondLst>
                                <p:childTnLst>
                                  <p:par>
                                    <p:cTn id="133" presetID="1" presetClass="entr" presetSubtype="0" fill="hold" nodeType="afterEffect">
                                      <p:stCondLst>
                                        <p:cond delay="0"/>
                                      </p:stCondLst>
                                      <p:childTnLst>
                                        <p:set>
                                          <p:cBhvr>
                                            <p:cTn id="134" dur="1" fill="hold">
                                              <p:stCondLst>
                                                <p:cond delay="249"/>
                                              </p:stCondLst>
                                            </p:cTn>
                                            <p:tgtEl>
                                              <p:spTgt spid="199"/>
                                            </p:tgtEl>
                                            <p:attrNameLst>
                                              <p:attrName>style.visibility</p:attrName>
                                            </p:attrNameLst>
                                          </p:cBhvr>
                                          <p:to>
                                            <p:strVal val="visible"/>
                                          </p:to>
                                        </p:set>
                                      </p:childTnLst>
                                    </p:cTn>
                                  </p:par>
                                </p:childTnLst>
                              </p:cTn>
                            </p:par>
                            <p:par>
                              <p:cTn id="135" fill="hold">
                                <p:stCondLst>
                                  <p:cond delay="2250"/>
                                </p:stCondLst>
                                <p:childTnLst>
                                  <p:par>
                                    <p:cTn id="136" presetID="10" presetClass="entr" presetSubtype="0" fill="hold" grpId="0" nodeType="afterEffect">
                                      <p:stCondLst>
                                        <p:cond delay="0"/>
                                      </p:stCondLst>
                                      <p:childTnLst>
                                        <p:set>
                                          <p:cBhvr>
                                            <p:cTn id="137" dur="1" fill="hold">
                                              <p:stCondLst>
                                                <p:cond delay="0"/>
                                              </p:stCondLst>
                                            </p:cTn>
                                            <p:tgtEl>
                                              <p:spTgt spid="152"/>
                                            </p:tgtEl>
                                            <p:attrNameLst>
                                              <p:attrName>style.visibility</p:attrName>
                                            </p:attrNameLst>
                                          </p:cBhvr>
                                          <p:to>
                                            <p:strVal val="visible"/>
                                          </p:to>
                                        </p:set>
                                        <p:animEffect transition="in" filter="fade">
                                          <p:cBhvr>
                                            <p:cTn id="138" dur="500"/>
                                            <p:tgtEl>
                                              <p:spTgt spid="152"/>
                                            </p:tgtEl>
                                          </p:cBhvr>
                                        </p:animEffect>
                                      </p:childTnLst>
                                    </p:cTn>
                                  </p:par>
                                </p:childTnLst>
                              </p:cTn>
                            </p:par>
                            <p:par>
                              <p:cTn id="139" fill="hold">
                                <p:stCondLst>
                                  <p:cond delay="2750"/>
                                </p:stCondLst>
                                <p:childTnLst>
                                  <p:par>
                                    <p:cTn id="140" presetID="1" presetClass="entr" presetSubtype="0" fill="hold" nodeType="afterEffect">
                                      <p:stCondLst>
                                        <p:cond delay="0"/>
                                      </p:stCondLst>
                                      <p:childTnLst>
                                        <p:set>
                                          <p:cBhvr>
                                            <p:cTn id="141" dur="1" fill="hold">
                                              <p:stCondLst>
                                                <p:cond delay="249"/>
                                              </p:stCondLst>
                                            </p:cTn>
                                            <p:tgtEl>
                                              <p:spTgt spid="318"/>
                                            </p:tgtEl>
                                            <p:attrNameLst>
                                              <p:attrName>style.visibility</p:attrName>
                                            </p:attrNameLst>
                                          </p:cBhvr>
                                          <p:to>
                                            <p:strVal val="visible"/>
                                          </p:to>
                                        </p:set>
                                      </p:childTnLst>
                                    </p:cTn>
                                  </p:par>
                                </p:childTnLst>
                              </p:cTn>
                            </p:par>
                            <p:par>
                              <p:cTn id="142" fill="hold">
                                <p:stCondLst>
                                  <p:cond delay="3000"/>
                                </p:stCondLst>
                                <p:childTnLst>
                                  <p:par>
                                    <p:cTn id="143" presetID="1" presetClass="entr" presetSubtype="0" fill="hold" nodeType="afterEffect">
                                      <p:stCondLst>
                                        <p:cond delay="0"/>
                                      </p:stCondLst>
                                      <p:childTnLst>
                                        <p:set>
                                          <p:cBhvr>
                                            <p:cTn id="144" dur="1" fill="hold">
                                              <p:stCondLst>
                                                <p:cond delay="249"/>
                                              </p:stCondLst>
                                            </p:cTn>
                                            <p:tgtEl>
                                              <p:spTgt spid="325"/>
                                            </p:tgtEl>
                                            <p:attrNameLst>
                                              <p:attrName>style.visibility</p:attrName>
                                            </p:attrNameLst>
                                          </p:cBhvr>
                                          <p:to>
                                            <p:strVal val="visible"/>
                                          </p:to>
                                        </p:set>
                                      </p:childTnLst>
                                    </p:cTn>
                                  </p:par>
                                </p:childTnLst>
                              </p:cTn>
                            </p:par>
                            <p:par>
                              <p:cTn id="145" fill="hold">
                                <p:stCondLst>
                                  <p:cond delay="3250"/>
                                </p:stCondLst>
                                <p:childTnLst>
                                  <p:par>
                                    <p:cTn id="146" presetID="1" presetClass="entr" presetSubtype="0" fill="hold" nodeType="afterEffect">
                                      <p:stCondLst>
                                        <p:cond delay="0"/>
                                      </p:stCondLst>
                                      <p:childTnLst>
                                        <p:set>
                                          <p:cBhvr>
                                            <p:cTn id="147" dur="1" fill="hold">
                                              <p:stCondLst>
                                                <p:cond delay="249"/>
                                              </p:stCondLst>
                                            </p:cTn>
                                            <p:tgtEl>
                                              <p:spTgt spid="290"/>
                                            </p:tgtEl>
                                            <p:attrNameLst>
                                              <p:attrName>style.visibility</p:attrName>
                                            </p:attrNameLst>
                                          </p:cBhvr>
                                          <p:to>
                                            <p:strVal val="visible"/>
                                          </p:to>
                                        </p:set>
                                      </p:childTnLst>
                                    </p:cTn>
                                  </p:par>
                                </p:childTnLst>
                              </p:cTn>
                            </p:par>
                            <p:par>
                              <p:cTn id="148" fill="hold">
                                <p:stCondLst>
                                  <p:cond delay="3500"/>
                                </p:stCondLst>
                                <p:childTnLst>
                                  <p:par>
                                    <p:cTn id="149" presetID="1" presetClass="entr" presetSubtype="0" fill="hold" nodeType="afterEffect">
                                      <p:stCondLst>
                                        <p:cond delay="0"/>
                                      </p:stCondLst>
                                      <p:childTnLst>
                                        <p:set>
                                          <p:cBhvr>
                                            <p:cTn id="150" dur="1" fill="hold">
                                              <p:stCondLst>
                                                <p:cond delay="249"/>
                                              </p:stCondLst>
                                            </p:cTn>
                                            <p:tgtEl>
                                              <p:spTgt spid="297"/>
                                            </p:tgtEl>
                                            <p:attrNameLst>
                                              <p:attrName>style.visibility</p:attrName>
                                            </p:attrNameLst>
                                          </p:cBhvr>
                                          <p:to>
                                            <p:strVal val="visible"/>
                                          </p:to>
                                        </p:set>
                                      </p:childTnLst>
                                    </p:cTn>
                                  </p:par>
                                </p:childTnLst>
                              </p:cTn>
                            </p:par>
                            <p:par>
                              <p:cTn id="151" fill="hold">
                                <p:stCondLst>
                                  <p:cond delay="3750"/>
                                </p:stCondLst>
                                <p:childTnLst>
                                  <p:par>
                                    <p:cTn id="152" presetID="1" presetClass="entr" presetSubtype="0" fill="hold" nodeType="afterEffect">
                                      <p:stCondLst>
                                        <p:cond delay="0"/>
                                      </p:stCondLst>
                                      <p:childTnLst>
                                        <p:set>
                                          <p:cBhvr>
                                            <p:cTn id="153" dur="1" fill="hold">
                                              <p:stCondLst>
                                                <p:cond delay="249"/>
                                              </p:stCondLst>
                                            </p:cTn>
                                            <p:tgtEl>
                                              <p:spTgt spid="304"/>
                                            </p:tgtEl>
                                            <p:attrNameLst>
                                              <p:attrName>style.visibility</p:attrName>
                                            </p:attrNameLst>
                                          </p:cBhvr>
                                          <p:to>
                                            <p:strVal val="visible"/>
                                          </p:to>
                                        </p:set>
                                      </p:childTnLst>
                                    </p:cTn>
                                  </p:par>
                                </p:childTnLst>
                              </p:cTn>
                            </p:par>
                            <p:par>
                              <p:cTn id="154" fill="hold">
                                <p:stCondLst>
                                  <p:cond delay="4000"/>
                                </p:stCondLst>
                                <p:childTnLst>
                                  <p:par>
                                    <p:cTn id="155" presetID="1" presetClass="entr" presetSubtype="0" fill="hold" nodeType="afterEffect">
                                      <p:stCondLst>
                                        <p:cond delay="0"/>
                                      </p:stCondLst>
                                      <p:childTnLst>
                                        <p:set>
                                          <p:cBhvr>
                                            <p:cTn id="156" dur="1" fill="hold">
                                              <p:stCondLst>
                                                <p:cond delay="249"/>
                                              </p:stCondLst>
                                            </p:cTn>
                                            <p:tgtEl>
                                              <p:spTgt spid="311"/>
                                            </p:tgtEl>
                                            <p:attrNameLst>
                                              <p:attrName>style.visibility</p:attrName>
                                            </p:attrNameLst>
                                          </p:cBhvr>
                                          <p:to>
                                            <p:strVal val="visible"/>
                                          </p:to>
                                        </p:set>
                                      </p:childTnLst>
                                    </p:cTn>
                                  </p:par>
                                </p:childTnLst>
                              </p:cTn>
                            </p:par>
                            <p:par>
                              <p:cTn id="157" fill="hold">
                                <p:stCondLst>
                                  <p:cond delay="4250"/>
                                </p:stCondLst>
                                <p:childTnLst>
                                  <p:par>
                                    <p:cTn id="158" presetID="10" presetClass="entr" presetSubtype="0" fill="hold" grpId="1" nodeType="afterEffect">
                                      <p:stCondLst>
                                        <p:cond delay="0"/>
                                      </p:stCondLst>
                                      <p:childTnLst>
                                        <p:set>
                                          <p:cBhvr>
                                            <p:cTn id="159" dur="1" fill="hold">
                                              <p:stCondLst>
                                                <p:cond delay="0"/>
                                              </p:stCondLst>
                                            </p:cTn>
                                            <p:tgtEl>
                                              <p:spTgt spid="283"/>
                                            </p:tgtEl>
                                            <p:attrNameLst>
                                              <p:attrName>style.visibility</p:attrName>
                                            </p:attrNameLst>
                                          </p:cBhvr>
                                          <p:to>
                                            <p:strVal val="visible"/>
                                          </p:to>
                                        </p:set>
                                        <p:animEffect transition="in" filter="fade">
                                          <p:cBhvr>
                                            <p:cTn id="160" dur="500"/>
                                            <p:tgtEl>
                                              <p:spTgt spid="283"/>
                                            </p:tgtEl>
                                          </p:cBhvr>
                                        </p:animEffect>
                                      </p:childTnLst>
                                    </p:cTn>
                                  </p:par>
                                </p:childTnLst>
                              </p:cTn>
                            </p:par>
                            <p:par>
                              <p:cTn id="161" fill="hold">
                                <p:stCondLst>
                                  <p:cond delay="4750"/>
                                </p:stCondLst>
                                <p:childTnLst>
                                  <p:par>
                                    <p:cTn id="162" presetID="35" presetClass="emph" presetSubtype="0" repeatCount="indefinite" fill="hold" grpId="0" nodeType="afterEffect">
                                      <p:stCondLst>
                                        <p:cond delay="0"/>
                                      </p:stCondLst>
                                      <p:childTnLst>
                                        <p:anim calcmode="discrete" valueType="str">
                                          <p:cBhvr>
                                            <p:cTn id="163" dur="1000" fill="hold"/>
                                            <p:tgtEl>
                                              <p:spTgt spid="283"/>
                                            </p:tgtEl>
                                            <p:attrNameLst>
                                              <p:attrName>style.visibility</p:attrName>
                                            </p:attrNameLst>
                                          </p:cBhvr>
                                          <p:tavLst>
                                            <p:tav tm="0">
                                              <p:val>
                                                <p:strVal val="hidden"/>
                                              </p:val>
                                            </p:tav>
                                            <p:tav tm="50000">
                                              <p:val>
                                                <p:strVal val="visible"/>
                                              </p:val>
                                            </p:tav>
                                          </p:tavLst>
                                        </p:anim>
                                      </p:childTnLst>
                                    </p:cTn>
                                  </p:par>
                                  <p:par>
                                    <p:cTn id="164" presetID="10" presetClass="entr" presetSubtype="0" fill="hold" grpId="0" nodeType="withEffect">
                                      <p:stCondLst>
                                        <p:cond delay="500"/>
                                      </p:stCondLst>
                                      <p:childTnLst>
                                        <p:set>
                                          <p:cBhvr>
                                            <p:cTn id="165" dur="1" fill="hold">
                                              <p:stCondLst>
                                                <p:cond delay="0"/>
                                              </p:stCondLst>
                                            </p:cTn>
                                            <p:tgtEl>
                                              <p:spTgt spid="153"/>
                                            </p:tgtEl>
                                            <p:attrNameLst>
                                              <p:attrName>style.visibility</p:attrName>
                                            </p:attrNameLst>
                                          </p:cBhvr>
                                          <p:to>
                                            <p:strVal val="visible"/>
                                          </p:to>
                                        </p:set>
                                        <p:animEffect transition="in" filter="fade">
                                          <p:cBhvr>
                                            <p:cTn id="166" dur="500"/>
                                            <p:tgtEl>
                                              <p:spTgt spid="153"/>
                                            </p:tgtEl>
                                          </p:cBhvr>
                                        </p:animEffect>
                                      </p:childTnLst>
                                    </p:cTn>
                                  </p:par>
                                </p:childTnLst>
                              </p:cTn>
                            </p:par>
                            <p:par>
                              <p:cTn id="167" fill="hold">
                                <p:stCondLst>
                                  <p:cond delay="5750"/>
                                </p:stCondLst>
                                <p:childTnLst>
                                  <p:par>
                                    <p:cTn id="168" presetID="53" presetClass="entr" presetSubtype="16" fill="hold" grpId="0" nodeType="afterEffect">
                                      <p:stCondLst>
                                        <p:cond delay="0"/>
                                      </p:stCondLst>
                                      <p:childTnLst>
                                        <p:set>
                                          <p:cBhvr>
                                            <p:cTn id="169" dur="1" fill="hold">
                                              <p:stCondLst>
                                                <p:cond delay="0"/>
                                              </p:stCondLst>
                                            </p:cTn>
                                            <p:tgtEl>
                                              <p:spTgt spid="90"/>
                                            </p:tgtEl>
                                            <p:attrNameLst>
                                              <p:attrName>style.visibility</p:attrName>
                                            </p:attrNameLst>
                                          </p:cBhvr>
                                          <p:to>
                                            <p:strVal val="visible"/>
                                          </p:to>
                                        </p:set>
                                        <p:anim calcmode="lin" valueType="num">
                                          <p:cBhvr>
                                            <p:cTn id="170" dur="500" fill="hold"/>
                                            <p:tgtEl>
                                              <p:spTgt spid="90"/>
                                            </p:tgtEl>
                                            <p:attrNameLst>
                                              <p:attrName>ppt_w</p:attrName>
                                            </p:attrNameLst>
                                          </p:cBhvr>
                                          <p:tavLst>
                                            <p:tav tm="0">
                                              <p:val>
                                                <p:fltVal val="0"/>
                                              </p:val>
                                            </p:tav>
                                            <p:tav tm="100000">
                                              <p:val>
                                                <p:strVal val="#ppt_w"/>
                                              </p:val>
                                            </p:tav>
                                          </p:tavLst>
                                        </p:anim>
                                        <p:anim calcmode="lin" valueType="num">
                                          <p:cBhvr>
                                            <p:cTn id="171" dur="500" fill="hold"/>
                                            <p:tgtEl>
                                              <p:spTgt spid="90"/>
                                            </p:tgtEl>
                                            <p:attrNameLst>
                                              <p:attrName>ppt_h</p:attrName>
                                            </p:attrNameLst>
                                          </p:cBhvr>
                                          <p:tavLst>
                                            <p:tav tm="0">
                                              <p:val>
                                                <p:fltVal val="0"/>
                                              </p:val>
                                            </p:tav>
                                            <p:tav tm="100000">
                                              <p:val>
                                                <p:strVal val="#ppt_h"/>
                                              </p:val>
                                            </p:tav>
                                          </p:tavLst>
                                        </p:anim>
                                        <p:animEffect transition="in" filter="fade">
                                          <p:cBhvr>
                                            <p:cTn id="172" dur="500"/>
                                            <p:tgtEl>
                                              <p:spTgt spid="90"/>
                                            </p:tgtEl>
                                          </p:cBhvr>
                                        </p:animEffect>
                                      </p:childTnLst>
                                    </p:cTn>
                                  </p:par>
                                </p:childTnLst>
                              </p:cTn>
                            </p:par>
                            <p:par>
                              <p:cTn id="173" fill="hold">
                                <p:stCondLst>
                                  <p:cond delay="6250"/>
                                </p:stCondLst>
                                <p:childTnLst>
                                  <p:par>
                                    <p:cTn id="174" presetID="10" presetClass="entr" presetSubtype="0" fill="hold" grpId="0" nodeType="afterEffect">
                                      <p:stCondLst>
                                        <p:cond delay="500"/>
                                      </p:stCondLst>
                                      <p:childTnLst>
                                        <p:set>
                                          <p:cBhvr>
                                            <p:cTn id="175" dur="1" fill="hold">
                                              <p:stCondLst>
                                                <p:cond delay="0"/>
                                              </p:stCondLst>
                                            </p:cTn>
                                            <p:tgtEl>
                                              <p:spTgt spid="227"/>
                                            </p:tgtEl>
                                            <p:attrNameLst>
                                              <p:attrName>style.visibility</p:attrName>
                                            </p:attrNameLst>
                                          </p:cBhvr>
                                          <p:to>
                                            <p:strVal val="visible"/>
                                          </p:to>
                                        </p:set>
                                        <p:animEffect transition="in" filter="fade">
                                          <p:cBhvr>
                                            <p:cTn id="176" dur="5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89" grpId="0"/>
          <p:bldP spid="90" grpId="0"/>
          <p:bldP spid="91" grpId="0" animBg="1"/>
          <p:bldP spid="86" grpId="0" animBg="1"/>
          <p:bldP spid="106" grpId="0"/>
          <p:bldP spid="107" grpId="0"/>
          <p:bldP spid="116" grpId="0" animBg="1"/>
          <p:bldP spid="19" grpId="0" animBg="1"/>
          <p:bldP spid="118" grpId="0" animBg="1"/>
          <p:bldP spid="41" grpId="0"/>
          <p:bldP spid="124" grpId="0"/>
          <p:bldP spid="149" grpId="0" animBg="1"/>
          <p:bldP spid="150" grpId="0" animBg="1"/>
          <p:bldP spid="152" grpId="0"/>
          <p:bldP spid="153" grpId="0"/>
          <p:bldP spid="28" grpId="0" animBg="1"/>
          <p:bldP spid="28" grpId="1" animBg="1"/>
          <p:bldP spid="283" grpId="0"/>
          <p:bldP spid="283" grpId="1"/>
          <p:bldP spid="4" grpId="0" animBg="1"/>
          <p:bldP spid="227" grpId="0"/>
        </p:bldLst>
      </p:timing>
    </mc:Fallback>
  </mc:AlternateContent>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F75ED01-9E6B-D441-F60B-0E91013E7340}"/>
              </a:ext>
            </a:extLst>
          </p:cNvPr>
          <p:cNvSpPr>
            <a:spLocks noGrp="1"/>
          </p:cNvSpPr>
          <p:nvPr>
            <p:ph type="title"/>
          </p:nvPr>
        </p:nvSpPr>
        <p:spPr/>
        <p:txBody>
          <a:bodyPr/>
          <a:lstStyle/>
          <a:p>
            <a:r>
              <a:rPr lang="en-US" dirty="0"/>
              <a:t>End slides</a:t>
            </a:r>
          </a:p>
        </p:txBody>
      </p:sp>
    </p:spTree>
    <p:extLst>
      <p:ext uri="{BB962C8B-B14F-4D97-AF65-F5344CB8AC3E}">
        <p14:creationId xmlns:p14="http://schemas.microsoft.com/office/powerpoint/2010/main" val="2947893633"/>
      </p:ext>
    </p:extLst>
  </p:cSld>
  <p:clrMapOvr>
    <a:masterClrMapping/>
  </p:clrMapOvr>
  <p:transition>
    <p:fade/>
  </p:transition>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noAutofit/>
          </a:bodyPr>
          <a:lstStyle/>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[To find the current required language, visit </a:t>
            </a:r>
            <a:r>
              <a:rPr lang="en-US" sz="600" u="sng" dirty="0">
                <a:solidFill>
                  <a:srgbClr val="00A3E0"/>
                </a:solidFill>
                <a:effectLst/>
                <a:latin typeface="Aptos" panose="020B0004020202020204" pitchFamily="34" charset="0"/>
                <a:ea typeface="Calibri" panose="020F0502020204030204" pitchFamily="34" charset="0"/>
                <a:cs typeface="Times New Roman" panose="02020603050405020304" pitchFamily="18" charset="0"/>
                <a:hlinkClick r:id="rId3">
                  <a:extLst>
                    <a:ext uri="{A12FA001-AC4F-418D-AE19-62706E023703}">
                      <ahyp:hlinkClr xmlns:ahyp="http://schemas.microsoft.com/office/drawing/2018/hyperlinkcolor" val="tx"/>
                    </a:ext>
                  </a:extLst>
                </a:hlinkClick>
              </a:rPr>
              <a:t>DTTL Language and Style Guide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 </a:t>
            </a: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[Insert the Standard legal description]</a:t>
            </a:r>
            <a:br>
              <a:rPr lang="en-US" sz="600" dirty="0">
                <a:effectLst/>
                <a:latin typeface="Aptos" panose="020B0004020202020204" pitchFamily="34" charset="0"/>
                <a:ea typeface="Calibri" panose="020F0502020204030204" pitchFamily="34" charset="0"/>
                <a:cs typeface="Times New Roman" panose="02020603050405020304" pitchFamily="18" charset="0"/>
              </a:rPr>
            </a:br>
            <a:r>
              <a:rPr lang="en-US" sz="600" dirty="0">
                <a:effectLst/>
                <a:latin typeface="Aptos" panose="020B0004020202020204" pitchFamily="34" charset="0"/>
                <a:ea typeface="Calibri" panose="020F0502020204030204" pitchFamily="34" charset="0"/>
                <a:cs typeface="Times New Roman" panose="02020603050405020304" pitchFamily="18" charset="0"/>
              </a:rPr>
              <a:t>Caption vel </a:t>
            </a:r>
            <a:r>
              <a:rPr lang="en-US" sz="600" dirty="0" err="1">
                <a:effectLst/>
                <a:latin typeface="Aptos" panose="020B0004020202020204" pitchFamily="34" charset="0"/>
                <a:ea typeface="Calibri" panose="020F0502020204030204" pitchFamily="34" charset="0"/>
                <a:cs typeface="Times New Roman" panose="02020603050405020304" pitchFamily="18" charset="0"/>
              </a:rPr>
              <a:t>doloreet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wisit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acincil</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iquatem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dio</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odigna</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feugiamcommy</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nim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vulput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adip</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exerosto</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essi</a:t>
            </a:r>
            <a:r>
              <a:rPr lang="en-US" sz="600" dirty="0">
                <a:effectLst/>
                <a:latin typeface="Aptos" panose="020B0004020202020204" pitchFamily="34" charset="0"/>
                <a:ea typeface="Calibri" panose="020F0502020204030204" pitchFamily="34" charset="0"/>
                <a:cs typeface="Times New Roman" panose="02020603050405020304" pitchFamily="18" charset="0"/>
              </a:rPr>
              <a:t>. Rud min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ver</a:t>
            </a:r>
            <a:r>
              <a:rPr lang="en-US" sz="600" dirty="0">
                <a:effectLst/>
                <a:latin typeface="Aptos" panose="020B0004020202020204" pitchFamily="34" charset="0"/>
                <a:ea typeface="Calibri" panose="020F0502020204030204" pitchFamily="34" charset="0"/>
                <a:cs typeface="Times New Roman" panose="02020603050405020304" pitchFamily="18" charset="0"/>
              </a:rPr>
              <a:t> sed magna ate tat,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vendigna</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conulputat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Ulput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pratie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ming</a:t>
            </a:r>
            <a:r>
              <a:rPr lang="en-US" sz="600" dirty="0">
                <a:effectLst/>
                <a:latin typeface="Aptos" panose="020B0004020202020204" pitchFamily="34" charset="0"/>
                <a:ea typeface="Calibri" panose="020F0502020204030204" pitchFamily="34" charset="0"/>
                <a:cs typeface="Times New Roman" panose="02020603050405020304" pitchFamily="18" charset="0"/>
              </a:rPr>
              <a:t> et,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commy</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nos</a:t>
            </a:r>
            <a:r>
              <a:rPr lang="en-US" sz="600" dirty="0">
                <a:effectLst/>
                <a:latin typeface="Aptos" panose="020B0004020202020204" pitchFamily="34" charset="0"/>
                <a:ea typeface="Calibri" panose="020F0502020204030204" pitchFamily="34" charset="0"/>
                <a:cs typeface="Times New Roman" panose="02020603050405020304" pitchFamily="18" charset="0"/>
              </a:rPr>
              <a:t> et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nim</a:t>
            </a:r>
            <a:r>
              <a:rPr lang="en-US" sz="600" dirty="0">
                <a:effectLst/>
                <a:latin typeface="Aptos" panose="020B0004020202020204" pitchFamily="34" charset="0"/>
                <a:ea typeface="Calibri" panose="020F0502020204030204" pitchFamily="34" charset="0"/>
                <a:cs typeface="Times New Roman" panose="02020603050405020304" pitchFamily="18" charset="0"/>
              </a:rPr>
              <a:t> il et at. Ut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aliquipit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amcommy</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nullaore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endrem</a:t>
            </a:r>
            <a:r>
              <a:rPr lang="en-US" sz="600" dirty="0">
                <a:effectLst/>
                <a:latin typeface="Aptos" panose="020B0004020202020204" pitchFamily="34" charset="0"/>
                <a:ea typeface="Calibri" panose="020F0502020204030204" pitchFamily="34" charset="0"/>
                <a:cs typeface="Times New Roman" panose="02020603050405020304" pitchFamily="18" charset="0"/>
              </a:rPr>
              <a:t> er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incilla</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conse</a:t>
            </a:r>
            <a:r>
              <a:rPr lang="en-US" sz="600" dirty="0">
                <a:effectLst/>
                <a:latin typeface="Aptos" panose="020B0004020202020204" pitchFamily="34" charset="0"/>
                <a:ea typeface="Calibri" panose="020F0502020204030204" pitchFamily="34" charset="0"/>
                <a:cs typeface="Times New Roman" panose="02020603050405020304" pitchFamily="18" charset="0"/>
              </a:rPr>
              <a:t> feu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facin</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venisi</a:t>
            </a:r>
            <a:r>
              <a:rPr lang="en-US" sz="600" dirty="0">
                <a:effectLst/>
                <a:latin typeface="Aptos" panose="020B0004020202020204" pitchFamily="34" charset="0"/>
                <a:ea typeface="Calibri" panose="020F0502020204030204" pitchFamily="34" charset="0"/>
                <a:cs typeface="Times New Roman" panose="02020603050405020304" pitchFamily="18" charset="0"/>
              </a:rPr>
              <a:t>.</a:t>
            </a:r>
            <a:br>
              <a:rPr lang="en-US" sz="600" dirty="0">
                <a:effectLst/>
                <a:latin typeface="Aptos" panose="020B0004020202020204" pitchFamily="34" charset="0"/>
                <a:ea typeface="Calibri" panose="020F0502020204030204" pitchFamily="34" charset="0"/>
                <a:cs typeface="Times New Roman" panose="02020603050405020304" pitchFamily="18" charset="0"/>
              </a:rPr>
            </a:br>
            <a:endParaRPr lang="en-US" sz="600" dirty="0">
              <a:effectLst/>
              <a:latin typeface="Aptos" panose="020B000402020202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[Insert the Deloitte local profile]</a:t>
            </a:r>
            <a:br>
              <a:rPr lang="en-US" sz="600" dirty="0">
                <a:effectLst/>
                <a:latin typeface="Aptos" panose="020B0004020202020204" pitchFamily="34" charset="0"/>
                <a:ea typeface="Calibri" panose="020F0502020204030204" pitchFamily="34" charset="0"/>
                <a:cs typeface="Times New Roman" panose="02020603050405020304" pitchFamily="18" charset="0"/>
              </a:rPr>
            </a:br>
            <a:r>
              <a:rPr lang="en-US" sz="600" dirty="0">
                <a:effectLst/>
                <a:latin typeface="Aptos" panose="020B0004020202020204" pitchFamily="34" charset="0"/>
                <a:ea typeface="Calibri" panose="020F0502020204030204" pitchFamily="34" charset="0"/>
                <a:cs typeface="Times New Roman" panose="02020603050405020304" pitchFamily="18" charset="0"/>
              </a:rPr>
              <a:t>Met prat,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venim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estrud</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modignibh</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eumsan</a:t>
            </a:r>
            <a:r>
              <a:rPr lang="en-US" sz="600" dirty="0">
                <a:effectLst/>
                <a:latin typeface="Aptos" panose="020B0004020202020204" pitchFamily="34" charset="0"/>
                <a:ea typeface="Calibri" panose="020F0502020204030204" pitchFamily="34" charset="0"/>
                <a:cs typeface="Times New Roman" panose="02020603050405020304" pitchFamily="18" charset="0"/>
              </a:rPr>
              <a:t> vel dolore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coreetuercin</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venibh</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eugait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nonsed</a:t>
            </a:r>
            <a:r>
              <a:rPr lang="en-US" sz="600" dirty="0">
                <a:effectLst/>
                <a:latin typeface="Aptos" panose="020B0004020202020204" pitchFamily="34" charset="0"/>
                <a:ea typeface="Calibri" panose="020F0502020204030204" pitchFamily="34" charset="0"/>
                <a:cs typeface="Times New Roman" panose="02020603050405020304" pitchFamily="18" charset="0"/>
              </a:rPr>
              <a:t> magna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conum</a:t>
            </a:r>
            <a:r>
              <a:rPr lang="en-US" sz="600" dirty="0">
                <a:effectLst/>
                <a:latin typeface="Aptos" panose="020B0004020202020204" pitchFamily="34" charset="0"/>
                <a:ea typeface="Calibri" panose="020F0502020204030204" pitchFamily="34" charset="0"/>
                <a:cs typeface="Times New Roman" panose="02020603050405020304" pitchFamily="18" charset="0"/>
              </a:rPr>
              <a:t> ad </a:t>
            </a:r>
            <a:r>
              <a:rPr lang="en-US" sz="600" dirty="0" err="1">
                <a:effectLst/>
                <a:latin typeface="Aptos" panose="020B0004020202020204" pitchFamily="34" charset="0"/>
                <a:ea typeface="Calibri" panose="020F0502020204030204" pitchFamily="34" charset="0"/>
                <a:cs typeface="Times New Roman" panose="02020603050405020304" pitchFamily="18" charset="0"/>
              </a:rPr>
              <a:t>tio</a:t>
            </a:r>
            <a:r>
              <a:rPr lang="en-US" sz="600" dirty="0">
                <a:effectLst/>
                <a:latin typeface="Aptos" panose="020B0004020202020204" pitchFamily="34" charset="0"/>
                <a:ea typeface="Calibri" panose="020F0502020204030204" pitchFamily="34" charset="0"/>
                <a:cs typeface="Times New Roman" panose="02020603050405020304" pitchFamily="18" charset="0"/>
              </a:rPr>
              <a:t> od et,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consequis</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amconsequat</a:t>
            </a:r>
            <a:br>
              <a:rPr lang="en-US" sz="600" dirty="0">
                <a:effectLst/>
                <a:latin typeface="Aptos" panose="020B0004020202020204" pitchFamily="34" charset="0"/>
                <a:ea typeface="Calibri" panose="020F0502020204030204" pitchFamily="34" charset="0"/>
                <a:cs typeface="Times New Roman" panose="02020603050405020304" pitchFamily="18" charset="0"/>
              </a:rPr>
            </a:br>
            <a:endParaRPr lang="en-US" sz="600" dirty="0">
              <a:effectLst/>
              <a:latin typeface="Aptos" panose="020B000402020202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[Insert the appropriate internal / external disclaimer]</a:t>
            </a: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Ut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iustionulput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endre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cor</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ilis</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ent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accum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vullan</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voluptate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feui</a:t>
            </a:r>
            <a:r>
              <a:rPr lang="en-US" sz="600" dirty="0">
                <a:effectLst/>
                <a:latin typeface="Aptos" panose="020B0004020202020204" pitchFamily="34" charset="0"/>
                <a:ea typeface="Calibri" panose="020F0502020204030204" pitchFamily="34" charset="0"/>
                <a:cs typeface="Times New Roman" panose="02020603050405020304" pitchFamily="18" charset="0"/>
              </a:rPr>
              <a:t> tat.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Tionsed</a:t>
            </a:r>
            <a:r>
              <a:rPr lang="en-US" sz="600" dirty="0">
                <a:effectLst/>
                <a:latin typeface="Aptos" panose="020B0004020202020204" pitchFamily="34" charset="0"/>
                <a:ea typeface="Calibri" panose="020F0502020204030204" pitchFamily="34" charset="0"/>
                <a:cs typeface="Times New Roman" panose="02020603050405020304" pitchFamily="18" charset="0"/>
              </a:rPr>
              <a:t> dolor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irilis</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elit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dolumsan</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velent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praesse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quisci</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tatet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volessi</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blan</a:t>
            </a:r>
            <a:r>
              <a:rPr lang="en-US" sz="600" dirty="0">
                <a:effectLst/>
                <a:latin typeface="Aptos" panose="020B0004020202020204" pitchFamily="34" charset="0"/>
                <a:ea typeface="Calibri" panose="020F0502020204030204" pitchFamily="34" charset="0"/>
                <a:cs typeface="Times New Roman" panose="02020603050405020304" pitchFamily="18" charset="0"/>
              </a:rPr>
              <a:t> vel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eui</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eniam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vullaortisi</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bla</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faccum</a:t>
            </a:r>
            <a:r>
              <a:rPr lang="en-US" sz="600" dirty="0">
                <a:effectLst/>
                <a:latin typeface="Aptos" panose="020B0004020202020204" pitchFamily="34" charset="0"/>
                <a:ea typeface="Calibri" panose="020F0502020204030204" pitchFamily="34" charset="0"/>
                <a:cs typeface="Times New Roman" panose="02020603050405020304" pitchFamily="18" charset="0"/>
              </a:rPr>
              <a:t> vel </a:t>
            </a:r>
            <a:r>
              <a:rPr lang="en-US" sz="600" dirty="0" err="1">
                <a:effectLst/>
                <a:latin typeface="Aptos" panose="020B0004020202020204" pitchFamily="34" charset="0"/>
                <a:ea typeface="Calibri" panose="020F0502020204030204" pitchFamily="34" charset="0"/>
                <a:cs typeface="Times New Roman" panose="02020603050405020304" pitchFamily="18" charset="0"/>
              </a:rPr>
              <a:t>utet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aut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iriure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eu</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faccum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adigniat</a:t>
            </a:r>
            <a:r>
              <a:rPr lang="en-US" sz="600" dirty="0">
                <a:effectLst/>
                <a:latin typeface="Aptos" panose="020B0004020202020204" pitchFamily="34" charset="0"/>
                <a:ea typeface="Calibri" panose="020F0502020204030204" pitchFamily="34" charset="0"/>
                <a:cs typeface="Times New Roman" panose="02020603050405020304" pitchFamily="18" charset="0"/>
              </a:rPr>
              <a:t>, core </a:t>
            </a:r>
            <a:r>
              <a:rPr lang="en-US" sz="600" dirty="0" err="1">
                <a:effectLst/>
                <a:latin typeface="Aptos" panose="020B0004020202020204" pitchFamily="34" charset="0"/>
                <a:ea typeface="Calibri" panose="020F0502020204030204" pitchFamily="34" charset="0"/>
                <a:cs typeface="Times New Roman" panose="02020603050405020304" pitchFamily="18" charset="0"/>
              </a:rPr>
              <a:t>te</a:t>
            </a:r>
            <a:r>
              <a:rPr lang="en-US" sz="600" dirty="0">
                <a:effectLst/>
                <a:latin typeface="Aptos" panose="020B0004020202020204" pitchFamily="34" charset="0"/>
                <a:ea typeface="Calibri" panose="020F0502020204030204" pitchFamily="34" charset="0"/>
                <a:cs typeface="Times New Roman" panose="02020603050405020304" pitchFamily="18" charset="0"/>
              </a:rPr>
              <a:t> do </a:t>
            </a:r>
            <a:r>
              <a:rPr lang="en-US" sz="600" dirty="0" err="1">
                <a:effectLst/>
                <a:latin typeface="Aptos" panose="020B0004020202020204" pitchFamily="34" charset="0"/>
                <a:ea typeface="Calibri" panose="020F0502020204030204" pitchFamily="34" charset="0"/>
                <a:cs typeface="Times New Roman" panose="02020603050405020304" pitchFamily="18" charset="0"/>
              </a:rPr>
              <a:t>dionsenisim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erciliquatue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te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ming</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ea</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facincillut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lan</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henim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[For MF communications, please consult with your internal risk or legal teams as to what additional language is appropriate.]</a:t>
            </a:r>
            <a:br>
              <a:rPr lang="en-US" sz="600" dirty="0">
                <a:effectLst/>
                <a:latin typeface="Aptos" panose="020B0004020202020204" pitchFamily="34" charset="0"/>
                <a:ea typeface="Calibri" panose="020F0502020204030204" pitchFamily="34" charset="0"/>
                <a:cs typeface="Times New Roman" panose="02020603050405020304" pitchFamily="18" charset="0"/>
              </a:rPr>
            </a:br>
            <a:endParaRPr lang="en-US" sz="600" dirty="0">
              <a:effectLst/>
              <a:latin typeface="Aptos" panose="020B000402020202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 [Year] [Legal entity name].</a:t>
            </a:r>
          </a:p>
        </p:txBody>
      </p:sp>
    </p:spTree>
    <p:extLst>
      <p:ext uri="{BB962C8B-B14F-4D97-AF65-F5344CB8AC3E}">
        <p14:creationId xmlns:p14="http://schemas.microsoft.com/office/powerpoint/2010/main" val="41889127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3"/>
          </p:nvPr>
        </p:nvSpPr>
        <p:spPr/>
        <p:txBody>
          <a:bodyPr>
            <a:noAutofit/>
          </a:bodyPr>
          <a:lstStyle/>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[To find the current required language, visit </a:t>
            </a:r>
            <a:r>
              <a:rPr lang="en-US" sz="600" u="sng" dirty="0">
                <a:solidFill>
                  <a:srgbClr val="00A3E0"/>
                </a:solidFill>
                <a:effectLst/>
                <a:latin typeface="Aptos" panose="020B0004020202020204" pitchFamily="34" charset="0"/>
                <a:ea typeface="Calibri" panose="020F0502020204030204" pitchFamily="34" charset="0"/>
                <a:cs typeface="Times New Roman" panose="02020603050405020304" pitchFamily="18" charset="0"/>
                <a:hlinkClick r:id="rId3">
                  <a:extLst>
                    <a:ext uri="{A12FA001-AC4F-418D-AE19-62706E023703}">
                      <ahyp:hlinkClr xmlns:ahyp="http://schemas.microsoft.com/office/drawing/2018/hyperlinkcolor" val="tx"/>
                    </a:ext>
                  </a:extLst>
                </a:hlinkClick>
              </a:rPr>
              <a:t>DTTL Language and Style Guide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 </a:t>
            </a: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[Insert the Standard legal description]</a:t>
            </a:r>
            <a:br>
              <a:rPr lang="en-US" sz="600" dirty="0">
                <a:effectLst/>
                <a:latin typeface="Aptos" panose="020B0004020202020204" pitchFamily="34" charset="0"/>
                <a:ea typeface="Calibri" panose="020F0502020204030204" pitchFamily="34" charset="0"/>
                <a:cs typeface="Times New Roman" panose="02020603050405020304" pitchFamily="18" charset="0"/>
              </a:rPr>
            </a:br>
            <a:r>
              <a:rPr lang="en-US" sz="600" dirty="0">
                <a:effectLst/>
                <a:latin typeface="Aptos" panose="020B0004020202020204" pitchFamily="34" charset="0"/>
                <a:ea typeface="Calibri" panose="020F0502020204030204" pitchFamily="34" charset="0"/>
                <a:cs typeface="Times New Roman" panose="02020603050405020304" pitchFamily="18" charset="0"/>
              </a:rPr>
              <a:t>Caption vel </a:t>
            </a:r>
            <a:r>
              <a:rPr lang="en-US" sz="600" dirty="0" err="1">
                <a:effectLst/>
                <a:latin typeface="Aptos" panose="020B0004020202020204" pitchFamily="34" charset="0"/>
                <a:ea typeface="Calibri" panose="020F0502020204030204" pitchFamily="34" charset="0"/>
                <a:cs typeface="Times New Roman" panose="02020603050405020304" pitchFamily="18" charset="0"/>
              </a:rPr>
              <a:t>doloreet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wisit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acincil</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iquatem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dio</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odigna</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feugiamcommy</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nim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vulput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adip</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exerosto</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essi</a:t>
            </a:r>
            <a:r>
              <a:rPr lang="en-US" sz="600" dirty="0">
                <a:effectLst/>
                <a:latin typeface="Aptos" panose="020B0004020202020204" pitchFamily="34" charset="0"/>
                <a:ea typeface="Calibri" panose="020F0502020204030204" pitchFamily="34" charset="0"/>
                <a:cs typeface="Times New Roman" panose="02020603050405020304" pitchFamily="18" charset="0"/>
              </a:rPr>
              <a:t>. Rud min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ver</a:t>
            </a:r>
            <a:r>
              <a:rPr lang="en-US" sz="600" dirty="0">
                <a:effectLst/>
                <a:latin typeface="Aptos" panose="020B0004020202020204" pitchFamily="34" charset="0"/>
                <a:ea typeface="Calibri" panose="020F0502020204030204" pitchFamily="34" charset="0"/>
                <a:cs typeface="Times New Roman" panose="02020603050405020304" pitchFamily="18" charset="0"/>
              </a:rPr>
              <a:t> sed magna ate tat,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vendigna</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conulputat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Ulput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pratie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ming</a:t>
            </a:r>
            <a:r>
              <a:rPr lang="en-US" sz="600" dirty="0">
                <a:effectLst/>
                <a:latin typeface="Aptos" panose="020B0004020202020204" pitchFamily="34" charset="0"/>
                <a:ea typeface="Calibri" panose="020F0502020204030204" pitchFamily="34" charset="0"/>
                <a:cs typeface="Times New Roman" panose="02020603050405020304" pitchFamily="18" charset="0"/>
              </a:rPr>
              <a:t> et,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commy</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nos</a:t>
            </a:r>
            <a:r>
              <a:rPr lang="en-US" sz="600" dirty="0">
                <a:effectLst/>
                <a:latin typeface="Aptos" panose="020B0004020202020204" pitchFamily="34" charset="0"/>
                <a:ea typeface="Calibri" panose="020F0502020204030204" pitchFamily="34" charset="0"/>
                <a:cs typeface="Times New Roman" panose="02020603050405020304" pitchFamily="18" charset="0"/>
              </a:rPr>
              <a:t> et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nim</a:t>
            </a:r>
            <a:r>
              <a:rPr lang="en-US" sz="600" dirty="0">
                <a:effectLst/>
                <a:latin typeface="Aptos" panose="020B0004020202020204" pitchFamily="34" charset="0"/>
                <a:ea typeface="Calibri" panose="020F0502020204030204" pitchFamily="34" charset="0"/>
                <a:cs typeface="Times New Roman" panose="02020603050405020304" pitchFamily="18" charset="0"/>
              </a:rPr>
              <a:t> il et at. Ut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aliquipit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amcommy</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nullaore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endrem</a:t>
            </a:r>
            <a:r>
              <a:rPr lang="en-US" sz="600" dirty="0">
                <a:effectLst/>
                <a:latin typeface="Aptos" panose="020B0004020202020204" pitchFamily="34" charset="0"/>
                <a:ea typeface="Calibri" panose="020F0502020204030204" pitchFamily="34" charset="0"/>
                <a:cs typeface="Times New Roman" panose="02020603050405020304" pitchFamily="18" charset="0"/>
              </a:rPr>
              <a:t> er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incilla</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conse</a:t>
            </a:r>
            <a:r>
              <a:rPr lang="en-US" sz="600" dirty="0">
                <a:effectLst/>
                <a:latin typeface="Aptos" panose="020B0004020202020204" pitchFamily="34" charset="0"/>
                <a:ea typeface="Calibri" panose="020F0502020204030204" pitchFamily="34" charset="0"/>
                <a:cs typeface="Times New Roman" panose="02020603050405020304" pitchFamily="18" charset="0"/>
              </a:rPr>
              <a:t> feu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facin</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venisi</a:t>
            </a:r>
            <a:r>
              <a:rPr lang="en-US" sz="600" dirty="0">
                <a:effectLst/>
                <a:latin typeface="Aptos" panose="020B0004020202020204" pitchFamily="34" charset="0"/>
                <a:ea typeface="Calibri" panose="020F0502020204030204" pitchFamily="34" charset="0"/>
                <a:cs typeface="Times New Roman" panose="02020603050405020304" pitchFamily="18" charset="0"/>
              </a:rPr>
              <a:t>.</a:t>
            </a:r>
            <a:br>
              <a:rPr lang="en-US" sz="600" dirty="0">
                <a:effectLst/>
                <a:latin typeface="Aptos" panose="020B0004020202020204" pitchFamily="34" charset="0"/>
                <a:ea typeface="Calibri" panose="020F0502020204030204" pitchFamily="34" charset="0"/>
                <a:cs typeface="Times New Roman" panose="02020603050405020304" pitchFamily="18" charset="0"/>
              </a:rPr>
            </a:br>
            <a:endParaRPr lang="en-US" sz="600" dirty="0">
              <a:effectLst/>
              <a:latin typeface="Aptos" panose="020B000402020202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[Insert the Deloitte local profile]</a:t>
            </a:r>
            <a:br>
              <a:rPr lang="en-US" sz="600" dirty="0">
                <a:effectLst/>
                <a:latin typeface="Aptos" panose="020B0004020202020204" pitchFamily="34" charset="0"/>
                <a:ea typeface="Calibri" panose="020F0502020204030204" pitchFamily="34" charset="0"/>
                <a:cs typeface="Times New Roman" panose="02020603050405020304" pitchFamily="18" charset="0"/>
              </a:rPr>
            </a:br>
            <a:r>
              <a:rPr lang="en-US" sz="600" dirty="0">
                <a:effectLst/>
                <a:latin typeface="Aptos" panose="020B0004020202020204" pitchFamily="34" charset="0"/>
                <a:ea typeface="Calibri" panose="020F0502020204030204" pitchFamily="34" charset="0"/>
                <a:cs typeface="Times New Roman" panose="02020603050405020304" pitchFamily="18" charset="0"/>
              </a:rPr>
              <a:t>Met prat,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venim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estrud</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modignibh</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eumsan</a:t>
            </a:r>
            <a:r>
              <a:rPr lang="en-US" sz="600" dirty="0">
                <a:effectLst/>
                <a:latin typeface="Aptos" panose="020B0004020202020204" pitchFamily="34" charset="0"/>
                <a:ea typeface="Calibri" panose="020F0502020204030204" pitchFamily="34" charset="0"/>
                <a:cs typeface="Times New Roman" panose="02020603050405020304" pitchFamily="18" charset="0"/>
              </a:rPr>
              <a:t> vel dolore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coreetuercin</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venibh</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eugait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nonsed</a:t>
            </a:r>
            <a:r>
              <a:rPr lang="en-US" sz="600" dirty="0">
                <a:effectLst/>
                <a:latin typeface="Aptos" panose="020B0004020202020204" pitchFamily="34" charset="0"/>
                <a:ea typeface="Calibri" panose="020F0502020204030204" pitchFamily="34" charset="0"/>
                <a:cs typeface="Times New Roman" panose="02020603050405020304" pitchFamily="18" charset="0"/>
              </a:rPr>
              <a:t> magna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conum</a:t>
            </a:r>
            <a:r>
              <a:rPr lang="en-US" sz="600" dirty="0">
                <a:effectLst/>
                <a:latin typeface="Aptos" panose="020B0004020202020204" pitchFamily="34" charset="0"/>
                <a:ea typeface="Calibri" panose="020F0502020204030204" pitchFamily="34" charset="0"/>
                <a:cs typeface="Times New Roman" panose="02020603050405020304" pitchFamily="18" charset="0"/>
              </a:rPr>
              <a:t> ad </a:t>
            </a:r>
            <a:r>
              <a:rPr lang="en-US" sz="600" dirty="0" err="1">
                <a:effectLst/>
                <a:latin typeface="Aptos" panose="020B0004020202020204" pitchFamily="34" charset="0"/>
                <a:ea typeface="Calibri" panose="020F0502020204030204" pitchFamily="34" charset="0"/>
                <a:cs typeface="Times New Roman" panose="02020603050405020304" pitchFamily="18" charset="0"/>
              </a:rPr>
              <a:t>tio</a:t>
            </a:r>
            <a:r>
              <a:rPr lang="en-US" sz="600" dirty="0">
                <a:effectLst/>
                <a:latin typeface="Aptos" panose="020B0004020202020204" pitchFamily="34" charset="0"/>
                <a:ea typeface="Calibri" panose="020F0502020204030204" pitchFamily="34" charset="0"/>
                <a:cs typeface="Times New Roman" panose="02020603050405020304" pitchFamily="18" charset="0"/>
              </a:rPr>
              <a:t> od et,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consequis</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amconsequat</a:t>
            </a:r>
            <a:br>
              <a:rPr lang="en-US" sz="600" dirty="0">
                <a:effectLst/>
                <a:latin typeface="Aptos" panose="020B0004020202020204" pitchFamily="34" charset="0"/>
                <a:ea typeface="Calibri" panose="020F0502020204030204" pitchFamily="34" charset="0"/>
                <a:cs typeface="Times New Roman" panose="02020603050405020304" pitchFamily="18" charset="0"/>
              </a:rPr>
            </a:br>
            <a:endParaRPr lang="en-US" sz="600" dirty="0">
              <a:effectLst/>
              <a:latin typeface="Aptos" panose="020B000402020202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[Insert the appropriate internal / external disclaimer]</a:t>
            </a: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Ut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iustionulput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endre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cor</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ilis</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ent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accum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vullan</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voluptate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feui</a:t>
            </a:r>
            <a:r>
              <a:rPr lang="en-US" sz="600" dirty="0">
                <a:effectLst/>
                <a:latin typeface="Aptos" panose="020B0004020202020204" pitchFamily="34" charset="0"/>
                <a:ea typeface="Calibri" panose="020F0502020204030204" pitchFamily="34" charset="0"/>
                <a:cs typeface="Times New Roman" panose="02020603050405020304" pitchFamily="18" charset="0"/>
              </a:rPr>
              <a:t> tat.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Tionsed</a:t>
            </a:r>
            <a:r>
              <a:rPr lang="en-US" sz="600" dirty="0">
                <a:effectLst/>
                <a:latin typeface="Aptos" panose="020B0004020202020204" pitchFamily="34" charset="0"/>
                <a:ea typeface="Calibri" panose="020F0502020204030204" pitchFamily="34" charset="0"/>
                <a:cs typeface="Times New Roman" panose="02020603050405020304" pitchFamily="18" charset="0"/>
              </a:rPr>
              <a:t> dolor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irilis</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elit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dolumsan</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velent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praesse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quisci</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tatet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volessi</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blan</a:t>
            </a:r>
            <a:r>
              <a:rPr lang="en-US" sz="600" dirty="0">
                <a:effectLst/>
                <a:latin typeface="Aptos" panose="020B0004020202020204" pitchFamily="34" charset="0"/>
                <a:ea typeface="Calibri" panose="020F0502020204030204" pitchFamily="34" charset="0"/>
                <a:cs typeface="Times New Roman" panose="02020603050405020304" pitchFamily="18" charset="0"/>
              </a:rPr>
              <a:t> vel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eui</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eniam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vullaortisi</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bla</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faccum</a:t>
            </a:r>
            <a:r>
              <a:rPr lang="en-US" sz="600" dirty="0">
                <a:effectLst/>
                <a:latin typeface="Aptos" panose="020B0004020202020204" pitchFamily="34" charset="0"/>
                <a:ea typeface="Calibri" panose="020F0502020204030204" pitchFamily="34" charset="0"/>
                <a:cs typeface="Times New Roman" panose="02020603050405020304" pitchFamily="18" charset="0"/>
              </a:rPr>
              <a:t> vel </a:t>
            </a:r>
            <a:r>
              <a:rPr lang="en-US" sz="600" dirty="0" err="1">
                <a:effectLst/>
                <a:latin typeface="Aptos" panose="020B0004020202020204" pitchFamily="34" charset="0"/>
                <a:ea typeface="Calibri" panose="020F0502020204030204" pitchFamily="34" charset="0"/>
                <a:cs typeface="Times New Roman" panose="02020603050405020304" pitchFamily="18" charset="0"/>
              </a:rPr>
              <a:t>utet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aut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iriure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eu</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faccum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adigniat</a:t>
            </a:r>
            <a:r>
              <a:rPr lang="en-US" sz="600" dirty="0">
                <a:effectLst/>
                <a:latin typeface="Aptos" panose="020B0004020202020204" pitchFamily="34" charset="0"/>
                <a:ea typeface="Calibri" panose="020F0502020204030204" pitchFamily="34" charset="0"/>
                <a:cs typeface="Times New Roman" panose="02020603050405020304" pitchFamily="18" charset="0"/>
              </a:rPr>
              <a:t>, core </a:t>
            </a:r>
            <a:r>
              <a:rPr lang="en-US" sz="600" dirty="0" err="1">
                <a:effectLst/>
                <a:latin typeface="Aptos" panose="020B0004020202020204" pitchFamily="34" charset="0"/>
                <a:ea typeface="Calibri" panose="020F0502020204030204" pitchFamily="34" charset="0"/>
                <a:cs typeface="Times New Roman" panose="02020603050405020304" pitchFamily="18" charset="0"/>
              </a:rPr>
              <a:t>te</a:t>
            </a:r>
            <a:r>
              <a:rPr lang="en-US" sz="600" dirty="0">
                <a:effectLst/>
                <a:latin typeface="Aptos" panose="020B0004020202020204" pitchFamily="34" charset="0"/>
                <a:ea typeface="Calibri" panose="020F0502020204030204" pitchFamily="34" charset="0"/>
                <a:cs typeface="Times New Roman" panose="02020603050405020304" pitchFamily="18" charset="0"/>
              </a:rPr>
              <a:t> do </a:t>
            </a:r>
            <a:r>
              <a:rPr lang="en-US" sz="600" dirty="0" err="1">
                <a:effectLst/>
                <a:latin typeface="Aptos" panose="020B0004020202020204" pitchFamily="34" charset="0"/>
                <a:ea typeface="Calibri" panose="020F0502020204030204" pitchFamily="34" charset="0"/>
                <a:cs typeface="Times New Roman" panose="02020603050405020304" pitchFamily="18" charset="0"/>
              </a:rPr>
              <a:t>dionsenisim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erciliquatue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te</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ming</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ea</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facincillut</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lan</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r>
              <a:rPr lang="en-US" sz="600" dirty="0" err="1">
                <a:effectLst/>
                <a:latin typeface="Aptos" panose="020B0004020202020204" pitchFamily="34" charset="0"/>
                <a:ea typeface="Calibri" panose="020F0502020204030204" pitchFamily="34" charset="0"/>
                <a:cs typeface="Times New Roman" panose="02020603050405020304" pitchFamily="18" charset="0"/>
              </a:rPr>
              <a:t>henim</a:t>
            </a:r>
            <a:r>
              <a:rPr lang="en-US" sz="600" dirty="0">
                <a:effectLst/>
                <a:latin typeface="Aptos" panose="020B0004020202020204" pitchFamily="34" charset="0"/>
                <a:ea typeface="Calibri" panose="020F0502020204030204" pitchFamily="34" charset="0"/>
                <a:cs typeface="Times New Roman" panose="02020603050405020304" pitchFamily="18" charset="0"/>
              </a:rPr>
              <a:t> </a:t>
            </a: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[For MF communications, please consult with your internal risk or legal teams as to what additional language is appropriate.]</a:t>
            </a:r>
            <a:br>
              <a:rPr lang="en-US" sz="600" dirty="0">
                <a:effectLst/>
                <a:latin typeface="Aptos" panose="020B0004020202020204" pitchFamily="34" charset="0"/>
                <a:ea typeface="Calibri" panose="020F0502020204030204" pitchFamily="34" charset="0"/>
                <a:cs typeface="Times New Roman" panose="02020603050405020304" pitchFamily="18" charset="0"/>
              </a:rPr>
            </a:br>
            <a:endParaRPr lang="en-US" sz="600" dirty="0">
              <a:effectLst/>
              <a:latin typeface="Aptos" panose="020B000402020202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600" dirty="0">
                <a:effectLst/>
                <a:latin typeface="Aptos" panose="020B0004020202020204" pitchFamily="34" charset="0"/>
                <a:ea typeface="Calibri" panose="020F0502020204030204" pitchFamily="34" charset="0"/>
                <a:cs typeface="Times New Roman" panose="02020603050405020304" pitchFamily="18" charset="0"/>
              </a:rPr>
              <a:t>© [Year] [Legal entity name].</a:t>
            </a:r>
          </a:p>
        </p:txBody>
      </p:sp>
    </p:spTree>
    <p:extLst>
      <p:ext uri="{BB962C8B-B14F-4D97-AF65-F5344CB8AC3E}">
        <p14:creationId xmlns:p14="http://schemas.microsoft.com/office/powerpoint/2010/main" val="38394810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pxI7QwSDGFEKBDcoj1l7SdA"/>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33.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34.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35.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36.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37.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38.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39.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40.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41.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42.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p8KEztrqPu0.ccF8qdOw.Lw"/>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pGK8.aFC3p0ils54GIHuZgw"/>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paH4Npqag8ESMrCAv3xFb0A"/>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paH4Npqag8ESMrCAv3xFb0A"/>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paH4Npqag8ESMrCAv3xFb0A"/>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paH4Npqag8ESMrCAv3xFb0A"/>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pJSRxLaIoLUq3BLV_K4CzYg"/>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pmVr_LdE.a0KGUtpSHef9VA"/>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pIGYHlccoiEW5S.p6EF1QCA"/>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phh13sjaCfESbbjsOJEKBug"/>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p6BURaAglRkufYf7nhhaKhA"/>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pUSrK6r03RESHiUNuf7fuWw"/>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pUSrK6r03RESHiUNuf7fuWw"/>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pUSrK6r03RESHiUNuf7fuWw"/>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pUSrK6r03RESHiUNuf7fuWw"/>
</p:tagLst>
</file>

<file path=ppt/tags/tag59.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60.xml><?xml version="1.0" encoding="utf-8"?>
<p:tagLst xmlns:a="http://schemas.openxmlformats.org/drawingml/2006/main" xmlns:r="http://schemas.openxmlformats.org/officeDocument/2006/relationships" xmlns:p="http://schemas.openxmlformats.org/presentationml/2006/main">
  <p:tag name="LEFT" val=" 143.875"/>
  <p:tag name="TOP" val=" 207"/>
</p:tagLst>
</file>

<file path=ppt/tags/tag61.xml><?xml version="1.0" encoding="utf-8"?>
<p:tagLst xmlns:a="http://schemas.openxmlformats.org/drawingml/2006/main" xmlns:r="http://schemas.openxmlformats.org/officeDocument/2006/relationships" xmlns:p="http://schemas.openxmlformats.org/presentationml/2006/main">
  <p:tag name="TOP" val=" 207"/>
  <p:tag name="LEFT" val=" 143.875"/>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pU8amenl.dEWtvIwbng.anA"/>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pJhBHwGdDLEGXNQHHZfkILQ"/>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pO9emry4tTEmXQzgyh.Ey6Q"/>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p5vXPMcQClEyQ3GBi61TTZg"/>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pv7aFJfLs50SD61yleva6cg"/>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p5PtTbDlVv0ia3fxvEKZv3g"/>
</p:tagLst>
</file>

<file path=ppt/tags/tag68.xml><?xml version="1.0" encoding="utf-8"?>
<p:tagLst xmlns:a="http://schemas.openxmlformats.org/drawingml/2006/main" xmlns:r="http://schemas.openxmlformats.org/officeDocument/2006/relationships" xmlns:p="http://schemas.openxmlformats.org/presentationml/2006/main">
  <p:tag name="NUM" val="2"/>
</p:tagLst>
</file>

<file path=ppt/tags/tag69.xml><?xml version="1.0" encoding="utf-8"?>
<p:tagLst xmlns:a="http://schemas.openxmlformats.org/drawingml/2006/main" xmlns:r="http://schemas.openxmlformats.org/officeDocument/2006/relationships" xmlns:p="http://schemas.openxmlformats.org/presentationml/2006/main">
  <p:tag name="NUM" val="4"/>
</p:tagLst>
</file>

<file path=ppt/tags/tag70.xml><?xml version="1.0" encoding="utf-8"?>
<p:tagLst xmlns:a="http://schemas.openxmlformats.org/drawingml/2006/main" xmlns:r="http://schemas.openxmlformats.org/officeDocument/2006/relationships" xmlns:p="http://schemas.openxmlformats.org/presentationml/2006/main">
  <p:tag name="NUM" val="5"/>
</p:tagLst>
</file>

<file path=ppt/tags/tag71.xml><?xml version="1.0" encoding="utf-8"?>
<p:tagLst xmlns:a="http://schemas.openxmlformats.org/drawingml/2006/main" xmlns:r="http://schemas.openxmlformats.org/officeDocument/2006/relationships" xmlns:p="http://schemas.openxmlformats.org/presentationml/2006/main">
  <p:tag name="NUM" val="6"/>
</p:tagLst>
</file>

<file path=ppt/tags/tag72.xml><?xml version="1.0" encoding="utf-8"?>
<p:tagLst xmlns:a="http://schemas.openxmlformats.org/drawingml/2006/main" xmlns:r="http://schemas.openxmlformats.org/officeDocument/2006/relationships" xmlns:p="http://schemas.openxmlformats.org/presentationml/2006/main">
  <p:tag name="NUM" val="7"/>
</p:tagLst>
</file>

<file path=ppt/tags/tag73.xml><?xml version="1.0" encoding="utf-8"?>
<p:tagLst xmlns:a="http://schemas.openxmlformats.org/drawingml/2006/main" xmlns:r="http://schemas.openxmlformats.org/officeDocument/2006/relationships" xmlns:p="http://schemas.openxmlformats.org/presentationml/2006/main">
  <p:tag name="NUM" val="8"/>
</p:tagLst>
</file>

<file path=ppt/tags/tag74.xml><?xml version="1.0" encoding="utf-8"?>
<p:tagLst xmlns:a="http://schemas.openxmlformats.org/drawingml/2006/main" xmlns:r="http://schemas.openxmlformats.org/officeDocument/2006/relationships" xmlns:p="http://schemas.openxmlformats.org/presentationml/2006/main">
  <p:tag name="NUM" val="9"/>
</p:tagLst>
</file>

<file path=ppt/tags/tag75.xml><?xml version="1.0" encoding="utf-8"?>
<p:tagLst xmlns:a="http://schemas.openxmlformats.org/drawingml/2006/main" xmlns:r="http://schemas.openxmlformats.org/officeDocument/2006/relationships" xmlns:p="http://schemas.openxmlformats.org/presentationml/2006/main">
  <p:tag name="NUM" val="10"/>
</p:tagLst>
</file>

<file path=ppt/tags/tag76.xml><?xml version="1.0" encoding="utf-8"?>
<p:tagLst xmlns:a="http://schemas.openxmlformats.org/drawingml/2006/main" xmlns:r="http://schemas.openxmlformats.org/officeDocument/2006/relationships" xmlns:p="http://schemas.openxmlformats.org/presentationml/2006/main">
  <p:tag name="NUM" val="11"/>
</p:tagLst>
</file>

<file path=ppt/tags/tag77.xml><?xml version="1.0" encoding="utf-8"?>
<p:tagLst xmlns:a="http://schemas.openxmlformats.org/drawingml/2006/main" xmlns:r="http://schemas.openxmlformats.org/officeDocument/2006/relationships" xmlns:p="http://schemas.openxmlformats.org/presentationml/2006/main">
  <p:tag name="NUM" val="12"/>
</p:tagLst>
</file>

<file path=ppt/tags/tag78.xml><?xml version="1.0" encoding="utf-8"?>
<p:tagLst xmlns:a="http://schemas.openxmlformats.org/drawingml/2006/main" xmlns:r="http://schemas.openxmlformats.org/officeDocument/2006/relationships" xmlns:p="http://schemas.openxmlformats.org/presentationml/2006/main">
  <p:tag name="NUM" val="13"/>
</p:tagLst>
</file>

<file path=ppt/tags/tag79.xml><?xml version="1.0" encoding="utf-8"?>
<p:tagLst xmlns:a="http://schemas.openxmlformats.org/drawingml/2006/main" xmlns:r="http://schemas.openxmlformats.org/officeDocument/2006/relationships" xmlns:p="http://schemas.openxmlformats.org/presentationml/2006/main">
  <p:tag name="NUM" val="14"/>
</p:tagLst>
</file>

<file path=ppt/tags/tag80.xml><?xml version="1.0" encoding="utf-8"?>
<p:tagLst xmlns:a="http://schemas.openxmlformats.org/drawingml/2006/main" xmlns:r="http://schemas.openxmlformats.org/officeDocument/2006/relationships" xmlns:p="http://schemas.openxmlformats.org/presentationml/2006/main">
  <p:tag name="NUM" val="15"/>
</p:tagLst>
</file>

<file path=ppt/tags/tag81.xml><?xml version="1.0" encoding="utf-8"?>
<p:tagLst xmlns:a="http://schemas.openxmlformats.org/drawingml/2006/main" xmlns:r="http://schemas.openxmlformats.org/officeDocument/2006/relationships" xmlns:p="http://schemas.openxmlformats.org/presentationml/2006/main">
  <p:tag name="NUM" val="16"/>
</p:tagLst>
</file>

<file path=ppt/tags/tag82.xml><?xml version="1.0" encoding="utf-8"?>
<p:tagLst xmlns:a="http://schemas.openxmlformats.org/drawingml/2006/main" xmlns:r="http://schemas.openxmlformats.org/officeDocument/2006/relationships" xmlns:p="http://schemas.openxmlformats.org/presentationml/2006/main">
  <p:tag name="NUM" val="17"/>
</p:tagLst>
</file>

<file path=ppt/tags/tag83.xml><?xml version="1.0" encoding="utf-8"?>
<p:tagLst xmlns:a="http://schemas.openxmlformats.org/drawingml/2006/main" xmlns:r="http://schemas.openxmlformats.org/officeDocument/2006/relationships" xmlns:p="http://schemas.openxmlformats.org/presentationml/2006/main">
  <p:tag name="NUM" val="18"/>
</p:tagLst>
</file>

<file path=ppt/tags/tag84.xml><?xml version="1.0" encoding="utf-8"?>
<p:tagLst xmlns:a="http://schemas.openxmlformats.org/drawingml/2006/main" xmlns:r="http://schemas.openxmlformats.org/officeDocument/2006/relationships" xmlns:p="http://schemas.openxmlformats.org/presentationml/2006/main">
  <p:tag name="NUM" val="19"/>
</p:tagLst>
</file>

<file path=ppt/tags/tag85.xml><?xml version="1.0" encoding="utf-8"?>
<p:tagLst xmlns:a="http://schemas.openxmlformats.org/drawingml/2006/main" xmlns:r="http://schemas.openxmlformats.org/officeDocument/2006/relationships" xmlns:p="http://schemas.openxmlformats.org/presentationml/2006/main">
  <p:tag name="NUM" val="20"/>
</p:tagLst>
</file>

<file path=ppt/tags/tag86.xml><?xml version="1.0" encoding="utf-8"?>
<p:tagLst xmlns:a="http://schemas.openxmlformats.org/drawingml/2006/main" xmlns:r="http://schemas.openxmlformats.org/officeDocument/2006/relationships" xmlns:p="http://schemas.openxmlformats.org/presentationml/2006/main">
  <p:tag name="NUM" val="21"/>
</p:tagLst>
</file>

<file path=ppt/tags/tag87.xml><?xml version="1.0" encoding="utf-8"?>
<p:tagLst xmlns:a="http://schemas.openxmlformats.org/drawingml/2006/main" xmlns:r="http://schemas.openxmlformats.org/officeDocument/2006/relationships" xmlns:p="http://schemas.openxmlformats.org/presentationml/2006/main">
  <p:tag name="NUM" val="24"/>
</p:tagLst>
</file>

<file path=ppt/tags/tag88.xml><?xml version="1.0" encoding="utf-8"?>
<p:tagLst xmlns:a="http://schemas.openxmlformats.org/drawingml/2006/main" xmlns:r="http://schemas.openxmlformats.org/officeDocument/2006/relationships" xmlns:p="http://schemas.openxmlformats.org/presentationml/2006/main">
  <p:tag name="NUM" val="26"/>
</p:tagLst>
</file>

<file path=ppt/tags/tag89.xml><?xml version="1.0" encoding="utf-8"?>
<p:tagLst xmlns:a="http://schemas.openxmlformats.org/drawingml/2006/main" xmlns:r="http://schemas.openxmlformats.org/officeDocument/2006/relationships" xmlns:p="http://schemas.openxmlformats.org/presentationml/2006/main">
  <p:tag name="NUM" val="27"/>
</p:tagLst>
</file>

<file path=ppt/tags/tag90.xml><?xml version="1.0" encoding="utf-8"?>
<p:tagLst xmlns:a="http://schemas.openxmlformats.org/drawingml/2006/main" xmlns:r="http://schemas.openxmlformats.org/officeDocument/2006/relationships" xmlns:p="http://schemas.openxmlformats.org/presentationml/2006/main">
  <p:tag name="NUM" val="28"/>
</p:tagLst>
</file>

<file path=ppt/tags/tag91.xml><?xml version="1.0" encoding="utf-8"?>
<p:tagLst xmlns:a="http://schemas.openxmlformats.org/drawingml/2006/main" xmlns:r="http://schemas.openxmlformats.org/officeDocument/2006/relationships" xmlns:p="http://schemas.openxmlformats.org/presentationml/2006/main">
  <p:tag name="NUM" val="29"/>
</p:tagLst>
</file>

<file path=ppt/tags/tag92.xml><?xml version="1.0" encoding="utf-8"?>
<p:tagLst xmlns:a="http://schemas.openxmlformats.org/drawingml/2006/main" xmlns:r="http://schemas.openxmlformats.org/officeDocument/2006/relationships" xmlns:p="http://schemas.openxmlformats.org/presentationml/2006/main">
  <p:tag name="NUM" val="9"/>
</p:tagLst>
</file>

<file path=ppt/tags/tag93.xml><?xml version="1.0" encoding="utf-8"?>
<p:tagLst xmlns:a="http://schemas.openxmlformats.org/drawingml/2006/main" xmlns:r="http://schemas.openxmlformats.org/officeDocument/2006/relationships" xmlns:p="http://schemas.openxmlformats.org/presentationml/2006/main">
  <p:tag name="NUM" val="10"/>
</p:tagLst>
</file>

<file path=ppt/tags/tag94.xml><?xml version="1.0" encoding="utf-8"?>
<p:tagLst xmlns:a="http://schemas.openxmlformats.org/drawingml/2006/main" xmlns:r="http://schemas.openxmlformats.org/officeDocument/2006/relationships" xmlns:p="http://schemas.openxmlformats.org/presentationml/2006/main">
  <p:tag name="NUM" val="11"/>
</p:tagLst>
</file>

<file path=ppt/tags/tag95.xml><?xml version="1.0" encoding="utf-8"?>
<p:tagLst xmlns:a="http://schemas.openxmlformats.org/drawingml/2006/main" xmlns:r="http://schemas.openxmlformats.org/officeDocument/2006/relationships" xmlns:p="http://schemas.openxmlformats.org/presentationml/2006/main">
  <p:tag name="NUM" val="12"/>
</p:tagLst>
</file>

<file path=ppt/tags/tag96.xml><?xml version="1.0" encoding="utf-8"?>
<p:tagLst xmlns:a="http://schemas.openxmlformats.org/drawingml/2006/main" xmlns:r="http://schemas.openxmlformats.org/officeDocument/2006/relationships" xmlns:p="http://schemas.openxmlformats.org/presentationml/2006/main">
  <p:tag name="NUM" val="14"/>
</p:tagLst>
</file>

<file path=ppt/tags/tag97.xml><?xml version="1.0" encoding="utf-8"?>
<p:tagLst xmlns:a="http://schemas.openxmlformats.org/drawingml/2006/main" xmlns:r="http://schemas.openxmlformats.org/officeDocument/2006/relationships" xmlns:p="http://schemas.openxmlformats.org/presentationml/2006/main">
  <p:tag name="NUM" val="8"/>
</p:tagLst>
</file>

<file path=ppt/tags/tag98.xml><?xml version="1.0" encoding="utf-8"?>
<p:tagLst xmlns:a="http://schemas.openxmlformats.org/drawingml/2006/main" xmlns:r="http://schemas.openxmlformats.org/officeDocument/2006/relationships" xmlns:p="http://schemas.openxmlformats.org/presentationml/2006/main">
  <p:tag name="NUM" val="9"/>
</p:tagLst>
</file>

<file path=ppt/tags/tag99.xml><?xml version="1.0" encoding="utf-8"?>
<p:tagLst xmlns:a="http://schemas.openxmlformats.org/drawingml/2006/main" xmlns:r="http://schemas.openxmlformats.org/officeDocument/2006/relationships" xmlns:p="http://schemas.openxmlformats.org/presentationml/2006/main">
  <p:tag name="NUM" val="10"/>
</p:tagLst>
</file>

<file path=ppt/tags/tag100.xml><?xml version="1.0" encoding="utf-8"?>
<p:tagLst xmlns:a="http://schemas.openxmlformats.org/drawingml/2006/main" xmlns:r="http://schemas.openxmlformats.org/officeDocument/2006/relationships" xmlns:p="http://schemas.openxmlformats.org/presentationml/2006/main">
  <p:tag name="NUM" val="11"/>
</p:tagLst>
</file>

<file path=ppt/tags/tag101.xml><?xml version="1.0" encoding="utf-8"?>
<p:tagLst xmlns:a="http://schemas.openxmlformats.org/drawingml/2006/main" xmlns:r="http://schemas.openxmlformats.org/officeDocument/2006/relationships" xmlns:p="http://schemas.openxmlformats.org/presentationml/2006/main">
  <p:tag name="NUM" val="12"/>
</p:tagLst>
</file>

<file path=ppt/tags/tag102.xml><?xml version="1.0" encoding="utf-8"?>
<p:tagLst xmlns:a="http://schemas.openxmlformats.org/drawingml/2006/main" xmlns:r="http://schemas.openxmlformats.org/officeDocument/2006/relationships" xmlns:p="http://schemas.openxmlformats.org/presentationml/2006/main">
  <p:tag name="NUM" val="14"/>
</p:tagLst>
</file>

<file path=ppt/tags/tag103.xml><?xml version="1.0" encoding="utf-8"?>
<p:tagLst xmlns:a="http://schemas.openxmlformats.org/drawingml/2006/main" xmlns:r="http://schemas.openxmlformats.org/officeDocument/2006/relationships" xmlns:p="http://schemas.openxmlformats.org/presentationml/2006/main">
  <p:tag name="NUM" val="8"/>
</p:tagLst>
</file>

<file path=ppt/tags/tag104.xml><?xml version="1.0" encoding="utf-8"?>
<p:tagLst xmlns:a="http://schemas.openxmlformats.org/drawingml/2006/main" xmlns:r="http://schemas.openxmlformats.org/officeDocument/2006/relationships" xmlns:p="http://schemas.openxmlformats.org/presentationml/2006/main">
  <p:tag name="NUM" val="62"/>
</p:tagLst>
</file>

<file path=ppt/tags/tag105.xml><?xml version="1.0" encoding="utf-8"?>
<p:tagLst xmlns:a="http://schemas.openxmlformats.org/drawingml/2006/main" xmlns:r="http://schemas.openxmlformats.org/officeDocument/2006/relationships" xmlns:p="http://schemas.openxmlformats.org/presentationml/2006/main">
  <p:tag name="NUM" val="8"/>
</p:tagLst>
</file>

<file path=ppt/tags/tag106.xml><?xml version="1.0" encoding="utf-8"?>
<p:tagLst xmlns:a="http://schemas.openxmlformats.org/drawingml/2006/main" xmlns:r="http://schemas.openxmlformats.org/officeDocument/2006/relationships" xmlns:p="http://schemas.openxmlformats.org/presentationml/2006/main">
  <p:tag name="NUM" val="58"/>
</p:tagLst>
</file>

<file path=ppt/tags/tag107.xml><?xml version="1.0" encoding="utf-8"?>
<p:tagLst xmlns:a="http://schemas.openxmlformats.org/drawingml/2006/main" xmlns:r="http://schemas.openxmlformats.org/officeDocument/2006/relationships" xmlns:p="http://schemas.openxmlformats.org/presentationml/2006/main">
  <p:tag name="NUM" val="116"/>
</p:tagLst>
</file>

<file path=ppt/tags/tag108.xml><?xml version="1.0" encoding="utf-8"?>
<p:tagLst xmlns:a="http://schemas.openxmlformats.org/drawingml/2006/main" xmlns:r="http://schemas.openxmlformats.org/officeDocument/2006/relationships" xmlns:p="http://schemas.openxmlformats.org/presentationml/2006/main">
  <p:tag name="NUM" val="54"/>
</p:tagLst>
</file>

<file path=ppt/tags/tag109.xml><?xml version="1.0" encoding="utf-8"?>
<p:tagLst xmlns:a="http://schemas.openxmlformats.org/drawingml/2006/main" xmlns:r="http://schemas.openxmlformats.org/officeDocument/2006/relationships" xmlns:p="http://schemas.openxmlformats.org/presentationml/2006/main">
  <p:tag name="NUM" val="106"/>
</p:tagLst>
</file>

<file path=ppt/tags/tag110.xml><?xml version="1.0" encoding="utf-8"?>
<p:tagLst xmlns:a="http://schemas.openxmlformats.org/drawingml/2006/main" xmlns:r="http://schemas.openxmlformats.org/officeDocument/2006/relationships" xmlns:p="http://schemas.openxmlformats.org/presentationml/2006/main">
  <p:tag name="NUM" val="62"/>
</p:tagLst>
</file>

<file path=ppt/tags/tag111.xml><?xml version="1.0" encoding="utf-8"?>
<p:tagLst xmlns:a="http://schemas.openxmlformats.org/drawingml/2006/main" xmlns:r="http://schemas.openxmlformats.org/officeDocument/2006/relationships" xmlns:p="http://schemas.openxmlformats.org/presentationml/2006/main">
  <p:tag name="NUM" val="8"/>
</p:tagLst>
</file>

<file path=ppt/tags/tag112.xml><?xml version="1.0" encoding="utf-8"?>
<p:tagLst xmlns:a="http://schemas.openxmlformats.org/drawingml/2006/main" xmlns:r="http://schemas.openxmlformats.org/officeDocument/2006/relationships" xmlns:p="http://schemas.openxmlformats.org/presentationml/2006/main">
  <p:tag name="NUM" val="58"/>
</p:tagLst>
</file>

<file path=ppt/tags/tag113.xml><?xml version="1.0" encoding="utf-8"?>
<p:tagLst xmlns:a="http://schemas.openxmlformats.org/drawingml/2006/main" xmlns:r="http://schemas.openxmlformats.org/officeDocument/2006/relationships" xmlns:p="http://schemas.openxmlformats.org/presentationml/2006/main">
  <p:tag name="NUM" val="116"/>
</p:tagLst>
</file>

<file path=ppt/tags/tag114.xml><?xml version="1.0" encoding="utf-8"?>
<p:tagLst xmlns:a="http://schemas.openxmlformats.org/drawingml/2006/main" xmlns:r="http://schemas.openxmlformats.org/officeDocument/2006/relationships" xmlns:p="http://schemas.openxmlformats.org/presentationml/2006/main">
  <p:tag name="NUM" val="54"/>
</p:tagLst>
</file>

<file path=ppt/tags/tag115.xml><?xml version="1.0" encoding="utf-8"?>
<p:tagLst xmlns:a="http://schemas.openxmlformats.org/drawingml/2006/main" xmlns:r="http://schemas.openxmlformats.org/officeDocument/2006/relationships" xmlns:p="http://schemas.openxmlformats.org/presentationml/2006/main">
  <p:tag name="NUM" val="106"/>
</p:tagLst>
</file>

<file path=ppt/tags/tag116.xml><?xml version="1.0" encoding="utf-8"?>
<p:tagLst xmlns:a="http://schemas.openxmlformats.org/drawingml/2006/main" xmlns:r="http://schemas.openxmlformats.org/officeDocument/2006/relationships" xmlns:p="http://schemas.openxmlformats.org/presentationml/2006/main">
  <p:tag name="NUM" val="40"/>
</p:tagLst>
</file>

<file path=ppt/tags/tag117.xml><?xml version="1.0" encoding="utf-8"?>
<p:tagLst xmlns:a="http://schemas.openxmlformats.org/drawingml/2006/main" xmlns:r="http://schemas.openxmlformats.org/officeDocument/2006/relationships" xmlns:p="http://schemas.openxmlformats.org/presentationml/2006/main">
  <p:tag name="NUM" val="55"/>
</p:tagLst>
</file>

<file path=ppt/tags/tag118.xml><?xml version="1.0" encoding="utf-8"?>
<p:tagLst xmlns:a="http://schemas.openxmlformats.org/drawingml/2006/main" xmlns:r="http://schemas.openxmlformats.org/officeDocument/2006/relationships" xmlns:p="http://schemas.openxmlformats.org/presentationml/2006/main">
  <p:tag name="NUM" val="48"/>
</p:tagLst>
</file>

<file path=ppt/tags/tag119.xml><?xml version="1.0" encoding="utf-8"?>
<p:tagLst xmlns:a="http://schemas.openxmlformats.org/drawingml/2006/main" xmlns:r="http://schemas.openxmlformats.org/officeDocument/2006/relationships" xmlns:p="http://schemas.openxmlformats.org/presentationml/2006/main">
  <p:tag name="NUM" val="7"/>
</p:tagLst>
</file>

<file path=ppt/tags/tag120.xml><?xml version="1.0" encoding="utf-8"?>
<p:tagLst xmlns:a="http://schemas.openxmlformats.org/drawingml/2006/main" xmlns:r="http://schemas.openxmlformats.org/officeDocument/2006/relationships" xmlns:p="http://schemas.openxmlformats.org/presentationml/2006/main">
  <p:tag name="NUM" val="7"/>
</p:tagLst>
</file>

<file path=ppt/tags/tag121.xml><?xml version="1.0" encoding="utf-8"?>
<p:tagLst xmlns:a="http://schemas.openxmlformats.org/drawingml/2006/main" xmlns:r="http://schemas.openxmlformats.org/officeDocument/2006/relationships" xmlns:p="http://schemas.openxmlformats.org/presentationml/2006/main">
  <p:tag name="NUM" val="7"/>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tZ6U2HC7FTF6PyUnxTQv.jA"/>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tztR.Ue6WTxebUF.yeoJkfA"/>
</p:tagLst>
</file>

<file path=ppt/theme/theme1.xml><?xml version="1.0" encoding="utf-8"?>
<a:theme xmlns:a="http://schemas.openxmlformats.org/drawingml/2006/main" name="Deloitte_Brand_Theme_A4">
  <a:themeElements>
    <a:clrScheme name="Deloitte Brand">
      <a:dk1>
        <a:sysClr val="windowText" lastClr="000000"/>
      </a:dk1>
      <a:lt1>
        <a:sysClr val="window" lastClr="FFFFFF"/>
      </a:lt1>
      <a:dk2>
        <a:srgbClr val="53565A"/>
      </a:dk2>
      <a:lt2>
        <a:srgbClr val="D0D0CE"/>
      </a:lt2>
      <a:accent1>
        <a:srgbClr val="86BC25"/>
      </a:accent1>
      <a:accent2>
        <a:srgbClr val="43B02A"/>
      </a:accent2>
      <a:accent3>
        <a:srgbClr val="26890D"/>
      </a:accent3>
      <a:accent4>
        <a:srgbClr val="046A38"/>
      </a:accent4>
      <a:accent5>
        <a:srgbClr val="0D8390"/>
      </a:accent5>
      <a:accent6>
        <a:srgbClr val="007CB0"/>
      </a:accent6>
      <a:hlink>
        <a:srgbClr val="00A3E0"/>
      </a:hlink>
      <a:folHlink>
        <a:srgbClr val="7F7F7F"/>
      </a:folHlink>
    </a:clrScheme>
    <a:fontScheme name="Custom 1">
      <a:majorFont>
        <a:latin typeface="Aptos"/>
        <a:ea typeface=""/>
        <a:cs typeface=""/>
      </a:majorFont>
      <a:minorFont>
        <a:latin typeface="Apto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Deloitte_Brand_Theme_A4" id="{E838FF0E-D597-422D-8EEF-6F496BA86B68}" vid="{A4C4D791-8D18-4A0A-96BB-41E274938257}"/>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Deloitte colors">
    <a:dk1>
      <a:sysClr val="windowText" lastClr="000000"/>
    </a:dk1>
    <a:lt1>
      <a:sysClr val="window" lastClr="FFFFFF"/>
    </a:lt1>
    <a:dk2>
      <a:srgbClr val="44546A"/>
    </a:dk2>
    <a:lt2>
      <a:srgbClr val="E7E6E6"/>
    </a:lt2>
    <a:accent1>
      <a:srgbClr val="86BC25"/>
    </a:accent1>
    <a:accent2>
      <a:srgbClr val="046A38"/>
    </a:accent2>
    <a:accent3>
      <a:srgbClr val="62B5E5"/>
    </a:accent3>
    <a:accent4>
      <a:srgbClr val="012169"/>
    </a:accent4>
    <a:accent5>
      <a:srgbClr val="0097A9"/>
    </a:accent5>
    <a:accent6>
      <a:srgbClr val="75787B"/>
    </a:accent6>
    <a:hlink>
      <a:srgbClr val="00A3E0"/>
    </a:hlink>
    <a:folHlink>
      <a:srgbClr val="954F72"/>
    </a:folHlink>
  </a:clrScheme>
  <a:fontScheme name="Deloitte Powerpoin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Deloitte colors">
    <a:dk1>
      <a:sysClr val="windowText" lastClr="000000"/>
    </a:dk1>
    <a:lt1>
      <a:sysClr val="window" lastClr="FFFFFF"/>
    </a:lt1>
    <a:dk2>
      <a:srgbClr val="44546A"/>
    </a:dk2>
    <a:lt2>
      <a:srgbClr val="E7E6E6"/>
    </a:lt2>
    <a:accent1>
      <a:srgbClr val="86BC25"/>
    </a:accent1>
    <a:accent2>
      <a:srgbClr val="046A38"/>
    </a:accent2>
    <a:accent3>
      <a:srgbClr val="62B5E5"/>
    </a:accent3>
    <a:accent4>
      <a:srgbClr val="012169"/>
    </a:accent4>
    <a:accent5>
      <a:srgbClr val="0097A9"/>
    </a:accent5>
    <a:accent6>
      <a:srgbClr val="75787B"/>
    </a:accent6>
    <a:hlink>
      <a:srgbClr val="00A3E0"/>
    </a:hlink>
    <a:folHlink>
      <a:srgbClr val="954F72"/>
    </a:folHlink>
  </a:clrScheme>
  <a:fontScheme name="Deloitte Powerpoin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6EABACCD3B39C49923CC76F9A3899B0" ma:contentTypeVersion="10" ma:contentTypeDescription="Create a new document." ma:contentTypeScope="" ma:versionID="888edbca11eac38050b29462c56b3d83">
  <xsd:schema xmlns:xsd="http://www.w3.org/2001/XMLSchema" xmlns:xs="http://www.w3.org/2001/XMLSchema" xmlns:p="http://schemas.microsoft.com/office/2006/metadata/properties" xmlns:ns2="88ac10d5-d499-482e-8b56-6ab71e10844d" xmlns:ns3="b34fac16-a9a4-4d97-96d6-3d67277b3bbb" targetNamespace="http://schemas.microsoft.com/office/2006/metadata/properties" ma:root="true" ma:fieldsID="b2578cae4076c3a00574eaa070b195d6" ns2:_="" ns3:_="">
    <xsd:import namespace="88ac10d5-d499-482e-8b56-6ab71e10844d"/>
    <xsd:import namespace="b34fac16-a9a4-4d97-96d6-3d67277b3bbb"/>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DateTaken" minOccurs="0"/>
                <xsd:element ref="ns2:lcf76f155ced4ddcb4097134ff3c332f" minOccurs="0"/>
                <xsd:element ref="ns3:TaxCatchAll" minOccurs="0"/>
                <xsd:element ref="ns2:MediaServiceOCR"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8ac10d5-d499-482e-8b56-6ab71e10844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DateTaken" ma:index="11" nillable="true" ma:displayName="MediaServiceDateTaken" ma:hidden="true" ma:indexed="true" ma:internalName="MediaServiceDateTaken"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798d900d-0589-4081-96eb-513de833a507"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4fac16-a9a4-4d97-96d6-3d67277b3bbb"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b26a010e-ed09-4f8f-afe2-969c013c94e7}" ma:internalName="TaxCatchAll" ma:showField="CatchAllData" ma:web="b34fac16-a9a4-4d97-96d6-3d67277b3bbb">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88ac10d5-d499-482e-8b56-6ab71e10844d">
      <Terms xmlns="http://schemas.microsoft.com/office/infopath/2007/PartnerControls"/>
    </lcf76f155ced4ddcb4097134ff3c332f>
    <TaxCatchAll xmlns="b34fac16-a9a4-4d97-96d6-3d67277b3bbb" xsi:nil="true"/>
  </documentManagement>
</p:properties>
</file>

<file path=customXml/itemProps1.xml><?xml version="1.0" encoding="utf-8"?>
<ds:datastoreItem xmlns:ds="http://schemas.openxmlformats.org/officeDocument/2006/customXml" ds:itemID="{E7F62190-23B1-4532-B36A-18754082F141}"/>
</file>

<file path=customXml/itemProps2.xml><?xml version="1.0" encoding="utf-8"?>
<ds:datastoreItem xmlns:ds="http://schemas.openxmlformats.org/officeDocument/2006/customXml" ds:itemID="{E9ED1941-1EC6-4805-A942-3AE1CECDF889}"/>
</file>

<file path=customXml/itemProps3.xml><?xml version="1.0" encoding="utf-8"?>
<ds:datastoreItem xmlns:ds="http://schemas.openxmlformats.org/officeDocument/2006/customXml" ds:itemID="{642C0A19-07B6-4F73-B200-78A1C097E5CC}"/>
</file>

<file path=docProps/app.xml><?xml version="1.0" encoding="utf-8"?>
<Properties xmlns="http://schemas.openxmlformats.org/officeDocument/2006/extended-properties" xmlns:vt="http://schemas.openxmlformats.org/officeDocument/2006/docPropsVTypes">
  <Template>Deloitte_Brand_Theme</Template>
  <TotalTime>0</TotalTime>
  <Words>18402</Words>
  <Application>Microsoft Office PowerPoint</Application>
  <PresentationFormat>A4 Paper (210x297 mm)</PresentationFormat>
  <Paragraphs>4724</Paragraphs>
  <Slides>300</Slides>
  <Notes>201</Notes>
  <HiddenSlides>0</HiddenSlides>
  <MMClips>0</MMClips>
  <ScaleCrop>false</ScaleCrop>
  <HeadingPairs>
    <vt:vector size="8" baseType="variant">
      <vt:variant>
        <vt:lpstr>Fonts Used</vt:lpstr>
      </vt:variant>
      <vt:variant>
        <vt:i4>11</vt:i4>
      </vt:variant>
      <vt:variant>
        <vt:lpstr>Theme</vt:lpstr>
      </vt:variant>
      <vt:variant>
        <vt:i4>1</vt:i4>
      </vt:variant>
      <vt:variant>
        <vt:lpstr>Embedded OLE Servers</vt:lpstr>
      </vt:variant>
      <vt:variant>
        <vt:i4>1</vt:i4>
      </vt:variant>
      <vt:variant>
        <vt:lpstr>Slide Titles</vt:lpstr>
      </vt:variant>
      <vt:variant>
        <vt:i4>300</vt:i4>
      </vt:variant>
    </vt:vector>
  </HeadingPairs>
  <TitlesOfParts>
    <vt:vector size="313" baseType="lpstr">
      <vt:lpstr>ＭＳ Ｐゴシック</vt:lpstr>
      <vt:lpstr>Aptos</vt:lpstr>
      <vt:lpstr>Arial</vt:lpstr>
      <vt:lpstr>Calibri</vt:lpstr>
      <vt:lpstr>Calibri Light</vt:lpstr>
      <vt:lpstr>Chronicle Display Black</vt:lpstr>
      <vt:lpstr>Gotham Book</vt:lpstr>
      <vt:lpstr>Times New Roman</vt:lpstr>
      <vt:lpstr>Verdana</vt:lpstr>
      <vt:lpstr>Wingdings</vt:lpstr>
      <vt:lpstr>Wingdings 2</vt:lpstr>
      <vt:lpstr>Deloitte_Brand_Theme_A4</vt:lpstr>
      <vt:lpstr>think-cell Slide</vt:lpstr>
      <vt:lpstr>Timesaver Charts, tables,  diagrams,  icons and more</vt:lpstr>
      <vt:lpstr>If you can’t find what you want here, consider leveraging: </vt:lpstr>
      <vt:lpstr>Brand basics</vt:lpstr>
      <vt:lpstr>Brand basics</vt:lpstr>
      <vt:lpstr>Brand basics</vt:lpstr>
      <vt:lpstr>Brand basics</vt:lpstr>
      <vt:lpstr>Brand basics</vt:lpstr>
      <vt:lpstr>Brand basics</vt:lpstr>
      <vt:lpstr>Brand basics</vt:lpstr>
      <vt:lpstr>Covers</vt:lpstr>
      <vt:lpstr>Document  heading  three lines</vt:lpstr>
      <vt:lpstr>Document  heading  three lines</vt:lpstr>
      <vt:lpstr>Document  heading two lines</vt:lpstr>
      <vt:lpstr>Tables and structured text</vt:lpstr>
      <vt:lpstr>Outline</vt:lpstr>
      <vt:lpstr>Progressive</vt:lpstr>
      <vt:lpstr>Bars</vt:lpstr>
      <vt:lpstr>Quotes and callouts</vt:lpstr>
      <vt:lpstr>Quotes and callouts</vt:lpstr>
      <vt:lpstr>Highlight numbers</vt:lpstr>
      <vt:lpstr>Agenda</vt:lpstr>
      <vt:lpstr>Tables</vt:lpstr>
      <vt:lpstr>Tables</vt:lpstr>
      <vt:lpstr>Tables</vt:lpstr>
      <vt:lpstr>Tables</vt:lpstr>
      <vt:lpstr>Tables</vt:lpstr>
      <vt:lpstr>Tables</vt:lpstr>
      <vt:lpstr>Table with moons</vt:lpstr>
      <vt:lpstr>More moons (i.e., Harvey Balls)</vt:lpstr>
      <vt:lpstr>Table with traffic lights</vt:lpstr>
      <vt:lpstr>Table with arrows</vt:lpstr>
      <vt:lpstr>Flow table</vt:lpstr>
      <vt:lpstr>Flow table </vt:lpstr>
      <vt:lpstr>Project timeline</vt:lpstr>
      <vt:lpstr>Text boxes</vt:lpstr>
      <vt:lpstr>Text boxes</vt:lpstr>
      <vt:lpstr>Text boxes</vt:lpstr>
      <vt:lpstr>Text boxes</vt:lpstr>
      <vt:lpstr>Text boxes with arrows</vt:lpstr>
      <vt:lpstr>Text boxes </vt:lpstr>
      <vt:lpstr>Text boxes</vt:lpstr>
      <vt:lpstr>Text boxes</vt:lpstr>
      <vt:lpstr>Text boxes</vt:lpstr>
      <vt:lpstr>Text blocks</vt:lpstr>
      <vt:lpstr>Text blocks </vt:lpstr>
      <vt:lpstr>Text blocks on solid background </vt:lpstr>
      <vt:lpstr>Text blocks</vt:lpstr>
      <vt:lpstr>Text blocks </vt:lpstr>
      <vt:lpstr>Text blocks</vt:lpstr>
      <vt:lpstr>Text blocks </vt:lpstr>
      <vt:lpstr>Text blocks</vt:lpstr>
      <vt:lpstr>Text blocks on solid background</vt:lpstr>
      <vt:lpstr>Steps</vt:lpstr>
      <vt:lpstr>Steps </vt:lpstr>
      <vt:lpstr>Steps </vt:lpstr>
      <vt:lpstr>Steps </vt:lpstr>
      <vt:lpstr>Steps</vt:lpstr>
      <vt:lpstr>Diagonal boxes </vt:lpstr>
      <vt:lpstr>Diagonal boxes</vt:lpstr>
      <vt:lpstr>Diagonal boxes </vt:lpstr>
      <vt:lpstr>Diagonal boxes </vt:lpstr>
      <vt:lpstr>Charts and graphs</vt:lpstr>
      <vt:lpstr>Bar charts </vt:lpstr>
      <vt:lpstr>Horizontal stacked bar chart</vt:lpstr>
      <vt:lpstr>Bar charts</vt:lpstr>
      <vt:lpstr>100% Stacked bar chart</vt:lpstr>
      <vt:lpstr>Bar charts</vt:lpstr>
      <vt:lpstr>Bar charts</vt:lpstr>
      <vt:lpstr>Tornado chart</vt:lpstr>
      <vt:lpstr>Column chart</vt:lpstr>
      <vt:lpstr>Column chart</vt:lpstr>
      <vt:lpstr>Column charts </vt:lpstr>
      <vt:lpstr>Column chart </vt:lpstr>
      <vt:lpstr>Column chart </vt:lpstr>
      <vt:lpstr>Column charts </vt:lpstr>
      <vt:lpstr>Column charts </vt:lpstr>
      <vt:lpstr>Column chart </vt:lpstr>
      <vt:lpstr>Column charts</vt:lpstr>
      <vt:lpstr>Stacked column charts</vt:lpstr>
      <vt:lpstr>Area chart and stacked column charts on solid background</vt:lpstr>
      <vt:lpstr>Area chart</vt:lpstr>
      <vt:lpstr>Pie chart </vt:lpstr>
      <vt:lpstr>Pie charts </vt:lpstr>
      <vt:lpstr>Pie charts </vt:lpstr>
      <vt:lpstr>Pie charts </vt:lpstr>
      <vt:lpstr>Pie chart </vt:lpstr>
      <vt:lpstr>Donut chart</vt:lpstr>
      <vt:lpstr>Radial donut chart on solid background</vt:lpstr>
      <vt:lpstr>Multiple donut charts</vt:lpstr>
      <vt:lpstr>Multiple donut charts</vt:lpstr>
      <vt:lpstr>Multiple donut chart &amp; icons</vt:lpstr>
      <vt:lpstr>Radar chart</vt:lpstr>
      <vt:lpstr>Radial donut chart</vt:lpstr>
      <vt:lpstr>Line chart</vt:lpstr>
      <vt:lpstr>Line charts </vt:lpstr>
      <vt:lpstr>Smoothed line chart  </vt:lpstr>
      <vt:lpstr>Smoothed line charts </vt:lpstr>
      <vt:lpstr>Waterfall </vt:lpstr>
      <vt:lpstr>Waterfall </vt:lpstr>
      <vt:lpstr>Waterfall </vt:lpstr>
      <vt:lpstr>Waterfall </vt:lpstr>
      <vt:lpstr>High-low-median chart </vt:lpstr>
      <vt:lpstr>Stock/elevator chart </vt:lpstr>
      <vt:lpstr>Scatter chart </vt:lpstr>
      <vt:lpstr>Bubble chart </vt:lpstr>
      <vt:lpstr>Driver tree chart </vt:lpstr>
      <vt:lpstr>Curves</vt:lpstr>
      <vt:lpstr>Curves</vt:lpstr>
      <vt:lpstr>Curves</vt:lpstr>
      <vt:lpstr>Curves</vt:lpstr>
      <vt:lpstr>Other</vt:lpstr>
      <vt:lpstr>Other</vt:lpstr>
      <vt:lpstr>Other</vt:lpstr>
      <vt:lpstr>Other</vt:lpstr>
      <vt:lpstr>Other</vt:lpstr>
      <vt:lpstr>Column chart with icons</vt:lpstr>
      <vt:lpstr>Diagrams</vt:lpstr>
      <vt:lpstr>Road diagram</vt:lpstr>
      <vt:lpstr>Process diagram</vt:lpstr>
      <vt:lpstr>Process diagram</vt:lpstr>
      <vt:lpstr>Process diagram</vt:lpstr>
      <vt:lpstr>Process diagram</vt:lpstr>
      <vt:lpstr>Logic trees</vt:lpstr>
      <vt:lpstr>Logic trees</vt:lpstr>
      <vt:lpstr>Logic trees </vt:lpstr>
      <vt:lpstr>Logic trees on black background </vt:lpstr>
      <vt:lpstr>Logic trees </vt:lpstr>
      <vt:lpstr>Logic trees </vt:lpstr>
      <vt:lpstr>Driver trees </vt:lpstr>
      <vt:lpstr>Driver trees </vt:lpstr>
      <vt:lpstr>Driver trees</vt:lpstr>
      <vt:lpstr>Driver trees </vt:lpstr>
      <vt:lpstr>Driver trees </vt:lpstr>
      <vt:lpstr>Organization chart </vt:lpstr>
      <vt:lpstr>Organization chart</vt:lpstr>
      <vt:lpstr>Organization chart</vt:lpstr>
      <vt:lpstr>Driver tree</vt:lpstr>
      <vt:lpstr>Organization chart</vt:lpstr>
      <vt:lpstr>Proposed team structure and responsibilities</vt:lpstr>
      <vt:lpstr>Chevrons</vt:lpstr>
      <vt:lpstr>Pyramid diagrams</vt:lpstr>
      <vt:lpstr>Levels of maturity</vt:lpstr>
      <vt:lpstr>Heat map</vt:lpstr>
      <vt:lpstr>Generic strategy development framework </vt:lpstr>
      <vt:lpstr>Restructuring framework</vt:lpstr>
      <vt:lpstr>Competitive strategy 3.0 framework </vt:lpstr>
      <vt:lpstr>Strategy development</vt:lpstr>
      <vt:lpstr>Strategy development</vt:lpstr>
      <vt:lpstr>Incremental versus backward strategic planning</vt:lpstr>
      <vt:lpstr>Pentagon </vt:lpstr>
      <vt:lpstr>Strategic disciplines</vt:lpstr>
      <vt:lpstr>7S</vt:lpstr>
      <vt:lpstr>3Cs triangle </vt:lpstr>
      <vt:lpstr>Value creation</vt:lpstr>
      <vt:lpstr>Portfolio matrix</vt:lpstr>
      <vt:lpstr>Business portfolio 3x3</vt:lpstr>
      <vt:lpstr>Business portfolio 3x3</vt:lpstr>
      <vt:lpstr>Five forces</vt:lpstr>
      <vt:lpstr>Activity map – generic</vt:lpstr>
      <vt:lpstr>Activity map</vt:lpstr>
      <vt:lpstr>Activity map</vt:lpstr>
      <vt:lpstr>Activity map</vt:lpstr>
      <vt:lpstr>Activity map</vt:lpstr>
      <vt:lpstr>Activity map </vt:lpstr>
      <vt:lpstr>Swimlanes</vt:lpstr>
      <vt:lpstr>Process flow</vt:lpstr>
      <vt:lpstr>Process map</vt:lpstr>
      <vt:lpstr>Chevrons </vt:lpstr>
      <vt:lpstr>Circles </vt:lpstr>
      <vt:lpstr>Circles </vt:lpstr>
      <vt:lpstr>Circles </vt:lpstr>
      <vt:lpstr>Circles</vt:lpstr>
      <vt:lpstr>Venn diagram</vt:lpstr>
      <vt:lpstr>Venn diagrams</vt:lpstr>
      <vt:lpstr>Spheres</vt:lpstr>
      <vt:lpstr>Spheres </vt:lpstr>
      <vt:lpstr>Spheres</vt:lpstr>
      <vt:lpstr>Spheres </vt:lpstr>
      <vt:lpstr>Spheres</vt:lpstr>
      <vt:lpstr>Spheres </vt:lpstr>
      <vt:lpstr>Boxes</vt:lpstr>
      <vt:lpstr>Boxes</vt:lpstr>
      <vt:lpstr>Triangles </vt:lpstr>
      <vt:lpstr>Triangles</vt:lpstr>
      <vt:lpstr>Puzzles </vt:lpstr>
      <vt:lpstr>Puzzles</vt:lpstr>
      <vt:lpstr>Puzzles</vt:lpstr>
      <vt:lpstr>Others</vt:lpstr>
      <vt:lpstr>Linear text</vt:lpstr>
      <vt:lpstr>Expansion</vt:lpstr>
      <vt:lpstr>Diversion</vt:lpstr>
      <vt:lpstr>Continuous</vt:lpstr>
      <vt:lpstr>Cutout</vt:lpstr>
      <vt:lpstr>Linear</vt:lpstr>
      <vt:lpstr>Linear</vt:lpstr>
      <vt:lpstr>Radiating outward</vt:lpstr>
      <vt:lpstr>Expansion</vt:lpstr>
      <vt:lpstr>Step-by-step actions</vt:lpstr>
      <vt:lpstr>Interrelated stages</vt:lpstr>
      <vt:lpstr>Heptagon</vt:lpstr>
      <vt:lpstr>Leverage</vt:lpstr>
      <vt:lpstr>Balance 1</vt:lpstr>
      <vt:lpstr>Jumping point</vt:lpstr>
      <vt:lpstr>Forces at work</vt:lpstr>
      <vt:lpstr>Forced</vt:lpstr>
      <vt:lpstr>Surround</vt:lpstr>
      <vt:lpstr>Flow down</vt:lpstr>
      <vt:lpstr>History</vt:lpstr>
      <vt:lpstr>Timelines</vt:lpstr>
      <vt:lpstr>Timeline</vt:lpstr>
      <vt:lpstr>Timeline</vt:lpstr>
      <vt:lpstr>Calendar</vt:lpstr>
      <vt:lpstr>Calendars</vt:lpstr>
      <vt:lpstr>Calendars</vt:lpstr>
      <vt:lpstr>Illustrative graphics, charts and diagrams</vt:lpstr>
      <vt:lpstr>Agenda </vt:lpstr>
      <vt:lpstr>Icon chart</vt:lpstr>
      <vt:lpstr>Icon towers</vt:lpstr>
      <vt:lpstr>Progressive wheel x8</vt:lpstr>
      <vt:lpstr>Progressive wheel x6</vt:lpstr>
      <vt:lpstr>Progressive wheel x6</vt:lpstr>
      <vt:lpstr>Circular network</vt:lpstr>
      <vt:lpstr>Circular network</vt:lpstr>
      <vt:lpstr>Circular network numbered</vt:lpstr>
      <vt:lpstr>Circular network numbered</vt:lpstr>
      <vt:lpstr>Square network numbered</vt:lpstr>
      <vt:lpstr>Gameboard</vt:lpstr>
      <vt:lpstr>Other</vt:lpstr>
      <vt:lpstr>Right brain/Left brain</vt:lpstr>
      <vt:lpstr>Innovation</vt:lpstr>
      <vt:lpstr>Progressive motion</vt:lpstr>
      <vt:lpstr>Directional circles</vt:lpstr>
      <vt:lpstr>3D target</vt:lpstr>
      <vt:lpstr>Stacked levels</vt:lpstr>
      <vt:lpstr>Calendar</vt:lpstr>
      <vt:lpstr>Signposts</vt:lpstr>
      <vt:lpstr>Road and signs</vt:lpstr>
      <vt:lpstr>Road and signs</vt:lpstr>
      <vt:lpstr>Structure—building</vt:lpstr>
      <vt:lpstr>Hexagonal structure</vt:lpstr>
      <vt:lpstr>Masked pie charts</vt:lpstr>
      <vt:lpstr>Target chart</vt:lpstr>
      <vt:lpstr>Dynamic tree</vt:lpstr>
      <vt:lpstr>Tools</vt:lpstr>
      <vt:lpstr>Pipeline</vt:lpstr>
      <vt:lpstr>Helix molecule</vt:lpstr>
      <vt:lpstr>Data visualization</vt:lpstr>
      <vt:lpstr>Data visualization</vt:lpstr>
      <vt:lpstr>Data visualization</vt:lpstr>
      <vt:lpstr>Data visualization</vt:lpstr>
      <vt:lpstr>Funnel</vt:lpstr>
      <vt:lpstr>Funnel</vt:lpstr>
      <vt:lpstr>Process chart</vt:lpstr>
      <vt:lpstr>Icon chart</vt:lpstr>
      <vt:lpstr>Venn diagram</vt:lpstr>
      <vt:lpstr>Venn diagram</vt:lpstr>
      <vt:lpstr>Circle diagram</vt:lpstr>
      <vt:lpstr>Circle diagram</vt:lpstr>
      <vt:lpstr>Icon chart</vt:lpstr>
      <vt:lpstr>Icon graphics</vt:lpstr>
      <vt:lpstr>Tree with accompanying text</vt:lpstr>
      <vt:lpstr>Tree with circular text boxes</vt:lpstr>
      <vt:lpstr>Connectors with honeycomb</vt:lpstr>
      <vt:lpstr>Connectors with honeycomb</vt:lpstr>
      <vt:lpstr>Connectors with honeycomb</vt:lpstr>
      <vt:lpstr>Connectors with bubbles</vt:lpstr>
      <vt:lpstr>Connectors with puzzle pieces</vt:lpstr>
      <vt:lpstr>Connectors with puzzle pieces</vt:lpstr>
      <vt:lpstr>Leaves and bubble combined</vt:lpstr>
      <vt:lpstr>Leaves with text</vt:lpstr>
      <vt:lpstr>Leaves with text</vt:lpstr>
      <vt:lpstr>Ranking elements</vt:lpstr>
      <vt:lpstr>Ranking elements</vt:lpstr>
      <vt:lpstr>Ranking elements</vt:lpstr>
      <vt:lpstr>Ranking elements</vt:lpstr>
      <vt:lpstr>Ranking elements</vt:lpstr>
      <vt:lpstr>Ranking elements</vt:lpstr>
      <vt:lpstr>Ranking elements</vt:lpstr>
      <vt:lpstr>Ranking elements</vt:lpstr>
      <vt:lpstr>Ranking elements</vt:lpstr>
      <vt:lpstr>Ranking elements</vt:lpstr>
      <vt:lpstr>Bends</vt:lpstr>
      <vt:lpstr>Bends</vt:lpstr>
      <vt:lpstr>Bends</vt:lpstr>
      <vt:lpstr>Wreath</vt:lpstr>
      <vt:lpstr>Integrated beach ball with textboxes</vt:lpstr>
      <vt:lpstr>Combined ring and pinpoint icons</vt:lpstr>
      <vt:lpstr>Pinwheel with text</vt:lpstr>
      <vt:lpstr>Golf clubs with text boxes</vt:lpstr>
      <vt:lpstr>Integrated triangles and supportive text</vt:lpstr>
      <vt:lpstr>Elevated hoops</vt:lpstr>
      <vt:lpstr>Elevated hoops</vt:lpstr>
      <vt:lpstr>Process circle</vt:lpstr>
      <vt:lpstr>Animations</vt:lpstr>
      <vt:lpstr>PowerPoint Presentation</vt:lpstr>
      <vt:lpstr>Title</vt:lpstr>
      <vt:lpstr>Title</vt:lpstr>
      <vt:lpstr>End slides</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Timesaver Charts, tables, diagrams, icons and more</dc:title>
  <dc:creator/>
  <cp:lastModifiedBy/>
  <cp:revision>2</cp:revision>
  <dcterms:created xsi:type="dcterms:W3CDTF">2020-04-09T19:41:06Z</dcterms:created>
  <dcterms:modified xsi:type="dcterms:W3CDTF">2025-02-11T17:29:53Z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ea60d57e-af5b-4752-ac57-3e4f28ca11dc_Enabled">
    <vt:lpwstr>true</vt:lpwstr>
  </property>
  <property fmtid="{D5CDD505-2E9C-101B-9397-08002B2CF9AE}" pid="3" name="MSIP_Label_ea60d57e-af5b-4752-ac57-3e4f28ca11dc_SetDate">
    <vt:lpwstr>2021-02-15T16:19:10Z</vt:lpwstr>
  </property>
  <property fmtid="{D5CDD505-2E9C-101B-9397-08002B2CF9AE}" pid="4" name="MSIP_Label_ea60d57e-af5b-4752-ac57-3e4f28ca11dc_Method">
    <vt:lpwstr>Standard</vt:lpwstr>
  </property>
  <property fmtid="{D5CDD505-2E9C-101B-9397-08002B2CF9AE}" pid="5" name="MSIP_Label_ea60d57e-af5b-4752-ac57-3e4f28ca11dc_Name">
    <vt:lpwstr>ea60d57e-af5b-4752-ac57-3e4f28ca11dc</vt:lpwstr>
  </property>
  <property fmtid="{D5CDD505-2E9C-101B-9397-08002B2CF9AE}" pid="6" name="MSIP_Label_ea60d57e-af5b-4752-ac57-3e4f28ca11dc_SiteId">
    <vt:lpwstr>36da45f1-dd2c-4d1f-af13-5abe46b99921</vt:lpwstr>
  </property>
  <property fmtid="{D5CDD505-2E9C-101B-9397-08002B2CF9AE}" pid="7" name="MSIP_Label_ea60d57e-af5b-4752-ac57-3e4f28ca11dc_ActionId">
    <vt:lpwstr>3415186a-2cc8-454a-80c2-1b89340bbe69</vt:lpwstr>
  </property>
  <property fmtid="{D5CDD505-2E9C-101B-9397-08002B2CF9AE}" pid="8" name="MSIP_Label_ea60d57e-af5b-4752-ac57-3e4f28ca11dc_ContentBits">
    <vt:lpwstr>0</vt:lpwstr>
  </property>
  <property fmtid="{D5CDD505-2E9C-101B-9397-08002B2CF9AE}" pid="9" name="ContentTypeId">
    <vt:lpwstr>0x01010046EABACCD3B39C49923CC76F9A3899B0</vt:lpwstr>
  </property>
</Properties>
</file>